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handoutMasterIdLst>
    <p:handoutMasterId r:id="rId35"/>
  </p:handoutMasterIdLst>
  <p:sldIdLst>
    <p:sldId id="305" r:id="rId2"/>
    <p:sldId id="294" r:id="rId3"/>
    <p:sldId id="282" r:id="rId4"/>
    <p:sldId id="280" r:id="rId5"/>
    <p:sldId id="281" r:id="rId6"/>
    <p:sldId id="290" r:id="rId7"/>
    <p:sldId id="289" r:id="rId8"/>
    <p:sldId id="288" r:id="rId9"/>
    <p:sldId id="287" r:id="rId10"/>
    <p:sldId id="306" r:id="rId11"/>
    <p:sldId id="293" r:id="rId12"/>
    <p:sldId id="291" r:id="rId13"/>
    <p:sldId id="292" r:id="rId14"/>
    <p:sldId id="298" r:id="rId15"/>
    <p:sldId id="297" r:id="rId16"/>
    <p:sldId id="296" r:id="rId17"/>
    <p:sldId id="299" r:id="rId18"/>
    <p:sldId id="304" r:id="rId19"/>
    <p:sldId id="303" r:id="rId20"/>
    <p:sldId id="302" r:id="rId21"/>
    <p:sldId id="300" r:id="rId22"/>
    <p:sldId id="295" r:id="rId23"/>
    <p:sldId id="310" r:id="rId24"/>
    <p:sldId id="311" r:id="rId25"/>
    <p:sldId id="312" r:id="rId26"/>
    <p:sldId id="313" r:id="rId27"/>
    <p:sldId id="314" r:id="rId28"/>
    <p:sldId id="315" r:id="rId29"/>
    <p:sldId id="307" r:id="rId30"/>
    <p:sldId id="308" r:id="rId31"/>
    <p:sldId id="309" r:id="rId32"/>
    <p:sldId id="316" r:id="rId33"/>
  </p:sldIdLst>
  <p:sldSz cx="4762500" cy="3048000"/>
  <p:notesSz cx="6858000" cy="9144000"/>
  <p:defaultTextStyle>
    <a:defPPr>
      <a:defRPr lang="en-US"/>
    </a:defPPr>
    <a:lvl1pPr algn="l" rtl="0" eaLnBrk="0" fontAlgn="base" hangingPunct="0">
      <a:spcBef>
        <a:spcPct val="0"/>
      </a:spcBef>
      <a:spcAft>
        <a:spcPct val="0"/>
      </a:spcAft>
      <a:defRPr sz="2000" kern="1200">
        <a:solidFill>
          <a:schemeClr val="tx1"/>
        </a:solidFill>
        <a:latin typeface="Times New Roman" panose="02020603050405020304" pitchFamily="18" charset="0"/>
        <a:ea typeface="+mn-ea"/>
        <a:cs typeface="+mn-cs"/>
      </a:defRPr>
    </a:lvl1pPr>
    <a:lvl2pPr marL="457200" algn="l" rtl="0" eaLnBrk="0" fontAlgn="base" hangingPunct="0">
      <a:spcBef>
        <a:spcPct val="0"/>
      </a:spcBef>
      <a:spcAft>
        <a:spcPct val="0"/>
      </a:spcAft>
      <a:defRPr sz="20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0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0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000" kern="1200">
        <a:solidFill>
          <a:schemeClr val="tx1"/>
        </a:solidFill>
        <a:latin typeface="Times New Roman" panose="02020603050405020304" pitchFamily="18" charset="0"/>
        <a:ea typeface="+mn-ea"/>
        <a:cs typeface="+mn-cs"/>
      </a:defRPr>
    </a:lvl5pPr>
    <a:lvl6pPr marL="2286000" algn="l" defTabSz="914400" rtl="0" eaLnBrk="1" latinLnBrk="0" hangingPunct="1">
      <a:defRPr sz="2000" kern="1200">
        <a:solidFill>
          <a:schemeClr val="tx1"/>
        </a:solidFill>
        <a:latin typeface="Times New Roman" panose="02020603050405020304" pitchFamily="18" charset="0"/>
        <a:ea typeface="+mn-ea"/>
        <a:cs typeface="+mn-cs"/>
      </a:defRPr>
    </a:lvl6pPr>
    <a:lvl7pPr marL="2743200" algn="l" defTabSz="914400" rtl="0" eaLnBrk="1" latinLnBrk="0" hangingPunct="1">
      <a:defRPr sz="2000" kern="1200">
        <a:solidFill>
          <a:schemeClr val="tx1"/>
        </a:solidFill>
        <a:latin typeface="Times New Roman" panose="02020603050405020304" pitchFamily="18" charset="0"/>
        <a:ea typeface="+mn-ea"/>
        <a:cs typeface="+mn-cs"/>
      </a:defRPr>
    </a:lvl7pPr>
    <a:lvl8pPr marL="3200400" algn="l" defTabSz="914400" rtl="0" eaLnBrk="1" latinLnBrk="0" hangingPunct="1">
      <a:defRPr sz="2000" kern="1200">
        <a:solidFill>
          <a:schemeClr val="tx1"/>
        </a:solidFill>
        <a:latin typeface="Times New Roman" panose="02020603050405020304" pitchFamily="18" charset="0"/>
        <a:ea typeface="+mn-ea"/>
        <a:cs typeface="+mn-cs"/>
      </a:defRPr>
    </a:lvl8pPr>
    <a:lvl9pPr marL="3657600" algn="l" defTabSz="914400" rtl="0" eaLnBrk="1" latinLnBrk="0" hangingPunct="1">
      <a:defRPr sz="2000"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960">
          <p15:clr>
            <a:srgbClr val="A4A3A4"/>
          </p15:clr>
        </p15:guide>
        <p15:guide id="2" pos="1500">
          <p15:clr>
            <a:srgbClr val="A4A3A4"/>
          </p15:clr>
        </p15:guide>
      </p15:sldGuideLst>
    </p:ext>
    <p:ext uri="{2D200454-40CA-4A62-9FC3-DE9A4176ACB9}">
      <p15:notesGuideLst xmlns:p15="http://schemas.microsoft.com/office/powerpoint/2012/main">
        <p15:guide id="1" orient="horz" pos="960">
          <p15:clr>
            <a:srgbClr val="A4A3A4"/>
          </p15:clr>
        </p15:guide>
        <p15:guide id="2" pos="150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6600"/>
    <a:srgbClr val="FFFF00"/>
    <a:srgbClr val="9900CC"/>
    <a:srgbClr val="009900"/>
    <a:srgbClr val="006633"/>
    <a:srgbClr val="00CC00"/>
    <a:srgbClr val="FFFFCC"/>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247" d="100"/>
          <a:sy n="247" d="100"/>
        </p:scale>
        <p:origin x="198" y="468"/>
      </p:cViewPr>
      <p:guideLst>
        <p:guide orient="horz" pos="960"/>
        <p:guide pos="1500"/>
      </p:guideLst>
    </p:cSldViewPr>
  </p:slideViewPr>
  <p:notesTextViewPr>
    <p:cViewPr>
      <p:scale>
        <a:sx n="100" d="100"/>
        <a:sy n="100" d="100"/>
      </p:scale>
      <p:origin x="0" y="0"/>
    </p:cViewPr>
  </p:notesTextViewPr>
  <p:notesViewPr>
    <p:cSldViewPr>
      <p:cViewPr varScale="1">
        <p:scale>
          <a:sx n="70" d="100"/>
          <a:sy n="70" d="100"/>
        </p:scale>
        <p:origin x="-1704" y="-78"/>
      </p:cViewPr>
      <p:guideLst>
        <p:guide orient="horz" pos="960"/>
        <p:guide pos="150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C8C2EB10-2080-7547-AE2F-EFD0861F0FFB}"/>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t" anchorCtr="0" compatLnSpc="1">
            <a:prstTxWarp prst="textNoShape">
              <a:avLst/>
            </a:prstTxWarp>
          </a:bodyPr>
          <a:lstStyle>
            <a:lvl1pPr>
              <a:defRPr sz="1000" i="1"/>
            </a:lvl1pPr>
          </a:lstStyle>
          <a:p>
            <a:endParaRPr lang="en-US" altLang="en-US"/>
          </a:p>
        </p:txBody>
      </p:sp>
      <p:sp>
        <p:nvSpPr>
          <p:cNvPr id="2051" name="Rectangle 3">
            <a:extLst>
              <a:ext uri="{FF2B5EF4-FFF2-40B4-BE49-F238E27FC236}">
                <a16:creationId xmlns:a16="http://schemas.microsoft.com/office/drawing/2014/main" id="{052E7130-E61E-4A8B-FFAD-9C129F807A6D}"/>
              </a:ext>
            </a:extLst>
          </p:cNvPr>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t" anchorCtr="0" compatLnSpc="1">
            <a:prstTxWarp prst="textNoShape">
              <a:avLst/>
            </a:prstTxWarp>
          </a:bodyPr>
          <a:lstStyle>
            <a:lvl1pPr algn="r">
              <a:defRPr sz="1000" i="1"/>
            </a:lvl1pPr>
          </a:lstStyle>
          <a:p>
            <a:endParaRPr lang="en-US" altLang="en-US"/>
          </a:p>
        </p:txBody>
      </p:sp>
      <p:sp>
        <p:nvSpPr>
          <p:cNvPr id="2052" name="Rectangle 4">
            <a:extLst>
              <a:ext uri="{FF2B5EF4-FFF2-40B4-BE49-F238E27FC236}">
                <a16:creationId xmlns:a16="http://schemas.microsoft.com/office/drawing/2014/main" id="{C094A7EB-9A79-9C29-60CB-35777152CC4A}"/>
              </a:ext>
            </a:extLst>
          </p:cNvPr>
          <p:cNvSpPr>
            <a:spLocks noRot="1" noChangeArrowheads="1" noTextEdit="1"/>
          </p:cNvSpPr>
          <p:nvPr>
            <p:ph type="sldImg" idx="2"/>
          </p:nvPr>
        </p:nvSpPr>
        <p:spPr bwMode="auto">
          <a:xfrm>
            <a:off x="757238" y="692150"/>
            <a:ext cx="5343525" cy="3416300"/>
          </a:xfrm>
          <a:prstGeom prst="rect">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053" name="Rectangle 5">
            <a:extLst>
              <a:ext uri="{FF2B5EF4-FFF2-40B4-BE49-F238E27FC236}">
                <a16:creationId xmlns:a16="http://schemas.microsoft.com/office/drawing/2014/main" id="{DE262A75-7B41-7CE0-A9D3-736180E996A1}"/>
              </a:ext>
            </a:extLst>
          </p:cNvPr>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2054" name="Rectangle 6">
            <a:extLst>
              <a:ext uri="{FF2B5EF4-FFF2-40B4-BE49-F238E27FC236}">
                <a16:creationId xmlns:a16="http://schemas.microsoft.com/office/drawing/2014/main" id="{4724C97E-D3B2-00B8-B4A0-090DB6A131DB}"/>
              </a:ext>
            </a:extLst>
          </p:cNvPr>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b" anchorCtr="0" compatLnSpc="1">
            <a:prstTxWarp prst="textNoShape">
              <a:avLst/>
            </a:prstTxWarp>
          </a:bodyPr>
          <a:lstStyle>
            <a:lvl1pPr>
              <a:defRPr sz="1000" i="1"/>
            </a:lvl1pPr>
          </a:lstStyle>
          <a:p>
            <a:endParaRPr lang="en-US" altLang="en-US"/>
          </a:p>
        </p:txBody>
      </p:sp>
      <p:sp>
        <p:nvSpPr>
          <p:cNvPr id="2055" name="Rectangle 7">
            <a:extLst>
              <a:ext uri="{FF2B5EF4-FFF2-40B4-BE49-F238E27FC236}">
                <a16:creationId xmlns:a16="http://schemas.microsoft.com/office/drawing/2014/main" id="{0E086E71-0074-E6AF-CD9A-057DAA76D9B6}"/>
              </a:ext>
            </a:extLst>
          </p:cNvPr>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9050" tIns="0" rIns="19050" bIns="0" numCol="1" anchor="b" anchorCtr="0" compatLnSpc="1">
            <a:prstTxWarp prst="textNoShape">
              <a:avLst/>
            </a:prstTxWarp>
          </a:bodyPr>
          <a:lstStyle>
            <a:lvl1pPr algn="r">
              <a:defRPr sz="1000" i="1"/>
            </a:lvl1pPr>
          </a:lstStyle>
          <a:p>
            <a:fld id="{755C3265-B5A9-4960-B36C-E3267BC605E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2C26-AE74-CD8A-D589-3FCE9C1B552D}"/>
              </a:ext>
            </a:extLst>
          </p:cNvPr>
          <p:cNvSpPr>
            <a:spLocks noGrp="1"/>
          </p:cNvSpPr>
          <p:nvPr>
            <p:ph type="ctrTitle"/>
          </p:nvPr>
        </p:nvSpPr>
        <p:spPr>
          <a:xfrm>
            <a:off x="595313" y="498475"/>
            <a:ext cx="3571875" cy="1062038"/>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6A69427-8D2D-7C18-1E4C-C9C008953265}"/>
              </a:ext>
            </a:extLst>
          </p:cNvPr>
          <p:cNvSpPr>
            <a:spLocks noGrp="1"/>
          </p:cNvSpPr>
          <p:nvPr>
            <p:ph type="subTitle" idx="1"/>
          </p:nvPr>
        </p:nvSpPr>
        <p:spPr>
          <a:xfrm>
            <a:off x="595313" y="1600200"/>
            <a:ext cx="3571875" cy="736600"/>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0690562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A53CB-7917-5E3D-DB38-9D4468CD62EE}"/>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011544D6-ACEE-3C30-807A-75FC0D3DBE84}"/>
              </a:ext>
            </a:extLst>
          </p:cNvPr>
          <p:cNvSpPr>
            <a:spLocks noGrp="1"/>
          </p:cNvSpPr>
          <p:nvPr>
            <p:ph idx="1"/>
          </p:nvPr>
        </p:nvSpPr>
        <p:spPr>
          <a:xfrm>
            <a:off x="327025" y="811213"/>
            <a:ext cx="4108450" cy="19335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63573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791A4-CD81-E7D1-B3DE-6072364594A9}"/>
              </a:ext>
            </a:extLst>
          </p:cNvPr>
          <p:cNvSpPr>
            <a:spLocks noGrp="1"/>
          </p:cNvSpPr>
          <p:nvPr>
            <p:ph type="title"/>
          </p:nvPr>
        </p:nvSpPr>
        <p:spPr>
          <a:xfrm>
            <a:off x="325438" y="760413"/>
            <a:ext cx="4106862" cy="1266825"/>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11B8B41-FC8E-328F-DEB7-29478A897069}"/>
              </a:ext>
            </a:extLst>
          </p:cNvPr>
          <p:cNvSpPr>
            <a:spLocks noGrp="1"/>
          </p:cNvSpPr>
          <p:nvPr>
            <p:ph type="body" idx="1"/>
          </p:nvPr>
        </p:nvSpPr>
        <p:spPr>
          <a:xfrm>
            <a:off x="325438" y="2039938"/>
            <a:ext cx="4106862" cy="666750"/>
          </a:xfrm>
          <a:prstGeom prst="rect">
            <a:avLst/>
          </a:prstGeo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Tree>
    <p:extLst>
      <p:ext uri="{BB962C8B-B14F-4D97-AF65-F5344CB8AC3E}">
        <p14:creationId xmlns:p14="http://schemas.microsoft.com/office/powerpoint/2010/main" val="35621208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680E-527F-AF60-C67F-5CCE208D46DD}"/>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8F8242B9-AA7A-8239-823F-5A5DCE357C69}"/>
              </a:ext>
            </a:extLst>
          </p:cNvPr>
          <p:cNvSpPr>
            <a:spLocks noGrp="1"/>
          </p:cNvSpPr>
          <p:nvPr>
            <p:ph sz="half" idx="1"/>
          </p:nvPr>
        </p:nvSpPr>
        <p:spPr>
          <a:xfrm>
            <a:off x="327025" y="811213"/>
            <a:ext cx="1978025" cy="19335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D579E34-3B01-531D-A36F-7BF20388B80B}"/>
              </a:ext>
            </a:extLst>
          </p:cNvPr>
          <p:cNvSpPr>
            <a:spLocks noGrp="1"/>
          </p:cNvSpPr>
          <p:nvPr>
            <p:ph sz="half" idx="2"/>
          </p:nvPr>
        </p:nvSpPr>
        <p:spPr>
          <a:xfrm>
            <a:off x="2457450" y="811213"/>
            <a:ext cx="1978025" cy="19335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55006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08DA5-1CA6-9575-53D8-A9B3C26D90F9}"/>
              </a:ext>
            </a:extLst>
          </p:cNvPr>
          <p:cNvSpPr>
            <a:spLocks noGrp="1"/>
          </p:cNvSpPr>
          <p:nvPr>
            <p:ph type="title"/>
          </p:nvPr>
        </p:nvSpPr>
        <p:spPr>
          <a:xfrm>
            <a:off x="328613" y="161925"/>
            <a:ext cx="4106862" cy="5889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12DA2E2F-D2D0-4F57-0457-C15B8A2A86B8}"/>
              </a:ext>
            </a:extLst>
          </p:cNvPr>
          <p:cNvSpPr>
            <a:spLocks noGrp="1"/>
          </p:cNvSpPr>
          <p:nvPr>
            <p:ph type="body" idx="1"/>
          </p:nvPr>
        </p:nvSpPr>
        <p:spPr>
          <a:xfrm>
            <a:off x="328613" y="747713"/>
            <a:ext cx="2014537" cy="365125"/>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6F5C2B-909A-9328-8DB7-30811A99134D}"/>
              </a:ext>
            </a:extLst>
          </p:cNvPr>
          <p:cNvSpPr>
            <a:spLocks noGrp="1"/>
          </p:cNvSpPr>
          <p:nvPr>
            <p:ph sz="half" idx="2"/>
          </p:nvPr>
        </p:nvSpPr>
        <p:spPr>
          <a:xfrm>
            <a:off x="328613" y="1112838"/>
            <a:ext cx="2014537" cy="16383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E73DFFB-243B-DE19-CE98-2B7C6C9D8698}"/>
              </a:ext>
            </a:extLst>
          </p:cNvPr>
          <p:cNvSpPr>
            <a:spLocks noGrp="1"/>
          </p:cNvSpPr>
          <p:nvPr>
            <p:ph type="body" sz="quarter" idx="3"/>
          </p:nvPr>
        </p:nvSpPr>
        <p:spPr>
          <a:xfrm>
            <a:off x="2411413" y="747713"/>
            <a:ext cx="2024062" cy="365125"/>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A2C6EC-08F2-09AF-B028-D735BA2162F2}"/>
              </a:ext>
            </a:extLst>
          </p:cNvPr>
          <p:cNvSpPr>
            <a:spLocks noGrp="1"/>
          </p:cNvSpPr>
          <p:nvPr>
            <p:ph sz="quarter" idx="4"/>
          </p:nvPr>
        </p:nvSpPr>
        <p:spPr>
          <a:xfrm>
            <a:off x="2411413" y="1112838"/>
            <a:ext cx="2024062" cy="16383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457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D3CAD-81E9-F5DA-8DCF-C93BC64E598F}"/>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42732765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9040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18039-6CE0-F14F-898C-4FAFFB2D26D3}"/>
              </a:ext>
            </a:extLst>
          </p:cNvPr>
          <p:cNvSpPr>
            <a:spLocks noGrp="1"/>
          </p:cNvSpPr>
          <p:nvPr>
            <p:ph type="title"/>
          </p:nvPr>
        </p:nvSpPr>
        <p:spPr>
          <a:xfrm>
            <a:off x="328613" y="203200"/>
            <a:ext cx="1535112" cy="711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C30B880-31B6-B7E2-FDB6-BA118F4E3EEA}"/>
              </a:ext>
            </a:extLst>
          </p:cNvPr>
          <p:cNvSpPr>
            <a:spLocks noGrp="1"/>
          </p:cNvSpPr>
          <p:nvPr>
            <p:ph idx="1"/>
          </p:nvPr>
        </p:nvSpPr>
        <p:spPr>
          <a:xfrm>
            <a:off x="2024063" y="438150"/>
            <a:ext cx="2411412" cy="2166938"/>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18EB79-30FA-2A01-1669-89569FF0BD86}"/>
              </a:ext>
            </a:extLst>
          </p:cNvPr>
          <p:cNvSpPr>
            <a:spLocks noGrp="1"/>
          </p:cNvSpPr>
          <p:nvPr>
            <p:ph type="body" sz="half" idx="2"/>
          </p:nvPr>
        </p:nvSpPr>
        <p:spPr>
          <a:xfrm>
            <a:off x="328613" y="914400"/>
            <a:ext cx="1535112" cy="1693863"/>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21162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3FAB-E42F-EDE1-C787-6781BDC499C3}"/>
              </a:ext>
            </a:extLst>
          </p:cNvPr>
          <p:cNvSpPr>
            <a:spLocks noGrp="1"/>
          </p:cNvSpPr>
          <p:nvPr>
            <p:ph type="title"/>
          </p:nvPr>
        </p:nvSpPr>
        <p:spPr>
          <a:xfrm>
            <a:off x="328613" y="203200"/>
            <a:ext cx="1535112" cy="711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2D1B0C5-AA19-16C1-238B-44067BE8A97E}"/>
              </a:ext>
            </a:extLst>
          </p:cNvPr>
          <p:cNvSpPr>
            <a:spLocks noGrp="1"/>
          </p:cNvSpPr>
          <p:nvPr>
            <p:ph type="pic" idx="1"/>
          </p:nvPr>
        </p:nvSpPr>
        <p:spPr>
          <a:xfrm>
            <a:off x="2024063" y="438150"/>
            <a:ext cx="2411412" cy="2166938"/>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8F0AE2-8ABF-3CDB-73CA-284F04CA02D3}"/>
              </a:ext>
            </a:extLst>
          </p:cNvPr>
          <p:cNvSpPr>
            <a:spLocks noGrp="1"/>
          </p:cNvSpPr>
          <p:nvPr>
            <p:ph type="body" sz="half" idx="2"/>
          </p:nvPr>
        </p:nvSpPr>
        <p:spPr>
          <a:xfrm>
            <a:off x="328613" y="914400"/>
            <a:ext cx="1535112" cy="1693863"/>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245131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05473-B8D6-C7B3-A289-0ACCCC32B356}"/>
              </a:ext>
            </a:extLst>
          </p:cNvPr>
          <p:cNvSpPr>
            <a:spLocks noGrp="1"/>
          </p:cNvSpPr>
          <p:nvPr>
            <p:ph type="title"/>
          </p:nvPr>
        </p:nvSpPr>
        <p:spPr>
          <a:xfrm>
            <a:off x="327025" y="161925"/>
            <a:ext cx="4108450" cy="5889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C06B2A-8C11-4003-A302-44ECC4F9B399}"/>
              </a:ext>
            </a:extLst>
          </p:cNvPr>
          <p:cNvSpPr>
            <a:spLocks noGrp="1"/>
          </p:cNvSpPr>
          <p:nvPr>
            <p:ph type="body" orient="vert" idx="1"/>
          </p:nvPr>
        </p:nvSpPr>
        <p:spPr>
          <a:xfrm>
            <a:off x="327025" y="811213"/>
            <a:ext cx="4108450" cy="1933575"/>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99421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5687B25-3743-7BC2-1E2C-B20AE6B5EADE}"/>
              </a:ext>
            </a:extLst>
          </p:cNvPr>
          <p:cNvSpPr>
            <a:spLocks noGrp="1"/>
          </p:cNvSpPr>
          <p:nvPr>
            <p:ph type="title" orient="vert"/>
          </p:nvPr>
        </p:nvSpPr>
        <p:spPr>
          <a:xfrm>
            <a:off x="3408363" y="161925"/>
            <a:ext cx="1027112" cy="2582863"/>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A34180-5492-5775-6C1B-C316C0452EDC}"/>
              </a:ext>
            </a:extLst>
          </p:cNvPr>
          <p:cNvSpPr>
            <a:spLocks noGrp="1"/>
          </p:cNvSpPr>
          <p:nvPr>
            <p:ph type="body" orient="vert" idx="1"/>
          </p:nvPr>
        </p:nvSpPr>
        <p:spPr>
          <a:xfrm>
            <a:off x="327025" y="161925"/>
            <a:ext cx="2928938" cy="2582863"/>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791582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93505326-EFDE-9A73-0A2A-FAC47A93784A}"/>
              </a:ext>
            </a:extLst>
          </p:cNvPr>
          <p:cNvSpPr>
            <a:spLocks noChangeArrowheads="1"/>
          </p:cNvSpPr>
          <p:nvPr/>
        </p:nvSpPr>
        <p:spPr bwMode="auto">
          <a:xfrm>
            <a:off x="15875" y="15875"/>
            <a:ext cx="4733925" cy="3019425"/>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6.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8.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9.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0.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1.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3.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4.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5.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6.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7.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8.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1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0.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1.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3.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4.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5.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6.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7.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29.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0.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1.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hemeOverride" Target="../theme/themeOverr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91BB127A-391B-2450-0E3A-B40D3C47079F}"/>
              </a:ext>
            </a:extLst>
          </p:cNvPr>
          <p:cNvSpPr>
            <a:spLocks noChangeArrowheads="1"/>
          </p:cNvSpPr>
          <p:nvPr/>
        </p:nvSpPr>
        <p:spPr bwMode="auto">
          <a:xfrm>
            <a:off x="87313" y="317500"/>
            <a:ext cx="4573587" cy="2681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a:r>
              <a:rPr lang="en-US" altLang="en-US" sz="2400">
                <a:solidFill>
                  <a:srgbClr val="CC0000"/>
                </a:solidFill>
                <a:effectLst>
                  <a:outerShdw blurRad="38100" dist="38100" dir="2700000" algn="tl">
                    <a:srgbClr val="C0C0C0"/>
                  </a:outerShdw>
                </a:effectLst>
                <a:latin typeface="Arial" panose="020B0604020202020204" pitchFamily="34" charset="0"/>
              </a:rPr>
              <a:t>Reference Modification</a:t>
            </a:r>
            <a:endParaRPr lang="en-US" altLang="en-US" sz="2400">
              <a:solidFill>
                <a:srgbClr val="FF3300"/>
              </a:solidFill>
              <a:effectLst>
                <a:outerShdw blurRad="38100" dist="38100" dir="2700000" algn="tl">
                  <a:srgbClr val="C0C0C0"/>
                </a:outerShdw>
              </a:effectLst>
              <a:latin typeface="Arial" panose="020B0604020202020204" pitchFamily="34" charset="0"/>
            </a:endParaRPr>
          </a:p>
          <a:p>
            <a:pPr algn="ctr"/>
            <a:r>
              <a:rPr lang="en-US" altLang="en-US">
                <a:solidFill>
                  <a:srgbClr val="CC0000"/>
                </a:solidFill>
                <a:effectLst>
                  <a:outerShdw blurRad="38100" dist="38100" dir="2700000" algn="tl">
                    <a:srgbClr val="C0C0C0"/>
                  </a:outerShdw>
                </a:effectLst>
                <a:latin typeface="Arial" panose="020B0604020202020204" pitchFamily="34" charset="0"/>
              </a:rPr>
              <a:t>xString examples</a:t>
            </a:r>
          </a:p>
          <a:p>
            <a:pPr algn="ctr"/>
            <a:endParaRPr lang="en-US" altLang="en-US" sz="1200" b="1"/>
          </a:p>
          <a:p>
            <a:pPr algn="ctr"/>
            <a:r>
              <a:rPr lang="en-US" altLang="en-US" sz="1200" b="1"/>
              <a:t>Instructions</a:t>
            </a:r>
            <a:endParaRPr lang="en-US" altLang="en-US" sz="1000"/>
          </a:p>
          <a:p>
            <a:r>
              <a:rPr lang="en-US" altLang="en-US" sz="1000"/>
              <a:t>These examples work on the data items defined above. Reference Modification is used to manipulate the text contained in xString.</a:t>
            </a:r>
          </a:p>
          <a:p>
            <a:r>
              <a:rPr lang="en-US" altLang="en-US" sz="1000"/>
              <a:t>   </a:t>
            </a:r>
          </a:p>
          <a:p>
            <a:r>
              <a:rPr lang="en-US" altLang="en-US" sz="1000"/>
              <a:t>To get maximum benefit from these examples try to see if you can work out for yourself what will happen before revealing the answer by clicking through the frames. </a:t>
            </a:r>
          </a:p>
          <a:p>
            <a:endParaRPr lang="en-US" altLang="en-US" sz="1000"/>
          </a:p>
          <a:p>
            <a:pPr algn="ctr"/>
            <a:r>
              <a:rPr lang="en-US" altLang="en-US" sz="1200" b="1"/>
              <a:t>Viewing frames</a:t>
            </a:r>
            <a:endParaRPr lang="en-US" altLang="en-US" sz="1400" b="1"/>
          </a:p>
          <a:p>
            <a:r>
              <a:rPr lang="en-US" altLang="en-US" sz="1000"/>
              <a:t>Click on this text to see the first example then left click (or press the Page Up key) to see the next frame and right click (or press Page Down)  to see the previous frame.</a:t>
            </a:r>
          </a:p>
          <a:p>
            <a:endParaRPr lang="en-US" altLang="en-US" sz="1000"/>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86BA2DBF-9128-505A-5F59-3F5D92126C84}"/>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4099" name="Rectangle 3">
            <a:extLst>
              <a:ext uri="{FF2B5EF4-FFF2-40B4-BE49-F238E27FC236}">
                <a16:creationId xmlns:a16="http://schemas.microsoft.com/office/drawing/2014/main" id="{D14D65D6-EAAB-21B7-CC3D-F07B2DD07417}"/>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4100" name="Rectangle 4">
            <a:extLst>
              <a:ext uri="{FF2B5EF4-FFF2-40B4-BE49-F238E27FC236}">
                <a16:creationId xmlns:a16="http://schemas.microsoft.com/office/drawing/2014/main" id="{66BDADF0-BA0D-BC77-801F-75F7D578E08C}"/>
              </a:ext>
            </a:extLst>
          </p:cNvPr>
          <p:cNvSpPr>
            <a:spLocks noChangeArrowheads="1"/>
          </p:cNvSpPr>
          <p:nvPr/>
        </p:nvSpPr>
        <p:spPr bwMode="auto">
          <a:xfrm>
            <a:off x="66675" y="11652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xString(9:3).</a:t>
            </a:r>
          </a:p>
        </p:txBody>
      </p:sp>
      <p:sp>
        <p:nvSpPr>
          <p:cNvPr id="4101" name="Rectangle 5">
            <a:extLst>
              <a:ext uri="{FF2B5EF4-FFF2-40B4-BE49-F238E27FC236}">
                <a16:creationId xmlns:a16="http://schemas.microsoft.com/office/drawing/2014/main" id="{4D71C6B2-62B4-9C43-F06D-1BFCE7C01CF1}"/>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xString</a:t>
            </a:r>
          </a:p>
        </p:txBody>
      </p:sp>
      <p:sp>
        <p:nvSpPr>
          <p:cNvPr id="4102" name="Rectangle 6">
            <a:extLst>
              <a:ext uri="{FF2B5EF4-FFF2-40B4-BE49-F238E27FC236}">
                <a16:creationId xmlns:a16="http://schemas.microsoft.com/office/drawing/2014/main" id="{32821411-011C-C972-19F1-F28F9E115D79}"/>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4103" name="Rectangle 7">
            <a:extLst>
              <a:ext uri="{FF2B5EF4-FFF2-40B4-BE49-F238E27FC236}">
                <a16:creationId xmlns:a16="http://schemas.microsoft.com/office/drawing/2014/main" id="{C5ACFBFC-BF85-0343-AFD0-F5504D5E3BDB}"/>
              </a:ext>
            </a:extLst>
          </p:cNvPr>
          <p:cNvSpPr>
            <a:spLocks noChangeArrowheads="1"/>
          </p:cNvSpPr>
          <p:nvPr/>
        </p:nvSpPr>
        <p:spPr bwMode="auto">
          <a:xfrm>
            <a:off x="31750" y="2717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EG1</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3920C444-EA58-C362-D156-69211D6582F3}"/>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5123" name="Rectangle 3">
            <a:extLst>
              <a:ext uri="{FF2B5EF4-FFF2-40B4-BE49-F238E27FC236}">
                <a16:creationId xmlns:a16="http://schemas.microsoft.com/office/drawing/2014/main" id="{8CF99B4D-62FC-71DA-B6A0-2AD71012DE97}"/>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5124" name="Rectangle 4">
            <a:extLst>
              <a:ext uri="{FF2B5EF4-FFF2-40B4-BE49-F238E27FC236}">
                <a16:creationId xmlns:a16="http://schemas.microsoft.com/office/drawing/2014/main" id="{BC1863DC-A478-2C5B-B933-E082CB4587E9}"/>
              </a:ext>
            </a:extLst>
          </p:cNvPr>
          <p:cNvSpPr>
            <a:spLocks noChangeArrowheads="1"/>
          </p:cNvSpPr>
          <p:nvPr/>
        </p:nvSpPr>
        <p:spPr bwMode="auto">
          <a:xfrm>
            <a:off x="66675" y="11652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xString(9:3).</a:t>
            </a:r>
          </a:p>
        </p:txBody>
      </p:sp>
      <p:sp>
        <p:nvSpPr>
          <p:cNvPr id="5125" name="Rectangle 5">
            <a:extLst>
              <a:ext uri="{FF2B5EF4-FFF2-40B4-BE49-F238E27FC236}">
                <a16:creationId xmlns:a16="http://schemas.microsoft.com/office/drawing/2014/main" id="{389D14B7-4C4B-51EC-8483-09727F053945}"/>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5126" name="Line 6">
            <a:extLst>
              <a:ext uri="{FF2B5EF4-FFF2-40B4-BE49-F238E27FC236}">
                <a16:creationId xmlns:a16="http://schemas.microsoft.com/office/drawing/2014/main" id="{4575253A-F1E7-7C7C-E405-9987EA1E5A58}"/>
              </a:ext>
            </a:extLst>
          </p:cNvPr>
          <p:cNvSpPr>
            <a:spLocks noChangeShapeType="1"/>
          </p:cNvSpPr>
          <p:nvPr/>
        </p:nvSpPr>
        <p:spPr bwMode="auto">
          <a:xfrm>
            <a:off x="1028700" y="342900"/>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5127" name="Rectangle 7">
            <a:extLst>
              <a:ext uri="{FF2B5EF4-FFF2-40B4-BE49-F238E27FC236}">
                <a16:creationId xmlns:a16="http://schemas.microsoft.com/office/drawing/2014/main" id="{A5D479A0-26F8-2FAC-B72B-26509035ECD9}"/>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5128" name="Line 8">
            <a:extLst>
              <a:ext uri="{FF2B5EF4-FFF2-40B4-BE49-F238E27FC236}">
                <a16:creationId xmlns:a16="http://schemas.microsoft.com/office/drawing/2014/main" id="{A32FEF6F-2BD7-295E-82B5-D501DA38731D}"/>
              </a:ext>
            </a:extLst>
          </p:cNvPr>
          <p:cNvSpPr>
            <a:spLocks noChangeShapeType="1"/>
          </p:cNvSpPr>
          <p:nvPr/>
        </p:nvSpPr>
        <p:spPr bwMode="auto">
          <a:xfrm flipH="1" flipV="1">
            <a:off x="1114425" y="742950"/>
            <a:ext cx="962025" cy="52387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EC42DFE4-FAE2-3925-19D9-6032EC43CE64}"/>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a:t>
            </a:r>
            <a:r>
              <a:rPr lang="en-US" altLang="en-US" sz="1600" b="1">
                <a:solidFill>
                  <a:srgbClr val="FF3300"/>
                </a:solidFill>
                <a:effectLst>
                  <a:outerShdw blurRad="38100" dist="38100" dir="2700000" algn="tl">
                    <a:srgbClr val="000000"/>
                  </a:outerShdw>
                </a:effectLst>
                <a:latin typeface="Courier New" panose="02070309020205020404" pitchFamily="49" charset="0"/>
              </a:rPr>
              <a:t>the</a:t>
            </a:r>
            <a:r>
              <a:rPr lang="en-US" altLang="en-US" sz="1600" b="1">
                <a:latin typeface="Courier New" panose="02070309020205020404" pitchFamily="49" charset="0"/>
              </a:rPr>
              <a:t>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6147" name="Rectangle 3">
            <a:extLst>
              <a:ext uri="{FF2B5EF4-FFF2-40B4-BE49-F238E27FC236}">
                <a16:creationId xmlns:a16="http://schemas.microsoft.com/office/drawing/2014/main" id="{EE9699EE-E33C-327F-BB4D-C6A4935826FC}"/>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6148" name="Rectangle 4">
            <a:extLst>
              <a:ext uri="{FF2B5EF4-FFF2-40B4-BE49-F238E27FC236}">
                <a16:creationId xmlns:a16="http://schemas.microsoft.com/office/drawing/2014/main" id="{15FE291C-3270-D7F8-CB19-19D8ABE06665}"/>
              </a:ext>
            </a:extLst>
          </p:cNvPr>
          <p:cNvSpPr>
            <a:spLocks noChangeArrowheads="1"/>
          </p:cNvSpPr>
          <p:nvPr/>
        </p:nvSpPr>
        <p:spPr bwMode="auto">
          <a:xfrm>
            <a:off x="66675" y="11652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xString(9:3).</a:t>
            </a:r>
          </a:p>
        </p:txBody>
      </p:sp>
      <p:sp>
        <p:nvSpPr>
          <p:cNvPr id="6149" name="Rectangle 5">
            <a:extLst>
              <a:ext uri="{FF2B5EF4-FFF2-40B4-BE49-F238E27FC236}">
                <a16:creationId xmlns:a16="http://schemas.microsoft.com/office/drawing/2014/main" id="{3D9CCAA7-B8B2-6DAF-C3AC-1CE17D85B61D}"/>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6150" name="Line 6">
            <a:extLst>
              <a:ext uri="{FF2B5EF4-FFF2-40B4-BE49-F238E27FC236}">
                <a16:creationId xmlns:a16="http://schemas.microsoft.com/office/drawing/2014/main" id="{B68C55CE-811E-59D2-A9A6-EE868C2F3487}"/>
              </a:ext>
            </a:extLst>
          </p:cNvPr>
          <p:cNvSpPr>
            <a:spLocks noChangeShapeType="1"/>
          </p:cNvSpPr>
          <p:nvPr/>
        </p:nvSpPr>
        <p:spPr bwMode="auto">
          <a:xfrm>
            <a:off x="1028700" y="342900"/>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51" name="Line 7">
            <a:extLst>
              <a:ext uri="{FF2B5EF4-FFF2-40B4-BE49-F238E27FC236}">
                <a16:creationId xmlns:a16="http://schemas.microsoft.com/office/drawing/2014/main" id="{FDEF8F91-3375-10B9-D6A5-28B2C1359CFE}"/>
              </a:ext>
            </a:extLst>
          </p:cNvPr>
          <p:cNvSpPr>
            <a:spLocks noChangeShapeType="1"/>
          </p:cNvSpPr>
          <p:nvPr/>
        </p:nvSpPr>
        <p:spPr bwMode="auto">
          <a:xfrm>
            <a:off x="1028700" y="628650"/>
            <a:ext cx="381000"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52" name="Rectangle 8">
            <a:extLst>
              <a:ext uri="{FF2B5EF4-FFF2-40B4-BE49-F238E27FC236}">
                <a16:creationId xmlns:a16="http://schemas.microsoft.com/office/drawing/2014/main" id="{B4FE708B-9C29-075C-4DCF-1D83297F998D}"/>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6153" name="Line 9">
            <a:extLst>
              <a:ext uri="{FF2B5EF4-FFF2-40B4-BE49-F238E27FC236}">
                <a16:creationId xmlns:a16="http://schemas.microsoft.com/office/drawing/2014/main" id="{9AB53D2E-0140-4DF3-E940-1654540B24CF}"/>
              </a:ext>
            </a:extLst>
          </p:cNvPr>
          <p:cNvSpPr>
            <a:spLocks noChangeShapeType="1"/>
          </p:cNvSpPr>
          <p:nvPr/>
        </p:nvSpPr>
        <p:spPr bwMode="auto">
          <a:xfrm flipH="1" flipV="1">
            <a:off x="1257300" y="657225"/>
            <a:ext cx="1114425" cy="60960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0C8DF92A-9542-052E-8E32-5507EE7165DE}"/>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a:t>
            </a:r>
            <a:r>
              <a:rPr lang="en-US" altLang="en-US" sz="1600" b="1">
                <a:solidFill>
                  <a:srgbClr val="FF3300"/>
                </a:solidFill>
                <a:effectLst>
                  <a:outerShdw blurRad="38100" dist="38100" dir="2700000" algn="tl">
                    <a:srgbClr val="000000"/>
                  </a:outerShdw>
                </a:effectLst>
                <a:latin typeface="Courier New" panose="02070309020205020404" pitchFamily="49" charset="0"/>
              </a:rPr>
              <a:t>the</a:t>
            </a:r>
            <a:r>
              <a:rPr lang="en-US" altLang="en-US" sz="1600" b="1">
                <a:latin typeface="Courier New" panose="02070309020205020404" pitchFamily="49" charset="0"/>
              </a:rPr>
              <a:t>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7171" name="Rectangle 3">
            <a:extLst>
              <a:ext uri="{FF2B5EF4-FFF2-40B4-BE49-F238E27FC236}">
                <a16:creationId xmlns:a16="http://schemas.microsoft.com/office/drawing/2014/main" id="{6609A370-7E49-E81C-F29F-CBB48DEA94DE}"/>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7172" name="Rectangle 4">
            <a:extLst>
              <a:ext uri="{FF2B5EF4-FFF2-40B4-BE49-F238E27FC236}">
                <a16:creationId xmlns:a16="http://schemas.microsoft.com/office/drawing/2014/main" id="{51BC4A99-C2B3-C602-4BC5-FE03A2F1A40C}"/>
              </a:ext>
            </a:extLst>
          </p:cNvPr>
          <p:cNvSpPr>
            <a:spLocks noChangeArrowheads="1"/>
          </p:cNvSpPr>
          <p:nvPr/>
        </p:nvSpPr>
        <p:spPr bwMode="auto">
          <a:xfrm>
            <a:off x="66675" y="11652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xString(9:3).</a:t>
            </a:r>
          </a:p>
        </p:txBody>
      </p:sp>
      <p:sp>
        <p:nvSpPr>
          <p:cNvPr id="7173" name="Rectangle 5">
            <a:extLst>
              <a:ext uri="{FF2B5EF4-FFF2-40B4-BE49-F238E27FC236}">
                <a16:creationId xmlns:a16="http://schemas.microsoft.com/office/drawing/2014/main" id="{37F02D3C-5101-7647-BBF6-221004210D9E}"/>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7174" name="Rectangle 6">
            <a:extLst>
              <a:ext uri="{FF2B5EF4-FFF2-40B4-BE49-F238E27FC236}">
                <a16:creationId xmlns:a16="http://schemas.microsoft.com/office/drawing/2014/main" id="{FD56074F-903B-CBD1-E8ED-878EA7A60BA5}"/>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r>
              <a:rPr lang="en-US" altLang="en-US" sz="1800" b="1">
                <a:solidFill>
                  <a:srgbClr val="009900"/>
                </a:solidFill>
                <a:effectLst>
                  <a:outerShdw blurRad="38100" dist="38100" dir="2700000" algn="tl">
                    <a:srgbClr val="000000"/>
                  </a:outerShdw>
                </a:effectLst>
                <a:latin typeface="Arial" panose="020B0604020202020204" pitchFamily="34" charset="0"/>
              </a:rPr>
              <a:t>the</a:t>
            </a:r>
          </a:p>
        </p:txBody>
      </p:sp>
      <p:sp>
        <p:nvSpPr>
          <p:cNvPr id="7175" name="Line 7">
            <a:extLst>
              <a:ext uri="{FF2B5EF4-FFF2-40B4-BE49-F238E27FC236}">
                <a16:creationId xmlns:a16="http://schemas.microsoft.com/office/drawing/2014/main" id="{46AD9D4B-12A6-72D1-C1DE-FFA358208701}"/>
              </a:ext>
            </a:extLst>
          </p:cNvPr>
          <p:cNvSpPr>
            <a:spLocks noChangeShapeType="1"/>
          </p:cNvSpPr>
          <p:nvPr/>
        </p:nvSpPr>
        <p:spPr bwMode="auto">
          <a:xfrm>
            <a:off x="1400175" y="1485900"/>
            <a:ext cx="0" cy="857250"/>
          </a:xfrm>
          <a:prstGeom prst="line">
            <a:avLst/>
          </a:prstGeom>
          <a:noFill/>
          <a:ln w="12700">
            <a:solidFill>
              <a:schemeClr val="tx1"/>
            </a:solidFill>
            <a:round/>
            <a:headEnd type="none" w="sm" len="sm"/>
            <a:tailEnd type="stealth" w="med" len="med"/>
          </a:ln>
          <a:effectLst>
            <a:outerShdw dist="28398" dir="1593903" algn="ctr" rotWithShape="0">
              <a:schemeClr val="bg2">
                <a:alpha val="50000"/>
              </a:schemeClr>
            </a:outerShdw>
          </a:effectLst>
          <a:extLst>
            <a:ext uri="{909E8E84-426E-40DD-AFC4-6F175D3DCCD1}">
              <a14:hiddenFill xmlns:a14="http://schemas.microsoft.com/office/drawing/2010/main">
                <a:noFill/>
              </a14:hiddenFill>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8F5D6E06-CE40-C1A0-961E-F83831179FFF}"/>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8195" name="Rectangle 3">
            <a:extLst>
              <a:ext uri="{FF2B5EF4-FFF2-40B4-BE49-F238E27FC236}">
                <a16:creationId xmlns:a16="http://schemas.microsoft.com/office/drawing/2014/main" id="{2007A920-FFC4-D3A2-6632-BA13EBFB2572}"/>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8196" name="Rectangle 4">
            <a:extLst>
              <a:ext uri="{FF2B5EF4-FFF2-40B4-BE49-F238E27FC236}">
                <a16:creationId xmlns:a16="http://schemas.microsoft.com/office/drawing/2014/main" id="{ED9BB698-975D-3C18-57C0-59027464B933}"/>
              </a:ext>
            </a:extLst>
          </p:cNvPr>
          <p:cNvSpPr>
            <a:spLocks noChangeArrowheads="1"/>
          </p:cNvSpPr>
          <p:nvPr/>
        </p:nvSpPr>
        <p:spPr bwMode="auto">
          <a:xfrm>
            <a:off x="66675" y="1165225"/>
            <a:ext cx="431800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xString(13:SubStrSize).</a:t>
            </a:r>
          </a:p>
        </p:txBody>
      </p:sp>
      <p:sp>
        <p:nvSpPr>
          <p:cNvPr id="8197" name="Rectangle 5">
            <a:extLst>
              <a:ext uri="{FF2B5EF4-FFF2-40B4-BE49-F238E27FC236}">
                <a16:creationId xmlns:a16="http://schemas.microsoft.com/office/drawing/2014/main" id="{062489FC-5303-219A-A0D8-3A58C730B4C2}"/>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xString</a:t>
            </a:r>
          </a:p>
        </p:txBody>
      </p:sp>
      <p:sp>
        <p:nvSpPr>
          <p:cNvPr id="8198" name="Rectangle 6">
            <a:extLst>
              <a:ext uri="{FF2B5EF4-FFF2-40B4-BE49-F238E27FC236}">
                <a16:creationId xmlns:a16="http://schemas.microsoft.com/office/drawing/2014/main" id="{1EEDE960-6C5F-C407-A284-DE1D6117AF9C}"/>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8199" name="Rectangle 7">
            <a:extLst>
              <a:ext uri="{FF2B5EF4-FFF2-40B4-BE49-F238E27FC236}">
                <a16:creationId xmlns:a16="http://schemas.microsoft.com/office/drawing/2014/main" id="{F862D33F-0FA8-FAE2-C4B2-74BB1CF57503}"/>
              </a:ext>
            </a:extLst>
          </p:cNvPr>
          <p:cNvSpPr>
            <a:spLocks noChangeArrowheads="1"/>
          </p:cNvSpPr>
          <p:nvPr/>
        </p:nvSpPr>
        <p:spPr bwMode="auto">
          <a:xfrm>
            <a:off x="31750" y="2717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EG2</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39A32FFA-9F97-A882-A635-CE3B823EBE29}"/>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9219" name="Rectangle 3">
            <a:extLst>
              <a:ext uri="{FF2B5EF4-FFF2-40B4-BE49-F238E27FC236}">
                <a16:creationId xmlns:a16="http://schemas.microsoft.com/office/drawing/2014/main" id="{2494B79F-499A-055A-CAE3-883F6DAD8BD9}"/>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9220" name="Rectangle 4">
            <a:extLst>
              <a:ext uri="{FF2B5EF4-FFF2-40B4-BE49-F238E27FC236}">
                <a16:creationId xmlns:a16="http://schemas.microsoft.com/office/drawing/2014/main" id="{483316DB-EB13-9277-B764-77E7683DC409}"/>
              </a:ext>
            </a:extLst>
          </p:cNvPr>
          <p:cNvSpPr>
            <a:spLocks noChangeArrowheads="1"/>
          </p:cNvSpPr>
          <p:nvPr/>
        </p:nvSpPr>
        <p:spPr bwMode="auto">
          <a:xfrm>
            <a:off x="66675" y="1165225"/>
            <a:ext cx="431800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xString(13:SubStrSize).</a:t>
            </a:r>
          </a:p>
        </p:txBody>
      </p:sp>
      <p:sp>
        <p:nvSpPr>
          <p:cNvPr id="9221" name="Rectangle 5">
            <a:extLst>
              <a:ext uri="{FF2B5EF4-FFF2-40B4-BE49-F238E27FC236}">
                <a16:creationId xmlns:a16="http://schemas.microsoft.com/office/drawing/2014/main" id="{B892BED8-BE0F-2D79-086D-AEB930CEAB02}"/>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9222" name="Line 6">
            <a:extLst>
              <a:ext uri="{FF2B5EF4-FFF2-40B4-BE49-F238E27FC236}">
                <a16:creationId xmlns:a16="http://schemas.microsoft.com/office/drawing/2014/main" id="{89D6A2E9-B811-4F24-6BF5-D4BB0C783BED}"/>
              </a:ext>
            </a:extLst>
          </p:cNvPr>
          <p:cNvSpPr>
            <a:spLocks noChangeShapeType="1"/>
          </p:cNvSpPr>
          <p:nvPr/>
        </p:nvSpPr>
        <p:spPr bwMode="auto">
          <a:xfrm>
            <a:off x="1524000" y="35242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223" name="Rectangle 7">
            <a:extLst>
              <a:ext uri="{FF2B5EF4-FFF2-40B4-BE49-F238E27FC236}">
                <a16:creationId xmlns:a16="http://schemas.microsoft.com/office/drawing/2014/main" id="{3D2095DD-C1A9-0E92-CF73-834813A55A8A}"/>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9224" name="Line 8">
            <a:extLst>
              <a:ext uri="{FF2B5EF4-FFF2-40B4-BE49-F238E27FC236}">
                <a16:creationId xmlns:a16="http://schemas.microsoft.com/office/drawing/2014/main" id="{93E2CE77-8141-A412-DFA3-87FD92CD22D8}"/>
              </a:ext>
            </a:extLst>
          </p:cNvPr>
          <p:cNvSpPr>
            <a:spLocks noChangeShapeType="1"/>
          </p:cNvSpPr>
          <p:nvPr/>
        </p:nvSpPr>
        <p:spPr bwMode="auto">
          <a:xfrm flipH="1" flipV="1">
            <a:off x="1609725" y="752475"/>
            <a:ext cx="495300" cy="49530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DC2F3270-BD6F-3845-09DF-D11BBAE31738}"/>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t>
            </a:r>
            <a:r>
              <a:rPr lang="en-US" altLang="en-US" sz="1600" b="1">
                <a:solidFill>
                  <a:srgbClr val="FF3300"/>
                </a:solidFill>
                <a:effectLst>
                  <a:outerShdw blurRad="38100" dist="38100" dir="2700000" algn="tl">
                    <a:srgbClr val="000000"/>
                  </a:outerShdw>
                </a:effectLst>
                <a:latin typeface="Courier New" panose="02070309020205020404" pitchFamily="49" charset="0"/>
              </a:rPr>
              <a:t>alphanumeric</a:t>
            </a:r>
            <a:r>
              <a:rPr lang="en-US" altLang="en-US" sz="1600" b="1">
                <a:latin typeface="Courier New" panose="02070309020205020404" pitchFamily="49" charset="0"/>
              </a:rPr>
              <a:t>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0243" name="Rectangle 3">
            <a:extLst>
              <a:ext uri="{FF2B5EF4-FFF2-40B4-BE49-F238E27FC236}">
                <a16:creationId xmlns:a16="http://schemas.microsoft.com/office/drawing/2014/main" id="{FA32D545-3E69-3FA0-6879-8CA06DE66846}"/>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0244" name="Rectangle 4">
            <a:extLst>
              <a:ext uri="{FF2B5EF4-FFF2-40B4-BE49-F238E27FC236}">
                <a16:creationId xmlns:a16="http://schemas.microsoft.com/office/drawing/2014/main" id="{2AEE482F-1532-F64A-5D85-166592033D9E}"/>
              </a:ext>
            </a:extLst>
          </p:cNvPr>
          <p:cNvSpPr>
            <a:spLocks noChangeArrowheads="1"/>
          </p:cNvSpPr>
          <p:nvPr/>
        </p:nvSpPr>
        <p:spPr bwMode="auto">
          <a:xfrm>
            <a:off x="66675" y="1165225"/>
            <a:ext cx="431800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xString(13:SubStrSize).</a:t>
            </a:r>
          </a:p>
        </p:txBody>
      </p:sp>
      <p:sp>
        <p:nvSpPr>
          <p:cNvPr id="10245" name="Rectangle 5">
            <a:extLst>
              <a:ext uri="{FF2B5EF4-FFF2-40B4-BE49-F238E27FC236}">
                <a16:creationId xmlns:a16="http://schemas.microsoft.com/office/drawing/2014/main" id="{1E7D66FB-60D9-4B6B-C847-C52A4E287E11}"/>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0246" name="Line 6">
            <a:extLst>
              <a:ext uri="{FF2B5EF4-FFF2-40B4-BE49-F238E27FC236}">
                <a16:creationId xmlns:a16="http://schemas.microsoft.com/office/drawing/2014/main" id="{2B3162C6-F1F5-BA53-74E8-2FA439EBD9BE}"/>
              </a:ext>
            </a:extLst>
          </p:cNvPr>
          <p:cNvSpPr>
            <a:spLocks noChangeShapeType="1"/>
          </p:cNvSpPr>
          <p:nvPr/>
        </p:nvSpPr>
        <p:spPr bwMode="auto">
          <a:xfrm>
            <a:off x="1524000" y="35242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247" name="Line 7">
            <a:extLst>
              <a:ext uri="{FF2B5EF4-FFF2-40B4-BE49-F238E27FC236}">
                <a16:creationId xmlns:a16="http://schemas.microsoft.com/office/drawing/2014/main" id="{73D29C4D-5643-8240-E2B6-489C3B9B271F}"/>
              </a:ext>
            </a:extLst>
          </p:cNvPr>
          <p:cNvSpPr>
            <a:spLocks noChangeShapeType="1"/>
          </p:cNvSpPr>
          <p:nvPr/>
        </p:nvSpPr>
        <p:spPr bwMode="auto">
          <a:xfrm>
            <a:off x="1533525" y="638175"/>
            <a:ext cx="1476375"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248" name="Rectangle 8">
            <a:extLst>
              <a:ext uri="{FF2B5EF4-FFF2-40B4-BE49-F238E27FC236}">
                <a16:creationId xmlns:a16="http://schemas.microsoft.com/office/drawing/2014/main" id="{ECD0D6EB-541C-FF4B-3F53-F59CE6511CF9}"/>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0249" name="Line 9">
            <a:extLst>
              <a:ext uri="{FF2B5EF4-FFF2-40B4-BE49-F238E27FC236}">
                <a16:creationId xmlns:a16="http://schemas.microsoft.com/office/drawing/2014/main" id="{478042FC-D20A-A2A9-2E35-F3C491C4DF6B}"/>
              </a:ext>
            </a:extLst>
          </p:cNvPr>
          <p:cNvSpPr>
            <a:spLocks noChangeShapeType="1"/>
          </p:cNvSpPr>
          <p:nvPr/>
        </p:nvSpPr>
        <p:spPr bwMode="auto">
          <a:xfrm flipH="1" flipV="1">
            <a:off x="2495550" y="666750"/>
            <a:ext cx="323850" cy="55245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250" name="Rectangle 10">
            <a:extLst>
              <a:ext uri="{FF2B5EF4-FFF2-40B4-BE49-F238E27FC236}">
                <a16:creationId xmlns:a16="http://schemas.microsoft.com/office/drawing/2014/main" id="{DB0B3562-3C0A-1A98-B39B-471127E644E0}"/>
              </a:ext>
            </a:extLst>
          </p:cNvPr>
          <p:cNvSpPr>
            <a:spLocks noChangeArrowheads="1"/>
          </p:cNvSpPr>
          <p:nvPr/>
        </p:nvSpPr>
        <p:spPr bwMode="auto">
          <a:xfrm>
            <a:off x="2908300" y="1135063"/>
            <a:ext cx="325438"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000" b="1">
                <a:solidFill>
                  <a:srgbClr val="FF3300"/>
                </a:solidFill>
                <a:latin typeface="Arial" panose="020B0604020202020204" pitchFamily="34" charset="0"/>
              </a:rPr>
              <a:t>12</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A3694221-A142-D0AB-5C00-DA2CC1725FBF}"/>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t>
            </a:r>
            <a:r>
              <a:rPr lang="en-US" altLang="en-US" sz="1600" b="1">
                <a:solidFill>
                  <a:srgbClr val="FF3300"/>
                </a:solidFill>
                <a:effectLst>
                  <a:outerShdw blurRad="38100" dist="38100" dir="2700000" algn="tl">
                    <a:srgbClr val="000000"/>
                  </a:outerShdw>
                </a:effectLst>
                <a:latin typeface="Courier New" panose="02070309020205020404" pitchFamily="49" charset="0"/>
              </a:rPr>
              <a:t>alphanumeric</a:t>
            </a:r>
            <a:r>
              <a:rPr lang="en-US" altLang="en-US" sz="1600" b="1">
                <a:latin typeface="Courier New" panose="02070309020205020404" pitchFamily="49" charset="0"/>
              </a:rPr>
              <a:t>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1267" name="Rectangle 3">
            <a:extLst>
              <a:ext uri="{FF2B5EF4-FFF2-40B4-BE49-F238E27FC236}">
                <a16:creationId xmlns:a16="http://schemas.microsoft.com/office/drawing/2014/main" id="{624B04BC-E9C2-D23B-4080-51425F5B9659}"/>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1268" name="Rectangle 4">
            <a:extLst>
              <a:ext uri="{FF2B5EF4-FFF2-40B4-BE49-F238E27FC236}">
                <a16:creationId xmlns:a16="http://schemas.microsoft.com/office/drawing/2014/main" id="{1ABA3AAC-B6F3-1132-7B45-CB63471091A6}"/>
              </a:ext>
            </a:extLst>
          </p:cNvPr>
          <p:cNvSpPr>
            <a:spLocks noChangeArrowheads="1"/>
          </p:cNvSpPr>
          <p:nvPr/>
        </p:nvSpPr>
        <p:spPr bwMode="auto">
          <a:xfrm>
            <a:off x="66675" y="1165225"/>
            <a:ext cx="431800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xString(13:SubStrSize).</a:t>
            </a:r>
          </a:p>
        </p:txBody>
      </p:sp>
      <p:sp>
        <p:nvSpPr>
          <p:cNvPr id="11269" name="Rectangle 5">
            <a:extLst>
              <a:ext uri="{FF2B5EF4-FFF2-40B4-BE49-F238E27FC236}">
                <a16:creationId xmlns:a16="http://schemas.microsoft.com/office/drawing/2014/main" id="{30BBB992-030F-455C-5CAA-5E1B0282A455}"/>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1270" name="Rectangle 6">
            <a:extLst>
              <a:ext uri="{FF2B5EF4-FFF2-40B4-BE49-F238E27FC236}">
                <a16:creationId xmlns:a16="http://schemas.microsoft.com/office/drawing/2014/main" id="{B0CEFD6D-7D51-4366-704B-8540DFDF3A1D}"/>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r>
              <a:rPr lang="en-US" altLang="en-US" sz="1800" b="1">
                <a:solidFill>
                  <a:srgbClr val="009900"/>
                </a:solidFill>
                <a:effectLst>
                  <a:outerShdw blurRad="38100" dist="38100" dir="2700000" algn="tl">
                    <a:srgbClr val="000000"/>
                  </a:outerShdw>
                </a:effectLst>
                <a:latin typeface="Arial" panose="020B0604020202020204" pitchFamily="34" charset="0"/>
              </a:rPr>
              <a:t>alphanumeric</a:t>
            </a:r>
          </a:p>
        </p:txBody>
      </p:sp>
      <p:sp>
        <p:nvSpPr>
          <p:cNvPr id="11271" name="Line 7">
            <a:extLst>
              <a:ext uri="{FF2B5EF4-FFF2-40B4-BE49-F238E27FC236}">
                <a16:creationId xmlns:a16="http://schemas.microsoft.com/office/drawing/2014/main" id="{699FA918-F4C1-4849-F827-63F736F555F5}"/>
              </a:ext>
            </a:extLst>
          </p:cNvPr>
          <p:cNvSpPr>
            <a:spLocks noChangeShapeType="1"/>
          </p:cNvSpPr>
          <p:nvPr/>
        </p:nvSpPr>
        <p:spPr bwMode="auto">
          <a:xfrm>
            <a:off x="1400175" y="1485900"/>
            <a:ext cx="0" cy="857250"/>
          </a:xfrm>
          <a:prstGeom prst="line">
            <a:avLst/>
          </a:prstGeom>
          <a:noFill/>
          <a:ln w="12700">
            <a:solidFill>
              <a:schemeClr val="tx1"/>
            </a:solidFill>
            <a:round/>
            <a:headEnd type="none" w="sm" len="sm"/>
            <a:tailEnd type="stealth" w="med" len="med"/>
          </a:ln>
          <a:effectLst>
            <a:outerShdw dist="28398" dir="1593903" algn="ctr" rotWithShape="0">
              <a:schemeClr val="bg2">
                <a:alpha val="50000"/>
              </a:schemeClr>
            </a:outerShdw>
          </a:effectLst>
          <a:extLst>
            <a:ext uri="{909E8E84-426E-40DD-AFC4-6F175D3DCCD1}">
              <a14:hiddenFill xmlns:a14="http://schemas.microsoft.com/office/drawing/2010/main">
                <a:noFill/>
              </a14:hiddenFill>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38971F3F-FDAB-3115-38BB-D4E09E836C6B}"/>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2291" name="Rectangle 3">
            <a:extLst>
              <a:ext uri="{FF2B5EF4-FFF2-40B4-BE49-F238E27FC236}">
                <a16:creationId xmlns:a16="http://schemas.microsoft.com/office/drawing/2014/main" id="{3C73E3B6-A594-7A78-7739-7AB278AAF647}"/>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2292" name="Rectangle 4">
            <a:extLst>
              <a:ext uri="{FF2B5EF4-FFF2-40B4-BE49-F238E27FC236}">
                <a16:creationId xmlns:a16="http://schemas.microsoft.com/office/drawing/2014/main" id="{AC6DD1E4-817F-5FBA-C1EE-CC93941E4D58}"/>
              </a:ext>
            </a:extLst>
          </p:cNvPr>
          <p:cNvSpPr>
            <a:spLocks noChangeArrowheads="1"/>
          </p:cNvSpPr>
          <p:nvPr/>
        </p:nvSpPr>
        <p:spPr bwMode="auto">
          <a:xfrm>
            <a:off x="66675" y="1165225"/>
            <a:ext cx="34512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xString(StartPos:).</a:t>
            </a:r>
          </a:p>
        </p:txBody>
      </p:sp>
      <p:sp>
        <p:nvSpPr>
          <p:cNvPr id="12293" name="Rectangle 5">
            <a:extLst>
              <a:ext uri="{FF2B5EF4-FFF2-40B4-BE49-F238E27FC236}">
                <a16:creationId xmlns:a16="http://schemas.microsoft.com/office/drawing/2014/main" id="{1032C1E7-660D-34C3-3F55-F61C476E48DE}"/>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xString</a:t>
            </a:r>
          </a:p>
        </p:txBody>
      </p:sp>
      <p:sp>
        <p:nvSpPr>
          <p:cNvPr id="12294" name="Rectangle 6">
            <a:extLst>
              <a:ext uri="{FF2B5EF4-FFF2-40B4-BE49-F238E27FC236}">
                <a16:creationId xmlns:a16="http://schemas.microsoft.com/office/drawing/2014/main" id="{11EC01FD-E066-521F-0FCD-2E7991ACE96B}"/>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2295" name="Rectangle 7">
            <a:extLst>
              <a:ext uri="{FF2B5EF4-FFF2-40B4-BE49-F238E27FC236}">
                <a16:creationId xmlns:a16="http://schemas.microsoft.com/office/drawing/2014/main" id="{3F79FA2E-C94B-FE6D-C3D2-04CF46D34F6C}"/>
              </a:ext>
            </a:extLst>
          </p:cNvPr>
          <p:cNvSpPr>
            <a:spLocks noChangeArrowheads="1"/>
          </p:cNvSpPr>
          <p:nvPr/>
        </p:nvSpPr>
        <p:spPr bwMode="auto">
          <a:xfrm>
            <a:off x="31750" y="2717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EG3</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F582F048-27D3-AF9F-8BE7-8E7DD1313960}"/>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3315" name="Rectangle 3">
            <a:extLst>
              <a:ext uri="{FF2B5EF4-FFF2-40B4-BE49-F238E27FC236}">
                <a16:creationId xmlns:a16="http://schemas.microsoft.com/office/drawing/2014/main" id="{900E87EB-83C6-00C2-7E3B-0E96EA1A0B08}"/>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3316" name="Rectangle 4">
            <a:extLst>
              <a:ext uri="{FF2B5EF4-FFF2-40B4-BE49-F238E27FC236}">
                <a16:creationId xmlns:a16="http://schemas.microsoft.com/office/drawing/2014/main" id="{55473D41-12EC-205C-EED8-38C0FB94D6B2}"/>
              </a:ext>
            </a:extLst>
          </p:cNvPr>
          <p:cNvSpPr>
            <a:spLocks noChangeArrowheads="1"/>
          </p:cNvSpPr>
          <p:nvPr/>
        </p:nvSpPr>
        <p:spPr bwMode="auto">
          <a:xfrm>
            <a:off x="66675" y="1165225"/>
            <a:ext cx="34512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xString(StartPos:).</a:t>
            </a:r>
          </a:p>
        </p:txBody>
      </p:sp>
      <p:sp>
        <p:nvSpPr>
          <p:cNvPr id="13317" name="Rectangle 5">
            <a:extLst>
              <a:ext uri="{FF2B5EF4-FFF2-40B4-BE49-F238E27FC236}">
                <a16:creationId xmlns:a16="http://schemas.microsoft.com/office/drawing/2014/main" id="{BB587A7C-2D9C-C0C5-36EE-F191A1F4F6CE}"/>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3318" name="Line 6">
            <a:extLst>
              <a:ext uri="{FF2B5EF4-FFF2-40B4-BE49-F238E27FC236}">
                <a16:creationId xmlns:a16="http://schemas.microsoft.com/office/drawing/2014/main" id="{97C59408-8F6B-C912-892A-77B9F0AD8689}"/>
              </a:ext>
            </a:extLst>
          </p:cNvPr>
          <p:cNvSpPr>
            <a:spLocks noChangeShapeType="1"/>
          </p:cNvSpPr>
          <p:nvPr/>
        </p:nvSpPr>
        <p:spPr bwMode="auto">
          <a:xfrm>
            <a:off x="2133600" y="35242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319" name="Rectangle 7">
            <a:extLst>
              <a:ext uri="{FF2B5EF4-FFF2-40B4-BE49-F238E27FC236}">
                <a16:creationId xmlns:a16="http://schemas.microsoft.com/office/drawing/2014/main" id="{ED307EB9-CD06-FBD2-7B3B-4221BA78F7A0}"/>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3320" name="Line 8">
            <a:extLst>
              <a:ext uri="{FF2B5EF4-FFF2-40B4-BE49-F238E27FC236}">
                <a16:creationId xmlns:a16="http://schemas.microsoft.com/office/drawing/2014/main" id="{429F1D03-39C8-F416-9C20-756BD9B6D5B7}"/>
              </a:ext>
            </a:extLst>
          </p:cNvPr>
          <p:cNvSpPr>
            <a:spLocks noChangeShapeType="1"/>
          </p:cNvSpPr>
          <p:nvPr/>
        </p:nvSpPr>
        <p:spPr bwMode="auto">
          <a:xfrm flipH="1" flipV="1">
            <a:off x="2219325" y="752475"/>
            <a:ext cx="266700" cy="42862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321" name="Rectangle 9">
            <a:extLst>
              <a:ext uri="{FF2B5EF4-FFF2-40B4-BE49-F238E27FC236}">
                <a16:creationId xmlns:a16="http://schemas.microsoft.com/office/drawing/2014/main" id="{4247205A-ED6D-C690-07C8-E277C7ED2AEA}"/>
              </a:ext>
            </a:extLst>
          </p:cNvPr>
          <p:cNvSpPr>
            <a:spLocks noChangeArrowheads="1"/>
          </p:cNvSpPr>
          <p:nvPr/>
        </p:nvSpPr>
        <p:spPr bwMode="auto">
          <a:xfrm>
            <a:off x="2355850" y="1125538"/>
            <a:ext cx="325438"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000" b="1">
                <a:solidFill>
                  <a:srgbClr val="FF3300"/>
                </a:solidFill>
                <a:latin typeface="Arial" panose="020B0604020202020204" pitchFamily="34" charset="0"/>
              </a:rPr>
              <a:t>18</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C0ACC5DC-CFFE-9DF9-5790-67927B5CEE9C}"/>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a:t>
            </a:r>
            <a:r>
              <a:rPr lang="en-US" altLang="en-US" sz="1600" b="1">
                <a:solidFill>
                  <a:srgbClr val="FF3300"/>
                </a:solidFill>
                <a:effectLst>
                  <a:outerShdw blurRad="38100" dist="38100" dir="2700000" algn="tl">
                    <a:srgbClr val="000000"/>
                  </a:outerShdw>
                </a:effectLst>
                <a:latin typeface="Courier New" panose="02070309020205020404" pitchFamily="49" charset="0"/>
              </a:rPr>
              <a:t>numeric</a:t>
            </a:r>
            <a:r>
              <a:rPr lang="en-US" altLang="en-US" sz="1600" b="1">
                <a:latin typeface="Courier New" panose="02070309020205020404" pitchFamily="49" charset="0"/>
              </a:rPr>
              <a:t> </a:t>
            </a:r>
            <a:r>
              <a:rPr lang="en-US" altLang="en-US" sz="1600" b="1">
                <a:solidFill>
                  <a:srgbClr val="FF3300"/>
                </a:solidFill>
                <a:effectLst>
                  <a:outerShdw blurRad="38100" dist="38100" dir="2700000" algn="tl">
                    <a:srgbClr val="000000"/>
                  </a:outerShdw>
                </a:effectLst>
                <a:latin typeface="Courier New" panose="02070309020205020404" pitchFamily="49" charset="0"/>
              </a:rPr>
              <a:t>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4339" name="Rectangle 3">
            <a:extLst>
              <a:ext uri="{FF2B5EF4-FFF2-40B4-BE49-F238E27FC236}">
                <a16:creationId xmlns:a16="http://schemas.microsoft.com/office/drawing/2014/main" id="{1C284150-9CBB-1873-4AC4-8122161A4545}"/>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4340" name="Rectangle 4">
            <a:extLst>
              <a:ext uri="{FF2B5EF4-FFF2-40B4-BE49-F238E27FC236}">
                <a16:creationId xmlns:a16="http://schemas.microsoft.com/office/drawing/2014/main" id="{AAC0D564-58DA-A5FB-FB15-BE398719248F}"/>
              </a:ext>
            </a:extLst>
          </p:cNvPr>
          <p:cNvSpPr>
            <a:spLocks noChangeArrowheads="1"/>
          </p:cNvSpPr>
          <p:nvPr/>
        </p:nvSpPr>
        <p:spPr bwMode="auto">
          <a:xfrm>
            <a:off x="66675" y="1165225"/>
            <a:ext cx="34512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xString(StartPos:).</a:t>
            </a:r>
          </a:p>
        </p:txBody>
      </p:sp>
      <p:sp>
        <p:nvSpPr>
          <p:cNvPr id="14341" name="Rectangle 5">
            <a:extLst>
              <a:ext uri="{FF2B5EF4-FFF2-40B4-BE49-F238E27FC236}">
                <a16:creationId xmlns:a16="http://schemas.microsoft.com/office/drawing/2014/main" id="{1E2B486B-BF90-053D-3639-BC05E1E74963}"/>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4342" name="Line 6">
            <a:extLst>
              <a:ext uri="{FF2B5EF4-FFF2-40B4-BE49-F238E27FC236}">
                <a16:creationId xmlns:a16="http://schemas.microsoft.com/office/drawing/2014/main" id="{9AD003F7-BEB4-37EC-FA46-01D33F72741A}"/>
              </a:ext>
            </a:extLst>
          </p:cNvPr>
          <p:cNvSpPr>
            <a:spLocks noChangeShapeType="1"/>
          </p:cNvSpPr>
          <p:nvPr/>
        </p:nvSpPr>
        <p:spPr bwMode="auto">
          <a:xfrm>
            <a:off x="2133600" y="35242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4343" name="Line 7">
            <a:extLst>
              <a:ext uri="{FF2B5EF4-FFF2-40B4-BE49-F238E27FC236}">
                <a16:creationId xmlns:a16="http://schemas.microsoft.com/office/drawing/2014/main" id="{483BD836-128A-E5A9-FCB1-4CD92D86E255}"/>
              </a:ext>
            </a:extLst>
          </p:cNvPr>
          <p:cNvSpPr>
            <a:spLocks noChangeShapeType="1"/>
          </p:cNvSpPr>
          <p:nvPr/>
        </p:nvSpPr>
        <p:spPr bwMode="auto">
          <a:xfrm>
            <a:off x="2133600" y="628650"/>
            <a:ext cx="2581275"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4344" name="Rectangle 8">
            <a:extLst>
              <a:ext uri="{FF2B5EF4-FFF2-40B4-BE49-F238E27FC236}">
                <a16:creationId xmlns:a16="http://schemas.microsoft.com/office/drawing/2014/main" id="{90269B65-BF88-C7B5-7339-1D530B3BF49B}"/>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4345" name="Line 9">
            <a:extLst>
              <a:ext uri="{FF2B5EF4-FFF2-40B4-BE49-F238E27FC236}">
                <a16:creationId xmlns:a16="http://schemas.microsoft.com/office/drawing/2014/main" id="{56DDF682-122F-F6E2-8F3B-2538EC928BCE}"/>
              </a:ext>
            </a:extLst>
          </p:cNvPr>
          <p:cNvSpPr>
            <a:spLocks noChangeShapeType="1"/>
          </p:cNvSpPr>
          <p:nvPr/>
        </p:nvSpPr>
        <p:spPr bwMode="auto">
          <a:xfrm flipV="1">
            <a:off x="3133725" y="685800"/>
            <a:ext cx="0" cy="64770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4346" name="Rectangle 10">
            <a:extLst>
              <a:ext uri="{FF2B5EF4-FFF2-40B4-BE49-F238E27FC236}">
                <a16:creationId xmlns:a16="http://schemas.microsoft.com/office/drawing/2014/main" id="{C5A43639-8702-864C-F5C5-7680BC183F8B}"/>
              </a:ext>
            </a:extLst>
          </p:cNvPr>
          <p:cNvSpPr>
            <a:spLocks noChangeArrowheads="1"/>
          </p:cNvSpPr>
          <p:nvPr/>
        </p:nvSpPr>
        <p:spPr bwMode="auto">
          <a:xfrm>
            <a:off x="2746375" y="871538"/>
            <a:ext cx="836613" cy="21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800"/>
              <a:t>To end of string</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C878A32B-BB42-7290-6920-DF5A7B60B19F}"/>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a:t>
            </a:r>
            <a:r>
              <a:rPr lang="en-US" altLang="en-US" sz="1600" b="1">
                <a:solidFill>
                  <a:srgbClr val="FF3300"/>
                </a:solidFill>
                <a:effectLst>
                  <a:outerShdw blurRad="38100" dist="38100" dir="2700000" algn="tl">
                    <a:srgbClr val="000000"/>
                  </a:outerShdw>
                </a:effectLst>
                <a:latin typeface="Courier New" panose="02070309020205020404" pitchFamily="49" charset="0"/>
              </a:rPr>
              <a:t>numeric</a:t>
            </a:r>
            <a:r>
              <a:rPr lang="en-US" altLang="en-US" sz="1600" b="1">
                <a:latin typeface="Courier New" panose="02070309020205020404" pitchFamily="49" charset="0"/>
              </a:rPr>
              <a:t> </a:t>
            </a:r>
            <a:r>
              <a:rPr lang="en-US" altLang="en-US" sz="1600" b="1">
                <a:solidFill>
                  <a:srgbClr val="FF3300"/>
                </a:solidFill>
                <a:effectLst>
                  <a:outerShdw blurRad="38100" dist="38100" dir="2700000" algn="tl">
                    <a:srgbClr val="000000"/>
                  </a:outerShdw>
                </a:effectLst>
                <a:latin typeface="Courier New" panose="02070309020205020404" pitchFamily="49" charset="0"/>
              </a:rPr>
              <a:t>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5363" name="Rectangle 3">
            <a:extLst>
              <a:ext uri="{FF2B5EF4-FFF2-40B4-BE49-F238E27FC236}">
                <a16:creationId xmlns:a16="http://schemas.microsoft.com/office/drawing/2014/main" id="{D2BCFDB4-4A5A-D221-9610-5A4E360055F7}"/>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5364" name="Rectangle 4">
            <a:extLst>
              <a:ext uri="{FF2B5EF4-FFF2-40B4-BE49-F238E27FC236}">
                <a16:creationId xmlns:a16="http://schemas.microsoft.com/office/drawing/2014/main" id="{5455EF38-5F7B-DCCF-91EB-1BF3BCE984A4}"/>
              </a:ext>
            </a:extLst>
          </p:cNvPr>
          <p:cNvSpPr>
            <a:spLocks noChangeArrowheads="1"/>
          </p:cNvSpPr>
          <p:nvPr/>
        </p:nvSpPr>
        <p:spPr bwMode="auto">
          <a:xfrm>
            <a:off x="66675" y="1165225"/>
            <a:ext cx="34512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xString(StartPos:).</a:t>
            </a:r>
          </a:p>
        </p:txBody>
      </p:sp>
      <p:sp>
        <p:nvSpPr>
          <p:cNvPr id="15365" name="Rectangle 5">
            <a:extLst>
              <a:ext uri="{FF2B5EF4-FFF2-40B4-BE49-F238E27FC236}">
                <a16:creationId xmlns:a16="http://schemas.microsoft.com/office/drawing/2014/main" id="{D997BD1C-3BCF-7FDF-A0D2-44488030E540}"/>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5366" name="Rectangle 6">
            <a:extLst>
              <a:ext uri="{FF2B5EF4-FFF2-40B4-BE49-F238E27FC236}">
                <a16:creationId xmlns:a16="http://schemas.microsoft.com/office/drawing/2014/main" id="{D4630537-A045-3210-4FDF-D5AADCD80D10}"/>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r>
              <a:rPr lang="en-US" altLang="en-US" sz="1800" b="1">
                <a:solidFill>
                  <a:srgbClr val="009900"/>
                </a:solidFill>
                <a:effectLst>
                  <a:outerShdw blurRad="38100" dist="38100" dir="2700000" algn="tl">
                    <a:srgbClr val="000000"/>
                  </a:outerShdw>
                </a:effectLst>
                <a:latin typeface="Arial" panose="020B0604020202020204" pitchFamily="34" charset="0"/>
              </a:rPr>
              <a:t>numeric string</a:t>
            </a:r>
          </a:p>
        </p:txBody>
      </p:sp>
      <p:sp>
        <p:nvSpPr>
          <p:cNvPr id="15367" name="Line 7">
            <a:extLst>
              <a:ext uri="{FF2B5EF4-FFF2-40B4-BE49-F238E27FC236}">
                <a16:creationId xmlns:a16="http://schemas.microsoft.com/office/drawing/2014/main" id="{3CC26CC4-6218-9A53-659D-30D046D00A0F}"/>
              </a:ext>
            </a:extLst>
          </p:cNvPr>
          <p:cNvSpPr>
            <a:spLocks noChangeShapeType="1"/>
          </p:cNvSpPr>
          <p:nvPr/>
        </p:nvSpPr>
        <p:spPr bwMode="auto">
          <a:xfrm>
            <a:off x="1400175" y="1485900"/>
            <a:ext cx="0" cy="857250"/>
          </a:xfrm>
          <a:prstGeom prst="line">
            <a:avLst/>
          </a:prstGeom>
          <a:noFill/>
          <a:ln w="12700">
            <a:solidFill>
              <a:schemeClr val="tx1"/>
            </a:solidFill>
            <a:round/>
            <a:headEnd type="none" w="sm" len="sm"/>
            <a:tailEnd type="stealth" w="med" len="med"/>
          </a:ln>
          <a:effectLst>
            <a:outerShdw dist="28398" dir="1593903" algn="ctr" rotWithShape="0">
              <a:schemeClr val="bg2">
                <a:alpha val="50000"/>
              </a:schemeClr>
            </a:outerShdw>
          </a:effectLst>
          <a:extLst>
            <a:ext uri="{909E8E84-426E-40DD-AFC4-6F175D3DCCD1}">
              <a14:hiddenFill xmlns:a14="http://schemas.microsoft.com/office/drawing/2010/main">
                <a:noFill/>
              </a14:hiddenFill>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2E4A2C9D-9E54-18B1-E646-61EA2BA85288}"/>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6387" name="Rectangle 3">
            <a:extLst>
              <a:ext uri="{FF2B5EF4-FFF2-40B4-BE49-F238E27FC236}">
                <a16:creationId xmlns:a16="http://schemas.microsoft.com/office/drawing/2014/main" id="{F519E741-3C2D-8E82-0F1C-2BF5F7FC7206}"/>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6388" name="Rectangle 4">
            <a:extLst>
              <a:ext uri="{FF2B5EF4-FFF2-40B4-BE49-F238E27FC236}">
                <a16:creationId xmlns:a16="http://schemas.microsoft.com/office/drawing/2014/main" id="{C1A14EC5-FAE8-9799-054F-33A1C38AC81B}"/>
              </a:ext>
            </a:extLst>
          </p:cNvPr>
          <p:cNvSpPr>
            <a:spLocks noChangeArrowheads="1"/>
          </p:cNvSpPr>
          <p:nvPr/>
        </p:nvSpPr>
        <p:spPr bwMode="auto">
          <a:xfrm>
            <a:off x="66675" y="1165225"/>
            <a:ext cx="433705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xString(13:SubStrSize - 7).</a:t>
            </a:r>
          </a:p>
        </p:txBody>
      </p:sp>
      <p:sp>
        <p:nvSpPr>
          <p:cNvPr id="16389" name="Rectangle 5">
            <a:extLst>
              <a:ext uri="{FF2B5EF4-FFF2-40B4-BE49-F238E27FC236}">
                <a16:creationId xmlns:a16="http://schemas.microsoft.com/office/drawing/2014/main" id="{AC9FDDE1-594E-CD7E-5A01-A2A5D9F0AF86}"/>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xString</a:t>
            </a:r>
          </a:p>
        </p:txBody>
      </p:sp>
      <p:sp>
        <p:nvSpPr>
          <p:cNvPr id="16390" name="Rectangle 6">
            <a:extLst>
              <a:ext uri="{FF2B5EF4-FFF2-40B4-BE49-F238E27FC236}">
                <a16:creationId xmlns:a16="http://schemas.microsoft.com/office/drawing/2014/main" id="{93AB31B8-50A4-44EC-92DB-1943D75D9DB3}"/>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6391" name="Rectangle 7">
            <a:extLst>
              <a:ext uri="{FF2B5EF4-FFF2-40B4-BE49-F238E27FC236}">
                <a16:creationId xmlns:a16="http://schemas.microsoft.com/office/drawing/2014/main" id="{8365E1E0-6DA7-38BE-FA1D-522C23351A34}"/>
              </a:ext>
            </a:extLst>
          </p:cNvPr>
          <p:cNvSpPr>
            <a:spLocks noChangeArrowheads="1"/>
          </p:cNvSpPr>
          <p:nvPr/>
        </p:nvSpPr>
        <p:spPr bwMode="auto">
          <a:xfrm>
            <a:off x="31750" y="2717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EG4</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4560CF8B-3399-5B81-8764-4D84F285CA46}"/>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7411" name="Rectangle 3">
            <a:extLst>
              <a:ext uri="{FF2B5EF4-FFF2-40B4-BE49-F238E27FC236}">
                <a16:creationId xmlns:a16="http://schemas.microsoft.com/office/drawing/2014/main" id="{90312011-5731-649A-DC22-21880C26268E}"/>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7412" name="Rectangle 4">
            <a:extLst>
              <a:ext uri="{FF2B5EF4-FFF2-40B4-BE49-F238E27FC236}">
                <a16:creationId xmlns:a16="http://schemas.microsoft.com/office/drawing/2014/main" id="{D66E8770-BD12-F704-B1E1-3EFD58B32B2D}"/>
              </a:ext>
            </a:extLst>
          </p:cNvPr>
          <p:cNvSpPr>
            <a:spLocks noChangeArrowheads="1"/>
          </p:cNvSpPr>
          <p:nvPr/>
        </p:nvSpPr>
        <p:spPr bwMode="auto">
          <a:xfrm>
            <a:off x="66675" y="1165225"/>
            <a:ext cx="433705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xString(13:SubStrSize - 7).</a:t>
            </a:r>
          </a:p>
        </p:txBody>
      </p:sp>
      <p:sp>
        <p:nvSpPr>
          <p:cNvPr id="17413" name="Rectangle 5">
            <a:extLst>
              <a:ext uri="{FF2B5EF4-FFF2-40B4-BE49-F238E27FC236}">
                <a16:creationId xmlns:a16="http://schemas.microsoft.com/office/drawing/2014/main" id="{BCE22EC0-188F-4BBD-1BBB-097885840660}"/>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7414" name="Line 6">
            <a:extLst>
              <a:ext uri="{FF2B5EF4-FFF2-40B4-BE49-F238E27FC236}">
                <a16:creationId xmlns:a16="http://schemas.microsoft.com/office/drawing/2014/main" id="{756FEDB9-AFED-6566-B235-AFF86C499242}"/>
              </a:ext>
            </a:extLst>
          </p:cNvPr>
          <p:cNvSpPr>
            <a:spLocks noChangeShapeType="1"/>
          </p:cNvSpPr>
          <p:nvPr/>
        </p:nvSpPr>
        <p:spPr bwMode="auto">
          <a:xfrm>
            <a:off x="1514475" y="35242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415" name="Rectangle 7">
            <a:extLst>
              <a:ext uri="{FF2B5EF4-FFF2-40B4-BE49-F238E27FC236}">
                <a16:creationId xmlns:a16="http://schemas.microsoft.com/office/drawing/2014/main" id="{3F0DF326-EE5C-35BD-F73A-CF31854CBED0}"/>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7416" name="Line 8">
            <a:extLst>
              <a:ext uri="{FF2B5EF4-FFF2-40B4-BE49-F238E27FC236}">
                <a16:creationId xmlns:a16="http://schemas.microsoft.com/office/drawing/2014/main" id="{2A0C27D1-A150-383E-A9D5-C033E59C5600}"/>
              </a:ext>
            </a:extLst>
          </p:cNvPr>
          <p:cNvSpPr>
            <a:spLocks noChangeShapeType="1"/>
          </p:cNvSpPr>
          <p:nvPr/>
        </p:nvSpPr>
        <p:spPr bwMode="auto">
          <a:xfrm flipH="1" flipV="1">
            <a:off x="1581150" y="742950"/>
            <a:ext cx="514350" cy="51435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84B8FDB0-5DAE-8EED-B3E9-806F8C93407A}"/>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t>
            </a:r>
            <a:r>
              <a:rPr lang="en-US" altLang="en-US" sz="1600" b="1">
                <a:solidFill>
                  <a:srgbClr val="FF3300"/>
                </a:solidFill>
                <a:effectLst>
                  <a:outerShdw blurRad="38100" dist="38100" dir="2700000" algn="tl">
                    <a:srgbClr val="000000"/>
                  </a:outerShdw>
                </a:effectLst>
                <a:latin typeface="Courier New" panose="02070309020205020404" pitchFamily="49" charset="0"/>
              </a:rPr>
              <a:t>alpha</a:t>
            </a:r>
            <a:r>
              <a:rPr lang="en-US" altLang="en-US" sz="1600" b="1">
                <a:latin typeface="Courier New" panose="02070309020205020404" pitchFamily="49" charset="0"/>
              </a:rPr>
              <a:t>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8435" name="Rectangle 3">
            <a:extLst>
              <a:ext uri="{FF2B5EF4-FFF2-40B4-BE49-F238E27FC236}">
                <a16:creationId xmlns:a16="http://schemas.microsoft.com/office/drawing/2014/main" id="{65BFF90B-58A7-8EA0-E0D3-B71EE63BD69F}"/>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8436" name="Rectangle 4">
            <a:extLst>
              <a:ext uri="{FF2B5EF4-FFF2-40B4-BE49-F238E27FC236}">
                <a16:creationId xmlns:a16="http://schemas.microsoft.com/office/drawing/2014/main" id="{6D967084-E9B3-62C6-0F9C-2CE2C6021B93}"/>
              </a:ext>
            </a:extLst>
          </p:cNvPr>
          <p:cNvSpPr>
            <a:spLocks noChangeArrowheads="1"/>
          </p:cNvSpPr>
          <p:nvPr/>
        </p:nvSpPr>
        <p:spPr bwMode="auto">
          <a:xfrm>
            <a:off x="66675" y="1165225"/>
            <a:ext cx="433705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xString(13:SubStrSize - 7).</a:t>
            </a:r>
          </a:p>
        </p:txBody>
      </p:sp>
      <p:sp>
        <p:nvSpPr>
          <p:cNvPr id="18437" name="Rectangle 5">
            <a:extLst>
              <a:ext uri="{FF2B5EF4-FFF2-40B4-BE49-F238E27FC236}">
                <a16:creationId xmlns:a16="http://schemas.microsoft.com/office/drawing/2014/main" id="{EDB934BA-77B6-2AA9-0F9E-180CBF923C33}"/>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8438" name="Line 6">
            <a:extLst>
              <a:ext uri="{FF2B5EF4-FFF2-40B4-BE49-F238E27FC236}">
                <a16:creationId xmlns:a16="http://schemas.microsoft.com/office/drawing/2014/main" id="{674FE7DC-3F89-345F-E452-3AE97A8D4212}"/>
              </a:ext>
            </a:extLst>
          </p:cNvPr>
          <p:cNvSpPr>
            <a:spLocks noChangeShapeType="1"/>
          </p:cNvSpPr>
          <p:nvPr/>
        </p:nvSpPr>
        <p:spPr bwMode="auto">
          <a:xfrm>
            <a:off x="1514475" y="35242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439" name="Line 7">
            <a:extLst>
              <a:ext uri="{FF2B5EF4-FFF2-40B4-BE49-F238E27FC236}">
                <a16:creationId xmlns:a16="http://schemas.microsoft.com/office/drawing/2014/main" id="{7A4DCAF5-FBE4-DF9E-0AAA-26158701EF1F}"/>
              </a:ext>
            </a:extLst>
          </p:cNvPr>
          <p:cNvSpPr>
            <a:spLocks noChangeShapeType="1"/>
          </p:cNvSpPr>
          <p:nvPr/>
        </p:nvSpPr>
        <p:spPr bwMode="auto">
          <a:xfrm>
            <a:off x="1533525" y="628650"/>
            <a:ext cx="609600"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440" name="Rectangle 8">
            <a:extLst>
              <a:ext uri="{FF2B5EF4-FFF2-40B4-BE49-F238E27FC236}">
                <a16:creationId xmlns:a16="http://schemas.microsoft.com/office/drawing/2014/main" id="{9A7D786C-56CE-AC29-7651-714DA2033EEA}"/>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18441" name="Rectangle 9">
            <a:extLst>
              <a:ext uri="{FF2B5EF4-FFF2-40B4-BE49-F238E27FC236}">
                <a16:creationId xmlns:a16="http://schemas.microsoft.com/office/drawing/2014/main" id="{913B2927-371E-68AC-F61B-40C0E43416BC}"/>
              </a:ext>
            </a:extLst>
          </p:cNvPr>
          <p:cNvSpPr>
            <a:spLocks noChangeArrowheads="1"/>
          </p:cNvSpPr>
          <p:nvPr/>
        </p:nvSpPr>
        <p:spPr bwMode="auto">
          <a:xfrm>
            <a:off x="2946400" y="1135063"/>
            <a:ext cx="325438"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000" b="1">
                <a:solidFill>
                  <a:srgbClr val="FF3300"/>
                </a:solidFill>
                <a:latin typeface="Arial" panose="020B0604020202020204" pitchFamily="34" charset="0"/>
              </a:rPr>
              <a:t>12</a:t>
            </a:r>
          </a:p>
        </p:txBody>
      </p:sp>
      <p:sp>
        <p:nvSpPr>
          <p:cNvPr id="18442" name="Line 10">
            <a:extLst>
              <a:ext uri="{FF2B5EF4-FFF2-40B4-BE49-F238E27FC236}">
                <a16:creationId xmlns:a16="http://schemas.microsoft.com/office/drawing/2014/main" id="{9B402020-FDC3-260B-FCCD-325F7FB1E563}"/>
              </a:ext>
            </a:extLst>
          </p:cNvPr>
          <p:cNvSpPr>
            <a:spLocks noChangeShapeType="1"/>
          </p:cNvSpPr>
          <p:nvPr/>
        </p:nvSpPr>
        <p:spPr bwMode="auto">
          <a:xfrm flipH="1" flipV="1">
            <a:off x="1866900" y="666750"/>
            <a:ext cx="1638300" cy="56197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70B3E4E1-60B7-68BC-B030-EB49CF61B153}"/>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t>
            </a:r>
            <a:r>
              <a:rPr lang="en-US" altLang="en-US" sz="1600" b="1">
                <a:solidFill>
                  <a:srgbClr val="FF3300"/>
                </a:solidFill>
                <a:effectLst>
                  <a:outerShdw blurRad="38100" dist="38100" dir="2700000" algn="tl">
                    <a:srgbClr val="000000"/>
                  </a:outerShdw>
                </a:effectLst>
                <a:latin typeface="Courier New" panose="02070309020205020404" pitchFamily="49" charset="0"/>
              </a:rPr>
              <a:t>alpha</a:t>
            </a:r>
            <a:r>
              <a:rPr lang="en-US" altLang="en-US" sz="1600" b="1">
                <a:latin typeface="Courier New" panose="02070309020205020404" pitchFamily="49" charset="0"/>
              </a:rPr>
              <a:t>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19459" name="Rectangle 3">
            <a:extLst>
              <a:ext uri="{FF2B5EF4-FFF2-40B4-BE49-F238E27FC236}">
                <a16:creationId xmlns:a16="http://schemas.microsoft.com/office/drawing/2014/main" id="{B7991356-1BAD-1E36-283A-A3AA41221FB3}"/>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19460" name="Rectangle 4">
            <a:extLst>
              <a:ext uri="{FF2B5EF4-FFF2-40B4-BE49-F238E27FC236}">
                <a16:creationId xmlns:a16="http://schemas.microsoft.com/office/drawing/2014/main" id="{F0D3A117-56A6-22D8-64FC-8478AC6FE65B}"/>
              </a:ext>
            </a:extLst>
          </p:cNvPr>
          <p:cNvSpPr>
            <a:spLocks noChangeArrowheads="1"/>
          </p:cNvSpPr>
          <p:nvPr/>
        </p:nvSpPr>
        <p:spPr bwMode="auto">
          <a:xfrm>
            <a:off x="66675" y="1165225"/>
            <a:ext cx="4337050"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xString(13:SubStrSize - 7).</a:t>
            </a:r>
          </a:p>
        </p:txBody>
      </p:sp>
      <p:sp>
        <p:nvSpPr>
          <p:cNvPr id="19461" name="Rectangle 5">
            <a:extLst>
              <a:ext uri="{FF2B5EF4-FFF2-40B4-BE49-F238E27FC236}">
                <a16:creationId xmlns:a16="http://schemas.microsoft.com/office/drawing/2014/main" id="{8140BDD5-2137-2105-F48C-C58DCAA8A24B}"/>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19462" name="Rectangle 6">
            <a:extLst>
              <a:ext uri="{FF2B5EF4-FFF2-40B4-BE49-F238E27FC236}">
                <a16:creationId xmlns:a16="http://schemas.microsoft.com/office/drawing/2014/main" id="{26111161-830D-87F5-7088-755A40026828}"/>
              </a:ext>
            </a:extLst>
          </p:cNvPr>
          <p:cNvSpPr>
            <a:spLocks noChangeArrowheads="1"/>
          </p:cNvSpPr>
          <p:nvPr/>
        </p:nvSpPr>
        <p:spPr bwMode="auto">
          <a:xfrm>
            <a:off x="1200150" y="2179638"/>
            <a:ext cx="333375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r>
              <a:rPr lang="en-US" altLang="en-US" sz="1800" b="1">
                <a:solidFill>
                  <a:srgbClr val="009900"/>
                </a:solidFill>
                <a:effectLst>
                  <a:outerShdw blurRad="38100" dist="38100" dir="2700000" algn="tl">
                    <a:srgbClr val="000000"/>
                  </a:outerShdw>
                </a:effectLst>
                <a:latin typeface="Arial" panose="020B0604020202020204" pitchFamily="34" charset="0"/>
              </a:rPr>
              <a:t>alpha</a:t>
            </a:r>
          </a:p>
        </p:txBody>
      </p:sp>
      <p:sp>
        <p:nvSpPr>
          <p:cNvPr id="19463" name="Line 7">
            <a:extLst>
              <a:ext uri="{FF2B5EF4-FFF2-40B4-BE49-F238E27FC236}">
                <a16:creationId xmlns:a16="http://schemas.microsoft.com/office/drawing/2014/main" id="{013F2B0B-A522-08A3-2352-7E1527D6C1D3}"/>
              </a:ext>
            </a:extLst>
          </p:cNvPr>
          <p:cNvSpPr>
            <a:spLocks noChangeShapeType="1"/>
          </p:cNvSpPr>
          <p:nvPr/>
        </p:nvSpPr>
        <p:spPr bwMode="auto">
          <a:xfrm>
            <a:off x="1400175" y="1485900"/>
            <a:ext cx="0" cy="857250"/>
          </a:xfrm>
          <a:prstGeom prst="line">
            <a:avLst/>
          </a:prstGeom>
          <a:noFill/>
          <a:ln w="12700">
            <a:solidFill>
              <a:schemeClr val="tx1"/>
            </a:solidFill>
            <a:round/>
            <a:headEnd type="none" w="sm" len="sm"/>
            <a:tailEnd type="stealth" w="med" len="med"/>
          </a:ln>
          <a:effectLst>
            <a:outerShdw dist="28398" dir="1593903" algn="ctr" rotWithShape="0">
              <a:schemeClr val="bg2">
                <a:alpha val="50000"/>
              </a:schemeClr>
            </a:outerShdw>
          </a:effectLst>
          <a:extLst>
            <a:ext uri="{909E8E84-426E-40DD-AFC4-6F175D3DCCD1}">
              <a14:hiddenFill xmlns:a14="http://schemas.microsoft.com/office/drawing/2010/main">
                <a:noFill/>
              </a14:hiddenFill>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a:extLst>
              <a:ext uri="{FF2B5EF4-FFF2-40B4-BE49-F238E27FC236}">
                <a16:creationId xmlns:a16="http://schemas.microsoft.com/office/drawing/2014/main" id="{B8B7BB0B-8E52-2BBC-004F-BE76ED6E1FEF}"/>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0483" name="Rectangle 3">
            <a:extLst>
              <a:ext uri="{FF2B5EF4-FFF2-40B4-BE49-F238E27FC236}">
                <a16:creationId xmlns:a16="http://schemas.microsoft.com/office/drawing/2014/main" id="{7A146B53-69B7-3885-7580-31947A7623D7}"/>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20484" name="Rectangle 4">
            <a:extLst>
              <a:ext uri="{FF2B5EF4-FFF2-40B4-BE49-F238E27FC236}">
                <a16:creationId xmlns:a16="http://schemas.microsoft.com/office/drawing/2014/main" id="{9371B7AA-F943-04FD-28D2-CCAAEED57276}"/>
              </a:ext>
            </a:extLst>
          </p:cNvPr>
          <p:cNvSpPr>
            <a:spLocks noChangeArrowheads="1"/>
          </p:cNvSpPr>
          <p:nvPr/>
        </p:nvSpPr>
        <p:spPr bwMode="auto">
          <a:xfrm>
            <a:off x="76200" y="1025525"/>
            <a:ext cx="4575175" cy="65405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MOVE "Fred was here" TO xString(18:4)</a:t>
            </a:r>
            <a:endParaRPr lang="en-US" altLang="en-US" sz="1600" b="1">
              <a:solidFill>
                <a:srgbClr val="FF3300"/>
              </a:solidFill>
              <a:effectLst>
                <a:outerShdw blurRad="38100" dist="38100" dir="2700000" algn="tl">
                  <a:srgbClr val="000000"/>
                </a:outerShdw>
              </a:effectLst>
              <a:latin typeface="Courier New" panose="02070309020205020404" pitchFamily="49" charset="0"/>
            </a:endParaRPr>
          </a:p>
          <a:p>
            <a:pPr>
              <a:lnSpc>
                <a:spcPct val="90000"/>
              </a:lnSpc>
            </a:pPr>
            <a:r>
              <a:rPr lang="en-US" altLang="en-US" sz="1600" b="1">
                <a:latin typeface="Courier New" panose="02070309020205020404" pitchFamily="49" charset="0"/>
              </a:rPr>
              <a:t>DISPLAY xString.</a:t>
            </a:r>
          </a:p>
        </p:txBody>
      </p:sp>
      <p:sp>
        <p:nvSpPr>
          <p:cNvPr id="20485" name="Rectangle 5">
            <a:extLst>
              <a:ext uri="{FF2B5EF4-FFF2-40B4-BE49-F238E27FC236}">
                <a16:creationId xmlns:a16="http://schemas.microsoft.com/office/drawing/2014/main" id="{7053B2FD-7247-EC4F-A36A-3247460A76C1}"/>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xString</a:t>
            </a:r>
          </a:p>
        </p:txBody>
      </p:sp>
      <p:sp>
        <p:nvSpPr>
          <p:cNvPr id="20486" name="Rectangle 6">
            <a:extLst>
              <a:ext uri="{FF2B5EF4-FFF2-40B4-BE49-F238E27FC236}">
                <a16:creationId xmlns:a16="http://schemas.microsoft.com/office/drawing/2014/main" id="{3AD57D92-7AB2-3AF0-D925-F35F3547525F}"/>
              </a:ext>
            </a:extLst>
          </p:cNvPr>
          <p:cNvSpPr>
            <a:spLocks noChangeArrowheads="1"/>
          </p:cNvSpPr>
          <p:nvPr/>
        </p:nvSpPr>
        <p:spPr bwMode="auto">
          <a:xfrm>
            <a:off x="1200150" y="2179638"/>
            <a:ext cx="344170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0487" name="Rectangle 7">
            <a:extLst>
              <a:ext uri="{FF2B5EF4-FFF2-40B4-BE49-F238E27FC236}">
                <a16:creationId xmlns:a16="http://schemas.microsoft.com/office/drawing/2014/main" id="{D0B70F00-516F-4FCA-B15E-DA27574359CD}"/>
              </a:ext>
            </a:extLst>
          </p:cNvPr>
          <p:cNvSpPr>
            <a:spLocks noChangeArrowheads="1"/>
          </p:cNvSpPr>
          <p:nvPr/>
        </p:nvSpPr>
        <p:spPr bwMode="auto">
          <a:xfrm>
            <a:off x="31750" y="2717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EG5</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a:extLst>
              <a:ext uri="{FF2B5EF4-FFF2-40B4-BE49-F238E27FC236}">
                <a16:creationId xmlns:a16="http://schemas.microsoft.com/office/drawing/2014/main" id="{ED7AFFD8-B619-E7A7-E256-05D24E1E2D37}"/>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1507" name="Rectangle 3">
            <a:extLst>
              <a:ext uri="{FF2B5EF4-FFF2-40B4-BE49-F238E27FC236}">
                <a16:creationId xmlns:a16="http://schemas.microsoft.com/office/drawing/2014/main" id="{EE926AAD-541C-5D6D-F63B-D6E21968ADE9}"/>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21508" name="Rectangle 4">
            <a:extLst>
              <a:ext uri="{FF2B5EF4-FFF2-40B4-BE49-F238E27FC236}">
                <a16:creationId xmlns:a16="http://schemas.microsoft.com/office/drawing/2014/main" id="{AF5C7D0F-E75C-B78D-F78F-674127A9F809}"/>
              </a:ext>
            </a:extLst>
          </p:cNvPr>
          <p:cNvSpPr>
            <a:spLocks noChangeArrowheads="1"/>
          </p:cNvSpPr>
          <p:nvPr/>
        </p:nvSpPr>
        <p:spPr bwMode="auto">
          <a:xfrm>
            <a:off x="76200" y="1025525"/>
            <a:ext cx="4575175" cy="65405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MOVE "Fred was here" TO xString(18:4)</a:t>
            </a:r>
            <a:endParaRPr lang="en-US" altLang="en-US" sz="1600" b="1">
              <a:solidFill>
                <a:srgbClr val="FF3300"/>
              </a:solidFill>
              <a:effectLst>
                <a:outerShdw blurRad="38100" dist="38100" dir="2700000" algn="tl">
                  <a:srgbClr val="000000"/>
                </a:outerShdw>
              </a:effectLst>
              <a:latin typeface="Courier New" panose="02070309020205020404" pitchFamily="49" charset="0"/>
            </a:endParaRPr>
          </a:p>
          <a:p>
            <a:pPr>
              <a:lnSpc>
                <a:spcPct val="90000"/>
              </a:lnSpc>
            </a:pPr>
            <a:r>
              <a:rPr lang="en-US" altLang="en-US" sz="1600" b="1">
                <a:latin typeface="Courier New" panose="02070309020205020404" pitchFamily="49" charset="0"/>
              </a:rPr>
              <a:t>DISPLAY xString.</a:t>
            </a:r>
          </a:p>
        </p:txBody>
      </p:sp>
      <p:sp>
        <p:nvSpPr>
          <p:cNvPr id="21509" name="Rectangle 5">
            <a:extLst>
              <a:ext uri="{FF2B5EF4-FFF2-40B4-BE49-F238E27FC236}">
                <a16:creationId xmlns:a16="http://schemas.microsoft.com/office/drawing/2014/main" id="{036BCD5A-D2CD-270E-2EF6-25C57A9A248F}"/>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21510" name="Line 6">
            <a:extLst>
              <a:ext uri="{FF2B5EF4-FFF2-40B4-BE49-F238E27FC236}">
                <a16:creationId xmlns:a16="http://schemas.microsoft.com/office/drawing/2014/main" id="{1E2A6DEC-0290-D733-E364-4080DEF092AC}"/>
              </a:ext>
            </a:extLst>
          </p:cNvPr>
          <p:cNvSpPr>
            <a:spLocks noChangeShapeType="1"/>
          </p:cNvSpPr>
          <p:nvPr/>
        </p:nvSpPr>
        <p:spPr bwMode="auto">
          <a:xfrm>
            <a:off x="2133600" y="342900"/>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1511" name="Rectangle 7">
            <a:extLst>
              <a:ext uri="{FF2B5EF4-FFF2-40B4-BE49-F238E27FC236}">
                <a16:creationId xmlns:a16="http://schemas.microsoft.com/office/drawing/2014/main" id="{1CA0C8AC-122B-9C28-65F4-4877845F44D9}"/>
              </a:ext>
            </a:extLst>
          </p:cNvPr>
          <p:cNvSpPr>
            <a:spLocks noChangeArrowheads="1"/>
          </p:cNvSpPr>
          <p:nvPr/>
        </p:nvSpPr>
        <p:spPr bwMode="auto">
          <a:xfrm>
            <a:off x="1200150" y="2179638"/>
            <a:ext cx="344170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1512" name="Line 8">
            <a:extLst>
              <a:ext uri="{FF2B5EF4-FFF2-40B4-BE49-F238E27FC236}">
                <a16:creationId xmlns:a16="http://schemas.microsoft.com/office/drawing/2014/main" id="{A2073C5C-3756-CC1C-01E2-BDEDDDF44C09}"/>
              </a:ext>
            </a:extLst>
          </p:cNvPr>
          <p:cNvSpPr>
            <a:spLocks noChangeShapeType="1"/>
          </p:cNvSpPr>
          <p:nvPr/>
        </p:nvSpPr>
        <p:spPr bwMode="auto">
          <a:xfrm flipH="1" flipV="1">
            <a:off x="2219325" y="752475"/>
            <a:ext cx="1866900" cy="40957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11B2B6B9-B71A-E1FE-BAFC-D6A418240137}"/>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alphanumeric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2531" name="Rectangle 3">
            <a:extLst>
              <a:ext uri="{FF2B5EF4-FFF2-40B4-BE49-F238E27FC236}">
                <a16:creationId xmlns:a16="http://schemas.microsoft.com/office/drawing/2014/main" id="{0AAA1AC3-2476-1BA3-A39B-F1E6FB496211}"/>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22532" name="Rectangle 4">
            <a:extLst>
              <a:ext uri="{FF2B5EF4-FFF2-40B4-BE49-F238E27FC236}">
                <a16:creationId xmlns:a16="http://schemas.microsoft.com/office/drawing/2014/main" id="{1E0F2622-39B8-442A-2793-E46D91FD6E40}"/>
              </a:ext>
            </a:extLst>
          </p:cNvPr>
          <p:cNvSpPr>
            <a:spLocks noChangeArrowheads="1"/>
          </p:cNvSpPr>
          <p:nvPr/>
        </p:nvSpPr>
        <p:spPr bwMode="auto">
          <a:xfrm>
            <a:off x="76200" y="1025525"/>
            <a:ext cx="4575175" cy="65405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MOVE "Fred was here" TO xString(18:4)</a:t>
            </a:r>
            <a:endParaRPr lang="en-US" altLang="en-US" sz="1600" b="1">
              <a:solidFill>
                <a:srgbClr val="FF3300"/>
              </a:solidFill>
              <a:effectLst>
                <a:outerShdw blurRad="38100" dist="38100" dir="2700000" algn="tl">
                  <a:srgbClr val="000000"/>
                </a:outerShdw>
              </a:effectLst>
              <a:latin typeface="Courier New" panose="02070309020205020404" pitchFamily="49" charset="0"/>
            </a:endParaRPr>
          </a:p>
          <a:p>
            <a:pPr>
              <a:lnSpc>
                <a:spcPct val="90000"/>
              </a:lnSpc>
            </a:pPr>
            <a:r>
              <a:rPr lang="en-US" altLang="en-US" sz="1600" b="1">
                <a:latin typeface="Courier New" panose="02070309020205020404" pitchFamily="49" charset="0"/>
              </a:rPr>
              <a:t>DISPLAY xString.</a:t>
            </a:r>
          </a:p>
        </p:txBody>
      </p:sp>
      <p:sp>
        <p:nvSpPr>
          <p:cNvPr id="22533" name="Rectangle 5">
            <a:extLst>
              <a:ext uri="{FF2B5EF4-FFF2-40B4-BE49-F238E27FC236}">
                <a16:creationId xmlns:a16="http://schemas.microsoft.com/office/drawing/2014/main" id="{2C88F4E8-ECA0-937B-E582-34AAB1AE8061}"/>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22534" name="Line 6">
            <a:extLst>
              <a:ext uri="{FF2B5EF4-FFF2-40B4-BE49-F238E27FC236}">
                <a16:creationId xmlns:a16="http://schemas.microsoft.com/office/drawing/2014/main" id="{298A5BA7-E319-D54B-DC9A-97F030CBF83E}"/>
              </a:ext>
            </a:extLst>
          </p:cNvPr>
          <p:cNvSpPr>
            <a:spLocks noChangeShapeType="1"/>
          </p:cNvSpPr>
          <p:nvPr/>
        </p:nvSpPr>
        <p:spPr bwMode="auto">
          <a:xfrm>
            <a:off x="2133600" y="342900"/>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2535" name="Line 7">
            <a:extLst>
              <a:ext uri="{FF2B5EF4-FFF2-40B4-BE49-F238E27FC236}">
                <a16:creationId xmlns:a16="http://schemas.microsoft.com/office/drawing/2014/main" id="{0BFA28E8-7163-1B57-F10F-FE00B31EF25E}"/>
              </a:ext>
            </a:extLst>
          </p:cNvPr>
          <p:cNvSpPr>
            <a:spLocks noChangeShapeType="1"/>
          </p:cNvSpPr>
          <p:nvPr/>
        </p:nvSpPr>
        <p:spPr bwMode="auto">
          <a:xfrm>
            <a:off x="2133600" y="619125"/>
            <a:ext cx="504825"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2536" name="Rectangle 8">
            <a:extLst>
              <a:ext uri="{FF2B5EF4-FFF2-40B4-BE49-F238E27FC236}">
                <a16:creationId xmlns:a16="http://schemas.microsoft.com/office/drawing/2014/main" id="{CA9B3B6B-A03D-9439-ED1C-8FAF9ABF4B98}"/>
              </a:ext>
            </a:extLst>
          </p:cNvPr>
          <p:cNvSpPr>
            <a:spLocks noChangeArrowheads="1"/>
          </p:cNvSpPr>
          <p:nvPr/>
        </p:nvSpPr>
        <p:spPr bwMode="auto">
          <a:xfrm>
            <a:off x="1200150" y="2179638"/>
            <a:ext cx="344170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2537" name="Line 9">
            <a:extLst>
              <a:ext uri="{FF2B5EF4-FFF2-40B4-BE49-F238E27FC236}">
                <a16:creationId xmlns:a16="http://schemas.microsoft.com/office/drawing/2014/main" id="{7BE19E7D-37BB-49CA-CCF2-5D40C049A3D3}"/>
              </a:ext>
            </a:extLst>
          </p:cNvPr>
          <p:cNvSpPr>
            <a:spLocks noChangeShapeType="1"/>
          </p:cNvSpPr>
          <p:nvPr/>
        </p:nvSpPr>
        <p:spPr bwMode="auto">
          <a:xfrm flipH="1" flipV="1">
            <a:off x="2514600" y="676275"/>
            <a:ext cx="1895475" cy="45720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a:extLst>
              <a:ext uri="{FF2B5EF4-FFF2-40B4-BE49-F238E27FC236}">
                <a16:creationId xmlns:a16="http://schemas.microsoft.com/office/drawing/2014/main" id="{DD4707A9-0A40-8F67-0A12-BE04BD3C667A}"/>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a:t>
            </a:r>
            <a:r>
              <a:rPr lang="en-US" altLang="en-US" sz="1600" b="1">
                <a:solidFill>
                  <a:srgbClr val="FF3300"/>
                </a:solidFill>
                <a:effectLst>
                  <a:outerShdw blurRad="38100" dist="38100" dir="2700000" algn="tl">
                    <a:srgbClr val="000000"/>
                  </a:outerShdw>
                </a:effectLst>
                <a:latin typeface="Courier New" panose="02070309020205020404" pitchFamily="49" charset="0"/>
              </a:rPr>
              <a:t>Fred</a:t>
            </a:r>
            <a:r>
              <a:rPr lang="en-US" altLang="en-US" sz="1600" b="1">
                <a:latin typeface="Courier New" panose="02070309020205020404" pitchFamily="49" charset="0"/>
              </a:rPr>
              <a:t>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3555" name="Rectangle 3">
            <a:extLst>
              <a:ext uri="{FF2B5EF4-FFF2-40B4-BE49-F238E27FC236}">
                <a16:creationId xmlns:a16="http://schemas.microsoft.com/office/drawing/2014/main" id="{A109B7A7-0FD3-1519-9A80-990AB1124ACF}"/>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23556" name="Rectangle 4">
            <a:extLst>
              <a:ext uri="{FF2B5EF4-FFF2-40B4-BE49-F238E27FC236}">
                <a16:creationId xmlns:a16="http://schemas.microsoft.com/office/drawing/2014/main" id="{64A7BABA-B119-240D-DEAE-E87831241E5C}"/>
              </a:ext>
            </a:extLst>
          </p:cNvPr>
          <p:cNvSpPr>
            <a:spLocks noChangeArrowheads="1"/>
          </p:cNvSpPr>
          <p:nvPr/>
        </p:nvSpPr>
        <p:spPr bwMode="auto">
          <a:xfrm>
            <a:off x="76200" y="1025525"/>
            <a:ext cx="4575175" cy="65405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MOVE "Fred was here" TO xString(18:4)</a:t>
            </a:r>
          </a:p>
          <a:p>
            <a:pPr>
              <a:lnSpc>
                <a:spcPct val="90000"/>
              </a:lnSpc>
            </a:pPr>
            <a:r>
              <a:rPr lang="en-US" altLang="en-US" sz="1600" b="1">
                <a:latin typeface="Courier New" panose="02070309020205020404" pitchFamily="49" charset="0"/>
              </a:rPr>
              <a:t>DISPLAY xString.</a:t>
            </a:r>
          </a:p>
        </p:txBody>
      </p:sp>
      <p:sp>
        <p:nvSpPr>
          <p:cNvPr id="23557" name="Rectangle 5">
            <a:extLst>
              <a:ext uri="{FF2B5EF4-FFF2-40B4-BE49-F238E27FC236}">
                <a16:creationId xmlns:a16="http://schemas.microsoft.com/office/drawing/2014/main" id="{2887641A-7A2E-8119-1F94-1AD9B1E5102F}"/>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23558" name="Line 6">
            <a:extLst>
              <a:ext uri="{FF2B5EF4-FFF2-40B4-BE49-F238E27FC236}">
                <a16:creationId xmlns:a16="http://schemas.microsoft.com/office/drawing/2014/main" id="{65E63EEE-808D-4F2A-9AF3-8C5BF32305BE}"/>
              </a:ext>
            </a:extLst>
          </p:cNvPr>
          <p:cNvSpPr>
            <a:spLocks noChangeShapeType="1"/>
          </p:cNvSpPr>
          <p:nvPr/>
        </p:nvSpPr>
        <p:spPr bwMode="auto">
          <a:xfrm>
            <a:off x="2133600" y="342900"/>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3559" name="Line 7">
            <a:extLst>
              <a:ext uri="{FF2B5EF4-FFF2-40B4-BE49-F238E27FC236}">
                <a16:creationId xmlns:a16="http://schemas.microsoft.com/office/drawing/2014/main" id="{104B552D-D508-545D-1D2D-3CA427B78668}"/>
              </a:ext>
            </a:extLst>
          </p:cNvPr>
          <p:cNvSpPr>
            <a:spLocks noChangeShapeType="1"/>
          </p:cNvSpPr>
          <p:nvPr/>
        </p:nvSpPr>
        <p:spPr bwMode="auto">
          <a:xfrm>
            <a:off x="2133600" y="619125"/>
            <a:ext cx="504825"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3560" name="Rectangle 8">
            <a:extLst>
              <a:ext uri="{FF2B5EF4-FFF2-40B4-BE49-F238E27FC236}">
                <a16:creationId xmlns:a16="http://schemas.microsoft.com/office/drawing/2014/main" id="{FC46162D-2ED7-AEDD-EAAB-551E72680D0E}"/>
              </a:ext>
            </a:extLst>
          </p:cNvPr>
          <p:cNvSpPr>
            <a:spLocks noChangeArrowheads="1"/>
          </p:cNvSpPr>
          <p:nvPr/>
        </p:nvSpPr>
        <p:spPr bwMode="auto">
          <a:xfrm>
            <a:off x="1200150" y="2179638"/>
            <a:ext cx="344170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3561" name="Line 9">
            <a:extLst>
              <a:ext uri="{FF2B5EF4-FFF2-40B4-BE49-F238E27FC236}">
                <a16:creationId xmlns:a16="http://schemas.microsoft.com/office/drawing/2014/main" id="{2A1E0644-8011-325B-871D-AC4F758BE8B8}"/>
              </a:ext>
            </a:extLst>
          </p:cNvPr>
          <p:cNvSpPr>
            <a:spLocks noChangeShapeType="1"/>
          </p:cNvSpPr>
          <p:nvPr/>
        </p:nvSpPr>
        <p:spPr bwMode="auto">
          <a:xfrm flipV="1">
            <a:off x="1114425" y="571500"/>
            <a:ext cx="1257300" cy="58102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a:extLst>
              <a:ext uri="{FF2B5EF4-FFF2-40B4-BE49-F238E27FC236}">
                <a16:creationId xmlns:a16="http://schemas.microsoft.com/office/drawing/2014/main" id="{4EEA6827-F490-FBD4-9A47-B74925D77FAA}"/>
              </a:ext>
            </a:extLst>
          </p:cNvPr>
          <p:cNvSpPr>
            <a:spLocks noChangeArrowheads="1"/>
          </p:cNvSpPr>
          <p:nvPr/>
        </p:nvSpPr>
        <p:spPr bwMode="auto">
          <a:xfrm>
            <a:off x="42863" y="352425"/>
            <a:ext cx="4673600"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This is the alpha</a:t>
            </a:r>
            <a:r>
              <a:rPr lang="en-US" altLang="en-US" sz="1600" b="1">
                <a:solidFill>
                  <a:srgbClr val="FF3300"/>
                </a:solidFill>
                <a:effectLst>
                  <a:outerShdw blurRad="38100" dist="38100" dir="2700000" algn="tl">
                    <a:srgbClr val="000000"/>
                  </a:outerShdw>
                </a:effectLst>
                <a:latin typeface="Courier New" panose="02070309020205020404" pitchFamily="49" charset="0"/>
              </a:rPr>
              <a:t>Fred</a:t>
            </a:r>
            <a:r>
              <a:rPr lang="en-US" altLang="en-US" sz="1600" b="1">
                <a:latin typeface="Courier New" panose="02070309020205020404" pitchFamily="49" charset="0"/>
              </a:rPr>
              <a:t>ric string</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4579" name="Rectangle 3">
            <a:extLst>
              <a:ext uri="{FF2B5EF4-FFF2-40B4-BE49-F238E27FC236}">
                <a16:creationId xmlns:a16="http://schemas.microsoft.com/office/drawing/2014/main" id="{2C3A45A6-A14F-2642-E506-4890471D9FDC}"/>
              </a:ext>
            </a:extLst>
          </p:cNvPr>
          <p:cNvSpPr>
            <a:spLocks noChangeArrowheads="1"/>
          </p:cNvSpPr>
          <p:nvPr/>
        </p:nvSpPr>
        <p:spPr bwMode="auto">
          <a:xfrm>
            <a:off x="100013" y="638175"/>
            <a:ext cx="463232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1 2 3 4 5 6 7 8 9 </a:t>
            </a:r>
            <a:r>
              <a:rPr lang="en-US" altLang="en-US" sz="800" b="1">
                <a:latin typeface="Courier New" panose="02070309020205020404" pitchFamily="49" charset="0"/>
              </a:rPr>
              <a:t>0</a:t>
            </a:r>
            <a:r>
              <a:rPr lang="en-US" altLang="en-US" sz="800">
                <a:latin typeface="Courier New" panose="02070309020205020404" pitchFamily="49" charset="0"/>
              </a:rPr>
              <a:t> 1 2 3 4 5 6 7 8 </a:t>
            </a:r>
          </a:p>
        </p:txBody>
      </p:sp>
      <p:sp>
        <p:nvSpPr>
          <p:cNvPr id="24580" name="Rectangle 4">
            <a:extLst>
              <a:ext uri="{FF2B5EF4-FFF2-40B4-BE49-F238E27FC236}">
                <a16:creationId xmlns:a16="http://schemas.microsoft.com/office/drawing/2014/main" id="{32A63C49-A9B2-EADC-4AF8-AD2E2C5E740D}"/>
              </a:ext>
            </a:extLst>
          </p:cNvPr>
          <p:cNvSpPr>
            <a:spLocks noChangeArrowheads="1"/>
          </p:cNvSpPr>
          <p:nvPr/>
        </p:nvSpPr>
        <p:spPr bwMode="auto">
          <a:xfrm>
            <a:off x="76200" y="1025525"/>
            <a:ext cx="4575175" cy="65405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MOVE "Fred was here" TO xString(18:4)</a:t>
            </a:r>
            <a:endParaRPr lang="en-US" altLang="en-US" sz="1600" b="1">
              <a:solidFill>
                <a:srgbClr val="FF3300"/>
              </a:solidFill>
              <a:effectLst>
                <a:outerShdw blurRad="38100" dist="38100" dir="2700000" algn="tl">
                  <a:srgbClr val="000000"/>
                </a:outerShdw>
              </a:effectLst>
              <a:latin typeface="Courier New" panose="02070309020205020404" pitchFamily="49" charset="0"/>
            </a:endParaRPr>
          </a:p>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xString.</a:t>
            </a:r>
          </a:p>
        </p:txBody>
      </p:sp>
      <p:sp>
        <p:nvSpPr>
          <p:cNvPr id="24581" name="Rectangle 5">
            <a:extLst>
              <a:ext uri="{FF2B5EF4-FFF2-40B4-BE49-F238E27FC236}">
                <a16:creationId xmlns:a16="http://schemas.microsoft.com/office/drawing/2014/main" id="{55DF5DE4-1C77-13EA-56F8-CFDDD484FC88}"/>
              </a:ext>
            </a:extLst>
          </p:cNvPr>
          <p:cNvSpPr>
            <a:spLocks noChangeArrowheads="1"/>
          </p:cNvSpPr>
          <p:nvPr/>
        </p:nvSpPr>
        <p:spPr bwMode="auto">
          <a:xfrm>
            <a:off x="66675" y="7302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xString</a:t>
            </a:r>
          </a:p>
        </p:txBody>
      </p:sp>
      <p:sp>
        <p:nvSpPr>
          <p:cNvPr id="24582" name="Rectangle 6">
            <a:extLst>
              <a:ext uri="{FF2B5EF4-FFF2-40B4-BE49-F238E27FC236}">
                <a16:creationId xmlns:a16="http://schemas.microsoft.com/office/drawing/2014/main" id="{8C52225D-F68D-7BFD-ACC8-2993C43D7491}"/>
              </a:ext>
            </a:extLst>
          </p:cNvPr>
          <p:cNvSpPr>
            <a:spLocks noChangeArrowheads="1"/>
          </p:cNvSpPr>
          <p:nvPr/>
        </p:nvSpPr>
        <p:spPr bwMode="auto">
          <a:xfrm>
            <a:off x="1200150" y="2179638"/>
            <a:ext cx="3441700"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r>
              <a:rPr lang="en-US" altLang="en-US" sz="1800" b="1">
                <a:solidFill>
                  <a:srgbClr val="009900"/>
                </a:solidFill>
                <a:effectLst>
                  <a:outerShdw blurRad="38100" dist="38100" dir="2700000" algn="tl">
                    <a:srgbClr val="000000"/>
                  </a:outerShdw>
                </a:effectLst>
                <a:latin typeface="Arial" panose="020B0604020202020204" pitchFamily="34" charset="0"/>
              </a:rPr>
              <a:t>This is the alphaFredric string</a:t>
            </a:r>
          </a:p>
        </p:txBody>
      </p:sp>
      <p:sp>
        <p:nvSpPr>
          <p:cNvPr id="24583" name="Line 7">
            <a:extLst>
              <a:ext uri="{FF2B5EF4-FFF2-40B4-BE49-F238E27FC236}">
                <a16:creationId xmlns:a16="http://schemas.microsoft.com/office/drawing/2014/main" id="{08035E8F-CF0C-5E20-4F7B-262D97B51891}"/>
              </a:ext>
            </a:extLst>
          </p:cNvPr>
          <p:cNvSpPr>
            <a:spLocks noChangeShapeType="1"/>
          </p:cNvSpPr>
          <p:nvPr/>
        </p:nvSpPr>
        <p:spPr bwMode="auto">
          <a:xfrm>
            <a:off x="1400175" y="1628775"/>
            <a:ext cx="0" cy="714375"/>
          </a:xfrm>
          <a:prstGeom prst="line">
            <a:avLst/>
          </a:prstGeom>
          <a:noFill/>
          <a:ln w="12700">
            <a:solidFill>
              <a:schemeClr val="tx1"/>
            </a:solidFill>
            <a:round/>
            <a:headEnd type="none" w="sm" len="sm"/>
            <a:tailEnd type="stealth" w="med" len="med"/>
          </a:ln>
          <a:effectLst>
            <a:outerShdw dist="28398" dir="1593903" algn="ctr" rotWithShape="0">
              <a:schemeClr val="bg2">
                <a:alpha val="50000"/>
              </a:schemeClr>
            </a:outerShdw>
          </a:effectLst>
          <a:extLst>
            <a:ext uri="{909E8E84-426E-40DD-AFC4-6F175D3DCCD1}">
              <a14:hiddenFill xmlns:a14="http://schemas.microsoft.com/office/drawing/2010/main">
                <a:noFill/>
              </a14:hiddenFill>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B3ABCCE8-9F83-36C1-1751-98CCCE480CDB}"/>
              </a:ext>
            </a:extLst>
          </p:cNvPr>
          <p:cNvSpPr>
            <a:spLocks noChangeArrowheads="1"/>
          </p:cNvSpPr>
          <p:nvPr/>
        </p:nvSpPr>
        <p:spPr bwMode="auto">
          <a:xfrm>
            <a:off x="87313" y="317500"/>
            <a:ext cx="4573587" cy="158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p>
            <a:pPr algn="ctr"/>
            <a:r>
              <a:rPr lang="en-US" altLang="en-US" sz="2400">
                <a:solidFill>
                  <a:srgbClr val="CC0000"/>
                </a:solidFill>
                <a:effectLst>
                  <a:outerShdw blurRad="38100" dist="38100" dir="2700000" algn="tl">
                    <a:srgbClr val="C0C0C0"/>
                  </a:outerShdw>
                </a:effectLst>
                <a:latin typeface="Arial" panose="020B0604020202020204" pitchFamily="34" charset="0"/>
              </a:rPr>
              <a:t>Reference Modification</a:t>
            </a:r>
            <a:endParaRPr lang="en-US" altLang="en-US" sz="2400">
              <a:solidFill>
                <a:srgbClr val="FF3300"/>
              </a:solidFill>
              <a:effectLst>
                <a:outerShdw blurRad="38100" dist="38100" dir="2700000" algn="tl">
                  <a:srgbClr val="C0C0C0"/>
                </a:outerShdw>
              </a:effectLst>
              <a:latin typeface="Arial" panose="020B0604020202020204" pitchFamily="34" charset="0"/>
            </a:endParaRPr>
          </a:p>
          <a:p>
            <a:pPr algn="ctr"/>
            <a:r>
              <a:rPr lang="en-US" altLang="en-US">
                <a:solidFill>
                  <a:srgbClr val="CC0000"/>
                </a:solidFill>
                <a:effectLst>
                  <a:outerShdw blurRad="38100" dist="38100" dir="2700000" algn="tl">
                    <a:srgbClr val="C0C0C0"/>
                  </a:outerShdw>
                </a:effectLst>
                <a:latin typeface="Arial" panose="020B0604020202020204" pitchFamily="34" charset="0"/>
              </a:rPr>
              <a:t>nString examples</a:t>
            </a:r>
          </a:p>
          <a:p>
            <a:pPr algn="ctr"/>
            <a:endParaRPr lang="en-US" altLang="en-US" sz="1200" b="1"/>
          </a:p>
          <a:p>
            <a:pPr algn="ctr"/>
            <a:r>
              <a:rPr lang="en-US" altLang="en-US" sz="1200" b="1"/>
              <a:t>Instructions</a:t>
            </a:r>
            <a:endParaRPr lang="en-US" altLang="en-US" sz="1000"/>
          </a:p>
          <a:p>
            <a:pPr algn="ctr"/>
            <a:r>
              <a:rPr lang="en-US" altLang="en-US" sz="1000"/>
              <a:t>These examples use Reference Modification to manipulate the text contained in the data item nString.</a:t>
            </a:r>
          </a:p>
          <a:p>
            <a:pPr algn="ctr"/>
            <a:r>
              <a:rPr lang="en-US" altLang="en-US" sz="1000"/>
              <a:t>  </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a:extLst>
              <a:ext uri="{FF2B5EF4-FFF2-40B4-BE49-F238E27FC236}">
                <a16:creationId xmlns:a16="http://schemas.microsoft.com/office/drawing/2014/main" id="{361486A5-6C17-37A5-ECD3-A20368DE84DE}"/>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3452656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6627" name="Rectangle 3">
            <a:extLst>
              <a:ext uri="{FF2B5EF4-FFF2-40B4-BE49-F238E27FC236}">
                <a16:creationId xmlns:a16="http://schemas.microsoft.com/office/drawing/2014/main" id="{36880587-FD27-9735-3146-BD3FD9807C9B}"/>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26628" name="Rectangle 4">
            <a:extLst>
              <a:ext uri="{FF2B5EF4-FFF2-40B4-BE49-F238E27FC236}">
                <a16:creationId xmlns:a16="http://schemas.microsoft.com/office/drawing/2014/main" id="{9F3112F6-A79B-2E60-3845-C565A631746A}"/>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nString(3:3).</a:t>
            </a:r>
          </a:p>
        </p:txBody>
      </p:sp>
      <p:sp>
        <p:nvSpPr>
          <p:cNvPr id="26629" name="Rectangle 5">
            <a:extLst>
              <a:ext uri="{FF2B5EF4-FFF2-40B4-BE49-F238E27FC236}">
                <a16:creationId xmlns:a16="http://schemas.microsoft.com/office/drawing/2014/main" id="{384E1E54-3CDD-5D57-C64F-921CC9BA22AD}"/>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nString</a:t>
            </a:r>
          </a:p>
        </p:txBody>
      </p:sp>
      <p:sp>
        <p:nvSpPr>
          <p:cNvPr id="26630" name="Rectangle 6">
            <a:extLst>
              <a:ext uri="{FF2B5EF4-FFF2-40B4-BE49-F238E27FC236}">
                <a16:creationId xmlns:a16="http://schemas.microsoft.com/office/drawing/2014/main" id="{1E45864E-C4D0-D205-6D6F-9D11E61FA798}"/>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6631" name="Rectangle 7">
            <a:extLst>
              <a:ext uri="{FF2B5EF4-FFF2-40B4-BE49-F238E27FC236}">
                <a16:creationId xmlns:a16="http://schemas.microsoft.com/office/drawing/2014/main" id="{55DCB069-3EBB-2597-A5AD-311DE68436CA}"/>
              </a:ext>
            </a:extLst>
          </p:cNvPr>
          <p:cNvSpPr>
            <a:spLocks noChangeArrowheads="1"/>
          </p:cNvSpPr>
          <p:nvPr/>
        </p:nvSpPr>
        <p:spPr bwMode="auto">
          <a:xfrm>
            <a:off x="60325" y="50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EG6</a:t>
            </a:r>
          </a:p>
        </p:txBody>
      </p:sp>
      <p:sp>
        <p:nvSpPr>
          <p:cNvPr id="26632" name="Line 8">
            <a:extLst>
              <a:ext uri="{FF2B5EF4-FFF2-40B4-BE49-F238E27FC236}">
                <a16:creationId xmlns:a16="http://schemas.microsoft.com/office/drawing/2014/main" id="{E6916F61-A3FC-60D9-1295-1D13419A97A3}"/>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6633" name="Rectangle 9">
            <a:extLst>
              <a:ext uri="{FF2B5EF4-FFF2-40B4-BE49-F238E27FC236}">
                <a16:creationId xmlns:a16="http://schemas.microsoft.com/office/drawing/2014/main" id="{F7A3043B-C86E-B843-C817-BA3ED55C1B35}"/>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05EA5CCB-B70B-0D2C-A204-9741360EB042}"/>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3452656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7651" name="Rectangle 3">
            <a:extLst>
              <a:ext uri="{FF2B5EF4-FFF2-40B4-BE49-F238E27FC236}">
                <a16:creationId xmlns:a16="http://schemas.microsoft.com/office/drawing/2014/main" id="{A911EB28-8ED3-9B40-6F86-72B5B23CDC7F}"/>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27652" name="Rectangle 4">
            <a:extLst>
              <a:ext uri="{FF2B5EF4-FFF2-40B4-BE49-F238E27FC236}">
                <a16:creationId xmlns:a16="http://schemas.microsoft.com/office/drawing/2014/main" id="{8F2B44E5-2A09-D286-6E2A-03EF9D4D48B5}"/>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nString(3:3).</a:t>
            </a:r>
          </a:p>
        </p:txBody>
      </p:sp>
      <p:sp>
        <p:nvSpPr>
          <p:cNvPr id="27653" name="Rectangle 5">
            <a:extLst>
              <a:ext uri="{FF2B5EF4-FFF2-40B4-BE49-F238E27FC236}">
                <a16:creationId xmlns:a16="http://schemas.microsoft.com/office/drawing/2014/main" id="{834BB174-16EB-E013-E57A-AAF386F7501B}"/>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nString</a:t>
            </a:r>
          </a:p>
        </p:txBody>
      </p:sp>
      <p:sp>
        <p:nvSpPr>
          <p:cNvPr id="27654" name="Rectangle 6">
            <a:extLst>
              <a:ext uri="{FF2B5EF4-FFF2-40B4-BE49-F238E27FC236}">
                <a16:creationId xmlns:a16="http://schemas.microsoft.com/office/drawing/2014/main" id="{D3CB0200-ED17-EE84-8507-940511C57580}"/>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7655" name="Line 7">
            <a:extLst>
              <a:ext uri="{FF2B5EF4-FFF2-40B4-BE49-F238E27FC236}">
                <a16:creationId xmlns:a16="http://schemas.microsoft.com/office/drawing/2014/main" id="{49A038D5-764E-F17B-3193-C8DFAB0794C3}"/>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656" name="Rectangle 8">
            <a:extLst>
              <a:ext uri="{FF2B5EF4-FFF2-40B4-BE49-F238E27FC236}">
                <a16:creationId xmlns:a16="http://schemas.microsoft.com/office/drawing/2014/main" id="{B329B583-3DBF-CF0F-BC8B-4C6478E3A1F8}"/>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
        <p:nvSpPr>
          <p:cNvPr id="27657" name="Line 9">
            <a:extLst>
              <a:ext uri="{FF2B5EF4-FFF2-40B4-BE49-F238E27FC236}">
                <a16:creationId xmlns:a16="http://schemas.microsoft.com/office/drawing/2014/main" id="{581F701C-F85B-5407-C55F-2FA67FB764BC}"/>
              </a:ext>
            </a:extLst>
          </p:cNvPr>
          <p:cNvSpPr>
            <a:spLocks noChangeShapeType="1"/>
          </p:cNvSpPr>
          <p:nvPr/>
        </p:nvSpPr>
        <p:spPr bwMode="auto">
          <a:xfrm flipH="1" flipV="1">
            <a:off x="2133600" y="800100"/>
            <a:ext cx="771525" cy="77152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7658" name="Line 10">
            <a:extLst>
              <a:ext uri="{FF2B5EF4-FFF2-40B4-BE49-F238E27FC236}">
                <a16:creationId xmlns:a16="http://schemas.microsoft.com/office/drawing/2014/main" id="{848CB765-5D6B-B289-F603-4EC07D020B13}"/>
              </a:ext>
            </a:extLst>
          </p:cNvPr>
          <p:cNvSpPr>
            <a:spLocks noChangeShapeType="1"/>
          </p:cNvSpPr>
          <p:nvPr/>
        </p:nvSpPr>
        <p:spPr bwMode="auto">
          <a:xfrm>
            <a:off x="2057400" y="56197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a:extLst>
              <a:ext uri="{FF2B5EF4-FFF2-40B4-BE49-F238E27FC236}">
                <a16:creationId xmlns:a16="http://schemas.microsoft.com/office/drawing/2014/main" id="{590350DC-9E58-DCB0-36BC-F28BC63C948A}"/>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a:t>
            </a:r>
            <a:r>
              <a:rPr lang="en-US" altLang="en-US" sz="1600" b="1">
                <a:solidFill>
                  <a:srgbClr val="FF3300"/>
                </a:solidFill>
                <a:effectLst>
                  <a:outerShdw blurRad="38100" dist="38100" dir="2700000" algn="tl">
                    <a:srgbClr val="000000"/>
                  </a:outerShdw>
                </a:effectLst>
                <a:latin typeface="Courier New" panose="02070309020205020404" pitchFamily="49" charset="0"/>
              </a:rPr>
              <a:t>526</a:t>
            </a:r>
            <a:r>
              <a:rPr lang="en-US" altLang="en-US" sz="1600" b="1">
                <a:latin typeface="Courier New" panose="02070309020205020404" pitchFamily="49" charset="0"/>
              </a:rPr>
              <a:t>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8675" name="Rectangle 3">
            <a:extLst>
              <a:ext uri="{FF2B5EF4-FFF2-40B4-BE49-F238E27FC236}">
                <a16:creationId xmlns:a16="http://schemas.microsoft.com/office/drawing/2014/main" id="{2FC98975-2975-5250-385E-2BD3AF003756}"/>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28676" name="Rectangle 4">
            <a:extLst>
              <a:ext uri="{FF2B5EF4-FFF2-40B4-BE49-F238E27FC236}">
                <a16:creationId xmlns:a16="http://schemas.microsoft.com/office/drawing/2014/main" id="{6580C502-CD1E-0B6E-C8E2-2C6AE43E7F05}"/>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nString(3:3).</a:t>
            </a:r>
          </a:p>
        </p:txBody>
      </p:sp>
      <p:sp>
        <p:nvSpPr>
          <p:cNvPr id="28677" name="Rectangle 5">
            <a:extLst>
              <a:ext uri="{FF2B5EF4-FFF2-40B4-BE49-F238E27FC236}">
                <a16:creationId xmlns:a16="http://schemas.microsoft.com/office/drawing/2014/main" id="{74ED3CEC-B505-4171-9704-3963F0072D24}"/>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nString</a:t>
            </a:r>
          </a:p>
        </p:txBody>
      </p:sp>
      <p:sp>
        <p:nvSpPr>
          <p:cNvPr id="28678" name="Rectangle 6">
            <a:extLst>
              <a:ext uri="{FF2B5EF4-FFF2-40B4-BE49-F238E27FC236}">
                <a16:creationId xmlns:a16="http://schemas.microsoft.com/office/drawing/2014/main" id="{B21689E6-9574-1DFB-CD2A-90D9A710756E}"/>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28679" name="Line 7">
            <a:extLst>
              <a:ext uri="{FF2B5EF4-FFF2-40B4-BE49-F238E27FC236}">
                <a16:creationId xmlns:a16="http://schemas.microsoft.com/office/drawing/2014/main" id="{8C58DC84-B980-09CF-7550-61B98D3E06D8}"/>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0" name="Rectangle 8">
            <a:extLst>
              <a:ext uri="{FF2B5EF4-FFF2-40B4-BE49-F238E27FC236}">
                <a16:creationId xmlns:a16="http://schemas.microsoft.com/office/drawing/2014/main" id="{32E0BB22-08D2-CDD9-FF12-E3C6BB0A1F39}"/>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
        <p:nvSpPr>
          <p:cNvPr id="28681" name="Line 9">
            <a:extLst>
              <a:ext uri="{FF2B5EF4-FFF2-40B4-BE49-F238E27FC236}">
                <a16:creationId xmlns:a16="http://schemas.microsoft.com/office/drawing/2014/main" id="{A332984E-A50C-E473-F64A-A4B98F88A1E3}"/>
              </a:ext>
            </a:extLst>
          </p:cNvPr>
          <p:cNvSpPr>
            <a:spLocks noChangeShapeType="1"/>
          </p:cNvSpPr>
          <p:nvPr/>
        </p:nvSpPr>
        <p:spPr bwMode="auto">
          <a:xfrm flipH="1" flipV="1">
            <a:off x="2276475" y="885825"/>
            <a:ext cx="847725" cy="72390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2" name="Line 10">
            <a:extLst>
              <a:ext uri="{FF2B5EF4-FFF2-40B4-BE49-F238E27FC236}">
                <a16:creationId xmlns:a16="http://schemas.microsoft.com/office/drawing/2014/main" id="{C69DB9E1-E1BA-F870-430E-087F41AC2738}"/>
              </a:ext>
            </a:extLst>
          </p:cNvPr>
          <p:cNvSpPr>
            <a:spLocks noChangeShapeType="1"/>
          </p:cNvSpPr>
          <p:nvPr/>
        </p:nvSpPr>
        <p:spPr bwMode="auto">
          <a:xfrm>
            <a:off x="2057400" y="56197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3" name="Line 11">
            <a:extLst>
              <a:ext uri="{FF2B5EF4-FFF2-40B4-BE49-F238E27FC236}">
                <a16:creationId xmlns:a16="http://schemas.microsoft.com/office/drawing/2014/main" id="{6D799497-6E32-9EA0-E80E-9EF5EB51C270}"/>
              </a:ext>
            </a:extLst>
          </p:cNvPr>
          <p:cNvSpPr>
            <a:spLocks noChangeShapeType="1"/>
          </p:cNvSpPr>
          <p:nvPr/>
        </p:nvSpPr>
        <p:spPr bwMode="auto">
          <a:xfrm>
            <a:off x="2057400" y="828675"/>
            <a:ext cx="371475"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9BFC294F-3A9D-B881-B3A2-AEC16686ACF4}"/>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a:t>
            </a:r>
            <a:r>
              <a:rPr lang="en-US" altLang="en-US" sz="1600" b="1">
                <a:solidFill>
                  <a:srgbClr val="FF3300"/>
                </a:solidFill>
                <a:effectLst>
                  <a:outerShdw blurRad="38100" dist="38100" dir="2700000" algn="tl">
                    <a:srgbClr val="000000"/>
                  </a:outerShdw>
                </a:effectLst>
                <a:latin typeface="Courier New" panose="02070309020205020404" pitchFamily="49" charset="0"/>
              </a:rPr>
              <a:t>526</a:t>
            </a:r>
            <a:r>
              <a:rPr lang="en-US" altLang="en-US" sz="1600" b="1">
                <a:latin typeface="Courier New" panose="02070309020205020404" pitchFamily="49" charset="0"/>
              </a:rPr>
              <a:t>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29699" name="Rectangle 3">
            <a:extLst>
              <a:ext uri="{FF2B5EF4-FFF2-40B4-BE49-F238E27FC236}">
                <a16:creationId xmlns:a16="http://schemas.microsoft.com/office/drawing/2014/main" id="{8F9AAA46-B47A-3D2F-2DF6-84134FA15435}"/>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29700" name="Rectangle 4">
            <a:extLst>
              <a:ext uri="{FF2B5EF4-FFF2-40B4-BE49-F238E27FC236}">
                <a16:creationId xmlns:a16="http://schemas.microsoft.com/office/drawing/2014/main" id="{C5F393E8-0C92-D54C-050D-EA5E29CC208C}"/>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nString(3:3).</a:t>
            </a:r>
          </a:p>
        </p:txBody>
      </p:sp>
      <p:sp>
        <p:nvSpPr>
          <p:cNvPr id="29701" name="Rectangle 5">
            <a:extLst>
              <a:ext uri="{FF2B5EF4-FFF2-40B4-BE49-F238E27FC236}">
                <a16:creationId xmlns:a16="http://schemas.microsoft.com/office/drawing/2014/main" id="{FE7EE25F-F262-3221-22AD-8564FB8989D9}"/>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nString</a:t>
            </a:r>
          </a:p>
        </p:txBody>
      </p:sp>
      <p:sp>
        <p:nvSpPr>
          <p:cNvPr id="29702" name="Rectangle 6">
            <a:extLst>
              <a:ext uri="{FF2B5EF4-FFF2-40B4-BE49-F238E27FC236}">
                <a16:creationId xmlns:a16="http://schemas.microsoft.com/office/drawing/2014/main" id="{FCE4EC3B-427E-A67F-E514-763F3A62D3FB}"/>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pPr algn="ctr"/>
            <a:r>
              <a:rPr lang="en-US" altLang="en-US" sz="1800" b="1">
                <a:solidFill>
                  <a:srgbClr val="009900"/>
                </a:solidFill>
                <a:effectLst>
                  <a:outerShdw blurRad="38100" dist="38100" dir="2700000" algn="tl">
                    <a:srgbClr val="000000"/>
                  </a:outerShdw>
                </a:effectLst>
                <a:latin typeface="Arial" panose="020B0604020202020204" pitchFamily="34" charset="0"/>
              </a:rPr>
              <a:t>526</a:t>
            </a:r>
          </a:p>
        </p:txBody>
      </p:sp>
      <p:sp>
        <p:nvSpPr>
          <p:cNvPr id="29703" name="Line 7">
            <a:extLst>
              <a:ext uri="{FF2B5EF4-FFF2-40B4-BE49-F238E27FC236}">
                <a16:creationId xmlns:a16="http://schemas.microsoft.com/office/drawing/2014/main" id="{F7D25EB9-91F1-357C-7C29-9C357AE0AB74}"/>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04" name="Rectangle 8">
            <a:extLst>
              <a:ext uri="{FF2B5EF4-FFF2-40B4-BE49-F238E27FC236}">
                <a16:creationId xmlns:a16="http://schemas.microsoft.com/office/drawing/2014/main" id="{962B76FA-7A89-DF60-3DA6-E5C6C36779EA}"/>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Tree>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a:extLst>
              <a:ext uri="{FF2B5EF4-FFF2-40B4-BE49-F238E27FC236}">
                <a16:creationId xmlns:a16="http://schemas.microsoft.com/office/drawing/2014/main" id="{59243941-C12E-3657-CE5D-A02B0CFE29D0}"/>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3452656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30723" name="Rectangle 3">
            <a:extLst>
              <a:ext uri="{FF2B5EF4-FFF2-40B4-BE49-F238E27FC236}">
                <a16:creationId xmlns:a16="http://schemas.microsoft.com/office/drawing/2014/main" id="{A1EFB020-966C-DC66-2D4F-1090A554EBA4}"/>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30724" name="Rectangle 4">
            <a:extLst>
              <a:ext uri="{FF2B5EF4-FFF2-40B4-BE49-F238E27FC236}">
                <a16:creationId xmlns:a16="http://schemas.microsoft.com/office/drawing/2014/main" id="{DE7ADBBE-6F3B-DB74-D113-BFC44D77D389}"/>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nString(6:).</a:t>
            </a:r>
          </a:p>
        </p:txBody>
      </p:sp>
      <p:sp>
        <p:nvSpPr>
          <p:cNvPr id="30725" name="Rectangle 5">
            <a:extLst>
              <a:ext uri="{FF2B5EF4-FFF2-40B4-BE49-F238E27FC236}">
                <a16:creationId xmlns:a16="http://schemas.microsoft.com/office/drawing/2014/main" id="{4CA04EE0-5D39-C960-D867-3E0A36EC52D5}"/>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solidFill>
                  <a:schemeClr val="accent2"/>
                </a:solidFill>
                <a:effectLst>
                  <a:outerShdw blurRad="38100" dist="38100" dir="2700000" algn="tl">
                    <a:srgbClr val="C0C0C0"/>
                  </a:outerShdw>
                </a:effectLst>
                <a:latin typeface="Arial" panose="020B0604020202020204" pitchFamily="34" charset="0"/>
              </a:rPr>
              <a:t>nString</a:t>
            </a:r>
          </a:p>
        </p:txBody>
      </p:sp>
      <p:sp>
        <p:nvSpPr>
          <p:cNvPr id="30726" name="Rectangle 6">
            <a:extLst>
              <a:ext uri="{FF2B5EF4-FFF2-40B4-BE49-F238E27FC236}">
                <a16:creationId xmlns:a16="http://schemas.microsoft.com/office/drawing/2014/main" id="{F888658F-3EA6-D512-645E-DA2781B1DF4E}"/>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30727" name="Rectangle 7">
            <a:extLst>
              <a:ext uri="{FF2B5EF4-FFF2-40B4-BE49-F238E27FC236}">
                <a16:creationId xmlns:a16="http://schemas.microsoft.com/office/drawing/2014/main" id="{486A3B7D-F3B9-7418-4B19-CAF23DE30DD5}"/>
              </a:ext>
            </a:extLst>
          </p:cNvPr>
          <p:cNvSpPr>
            <a:spLocks noChangeArrowheads="1"/>
          </p:cNvSpPr>
          <p:nvPr/>
        </p:nvSpPr>
        <p:spPr bwMode="auto">
          <a:xfrm>
            <a:off x="60325" y="50800"/>
            <a:ext cx="53975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1400">
                <a:solidFill>
                  <a:schemeClr val="accent2"/>
                </a:solidFill>
                <a:effectLst>
                  <a:outerShdw blurRad="38100" dist="38100" dir="2700000" algn="tl">
                    <a:srgbClr val="C0C0C0"/>
                  </a:outerShdw>
                </a:effectLst>
                <a:latin typeface="Arial" panose="020B0604020202020204" pitchFamily="34" charset="0"/>
              </a:rPr>
              <a:t>EG7</a:t>
            </a:r>
          </a:p>
        </p:txBody>
      </p:sp>
      <p:sp>
        <p:nvSpPr>
          <p:cNvPr id="30728" name="Line 8">
            <a:extLst>
              <a:ext uri="{FF2B5EF4-FFF2-40B4-BE49-F238E27FC236}">
                <a16:creationId xmlns:a16="http://schemas.microsoft.com/office/drawing/2014/main" id="{E8E44EA1-8DD5-E9D4-3A20-AF30288CB08F}"/>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29" name="Rectangle 9">
            <a:extLst>
              <a:ext uri="{FF2B5EF4-FFF2-40B4-BE49-F238E27FC236}">
                <a16:creationId xmlns:a16="http://schemas.microsoft.com/office/drawing/2014/main" id="{D2251533-89DC-4D7C-3BED-C0B5A99FD163}"/>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Tree>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25F19C22-B9B6-3D9C-EC57-62F8F75938E6}"/>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3452656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31747" name="Rectangle 3">
            <a:extLst>
              <a:ext uri="{FF2B5EF4-FFF2-40B4-BE49-F238E27FC236}">
                <a16:creationId xmlns:a16="http://schemas.microsoft.com/office/drawing/2014/main" id="{8914587E-5479-896B-F4F2-4FBA62C4307D}"/>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31748" name="Rectangle 4">
            <a:extLst>
              <a:ext uri="{FF2B5EF4-FFF2-40B4-BE49-F238E27FC236}">
                <a16:creationId xmlns:a16="http://schemas.microsoft.com/office/drawing/2014/main" id="{0A2D4152-1EAD-E72A-BDF0-26D637990827}"/>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nString(6:).</a:t>
            </a:r>
          </a:p>
        </p:txBody>
      </p:sp>
      <p:sp>
        <p:nvSpPr>
          <p:cNvPr id="31749" name="Rectangle 5">
            <a:extLst>
              <a:ext uri="{FF2B5EF4-FFF2-40B4-BE49-F238E27FC236}">
                <a16:creationId xmlns:a16="http://schemas.microsoft.com/office/drawing/2014/main" id="{252147D4-CAEA-1D63-CE69-D9FBB71B4F0A}"/>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nString</a:t>
            </a:r>
          </a:p>
        </p:txBody>
      </p:sp>
      <p:sp>
        <p:nvSpPr>
          <p:cNvPr id="31750" name="Rectangle 6">
            <a:extLst>
              <a:ext uri="{FF2B5EF4-FFF2-40B4-BE49-F238E27FC236}">
                <a16:creationId xmlns:a16="http://schemas.microsoft.com/office/drawing/2014/main" id="{42AD0319-2CDA-1C3E-0136-28C061B3FFF8}"/>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31751" name="Line 7">
            <a:extLst>
              <a:ext uri="{FF2B5EF4-FFF2-40B4-BE49-F238E27FC236}">
                <a16:creationId xmlns:a16="http://schemas.microsoft.com/office/drawing/2014/main" id="{A34FDE1E-DD51-27E4-0D9F-DF08F3AD22C7}"/>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2" name="Rectangle 8">
            <a:extLst>
              <a:ext uri="{FF2B5EF4-FFF2-40B4-BE49-F238E27FC236}">
                <a16:creationId xmlns:a16="http://schemas.microsoft.com/office/drawing/2014/main" id="{51FA83BD-D97D-6456-8BFB-5071AFF9ABBE}"/>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
        <p:nvSpPr>
          <p:cNvPr id="31753" name="Line 9">
            <a:extLst>
              <a:ext uri="{FF2B5EF4-FFF2-40B4-BE49-F238E27FC236}">
                <a16:creationId xmlns:a16="http://schemas.microsoft.com/office/drawing/2014/main" id="{BB62072D-D74A-AFD6-C863-97F80311B077}"/>
              </a:ext>
            </a:extLst>
          </p:cNvPr>
          <p:cNvSpPr>
            <a:spLocks noChangeShapeType="1"/>
          </p:cNvSpPr>
          <p:nvPr/>
        </p:nvSpPr>
        <p:spPr bwMode="auto">
          <a:xfrm flipH="1" flipV="1">
            <a:off x="2476500" y="790575"/>
            <a:ext cx="466725" cy="809625"/>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4" name="Line 10">
            <a:extLst>
              <a:ext uri="{FF2B5EF4-FFF2-40B4-BE49-F238E27FC236}">
                <a16:creationId xmlns:a16="http://schemas.microsoft.com/office/drawing/2014/main" id="{A8EAF94A-1295-B631-D0DD-A1B49DF25DF5}"/>
              </a:ext>
            </a:extLst>
          </p:cNvPr>
          <p:cNvSpPr>
            <a:spLocks noChangeShapeType="1"/>
          </p:cNvSpPr>
          <p:nvPr/>
        </p:nvSpPr>
        <p:spPr bwMode="auto">
          <a:xfrm>
            <a:off x="2428875" y="56197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a:extLst>
              <a:ext uri="{FF2B5EF4-FFF2-40B4-BE49-F238E27FC236}">
                <a16:creationId xmlns:a16="http://schemas.microsoft.com/office/drawing/2014/main" id="{1A130CC5-DDEB-FCBF-0668-377CF959FD93}"/>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34526</a:t>
            </a:r>
            <a:r>
              <a:rPr lang="en-US" altLang="en-US" sz="1600" b="1">
                <a:solidFill>
                  <a:srgbClr val="FF3300"/>
                </a:solidFill>
                <a:effectLst>
                  <a:outerShdw blurRad="38100" dist="38100" dir="2700000" algn="tl">
                    <a:srgbClr val="000000"/>
                  </a:outerShdw>
                </a:effectLst>
                <a:latin typeface="Courier New" panose="02070309020205020404" pitchFamily="49" charset="0"/>
              </a:rPr>
              <a:t>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32771" name="Rectangle 3">
            <a:extLst>
              <a:ext uri="{FF2B5EF4-FFF2-40B4-BE49-F238E27FC236}">
                <a16:creationId xmlns:a16="http://schemas.microsoft.com/office/drawing/2014/main" id="{A923E207-403B-24E6-FB1E-822A042E148A}"/>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32772" name="Rectangle 4">
            <a:extLst>
              <a:ext uri="{FF2B5EF4-FFF2-40B4-BE49-F238E27FC236}">
                <a16:creationId xmlns:a16="http://schemas.microsoft.com/office/drawing/2014/main" id="{BA9E8327-B6A4-1FE8-1EB0-067206C06264}"/>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latin typeface="Courier New" panose="02070309020205020404" pitchFamily="49" charset="0"/>
              </a:rPr>
              <a:t>DISPLAY nString(6:).</a:t>
            </a:r>
          </a:p>
        </p:txBody>
      </p:sp>
      <p:sp>
        <p:nvSpPr>
          <p:cNvPr id="32773" name="Rectangle 5">
            <a:extLst>
              <a:ext uri="{FF2B5EF4-FFF2-40B4-BE49-F238E27FC236}">
                <a16:creationId xmlns:a16="http://schemas.microsoft.com/office/drawing/2014/main" id="{49C9D80F-6682-4B08-B925-389F0725AC58}"/>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nString</a:t>
            </a:r>
          </a:p>
        </p:txBody>
      </p:sp>
      <p:sp>
        <p:nvSpPr>
          <p:cNvPr id="32774" name="Rectangle 6">
            <a:extLst>
              <a:ext uri="{FF2B5EF4-FFF2-40B4-BE49-F238E27FC236}">
                <a16:creationId xmlns:a16="http://schemas.microsoft.com/office/drawing/2014/main" id="{87228A2E-120E-3D67-D674-7F31A826D80A}"/>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anchor="ctr"/>
          <a:lstStyle/>
          <a:p>
            <a:endParaRPr lang="en-US"/>
          </a:p>
        </p:txBody>
      </p:sp>
      <p:sp>
        <p:nvSpPr>
          <p:cNvPr id="32775" name="Line 7">
            <a:extLst>
              <a:ext uri="{FF2B5EF4-FFF2-40B4-BE49-F238E27FC236}">
                <a16:creationId xmlns:a16="http://schemas.microsoft.com/office/drawing/2014/main" id="{C2FCF6E6-E05F-59E6-4E74-3FE9E3904B36}"/>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776" name="Rectangle 8">
            <a:extLst>
              <a:ext uri="{FF2B5EF4-FFF2-40B4-BE49-F238E27FC236}">
                <a16:creationId xmlns:a16="http://schemas.microsoft.com/office/drawing/2014/main" id="{0CCD539B-7A15-B4D9-2470-31F376A3DCFC}"/>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
        <p:nvSpPr>
          <p:cNvPr id="32777" name="Line 9">
            <a:extLst>
              <a:ext uri="{FF2B5EF4-FFF2-40B4-BE49-F238E27FC236}">
                <a16:creationId xmlns:a16="http://schemas.microsoft.com/office/drawing/2014/main" id="{958BEA4B-6381-BE91-DF37-30D99E539EBE}"/>
              </a:ext>
            </a:extLst>
          </p:cNvPr>
          <p:cNvSpPr>
            <a:spLocks noChangeShapeType="1"/>
          </p:cNvSpPr>
          <p:nvPr/>
        </p:nvSpPr>
        <p:spPr bwMode="auto">
          <a:xfrm flipH="1" flipV="1">
            <a:off x="2552700" y="866775"/>
            <a:ext cx="523875" cy="800100"/>
          </a:xfrm>
          <a:prstGeom prst="line">
            <a:avLst/>
          </a:prstGeom>
          <a:noFill/>
          <a:ln w="12700">
            <a:solidFill>
              <a:schemeClr val="tx1"/>
            </a:solidFill>
            <a:round/>
            <a:headEnd type="none" w="sm" len="sm"/>
            <a:tailEnd type="stealth"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778" name="Line 10">
            <a:extLst>
              <a:ext uri="{FF2B5EF4-FFF2-40B4-BE49-F238E27FC236}">
                <a16:creationId xmlns:a16="http://schemas.microsoft.com/office/drawing/2014/main" id="{488407C6-0227-5566-5453-6C02EF49CE98}"/>
              </a:ext>
            </a:extLst>
          </p:cNvPr>
          <p:cNvSpPr>
            <a:spLocks noChangeShapeType="1"/>
          </p:cNvSpPr>
          <p:nvPr/>
        </p:nvSpPr>
        <p:spPr bwMode="auto">
          <a:xfrm>
            <a:off x="2428875" y="561975"/>
            <a:ext cx="0" cy="28575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779" name="Line 11">
            <a:extLst>
              <a:ext uri="{FF2B5EF4-FFF2-40B4-BE49-F238E27FC236}">
                <a16:creationId xmlns:a16="http://schemas.microsoft.com/office/drawing/2014/main" id="{6DB29BB6-FE52-0989-F9F4-7B461D1CEC30}"/>
              </a:ext>
            </a:extLst>
          </p:cNvPr>
          <p:cNvSpPr>
            <a:spLocks noChangeShapeType="1"/>
          </p:cNvSpPr>
          <p:nvPr/>
        </p:nvSpPr>
        <p:spPr bwMode="auto">
          <a:xfrm>
            <a:off x="2428875" y="828675"/>
            <a:ext cx="285750" cy="0"/>
          </a:xfrm>
          <a:prstGeom prst="line">
            <a:avLst/>
          </a:prstGeom>
          <a:noFill/>
          <a:ln w="25400">
            <a:solidFill>
              <a:srgbClr val="FF33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780" name="Rectangle 12">
            <a:extLst>
              <a:ext uri="{FF2B5EF4-FFF2-40B4-BE49-F238E27FC236}">
                <a16:creationId xmlns:a16="http://schemas.microsoft.com/office/drawing/2014/main" id="{3A591962-3C04-D9ED-B801-58756978D957}"/>
              </a:ext>
            </a:extLst>
          </p:cNvPr>
          <p:cNvSpPr>
            <a:spLocks noChangeArrowheads="1"/>
          </p:cNvSpPr>
          <p:nvPr/>
        </p:nvSpPr>
        <p:spPr bwMode="auto">
          <a:xfrm>
            <a:off x="2422525" y="1193800"/>
            <a:ext cx="836613" cy="12223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0" rIns="92075" bIns="0">
            <a:spAutoFit/>
          </a:bodyPr>
          <a:lstStyle/>
          <a:p>
            <a:r>
              <a:rPr lang="en-US" altLang="en-US" sz="800"/>
              <a:t>To end of string</a:t>
            </a:r>
          </a:p>
        </p:txBody>
      </p: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03485D28-6CB9-9E1E-D6A6-FB8D42DA03F5}"/>
              </a:ext>
            </a:extLst>
          </p:cNvPr>
          <p:cNvSpPr>
            <a:spLocks noChangeArrowheads="1"/>
          </p:cNvSpPr>
          <p:nvPr/>
        </p:nvSpPr>
        <p:spPr bwMode="auto">
          <a:xfrm>
            <a:off x="1795463" y="561975"/>
            <a:ext cx="941387" cy="276225"/>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9050" tIns="9525" rIns="19050" bIns="9525" anchor="ctr">
            <a:spAutoFit/>
          </a:bodyPr>
          <a:lstStyle/>
          <a:p>
            <a:r>
              <a:rPr lang="en-US" altLang="en-US" sz="1600" b="1">
                <a:latin typeface="Courier New" panose="02070309020205020404" pitchFamily="49" charset="0"/>
              </a:rPr>
              <a:t>34526</a:t>
            </a:r>
            <a:r>
              <a:rPr lang="en-US" altLang="en-US" sz="1600" b="1">
                <a:solidFill>
                  <a:srgbClr val="FF3300"/>
                </a:solidFill>
                <a:effectLst>
                  <a:outerShdw blurRad="38100" dist="38100" dir="2700000" algn="tl">
                    <a:srgbClr val="000000"/>
                  </a:outerShdw>
                </a:effectLst>
                <a:latin typeface="Courier New" panose="02070309020205020404" pitchFamily="49" charset="0"/>
              </a:rPr>
              <a:t>56</a:t>
            </a:r>
            <a:r>
              <a:rPr lang="en-US" altLang="en-US" sz="1600">
                <a:latin typeface="Courier New" panose="02070309020205020404" pitchFamily="49" charset="0"/>
              </a:rPr>
              <a:t>   </a:t>
            </a:r>
            <a:r>
              <a:rPr lang="en-US" altLang="en-US" sz="1800">
                <a:latin typeface="Courier New" panose="02070309020205020404" pitchFamily="49" charset="0"/>
              </a:rPr>
              <a:t>  </a:t>
            </a:r>
          </a:p>
        </p:txBody>
      </p:sp>
      <p:sp>
        <p:nvSpPr>
          <p:cNvPr id="33795" name="Rectangle 3">
            <a:extLst>
              <a:ext uri="{FF2B5EF4-FFF2-40B4-BE49-F238E27FC236}">
                <a16:creationId xmlns:a16="http://schemas.microsoft.com/office/drawing/2014/main" id="{621BE4B7-A967-2406-2D57-D477D75604F0}"/>
              </a:ext>
            </a:extLst>
          </p:cNvPr>
          <p:cNvSpPr>
            <a:spLocks noChangeArrowheads="1"/>
          </p:cNvSpPr>
          <p:nvPr/>
        </p:nvSpPr>
        <p:spPr bwMode="auto">
          <a:xfrm>
            <a:off x="1852613" y="847725"/>
            <a:ext cx="854075" cy="122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spAutoFit/>
          </a:bodyPr>
          <a:lstStyle/>
          <a:p>
            <a:pPr>
              <a:spcBef>
                <a:spcPct val="50000"/>
              </a:spcBef>
            </a:pPr>
            <a:r>
              <a:rPr lang="en-US" altLang="en-US" sz="800">
                <a:latin typeface="Courier New" panose="02070309020205020404" pitchFamily="49" charset="0"/>
              </a:rPr>
              <a:t>1 2 3 4 5 6 7 </a:t>
            </a:r>
          </a:p>
        </p:txBody>
      </p:sp>
      <p:sp>
        <p:nvSpPr>
          <p:cNvPr id="33796" name="Rectangle 4">
            <a:extLst>
              <a:ext uri="{FF2B5EF4-FFF2-40B4-BE49-F238E27FC236}">
                <a16:creationId xmlns:a16="http://schemas.microsoft.com/office/drawing/2014/main" id="{B618F652-40D1-0223-4E91-E1F45A0DD307}"/>
              </a:ext>
            </a:extLst>
          </p:cNvPr>
          <p:cNvSpPr>
            <a:spLocks noChangeArrowheads="1"/>
          </p:cNvSpPr>
          <p:nvPr/>
        </p:nvSpPr>
        <p:spPr bwMode="auto">
          <a:xfrm>
            <a:off x="866775" y="1508125"/>
            <a:ext cx="3032125" cy="381000"/>
          </a:xfrm>
          <a:prstGeom prst="rect">
            <a:avLst/>
          </a:prstGeom>
          <a:solidFill>
            <a:srgbClr val="FFFFCC"/>
          </a:solidFill>
          <a:ln w="12700">
            <a:solidFill>
              <a:srgbClr val="000000"/>
            </a:solidFill>
            <a:miter lim="800000"/>
            <a:headEnd/>
            <a:tailEnd/>
          </a:ln>
          <a:effectLst>
            <a:outerShdw dist="71842" dir="2700000" algn="ctr" rotWithShape="0">
              <a:schemeClr val="bg2">
                <a:alpha val="50000"/>
              </a:schemeClr>
            </a:outerShdw>
          </a:effectLst>
        </p:spPr>
        <p:txBody>
          <a:bodyPr wrap="none" lIns="46038" tIns="38100" rIns="46038" bIns="38100" anchor="ctr"/>
          <a:lstStyle>
            <a:lvl1pPr>
              <a:tabLst>
                <a:tab pos="3333750" algn="l"/>
              </a:tabLst>
              <a:defRPr>
                <a:solidFill>
                  <a:schemeClr val="tx1"/>
                </a:solidFill>
                <a:latin typeface="Arial" panose="020B0604020202020204" pitchFamily="34" charset="0"/>
              </a:defRPr>
            </a:lvl1pPr>
            <a:lvl2pPr>
              <a:tabLst>
                <a:tab pos="3333750" algn="l"/>
              </a:tabLst>
              <a:defRPr>
                <a:solidFill>
                  <a:schemeClr val="tx1"/>
                </a:solidFill>
                <a:latin typeface="Arial" panose="020B0604020202020204" pitchFamily="34" charset="0"/>
              </a:defRPr>
            </a:lvl2pPr>
            <a:lvl3pPr>
              <a:tabLst>
                <a:tab pos="3333750" algn="l"/>
              </a:tabLst>
              <a:defRPr>
                <a:solidFill>
                  <a:schemeClr val="tx1"/>
                </a:solidFill>
                <a:latin typeface="Arial" panose="020B0604020202020204" pitchFamily="34" charset="0"/>
              </a:defRPr>
            </a:lvl3pPr>
            <a:lvl4pPr>
              <a:tabLst>
                <a:tab pos="3333750" algn="l"/>
              </a:tabLst>
              <a:defRPr>
                <a:solidFill>
                  <a:schemeClr val="tx1"/>
                </a:solidFill>
                <a:latin typeface="Arial" panose="020B0604020202020204" pitchFamily="34" charset="0"/>
              </a:defRPr>
            </a:lvl4pPr>
            <a:lvl5pPr>
              <a:tabLst>
                <a:tab pos="3333750" algn="l"/>
              </a:tabLst>
              <a:defRPr>
                <a:solidFill>
                  <a:schemeClr val="tx1"/>
                </a:solidFill>
                <a:latin typeface="Arial" panose="020B0604020202020204" pitchFamily="34" charset="0"/>
              </a:defRPr>
            </a:lvl5pPr>
            <a:lvl6pPr fontAlgn="base">
              <a:spcBef>
                <a:spcPct val="0"/>
              </a:spcBef>
              <a:spcAft>
                <a:spcPct val="0"/>
              </a:spcAft>
              <a:tabLst>
                <a:tab pos="3333750" algn="l"/>
              </a:tabLst>
              <a:defRPr>
                <a:solidFill>
                  <a:schemeClr val="tx1"/>
                </a:solidFill>
                <a:latin typeface="Arial" panose="020B0604020202020204" pitchFamily="34" charset="0"/>
              </a:defRPr>
            </a:lvl6pPr>
            <a:lvl7pPr fontAlgn="base">
              <a:spcBef>
                <a:spcPct val="0"/>
              </a:spcBef>
              <a:spcAft>
                <a:spcPct val="0"/>
              </a:spcAft>
              <a:tabLst>
                <a:tab pos="3333750" algn="l"/>
              </a:tabLst>
              <a:defRPr>
                <a:solidFill>
                  <a:schemeClr val="tx1"/>
                </a:solidFill>
                <a:latin typeface="Arial" panose="020B0604020202020204" pitchFamily="34" charset="0"/>
              </a:defRPr>
            </a:lvl7pPr>
            <a:lvl8pPr fontAlgn="base">
              <a:spcBef>
                <a:spcPct val="0"/>
              </a:spcBef>
              <a:spcAft>
                <a:spcPct val="0"/>
              </a:spcAft>
              <a:tabLst>
                <a:tab pos="3333750" algn="l"/>
              </a:tabLst>
              <a:defRPr>
                <a:solidFill>
                  <a:schemeClr val="tx1"/>
                </a:solidFill>
                <a:latin typeface="Arial" panose="020B0604020202020204" pitchFamily="34" charset="0"/>
              </a:defRPr>
            </a:lvl8pPr>
            <a:lvl9pPr fontAlgn="base">
              <a:spcBef>
                <a:spcPct val="0"/>
              </a:spcBef>
              <a:spcAft>
                <a:spcPct val="0"/>
              </a:spcAft>
              <a:tabLst>
                <a:tab pos="3333750" algn="l"/>
              </a:tabLst>
              <a:defRPr>
                <a:solidFill>
                  <a:schemeClr val="tx1"/>
                </a:solidFill>
                <a:latin typeface="Arial" panose="020B0604020202020204" pitchFamily="34" charset="0"/>
              </a:defRPr>
            </a:lvl9pPr>
          </a:lstStyle>
          <a:p>
            <a:pPr>
              <a:lnSpc>
                <a:spcPct val="90000"/>
              </a:lnSpc>
            </a:pPr>
            <a:r>
              <a:rPr lang="en-US" altLang="en-US" sz="1600" b="1">
                <a:solidFill>
                  <a:srgbClr val="FF3300"/>
                </a:solidFill>
                <a:effectLst>
                  <a:outerShdw blurRad="38100" dist="38100" dir="2700000" algn="tl">
                    <a:srgbClr val="000000"/>
                  </a:outerShdw>
                </a:effectLst>
                <a:latin typeface="Courier New" panose="02070309020205020404" pitchFamily="49" charset="0"/>
              </a:rPr>
              <a:t>DISPLAY nString(6:).</a:t>
            </a:r>
          </a:p>
        </p:txBody>
      </p:sp>
      <p:sp>
        <p:nvSpPr>
          <p:cNvPr id="33797" name="Rectangle 5">
            <a:extLst>
              <a:ext uri="{FF2B5EF4-FFF2-40B4-BE49-F238E27FC236}">
                <a16:creationId xmlns:a16="http://schemas.microsoft.com/office/drawing/2014/main" id="{589482A2-1A9B-991A-43EC-88EDFED49AD2}"/>
              </a:ext>
            </a:extLst>
          </p:cNvPr>
          <p:cNvSpPr>
            <a:spLocks noChangeArrowheads="1"/>
          </p:cNvSpPr>
          <p:nvPr/>
        </p:nvSpPr>
        <p:spPr bwMode="auto">
          <a:xfrm>
            <a:off x="1819275" y="282575"/>
            <a:ext cx="854075"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p>
            <a:r>
              <a:rPr lang="en-US" altLang="en-US" sz="1600" b="1">
                <a:effectLst>
                  <a:outerShdw blurRad="38100" dist="38100" dir="2700000" algn="tl">
                    <a:srgbClr val="C0C0C0"/>
                  </a:outerShdw>
                </a:effectLst>
                <a:latin typeface="Arial" panose="020B0604020202020204" pitchFamily="34" charset="0"/>
              </a:rPr>
              <a:t>nString</a:t>
            </a:r>
          </a:p>
        </p:txBody>
      </p:sp>
      <p:sp>
        <p:nvSpPr>
          <p:cNvPr id="33798" name="Rectangle 6">
            <a:extLst>
              <a:ext uri="{FF2B5EF4-FFF2-40B4-BE49-F238E27FC236}">
                <a16:creationId xmlns:a16="http://schemas.microsoft.com/office/drawing/2014/main" id="{D7F99443-E750-DA08-C62C-6DF371B31D4A}"/>
              </a:ext>
            </a:extLst>
          </p:cNvPr>
          <p:cNvSpPr>
            <a:spLocks noChangeArrowheads="1"/>
          </p:cNvSpPr>
          <p:nvPr/>
        </p:nvSpPr>
        <p:spPr bwMode="auto">
          <a:xfrm>
            <a:off x="1704975" y="2255838"/>
            <a:ext cx="1489075" cy="652462"/>
          </a:xfrm>
          <a:prstGeom prst="rect">
            <a:avLst/>
          </a:prstGeom>
          <a:solidFill>
            <a:srgbClr val="FFFFCC"/>
          </a:solidFill>
          <a:ln w="12700">
            <a:solidFill>
              <a:schemeClr val="tx1"/>
            </a:solidFill>
            <a:miter lim="800000"/>
            <a:headEnd/>
            <a:tailEnd/>
          </a:ln>
          <a:effectLst>
            <a:outerShdw dist="71842" dir="2700000" algn="ctr" rotWithShape="0">
              <a:schemeClr val="bg2">
                <a:alpha val="50000"/>
              </a:schemeClr>
            </a:outerShdw>
          </a:effectLst>
        </p:spPr>
        <p:txBody>
          <a:bodyPr wrap="none" lIns="92075" tIns="182563" rIns="92075" bIns="182563" anchor="ctr"/>
          <a:lstStyle/>
          <a:p>
            <a:pPr algn="ctr"/>
            <a:r>
              <a:rPr lang="en-US" altLang="en-US" sz="1800" b="1">
                <a:solidFill>
                  <a:srgbClr val="009900"/>
                </a:solidFill>
                <a:effectLst>
                  <a:outerShdw blurRad="38100" dist="38100" dir="2700000" algn="tl">
                    <a:srgbClr val="000000"/>
                  </a:outerShdw>
                </a:effectLst>
                <a:latin typeface="Arial" panose="020B0604020202020204" pitchFamily="34" charset="0"/>
              </a:rPr>
              <a:t>56</a:t>
            </a:r>
          </a:p>
        </p:txBody>
      </p:sp>
      <p:sp>
        <p:nvSpPr>
          <p:cNvPr id="33799" name="Line 7">
            <a:extLst>
              <a:ext uri="{FF2B5EF4-FFF2-40B4-BE49-F238E27FC236}">
                <a16:creationId xmlns:a16="http://schemas.microsoft.com/office/drawing/2014/main" id="{81BE5986-D893-1C21-CC00-AF1D33D23630}"/>
              </a:ext>
            </a:extLst>
          </p:cNvPr>
          <p:cNvSpPr>
            <a:spLocks noChangeShapeType="1"/>
          </p:cNvSpPr>
          <p:nvPr/>
        </p:nvSpPr>
        <p:spPr bwMode="auto">
          <a:xfrm>
            <a:off x="2424113" y="846138"/>
            <a:ext cx="4762" cy="106362"/>
          </a:xfrm>
          <a:prstGeom prst="line">
            <a:avLst/>
          </a:prstGeom>
          <a:noFill/>
          <a:ln w="12700">
            <a:solidFill>
              <a:srgbClr val="006633"/>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3800" name="Rectangle 8">
            <a:extLst>
              <a:ext uri="{FF2B5EF4-FFF2-40B4-BE49-F238E27FC236}">
                <a16:creationId xmlns:a16="http://schemas.microsoft.com/office/drawing/2014/main" id="{22FC37CC-3EB8-171D-D137-7CC2C6CA361A}"/>
              </a:ext>
            </a:extLst>
          </p:cNvPr>
          <p:cNvSpPr>
            <a:spLocks noChangeArrowheads="1"/>
          </p:cNvSpPr>
          <p:nvPr/>
        </p:nvSpPr>
        <p:spPr bwMode="auto">
          <a:xfrm>
            <a:off x="2365375" y="977900"/>
            <a:ext cx="152400" cy="8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nchorCtr="1"/>
          <a:lstStyle/>
          <a:p>
            <a:pPr>
              <a:lnSpc>
                <a:spcPct val="0"/>
              </a:lnSpc>
            </a:pPr>
            <a:r>
              <a:rPr lang="en-US" altLang="en-US" b="1">
                <a:solidFill>
                  <a:srgbClr val="336600"/>
                </a:solidFill>
                <a:latin typeface="Courier New" panose="02070309020205020404" pitchFamily="49" charset="0"/>
              </a:rPr>
              <a:t>.</a:t>
            </a:r>
          </a:p>
        </p:txBody>
      </p:sp>
    </p:spTree>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8772EB0A-A8D7-3307-3333-4863F49E7A99}"/>
              </a:ext>
            </a:extLst>
          </p:cNvPr>
          <p:cNvSpPr>
            <a:spLocks noChangeArrowheads="1"/>
          </p:cNvSpPr>
          <p:nvPr/>
        </p:nvSpPr>
        <p:spPr bwMode="auto">
          <a:xfrm>
            <a:off x="1546225" y="1201738"/>
            <a:ext cx="21463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a:solidFill>
                  <a:srgbClr val="CC0000"/>
                </a:solidFill>
                <a:effectLst>
                  <a:outerShdw blurRad="38100" dist="38100" dir="2700000" algn="tl">
                    <a:srgbClr val="C0C0C0"/>
                  </a:outerShdw>
                </a:effectLst>
                <a:latin typeface="Arial" panose="020B0604020202020204" pitchFamily="34" charset="0"/>
              </a:rPr>
              <a:t>End of examples.</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altLang="en-US" sz="2000" b="0" i="0" u="none" strike="noStrike" cap="none" normalizeH="0" baseline="0" smtClean="0">
            <a:ln>
              <a:noFill/>
            </a:ln>
            <a:solidFill>
              <a:schemeClr val="tx1"/>
            </a:solidFill>
            <a:effectLst/>
            <a:latin typeface="Times New Roman" panose="02020603050405020304"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altLang="en-US" sz="2000" b="0" i="0" u="none" strike="noStrike" cap="none" normalizeH="0" baseline="0" smtClean="0">
            <a:ln>
              <a:noFill/>
            </a:ln>
            <a:solidFill>
              <a:schemeClr val="tx1"/>
            </a:solidFill>
            <a:effectLst/>
            <a:latin typeface="Times New Roman" panose="02020603050405020304" pitchFamily="18" charset="0"/>
          </a:defRPr>
        </a:defPPr>
      </a:lstStyle>
    </a:lnDef>
  </a:objectDefaults>
  <a:extraClrSchemeLst>
    <a:extraClrScheme>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3.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4.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5.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6.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7.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8.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9.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0.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1.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2.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3.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4.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5.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6.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7.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8.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19.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0.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1.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2.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3.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4.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5.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6.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7.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8.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29.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30.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31.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ppt/theme/themeOverride32.xml><?xml version="1.0" encoding="utf-8"?>
<a:themeOverride xmlns:a="http://schemas.openxmlformats.org/drawingml/2006/main">
  <a:clrScheme name="">
    <a:dk1>
      <a:srgbClr val="000000"/>
    </a:dk1>
    <a:lt1>
      <a:srgbClr val="FFFFFF"/>
    </a:lt1>
    <a:dk2>
      <a:srgbClr val="000000"/>
    </a:dk2>
    <a:lt2>
      <a:srgbClr val="969696"/>
    </a:lt2>
    <a:accent1>
      <a:srgbClr val="DDDDDD"/>
    </a:accent1>
    <a:accent2>
      <a:srgbClr val="3333CC"/>
    </a:accent2>
    <a:accent3>
      <a:srgbClr val="FFFFFF"/>
    </a:accent3>
    <a:accent4>
      <a:srgbClr val="000000"/>
    </a:accent4>
    <a:accent5>
      <a:srgbClr val="EBEBEB"/>
    </a:accent5>
    <a:accent6>
      <a:srgbClr val="2D2DB9"/>
    </a:accent6>
    <a:hlink>
      <a:srgbClr val="CCCCFF"/>
    </a:hlink>
    <a:folHlink>
      <a:srgbClr val="B2B2B2"/>
    </a:folHlink>
  </a:clrScheme>
</a:themeOverride>
</file>

<file path=docProps/app.xml><?xml version="1.0" encoding="utf-8"?>
<Properties xmlns="http://schemas.openxmlformats.org/officeDocument/2006/extended-properties" xmlns:vt="http://schemas.openxmlformats.org/officeDocument/2006/docPropsVTypes">
  <Template>E:\MSOffice\Templates\Blank Presentation.pot</Template>
  <TotalTime>719</TotalTime>
  <Words>1374</Words>
  <Application>Microsoft Office PowerPoint</Application>
  <PresentationFormat>Custom</PresentationFormat>
  <Paragraphs>165</Paragraphs>
  <Slides>32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Times New Roman</vt:lpstr>
      <vt:lpstr>Courier New</vt:lpstr>
      <vt:lpstr>Blank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Slide Title</dc:title>
  <dc:creator>Michael Coughlan</dc:creator>
  <cp:lastModifiedBy>Sean McBride</cp:lastModifiedBy>
  <cp:revision>20</cp:revision>
  <dcterms:created xsi:type="dcterms:W3CDTF">1995-06-17T23:31:02Z</dcterms:created>
  <dcterms:modified xsi:type="dcterms:W3CDTF">2026-05-13T01:06:50Z</dcterms:modified>
</cp:coreProperties>
</file>