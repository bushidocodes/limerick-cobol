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4764088" cy="4764088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90080"/>
            <a:ext cx="4287240" cy="7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1114560"/>
            <a:ext cx="4287240" cy="276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4240" cy="4764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23760"/>
            <a:ext cx="4743360" cy="47340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90080"/>
            <a:ext cx="4287240" cy="79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1114560"/>
            <a:ext cx="4287240" cy="276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05040" y="646200"/>
            <a:ext cx="2933640" cy="225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PERFORM..VARYING using two counters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228680" y="4471920"/>
            <a:ext cx="637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1114560" y="1959120"/>
            <a:ext cx="75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95160" y="461160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 flipH="1">
            <a:off x="1120680" y="1959120"/>
            <a:ext cx="6984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228680" y="4471920"/>
            <a:ext cx="637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228680" y="4471920"/>
            <a:ext cx="637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92436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34808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60036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92436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434808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360036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92436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34808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600360" y="2513160"/>
            <a:ext cx="11268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1228680" y="4471920"/>
            <a:ext cx="637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924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434808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600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1228680" y="4471920"/>
            <a:ext cx="637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3924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434808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600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1228680" y="4471920"/>
            <a:ext cx="637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3924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434808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3600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1228680" y="4471920"/>
            <a:ext cx="637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924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434808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3600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3924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434808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3600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3924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434808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3600360" y="2513160"/>
            <a:ext cx="112680" cy="4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392436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434808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360036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392436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434808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360036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392436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434808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3600360" y="2513160"/>
            <a:ext cx="112680" cy="73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3924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434808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3600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3924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434808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3600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3924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434808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3600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3924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434808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3600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99"/>
          </a:solidFill>
          <a:ln w="12600">
            <a:solidFill>
              <a:srgbClr val="CC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3924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434808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3600360" y="2513160"/>
            <a:ext cx="112680" cy="97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"/>
          <p:cNvSpPr txBox="1"/>
          <p:nvPr/>
        </p:nvSpPr>
        <p:spPr>
          <a:xfrm>
            <a:off x="76320" y="111240"/>
            <a:ext cx="3218040" cy="1089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IterationCount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VARYING Idx1 FROM 1 BY 3 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Idx1 EQUAL TO 7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AFTER   Idx2 FROM 6 BY -1</a:t>
            </a:r>
            <a:br>
              <a:rPr sz="1200"/>
            </a:b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UNTIL   Idx2 LESS THAN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"/>
          <p:cNvSpPr/>
          <p:nvPr/>
        </p:nvSpPr>
        <p:spPr>
          <a:xfrm>
            <a:off x="77760" y="109440"/>
            <a:ext cx="2978640" cy="84600"/>
          </a:xfrm>
          <a:custGeom>
            <a:avLst/>
            <a:gdLst/>
            <a:ahLst/>
            <a:rect l="0" t="0" r="r" b="b"/>
            <a:pathLst>
              <a:path w="8274" h="235">
                <a:moveTo>
                  <a:pt x="8274" y="4"/>
                </a:moveTo>
                <a:lnTo>
                  <a:pt x="8274" y="0"/>
                </a:lnTo>
                <a:lnTo>
                  <a:pt x="8274" y="4"/>
                </a:lnTo>
                <a:lnTo>
                  <a:pt x="8270" y="11"/>
                </a:lnTo>
                <a:lnTo>
                  <a:pt x="8252" y="11"/>
                </a:lnTo>
                <a:lnTo>
                  <a:pt x="8185" y="33"/>
                </a:lnTo>
                <a:lnTo>
                  <a:pt x="8140" y="54"/>
                </a:lnTo>
                <a:lnTo>
                  <a:pt x="8107" y="77"/>
                </a:lnTo>
                <a:lnTo>
                  <a:pt x="8073" y="77"/>
                </a:lnTo>
                <a:lnTo>
                  <a:pt x="8040" y="84"/>
                </a:lnTo>
                <a:lnTo>
                  <a:pt x="8006" y="84"/>
                </a:lnTo>
                <a:lnTo>
                  <a:pt x="7973" y="84"/>
                </a:lnTo>
                <a:lnTo>
                  <a:pt x="7939" y="84"/>
                </a:lnTo>
                <a:lnTo>
                  <a:pt x="7906" y="84"/>
                </a:lnTo>
                <a:lnTo>
                  <a:pt x="7872" y="84"/>
                </a:lnTo>
                <a:lnTo>
                  <a:pt x="7839" y="98"/>
                </a:lnTo>
                <a:lnTo>
                  <a:pt x="7816" y="120"/>
                </a:lnTo>
                <a:lnTo>
                  <a:pt x="7794" y="141"/>
                </a:lnTo>
                <a:lnTo>
                  <a:pt x="7760" y="148"/>
                </a:lnTo>
                <a:lnTo>
                  <a:pt x="7727" y="148"/>
                </a:lnTo>
                <a:lnTo>
                  <a:pt x="7693" y="134"/>
                </a:lnTo>
                <a:lnTo>
                  <a:pt x="7649" y="120"/>
                </a:lnTo>
                <a:lnTo>
                  <a:pt x="7615" y="120"/>
                </a:lnTo>
                <a:lnTo>
                  <a:pt x="7582" y="113"/>
                </a:lnTo>
                <a:lnTo>
                  <a:pt x="7548" y="98"/>
                </a:lnTo>
                <a:lnTo>
                  <a:pt x="7515" y="91"/>
                </a:lnTo>
                <a:lnTo>
                  <a:pt x="7470" y="91"/>
                </a:lnTo>
                <a:lnTo>
                  <a:pt x="7436" y="84"/>
                </a:lnTo>
                <a:lnTo>
                  <a:pt x="7403" y="77"/>
                </a:lnTo>
                <a:lnTo>
                  <a:pt x="7369" y="70"/>
                </a:lnTo>
                <a:lnTo>
                  <a:pt x="7336" y="70"/>
                </a:lnTo>
                <a:lnTo>
                  <a:pt x="7302" y="63"/>
                </a:lnTo>
                <a:lnTo>
                  <a:pt x="7269" y="54"/>
                </a:lnTo>
                <a:lnTo>
                  <a:pt x="7235" y="47"/>
                </a:lnTo>
                <a:lnTo>
                  <a:pt x="7202" y="40"/>
                </a:lnTo>
                <a:lnTo>
                  <a:pt x="7191" y="63"/>
                </a:lnTo>
                <a:lnTo>
                  <a:pt x="7146" y="70"/>
                </a:lnTo>
                <a:lnTo>
                  <a:pt x="7101" y="70"/>
                </a:lnTo>
                <a:lnTo>
                  <a:pt x="7068" y="77"/>
                </a:lnTo>
                <a:lnTo>
                  <a:pt x="7034" y="91"/>
                </a:lnTo>
                <a:lnTo>
                  <a:pt x="7023" y="113"/>
                </a:lnTo>
                <a:lnTo>
                  <a:pt x="6990" y="120"/>
                </a:lnTo>
                <a:lnTo>
                  <a:pt x="6956" y="120"/>
                </a:lnTo>
                <a:lnTo>
                  <a:pt x="6923" y="120"/>
                </a:lnTo>
                <a:lnTo>
                  <a:pt x="6889" y="134"/>
                </a:lnTo>
                <a:lnTo>
                  <a:pt x="6856" y="141"/>
                </a:lnTo>
                <a:lnTo>
                  <a:pt x="6822" y="148"/>
                </a:lnTo>
                <a:lnTo>
                  <a:pt x="6789" y="156"/>
                </a:lnTo>
                <a:lnTo>
                  <a:pt x="6755" y="170"/>
                </a:lnTo>
                <a:lnTo>
                  <a:pt x="6722" y="178"/>
                </a:lnTo>
                <a:lnTo>
                  <a:pt x="6688" y="178"/>
                </a:lnTo>
                <a:lnTo>
                  <a:pt x="6655" y="170"/>
                </a:lnTo>
                <a:lnTo>
                  <a:pt x="6621" y="156"/>
                </a:lnTo>
                <a:lnTo>
                  <a:pt x="6576" y="148"/>
                </a:lnTo>
                <a:lnTo>
                  <a:pt x="6543" y="141"/>
                </a:lnTo>
                <a:lnTo>
                  <a:pt x="6509" y="134"/>
                </a:lnTo>
                <a:lnTo>
                  <a:pt x="6476" y="127"/>
                </a:lnTo>
                <a:lnTo>
                  <a:pt x="6442" y="127"/>
                </a:lnTo>
                <a:lnTo>
                  <a:pt x="6409" y="113"/>
                </a:lnTo>
                <a:lnTo>
                  <a:pt x="6375" y="105"/>
                </a:lnTo>
                <a:lnTo>
                  <a:pt x="6342" y="105"/>
                </a:lnTo>
                <a:lnTo>
                  <a:pt x="6308" y="98"/>
                </a:lnTo>
                <a:lnTo>
                  <a:pt x="6275" y="98"/>
                </a:lnTo>
                <a:lnTo>
                  <a:pt x="6230" y="91"/>
                </a:lnTo>
                <a:lnTo>
                  <a:pt x="6185" y="84"/>
                </a:lnTo>
                <a:lnTo>
                  <a:pt x="6151" y="77"/>
                </a:lnTo>
                <a:lnTo>
                  <a:pt x="6117" y="70"/>
                </a:lnTo>
                <a:lnTo>
                  <a:pt x="6084" y="70"/>
                </a:lnTo>
                <a:lnTo>
                  <a:pt x="6050" y="70"/>
                </a:lnTo>
                <a:lnTo>
                  <a:pt x="6017" y="70"/>
                </a:lnTo>
                <a:lnTo>
                  <a:pt x="5983" y="70"/>
                </a:lnTo>
                <a:lnTo>
                  <a:pt x="5950" y="70"/>
                </a:lnTo>
                <a:lnTo>
                  <a:pt x="5916" y="70"/>
                </a:lnTo>
                <a:lnTo>
                  <a:pt x="5872" y="70"/>
                </a:lnTo>
                <a:lnTo>
                  <a:pt x="5838" y="63"/>
                </a:lnTo>
                <a:lnTo>
                  <a:pt x="5805" y="47"/>
                </a:lnTo>
                <a:lnTo>
                  <a:pt x="5771" y="47"/>
                </a:lnTo>
                <a:lnTo>
                  <a:pt x="5738" y="47"/>
                </a:lnTo>
                <a:lnTo>
                  <a:pt x="5715" y="70"/>
                </a:lnTo>
                <a:lnTo>
                  <a:pt x="5682" y="84"/>
                </a:lnTo>
                <a:lnTo>
                  <a:pt x="5648" y="91"/>
                </a:lnTo>
                <a:lnTo>
                  <a:pt x="5615" y="113"/>
                </a:lnTo>
                <a:lnTo>
                  <a:pt x="5581" y="120"/>
                </a:lnTo>
                <a:lnTo>
                  <a:pt x="5548" y="127"/>
                </a:lnTo>
                <a:lnTo>
                  <a:pt x="5514" y="134"/>
                </a:lnTo>
                <a:lnTo>
                  <a:pt x="5481" y="134"/>
                </a:lnTo>
                <a:lnTo>
                  <a:pt x="5447" y="127"/>
                </a:lnTo>
                <a:lnTo>
                  <a:pt x="5414" y="113"/>
                </a:lnTo>
                <a:lnTo>
                  <a:pt x="5380" y="105"/>
                </a:lnTo>
                <a:lnTo>
                  <a:pt x="5347" y="105"/>
                </a:lnTo>
                <a:lnTo>
                  <a:pt x="5313" y="98"/>
                </a:lnTo>
                <a:lnTo>
                  <a:pt x="5280" y="91"/>
                </a:lnTo>
                <a:lnTo>
                  <a:pt x="5246" y="77"/>
                </a:lnTo>
                <a:lnTo>
                  <a:pt x="5213" y="77"/>
                </a:lnTo>
                <a:lnTo>
                  <a:pt x="5179" y="63"/>
                </a:lnTo>
                <a:lnTo>
                  <a:pt x="5146" y="54"/>
                </a:lnTo>
                <a:lnTo>
                  <a:pt x="5112" y="54"/>
                </a:lnTo>
                <a:lnTo>
                  <a:pt x="5079" y="47"/>
                </a:lnTo>
                <a:lnTo>
                  <a:pt x="5045" y="47"/>
                </a:lnTo>
                <a:lnTo>
                  <a:pt x="5001" y="40"/>
                </a:lnTo>
                <a:lnTo>
                  <a:pt x="4967" y="33"/>
                </a:lnTo>
                <a:lnTo>
                  <a:pt x="4934" y="33"/>
                </a:lnTo>
                <a:lnTo>
                  <a:pt x="4900" y="33"/>
                </a:lnTo>
                <a:lnTo>
                  <a:pt x="4867" y="33"/>
                </a:lnTo>
                <a:lnTo>
                  <a:pt x="4833" y="33"/>
                </a:lnTo>
                <a:lnTo>
                  <a:pt x="4800" y="40"/>
                </a:lnTo>
                <a:lnTo>
                  <a:pt x="4766" y="54"/>
                </a:lnTo>
                <a:lnTo>
                  <a:pt x="4733" y="77"/>
                </a:lnTo>
                <a:lnTo>
                  <a:pt x="4699" y="91"/>
                </a:lnTo>
                <a:lnTo>
                  <a:pt x="4665" y="105"/>
                </a:lnTo>
                <a:lnTo>
                  <a:pt x="4632" y="120"/>
                </a:lnTo>
                <a:lnTo>
                  <a:pt x="4598" y="127"/>
                </a:lnTo>
                <a:lnTo>
                  <a:pt x="4565" y="127"/>
                </a:lnTo>
                <a:lnTo>
                  <a:pt x="4531" y="127"/>
                </a:lnTo>
                <a:lnTo>
                  <a:pt x="4498" y="134"/>
                </a:lnTo>
                <a:lnTo>
                  <a:pt x="4453" y="134"/>
                </a:lnTo>
                <a:lnTo>
                  <a:pt x="4420" y="141"/>
                </a:lnTo>
                <a:lnTo>
                  <a:pt x="4375" y="148"/>
                </a:lnTo>
                <a:lnTo>
                  <a:pt x="4342" y="156"/>
                </a:lnTo>
                <a:lnTo>
                  <a:pt x="4308" y="156"/>
                </a:lnTo>
                <a:lnTo>
                  <a:pt x="4275" y="163"/>
                </a:lnTo>
                <a:lnTo>
                  <a:pt x="4241" y="163"/>
                </a:lnTo>
                <a:lnTo>
                  <a:pt x="4208" y="163"/>
                </a:lnTo>
                <a:lnTo>
                  <a:pt x="4174" y="163"/>
                </a:lnTo>
                <a:lnTo>
                  <a:pt x="4141" y="163"/>
                </a:lnTo>
                <a:lnTo>
                  <a:pt x="4107" y="156"/>
                </a:lnTo>
                <a:lnTo>
                  <a:pt x="4085" y="134"/>
                </a:lnTo>
                <a:lnTo>
                  <a:pt x="4040" y="113"/>
                </a:lnTo>
                <a:lnTo>
                  <a:pt x="4007" y="105"/>
                </a:lnTo>
                <a:lnTo>
                  <a:pt x="3962" y="91"/>
                </a:lnTo>
                <a:lnTo>
                  <a:pt x="3928" y="77"/>
                </a:lnTo>
                <a:lnTo>
                  <a:pt x="3884" y="77"/>
                </a:lnTo>
                <a:lnTo>
                  <a:pt x="3850" y="70"/>
                </a:lnTo>
                <a:lnTo>
                  <a:pt x="3817" y="54"/>
                </a:lnTo>
                <a:lnTo>
                  <a:pt x="3783" y="54"/>
                </a:lnTo>
                <a:lnTo>
                  <a:pt x="3750" y="47"/>
                </a:lnTo>
                <a:lnTo>
                  <a:pt x="3705" y="63"/>
                </a:lnTo>
                <a:lnTo>
                  <a:pt x="3671" y="77"/>
                </a:lnTo>
                <a:lnTo>
                  <a:pt x="3638" y="91"/>
                </a:lnTo>
                <a:lnTo>
                  <a:pt x="3604" y="98"/>
                </a:lnTo>
                <a:lnTo>
                  <a:pt x="3571" y="105"/>
                </a:lnTo>
                <a:lnTo>
                  <a:pt x="3526" y="120"/>
                </a:lnTo>
                <a:lnTo>
                  <a:pt x="3493" y="127"/>
                </a:lnTo>
                <a:lnTo>
                  <a:pt x="3459" y="141"/>
                </a:lnTo>
                <a:lnTo>
                  <a:pt x="3426" y="141"/>
                </a:lnTo>
                <a:lnTo>
                  <a:pt x="3392" y="141"/>
                </a:lnTo>
                <a:lnTo>
                  <a:pt x="3348" y="134"/>
                </a:lnTo>
                <a:lnTo>
                  <a:pt x="3325" y="113"/>
                </a:lnTo>
                <a:lnTo>
                  <a:pt x="3292" y="98"/>
                </a:lnTo>
                <a:lnTo>
                  <a:pt x="3258" y="84"/>
                </a:lnTo>
                <a:lnTo>
                  <a:pt x="3225" y="63"/>
                </a:lnTo>
                <a:lnTo>
                  <a:pt x="3191" y="47"/>
                </a:lnTo>
                <a:lnTo>
                  <a:pt x="3158" y="33"/>
                </a:lnTo>
                <a:lnTo>
                  <a:pt x="3124" y="26"/>
                </a:lnTo>
                <a:lnTo>
                  <a:pt x="3091" y="26"/>
                </a:lnTo>
                <a:lnTo>
                  <a:pt x="3057" y="26"/>
                </a:lnTo>
                <a:lnTo>
                  <a:pt x="3024" y="33"/>
                </a:lnTo>
                <a:lnTo>
                  <a:pt x="2990" y="33"/>
                </a:lnTo>
                <a:lnTo>
                  <a:pt x="2957" y="33"/>
                </a:lnTo>
                <a:lnTo>
                  <a:pt x="2923" y="33"/>
                </a:lnTo>
                <a:lnTo>
                  <a:pt x="2890" y="33"/>
                </a:lnTo>
                <a:lnTo>
                  <a:pt x="2856" y="40"/>
                </a:lnTo>
                <a:lnTo>
                  <a:pt x="2823" y="40"/>
                </a:lnTo>
                <a:lnTo>
                  <a:pt x="2789" y="40"/>
                </a:lnTo>
                <a:lnTo>
                  <a:pt x="2756" y="40"/>
                </a:lnTo>
                <a:lnTo>
                  <a:pt x="2722" y="47"/>
                </a:lnTo>
                <a:lnTo>
                  <a:pt x="2689" y="47"/>
                </a:lnTo>
                <a:lnTo>
                  <a:pt x="2655" y="47"/>
                </a:lnTo>
                <a:lnTo>
                  <a:pt x="2622" y="47"/>
                </a:lnTo>
                <a:lnTo>
                  <a:pt x="2588" y="47"/>
                </a:lnTo>
                <a:lnTo>
                  <a:pt x="2555" y="47"/>
                </a:lnTo>
                <a:lnTo>
                  <a:pt x="2521" y="54"/>
                </a:lnTo>
                <a:lnTo>
                  <a:pt x="2488" y="70"/>
                </a:lnTo>
                <a:lnTo>
                  <a:pt x="2454" y="77"/>
                </a:lnTo>
                <a:lnTo>
                  <a:pt x="2420" y="91"/>
                </a:lnTo>
                <a:lnTo>
                  <a:pt x="2387" y="98"/>
                </a:lnTo>
                <a:lnTo>
                  <a:pt x="2353" y="120"/>
                </a:lnTo>
                <a:lnTo>
                  <a:pt x="2320" y="127"/>
                </a:lnTo>
                <a:lnTo>
                  <a:pt x="2286" y="134"/>
                </a:lnTo>
                <a:lnTo>
                  <a:pt x="2242" y="141"/>
                </a:lnTo>
                <a:lnTo>
                  <a:pt x="2208" y="148"/>
                </a:lnTo>
                <a:lnTo>
                  <a:pt x="2175" y="156"/>
                </a:lnTo>
                <a:lnTo>
                  <a:pt x="2141" y="156"/>
                </a:lnTo>
                <a:lnTo>
                  <a:pt x="2108" y="156"/>
                </a:lnTo>
                <a:lnTo>
                  <a:pt x="2074" y="141"/>
                </a:lnTo>
                <a:lnTo>
                  <a:pt x="2040" y="127"/>
                </a:lnTo>
                <a:lnTo>
                  <a:pt x="2006" y="120"/>
                </a:lnTo>
                <a:lnTo>
                  <a:pt x="1973" y="105"/>
                </a:lnTo>
                <a:lnTo>
                  <a:pt x="1928" y="105"/>
                </a:lnTo>
                <a:lnTo>
                  <a:pt x="1883" y="98"/>
                </a:lnTo>
                <a:lnTo>
                  <a:pt x="1872" y="77"/>
                </a:lnTo>
                <a:lnTo>
                  <a:pt x="1839" y="70"/>
                </a:lnTo>
                <a:lnTo>
                  <a:pt x="1805" y="70"/>
                </a:lnTo>
                <a:lnTo>
                  <a:pt x="1761" y="70"/>
                </a:lnTo>
                <a:lnTo>
                  <a:pt x="1727" y="70"/>
                </a:lnTo>
                <a:lnTo>
                  <a:pt x="1693" y="70"/>
                </a:lnTo>
                <a:lnTo>
                  <a:pt x="1693" y="91"/>
                </a:lnTo>
                <a:lnTo>
                  <a:pt x="1693" y="113"/>
                </a:lnTo>
                <a:lnTo>
                  <a:pt x="1727" y="127"/>
                </a:lnTo>
                <a:lnTo>
                  <a:pt x="1749" y="148"/>
                </a:lnTo>
                <a:lnTo>
                  <a:pt x="1783" y="170"/>
                </a:lnTo>
                <a:lnTo>
                  <a:pt x="1805" y="192"/>
                </a:lnTo>
                <a:lnTo>
                  <a:pt x="1828" y="214"/>
                </a:lnTo>
                <a:lnTo>
                  <a:pt x="1850" y="235"/>
                </a:lnTo>
                <a:lnTo>
                  <a:pt x="1816" y="221"/>
                </a:lnTo>
                <a:lnTo>
                  <a:pt x="1783" y="199"/>
                </a:lnTo>
                <a:lnTo>
                  <a:pt x="1749" y="185"/>
                </a:lnTo>
                <a:lnTo>
                  <a:pt x="1716" y="170"/>
                </a:lnTo>
                <a:lnTo>
                  <a:pt x="1682" y="156"/>
                </a:lnTo>
                <a:lnTo>
                  <a:pt x="1649" y="134"/>
                </a:lnTo>
                <a:lnTo>
                  <a:pt x="1615" y="113"/>
                </a:lnTo>
                <a:lnTo>
                  <a:pt x="1582" y="98"/>
                </a:lnTo>
                <a:lnTo>
                  <a:pt x="1548" y="91"/>
                </a:lnTo>
                <a:lnTo>
                  <a:pt x="1504" y="84"/>
                </a:lnTo>
                <a:lnTo>
                  <a:pt x="1470" y="84"/>
                </a:lnTo>
                <a:lnTo>
                  <a:pt x="1437" y="84"/>
                </a:lnTo>
                <a:lnTo>
                  <a:pt x="1403" y="84"/>
                </a:lnTo>
                <a:lnTo>
                  <a:pt x="1370" y="77"/>
                </a:lnTo>
                <a:lnTo>
                  <a:pt x="1336" y="77"/>
                </a:lnTo>
                <a:lnTo>
                  <a:pt x="1303" y="77"/>
                </a:lnTo>
                <a:lnTo>
                  <a:pt x="1269" y="77"/>
                </a:lnTo>
                <a:lnTo>
                  <a:pt x="1224" y="77"/>
                </a:lnTo>
                <a:lnTo>
                  <a:pt x="1191" y="77"/>
                </a:lnTo>
                <a:lnTo>
                  <a:pt x="1157" y="84"/>
                </a:lnTo>
                <a:lnTo>
                  <a:pt x="1124" y="84"/>
                </a:lnTo>
                <a:lnTo>
                  <a:pt x="1079" y="84"/>
                </a:lnTo>
                <a:lnTo>
                  <a:pt x="1035" y="84"/>
                </a:lnTo>
                <a:lnTo>
                  <a:pt x="1001" y="84"/>
                </a:lnTo>
                <a:lnTo>
                  <a:pt x="967" y="84"/>
                </a:lnTo>
                <a:lnTo>
                  <a:pt x="934" y="98"/>
                </a:lnTo>
                <a:lnTo>
                  <a:pt x="900" y="105"/>
                </a:lnTo>
                <a:lnTo>
                  <a:pt x="889" y="127"/>
                </a:lnTo>
                <a:lnTo>
                  <a:pt x="889" y="148"/>
                </a:lnTo>
                <a:lnTo>
                  <a:pt x="856" y="170"/>
                </a:lnTo>
                <a:lnTo>
                  <a:pt x="822" y="178"/>
                </a:lnTo>
                <a:lnTo>
                  <a:pt x="789" y="178"/>
                </a:lnTo>
                <a:lnTo>
                  <a:pt x="755" y="178"/>
                </a:lnTo>
                <a:lnTo>
                  <a:pt x="722" y="178"/>
                </a:lnTo>
                <a:lnTo>
                  <a:pt x="688" y="185"/>
                </a:lnTo>
                <a:lnTo>
                  <a:pt x="655" y="192"/>
                </a:lnTo>
                <a:lnTo>
                  <a:pt x="610" y="192"/>
                </a:lnTo>
                <a:lnTo>
                  <a:pt x="577" y="192"/>
                </a:lnTo>
                <a:lnTo>
                  <a:pt x="543" y="192"/>
                </a:lnTo>
                <a:lnTo>
                  <a:pt x="510" y="185"/>
                </a:lnTo>
                <a:lnTo>
                  <a:pt x="487" y="163"/>
                </a:lnTo>
                <a:lnTo>
                  <a:pt x="454" y="156"/>
                </a:lnTo>
                <a:lnTo>
                  <a:pt x="420" y="141"/>
                </a:lnTo>
                <a:lnTo>
                  <a:pt x="387" y="134"/>
                </a:lnTo>
                <a:lnTo>
                  <a:pt x="353" y="127"/>
                </a:lnTo>
                <a:lnTo>
                  <a:pt x="320" y="127"/>
                </a:lnTo>
                <a:lnTo>
                  <a:pt x="286" y="120"/>
                </a:lnTo>
                <a:lnTo>
                  <a:pt x="253" y="105"/>
                </a:lnTo>
                <a:lnTo>
                  <a:pt x="219" y="98"/>
                </a:lnTo>
                <a:lnTo>
                  <a:pt x="186" y="84"/>
                </a:lnTo>
                <a:lnTo>
                  <a:pt x="152" y="77"/>
                </a:lnTo>
                <a:lnTo>
                  <a:pt x="119" y="70"/>
                </a:lnTo>
                <a:lnTo>
                  <a:pt x="85" y="54"/>
                </a:lnTo>
                <a:lnTo>
                  <a:pt x="52" y="47"/>
                </a:lnTo>
                <a:lnTo>
                  <a:pt x="7" y="11"/>
                </a:lnTo>
                <a:lnTo>
                  <a:pt x="7" y="7"/>
                </a:lnTo>
                <a:lnTo>
                  <a:pt x="0" y="7"/>
                </a:lnTo>
                <a:lnTo>
                  <a:pt x="0" y="7"/>
                </a:lnTo>
                <a:lnTo>
                  <a:pt x="7" y="14"/>
                </a:lnTo>
                <a:lnTo>
                  <a:pt x="7" y="4"/>
                </a:lnTo>
                <a:lnTo>
                  <a:pt x="8274" y="4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33480" rIns="961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"/>
          <p:cNvSpPr/>
          <p:nvPr/>
        </p:nvSpPr>
        <p:spPr>
          <a:xfrm>
            <a:off x="88920" y="1081080"/>
            <a:ext cx="3211920" cy="133560"/>
          </a:xfrm>
          <a:custGeom>
            <a:avLst/>
            <a:gdLst/>
            <a:ahLst/>
            <a:rect l="0" t="0" r="r" b="b"/>
            <a:pathLst>
              <a:path w="8922" h="371">
                <a:moveTo>
                  <a:pt x="0" y="357"/>
                </a:moveTo>
                <a:lnTo>
                  <a:pt x="4" y="330"/>
                </a:lnTo>
                <a:lnTo>
                  <a:pt x="0" y="371"/>
                </a:lnTo>
                <a:lnTo>
                  <a:pt x="100" y="220"/>
                </a:lnTo>
                <a:lnTo>
                  <a:pt x="148" y="220"/>
                </a:lnTo>
                <a:lnTo>
                  <a:pt x="196" y="257"/>
                </a:lnTo>
                <a:lnTo>
                  <a:pt x="260" y="220"/>
                </a:lnTo>
                <a:lnTo>
                  <a:pt x="324" y="164"/>
                </a:lnTo>
                <a:lnTo>
                  <a:pt x="372" y="146"/>
                </a:lnTo>
                <a:lnTo>
                  <a:pt x="420" y="146"/>
                </a:lnTo>
                <a:lnTo>
                  <a:pt x="469" y="128"/>
                </a:lnTo>
                <a:lnTo>
                  <a:pt x="517" y="109"/>
                </a:lnTo>
                <a:lnTo>
                  <a:pt x="565" y="109"/>
                </a:lnTo>
                <a:lnTo>
                  <a:pt x="613" y="128"/>
                </a:lnTo>
                <a:lnTo>
                  <a:pt x="661" y="128"/>
                </a:lnTo>
                <a:lnTo>
                  <a:pt x="709" y="146"/>
                </a:lnTo>
                <a:lnTo>
                  <a:pt x="757" y="182"/>
                </a:lnTo>
                <a:lnTo>
                  <a:pt x="805" y="202"/>
                </a:lnTo>
                <a:lnTo>
                  <a:pt x="853" y="220"/>
                </a:lnTo>
                <a:lnTo>
                  <a:pt x="902" y="238"/>
                </a:lnTo>
                <a:lnTo>
                  <a:pt x="950" y="257"/>
                </a:lnTo>
                <a:lnTo>
                  <a:pt x="1014" y="238"/>
                </a:lnTo>
                <a:lnTo>
                  <a:pt x="1078" y="202"/>
                </a:lnTo>
                <a:lnTo>
                  <a:pt x="1110" y="146"/>
                </a:lnTo>
                <a:lnTo>
                  <a:pt x="1158" y="146"/>
                </a:lnTo>
                <a:lnTo>
                  <a:pt x="1206" y="128"/>
                </a:lnTo>
                <a:lnTo>
                  <a:pt x="1254" y="109"/>
                </a:lnTo>
                <a:lnTo>
                  <a:pt x="1303" y="91"/>
                </a:lnTo>
                <a:lnTo>
                  <a:pt x="1351" y="146"/>
                </a:lnTo>
                <a:lnTo>
                  <a:pt x="1399" y="182"/>
                </a:lnTo>
                <a:lnTo>
                  <a:pt x="1447" y="238"/>
                </a:lnTo>
                <a:lnTo>
                  <a:pt x="1495" y="275"/>
                </a:lnTo>
                <a:lnTo>
                  <a:pt x="1543" y="275"/>
                </a:lnTo>
                <a:lnTo>
                  <a:pt x="1591" y="238"/>
                </a:lnTo>
                <a:lnTo>
                  <a:pt x="1639" y="220"/>
                </a:lnTo>
                <a:lnTo>
                  <a:pt x="1687" y="182"/>
                </a:lnTo>
                <a:lnTo>
                  <a:pt x="1736" y="164"/>
                </a:lnTo>
                <a:lnTo>
                  <a:pt x="1784" y="146"/>
                </a:lnTo>
                <a:lnTo>
                  <a:pt x="1848" y="128"/>
                </a:lnTo>
                <a:lnTo>
                  <a:pt x="1896" y="128"/>
                </a:lnTo>
                <a:lnTo>
                  <a:pt x="1944" y="109"/>
                </a:lnTo>
                <a:lnTo>
                  <a:pt x="1992" y="109"/>
                </a:lnTo>
                <a:lnTo>
                  <a:pt x="2040" y="109"/>
                </a:lnTo>
                <a:lnTo>
                  <a:pt x="2088" y="91"/>
                </a:lnTo>
                <a:lnTo>
                  <a:pt x="2153" y="73"/>
                </a:lnTo>
                <a:lnTo>
                  <a:pt x="2217" y="73"/>
                </a:lnTo>
                <a:lnTo>
                  <a:pt x="2282" y="54"/>
                </a:lnTo>
                <a:lnTo>
                  <a:pt x="2330" y="109"/>
                </a:lnTo>
                <a:lnTo>
                  <a:pt x="2362" y="164"/>
                </a:lnTo>
                <a:lnTo>
                  <a:pt x="2394" y="220"/>
                </a:lnTo>
                <a:lnTo>
                  <a:pt x="2458" y="238"/>
                </a:lnTo>
                <a:lnTo>
                  <a:pt x="2506" y="220"/>
                </a:lnTo>
                <a:lnTo>
                  <a:pt x="2571" y="202"/>
                </a:lnTo>
                <a:lnTo>
                  <a:pt x="2619" y="182"/>
                </a:lnTo>
                <a:lnTo>
                  <a:pt x="2683" y="164"/>
                </a:lnTo>
                <a:lnTo>
                  <a:pt x="2747" y="164"/>
                </a:lnTo>
                <a:lnTo>
                  <a:pt x="2795" y="146"/>
                </a:lnTo>
                <a:lnTo>
                  <a:pt x="2843" y="128"/>
                </a:lnTo>
                <a:lnTo>
                  <a:pt x="2907" y="109"/>
                </a:lnTo>
                <a:lnTo>
                  <a:pt x="2955" y="91"/>
                </a:lnTo>
                <a:lnTo>
                  <a:pt x="3004" y="73"/>
                </a:lnTo>
                <a:lnTo>
                  <a:pt x="3052" y="54"/>
                </a:lnTo>
                <a:lnTo>
                  <a:pt x="3100" y="91"/>
                </a:lnTo>
                <a:lnTo>
                  <a:pt x="3148" y="128"/>
                </a:lnTo>
                <a:lnTo>
                  <a:pt x="3196" y="164"/>
                </a:lnTo>
                <a:lnTo>
                  <a:pt x="3244" y="202"/>
                </a:lnTo>
                <a:lnTo>
                  <a:pt x="3292" y="238"/>
                </a:lnTo>
                <a:lnTo>
                  <a:pt x="3340" y="238"/>
                </a:lnTo>
                <a:lnTo>
                  <a:pt x="3388" y="238"/>
                </a:lnTo>
                <a:lnTo>
                  <a:pt x="3437" y="220"/>
                </a:lnTo>
                <a:lnTo>
                  <a:pt x="3485" y="202"/>
                </a:lnTo>
                <a:lnTo>
                  <a:pt x="3533" y="202"/>
                </a:lnTo>
                <a:lnTo>
                  <a:pt x="3581" y="182"/>
                </a:lnTo>
                <a:lnTo>
                  <a:pt x="3645" y="182"/>
                </a:lnTo>
                <a:lnTo>
                  <a:pt x="3693" y="164"/>
                </a:lnTo>
                <a:lnTo>
                  <a:pt x="3741" y="164"/>
                </a:lnTo>
                <a:lnTo>
                  <a:pt x="3789" y="164"/>
                </a:lnTo>
                <a:lnTo>
                  <a:pt x="3837" y="164"/>
                </a:lnTo>
                <a:lnTo>
                  <a:pt x="3886" y="164"/>
                </a:lnTo>
                <a:lnTo>
                  <a:pt x="3934" y="164"/>
                </a:lnTo>
                <a:lnTo>
                  <a:pt x="3998" y="146"/>
                </a:lnTo>
                <a:lnTo>
                  <a:pt x="4046" y="128"/>
                </a:lnTo>
                <a:lnTo>
                  <a:pt x="4094" y="91"/>
                </a:lnTo>
                <a:lnTo>
                  <a:pt x="4142" y="73"/>
                </a:lnTo>
                <a:lnTo>
                  <a:pt x="4190" y="54"/>
                </a:lnTo>
                <a:lnTo>
                  <a:pt x="4254" y="36"/>
                </a:lnTo>
                <a:lnTo>
                  <a:pt x="4319" y="73"/>
                </a:lnTo>
                <a:lnTo>
                  <a:pt x="4367" y="128"/>
                </a:lnTo>
                <a:lnTo>
                  <a:pt x="4415" y="164"/>
                </a:lnTo>
                <a:lnTo>
                  <a:pt x="4463" y="182"/>
                </a:lnTo>
                <a:lnTo>
                  <a:pt x="4511" y="220"/>
                </a:lnTo>
                <a:lnTo>
                  <a:pt x="4559" y="220"/>
                </a:lnTo>
                <a:lnTo>
                  <a:pt x="4607" y="220"/>
                </a:lnTo>
                <a:lnTo>
                  <a:pt x="4671" y="202"/>
                </a:lnTo>
                <a:lnTo>
                  <a:pt x="4720" y="182"/>
                </a:lnTo>
                <a:lnTo>
                  <a:pt x="4768" y="146"/>
                </a:lnTo>
                <a:lnTo>
                  <a:pt x="4832" y="109"/>
                </a:lnTo>
                <a:lnTo>
                  <a:pt x="4880" y="91"/>
                </a:lnTo>
                <a:lnTo>
                  <a:pt x="4944" y="54"/>
                </a:lnTo>
                <a:lnTo>
                  <a:pt x="4992" y="54"/>
                </a:lnTo>
                <a:lnTo>
                  <a:pt x="5040" y="54"/>
                </a:lnTo>
                <a:lnTo>
                  <a:pt x="5104" y="36"/>
                </a:lnTo>
                <a:lnTo>
                  <a:pt x="5153" y="18"/>
                </a:lnTo>
                <a:lnTo>
                  <a:pt x="5201" y="18"/>
                </a:lnTo>
                <a:lnTo>
                  <a:pt x="5233" y="73"/>
                </a:lnTo>
                <a:lnTo>
                  <a:pt x="5281" y="109"/>
                </a:lnTo>
                <a:lnTo>
                  <a:pt x="5329" y="146"/>
                </a:lnTo>
                <a:lnTo>
                  <a:pt x="5377" y="202"/>
                </a:lnTo>
                <a:lnTo>
                  <a:pt x="5425" y="238"/>
                </a:lnTo>
                <a:lnTo>
                  <a:pt x="5473" y="257"/>
                </a:lnTo>
                <a:lnTo>
                  <a:pt x="5521" y="257"/>
                </a:lnTo>
                <a:lnTo>
                  <a:pt x="5570" y="220"/>
                </a:lnTo>
                <a:lnTo>
                  <a:pt x="5618" y="182"/>
                </a:lnTo>
                <a:lnTo>
                  <a:pt x="5666" y="146"/>
                </a:lnTo>
                <a:lnTo>
                  <a:pt x="5714" y="128"/>
                </a:lnTo>
                <a:lnTo>
                  <a:pt x="5762" y="109"/>
                </a:lnTo>
                <a:lnTo>
                  <a:pt x="5826" y="91"/>
                </a:lnTo>
                <a:lnTo>
                  <a:pt x="5874" y="91"/>
                </a:lnTo>
                <a:lnTo>
                  <a:pt x="5922" y="91"/>
                </a:lnTo>
                <a:lnTo>
                  <a:pt x="5970" y="73"/>
                </a:lnTo>
                <a:lnTo>
                  <a:pt x="6019" y="73"/>
                </a:lnTo>
                <a:lnTo>
                  <a:pt x="6067" y="36"/>
                </a:lnTo>
                <a:lnTo>
                  <a:pt x="6131" y="54"/>
                </a:lnTo>
                <a:lnTo>
                  <a:pt x="6211" y="109"/>
                </a:lnTo>
                <a:lnTo>
                  <a:pt x="6259" y="128"/>
                </a:lnTo>
                <a:lnTo>
                  <a:pt x="6323" y="182"/>
                </a:lnTo>
                <a:lnTo>
                  <a:pt x="6371" y="202"/>
                </a:lnTo>
                <a:lnTo>
                  <a:pt x="6420" y="238"/>
                </a:lnTo>
                <a:lnTo>
                  <a:pt x="6468" y="275"/>
                </a:lnTo>
                <a:lnTo>
                  <a:pt x="6516" y="275"/>
                </a:lnTo>
                <a:lnTo>
                  <a:pt x="6564" y="257"/>
                </a:lnTo>
                <a:lnTo>
                  <a:pt x="6628" y="220"/>
                </a:lnTo>
                <a:lnTo>
                  <a:pt x="6676" y="164"/>
                </a:lnTo>
                <a:lnTo>
                  <a:pt x="6725" y="146"/>
                </a:lnTo>
                <a:lnTo>
                  <a:pt x="6773" y="128"/>
                </a:lnTo>
                <a:lnTo>
                  <a:pt x="6821" y="109"/>
                </a:lnTo>
                <a:lnTo>
                  <a:pt x="6886" y="91"/>
                </a:lnTo>
                <a:lnTo>
                  <a:pt x="6934" y="73"/>
                </a:lnTo>
                <a:lnTo>
                  <a:pt x="6982" y="54"/>
                </a:lnTo>
                <a:lnTo>
                  <a:pt x="7030" y="36"/>
                </a:lnTo>
                <a:lnTo>
                  <a:pt x="7078" y="36"/>
                </a:lnTo>
                <a:lnTo>
                  <a:pt x="7126" y="54"/>
                </a:lnTo>
                <a:lnTo>
                  <a:pt x="7206" y="91"/>
                </a:lnTo>
                <a:lnTo>
                  <a:pt x="7254" y="128"/>
                </a:lnTo>
                <a:lnTo>
                  <a:pt x="7303" y="146"/>
                </a:lnTo>
                <a:lnTo>
                  <a:pt x="7351" y="164"/>
                </a:lnTo>
                <a:lnTo>
                  <a:pt x="7399" y="182"/>
                </a:lnTo>
                <a:lnTo>
                  <a:pt x="7447" y="182"/>
                </a:lnTo>
                <a:lnTo>
                  <a:pt x="7495" y="146"/>
                </a:lnTo>
                <a:lnTo>
                  <a:pt x="7543" y="128"/>
                </a:lnTo>
                <a:lnTo>
                  <a:pt x="7591" y="91"/>
                </a:lnTo>
                <a:lnTo>
                  <a:pt x="7639" y="54"/>
                </a:lnTo>
                <a:lnTo>
                  <a:pt x="7687" y="36"/>
                </a:lnTo>
                <a:lnTo>
                  <a:pt x="7752" y="18"/>
                </a:lnTo>
                <a:lnTo>
                  <a:pt x="7800" y="0"/>
                </a:lnTo>
                <a:lnTo>
                  <a:pt x="7848" y="0"/>
                </a:lnTo>
                <a:lnTo>
                  <a:pt x="7912" y="0"/>
                </a:lnTo>
                <a:lnTo>
                  <a:pt x="7960" y="18"/>
                </a:lnTo>
                <a:lnTo>
                  <a:pt x="8024" y="36"/>
                </a:lnTo>
                <a:lnTo>
                  <a:pt x="8072" y="54"/>
                </a:lnTo>
                <a:lnTo>
                  <a:pt x="8120" y="91"/>
                </a:lnTo>
                <a:lnTo>
                  <a:pt x="8169" y="109"/>
                </a:lnTo>
                <a:lnTo>
                  <a:pt x="8233" y="128"/>
                </a:lnTo>
                <a:lnTo>
                  <a:pt x="8281" y="164"/>
                </a:lnTo>
                <a:lnTo>
                  <a:pt x="8329" y="164"/>
                </a:lnTo>
                <a:lnTo>
                  <a:pt x="8361" y="109"/>
                </a:lnTo>
                <a:lnTo>
                  <a:pt x="8409" y="73"/>
                </a:lnTo>
                <a:lnTo>
                  <a:pt x="8457" y="73"/>
                </a:lnTo>
                <a:lnTo>
                  <a:pt x="8505" y="91"/>
                </a:lnTo>
                <a:lnTo>
                  <a:pt x="8570" y="128"/>
                </a:lnTo>
                <a:lnTo>
                  <a:pt x="8618" y="164"/>
                </a:lnTo>
                <a:lnTo>
                  <a:pt x="8666" y="182"/>
                </a:lnTo>
                <a:lnTo>
                  <a:pt x="8698" y="238"/>
                </a:lnTo>
                <a:lnTo>
                  <a:pt x="8746" y="257"/>
                </a:lnTo>
                <a:lnTo>
                  <a:pt x="8794" y="275"/>
                </a:lnTo>
                <a:lnTo>
                  <a:pt x="8842" y="311"/>
                </a:lnTo>
                <a:lnTo>
                  <a:pt x="8890" y="311"/>
                </a:lnTo>
                <a:lnTo>
                  <a:pt x="8922" y="348"/>
                </a:lnTo>
                <a:lnTo>
                  <a:pt x="8902" y="339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2114640" y="214776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836720" y="257184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384480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3543480" y="2496960"/>
            <a:ext cx="1085760" cy="181764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638280" y="2714760"/>
            <a:ext cx="1171440" cy="176220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/>
          <p:nvPr/>
        </p:nvSpPr>
        <p:spPr>
          <a:xfrm>
            <a:off x="1809720" y="1257480"/>
            <a:ext cx="0" cy="10285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1809720" y="3225960"/>
            <a:ext cx="0" cy="168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2152800" y="2324160"/>
            <a:ext cx="33336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1228680" y="4471920"/>
            <a:ext cx="49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>
            <a:off x="642960" y="3322800"/>
            <a:ext cx="0" cy="28548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>
            <a:off x="1809720" y="3895560"/>
            <a:ext cx="0" cy="939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42840" rIns="96120" bIns="42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1441440" y="203832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 =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1330200" y="152244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1 to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2470320" y="2075040"/>
            <a:ext cx="946080" cy="4827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Next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1444680" y="2876400"/>
            <a:ext cx="730080" cy="5605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 &lt;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446120" y="3603600"/>
            <a:ext cx="72720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Loop Body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1515960" y="4111560"/>
            <a:ext cx="585720" cy="216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 flipH="1">
            <a:off x="314280" y="1962000"/>
            <a:ext cx="149544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314280" y="1962000"/>
            <a:ext cx="0" cy="2648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314280" y="4610160"/>
            <a:ext cx="25243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 flipV="1">
            <a:off x="2838600" y="3162240"/>
            <a:ext cx="0" cy="144792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"/>
          <p:cNvSpPr/>
          <p:nvPr/>
        </p:nvSpPr>
        <p:spPr>
          <a:xfrm>
            <a:off x="2171880" y="3162240"/>
            <a:ext cx="666720" cy="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"/>
          <p:cNvSpPr/>
          <p:nvPr/>
        </p:nvSpPr>
        <p:spPr>
          <a:xfrm flipH="1">
            <a:off x="952560" y="1959120"/>
            <a:ext cx="23796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"/>
          <p:cNvSpPr/>
          <p:nvPr/>
        </p:nvSpPr>
        <p:spPr>
          <a:xfrm>
            <a:off x="69516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"/>
          <p:cNvSpPr/>
          <p:nvPr/>
        </p:nvSpPr>
        <p:spPr>
          <a:xfrm>
            <a:off x="2038320" y="4605480"/>
            <a:ext cx="76320" cy="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"/>
          <p:cNvSpPr/>
          <p:nvPr/>
        </p:nvSpPr>
        <p:spPr>
          <a:xfrm>
            <a:off x="1809720" y="2581200"/>
            <a:ext cx="0" cy="312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"/>
          <p:cNvSpPr/>
          <p:nvPr/>
        </p:nvSpPr>
        <p:spPr>
          <a:xfrm>
            <a:off x="2838600" y="4191120"/>
            <a:ext cx="0" cy="871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36000" rIns="96120" bIns="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"/>
          <p:cNvSpPr/>
          <p:nvPr/>
        </p:nvSpPr>
        <p:spPr>
          <a:xfrm>
            <a:off x="2838600" y="3305160"/>
            <a:ext cx="0" cy="10332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4259160" y="237492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3587760" y="2374920"/>
            <a:ext cx="777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"/>
          <p:cNvSpPr/>
          <p:nvPr/>
        </p:nvSpPr>
        <p:spPr>
          <a:xfrm>
            <a:off x="3790800" y="2500200"/>
            <a:ext cx="0" cy="180504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"/>
          <p:cNvSpPr/>
          <p:nvPr/>
        </p:nvSpPr>
        <p:spPr>
          <a:xfrm>
            <a:off x="4195800" y="2505240"/>
            <a:ext cx="0" cy="180000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"/>
          <p:cNvSpPr/>
          <p:nvPr/>
        </p:nvSpPr>
        <p:spPr>
          <a:xfrm>
            <a:off x="1809720" y="1189080"/>
            <a:ext cx="0" cy="28584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2373480" y="3530520"/>
            <a:ext cx="93816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Move 6 to 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Inc 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369252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361620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4273560" y="198360"/>
            <a:ext cx="254160" cy="1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Idx2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4197240" y="320760"/>
            <a:ext cx="393840" cy="3682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69696">
                <a:alpha val="50000"/>
              </a:srgbClr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2133720" y="3014640"/>
            <a:ext cx="2682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1836720" y="3409920"/>
            <a:ext cx="28260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False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3924360" y="2513160"/>
            <a:ext cx="112680" cy="12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4348080" y="2513160"/>
            <a:ext cx="112680" cy="12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3600360" y="2513160"/>
            <a:ext cx="112680" cy="12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"/>
          <p:cNvSpPr/>
          <p:nvPr/>
        </p:nvSpPr>
        <p:spPr>
          <a:xfrm>
            <a:off x="314280" y="2212920"/>
            <a:ext cx="0" cy="6192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0800" rIns="96120" bIns="10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"/>
          <p:cNvSpPr/>
          <p:nvPr/>
        </p:nvSpPr>
        <p:spPr>
          <a:xfrm>
            <a:off x="314280" y="3479760"/>
            <a:ext cx="0" cy="65160"/>
          </a:xfrm>
          <a:prstGeom prst="line">
            <a:avLst/>
          </a:prstGeom>
          <a:ln w="12600">
            <a:solidFill>
              <a:srgbClr val="00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14040" rIns="96120" bIns="14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