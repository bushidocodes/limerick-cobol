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82" r:id="rId2"/>
    <p:sldId id="284" r:id="rId3"/>
    <p:sldId id="278" r:id="rId4"/>
    <p:sldId id="280" r:id="rId5"/>
    <p:sldId id="281" r:id="rId6"/>
    <p:sldId id="283" r:id="rId7"/>
    <p:sldId id="286" r:id="rId8"/>
    <p:sldId id="287" r:id="rId9"/>
    <p:sldId id="288" r:id="rId10"/>
    <p:sldId id="290" r:id="rId11"/>
    <p:sldId id="292" r:id="rId12"/>
    <p:sldId id="293" r:id="rId13"/>
    <p:sldId id="294" r:id="rId14"/>
    <p:sldId id="295" r:id="rId15"/>
    <p:sldId id="298" r:id="rId16"/>
    <p:sldId id="306" r:id="rId17"/>
    <p:sldId id="299" r:id="rId18"/>
    <p:sldId id="300" r:id="rId19"/>
    <p:sldId id="301" r:id="rId20"/>
    <p:sldId id="302" r:id="rId21"/>
    <p:sldId id="307" r:id="rId22"/>
    <p:sldId id="308" r:id="rId23"/>
  </p:sldIdLst>
  <p:sldSz cx="4764088" cy="4764088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CCFFCC"/>
    <a:srgbClr val="EEFFEE"/>
    <a:srgbClr val="FFFFCC"/>
    <a:srgbClr val="33CC33"/>
    <a:srgbClr val="009900"/>
    <a:srgbClr val="FFFF66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80" d="100"/>
          <a:sy n="180" d="100"/>
        </p:scale>
        <p:origin x="1212" y="150"/>
      </p:cViewPr>
      <p:guideLst>
        <p:guide orient="horz" pos="15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5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CA5504B-858A-756C-FC18-48AB3DA2E9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b="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D6509A85-D203-49F5-D5A8-38589AD39EA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b="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197C35D1-3F1D-3DBB-555C-A337F26497EC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720850" y="692150"/>
            <a:ext cx="341630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20CFD8BC-805F-30CD-0342-FB2D1C06D1C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7625B7AE-349B-54F9-FC65-5A0B124787C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b="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6EFD7D34-EA43-6C1F-DACA-9F0CCE519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b="0" i="1">
                <a:solidFill>
                  <a:schemeClr val="tx1"/>
                </a:solidFill>
              </a:defRPr>
            </a:lvl1pPr>
          </a:lstStyle>
          <a:p>
            <a:fld id="{C2224DF0-4E40-42AE-AD59-8233B343666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718D3-3011-9CFD-8901-ACE622D5F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779463"/>
            <a:ext cx="3573462" cy="16589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0D6BDE-02CF-C344-2661-FC61D7B7D4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501900"/>
            <a:ext cx="3573462" cy="11509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43703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2451B-E74C-3FBE-82C1-13BB1450C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54000"/>
            <a:ext cx="4110038" cy="9207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E0855-DD8B-973B-176C-F60FE27A9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268413"/>
            <a:ext cx="4110038" cy="3022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8342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52367-452E-508B-6E29-F2D214B38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1187450"/>
            <a:ext cx="4108450" cy="19812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7070A-CEA4-8850-4896-1315A6AD2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3187700"/>
            <a:ext cx="4108450" cy="10429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9595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F721-CDAB-06A2-3B8E-E13B460E1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54000"/>
            <a:ext cx="4110038" cy="9207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BD107-3239-51EB-E4DD-94BCF1F07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268413"/>
            <a:ext cx="1978025" cy="3022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D6CD6-AC9C-5706-AF96-B8128C401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268413"/>
            <a:ext cx="1979613" cy="3022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9108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C5C3B-134E-B4A6-9F77-A5A1EF88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4108450" cy="9207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01E8B8-7234-C064-C2BD-D9CCD28BE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1168400"/>
            <a:ext cx="2014537" cy="5715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480356-215B-A39C-B834-3CF67F666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739900"/>
            <a:ext cx="2014537" cy="2560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A28DCE-C99B-1AF3-145B-40881BEE2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1168400"/>
            <a:ext cx="2025650" cy="5715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CAF4BD-FA85-6886-D469-82B45C707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739900"/>
            <a:ext cx="2025650" cy="2560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016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DA8E0-F446-5D5F-47EF-063148FB6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54000"/>
            <a:ext cx="4110038" cy="9207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6854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2137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F55DC-29C6-0FCE-DEE1-C556AA753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17500"/>
            <a:ext cx="1536700" cy="111125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D86D-F4A2-43BB-2058-303C078E6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5650" y="685800"/>
            <a:ext cx="2411413" cy="33861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2157A9-F5A1-710B-74F2-8D87AD7F4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28750"/>
            <a:ext cx="1536700" cy="2647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39994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7FB80-6385-B2C9-E045-D2846F7CB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17500"/>
            <a:ext cx="1536700" cy="111125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BDC40C-08DD-3B90-AFCA-0B59DEB4AC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5650" y="685800"/>
            <a:ext cx="2411413" cy="3386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7DA02C-2C38-A6A9-56F0-A9CF21909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28750"/>
            <a:ext cx="1536700" cy="2647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459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2F84-D2EF-C778-BBDC-99DAF027F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54000"/>
            <a:ext cx="4110038" cy="9207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EBB8B-4963-516B-B61F-49F3FF33AB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268413"/>
            <a:ext cx="4110038" cy="3022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7282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413B59-93D1-EFC7-9A17-9D38E335E5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9950" y="254000"/>
            <a:ext cx="1027113" cy="40370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2D1562-D7F5-08EC-6CEF-4452529BEB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54000"/>
            <a:ext cx="2930525" cy="403701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8428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DBCB2A1-49B3-C264-0E07-876BF4C88C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0163"/>
            <a:ext cx="4730750" cy="47212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9DB468F6-8C8C-38B2-E330-12F4F6600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646113"/>
            <a:ext cx="2933700" cy="225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PERFORM..VARYING using two counters</a:t>
            </a:r>
          </a:p>
          <a:p>
            <a:pPr algn="ctr"/>
            <a:endParaRPr lang="en-US" altLang="en-US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>
              <a:solidFill>
                <a:schemeClr val="tx1"/>
              </a:solidFill>
            </a:endParaRPr>
          </a:p>
          <a:p>
            <a:pPr algn="ctr"/>
            <a:r>
              <a:rPr lang="en-US" altLang="en-US" sz="1000" b="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3D66C9B1-C4EF-7073-1E09-D417E3914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4099" name="Freeform 3">
            <a:extLst>
              <a:ext uri="{FF2B5EF4-FFF2-40B4-BE49-F238E27FC236}">
                <a16:creationId xmlns:a16="http://schemas.microsoft.com/office/drawing/2014/main" id="{67FEC979-6C82-C161-231B-648A44871449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1F03556-E323-2B3E-58DE-DE99FF978976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451071F8-638F-44A0-C04C-15629C61E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300C25CE-51AA-DEF3-6C2B-5B301C21A0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3970215A-5D69-6505-5FFF-D00DDDA2E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97C04934-CF96-4F61-E748-F92DA4F1E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A4F77677-3A5E-DF13-441D-5B16219127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87498ED8-B0A5-66CE-AB38-3AA751C708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4ABCFEEB-752B-7CAC-60C4-CDE29A9515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8" name="Line 12">
            <a:extLst>
              <a:ext uri="{FF2B5EF4-FFF2-40B4-BE49-F238E27FC236}">
                <a16:creationId xmlns:a16="http://schemas.microsoft.com/office/drawing/2014/main" id="{847F80D6-B097-BA67-2C27-2E40BF92B0E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9" name="Line 13">
            <a:extLst>
              <a:ext uri="{FF2B5EF4-FFF2-40B4-BE49-F238E27FC236}">
                <a16:creationId xmlns:a16="http://schemas.microsoft.com/office/drawing/2014/main" id="{86100E2E-2423-2949-A96F-B60424FA4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0" name="Line 14">
            <a:extLst>
              <a:ext uri="{FF2B5EF4-FFF2-40B4-BE49-F238E27FC236}">
                <a16:creationId xmlns:a16="http://schemas.microsoft.com/office/drawing/2014/main" id="{CA06D2B3-4466-6C2F-C584-48AF7A69739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1" name="Line 15">
            <a:extLst>
              <a:ext uri="{FF2B5EF4-FFF2-40B4-BE49-F238E27FC236}">
                <a16:creationId xmlns:a16="http://schemas.microsoft.com/office/drawing/2014/main" id="{C1604A94-40BB-5373-6E21-A4C3BCDF39B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AutoShape 16">
            <a:extLst>
              <a:ext uri="{FF2B5EF4-FFF2-40B4-BE49-F238E27FC236}">
                <a16:creationId xmlns:a16="http://schemas.microsoft.com/office/drawing/2014/main" id="{B7C7CC96-7C3D-E170-4C9C-6AACA8E4A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9BD5C272-C9D8-FCDB-9940-14B182531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4114" name="Rectangle 18">
            <a:extLst>
              <a:ext uri="{FF2B5EF4-FFF2-40B4-BE49-F238E27FC236}">
                <a16:creationId xmlns:a16="http://schemas.microsoft.com/office/drawing/2014/main" id="{A55CB4FD-8CEB-C179-EA2F-D79639586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4115" name="AutoShape 19">
            <a:extLst>
              <a:ext uri="{FF2B5EF4-FFF2-40B4-BE49-F238E27FC236}">
                <a16:creationId xmlns:a16="http://schemas.microsoft.com/office/drawing/2014/main" id="{3FDDC3E1-1160-BA82-0B31-700940BA9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4116" name="Rectangle 20">
            <a:extLst>
              <a:ext uri="{FF2B5EF4-FFF2-40B4-BE49-F238E27FC236}">
                <a16:creationId xmlns:a16="http://schemas.microsoft.com/office/drawing/2014/main" id="{6C744E8F-EF2B-4731-31A7-597967058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4117" name="Rectangle 21">
            <a:extLst>
              <a:ext uri="{FF2B5EF4-FFF2-40B4-BE49-F238E27FC236}">
                <a16:creationId xmlns:a16="http://schemas.microsoft.com/office/drawing/2014/main" id="{42CA0D7D-80A5-DFB7-D020-9FE1DC5AEE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4118" name="Line 22">
            <a:extLst>
              <a:ext uri="{FF2B5EF4-FFF2-40B4-BE49-F238E27FC236}">
                <a16:creationId xmlns:a16="http://schemas.microsoft.com/office/drawing/2014/main" id="{CC8D6E43-C5D6-5577-C157-184E4C95AA7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9" name="Line 23">
            <a:extLst>
              <a:ext uri="{FF2B5EF4-FFF2-40B4-BE49-F238E27FC236}">
                <a16:creationId xmlns:a16="http://schemas.microsoft.com/office/drawing/2014/main" id="{F599C0DC-39FC-5502-2533-8851051BD0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0" name="Line 24">
            <a:extLst>
              <a:ext uri="{FF2B5EF4-FFF2-40B4-BE49-F238E27FC236}">
                <a16:creationId xmlns:a16="http://schemas.microsoft.com/office/drawing/2014/main" id="{EF2808E9-F528-2020-BEEE-DE2436075B2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1" name="Line 25">
            <a:extLst>
              <a:ext uri="{FF2B5EF4-FFF2-40B4-BE49-F238E27FC236}">
                <a16:creationId xmlns:a16="http://schemas.microsoft.com/office/drawing/2014/main" id="{02DB01C9-8059-154C-FF9E-630781FB7D1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2" name="Line 26">
            <a:extLst>
              <a:ext uri="{FF2B5EF4-FFF2-40B4-BE49-F238E27FC236}">
                <a16:creationId xmlns:a16="http://schemas.microsoft.com/office/drawing/2014/main" id="{A985FC78-1F18-381C-8FCC-D153E1A2F1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3" name="Line 27">
            <a:extLst>
              <a:ext uri="{FF2B5EF4-FFF2-40B4-BE49-F238E27FC236}">
                <a16:creationId xmlns:a16="http://schemas.microsoft.com/office/drawing/2014/main" id="{A1FCD035-84E9-78F4-3885-EAB64BAD1DA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14425" y="1958975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4" name="Line 28">
            <a:extLst>
              <a:ext uri="{FF2B5EF4-FFF2-40B4-BE49-F238E27FC236}">
                <a16:creationId xmlns:a16="http://schemas.microsoft.com/office/drawing/2014/main" id="{19820242-3943-F41A-14C4-32055F0EBE23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1168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5" name="Line 29">
            <a:extLst>
              <a:ext uri="{FF2B5EF4-FFF2-40B4-BE49-F238E27FC236}">
                <a16:creationId xmlns:a16="http://schemas.microsoft.com/office/drawing/2014/main" id="{66AB78AD-9947-8C20-092D-929B61E22E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6" name="Line 30">
            <a:extLst>
              <a:ext uri="{FF2B5EF4-FFF2-40B4-BE49-F238E27FC236}">
                <a16:creationId xmlns:a16="http://schemas.microsoft.com/office/drawing/2014/main" id="{3BA3CB4B-76E5-55C4-46F6-0AB6B75925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7" name="Line 31">
            <a:extLst>
              <a:ext uri="{FF2B5EF4-FFF2-40B4-BE49-F238E27FC236}">
                <a16:creationId xmlns:a16="http://schemas.microsoft.com/office/drawing/2014/main" id="{2F018F15-4206-4493-D716-89AEAC4E163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8" name="Line 32">
            <a:extLst>
              <a:ext uri="{FF2B5EF4-FFF2-40B4-BE49-F238E27FC236}">
                <a16:creationId xmlns:a16="http://schemas.microsoft.com/office/drawing/2014/main" id="{CAD61E98-7261-B13B-47F1-1EFA1D6F43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9" name="Line 33">
            <a:extLst>
              <a:ext uri="{FF2B5EF4-FFF2-40B4-BE49-F238E27FC236}">
                <a16:creationId xmlns:a16="http://schemas.microsoft.com/office/drawing/2014/main" id="{7ACE8632-994E-9A00-B99D-6D1D53A23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0" name="Line 34">
            <a:extLst>
              <a:ext uri="{FF2B5EF4-FFF2-40B4-BE49-F238E27FC236}">
                <a16:creationId xmlns:a16="http://schemas.microsoft.com/office/drawing/2014/main" id="{B9CFFF8A-CCA3-8E28-2F9B-3420F14FE0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1" name="Rectangle 35">
            <a:extLst>
              <a:ext uri="{FF2B5EF4-FFF2-40B4-BE49-F238E27FC236}">
                <a16:creationId xmlns:a16="http://schemas.microsoft.com/office/drawing/2014/main" id="{6AFCAD59-BB40-7CA4-A9C7-F5CB2E73B3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4132" name="Rectangle 36">
            <a:extLst>
              <a:ext uri="{FF2B5EF4-FFF2-40B4-BE49-F238E27FC236}">
                <a16:creationId xmlns:a16="http://schemas.microsoft.com/office/drawing/2014/main" id="{ACA86E1B-CF4D-F700-BBAF-1D850E1784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4133" name="Line 37">
            <a:extLst>
              <a:ext uri="{FF2B5EF4-FFF2-40B4-BE49-F238E27FC236}">
                <a16:creationId xmlns:a16="http://schemas.microsoft.com/office/drawing/2014/main" id="{708392AB-6832-E8DD-C39A-C4C236CE0E4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4" name="Line 38">
            <a:extLst>
              <a:ext uri="{FF2B5EF4-FFF2-40B4-BE49-F238E27FC236}">
                <a16:creationId xmlns:a16="http://schemas.microsoft.com/office/drawing/2014/main" id="{5AABD414-15B5-BC25-9EC1-AC521F41738F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5" name="Line 39">
            <a:extLst>
              <a:ext uri="{FF2B5EF4-FFF2-40B4-BE49-F238E27FC236}">
                <a16:creationId xmlns:a16="http://schemas.microsoft.com/office/drawing/2014/main" id="{093C30F9-9219-CDF1-78B0-6D59540076D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6" name="Rectangle 40">
            <a:extLst>
              <a:ext uri="{FF2B5EF4-FFF2-40B4-BE49-F238E27FC236}">
                <a16:creationId xmlns:a16="http://schemas.microsoft.com/office/drawing/2014/main" id="{A21144B1-67E3-C8C2-B157-4D22FB39A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4137" name="Rectangle 41">
            <a:extLst>
              <a:ext uri="{FF2B5EF4-FFF2-40B4-BE49-F238E27FC236}">
                <a16:creationId xmlns:a16="http://schemas.microsoft.com/office/drawing/2014/main" id="{2969C59E-CE7D-78FB-CC57-2C7944CFE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4138" name="Rectangle 42">
            <a:extLst>
              <a:ext uri="{FF2B5EF4-FFF2-40B4-BE49-F238E27FC236}">
                <a16:creationId xmlns:a16="http://schemas.microsoft.com/office/drawing/2014/main" id="{E34C5CBD-42D9-15E4-7F95-C32081C7E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4139" name="Rectangle 43">
            <a:extLst>
              <a:ext uri="{FF2B5EF4-FFF2-40B4-BE49-F238E27FC236}">
                <a16:creationId xmlns:a16="http://schemas.microsoft.com/office/drawing/2014/main" id="{DE6C5603-3D3F-1F4A-5631-77E6D818D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4140" name="Rectangle 44">
            <a:extLst>
              <a:ext uri="{FF2B5EF4-FFF2-40B4-BE49-F238E27FC236}">
                <a16:creationId xmlns:a16="http://schemas.microsoft.com/office/drawing/2014/main" id="{1F90A081-FD4D-FE83-FAC4-B1A85B245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4141" name="Rectangle 45">
            <a:extLst>
              <a:ext uri="{FF2B5EF4-FFF2-40B4-BE49-F238E27FC236}">
                <a16:creationId xmlns:a16="http://schemas.microsoft.com/office/drawing/2014/main" id="{3C251EB2-AC72-A9FE-F154-0A588B0F9E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4142" name="Rectangle 46">
            <a:extLst>
              <a:ext uri="{FF2B5EF4-FFF2-40B4-BE49-F238E27FC236}">
                <a16:creationId xmlns:a16="http://schemas.microsoft.com/office/drawing/2014/main" id="{FD37E8AB-D7CA-9216-211E-6A3F00666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4143" name="Line 47">
            <a:extLst>
              <a:ext uri="{FF2B5EF4-FFF2-40B4-BE49-F238E27FC236}">
                <a16:creationId xmlns:a16="http://schemas.microsoft.com/office/drawing/2014/main" id="{9EC31209-A194-2506-6CBF-F001D1B38D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844A0A5E-8EC0-406C-5720-36CD3CB119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5123" name="Freeform 3">
            <a:extLst>
              <a:ext uri="{FF2B5EF4-FFF2-40B4-BE49-F238E27FC236}">
                <a16:creationId xmlns:a16="http://schemas.microsoft.com/office/drawing/2014/main" id="{15A4F864-3D6A-D465-BFAA-BDE2F826BE77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4" name="Freeform 4">
            <a:extLst>
              <a:ext uri="{FF2B5EF4-FFF2-40B4-BE49-F238E27FC236}">
                <a16:creationId xmlns:a16="http://schemas.microsoft.com/office/drawing/2014/main" id="{527DD3C0-C9E8-6979-F7B3-8FDB35C4017D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08CA9F92-976B-A655-F93A-BD7F894AF9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EB873698-A92F-8801-5A17-1032BC1D1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EE4DC37D-B8CF-1B81-0CE2-F3ED0B305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C94605AF-FBB5-F6A3-18ED-15EB9A97E2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E8171AF2-24F8-35AB-04F9-000998C4F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E3EEDA19-0957-62EB-B890-DC040B99C34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0B5D8C22-AD43-E3B4-AFEE-3524B16E10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Line 12">
            <a:extLst>
              <a:ext uri="{FF2B5EF4-FFF2-40B4-BE49-F238E27FC236}">
                <a16:creationId xmlns:a16="http://schemas.microsoft.com/office/drawing/2014/main" id="{90D4ED8A-94C9-1D16-5D93-A19325C4B45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Line 13">
            <a:extLst>
              <a:ext uri="{FF2B5EF4-FFF2-40B4-BE49-F238E27FC236}">
                <a16:creationId xmlns:a16="http://schemas.microsoft.com/office/drawing/2014/main" id="{FD57DA62-382B-EAD1-E6DD-B4CEEB8988A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4" name="Line 14">
            <a:extLst>
              <a:ext uri="{FF2B5EF4-FFF2-40B4-BE49-F238E27FC236}">
                <a16:creationId xmlns:a16="http://schemas.microsoft.com/office/drawing/2014/main" id="{BE4CF880-141E-1EDB-97E5-1DF8D617B22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5" name="AutoShape 15">
            <a:extLst>
              <a:ext uri="{FF2B5EF4-FFF2-40B4-BE49-F238E27FC236}">
                <a16:creationId xmlns:a16="http://schemas.microsoft.com/office/drawing/2014/main" id="{C5637775-9586-5CB5-A7EF-D87A0C5B7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5136" name="Rectangle 16">
            <a:extLst>
              <a:ext uri="{FF2B5EF4-FFF2-40B4-BE49-F238E27FC236}">
                <a16:creationId xmlns:a16="http://schemas.microsoft.com/office/drawing/2014/main" id="{82FD7052-2DB2-C01A-F0A2-215B1BFF4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922D5A23-F424-B001-CB58-C0AD7FA51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5138" name="AutoShape 18">
            <a:extLst>
              <a:ext uri="{FF2B5EF4-FFF2-40B4-BE49-F238E27FC236}">
                <a16:creationId xmlns:a16="http://schemas.microsoft.com/office/drawing/2014/main" id="{096ED4E9-F823-E6CD-1EAF-FC2B163FD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04400DAD-04CE-E746-4E69-AD425AD86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5B6C2117-7150-6D8C-D4CD-55908B8D6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5141" name="Line 21">
            <a:extLst>
              <a:ext uri="{FF2B5EF4-FFF2-40B4-BE49-F238E27FC236}">
                <a16:creationId xmlns:a16="http://schemas.microsoft.com/office/drawing/2014/main" id="{A18FE180-212C-0BC1-1EFB-643660F907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2" name="Line 22">
            <a:extLst>
              <a:ext uri="{FF2B5EF4-FFF2-40B4-BE49-F238E27FC236}">
                <a16:creationId xmlns:a16="http://schemas.microsoft.com/office/drawing/2014/main" id="{C34335C9-5942-0203-E28E-A7775A06FF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3" name="Line 23">
            <a:extLst>
              <a:ext uri="{FF2B5EF4-FFF2-40B4-BE49-F238E27FC236}">
                <a16:creationId xmlns:a16="http://schemas.microsoft.com/office/drawing/2014/main" id="{0B204B00-5F93-E468-1200-F040E2F3825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4" name="Line 24">
            <a:extLst>
              <a:ext uri="{FF2B5EF4-FFF2-40B4-BE49-F238E27FC236}">
                <a16:creationId xmlns:a16="http://schemas.microsoft.com/office/drawing/2014/main" id="{07643CFE-4842-6CFB-65D2-D413FEA3BD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5" name="Line 25">
            <a:extLst>
              <a:ext uri="{FF2B5EF4-FFF2-40B4-BE49-F238E27FC236}">
                <a16:creationId xmlns:a16="http://schemas.microsoft.com/office/drawing/2014/main" id="{94D10440-EA70-5842-56A8-32C90DA96A6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6" name="Line 26">
            <a:extLst>
              <a:ext uri="{FF2B5EF4-FFF2-40B4-BE49-F238E27FC236}">
                <a16:creationId xmlns:a16="http://schemas.microsoft.com/office/drawing/2014/main" id="{E85921E9-4A7C-66BD-4B46-5C0E1196E0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20775" y="1958975"/>
            <a:ext cx="698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7" name="Line 27">
            <a:extLst>
              <a:ext uri="{FF2B5EF4-FFF2-40B4-BE49-F238E27FC236}">
                <a16:creationId xmlns:a16="http://schemas.microsoft.com/office/drawing/2014/main" id="{6DE13B97-9AC1-F373-7B69-6C8B57179A93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8" name="Line 28">
            <a:extLst>
              <a:ext uri="{FF2B5EF4-FFF2-40B4-BE49-F238E27FC236}">
                <a16:creationId xmlns:a16="http://schemas.microsoft.com/office/drawing/2014/main" id="{DE745B4D-AD9F-9EEF-A34F-6B68478534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9" name="Line 29">
            <a:extLst>
              <a:ext uri="{FF2B5EF4-FFF2-40B4-BE49-F238E27FC236}">
                <a16:creationId xmlns:a16="http://schemas.microsoft.com/office/drawing/2014/main" id="{439EECEF-B873-A925-01F2-5E8A1AD549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0" name="Line 30">
            <a:extLst>
              <a:ext uri="{FF2B5EF4-FFF2-40B4-BE49-F238E27FC236}">
                <a16:creationId xmlns:a16="http://schemas.microsoft.com/office/drawing/2014/main" id="{14051DDD-AE45-D1B8-8B6B-76849394689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B1BDBDA3-F230-DBED-E7BB-9D2487BFA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Rectangle 32">
            <a:extLst>
              <a:ext uri="{FF2B5EF4-FFF2-40B4-BE49-F238E27FC236}">
                <a16:creationId xmlns:a16="http://schemas.microsoft.com/office/drawing/2014/main" id="{D27CC1BB-C8CA-762D-E454-DC7E2EC5C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5153" name="Rectangle 33">
            <a:extLst>
              <a:ext uri="{FF2B5EF4-FFF2-40B4-BE49-F238E27FC236}">
                <a16:creationId xmlns:a16="http://schemas.microsoft.com/office/drawing/2014/main" id="{1E5DA9CA-DD36-C767-F71D-780438C3F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5154" name="Line 34">
            <a:extLst>
              <a:ext uri="{FF2B5EF4-FFF2-40B4-BE49-F238E27FC236}">
                <a16:creationId xmlns:a16="http://schemas.microsoft.com/office/drawing/2014/main" id="{B8C80471-A16A-EA8B-D2D1-59F260EE5E3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5" name="Line 35">
            <a:extLst>
              <a:ext uri="{FF2B5EF4-FFF2-40B4-BE49-F238E27FC236}">
                <a16:creationId xmlns:a16="http://schemas.microsoft.com/office/drawing/2014/main" id="{4D6311B5-3894-046B-10A3-251F064D92A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6" name="Line 36">
            <a:extLst>
              <a:ext uri="{FF2B5EF4-FFF2-40B4-BE49-F238E27FC236}">
                <a16:creationId xmlns:a16="http://schemas.microsoft.com/office/drawing/2014/main" id="{B68838A9-0669-D5D6-9151-EBB7A6C5A46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7" name="Rectangle 37">
            <a:extLst>
              <a:ext uri="{FF2B5EF4-FFF2-40B4-BE49-F238E27FC236}">
                <a16:creationId xmlns:a16="http://schemas.microsoft.com/office/drawing/2014/main" id="{BE6557F2-7E23-A67B-2205-79ECDD2BE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5158" name="Rectangle 38">
            <a:extLst>
              <a:ext uri="{FF2B5EF4-FFF2-40B4-BE49-F238E27FC236}">
                <a16:creationId xmlns:a16="http://schemas.microsoft.com/office/drawing/2014/main" id="{2F560E6B-117B-F7B6-671E-4C038E332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5159" name="Rectangle 39">
            <a:extLst>
              <a:ext uri="{FF2B5EF4-FFF2-40B4-BE49-F238E27FC236}">
                <a16:creationId xmlns:a16="http://schemas.microsoft.com/office/drawing/2014/main" id="{4DB8AA95-B8B1-74E4-961E-8A98E6FF4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160" name="Rectangle 40">
            <a:extLst>
              <a:ext uri="{FF2B5EF4-FFF2-40B4-BE49-F238E27FC236}">
                <a16:creationId xmlns:a16="http://schemas.microsoft.com/office/drawing/2014/main" id="{FF8C1297-9A3A-21DD-2DAC-AA2B79857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5161" name="Rectangle 41">
            <a:extLst>
              <a:ext uri="{FF2B5EF4-FFF2-40B4-BE49-F238E27FC236}">
                <a16:creationId xmlns:a16="http://schemas.microsoft.com/office/drawing/2014/main" id="{42FAA259-7E6C-70C4-1DC1-BDB929BC21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5162" name="Rectangle 42">
            <a:extLst>
              <a:ext uri="{FF2B5EF4-FFF2-40B4-BE49-F238E27FC236}">
                <a16:creationId xmlns:a16="http://schemas.microsoft.com/office/drawing/2014/main" id="{AE17424E-ABDB-967E-59B0-1AC3D13AD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5163" name="Rectangle 43">
            <a:extLst>
              <a:ext uri="{FF2B5EF4-FFF2-40B4-BE49-F238E27FC236}">
                <a16:creationId xmlns:a16="http://schemas.microsoft.com/office/drawing/2014/main" id="{4CA3AF97-18CD-7615-4590-D36DAC5FF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959D0C28-238A-5E0D-9124-CB6AB72514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B90F4E95-8B63-03D0-0E47-4A0657CA3FA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C8FC06FB-FFB4-E085-CE71-99494DF4AA1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7" name="Line 47">
            <a:extLst>
              <a:ext uri="{FF2B5EF4-FFF2-40B4-BE49-F238E27FC236}">
                <a16:creationId xmlns:a16="http://schemas.microsoft.com/office/drawing/2014/main" id="{3CFFC14D-F739-4AEE-C052-A2694A671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C75252B-95E8-8B37-FFD7-00F5A7203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6147" name="Freeform 3">
            <a:extLst>
              <a:ext uri="{FF2B5EF4-FFF2-40B4-BE49-F238E27FC236}">
                <a16:creationId xmlns:a16="http://schemas.microsoft.com/office/drawing/2014/main" id="{4E3C0114-2724-C55B-E54F-700A83ECED22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" name="Freeform 4">
            <a:extLst>
              <a:ext uri="{FF2B5EF4-FFF2-40B4-BE49-F238E27FC236}">
                <a16:creationId xmlns:a16="http://schemas.microsoft.com/office/drawing/2014/main" id="{37B4B2AD-BD90-1507-E212-57CCB6A1CCCA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8AD41317-FB97-5F37-31ED-DE5DDF32B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AEABF428-FD29-1BE2-3C96-9602B74D4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32F72732-DCBC-A4C7-438F-2604A0F1C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9DA82C3A-1575-1F1B-DA0C-6D31A207E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F6644063-79CA-8331-1D70-D44D3557B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4" name="Line 10">
            <a:extLst>
              <a:ext uri="{FF2B5EF4-FFF2-40B4-BE49-F238E27FC236}">
                <a16:creationId xmlns:a16="http://schemas.microsoft.com/office/drawing/2014/main" id="{E8D75F78-CE40-0A99-6EC1-D8441A7AE3C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11">
            <a:extLst>
              <a:ext uri="{FF2B5EF4-FFF2-40B4-BE49-F238E27FC236}">
                <a16:creationId xmlns:a16="http://schemas.microsoft.com/office/drawing/2014/main" id="{4CB2AE3D-2DF9-82A1-CF81-8012C235A873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Line 12">
            <a:extLst>
              <a:ext uri="{FF2B5EF4-FFF2-40B4-BE49-F238E27FC236}">
                <a16:creationId xmlns:a16="http://schemas.microsoft.com/office/drawing/2014/main" id="{7CCD446F-96E6-CC46-1818-E146DAAF6FA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7" name="Line 13">
            <a:extLst>
              <a:ext uri="{FF2B5EF4-FFF2-40B4-BE49-F238E27FC236}">
                <a16:creationId xmlns:a16="http://schemas.microsoft.com/office/drawing/2014/main" id="{D1AAAD69-BD05-BB86-BFCC-FC671545DA61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8" name="Line 14">
            <a:extLst>
              <a:ext uri="{FF2B5EF4-FFF2-40B4-BE49-F238E27FC236}">
                <a16:creationId xmlns:a16="http://schemas.microsoft.com/office/drawing/2014/main" id="{4914481A-C61D-141A-D9E1-96F259A372B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9" name="AutoShape 15">
            <a:extLst>
              <a:ext uri="{FF2B5EF4-FFF2-40B4-BE49-F238E27FC236}">
                <a16:creationId xmlns:a16="http://schemas.microsoft.com/office/drawing/2014/main" id="{EDB80242-6390-FD61-73A7-AC53A180D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6160" name="Rectangle 16">
            <a:extLst>
              <a:ext uri="{FF2B5EF4-FFF2-40B4-BE49-F238E27FC236}">
                <a16:creationId xmlns:a16="http://schemas.microsoft.com/office/drawing/2014/main" id="{442E957E-8A9A-0980-1B46-F9C9B5CEB2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6161" name="Rectangle 17">
            <a:extLst>
              <a:ext uri="{FF2B5EF4-FFF2-40B4-BE49-F238E27FC236}">
                <a16:creationId xmlns:a16="http://schemas.microsoft.com/office/drawing/2014/main" id="{7DFFAD5B-C2A7-3412-026F-3ADE5A4A5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6162" name="AutoShape 18">
            <a:extLst>
              <a:ext uri="{FF2B5EF4-FFF2-40B4-BE49-F238E27FC236}">
                <a16:creationId xmlns:a16="http://schemas.microsoft.com/office/drawing/2014/main" id="{F4CF6649-0EF4-0B43-8DE4-DA348D135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A47B5624-C65E-F823-43D0-9B3A625CE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EC9614A7-8863-B26A-BEBD-61A08E41E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6165" name="Line 21">
            <a:extLst>
              <a:ext uri="{FF2B5EF4-FFF2-40B4-BE49-F238E27FC236}">
                <a16:creationId xmlns:a16="http://schemas.microsoft.com/office/drawing/2014/main" id="{C68D99C7-E92E-99CD-B08E-2A41019F6A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6" name="Line 22">
            <a:extLst>
              <a:ext uri="{FF2B5EF4-FFF2-40B4-BE49-F238E27FC236}">
                <a16:creationId xmlns:a16="http://schemas.microsoft.com/office/drawing/2014/main" id="{FF03CB17-28D7-A8CE-37D1-3CC141F431D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7" name="Line 23">
            <a:extLst>
              <a:ext uri="{FF2B5EF4-FFF2-40B4-BE49-F238E27FC236}">
                <a16:creationId xmlns:a16="http://schemas.microsoft.com/office/drawing/2014/main" id="{2D60ED94-3F9C-100D-4237-D6B9C2FFCA2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8" name="Line 24">
            <a:extLst>
              <a:ext uri="{FF2B5EF4-FFF2-40B4-BE49-F238E27FC236}">
                <a16:creationId xmlns:a16="http://schemas.microsoft.com/office/drawing/2014/main" id="{86A92A88-AF68-F4C6-B2D2-BA27A227A2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9" name="Line 25">
            <a:extLst>
              <a:ext uri="{FF2B5EF4-FFF2-40B4-BE49-F238E27FC236}">
                <a16:creationId xmlns:a16="http://schemas.microsoft.com/office/drawing/2014/main" id="{A20485C9-4984-FCF6-0C6C-427CF407821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0" name="Line 26">
            <a:extLst>
              <a:ext uri="{FF2B5EF4-FFF2-40B4-BE49-F238E27FC236}">
                <a16:creationId xmlns:a16="http://schemas.microsoft.com/office/drawing/2014/main" id="{C51B2B9B-F47A-52C9-07CB-AF1C26FA136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1" name="Line 27">
            <a:extLst>
              <a:ext uri="{FF2B5EF4-FFF2-40B4-BE49-F238E27FC236}">
                <a16:creationId xmlns:a16="http://schemas.microsoft.com/office/drawing/2014/main" id="{C565D63E-921E-6B6C-964F-6F070688F00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2" name="Line 28">
            <a:extLst>
              <a:ext uri="{FF2B5EF4-FFF2-40B4-BE49-F238E27FC236}">
                <a16:creationId xmlns:a16="http://schemas.microsoft.com/office/drawing/2014/main" id="{C596B837-F1B7-8682-5EF7-C871AE76203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3" name="Line 29">
            <a:extLst>
              <a:ext uri="{FF2B5EF4-FFF2-40B4-BE49-F238E27FC236}">
                <a16:creationId xmlns:a16="http://schemas.microsoft.com/office/drawing/2014/main" id="{6DFE0471-A90D-9555-C39E-302852C5E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4" name="Line 30">
            <a:extLst>
              <a:ext uri="{FF2B5EF4-FFF2-40B4-BE49-F238E27FC236}">
                <a16:creationId xmlns:a16="http://schemas.microsoft.com/office/drawing/2014/main" id="{14E7F824-D7F4-4690-2F96-15C83EF7505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5" name="Line 31">
            <a:extLst>
              <a:ext uri="{FF2B5EF4-FFF2-40B4-BE49-F238E27FC236}">
                <a16:creationId xmlns:a16="http://schemas.microsoft.com/office/drawing/2014/main" id="{44F70C14-1D25-17F7-25FD-CEE89B30AB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6" name="Rectangle 32">
            <a:extLst>
              <a:ext uri="{FF2B5EF4-FFF2-40B4-BE49-F238E27FC236}">
                <a16:creationId xmlns:a16="http://schemas.microsoft.com/office/drawing/2014/main" id="{5D5031D1-8F58-2C82-A301-47213D900E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8C6ECB9C-E7CA-D5D4-6721-0440164E9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6178" name="Line 34">
            <a:extLst>
              <a:ext uri="{FF2B5EF4-FFF2-40B4-BE49-F238E27FC236}">
                <a16:creationId xmlns:a16="http://schemas.microsoft.com/office/drawing/2014/main" id="{6722027E-81AC-981F-3EB1-7C416F68FA4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9" name="Line 35">
            <a:extLst>
              <a:ext uri="{FF2B5EF4-FFF2-40B4-BE49-F238E27FC236}">
                <a16:creationId xmlns:a16="http://schemas.microsoft.com/office/drawing/2014/main" id="{47D6CDE3-90DE-08F9-D4A7-A795B84CBB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0" name="Line 36">
            <a:extLst>
              <a:ext uri="{FF2B5EF4-FFF2-40B4-BE49-F238E27FC236}">
                <a16:creationId xmlns:a16="http://schemas.microsoft.com/office/drawing/2014/main" id="{976775E8-F851-603D-DC87-5F3499858EC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1" name="Rectangle 37">
            <a:extLst>
              <a:ext uri="{FF2B5EF4-FFF2-40B4-BE49-F238E27FC236}">
                <a16:creationId xmlns:a16="http://schemas.microsoft.com/office/drawing/2014/main" id="{1B8F03E3-9825-1302-08A4-F28FED803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6182" name="Rectangle 38">
            <a:extLst>
              <a:ext uri="{FF2B5EF4-FFF2-40B4-BE49-F238E27FC236}">
                <a16:creationId xmlns:a16="http://schemas.microsoft.com/office/drawing/2014/main" id="{58F57BB3-F464-324F-4356-F8E7DC9D5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6183" name="Rectangle 39">
            <a:extLst>
              <a:ext uri="{FF2B5EF4-FFF2-40B4-BE49-F238E27FC236}">
                <a16:creationId xmlns:a16="http://schemas.microsoft.com/office/drawing/2014/main" id="{570867A1-7A99-3209-8FBE-A8D1B77A4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184" name="Rectangle 40">
            <a:extLst>
              <a:ext uri="{FF2B5EF4-FFF2-40B4-BE49-F238E27FC236}">
                <a16:creationId xmlns:a16="http://schemas.microsoft.com/office/drawing/2014/main" id="{A5B03D05-1FDC-7706-6F18-10BF96B516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6185" name="Rectangle 41">
            <a:extLst>
              <a:ext uri="{FF2B5EF4-FFF2-40B4-BE49-F238E27FC236}">
                <a16:creationId xmlns:a16="http://schemas.microsoft.com/office/drawing/2014/main" id="{DD9B416E-AFC1-83DA-1B2B-9CF855D92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6186" name="Rectangle 42">
            <a:extLst>
              <a:ext uri="{FF2B5EF4-FFF2-40B4-BE49-F238E27FC236}">
                <a16:creationId xmlns:a16="http://schemas.microsoft.com/office/drawing/2014/main" id="{B73B267A-27C2-300E-F401-3E307896F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6187" name="Rectangle 43">
            <a:extLst>
              <a:ext uri="{FF2B5EF4-FFF2-40B4-BE49-F238E27FC236}">
                <a16:creationId xmlns:a16="http://schemas.microsoft.com/office/drawing/2014/main" id="{2D0E4C90-2261-D647-D8B7-B9B52EB0F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6188" name="Line 44">
            <a:extLst>
              <a:ext uri="{FF2B5EF4-FFF2-40B4-BE49-F238E27FC236}">
                <a16:creationId xmlns:a16="http://schemas.microsoft.com/office/drawing/2014/main" id="{26B4EE32-B1EC-93C1-44FB-1C0514EFB20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9" name="Line 45">
            <a:extLst>
              <a:ext uri="{FF2B5EF4-FFF2-40B4-BE49-F238E27FC236}">
                <a16:creationId xmlns:a16="http://schemas.microsoft.com/office/drawing/2014/main" id="{80DEF57D-7485-0990-7E04-73BAE9BA0F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0" name="Line 46">
            <a:extLst>
              <a:ext uri="{FF2B5EF4-FFF2-40B4-BE49-F238E27FC236}">
                <a16:creationId xmlns:a16="http://schemas.microsoft.com/office/drawing/2014/main" id="{623019E3-6AFB-7AE5-1260-53C84F4D7A4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1" name="Line 47">
            <a:extLst>
              <a:ext uri="{FF2B5EF4-FFF2-40B4-BE49-F238E27FC236}">
                <a16:creationId xmlns:a16="http://schemas.microsoft.com/office/drawing/2014/main" id="{7985F7D6-E7A7-4EEE-C2CD-811EB76E817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0AAE32CD-4492-75B9-D38A-FE60A8509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7171" name="Freeform 3">
            <a:extLst>
              <a:ext uri="{FF2B5EF4-FFF2-40B4-BE49-F238E27FC236}">
                <a16:creationId xmlns:a16="http://schemas.microsoft.com/office/drawing/2014/main" id="{9D163953-9340-9D0A-9187-6EBFE445FB24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2" name="Freeform 4">
            <a:extLst>
              <a:ext uri="{FF2B5EF4-FFF2-40B4-BE49-F238E27FC236}">
                <a16:creationId xmlns:a16="http://schemas.microsoft.com/office/drawing/2014/main" id="{1F12C22A-D552-C6B5-02F6-C6584C05E17C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F80FB96A-7A34-59A3-62CE-74AA209564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CC2AEAD2-7C8B-AB1C-E4BB-3EB383CDC1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8C3E0D75-D078-4021-475A-482D82AE7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1F17D7D0-A378-E04B-73A5-8DED5B60E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114853C6-BCCE-4614-A13D-9E24182B6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8" name="Line 10">
            <a:extLst>
              <a:ext uri="{FF2B5EF4-FFF2-40B4-BE49-F238E27FC236}">
                <a16:creationId xmlns:a16="http://schemas.microsoft.com/office/drawing/2014/main" id="{77686C72-6DDA-CBB5-B8C0-E698EDB3D4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11">
            <a:extLst>
              <a:ext uri="{FF2B5EF4-FFF2-40B4-BE49-F238E27FC236}">
                <a16:creationId xmlns:a16="http://schemas.microsoft.com/office/drawing/2014/main" id="{02032BC9-20A9-B1E9-C3E4-A81348D3D1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12">
            <a:extLst>
              <a:ext uri="{FF2B5EF4-FFF2-40B4-BE49-F238E27FC236}">
                <a16:creationId xmlns:a16="http://schemas.microsoft.com/office/drawing/2014/main" id="{38E6625B-9E89-65DE-6AF7-3C258150A5C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13">
            <a:extLst>
              <a:ext uri="{FF2B5EF4-FFF2-40B4-BE49-F238E27FC236}">
                <a16:creationId xmlns:a16="http://schemas.microsoft.com/office/drawing/2014/main" id="{B18AE730-4258-5395-CB25-0E6F7DB5A32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14">
            <a:extLst>
              <a:ext uri="{FF2B5EF4-FFF2-40B4-BE49-F238E27FC236}">
                <a16:creationId xmlns:a16="http://schemas.microsoft.com/office/drawing/2014/main" id="{4024394A-53AE-AAA3-2B4D-B3C8463FD3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CE1CFB86-B468-DFC4-C20D-2AB0148993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26FCBA87-00A1-F006-AB1B-EC48D5CF14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1967968B-0E65-F005-9550-E386AA02F1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7186" name="AutoShape 18">
            <a:extLst>
              <a:ext uri="{FF2B5EF4-FFF2-40B4-BE49-F238E27FC236}">
                <a16:creationId xmlns:a16="http://schemas.microsoft.com/office/drawing/2014/main" id="{4107A66E-384A-6547-BC7D-6D13B5D93F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4A0013DA-CF11-10C3-8695-AED03337F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BD6D95F1-D226-4E02-D789-6A9EC131F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7189" name="Line 21">
            <a:extLst>
              <a:ext uri="{FF2B5EF4-FFF2-40B4-BE49-F238E27FC236}">
                <a16:creationId xmlns:a16="http://schemas.microsoft.com/office/drawing/2014/main" id="{057C1EA2-C55A-23CA-7A05-0546D7E8C01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22">
            <a:extLst>
              <a:ext uri="{FF2B5EF4-FFF2-40B4-BE49-F238E27FC236}">
                <a16:creationId xmlns:a16="http://schemas.microsoft.com/office/drawing/2014/main" id="{5AD6A72C-C89A-5234-49EC-C7CEBA7E978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23">
            <a:extLst>
              <a:ext uri="{FF2B5EF4-FFF2-40B4-BE49-F238E27FC236}">
                <a16:creationId xmlns:a16="http://schemas.microsoft.com/office/drawing/2014/main" id="{D86A93FF-617C-9767-D882-67407DC54E5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24">
            <a:extLst>
              <a:ext uri="{FF2B5EF4-FFF2-40B4-BE49-F238E27FC236}">
                <a16:creationId xmlns:a16="http://schemas.microsoft.com/office/drawing/2014/main" id="{F4028FA5-1510-1325-2CC4-A44AAB0EDD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03627D1B-2F47-3410-AE90-945C555247F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26">
            <a:extLst>
              <a:ext uri="{FF2B5EF4-FFF2-40B4-BE49-F238E27FC236}">
                <a16:creationId xmlns:a16="http://schemas.microsoft.com/office/drawing/2014/main" id="{443A03B1-0322-7DCF-DEDA-6C613EB15E5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27">
            <a:extLst>
              <a:ext uri="{FF2B5EF4-FFF2-40B4-BE49-F238E27FC236}">
                <a16:creationId xmlns:a16="http://schemas.microsoft.com/office/drawing/2014/main" id="{9F5DF501-3274-F5CB-A91C-909978C6964F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28">
            <a:extLst>
              <a:ext uri="{FF2B5EF4-FFF2-40B4-BE49-F238E27FC236}">
                <a16:creationId xmlns:a16="http://schemas.microsoft.com/office/drawing/2014/main" id="{84A83F4D-296E-644E-AD18-30DA7C745D5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29">
            <a:extLst>
              <a:ext uri="{FF2B5EF4-FFF2-40B4-BE49-F238E27FC236}">
                <a16:creationId xmlns:a16="http://schemas.microsoft.com/office/drawing/2014/main" id="{A4BE491C-9BE5-0445-620E-030E8D96D7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30">
            <a:extLst>
              <a:ext uri="{FF2B5EF4-FFF2-40B4-BE49-F238E27FC236}">
                <a16:creationId xmlns:a16="http://schemas.microsoft.com/office/drawing/2014/main" id="{40C785A9-3216-5DE5-C680-0677B796E695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5ACADFBA-287E-6674-032A-B282CE8384F7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Rectangle 32">
            <a:extLst>
              <a:ext uri="{FF2B5EF4-FFF2-40B4-BE49-F238E27FC236}">
                <a16:creationId xmlns:a16="http://schemas.microsoft.com/office/drawing/2014/main" id="{134220D4-AE0B-39E8-A6FD-5082F5204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7201" name="Rectangle 33">
            <a:extLst>
              <a:ext uri="{FF2B5EF4-FFF2-40B4-BE49-F238E27FC236}">
                <a16:creationId xmlns:a16="http://schemas.microsoft.com/office/drawing/2014/main" id="{21F69DBC-4401-1A91-8663-973709AAA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7202" name="Line 34">
            <a:extLst>
              <a:ext uri="{FF2B5EF4-FFF2-40B4-BE49-F238E27FC236}">
                <a16:creationId xmlns:a16="http://schemas.microsoft.com/office/drawing/2014/main" id="{FE6F1877-1729-27EB-EF3F-85E1C9CC1B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35">
            <a:extLst>
              <a:ext uri="{FF2B5EF4-FFF2-40B4-BE49-F238E27FC236}">
                <a16:creationId xmlns:a16="http://schemas.microsoft.com/office/drawing/2014/main" id="{CD978293-AF07-69C2-EF74-49EEAAF11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36">
            <a:extLst>
              <a:ext uri="{FF2B5EF4-FFF2-40B4-BE49-F238E27FC236}">
                <a16:creationId xmlns:a16="http://schemas.microsoft.com/office/drawing/2014/main" id="{B412BEEE-209F-7E64-A187-6BCCEAEE63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Rectangle 37">
            <a:extLst>
              <a:ext uri="{FF2B5EF4-FFF2-40B4-BE49-F238E27FC236}">
                <a16:creationId xmlns:a16="http://schemas.microsoft.com/office/drawing/2014/main" id="{3D4D3BAB-928C-08C7-179A-771BFEF60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7206" name="Rectangle 38">
            <a:extLst>
              <a:ext uri="{FF2B5EF4-FFF2-40B4-BE49-F238E27FC236}">
                <a16:creationId xmlns:a16="http://schemas.microsoft.com/office/drawing/2014/main" id="{643F3AAB-E0E1-3E85-205D-D0C3DB1B2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7207" name="Rectangle 39">
            <a:extLst>
              <a:ext uri="{FF2B5EF4-FFF2-40B4-BE49-F238E27FC236}">
                <a16:creationId xmlns:a16="http://schemas.microsoft.com/office/drawing/2014/main" id="{6E1CD523-B953-222F-797C-0A9C6DD3FB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208" name="Rectangle 40">
            <a:extLst>
              <a:ext uri="{FF2B5EF4-FFF2-40B4-BE49-F238E27FC236}">
                <a16:creationId xmlns:a16="http://schemas.microsoft.com/office/drawing/2014/main" id="{B00D4546-22A4-978B-9063-CF837AC6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7209" name="Rectangle 41">
            <a:extLst>
              <a:ext uri="{FF2B5EF4-FFF2-40B4-BE49-F238E27FC236}">
                <a16:creationId xmlns:a16="http://schemas.microsoft.com/office/drawing/2014/main" id="{6C3F270B-0177-5F0A-18EB-0918701C4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7210" name="Rectangle 42">
            <a:extLst>
              <a:ext uri="{FF2B5EF4-FFF2-40B4-BE49-F238E27FC236}">
                <a16:creationId xmlns:a16="http://schemas.microsoft.com/office/drawing/2014/main" id="{C1A145FF-8125-2869-09EE-CE1F82094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7211" name="Rectangle 43">
            <a:extLst>
              <a:ext uri="{FF2B5EF4-FFF2-40B4-BE49-F238E27FC236}">
                <a16:creationId xmlns:a16="http://schemas.microsoft.com/office/drawing/2014/main" id="{AB4D3C2F-232B-1AF2-EDA4-4A9B261C8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7212" name="Rectangle 44">
            <a:extLst>
              <a:ext uri="{FF2B5EF4-FFF2-40B4-BE49-F238E27FC236}">
                <a16:creationId xmlns:a16="http://schemas.microsoft.com/office/drawing/2014/main" id="{92614FE8-C495-FC04-4BEE-B2D938ED46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213" name="Rectangle 45">
            <a:extLst>
              <a:ext uri="{FF2B5EF4-FFF2-40B4-BE49-F238E27FC236}">
                <a16:creationId xmlns:a16="http://schemas.microsoft.com/office/drawing/2014/main" id="{5492E599-FD9D-2589-1B17-54D5A3266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7214" name="Rectangle 46">
            <a:extLst>
              <a:ext uri="{FF2B5EF4-FFF2-40B4-BE49-F238E27FC236}">
                <a16:creationId xmlns:a16="http://schemas.microsoft.com/office/drawing/2014/main" id="{981D4156-F23C-D7C3-98A9-F2FBDA59B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215" name="Line 47">
            <a:extLst>
              <a:ext uri="{FF2B5EF4-FFF2-40B4-BE49-F238E27FC236}">
                <a16:creationId xmlns:a16="http://schemas.microsoft.com/office/drawing/2014/main" id="{84E3E289-8F48-4764-80A3-D9DA40A9599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48">
            <a:extLst>
              <a:ext uri="{FF2B5EF4-FFF2-40B4-BE49-F238E27FC236}">
                <a16:creationId xmlns:a16="http://schemas.microsoft.com/office/drawing/2014/main" id="{A1B3E51F-58DE-088B-BCE6-164C2B9E89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5BD5B5A4-88D8-C7FD-7234-37AE91ECC23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B0F7CCA-F774-FC65-BD4E-05F4F24EB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8195" name="Freeform 3">
            <a:extLst>
              <a:ext uri="{FF2B5EF4-FFF2-40B4-BE49-F238E27FC236}">
                <a16:creationId xmlns:a16="http://schemas.microsoft.com/office/drawing/2014/main" id="{3A604E33-21CA-509C-1231-8638E11C39F0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6" name="Freeform 4">
            <a:extLst>
              <a:ext uri="{FF2B5EF4-FFF2-40B4-BE49-F238E27FC236}">
                <a16:creationId xmlns:a16="http://schemas.microsoft.com/office/drawing/2014/main" id="{2E381B0F-ACB3-2A2B-9D69-966D28C00951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C77D8BB9-AE65-7D55-9329-EF2FB5816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AE208B94-F9C5-EDA2-463E-D4EC6E71E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B1E08938-D5BB-567C-3103-0B70B78B5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8D6072C6-010E-7FA1-CF5E-6092824A1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64E810AC-0ABC-005E-611D-EB787ECEC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2" name="Line 10">
            <a:extLst>
              <a:ext uri="{FF2B5EF4-FFF2-40B4-BE49-F238E27FC236}">
                <a16:creationId xmlns:a16="http://schemas.microsoft.com/office/drawing/2014/main" id="{B4EE2228-B2FA-D8C2-0DC1-1EB70EE2E9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3" name="Line 11">
            <a:extLst>
              <a:ext uri="{FF2B5EF4-FFF2-40B4-BE49-F238E27FC236}">
                <a16:creationId xmlns:a16="http://schemas.microsoft.com/office/drawing/2014/main" id="{DF19728F-31EC-16D1-834F-A3ED8213752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4" name="Line 12">
            <a:extLst>
              <a:ext uri="{FF2B5EF4-FFF2-40B4-BE49-F238E27FC236}">
                <a16:creationId xmlns:a16="http://schemas.microsoft.com/office/drawing/2014/main" id="{1A7663E5-7A92-4AE1-F62D-AEB40A32F2D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Line 13">
            <a:extLst>
              <a:ext uri="{FF2B5EF4-FFF2-40B4-BE49-F238E27FC236}">
                <a16:creationId xmlns:a16="http://schemas.microsoft.com/office/drawing/2014/main" id="{E79EC542-8014-443E-E0D0-5FD3D406E48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6" name="Line 14">
            <a:extLst>
              <a:ext uri="{FF2B5EF4-FFF2-40B4-BE49-F238E27FC236}">
                <a16:creationId xmlns:a16="http://schemas.microsoft.com/office/drawing/2014/main" id="{18605895-7020-FCBB-99E8-1E3E1043BC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7" name="AutoShape 15">
            <a:extLst>
              <a:ext uri="{FF2B5EF4-FFF2-40B4-BE49-F238E27FC236}">
                <a16:creationId xmlns:a16="http://schemas.microsoft.com/office/drawing/2014/main" id="{DF0A0970-3801-3127-BB8E-656E814FD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8208" name="Rectangle 16">
            <a:extLst>
              <a:ext uri="{FF2B5EF4-FFF2-40B4-BE49-F238E27FC236}">
                <a16:creationId xmlns:a16="http://schemas.microsoft.com/office/drawing/2014/main" id="{FCC27F40-09E7-20F9-5A60-0CE95A950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3295C59A-7772-8D0F-5436-5D2CCD16B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8210" name="AutoShape 18">
            <a:extLst>
              <a:ext uri="{FF2B5EF4-FFF2-40B4-BE49-F238E27FC236}">
                <a16:creationId xmlns:a16="http://schemas.microsoft.com/office/drawing/2014/main" id="{49309690-17A3-5769-BCA5-F78760A4A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8DA5F1B1-D1D5-CC28-9411-6E5EE953A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B3484825-9062-80A2-F089-99DFC1A18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8213" name="Line 21">
            <a:extLst>
              <a:ext uri="{FF2B5EF4-FFF2-40B4-BE49-F238E27FC236}">
                <a16:creationId xmlns:a16="http://schemas.microsoft.com/office/drawing/2014/main" id="{85BD0B60-3E1E-051C-0B66-962D148BC68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22">
            <a:extLst>
              <a:ext uri="{FF2B5EF4-FFF2-40B4-BE49-F238E27FC236}">
                <a16:creationId xmlns:a16="http://schemas.microsoft.com/office/drawing/2014/main" id="{053097AE-86F2-3DD7-42AF-9807CA79399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23">
            <a:extLst>
              <a:ext uri="{FF2B5EF4-FFF2-40B4-BE49-F238E27FC236}">
                <a16:creationId xmlns:a16="http://schemas.microsoft.com/office/drawing/2014/main" id="{D75B7EAC-D863-14A1-423B-CB0919096C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6" name="Line 24">
            <a:extLst>
              <a:ext uri="{FF2B5EF4-FFF2-40B4-BE49-F238E27FC236}">
                <a16:creationId xmlns:a16="http://schemas.microsoft.com/office/drawing/2014/main" id="{EF273228-A458-2181-9F72-597BEE4595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7" name="Line 25">
            <a:extLst>
              <a:ext uri="{FF2B5EF4-FFF2-40B4-BE49-F238E27FC236}">
                <a16:creationId xmlns:a16="http://schemas.microsoft.com/office/drawing/2014/main" id="{82A8F576-03AF-F2A6-5F42-9A7D04E8EEF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Line 26">
            <a:extLst>
              <a:ext uri="{FF2B5EF4-FFF2-40B4-BE49-F238E27FC236}">
                <a16:creationId xmlns:a16="http://schemas.microsoft.com/office/drawing/2014/main" id="{4CF1F673-5A27-1719-E5F6-F831BBDB05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9" name="Line 27">
            <a:extLst>
              <a:ext uri="{FF2B5EF4-FFF2-40B4-BE49-F238E27FC236}">
                <a16:creationId xmlns:a16="http://schemas.microsoft.com/office/drawing/2014/main" id="{45414B37-B3FD-13CC-7A44-3DACB9836A3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0" name="Line 28">
            <a:extLst>
              <a:ext uri="{FF2B5EF4-FFF2-40B4-BE49-F238E27FC236}">
                <a16:creationId xmlns:a16="http://schemas.microsoft.com/office/drawing/2014/main" id="{1F05A531-62C5-E223-3657-316604EA044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1" name="Line 29">
            <a:extLst>
              <a:ext uri="{FF2B5EF4-FFF2-40B4-BE49-F238E27FC236}">
                <a16:creationId xmlns:a16="http://schemas.microsoft.com/office/drawing/2014/main" id="{7F0EFF85-CD63-DEF0-A8F7-555E1825632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2" name="Line 30">
            <a:extLst>
              <a:ext uri="{FF2B5EF4-FFF2-40B4-BE49-F238E27FC236}">
                <a16:creationId xmlns:a16="http://schemas.microsoft.com/office/drawing/2014/main" id="{54C2668F-216B-96DD-FE3F-EB70AA7D30D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3" name="Line 31">
            <a:extLst>
              <a:ext uri="{FF2B5EF4-FFF2-40B4-BE49-F238E27FC236}">
                <a16:creationId xmlns:a16="http://schemas.microsoft.com/office/drawing/2014/main" id="{B153A6E0-5D97-07B5-812A-142383437B0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4" name="Rectangle 32">
            <a:extLst>
              <a:ext uri="{FF2B5EF4-FFF2-40B4-BE49-F238E27FC236}">
                <a16:creationId xmlns:a16="http://schemas.microsoft.com/office/drawing/2014/main" id="{66EF8ED2-650F-AD64-467D-826631BC8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8225" name="Rectangle 33">
            <a:extLst>
              <a:ext uri="{FF2B5EF4-FFF2-40B4-BE49-F238E27FC236}">
                <a16:creationId xmlns:a16="http://schemas.microsoft.com/office/drawing/2014/main" id="{6AADCD38-0534-27CE-8916-61E03A7E6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8226" name="Line 34">
            <a:extLst>
              <a:ext uri="{FF2B5EF4-FFF2-40B4-BE49-F238E27FC236}">
                <a16:creationId xmlns:a16="http://schemas.microsoft.com/office/drawing/2014/main" id="{E5ADABB2-F082-E0BC-E989-DA7EE5D95AE7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7" name="Line 35">
            <a:extLst>
              <a:ext uri="{FF2B5EF4-FFF2-40B4-BE49-F238E27FC236}">
                <a16:creationId xmlns:a16="http://schemas.microsoft.com/office/drawing/2014/main" id="{38C0544F-FC4B-55B4-7E1D-8F8C1CC1A7F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8" name="Line 36">
            <a:extLst>
              <a:ext uri="{FF2B5EF4-FFF2-40B4-BE49-F238E27FC236}">
                <a16:creationId xmlns:a16="http://schemas.microsoft.com/office/drawing/2014/main" id="{587EDE0C-6D37-0B41-D764-F61026147F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9" name="Rectangle 37">
            <a:extLst>
              <a:ext uri="{FF2B5EF4-FFF2-40B4-BE49-F238E27FC236}">
                <a16:creationId xmlns:a16="http://schemas.microsoft.com/office/drawing/2014/main" id="{196D1A27-B8D4-C541-97E9-B3A1D66F3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8230" name="Rectangle 38">
            <a:extLst>
              <a:ext uri="{FF2B5EF4-FFF2-40B4-BE49-F238E27FC236}">
                <a16:creationId xmlns:a16="http://schemas.microsoft.com/office/drawing/2014/main" id="{5CA3501D-D427-19EA-F685-6A73556A9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8231" name="Rectangle 39">
            <a:extLst>
              <a:ext uri="{FF2B5EF4-FFF2-40B4-BE49-F238E27FC236}">
                <a16:creationId xmlns:a16="http://schemas.microsoft.com/office/drawing/2014/main" id="{2677F4B4-8C7B-E856-DCE4-7ACEE46D0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232" name="Rectangle 40">
            <a:extLst>
              <a:ext uri="{FF2B5EF4-FFF2-40B4-BE49-F238E27FC236}">
                <a16:creationId xmlns:a16="http://schemas.microsoft.com/office/drawing/2014/main" id="{644E58DC-DE51-F099-8CA6-E1D9E5B00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8233" name="Rectangle 41">
            <a:extLst>
              <a:ext uri="{FF2B5EF4-FFF2-40B4-BE49-F238E27FC236}">
                <a16:creationId xmlns:a16="http://schemas.microsoft.com/office/drawing/2014/main" id="{B36B6A73-624D-26D2-9ADD-3309E720F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8234" name="Rectangle 42">
            <a:extLst>
              <a:ext uri="{FF2B5EF4-FFF2-40B4-BE49-F238E27FC236}">
                <a16:creationId xmlns:a16="http://schemas.microsoft.com/office/drawing/2014/main" id="{C654FB9C-9534-0C74-3E01-B1CE023CF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8235" name="Rectangle 43">
            <a:extLst>
              <a:ext uri="{FF2B5EF4-FFF2-40B4-BE49-F238E27FC236}">
                <a16:creationId xmlns:a16="http://schemas.microsoft.com/office/drawing/2014/main" id="{D60B8D4B-C31B-0B98-56B4-D51ADE6E5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8236" name="Rectangle 44">
            <a:extLst>
              <a:ext uri="{FF2B5EF4-FFF2-40B4-BE49-F238E27FC236}">
                <a16:creationId xmlns:a16="http://schemas.microsoft.com/office/drawing/2014/main" id="{2219779A-A9E9-9B11-CD9F-E8020DF61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237" name="Rectangle 45">
            <a:extLst>
              <a:ext uri="{FF2B5EF4-FFF2-40B4-BE49-F238E27FC236}">
                <a16:creationId xmlns:a16="http://schemas.microsoft.com/office/drawing/2014/main" id="{31B2D226-D2A1-C226-2458-48C9606A6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8238" name="Rectangle 46">
            <a:extLst>
              <a:ext uri="{FF2B5EF4-FFF2-40B4-BE49-F238E27FC236}">
                <a16:creationId xmlns:a16="http://schemas.microsoft.com/office/drawing/2014/main" id="{4660D8CA-4CD4-2E68-CBFE-DB8524E68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239" name="Line 47">
            <a:extLst>
              <a:ext uri="{FF2B5EF4-FFF2-40B4-BE49-F238E27FC236}">
                <a16:creationId xmlns:a16="http://schemas.microsoft.com/office/drawing/2014/main" id="{C2B77F30-12E3-DFE2-E1D0-000D8AB7A39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0" name="Line 48">
            <a:extLst>
              <a:ext uri="{FF2B5EF4-FFF2-40B4-BE49-F238E27FC236}">
                <a16:creationId xmlns:a16="http://schemas.microsoft.com/office/drawing/2014/main" id="{65932BDD-6EB1-05CC-6018-C74745D4D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1" name="Line 49">
            <a:extLst>
              <a:ext uri="{FF2B5EF4-FFF2-40B4-BE49-F238E27FC236}">
                <a16:creationId xmlns:a16="http://schemas.microsoft.com/office/drawing/2014/main" id="{5ECABCDA-65AA-F812-894B-52858F7A03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48336DD9-803C-D644-56AC-F746BCB04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9219" name="Freeform 3">
            <a:extLst>
              <a:ext uri="{FF2B5EF4-FFF2-40B4-BE49-F238E27FC236}">
                <a16:creationId xmlns:a16="http://schemas.microsoft.com/office/drawing/2014/main" id="{5C225D11-0D17-FADA-4F80-8CE2E4006FA0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0" name="Freeform 4">
            <a:extLst>
              <a:ext uri="{FF2B5EF4-FFF2-40B4-BE49-F238E27FC236}">
                <a16:creationId xmlns:a16="http://schemas.microsoft.com/office/drawing/2014/main" id="{238C078F-13B5-84F1-7A7B-E2963A5E4109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7469ECCE-489C-9054-E285-9E4A4DDE9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CF8FB91B-7C4D-B804-5893-ACC4A6A69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67AC9F60-D1A9-D3E8-54FB-D655C192A4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FC364577-16A1-BB4E-5EE7-06CC13883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018E6F8E-1CF7-3D29-DE9B-6D1265360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F3C63E40-3D97-2F1A-5F66-E614BFE3623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>
            <a:extLst>
              <a:ext uri="{FF2B5EF4-FFF2-40B4-BE49-F238E27FC236}">
                <a16:creationId xmlns:a16="http://schemas.microsoft.com/office/drawing/2014/main" id="{9ADB5B83-69EE-BA9F-2BB2-7AC815B666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DD3AB4C4-74C3-12D6-DE20-2C9AD01B8A7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0D738A00-6D45-C4E8-FA97-2DB4797901C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>
            <a:extLst>
              <a:ext uri="{FF2B5EF4-FFF2-40B4-BE49-F238E27FC236}">
                <a16:creationId xmlns:a16="http://schemas.microsoft.com/office/drawing/2014/main" id="{1FED4C97-F37E-330B-7D9E-701596225E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ACE1B722-8F73-2571-6B38-374557FF9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DE9BD315-343F-9885-83A1-A06FC51D7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115B92AB-66C9-AC01-6A6B-F2139DF545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9234" name="AutoShape 18">
            <a:extLst>
              <a:ext uri="{FF2B5EF4-FFF2-40B4-BE49-F238E27FC236}">
                <a16:creationId xmlns:a16="http://schemas.microsoft.com/office/drawing/2014/main" id="{34F27976-A3A5-43B0-4837-D7ABFB34AB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9235" name="Rectangle 19">
            <a:extLst>
              <a:ext uri="{FF2B5EF4-FFF2-40B4-BE49-F238E27FC236}">
                <a16:creationId xmlns:a16="http://schemas.microsoft.com/office/drawing/2014/main" id="{B8F40939-734C-3155-D4A0-485DC787A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9236" name="Rectangle 20">
            <a:extLst>
              <a:ext uri="{FF2B5EF4-FFF2-40B4-BE49-F238E27FC236}">
                <a16:creationId xmlns:a16="http://schemas.microsoft.com/office/drawing/2014/main" id="{316D1891-E320-569E-86CB-92286750C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9237" name="Line 21">
            <a:extLst>
              <a:ext uri="{FF2B5EF4-FFF2-40B4-BE49-F238E27FC236}">
                <a16:creationId xmlns:a16="http://schemas.microsoft.com/office/drawing/2014/main" id="{A0481758-01EA-419B-5B7C-25E8AB410D8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8" name="Line 22">
            <a:extLst>
              <a:ext uri="{FF2B5EF4-FFF2-40B4-BE49-F238E27FC236}">
                <a16:creationId xmlns:a16="http://schemas.microsoft.com/office/drawing/2014/main" id="{836D861E-4453-D9E6-8037-7793B8336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9" name="Line 23">
            <a:extLst>
              <a:ext uri="{FF2B5EF4-FFF2-40B4-BE49-F238E27FC236}">
                <a16:creationId xmlns:a16="http://schemas.microsoft.com/office/drawing/2014/main" id="{80163DAE-D17A-BE3D-980E-9B7369DB14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0" name="Line 24">
            <a:extLst>
              <a:ext uri="{FF2B5EF4-FFF2-40B4-BE49-F238E27FC236}">
                <a16:creationId xmlns:a16="http://schemas.microsoft.com/office/drawing/2014/main" id="{70C77132-E2EB-9A08-6B2D-9E6604688F3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1" name="Line 25">
            <a:extLst>
              <a:ext uri="{FF2B5EF4-FFF2-40B4-BE49-F238E27FC236}">
                <a16:creationId xmlns:a16="http://schemas.microsoft.com/office/drawing/2014/main" id="{49668AB9-D877-8BC3-9AAC-A28D8B2F29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2" name="Line 26">
            <a:extLst>
              <a:ext uri="{FF2B5EF4-FFF2-40B4-BE49-F238E27FC236}">
                <a16:creationId xmlns:a16="http://schemas.microsoft.com/office/drawing/2014/main" id="{3A68D045-BC81-34E6-2181-4542F1A7622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Line 27">
            <a:extLst>
              <a:ext uri="{FF2B5EF4-FFF2-40B4-BE49-F238E27FC236}">
                <a16:creationId xmlns:a16="http://schemas.microsoft.com/office/drawing/2014/main" id="{C106933D-2CA4-E2B5-4060-C1E6D54C020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4" name="Line 28">
            <a:extLst>
              <a:ext uri="{FF2B5EF4-FFF2-40B4-BE49-F238E27FC236}">
                <a16:creationId xmlns:a16="http://schemas.microsoft.com/office/drawing/2014/main" id="{644FAF8F-7B24-CF83-6FD0-4BAB6EF38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5" name="Line 29">
            <a:extLst>
              <a:ext uri="{FF2B5EF4-FFF2-40B4-BE49-F238E27FC236}">
                <a16:creationId xmlns:a16="http://schemas.microsoft.com/office/drawing/2014/main" id="{22D78B88-0F51-A2EF-18DB-8639FE4F4A0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6" name="Line 30">
            <a:extLst>
              <a:ext uri="{FF2B5EF4-FFF2-40B4-BE49-F238E27FC236}">
                <a16:creationId xmlns:a16="http://schemas.microsoft.com/office/drawing/2014/main" id="{24F4F560-AA77-FA8E-2F4B-F4B00CEC2ED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7" name="Line 31">
            <a:extLst>
              <a:ext uri="{FF2B5EF4-FFF2-40B4-BE49-F238E27FC236}">
                <a16:creationId xmlns:a16="http://schemas.microsoft.com/office/drawing/2014/main" id="{F1433770-4E2B-BB24-C065-E560AACDA8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8" name="Rectangle 32">
            <a:extLst>
              <a:ext uri="{FF2B5EF4-FFF2-40B4-BE49-F238E27FC236}">
                <a16:creationId xmlns:a16="http://schemas.microsoft.com/office/drawing/2014/main" id="{92C61085-D0A9-C968-EBA4-3F96E142F9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9249" name="Rectangle 33">
            <a:extLst>
              <a:ext uri="{FF2B5EF4-FFF2-40B4-BE49-F238E27FC236}">
                <a16:creationId xmlns:a16="http://schemas.microsoft.com/office/drawing/2014/main" id="{FAAB4DB2-780C-8333-6244-B6E76CC07C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9250" name="Line 34">
            <a:extLst>
              <a:ext uri="{FF2B5EF4-FFF2-40B4-BE49-F238E27FC236}">
                <a16:creationId xmlns:a16="http://schemas.microsoft.com/office/drawing/2014/main" id="{B0FCEFAA-24C3-04E4-7050-85003C1EF419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1" name="Line 35">
            <a:extLst>
              <a:ext uri="{FF2B5EF4-FFF2-40B4-BE49-F238E27FC236}">
                <a16:creationId xmlns:a16="http://schemas.microsoft.com/office/drawing/2014/main" id="{25095222-1526-9A7C-1BC2-55E6C0B134F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2" name="Line 36">
            <a:extLst>
              <a:ext uri="{FF2B5EF4-FFF2-40B4-BE49-F238E27FC236}">
                <a16:creationId xmlns:a16="http://schemas.microsoft.com/office/drawing/2014/main" id="{34BE6ADB-DCE3-375D-CCFB-33BBCFB5E0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3" name="Rectangle 37">
            <a:extLst>
              <a:ext uri="{FF2B5EF4-FFF2-40B4-BE49-F238E27FC236}">
                <a16:creationId xmlns:a16="http://schemas.microsoft.com/office/drawing/2014/main" id="{421B5F78-4C16-2035-F453-EC2B71268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9254" name="Rectangle 38">
            <a:extLst>
              <a:ext uri="{FF2B5EF4-FFF2-40B4-BE49-F238E27FC236}">
                <a16:creationId xmlns:a16="http://schemas.microsoft.com/office/drawing/2014/main" id="{F74276FC-5039-F039-5C63-898F68818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9255" name="Rectangle 39">
            <a:extLst>
              <a:ext uri="{FF2B5EF4-FFF2-40B4-BE49-F238E27FC236}">
                <a16:creationId xmlns:a16="http://schemas.microsoft.com/office/drawing/2014/main" id="{0C1BB97F-B2DC-C245-58B3-2173A10371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56" name="Rectangle 40">
            <a:extLst>
              <a:ext uri="{FF2B5EF4-FFF2-40B4-BE49-F238E27FC236}">
                <a16:creationId xmlns:a16="http://schemas.microsoft.com/office/drawing/2014/main" id="{D5B96602-4F5C-E0BB-9650-83009A745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9257" name="Rectangle 41">
            <a:extLst>
              <a:ext uri="{FF2B5EF4-FFF2-40B4-BE49-F238E27FC236}">
                <a16:creationId xmlns:a16="http://schemas.microsoft.com/office/drawing/2014/main" id="{F7CC3EEE-17EA-0AFD-0A16-0D3C1A33D7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9258" name="Rectangle 42">
            <a:extLst>
              <a:ext uri="{FF2B5EF4-FFF2-40B4-BE49-F238E27FC236}">
                <a16:creationId xmlns:a16="http://schemas.microsoft.com/office/drawing/2014/main" id="{C5FA4039-7ACE-5706-2D05-A53BF932E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9259" name="Rectangle 43">
            <a:extLst>
              <a:ext uri="{FF2B5EF4-FFF2-40B4-BE49-F238E27FC236}">
                <a16:creationId xmlns:a16="http://schemas.microsoft.com/office/drawing/2014/main" id="{8E31BDF7-E56E-4EE3-4ADA-FF0CC8B81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9260" name="Rectangle 44">
            <a:extLst>
              <a:ext uri="{FF2B5EF4-FFF2-40B4-BE49-F238E27FC236}">
                <a16:creationId xmlns:a16="http://schemas.microsoft.com/office/drawing/2014/main" id="{62B4726A-DCEF-A31E-E96A-B0872E51F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61" name="Rectangle 45">
            <a:extLst>
              <a:ext uri="{FF2B5EF4-FFF2-40B4-BE49-F238E27FC236}">
                <a16:creationId xmlns:a16="http://schemas.microsoft.com/office/drawing/2014/main" id="{F1077417-5DF5-0C11-ECED-B47E26B04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9262" name="Rectangle 46">
            <a:extLst>
              <a:ext uri="{FF2B5EF4-FFF2-40B4-BE49-F238E27FC236}">
                <a16:creationId xmlns:a16="http://schemas.microsoft.com/office/drawing/2014/main" id="{BDF86DC9-7FB1-1A3D-F241-9C1A51B6E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63" name="Line 47">
            <a:extLst>
              <a:ext uri="{FF2B5EF4-FFF2-40B4-BE49-F238E27FC236}">
                <a16:creationId xmlns:a16="http://schemas.microsoft.com/office/drawing/2014/main" id="{0753A367-2781-B708-09F6-CD573FA3BB9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4" name="Line 48">
            <a:extLst>
              <a:ext uri="{FF2B5EF4-FFF2-40B4-BE49-F238E27FC236}">
                <a16:creationId xmlns:a16="http://schemas.microsoft.com/office/drawing/2014/main" id="{80BD6550-1A2B-AEBC-C6BC-E440709DDA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5" name="Line 49">
            <a:extLst>
              <a:ext uri="{FF2B5EF4-FFF2-40B4-BE49-F238E27FC236}">
                <a16:creationId xmlns:a16="http://schemas.microsoft.com/office/drawing/2014/main" id="{C1227F69-58A2-65CC-B493-9DE1701F6A1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6" name="Line 50">
            <a:extLst>
              <a:ext uri="{FF2B5EF4-FFF2-40B4-BE49-F238E27FC236}">
                <a16:creationId xmlns:a16="http://schemas.microsoft.com/office/drawing/2014/main" id="{9E0513F1-EEC5-95A4-E76C-50EFF110CC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546BAD66-44CE-B534-7E3F-67ADEEF4B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0243" name="Freeform 3">
            <a:extLst>
              <a:ext uri="{FF2B5EF4-FFF2-40B4-BE49-F238E27FC236}">
                <a16:creationId xmlns:a16="http://schemas.microsoft.com/office/drawing/2014/main" id="{83676BD7-F6F0-9E98-7417-8A2A475CD84C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4" name="Freeform 4">
            <a:extLst>
              <a:ext uri="{FF2B5EF4-FFF2-40B4-BE49-F238E27FC236}">
                <a16:creationId xmlns:a16="http://schemas.microsoft.com/office/drawing/2014/main" id="{04F44187-67EF-6F47-214D-523EED3550FF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6EB494AE-EA1B-F582-ACB6-9BE2DA4DAE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676C8666-804D-4693-CC39-0707BF87B9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3E9024BC-773C-4FF2-41BA-7D26C1DB1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0248" name="Rectangle 8">
            <a:extLst>
              <a:ext uri="{FF2B5EF4-FFF2-40B4-BE49-F238E27FC236}">
                <a16:creationId xmlns:a16="http://schemas.microsoft.com/office/drawing/2014/main" id="{B0F1284B-68BC-7BA4-FD1A-045BCFF7E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49" name="Rectangle 9">
            <a:extLst>
              <a:ext uri="{FF2B5EF4-FFF2-40B4-BE49-F238E27FC236}">
                <a16:creationId xmlns:a16="http://schemas.microsoft.com/office/drawing/2014/main" id="{84E410F1-E011-B72A-6ACD-FE212F7750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0" name="Line 10">
            <a:extLst>
              <a:ext uri="{FF2B5EF4-FFF2-40B4-BE49-F238E27FC236}">
                <a16:creationId xmlns:a16="http://schemas.microsoft.com/office/drawing/2014/main" id="{4ABA3AB9-41DD-DA35-086B-165196E064B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1" name="Line 11">
            <a:extLst>
              <a:ext uri="{FF2B5EF4-FFF2-40B4-BE49-F238E27FC236}">
                <a16:creationId xmlns:a16="http://schemas.microsoft.com/office/drawing/2014/main" id="{6890E3A2-CB75-7142-30D0-8C7ABAC8F60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2" name="Line 12">
            <a:extLst>
              <a:ext uri="{FF2B5EF4-FFF2-40B4-BE49-F238E27FC236}">
                <a16:creationId xmlns:a16="http://schemas.microsoft.com/office/drawing/2014/main" id="{AA0CF84C-B201-2EFC-A440-E50D154A882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3" name="Line 13">
            <a:extLst>
              <a:ext uri="{FF2B5EF4-FFF2-40B4-BE49-F238E27FC236}">
                <a16:creationId xmlns:a16="http://schemas.microsoft.com/office/drawing/2014/main" id="{7D867543-3E80-C00E-D052-78DE28246E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4" name="Line 14">
            <a:extLst>
              <a:ext uri="{FF2B5EF4-FFF2-40B4-BE49-F238E27FC236}">
                <a16:creationId xmlns:a16="http://schemas.microsoft.com/office/drawing/2014/main" id="{42EC7210-D188-B4B1-C1AE-CDC427AEE7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5" name="AutoShape 15">
            <a:extLst>
              <a:ext uri="{FF2B5EF4-FFF2-40B4-BE49-F238E27FC236}">
                <a16:creationId xmlns:a16="http://schemas.microsoft.com/office/drawing/2014/main" id="{807C07FD-8A8D-0011-6090-045A8E35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0256" name="Rectangle 16">
            <a:extLst>
              <a:ext uri="{FF2B5EF4-FFF2-40B4-BE49-F238E27FC236}">
                <a16:creationId xmlns:a16="http://schemas.microsoft.com/office/drawing/2014/main" id="{679F42F8-46C3-F7A2-FB03-D120F65830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0257" name="Rectangle 17">
            <a:extLst>
              <a:ext uri="{FF2B5EF4-FFF2-40B4-BE49-F238E27FC236}">
                <a16:creationId xmlns:a16="http://schemas.microsoft.com/office/drawing/2014/main" id="{45F597A8-EA29-4DAE-577C-4FB0A25C5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0258" name="AutoShape 18">
            <a:extLst>
              <a:ext uri="{FF2B5EF4-FFF2-40B4-BE49-F238E27FC236}">
                <a16:creationId xmlns:a16="http://schemas.microsoft.com/office/drawing/2014/main" id="{31037F72-0C0C-CDA4-59A0-2715B997F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0259" name="Rectangle 19">
            <a:extLst>
              <a:ext uri="{FF2B5EF4-FFF2-40B4-BE49-F238E27FC236}">
                <a16:creationId xmlns:a16="http://schemas.microsoft.com/office/drawing/2014/main" id="{52E2CA4E-564D-D30F-C6C4-5930D801B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0260" name="Rectangle 20">
            <a:extLst>
              <a:ext uri="{FF2B5EF4-FFF2-40B4-BE49-F238E27FC236}">
                <a16:creationId xmlns:a16="http://schemas.microsoft.com/office/drawing/2014/main" id="{1B6E5275-084C-36CE-4492-A4410B2FE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0261" name="Line 21">
            <a:extLst>
              <a:ext uri="{FF2B5EF4-FFF2-40B4-BE49-F238E27FC236}">
                <a16:creationId xmlns:a16="http://schemas.microsoft.com/office/drawing/2014/main" id="{38B7D8B6-BB2A-EBEA-C384-1609814DE47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2" name="Line 22">
            <a:extLst>
              <a:ext uri="{FF2B5EF4-FFF2-40B4-BE49-F238E27FC236}">
                <a16:creationId xmlns:a16="http://schemas.microsoft.com/office/drawing/2014/main" id="{13FC3DF1-134C-CF24-325D-6F2F7039B5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3" name="Line 23">
            <a:extLst>
              <a:ext uri="{FF2B5EF4-FFF2-40B4-BE49-F238E27FC236}">
                <a16:creationId xmlns:a16="http://schemas.microsoft.com/office/drawing/2014/main" id="{FDC4A66A-3A8D-8233-6676-5E2E1D5723B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4" name="Line 24">
            <a:extLst>
              <a:ext uri="{FF2B5EF4-FFF2-40B4-BE49-F238E27FC236}">
                <a16:creationId xmlns:a16="http://schemas.microsoft.com/office/drawing/2014/main" id="{70B2A5C7-6D51-2A46-6C7C-250A2C6F75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5" name="Line 25">
            <a:extLst>
              <a:ext uri="{FF2B5EF4-FFF2-40B4-BE49-F238E27FC236}">
                <a16:creationId xmlns:a16="http://schemas.microsoft.com/office/drawing/2014/main" id="{EFEE9ECD-2C87-4897-9757-531218CE0E9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6" name="Line 26">
            <a:extLst>
              <a:ext uri="{FF2B5EF4-FFF2-40B4-BE49-F238E27FC236}">
                <a16:creationId xmlns:a16="http://schemas.microsoft.com/office/drawing/2014/main" id="{1EBA7A8A-39E6-7C90-26B9-D42CF42A219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7" name="Line 27">
            <a:extLst>
              <a:ext uri="{FF2B5EF4-FFF2-40B4-BE49-F238E27FC236}">
                <a16:creationId xmlns:a16="http://schemas.microsoft.com/office/drawing/2014/main" id="{BE88EEF1-A1EA-330F-D1C6-67CFFC7674BE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8" name="Line 28">
            <a:extLst>
              <a:ext uri="{FF2B5EF4-FFF2-40B4-BE49-F238E27FC236}">
                <a16:creationId xmlns:a16="http://schemas.microsoft.com/office/drawing/2014/main" id="{C1617F7B-BE63-1C10-29E0-E06745EA165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9" name="Line 29">
            <a:extLst>
              <a:ext uri="{FF2B5EF4-FFF2-40B4-BE49-F238E27FC236}">
                <a16:creationId xmlns:a16="http://schemas.microsoft.com/office/drawing/2014/main" id="{C2F83D94-4D35-873A-A91D-448805843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0" name="Line 30">
            <a:extLst>
              <a:ext uri="{FF2B5EF4-FFF2-40B4-BE49-F238E27FC236}">
                <a16:creationId xmlns:a16="http://schemas.microsoft.com/office/drawing/2014/main" id="{046355F8-B629-2C98-F618-420EDC377C2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1" name="Line 31">
            <a:extLst>
              <a:ext uri="{FF2B5EF4-FFF2-40B4-BE49-F238E27FC236}">
                <a16:creationId xmlns:a16="http://schemas.microsoft.com/office/drawing/2014/main" id="{86707010-BEA1-7C02-B943-127B68573FB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2" name="Rectangle 32">
            <a:extLst>
              <a:ext uri="{FF2B5EF4-FFF2-40B4-BE49-F238E27FC236}">
                <a16:creationId xmlns:a16="http://schemas.microsoft.com/office/drawing/2014/main" id="{C1D8D3B8-4365-233B-752C-8F3EFF737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0273" name="Rectangle 33">
            <a:extLst>
              <a:ext uri="{FF2B5EF4-FFF2-40B4-BE49-F238E27FC236}">
                <a16:creationId xmlns:a16="http://schemas.microsoft.com/office/drawing/2014/main" id="{1AA423DF-36B0-5875-EADF-BCD6E070A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0274" name="Line 34">
            <a:extLst>
              <a:ext uri="{FF2B5EF4-FFF2-40B4-BE49-F238E27FC236}">
                <a16:creationId xmlns:a16="http://schemas.microsoft.com/office/drawing/2014/main" id="{92B413B9-F57A-4E06-C8E8-F94B3D730600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5" name="Line 35">
            <a:extLst>
              <a:ext uri="{FF2B5EF4-FFF2-40B4-BE49-F238E27FC236}">
                <a16:creationId xmlns:a16="http://schemas.microsoft.com/office/drawing/2014/main" id="{20CB1957-F45E-C9BC-41FB-E9A814E928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6" name="Line 36">
            <a:extLst>
              <a:ext uri="{FF2B5EF4-FFF2-40B4-BE49-F238E27FC236}">
                <a16:creationId xmlns:a16="http://schemas.microsoft.com/office/drawing/2014/main" id="{83509EB4-2965-05DB-EECC-741105BD7F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7" name="Rectangle 37">
            <a:extLst>
              <a:ext uri="{FF2B5EF4-FFF2-40B4-BE49-F238E27FC236}">
                <a16:creationId xmlns:a16="http://schemas.microsoft.com/office/drawing/2014/main" id="{30FB8E66-1D72-DC62-22B3-86E07094E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0278" name="Rectangle 38">
            <a:extLst>
              <a:ext uri="{FF2B5EF4-FFF2-40B4-BE49-F238E27FC236}">
                <a16:creationId xmlns:a16="http://schemas.microsoft.com/office/drawing/2014/main" id="{5D530AA0-445D-F52B-565B-FC8B63930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0279" name="Rectangle 39">
            <a:extLst>
              <a:ext uri="{FF2B5EF4-FFF2-40B4-BE49-F238E27FC236}">
                <a16:creationId xmlns:a16="http://schemas.microsoft.com/office/drawing/2014/main" id="{05A836BB-0378-1B47-33FB-6F382FE10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0280" name="Rectangle 40">
            <a:extLst>
              <a:ext uri="{FF2B5EF4-FFF2-40B4-BE49-F238E27FC236}">
                <a16:creationId xmlns:a16="http://schemas.microsoft.com/office/drawing/2014/main" id="{B613133B-8CA6-32F7-C67F-DD558D7829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0281" name="Rectangle 41">
            <a:extLst>
              <a:ext uri="{FF2B5EF4-FFF2-40B4-BE49-F238E27FC236}">
                <a16:creationId xmlns:a16="http://schemas.microsoft.com/office/drawing/2014/main" id="{FD5E6F35-653F-BA71-470D-5D63F6C1F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0282" name="Rectangle 42">
            <a:extLst>
              <a:ext uri="{FF2B5EF4-FFF2-40B4-BE49-F238E27FC236}">
                <a16:creationId xmlns:a16="http://schemas.microsoft.com/office/drawing/2014/main" id="{F0498915-DD93-F776-0FF4-09B37B7B7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0283" name="Rectangle 43">
            <a:extLst>
              <a:ext uri="{FF2B5EF4-FFF2-40B4-BE49-F238E27FC236}">
                <a16:creationId xmlns:a16="http://schemas.microsoft.com/office/drawing/2014/main" id="{C6D51749-C63F-7BE7-597A-7665A1842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0284" name="Rectangle 44">
            <a:extLst>
              <a:ext uri="{FF2B5EF4-FFF2-40B4-BE49-F238E27FC236}">
                <a16:creationId xmlns:a16="http://schemas.microsoft.com/office/drawing/2014/main" id="{E1A5876B-9F7B-F1AB-85B7-A32577DD5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0285" name="Rectangle 45">
            <a:extLst>
              <a:ext uri="{FF2B5EF4-FFF2-40B4-BE49-F238E27FC236}">
                <a16:creationId xmlns:a16="http://schemas.microsoft.com/office/drawing/2014/main" id="{29C2BDBC-3A9E-9099-2137-749F22295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0286" name="Rectangle 46">
            <a:extLst>
              <a:ext uri="{FF2B5EF4-FFF2-40B4-BE49-F238E27FC236}">
                <a16:creationId xmlns:a16="http://schemas.microsoft.com/office/drawing/2014/main" id="{863E6B28-A3D2-9B3C-8B0F-F98DBF38D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287" name="Line 47">
            <a:extLst>
              <a:ext uri="{FF2B5EF4-FFF2-40B4-BE49-F238E27FC236}">
                <a16:creationId xmlns:a16="http://schemas.microsoft.com/office/drawing/2014/main" id="{EBA42BA8-B9FE-7A49-B05E-9FC96AC46A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88" name="Line 48">
            <a:extLst>
              <a:ext uri="{FF2B5EF4-FFF2-40B4-BE49-F238E27FC236}">
                <a16:creationId xmlns:a16="http://schemas.microsoft.com/office/drawing/2014/main" id="{2A30A0FE-1B35-43E9-4BCB-261C810DA5D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89" name="Line 49">
            <a:extLst>
              <a:ext uri="{FF2B5EF4-FFF2-40B4-BE49-F238E27FC236}">
                <a16:creationId xmlns:a16="http://schemas.microsoft.com/office/drawing/2014/main" id="{9D0E7747-C49A-8EB9-ED8F-F2E7E6F89F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90" name="Line 50">
            <a:extLst>
              <a:ext uri="{FF2B5EF4-FFF2-40B4-BE49-F238E27FC236}">
                <a16:creationId xmlns:a16="http://schemas.microsoft.com/office/drawing/2014/main" id="{F9C14323-375E-0A56-368B-880C8FC2362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407E753-FF4E-73EB-05F7-25C2D6642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1267" name="Freeform 3">
            <a:extLst>
              <a:ext uri="{FF2B5EF4-FFF2-40B4-BE49-F238E27FC236}">
                <a16:creationId xmlns:a16="http://schemas.microsoft.com/office/drawing/2014/main" id="{DBFE9201-BE79-0060-2953-65A4DA02FF21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68" name="Freeform 4">
            <a:extLst>
              <a:ext uri="{FF2B5EF4-FFF2-40B4-BE49-F238E27FC236}">
                <a16:creationId xmlns:a16="http://schemas.microsoft.com/office/drawing/2014/main" id="{9F9F9745-D32F-DF1D-1A2E-BE8AAD054A38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8B85C10F-7CBA-E244-3E8D-1A446306A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6F9E7B5C-8BE9-326B-6095-5C8FBB54A3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0E4D7B01-D97F-F7DB-FE38-B47266D87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1272" name="Rectangle 8">
            <a:extLst>
              <a:ext uri="{FF2B5EF4-FFF2-40B4-BE49-F238E27FC236}">
                <a16:creationId xmlns:a16="http://schemas.microsoft.com/office/drawing/2014/main" id="{CAB6CCC8-FA72-BA01-1611-988C9B7FC0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3" name="Rectangle 9">
            <a:extLst>
              <a:ext uri="{FF2B5EF4-FFF2-40B4-BE49-F238E27FC236}">
                <a16:creationId xmlns:a16="http://schemas.microsoft.com/office/drawing/2014/main" id="{9127B6D7-E380-B498-DF7C-153178006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" name="Line 10">
            <a:extLst>
              <a:ext uri="{FF2B5EF4-FFF2-40B4-BE49-F238E27FC236}">
                <a16:creationId xmlns:a16="http://schemas.microsoft.com/office/drawing/2014/main" id="{69E549C0-112A-D5D4-FF03-A4FA66F186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11">
            <a:extLst>
              <a:ext uri="{FF2B5EF4-FFF2-40B4-BE49-F238E27FC236}">
                <a16:creationId xmlns:a16="http://schemas.microsoft.com/office/drawing/2014/main" id="{1F8EF4B5-E79F-75FA-0D08-362E9E4B1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12">
            <a:extLst>
              <a:ext uri="{FF2B5EF4-FFF2-40B4-BE49-F238E27FC236}">
                <a16:creationId xmlns:a16="http://schemas.microsoft.com/office/drawing/2014/main" id="{D20C2DBA-B887-D0D9-347F-5FD227923F0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7" name="Line 13">
            <a:extLst>
              <a:ext uri="{FF2B5EF4-FFF2-40B4-BE49-F238E27FC236}">
                <a16:creationId xmlns:a16="http://schemas.microsoft.com/office/drawing/2014/main" id="{E35C9B12-2D65-7C30-3934-134C609BB40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8" name="Line 14">
            <a:extLst>
              <a:ext uri="{FF2B5EF4-FFF2-40B4-BE49-F238E27FC236}">
                <a16:creationId xmlns:a16="http://schemas.microsoft.com/office/drawing/2014/main" id="{025F1C8B-0CA5-AE21-F1CC-FACFEF44B61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9" name="AutoShape 15">
            <a:extLst>
              <a:ext uri="{FF2B5EF4-FFF2-40B4-BE49-F238E27FC236}">
                <a16:creationId xmlns:a16="http://schemas.microsoft.com/office/drawing/2014/main" id="{E96A963D-7751-29AC-FF84-C023E9BEB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1280" name="Rectangle 16">
            <a:extLst>
              <a:ext uri="{FF2B5EF4-FFF2-40B4-BE49-F238E27FC236}">
                <a16:creationId xmlns:a16="http://schemas.microsoft.com/office/drawing/2014/main" id="{144BEC4B-9473-355E-117C-D2D0B518C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D8918C96-677B-0622-9944-8415A3A3D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1282" name="AutoShape 18">
            <a:extLst>
              <a:ext uri="{FF2B5EF4-FFF2-40B4-BE49-F238E27FC236}">
                <a16:creationId xmlns:a16="http://schemas.microsoft.com/office/drawing/2014/main" id="{D89611CE-502B-8DA8-A9AC-3B0E2A21B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1283" name="Rectangle 19">
            <a:extLst>
              <a:ext uri="{FF2B5EF4-FFF2-40B4-BE49-F238E27FC236}">
                <a16:creationId xmlns:a16="http://schemas.microsoft.com/office/drawing/2014/main" id="{01A56F8E-9177-E02A-C8D7-1DB5373C0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1284" name="Rectangle 20">
            <a:extLst>
              <a:ext uri="{FF2B5EF4-FFF2-40B4-BE49-F238E27FC236}">
                <a16:creationId xmlns:a16="http://schemas.microsoft.com/office/drawing/2014/main" id="{0970C6F3-8E79-9486-D048-E2BF718F0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1285" name="Line 21">
            <a:extLst>
              <a:ext uri="{FF2B5EF4-FFF2-40B4-BE49-F238E27FC236}">
                <a16:creationId xmlns:a16="http://schemas.microsoft.com/office/drawing/2014/main" id="{E2A8E4A0-C0F6-E032-BAF2-3E9496BD24C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6" name="Line 22">
            <a:extLst>
              <a:ext uri="{FF2B5EF4-FFF2-40B4-BE49-F238E27FC236}">
                <a16:creationId xmlns:a16="http://schemas.microsoft.com/office/drawing/2014/main" id="{80EC6BE0-42F9-48C3-0BF9-D90A4AC471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7" name="Line 23">
            <a:extLst>
              <a:ext uri="{FF2B5EF4-FFF2-40B4-BE49-F238E27FC236}">
                <a16:creationId xmlns:a16="http://schemas.microsoft.com/office/drawing/2014/main" id="{533B35C3-0502-5361-CE87-9A5864163A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8" name="Line 24">
            <a:extLst>
              <a:ext uri="{FF2B5EF4-FFF2-40B4-BE49-F238E27FC236}">
                <a16:creationId xmlns:a16="http://schemas.microsoft.com/office/drawing/2014/main" id="{E4767CF5-A9F7-C337-6599-B4C590D1FA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9" name="Line 25">
            <a:extLst>
              <a:ext uri="{FF2B5EF4-FFF2-40B4-BE49-F238E27FC236}">
                <a16:creationId xmlns:a16="http://schemas.microsoft.com/office/drawing/2014/main" id="{DDE75061-0A55-6CC4-963C-9B9453DFC7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0" name="Line 26">
            <a:extLst>
              <a:ext uri="{FF2B5EF4-FFF2-40B4-BE49-F238E27FC236}">
                <a16:creationId xmlns:a16="http://schemas.microsoft.com/office/drawing/2014/main" id="{69A2D921-5812-9136-3C87-D31033EB3C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1" name="Line 27">
            <a:extLst>
              <a:ext uri="{FF2B5EF4-FFF2-40B4-BE49-F238E27FC236}">
                <a16:creationId xmlns:a16="http://schemas.microsoft.com/office/drawing/2014/main" id="{57148137-BD0A-A0AF-B7C0-19DD50BDB9E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2" name="Line 28">
            <a:extLst>
              <a:ext uri="{FF2B5EF4-FFF2-40B4-BE49-F238E27FC236}">
                <a16:creationId xmlns:a16="http://schemas.microsoft.com/office/drawing/2014/main" id="{65F00215-91D2-F8BA-3548-7FE92FCAB38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3" name="Line 29">
            <a:extLst>
              <a:ext uri="{FF2B5EF4-FFF2-40B4-BE49-F238E27FC236}">
                <a16:creationId xmlns:a16="http://schemas.microsoft.com/office/drawing/2014/main" id="{0DB13BCD-C640-F3AC-D201-1367FED15A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4" name="Line 30">
            <a:extLst>
              <a:ext uri="{FF2B5EF4-FFF2-40B4-BE49-F238E27FC236}">
                <a16:creationId xmlns:a16="http://schemas.microsoft.com/office/drawing/2014/main" id="{6B58E3B5-AD17-3E04-C372-23E0BE2713C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5" name="Line 31">
            <a:extLst>
              <a:ext uri="{FF2B5EF4-FFF2-40B4-BE49-F238E27FC236}">
                <a16:creationId xmlns:a16="http://schemas.microsoft.com/office/drawing/2014/main" id="{4976EFF1-472A-4B8A-707D-767029B20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6" name="Rectangle 32">
            <a:extLst>
              <a:ext uri="{FF2B5EF4-FFF2-40B4-BE49-F238E27FC236}">
                <a16:creationId xmlns:a16="http://schemas.microsoft.com/office/drawing/2014/main" id="{97EDD2CD-DF1F-92B6-0F78-04D585D2A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1297" name="Rectangle 33">
            <a:extLst>
              <a:ext uri="{FF2B5EF4-FFF2-40B4-BE49-F238E27FC236}">
                <a16:creationId xmlns:a16="http://schemas.microsoft.com/office/drawing/2014/main" id="{051BBFCE-41AF-17BC-18C0-8611AE4B4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1298" name="Line 34">
            <a:extLst>
              <a:ext uri="{FF2B5EF4-FFF2-40B4-BE49-F238E27FC236}">
                <a16:creationId xmlns:a16="http://schemas.microsoft.com/office/drawing/2014/main" id="{B4E2195D-058C-8B0A-C980-1A6A302F2B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9" name="Line 35">
            <a:extLst>
              <a:ext uri="{FF2B5EF4-FFF2-40B4-BE49-F238E27FC236}">
                <a16:creationId xmlns:a16="http://schemas.microsoft.com/office/drawing/2014/main" id="{44BE5D01-5241-77F5-6733-3CA5D38C1FE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0" name="Line 36">
            <a:extLst>
              <a:ext uri="{FF2B5EF4-FFF2-40B4-BE49-F238E27FC236}">
                <a16:creationId xmlns:a16="http://schemas.microsoft.com/office/drawing/2014/main" id="{0BF11A53-C192-EDCC-AA47-DAA765B6385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1" name="Rectangle 37">
            <a:extLst>
              <a:ext uri="{FF2B5EF4-FFF2-40B4-BE49-F238E27FC236}">
                <a16:creationId xmlns:a16="http://schemas.microsoft.com/office/drawing/2014/main" id="{0784E8DE-7625-90C8-B237-26C654D0DF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1302" name="Rectangle 38">
            <a:extLst>
              <a:ext uri="{FF2B5EF4-FFF2-40B4-BE49-F238E27FC236}">
                <a16:creationId xmlns:a16="http://schemas.microsoft.com/office/drawing/2014/main" id="{CDA13AB7-90E2-3169-5E88-2C73F4617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1303" name="Rectangle 39">
            <a:extLst>
              <a:ext uri="{FF2B5EF4-FFF2-40B4-BE49-F238E27FC236}">
                <a16:creationId xmlns:a16="http://schemas.microsoft.com/office/drawing/2014/main" id="{9900E67A-EF5E-CE08-F309-D139F1BAE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1304" name="Rectangle 40">
            <a:extLst>
              <a:ext uri="{FF2B5EF4-FFF2-40B4-BE49-F238E27FC236}">
                <a16:creationId xmlns:a16="http://schemas.microsoft.com/office/drawing/2014/main" id="{710D88F2-C909-A011-3CBD-131E531CB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1305" name="Rectangle 41">
            <a:extLst>
              <a:ext uri="{FF2B5EF4-FFF2-40B4-BE49-F238E27FC236}">
                <a16:creationId xmlns:a16="http://schemas.microsoft.com/office/drawing/2014/main" id="{169BBD46-BDB6-F1FF-A791-6E4EA7C9D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306" name="Rectangle 42">
            <a:extLst>
              <a:ext uri="{FF2B5EF4-FFF2-40B4-BE49-F238E27FC236}">
                <a16:creationId xmlns:a16="http://schemas.microsoft.com/office/drawing/2014/main" id="{11FC7F80-5343-C57C-6AD3-1F1DA7B49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1307" name="Rectangle 43">
            <a:extLst>
              <a:ext uri="{FF2B5EF4-FFF2-40B4-BE49-F238E27FC236}">
                <a16:creationId xmlns:a16="http://schemas.microsoft.com/office/drawing/2014/main" id="{1566A5DB-08A5-CA52-CA57-7C6CDFFA7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1308" name="Rectangle 44">
            <a:extLst>
              <a:ext uri="{FF2B5EF4-FFF2-40B4-BE49-F238E27FC236}">
                <a16:creationId xmlns:a16="http://schemas.microsoft.com/office/drawing/2014/main" id="{22F5774B-3B98-5952-1D3A-4294ADA7C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1309" name="Rectangle 45">
            <a:extLst>
              <a:ext uri="{FF2B5EF4-FFF2-40B4-BE49-F238E27FC236}">
                <a16:creationId xmlns:a16="http://schemas.microsoft.com/office/drawing/2014/main" id="{DCC7557F-FE26-132A-51AC-64A20F465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10" name="Rectangle 46">
            <a:extLst>
              <a:ext uri="{FF2B5EF4-FFF2-40B4-BE49-F238E27FC236}">
                <a16:creationId xmlns:a16="http://schemas.microsoft.com/office/drawing/2014/main" id="{5804C473-024E-AA7B-4D29-44FE8C9FC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311" name="Line 47">
            <a:extLst>
              <a:ext uri="{FF2B5EF4-FFF2-40B4-BE49-F238E27FC236}">
                <a16:creationId xmlns:a16="http://schemas.microsoft.com/office/drawing/2014/main" id="{23F220FB-8878-97BF-55AC-8024CC0162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2" name="Line 48">
            <a:extLst>
              <a:ext uri="{FF2B5EF4-FFF2-40B4-BE49-F238E27FC236}">
                <a16:creationId xmlns:a16="http://schemas.microsoft.com/office/drawing/2014/main" id="{EF5E9EED-AA78-D11D-6E6E-DEE4B587AA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3" name="Line 49">
            <a:extLst>
              <a:ext uri="{FF2B5EF4-FFF2-40B4-BE49-F238E27FC236}">
                <a16:creationId xmlns:a16="http://schemas.microsoft.com/office/drawing/2014/main" id="{854F1A7A-16F8-AB9C-7CD7-120C5C93BAD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4" name="Line 50">
            <a:extLst>
              <a:ext uri="{FF2B5EF4-FFF2-40B4-BE49-F238E27FC236}">
                <a16:creationId xmlns:a16="http://schemas.microsoft.com/office/drawing/2014/main" id="{6096F144-95E8-FDE6-7DFB-B6376D74627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E11AAC2D-AFE9-2B6D-C81D-0B3B31B9D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2291" name="Freeform 3">
            <a:extLst>
              <a:ext uri="{FF2B5EF4-FFF2-40B4-BE49-F238E27FC236}">
                <a16:creationId xmlns:a16="http://schemas.microsoft.com/office/drawing/2014/main" id="{BC575099-0322-58D5-9DC3-93DF49748105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2" name="Freeform 4">
            <a:extLst>
              <a:ext uri="{FF2B5EF4-FFF2-40B4-BE49-F238E27FC236}">
                <a16:creationId xmlns:a16="http://schemas.microsoft.com/office/drawing/2014/main" id="{B30F9317-FABE-102E-6787-B9C91C7EB8E8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66030252-22A5-DD08-3B89-06B7BC1D4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1033B6E5-2D9A-DE9C-ACB1-010CD1552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4104C066-F4CF-66F3-E2B7-FDFB05B89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BA38BEC5-AEA4-2376-467A-66B8255CC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2297" name="Rectangle 9">
            <a:extLst>
              <a:ext uri="{FF2B5EF4-FFF2-40B4-BE49-F238E27FC236}">
                <a16:creationId xmlns:a16="http://schemas.microsoft.com/office/drawing/2014/main" id="{C1B6F558-8EE4-9EC4-5011-5403FBF9B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298" name="Line 10">
            <a:extLst>
              <a:ext uri="{FF2B5EF4-FFF2-40B4-BE49-F238E27FC236}">
                <a16:creationId xmlns:a16="http://schemas.microsoft.com/office/drawing/2014/main" id="{88263B75-0D11-98E2-7CB6-F7FD42B49B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9" name="Line 11">
            <a:extLst>
              <a:ext uri="{FF2B5EF4-FFF2-40B4-BE49-F238E27FC236}">
                <a16:creationId xmlns:a16="http://schemas.microsoft.com/office/drawing/2014/main" id="{54932FDA-54D5-FC3E-BD0E-269388C68A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0" name="Line 12">
            <a:extLst>
              <a:ext uri="{FF2B5EF4-FFF2-40B4-BE49-F238E27FC236}">
                <a16:creationId xmlns:a16="http://schemas.microsoft.com/office/drawing/2014/main" id="{57142CD7-701A-9AB1-D96B-46F6A17464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1" name="Line 13">
            <a:extLst>
              <a:ext uri="{FF2B5EF4-FFF2-40B4-BE49-F238E27FC236}">
                <a16:creationId xmlns:a16="http://schemas.microsoft.com/office/drawing/2014/main" id="{49788098-0141-9AB2-6062-55213941590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2" name="Line 14">
            <a:extLst>
              <a:ext uri="{FF2B5EF4-FFF2-40B4-BE49-F238E27FC236}">
                <a16:creationId xmlns:a16="http://schemas.microsoft.com/office/drawing/2014/main" id="{FC64800C-08EA-1568-6FCA-B3A632B6A9F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3" name="AutoShape 15">
            <a:extLst>
              <a:ext uri="{FF2B5EF4-FFF2-40B4-BE49-F238E27FC236}">
                <a16:creationId xmlns:a16="http://schemas.microsoft.com/office/drawing/2014/main" id="{A8F03F81-A656-7945-6769-67F828F85C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2304" name="Rectangle 16">
            <a:extLst>
              <a:ext uri="{FF2B5EF4-FFF2-40B4-BE49-F238E27FC236}">
                <a16:creationId xmlns:a16="http://schemas.microsoft.com/office/drawing/2014/main" id="{15949482-F71D-BB72-7C9F-627D0BFAE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2305" name="Rectangle 17">
            <a:extLst>
              <a:ext uri="{FF2B5EF4-FFF2-40B4-BE49-F238E27FC236}">
                <a16:creationId xmlns:a16="http://schemas.microsoft.com/office/drawing/2014/main" id="{3B110B26-A339-41B9-D281-0800417FE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2306" name="AutoShape 18">
            <a:extLst>
              <a:ext uri="{FF2B5EF4-FFF2-40B4-BE49-F238E27FC236}">
                <a16:creationId xmlns:a16="http://schemas.microsoft.com/office/drawing/2014/main" id="{C584665E-ADD9-90C0-E339-AF5207C6D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2307" name="Rectangle 19">
            <a:extLst>
              <a:ext uri="{FF2B5EF4-FFF2-40B4-BE49-F238E27FC236}">
                <a16:creationId xmlns:a16="http://schemas.microsoft.com/office/drawing/2014/main" id="{5B0592B7-646E-20FF-8CC1-C93C69BD7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2308" name="Rectangle 20">
            <a:extLst>
              <a:ext uri="{FF2B5EF4-FFF2-40B4-BE49-F238E27FC236}">
                <a16:creationId xmlns:a16="http://schemas.microsoft.com/office/drawing/2014/main" id="{C04AF8E8-895B-D649-3882-7AD68D63D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2309" name="Line 21">
            <a:extLst>
              <a:ext uri="{FF2B5EF4-FFF2-40B4-BE49-F238E27FC236}">
                <a16:creationId xmlns:a16="http://schemas.microsoft.com/office/drawing/2014/main" id="{2624EBE0-BEE4-6E8D-D93A-BD874E22EA3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0" name="Line 22">
            <a:extLst>
              <a:ext uri="{FF2B5EF4-FFF2-40B4-BE49-F238E27FC236}">
                <a16:creationId xmlns:a16="http://schemas.microsoft.com/office/drawing/2014/main" id="{1EEFF13F-3A56-16D9-5FB4-13CEB6C61D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1" name="Line 23">
            <a:extLst>
              <a:ext uri="{FF2B5EF4-FFF2-40B4-BE49-F238E27FC236}">
                <a16:creationId xmlns:a16="http://schemas.microsoft.com/office/drawing/2014/main" id="{51A8B6FC-CFF0-031E-2BCF-5510696AFF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2" name="Line 24">
            <a:extLst>
              <a:ext uri="{FF2B5EF4-FFF2-40B4-BE49-F238E27FC236}">
                <a16:creationId xmlns:a16="http://schemas.microsoft.com/office/drawing/2014/main" id="{97B392F3-4501-D4FE-0203-B4310EBFA2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3" name="Line 25">
            <a:extLst>
              <a:ext uri="{FF2B5EF4-FFF2-40B4-BE49-F238E27FC236}">
                <a16:creationId xmlns:a16="http://schemas.microsoft.com/office/drawing/2014/main" id="{0B390318-B657-6AB0-086D-7D41F4CB51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4" name="Line 26">
            <a:extLst>
              <a:ext uri="{FF2B5EF4-FFF2-40B4-BE49-F238E27FC236}">
                <a16:creationId xmlns:a16="http://schemas.microsoft.com/office/drawing/2014/main" id="{6C677E55-0F73-20B5-F62C-95C51497DEC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5" name="Line 27">
            <a:extLst>
              <a:ext uri="{FF2B5EF4-FFF2-40B4-BE49-F238E27FC236}">
                <a16:creationId xmlns:a16="http://schemas.microsoft.com/office/drawing/2014/main" id="{B4DAAA29-E2F1-4D64-0B45-3EC354A77A6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6" name="Line 28">
            <a:extLst>
              <a:ext uri="{FF2B5EF4-FFF2-40B4-BE49-F238E27FC236}">
                <a16:creationId xmlns:a16="http://schemas.microsoft.com/office/drawing/2014/main" id="{BCF6C799-0EA4-B053-C022-50B8C5C262E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7" name="Line 29">
            <a:extLst>
              <a:ext uri="{FF2B5EF4-FFF2-40B4-BE49-F238E27FC236}">
                <a16:creationId xmlns:a16="http://schemas.microsoft.com/office/drawing/2014/main" id="{3CA364EA-7454-B3BB-6D7D-F6A9C5C5D5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8" name="Line 30">
            <a:extLst>
              <a:ext uri="{FF2B5EF4-FFF2-40B4-BE49-F238E27FC236}">
                <a16:creationId xmlns:a16="http://schemas.microsoft.com/office/drawing/2014/main" id="{DC2237CF-2714-6BB2-E40B-2A720216F87E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9" name="Line 31">
            <a:extLst>
              <a:ext uri="{FF2B5EF4-FFF2-40B4-BE49-F238E27FC236}">
                <a16:creationId xmlns:a16="http://schemas.microsoft.com/office/drawing/2014/main" id="{A12EC831-6A6C-3147-0688-58EEA1B818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20" name="Rectangle 32">
            <a:extLst>
              <a:ext uri="{FF2B5EF4-FFF2-40B4-BE49-F238E27FC236}">
                <a16:creationId xmlns:a16="http://schemas.microsoft.com/office/drawing/2014/main" id="{476581B6-EEAC-6E0E-B5B4-C279A0AA9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2321" name="Rectangle 33">
            <a:extLst>
              <a:ext uri="{FF2B5EF4-FFF2-40B4-BE49-F238E27FC236}">
                <a16:creationId xmlns:a16="http://schemas.microsoft.com/office/drawing/2014/main" id="{188CF147-8C7F-4A12-3D8C-C43517668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2322" name="Line 34">
            <a:extLst>
              <a:ext uri="{FF2B5EF4-FFF2-40B4-BE49-F238E27FC236}">
                <a16:creationId xmlns:a16="http://schemas.microsoft.com/office/drawing/2014/main" id="{B85D6122-9054-7FBA-7932-C24076A6CC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23" name="Line 35">
            <a:extLst>
              <a:ext uri="{FF2B5EF4-FFF2-40B4-BE49-F238E27FC236}">
                <a16:creationId xmlns:a16="http://schemas.microsoft.com/office/drawing/2014/main" id="{B8E15C07-F806-E358-8078-0DAC2E4F384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24" name="Line 36">
            <a:extLst>
              <a:ext uri="{FF2B5EF4-FFF2-40B4-BE49-F238E27FC236}">
                <a16:creationId xmlns:a16="http://schemas.microsoft.com/office/drawing/2014/main" id="{0AAB43EC-B777-262A-E8D1-53414E8D07B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25" name="Rectangle 37">
            <a:extLst>
              <a:ext uri="{FF2B5EF4-FFF2-40B4-BE49-F238E27FC236}">
                <a16:creationId xmlns:a16="http://schemas.microsoft.com/office/drawing/2014/main" id="{EB34C901-851C-319C-F1ED-1E0DC2ABF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2326" name="Rectangle 38">
            <a:extLst>
              <a:ext uri="{FF2B5EF4-FFF2-40B4-BE49-F238E27FC236}">
                <a16:creationId xmlns:a16="http://schemas.microsoft.com/office/drawing/2014/main" id="{A6D352F6-1D03-9C28-83A0-7D4E21D611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2327" name="Rectangle 39">
            <a:extLst>
              <a:ext uri="{FF2B5EF4-FFF2-40B4-BE49-F238E27FC236}">
                <a16:creationId xmlns:a16="http://schemas.microsoft.com/office/drawing/2014/main" id="{B42433B8-3934-F23B-2595-E46B7DB0C9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328" name="Rectangle 40">
            <a:extLst>
              <a:ext uri="{FF2B5EF4-FFF2-40B4-BE49-F238E27FC236}">
                <a16:creationId xmlns:a16="http://schemas.microsoft.com/office/drawing/2014/main" id="{5FBBA253-020F-6B68-3A61-12F8E1391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2329" name="Rectangle 41">
            <a:extLst>
              <a:ext uri="{FF2B5EF4-FFF2-40B4-BE49-F238E27FC236}">
                <a16:creationId xmlns:a16="http://schemas.microsoft.com/office/drawing/2014/main" id="{FF4E93E6-9995-FE48-E087-1D0F9662D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2330" name="Rectangle 42">
            <a:extLst>
              <a:ext uri="{FF2B5EF4-FFF2-40B4-BE49-F238E27FC236}">
                <a16:creationId xmlns:a16="http://schemas.microsoft.com/office/drawing/2014/main" id="{37D4A32F-E8F9-30FF-0F15-371C10A3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True</a:t>
            </a:r>
          </a:p>
        </p:txBody>
      </p:sp>
      <p:sp>
        <p:nvSpPr>
          <p:cNvPr id="12331" name="Rectangle 43">
            <a:extLst>
              <a:ext uri="{FF2B5EF4-FFF2-40B4-BE49-F238E27FC236}">
                <a16:creationId xmlns:a16="http://schemas.microsoft.com/office/drawing/2014/main" id="{479AF23A-5DD9-B3FF-AF29-87FD2C58E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2332" name="Rectangle 44">
            <a:extLst>
              <a:ext uri="{FF2B5EF4-FFF2-40B4-BE49-F238E27FC236}">
                <a16:creationId xmlns:a16="http://schemas.microsoft.com/office/drawing/2014/main" id="{09EB4F2F-D35F-59ED-BA38-F0C940D46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333" name="Rectangle 45">
            <a:extLst>
              <a:ext uri="{FF2B5EF4-FFF2-40B4-BE49-F238E27FC236}">
                <a16:creationId xmlns:a16="http://schemas.microsoft.com/office/drawing/2014/main" id="{BE86E623-9C7A-04B1-3CB2-D6B94B9D6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2334" name="Rectangle 46">
            <a:extLst>
              <a:ext uri="{FF2B5EF4-FFF2-40B4-BE49-F238E27FC236}">
                <a16:creationId xmlns:a16="http://schemas.microsoft.com/office/drawing/2014/main" id="{02432D5B-ACB5-C825-7EB0-42A56FCF6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335" name="Line 47">
            <a:extLst>
              <a:ext uri="{FF2B5EF4-FFF2-40B4-BE49-F238E27FC236}">
                <a16:creationId xmlns:a16="http://schemas.microsoft.com/office/drawing/2014/main" id="{5926BEEE-E67E-61E5-213C-897CB9E5EAF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36" name="Line 48">
            <a:extLst>
              <a:ext uri="{FF2B5EF4-FFF2-40B4-BE49-F238E27FC236}">
                <a16:creationId xmlns:a16="http://schemas.microsoft.com/office/drawing/2014/main" id="{12D40D06-A956-7260-3B5E-5A4A707A4A6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37" name="Line 49">
            <a:extLst>
              <a:ext uri="{FF2B5EF4-FFF2-40B4-BE49-F238E27FC236}">
                <a16:creationId xmlns:a16="http://schemas.microsoft.com/office/drawing/2014/main" id="{CA063C88-AB98-923C-22FA-5E02C5F1F6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38" name="Line 50">
            <a:extLst>
              <a:ext uri="{FF2B5EF4-FFF2-40B4-BE49-F238E27FC236}">
                <a16:creationId xmlns:a16="http://schemas.microsoft.com/office/drawing/2014/main" id="{1F605C86-7393-ADB7-5832-85E7EDFBD8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635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3B167C62-9F39-1BB4-A841-DAE230D99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3315" name="Freeform 3">
            <a:extLst>
              <a:ext uri="{FF2B5EF4-FFF2-40B4-BE49-F238E27FC236}">
                <a16:creationId xmlns:a16="http://schemas.microsoft.com/office/drawing/2014/main" id="{4A7453E9-D99D-F91E-214F-0309FCE8EFC5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6" name="Freeform 4">
            <a:extLst>
              <a:ext uri="{FF2B5EF4-FFF2-40B4-BE49-F238E27FC236}">
                <a16:creationId xmlns:a16="http://schemas.microsoft.com/office/drawing/2014/main" id="{59D45061-0876-9868-56CD-68C2F3B90709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D8D584CD-2EFB-27B4-2C2C-FCCEDF68A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3318" name="Rectangle 6">
            <a:extLst>
              <a:ext uri="{FF2B5EF4-FFF2-40B4-BE49-F238E27FC236}">
                <a16:creationId xmlns:a16="http://schemas.microsoft.com/office/drawing/2014/main" id="{72E518CD-E723-F3E8-2ECD-6F5D6492E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3319" name="Rectangle 7">
            <a:extLst>
              <a:ext uri="{FF2B5EF4-FFF2-40B4-BE49-F238E27FC236}">
                <a16:creationId xmlns:a16="http://schemas.microsoft.com/office/drawing/2014/main" id="{81556F1F-80DB-C456-85E0-352E79288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3320" name="Rectangle 8">
            <a:extLst>
              <a:ext uri="{FF2B5EF4-FFF2-40B4-BE49-F238E27FC236}">
                <a16:creationId xmlns:a16="http://schemas.microsoft.com/office/drawing/2014/main" id="{4BAD2054-6581-37F2-5DA9-023C2E46A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21" name="Rectangle 9">
            <a:extLst>
              <a:ext uri="{FF2B5EF4-FFF2-40B4-BE49-F238E27FC236}">
                <a16:creationId xmlns:a16="http://schemas.microsoft.com/office/drawing/2014/main" id="{BE408AC5-AA38-6E4C-A2ED-395C687C15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22" name="Line 10">
            <a:extLst>
              <a:ext uri="{FF2B5EF4-FFF2-40B4-BE49-F238E27FC236}">
                <a16:creationId xmlns:a16="http://schemas.microsoft.com/office/drawing/2014/main" id="{CBAE5EC7-B3DB-7640-0BC5-B89A3A48B8A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3" name="Line 11">
            <a:extLst>
              <a:ext uri="{FF2B5EF4-FFF2-40B4-BE49-F238E27FC236}">
                <a16:creationId xmlns:a16="http://schemas.microsoft.com/office/drawing/2014/main" id="{8B50F776-6004-A485-2F61-B5129A977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4" name="Line 12">
            <a:extLst>
              <a:ext uri="{FF2B5EF4-FFF2-40B4-BE49-F238E27FC236}">
                <a16:creationId xmlns:a16="http://schemas.microsoft.com/office/drawing/2014/main" id="{367473DE-9E1A-123A-8F32-14A0AF24519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5" name="Line 13">
            <a:extLst>
              <a:ext uri="{FF2B5EF4-FFF2-40B4-BE49-F238E27FC236}">
                <a16:creationId xmlns:a16="http://schemas.microsoft.com/office/drawing/2014/main" id="{34165DBC-8D28-EB5E-E6D9-2B30EF81D31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6" name="Line 14">
            <a:extLst>
              <a:ext uri="{FF2B5EF4-FFF2-40B4-BE49-F238E27FC236}">
                <a16:creationId xmlns:a16="http://schemas.microsoft.com/office/drawing/2014/main" id="{EAAC5FAF-1D03-0A4F-94AD-507CF9CCD6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7" name="AutoShape 15">
            <a:extLst>
              <a:ext uri="{FF2B5EF4-FFF2-40B4-BE49-F238E27FC236}">
                <a16:creationId xmlns:a16="http://schemas.microsoft.com/office/drawing/2014/main" id="{3CF8940B-96EA-FA1B-2C8F-A2E9843D6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3328" name="Rectangle 16">
            <a:extLst>
              <a:ext uri="{FF2B5EF4-FFF2-40B4-BE49-F238E27FC236}">
                <a16:creationId xmlns:a16="http://schemas.microsoft.com/office/drawing/2014/main" id="{DE6135BE-1783-74FD-5EB2-0210C693B8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3329" name="Rectangle 17">
            <a:extLst>
              <a:ext uri="{FF2B5EF4-FFF2-40B4-BE49-F238E27FC236}">
                <a16:creationId xmlns:a16="http://schemas.microsoft.com/office/drawing/2014/main" id="{AB3458F4-BBE8-200F-C847-597DFFA4A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3330" name="AutoShape 18">
            <a:extLst>
              <a:ext uri="{FF2B5EF4-FFF2-40B4-BE49-F238E27FC236}">
                <a16:creationId xmlns:a16="http://schemas.microsoft.com/office/drawing/2014/main" id="{134FACE1-F1AF-F2F8-6B08-82AC672C6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3331" name="Rectangle 19">
            <a:extLst>
              <a:ext uri="{FF2B5EF4-FFF2-40B4-BE49-F238E27FC236}">
                <a16:creationId xmlns:a16="http://schemas.microsoft.com/office/drawing/2014/main" id="{AF7C54D0-1AF9-EA2E-4F16-47BC301B44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3332" name="Rectangle 20">
            <a:extLst>
              <a:ext uri="{FF2B5EF4-FFF2-40B4-BE49-F238E27FC236}">
                <a16:creationId xmlns:a16="http://schemas.microsoft.com/office/drawing/2014/main" id="{3F358F16-8E81-1EB2-AD46-026169513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3333" name="Line 21">
            <a:extLst>
              <a:ext uri="{FF2B5EF4-FFF2-40B4-BE49-F238E27FC236}">
                <a16:creationId xmlns:a16="http://schemas.microsoft.com/office/drawing/2014/main" id="{CBF6DAA2-1771-6070-DD7D-D59BB4ACF10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4" name="Line 22">
            <a:extLst>
              <a:ext uri="{FF2B5EF4-FFF2-40B4-BE49-F238E27FC236}">
                <a16:creationId xmlns:a16="http://schemas.microsoft.com/office/drawing/2014/main" id="{2DFF1683-4B9C-6168-4F37-4195AF0D27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3">
            <a:extLst>
              <a:ext uri="{FF2B5EF4-FFF2-40B4-BE49-F238E27FC236}">
                <a16:creationId xmlns:a16="http://schemas.microsoft.com/office/drawing/2014/main" id="{489B63D9-4036-EE47-A969-F12282D4A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4">
            <a:extLst>
              <a:ext uri="{FF2B5EF4-FFF2-40B4-BE49-F238E27FC236}">
                <a16:creationId xmlns:a16="http://schemas.microsoft.com/office/drawing/2014/main" id="{2EFDC3F1-E764-EA85-4F28-39796B90E5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Line 25">
            <a:extLst>
              <a:ext uri="{FF2B5EF4-FFF2-40B4-BE49-F238E27FC236}">
                <a16:creationId xmlns:a16="http://schemas.microsoft.com/office/drawing/2014/main" id="{5F523F56-4440-ABE2-B89A-99C81DD954BA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8" name="Line 26">
            <a:extLst>
              <a:ext uri="{FF2B5EF4-FFF2-40B4-BE49-F238E27FC236}">
                <a16:creationId xmlns:a16="http://schemas.microsoft.com/office/drawing/2014/main" id="{5160B094-8201-0D6E-4F89-72886EB9AD1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7">
            <a:extLst>
              <a:ext uri="{FF2B5EF4-FFF2-40B4-BE49-F238E27FC236}">
                <a16:creationId xmlns:a16="http://schemas.microsoft.com/office/drawing/2014/main" id="{EFB1CC66-69BF-756E-2A48-1CA847F0336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0" name="Line 28">
            <a:extLst>
              <a:ext uri="{FF2B5EF4-FFF2-40B4-BE49-F238E27FC236}">
                <a16:creationId xmlns:a16="http://schemas.microsoft.com/office/drawing/2014/main" id="{E879F696-4D0C-5CD3-F030-0483B35F2B4E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1" name="Line 29">
            <a:extLst>
              <a:ext uri="{FF2B5EF4-FFF2-40B4-BE49-F238E27FC236}">
                <a16:creationId xmlns:a16="http://schemas.microsoft.com/office/drawing/2014/main" id="{8ABC66B2-67B3-25C4-3C3F-14FB30F02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Line 30">
            <a:extLst>
              <a:ext uri="{FF2B5EF4-FFF2-40B4-BE49-F238E27FC236}">
                <a16:creationId xmlns:a16="http://schemas.microsoft.com/office/drawing/2014/main" id="{FDB36559-6C1C-4D05-B4C1-3DEE5E668FB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3" name="Line 31">
            <a:extLst>
              <a:ext uri="{FF2B5EF4-FFF2-40B4-BE49-F238E27FC236}">
                <a16:creationId xmlns:a16="http://schemas.microsoft.com/office/drawing/2014/main" id="{D37B1363-187E-5328-5634-B94219789E16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Rectangle 32">
            <a:extLst>
              <a:ext uri="{FF2B5EF4-FFF2-40B4-BE49-F238E27FC236}">
                <a16:creationId xmlns:a16="http://schemas.microsoft.com/office/drawing/2014/main" id="{AA83041B-81E5-CF7E-8200-566D54C5E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3345" name="Rectangle 33">
            <a:extLst>
              <a:ext uri="{FF2B5EF4-FFF2-40B4-BE49-F238E27FC236}">
                <a16:creationId xmlns:a16="http://schemas.microsoft.com/office/drawing/2014/main" id="{3DC9D922-21B4-8DD6-BD5C-69EC4BF04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3346" name="Line 34">
            <a:extLst>
              <a:ext uri="{FF2B5EF4-FFF2-40B4-BE49-F238E27FC236}">
                <a16:creationId xmlns:a16="http://schemas.microsoft.com/office/drawing/2014/main" id="{4793EE93-1CCD-7985-40F6-4045B1142C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7" name="Line 35">
            <a:extLst>
              <a:ext uri="{FF2B5EF4-FFF2-40B4-BE49-F238E27FC236}">
                <a16:creationId xmlns:a16="http://schemas.microsoft.com/office/drawing/2014/main" id="{43BA7FB8-D9E8-02C1-3CD4-E5A80F7617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8" name="Line 36">
            <a:extLst>
              <a:ext uri="{FF2B5EF4-FFF2-40B4-BE49-F238E27FC236}">
                <a16:creationId xmlns:a16="http://schemas.microsoft.com/office/drawing/2014/main" id="{2E046B5F-B5E8-265A-7AE0-5FBBE7816FA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9" name="Rectangle 37">
            <a:extLst>
              <a:ext uri="{FF2B5EF4-FFF2-40B4-BE49-F238E27FC236}">
                <a16:creationId xmlns:a16="http://schemas.microsoft.com/office/drawing/2014/main" id="{74EB1D0A-31F4-5E56-4A1B-3600E9535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3350" name="Rectangle 38">
            <a:extLst>
              <a:ext uri="{FF2B5EF4-FFF2-40B4-BE49-F238E27FC236}">
                <a16:creationId xmlns:a16="http://schemas.microsoft.com/office/drawing/2014/main" id="{B67F76B9-4063-21EF-1A32-D37D5041B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3351" name="Rectangle 39">
            <a:extLst>
              <a:ext uri="{FF2B5EF4-FFF2-40B4-BE49-F238E27FC236}">
                <a16:creationId xmlns:a16="http://schemas.microsoft.com/office/drawing/2014/main" id="{94A6053E-E35C-DB91-765D-901AF0556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3352" name="Rectangle 40">
            <a:extLst>
              <a:ext uri="{FF2B5EF4-FFF2-40B4-BE49-F238E27FC236}">
                <a16:creationId xmlns:a16="http://schemas.microsoft.com/office/drawing/2014/main" id="{68F65302-BA65-9E6A-B0B5-F45181E1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3353" name="Rectangle 41">
            <a:extLst>
              <a:ext uri="{FF2B5EF4-FFF2-40B4-BE49-F238E27FC236}">
                <a16:creationId xmlns:a16="http://schemas.microsoft.com/office/drawing/2014/main" id="{2DBDB62C-1E85-3306-F060-66EB5D8AD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3354" name="Rectangle 42">
            <a:extLst>
              <a:ext uri="{FF2B5EF4-FFF2-40B4-BE49-F238E27FC236}">
                <a16:creationId xmlns:a16="http://schemas.microsoft.com/office/drawing/2014/main" id="{93C5DE48-DE9C-39C3-C8D8-026E915611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3355" name="Rectangle 43">
            <a:extLst>
              <a:ext uri="{FF2B5EF4-FFF2-40B4-BE49-F238E27FC236}">
                <a16:creationId xmlns:a16="http://schemas.microsoft.com/office/drawing/2014/main" id="{6E8C0DC3-0968-7A94-2E1F-34C862BBE2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3356" name="Rectangle 44">
            <a:extLst>
              <a:ext uri="{FF2B5EF4-FFF2-40B4-BE49-F238E27FC236}">
                <a16:creationId xmlns:a16="http://schemas.microsoft.com/office/drawing/2014/main" id="{E6E6C02E-6C29-2946-161C-09E7BFC2C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3357" name="Rectangle 45">
            <a:extLst>
              <a:ext uri="{FF2B5EF4-FFF2-40B4-BE49-F238E27FC236}">
                <a16:creationId xmlns:a16="http://schemas.microsoft.com/office/drawing/2014/main" id="{EA961FC5-7BFB-0063-5EAC-A5935FA80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358" name="Rectangle 46">
            <a:extLst>
              <a:ext uri="{FF2B5EF4-FFF2-40B4-BE49-F238E27FC236}">
                <a16:creationId xmlns:a16="http://schemas.microsoft.com/office/drawing/2014/main" id="{D74BA430-8B5B-A039-79D6-D9D1F8C9FF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359" name="Line 47">
            <a:extLst>
              <a:ext uri="{FF2B5EF4-FFF2-40B4-BE49-F238E27FC236}">
                <a16:creationId xmlns:a16="http://schemas.microsoft.com/office/drawing/2014/main" id="{1DB244D0-C44E-68DB-0A55-F1DAB33D147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0" name="Line 48">
            <a:extLst>
              <a:ext uri="{FF2B5EF4-FFF2-40B4-BE49-F238E27FC236}">
                <a16:creationId xmlns:a16="http://schemas.microsoft.com/office/drawing/2014/main" id="{12D9196C-3BE2-D92C-F87F-E223F48C1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1" name="Line 49">
            <a:extLst>
              <a:ext uri="{FF2B5EF4-FFF2-40B4-BE49-F238E27FC236}">
                <a16:creationId xmlns:a16="http://schemas.microsoft.com/office/drawing/2014/main" id="{7BAA8362-923F-C5C1-A59F-57CD6E0CC5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4125EF82-1BEE-950A-8072-D69F20AE7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4339" name="Freeform 3">
            <a:extLst>
              <a:ext uri="{FF2B5EF4-FFF2-40B4-BE49-F238E27FC236}">
                <a16:creationId xmlns:a16="http://schemas.microsoft.com/office/drawing/2014/main" id="{B5229F13-8239-FD3E-B670-AC35ACB8C9B7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0" name="Freeform 4">
            <a:extLst>
              <a:ext uri="{FF2B5EF4-FFF2-40B4-BE49-F238E27FC236}">
                <a16:creationId xmlns:a16="http://schemas.microsoft.com/office/drawing/2014/main" id="{F0FA3D03-87CC-9312-E502-C3EEC920AA5E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Rectangle 5">
            <a:extLst>
              <a:ext uri="{FF2B5EF4-FFF2-40B4-BE49-F238E27FC236}">
                <a16:creationId xmlns:a16="http://schemas.microsoft.com/office/drawing/2014/main" id="{4F968F44-72F6-ABFA-6B89-993A72A93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4342" name="Rectangle 6">
            <a:extLst>
              <a:ext uri="{FF2B5EF4-FFF2-40B4-BE49-F238E27FC236}">
                <a16:creationId xmlns:a16="http://schemas.microsoft.com/office/drawing/2014/main" id="{6EC848C7-0F2B-437F-96E0-980827F3C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14343" name="Rectangle 7">
            <a:extLst>
              <a:ext uri="{FF2B5EF4-FFF2-40B4-BE49-F238E27FC236}">
                <a16:creationId xmlns:a16="http://schemas.microsoft.com/office/drawing/2014/main" id="{4B005A59-E96E-636E-C742-8B016B5E4E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4344" name="Rectangle 8">
            <a:extLst>
              <a:ext uri="{FF2B5EF4-FFF2-40B4-BE49-F238E27FC236}">
                <a16:creationId xmlns:a16="http://schemas.microsoft.com/office/drawing/2014/main" id="{03445A5B-7783-3430-4D40-D42733881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45" name="Rectangle 9">
            <a:extLst>
              <a:ext uri="{FF2B5EF4-FFF2-40B4-BE49-F238E27FC236}">
                <a16:creationId xmlns:a16="http://schemas.microsoft.com/office/drawing/2014/main" id="{D3633EDC-8B3C-E370-AFF9-2503E2FFE0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46" name="Line 10">
            <a:extLst>
              <a:ext uri="{FF2B5EF4-FFF2-40B4-BE49-F238E27FC236}">
                <a16:creationId xmlns:a16="http://schemas.microsoft.com/office/drawing/2014/main" id="{C9562B55-C3B8-992C-3E18-B13FEB6D217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Line 11">
            <a:extLst>
              <a:ext uri="{FF2B5EF4-FFF2-40B4-BE49-F238E27FC236}">
                <a16:creationId xmlns:a16="http://schemas.microsoft.com/office/drawing/2014/main" id="{854D60B0-2F2F-D75A-3B6F-6F12425CB2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8" name="Line 12">
            <a:extLst>
              <a:ext uri="{FF2B5EF4-FFF2-40B4-BE49-F238E27FC236}">
                <a16:creationId xmlns:a16="http://schemas.microsoft.com/office/drawing/2014/main" id="{8CFFE8BD-1670-815F-162F-81DFE3B72F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9" name="Line 13">
            <a:extLst>
              <a:ext uri="{FF2B5EF4-FFF2-40B4-BE49-F238E27FC236}">
                <a16:creationId xmlns:a16="http://schemas.microsoft.com/office/drawing/2014/main" id="{A985C214-D006-9A72-E16E-3335F8669DE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0" name="Line 14">
            <a:extLst>
              <a:ext uri="{FF2B5EF4-FFF2-40B4-BE49-F238E27FC236}">
                <a16:creationId xmlns:a16="http://schemas.microsoft.com/office/drawing/2014/main" id="{9E04045E-7B37-C939-F806-81DD154286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1" name="AutoShape 15">
            <a:extLst>
              <a:ext uri="{FF2B5EF4-FFF2-40B4-BE49-F238E27FC236}">
                <a16:creationId xmlns:a16="http://schemas.microsoft.com/office/drawing/2014/main" id="{72178F70-337A-041B-24D4-FDB02D83F4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4352" name="Rectangle 16">
            <a:extLst>
              <a:ext uri="{FF2B5EF4-FFF2-40B4-BE49-F238E27FC236}">
                <a16:creationId xmlns:a16="http://schemas.microsoft.com/office/drawing/2014/main" id="{AE240844-16AE-0B4B-2865-80AC114CC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4353" name="Rectangle 17">
            <a:extLst>
              <a:ext uri="{FF2B5EF4-FFF2-40B4-BE49-F238E27FC236}">
                <a16:creationId xmlns:a16="http://schemas.microsoft.com/office/drawing/2014/main" id="{2944B068-1349-7F7D-248D-4811ADF6A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4354" name="AutoShape 18">
            <a:extLst>
              <a:ext uri="{FF2B5EF4-FFF2-40B4-BE49-F238E27FC236}">
                <a16:creationId xmlns:a16="http://schemas.microsoft.com/office/drawing/2014/main" id="{7DBC8C30-9A46-0F24-C3D8-322D62580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4355" name="Rectangle 19">
            <a:extLst>
              <a:ext uri="{FF2B5EF4-FFF2-40B4-BE49-F238E27FC236}">
                <a16:creationId xmlns:a16="http://schemas.microsoft.com/office/drawing/2014/main" id="{BCC56441-7C40-F3EB-B77C-D4C6CDE10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4356" name="Rectangle 20">
            <a:extLst>
              <a:ext uri="{FF2B5EF4-FFF2-40B4-BE49-F238E27FC236}">
                <a16:creationId xmlns:a16="http://schemas.microsoft.com/office/drawing/2014/main" id="{5F4C8006-3147-47E3-3166-47F1523B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4357" name="Line 21">
            <a:extLst>
              <a:ext uri="{FF2B5EF4-FFF2-40B4-BE49-F238E27FC236}">
                <a16:creationId xmlns:a16="http://schemas.microsoft.com/office/drawing/2014/main" id="{BF409C0D-4E26-0F27-E5DF-EDAD1DA5117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8" name="Line 22">
            <a:extLst>
              <a:ext uri="{FF2B5EF4-FFF2-40B4-BE49-F238E27FC236}">
                <a16:creationId xmlns:a16="http://schemas.microsoft.com/office/drawing/2014/main" id="{80C28CF6-F7D9-C173-811F-3A91138581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9" name="Line 23">
            <a:extLst>
              <a:ext uri="{FF2B5EF4-FFF2-40B4-BE49-F238E27FC236}">
                <a16:creationId xmlns:a16="http://schemas.microsoft.com/office/drawing/2014/main" id="{74D4A8AA-579F-4CA6-C607-467941E4A5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0" name="Line 24">
            <a:extLst>
              <a:ext uri="{FF2B5EF4-FFF2-40B4-BE49-F238E27FC236}">
                <a16:creationId xmlns:a16="http://schemas.microsoft.com/office/drawing/2014/main" id="{6F1AAFB9-5DF6-053C-BC57-66DB2415F3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1" name="Line 25">
            <a:extLst>
              <a:ext uri="{FF2B5EF4-FFF2-40B4-BE49-F238E27FC236}">
                <a16:creationId xmlns:a16="http://schemas.microsoft.com/office/drawing/2014/main" id="{7AF9ED17-C089-8E45-C0BC-785F9312603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2" name="Line 26">
            <a:extLst>
              <a:ext uri="{FF2B5EF4-FFF2-40B4-BE49-F238E27FC236}">
                <a16:creationId xmlns:a16="http://schemas.microsoft.com/office/drawing/2014/main" id="{A7605DA6-CE42-45E6-232A-AF069F25A48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3" name="Line 27">
            <a:extLst>
              <a:ext uri="{FF2B5EF4-FFF2-40B4-BE49-F238E27FC236}">
                <a16:creationId xmlns:a16="http://schemas.microsoft.com/office/drawing/2014/main" id="{1907E4E6-7F7F-BA8F-DC3A-367FE88D2ADE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4" name="Line 28">
            <a:extLst>
              <a:ext uri="{FF2B5EF4-FFF2-40B4-BE49-F238E27FC236}">
                <a16:creationId xmlns:a16="http://schemas.microsoft.com/office/drawing/2014/main" id="{331715F2-CCED-F958-B8F2-CB4E6D2B06F4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5" name="Line 29">
            <a:extLst>
              <a:ext uri="{FF2B5EF4-FFF2-40B4-BE49-F238E27FC236}">
                <a16:creationId xmlns:a16="http://schemas.microsoft.com/office/drawing/2014/main" id="{B2360008-712A-BEBE-5878-ABBC586BD8F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6" name="Line 30">
            <a:extLst>
              <a:ext uri="{FF2B5EF4-FFF2-40B4-BE49-F238E27FC236}">
                <a16:creationId xmlns:a16="http://schemas.microsoft.com/office/drawing/2014/main" id="{1758356F-5B36-A0B2-3B46-F6DD0504D01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7" name="Line 31">
            <a:extLst>
              <a:ext uri="{FF2B5EF4-FFF2-40B4-BE49-F238E27FC236}">
                <a16:creationId xmlns:a16="http://schemas.microsoft.com/office/drawing/2014/main" id="{8A2AC935-AD4A-0B67-936F-AAEDB8B6832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8" name="Rectangle 32">
            <a:extLst>
              <a:ext uri="{FF2B5EF4-FFF2-40B4-BE49-F238E27FC236}">
                <a16:creationId xmlns:a16="http://schemas.microsoft.com/office/drawing/2014/main" id="{F323AB56-24C2-F46C-B145-07BE5475B2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4369" name="Rectangle 33">
            <a:extLst>
              <a:ext uri="{FF2B5EF4-FFF2-40B4-BE49-F238E27FC236}">
                <a16:creationId xmlns:a16="http://schemas.microsoft.com/office/drawing/2014/main" id="{E930C587-8FEB-8F95-69D2-F654AACE7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4370" name="Line 34">
            <a:extLst>
              <a:ext uri="{FF2B5EF4-FFF2-40B4-BE49-F238E27FC236}">
                <a16:creationId xmlns:a16="http://schemas.microsoft.com/office/drawing/2014/main" id="{8F56AF7A-F939-BF99-50FA-34B0E3987A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1" name="Line 35">
            <a:extLst>
              <a:ext uri="{FF2B5EF4-FFF2-40B4-BE49-F238E27FC236}">
                <a16:creationId xmlns:a16="http://schemas.microsoft.com/office/drawing/2014/main" id="{301199C2-2D1C-BB99-AE3D-3A1AD40253AB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>
            <a:extLst>
              <a:ext uri="{FF2B5EF4-FFF2-40B4-BE49-F238E27FC236}">
                <a16:creationId xmlns:a16="http://schemas.microsoft.com/office/drawing/2014/main" id="{184E5A61-1850-D3A9-642E-ED14F3F023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3" name="Rectangle 37">
            <a:extLst>
              <a:ext uri="{FF2B5EF4-FFF2-40B4-BE49-F238E27FC236}">
                <a16:creationId xmlns:a16="http://schemas.microsoft.com/office/drawing/2014/main" id="{E81B50DE-04EB-8EDA-E9C9-0AEF7E17A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4374" name="Rectangle 38">
            <a:extLst>
              <a:ext uri="{FF2B5EF4-FFF2-40B4-BE49-F238E27FC236}">
                <a16:creationId xmlns:a16="http://schemas.microsoft.com/office/drawing/2014/main" id="{5AFB5693-658D-E9C4-D396-B5D8783CA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4375" name="Rectangle 39">
            <a:extLst>
              <a:ext uri="{FF2B5EF4-FFF2-40B4-BE49-F238E27FC236}">
                <a16:creationId xmlns:a16="http://schemas.microsoft.com/office/drawing/2014/main" id="{75A64DFB-A93C-4FEA-77F2-1CAD6E0AA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4376" name="Rectangle 40">
            <a:extLst>
              <a:ext uri="{FF2B5EF4-FFF2-40B4-BE49-F238E27FC236}">
                <a16:creationId xmlns:a16="http://schemas.microsoft.com/office/drawing/2014/main" id="{7AFE6F40-A1E5-BDA2-323D-11E36D58B1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4377" name="Rectangle 41">
            <a:extLst>
              <a:ext uri="{FF2B5EF4-FFF2-40B4-BE49-F238E27FC236}">
                <a16:creationId xmlns:a16="http://schemas.microsoft.com/office/drawing/2014/main" id="{F32FA8DC-04B8-2077-1621-8DA429A1C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4378" name="Rectangle 42">
            <a:extLst>
              <a:ext uri="{FF2B5EF4-FFF2-40B4-BE49-F238E27FC236}">
                <a16:creationId xmlns:a16="http://schemas.microsoft.com/office/drawing/2014/main" id="{07138DFB-53F3-940A-CF5B-687D8164C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4379" name="Rectangle 43">
            <a:extLst>
              <a:ext uri="{FF2B5EF4-FFF2-40B4-BE49-F238E27FC236}">
                <a16:creationId xmlns:a16="http://schemas.microsoft.com/office/drawing/2014/main" id="{0AFB29D2-BFD7-69B1-C080-AEC11568D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4380" name="Rectangle 44">
            <a:extLst>
              <a:ext uri="{FF2B5EF4-FFF2-40B4-BE49-F238E27FC236}">
                <a16:creationId xmlns:a16="http://schemas.microsoft.com/office/drawing/2014/main" id="{89A2CCDE-9EA8-D705-4E90-BD7204E13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4381" name="Rectangle 45">
            <a:extLst>
              <a:ext uri="{FF2B5EF4-FFF2-40B4-BE49-F238E27FC236}">
                <a16:creationId xmlns:a16="http://schemas.microsoft.com/office/drawing/2014/main" id="{637D3600-E379-7CA6-71E2-5209AC6F0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4382" name="Rectangle 46">
            <a:extLst>
              <a:ext uri="{FF2B5EF4-FFF2-40B4-BE49-F238E27FC236}">
                <a16:creationId xmlns:a16="http://schemas.microsoft.com/office/drawing/2014/main" id="{93E31579-1B23-03C9-C677-28CDDABCA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4383" name="Line 47">
            <a:extLst>
              <a:ext uri="{FF2B5EF4-FFF2-40B4-BE49-F238E27FC236}">
                <a16:creationId xmlns:a16="http://schemas.microsoft.com/office/drawing/2014/main" id="{7CB4E552-78B0-A449-5146-DBF8F7BDE5B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4" name="Line 48">
            <a:extLst>
              <a:ext uri="{FF2B5EF4-FFF2-40B4-BE49-F238E27FC236}">
                <a16:creationId xmlns:a16="http://schemas.microsoft.com/office/drawing/2014/main" id="{C9F1029A-B76A-CDA5-17A3-8EE371F3AD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5" name="Line 49">
            <a:extLst>
              <a:ext uri="{FF2B5EF4-FFF2-40B4-BE49-F238E27FC236}">
                <a16:creationId xmlns:a16="http://schemas.microsoft.com/office/drawing/2014/main" id="{EF48604A-4402-9319-AFB5-BBC33E84777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6D8C2691-D5C2-8195-BD20-31D6EBF60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5363" name="Freeform 3">
            <a:extLst>
              <a:ext uri="{FF2B5EF4-FFF2-40B4-BE49-F238E27FC236}">
                <a16:creationId xmlns:a16="http://schemas.microsoft.com/office/drawing/2014/main" id="{CE4F89FF-38B5-144A-9317-82C5B959BFA1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4" name="Freeform 4">
            <a:extLst>
              <a:ext uri="{FF2B5EF4-FFF2-40B4-BE49-F238E27FC236}">
                <a16:creationId xmlns:a16="http://schemas.microsoft.com/office/drawing/2014/main" id="{EB84A169-4290-D573-8DB5-29812DDA1529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84B53463-4217-F4D3-1A56-10C78E014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4BC512E0-DDAD-D947-DBB0-633CEEC7F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A43F3207-666E-EF82-42A7-00D65E6A3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5368" name="Rectangle 8">
            <a:extLst>
              <a:ext uri="{FF2B5EF4-FFF2-40B4-BE49-F238E27FC236}">
                <a16:creationId xmlns:a16="http://schemas.microsoft.com/office/drawing/2014/main" id="{BAF8EC61-1146-B185-5DFC-91DF28DB6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69" name="Rectangle 9">
            <a:extLst>
              <a:ext uri="{FF2B5EF4-FFF2-40B4-BE49-F238E27FC236}">
                <a16:creationId xmlns:a16="http://schemas.microsoft.com/office/drawing/2014/main" id="{B9C17B8A-6F1A-78B3-58E9-82F9106FF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70" name="Line 10">
            <a:extLst>
              <a:ext uri="{FF2B5EF4-FFF2-40B4-BE49-F238E27FC236}">
                <a16:creationId xmlns:a16="http://schemas.microsoft.com/office/drawing/2014/main" id="{0ECA5275-8D61-12E2-1E4D-A5529799FC2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11">
            <a:extLst>
              <a:ext uri="{FF2B5EF4-FFF2-40B4-BE49-F238E27FC236}">
                <a16:creationId xmlns:a16="http://schemas.microsoft.com/office/drawing/2014/main" id="{C4672C16-165D-39E0-0C82-8D7F1158CC7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2" name="Line 12">
            <a:extLst>
              <a:ext uri="{FF2B5EF4-FFF2-40B4-BE49-F238E27FC236}">
                <a16:creationId xmlns:a16="http://schemas.microsoft.com/office/drawing/2014/main" id="{CE5CE431-C58D-8AC1-BDB8-38AAD0EFB94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3" name="Line 13">
            <a:extLst>
              <a:ext uri="{FF2B5EF4-FFF2-40B4-BE49-F238E27FC236}">
                <a16:creationId xmlns:a16="http://schemas.microsoft.com/office/drawing/2014/main" id="{59230337-C725-E736-0A6C-0C2251F0D38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4" name="Line 14">
            <a:extLst>
              <a:ext uri="{FF2B5EF4-FFF2-40B4-BE49-F238E27FC236}">
                <a16:creationId xmlns:a16="http://schemas.microsoft.com/office/drawing/2014/main" id="{69C7041F-6DA3-E194-3B5F-75EAA8D84AC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5" name="AutoShape 15">
            <a:extLst>
              <a:ext uri="{FF2B5EF4-FFF2-40B4-BE49-F238E27FC236}">
                <a16:creationId xmlns:a16="http://schemas.microsoft.com/office/drawing/2014/main" id="{51B9013E-A0E0-B505-C00E-E5377AF49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5376" name="Rectangle 16">
            <a:extLst>
              <a:ext uri="{FF2B5EF4-FFF2-40B4-BE49-F238E27FC236}">
                <a16:creationId xmlns:a16="http://schemas.microsoft.com/office/drawing/2014/main" id="{F240E2A9-D630-AE69-9E46-FFF9B45BB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5377" name="Rectangle 17">
            <a:extLst>
              <a:ext uri="{FF2B5EF4-FFF2-40B4-BE49-F238E27FC236}">
                <a16:creationId xmlns:a16="http://schemas.microsoft.com/office/drawing/2014/main" id="{3C58244E-5F8D-CDFC-392C-679EB70297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5378" name="AutoShape 18">
            <a:extLst>
              <a:ext uri="{FF2B5EF4-FFF2-40B4-BE49-F238E27FC236}">
                <a16:creationId xmlns:a16="http://schemas.microsoft.com/office/drawing/2014/main" id="{5BCB91D4-9BE3-BAE9-BBEC-DE2C2D901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5379" name="Rectangle 19">
            <a:extLst>
              <a:ext uri="{FF2B5EF4-FFF2-40B4-BE49-F238E27FC236}">
                <a16:creationId xmlns:a16="http://schemas.microsoft.com/office/drawing/2014/main" id="{E221D523-F8DC-1178-053D-66FCC3983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5380" name="Rectangle 20">
            <a:extLst>
              <a:ext uri="{FF2B5EF4-FFF2-40B4-BE49-F238E27FC236}">
                <a16:creationId xmlns:a16="http://schemas.microsoft.com/office/drawing/2014/main" id="{4F785288-7942-63BC-72A0-25559D1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5381" name="Line 21">
            <a:extLst>
              <a:ext uri="{FF2B5EF4-FFF2-40B4-BE49-F238E27FC236}">
                <a16:creationId xmlns:a16="http://schemas.microsoft.com/office/drawing/2014/main" id="{DB098260-8D18-8AF5-DDBD-E06CC7C60A1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2" name="Line 22">
            <a:extLst>
              <a:ext uri="{FF2B5EF4-FFF2-40B4-BE49-F238E27FC236}">
                <a16:creationId xmlns:a16="http://schemas.microsoft.com/office/drawing/2014/main" id="{3344B286-862C-F1AC-2D49-702717DC655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3" name="Line 23">
            <a:extLst>
              <a:ext uri="{FF2B5EF4-FFF2-40B4-BE49-F238E27FC236}">
                <a16:creationId xmlns:a16="http://schemas.microsoft.com/office/drawing/2014/main" id="{F6083F41-EB22-2F72-DBA9-0494C85806F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4" name="Line 24">
            <a:extLst>
              <a:ext uri="{FF2B5EF4-FFF2-40B4-BE49-F238E27FC236}">
                <a16:creationId xmlns:a16="http://schemas.microsoft.com/office/drawing/2014/main" id="{91AD6F60-E7DC-0E01-DEE8-AA4564A2CB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Line 25">
            <a:extLst>
              <a:ext uri="{FF2B5EF4-FFF2-40B4-BE49-F238E27FC236}">
                <a16:creationId xmlns:a16="http://schemas.microsoft.com/office/drawing/2014/main" id="{6840E498-2637-FCFE-D75A-60B78B72F73A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6" name="Line 26">
            <a:extLst>
              <a:ext uri="{FF2B5EF4-FFF2-40B4-BE49-F238E27FC236}">
                <a16:creationId xmlns:a16="http://schemas.microsoft.com/office/drawing/2014/main" id="{F01A948E-42EE-BDCD-C457-3EC2C8F844E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Line 27">
            <a:extLst>
              <a:ext uri="{FF2B5EF4-FFF2-40B4-BE49-F238E27FC236}">
                <a16:creationId xmlns:a16="http://schemas.microsoft.com/office/drawing/2014/main" id="{143C7E3C-E065-4ED5-6893-C2ED753188F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8" name="Line 28">
            <a:extLst>
              <a:ext uri="{FF2B5EF4-FFF2-40B4-BE49-F238E27FC236}">
                <a16:creationId xmlns:a16="http://schemas.microsoft.com/office/drawing/2014/main" id="{801706CC-81E8-162B-B64E-E898C230C444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Line 29">
            <a:extLst>
              <a:ext uri="{FF2B5EF4-FFF2-40B4-BE49-F238E27FC236}">
                <a16:creationId xmlns:a16="http://schemas.microsoft.com/office/drawing/2014/main" id="{EAB2161B-CB3D-216A-1C5C-62B7554245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0" name="Line 30">
            <a:extLst>
              <a:ext uri="{FF2B5EF4-FFF2-40B4-BE49-F238E27FC236}">
                <a16:creationId xmlns:a16="http://schemas.microsoft.com/office/drawing/2014/main" id="{F949702B-AFFD-3581-F799-D5D4635A5E1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Line 31">
            <a:extLst>
              <a:ext uri="{FF2B5EF4-FFF2-40B4-BE49-F238E27FC236}">
                <a16:creationId xmlns:a16="http://schemas.microsoft.com/office/drawing/2014/main" id="{155271CC-1452-0D9E-4FA3-F337E5E134D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2" name="Rectangle 32">
            <a:extLst>
              <a:ext uri="{FF2B5EF4-FFF2-40B4-BE49-F238E27FC236}">
                <a16:creationId xmlns:a16="http://schemas.microsoft.com/office/drawing/2014/main" id="{62DECBAE-D42B-0FCF-C33B-B1F45FA89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5393" name="Rectangle 33">
            <a:extLst>
              <a:ext uri="{FF2B5EF4-FFF2-40B4-BE49-F238E27FC236}">
                <a16:creationId xmlns:a16="http://schemas.microsoft.com/office/drawing/2014/main" id="{DE4BC904-1A88-4749-CD21-9125E2AC4C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5394" name="Line 34">
            <a:extLst>
              <a:ext uri="{FF2B5EF4-FFF2-40B4-BE49-F238E27FC236}">
                <a16:creationId xmlns:a16="http://schemas.microsoft.com/office/drawing/2014/main" id="{C6D16376-FE7C-3759-A4A8-A133E8669F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5" name="Line 35">
            <a:extLst>
              <a:ext uri="{FF2B5EF4-FFF2-40B4-BE49-F238E27FC236}">
                <a16:creationId xmlns:a16="http://schemas.microsoft.com/office/drawing/2014/main" id="{187211CC-DEEF-E910-4FEF-9AB2F732617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6" name="Line 36">
            <a:extLst>
              <a:ext uri="{FF2B5EF4-FFF2-40B4-BE49-F238E27FC236}">
                <a16:creationId xmlns:a16="http://schemas.microsoft.com/office/drawing/2014/main" id="{FAF7C417-E2E4-4CBB-AA33-CAF1B98C20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7" name="Rectangle 37">
            <a:extLst>
              <a:ext uri="{FF2B5EF4-FFF2-40B4-BE49-F238E27FC236}">
                <a16:creationId xmlns:a16="http://schemas.microsoft.com/office/drawing/2014/main" id="{C826A629-842B-4C90-F66C-8E0A5A4B0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5398" name="Rectangle 38">
            <a:extLst>
              <a:ext uri="{FF2B5EF4-FFF2-40B4-BE49-F238E27FC236}">
                <a16:creationId xmlns:a16="http://schemas.microsoft.com/office/drawing/2014/main" id="{7A555FA1-E558-DD3A-7AD9-F92A61846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5399" name="Rectangle 39">
            <a:extLst>
              <a:ext uri="{FF2B5EF4-FFF2-40B4-BE49-F238E27FC236}">
                <a16:creationId xmlns:a16="http://schemas.microsoft.com/office/drawing/2014/main" id="{FE688AAC-D1FE-AC1B-40A6-0F51C5F8F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5400" name="Rectangle 40">
            <a:extLst>
              <a:ext uri="{FF2B5EF4-FFF2-40B4-BE49-F238E27FC236}">
                <a16:creationId xmlns:a16="http://schemas.microsoft.com/office/drawing/2014/main" id="{D0A79D4E-B0CF-7ECF-A90F-56F467B15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5401" name="Rectangle 41">
            <a:extLst>
              <a:ext uri="{FF2B5EF4-FFF2-40B4-BE49-F238E27FC236}">
                <a16:creationId xmlns:a16="http://schemas.microsoft.com/office/drawing/2014/main" id="{8D052A57-60D5-04B8-093A-638B0C697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5402" name="Rectangle 42">
            <a:extLst>
              <a:ext uri="{FF2B5EF4-FFF2-40B4-BE49-F238E27FC236}">
                <a16:creationId xmlns:a16="http://schemas.microsoft.com/office/drawing/2014/main" id="{E7F5AE39-63C9-E37C-AC4C-356DAA97E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5403" name="Rectangle 43">
            <a:extLst>
              <a:ext uri="{FF2B5EF4-FFF2-40B4-BE49-F238E27FC236}">
                <a16:creationId xmlns:a16="http://schemas.microsoft.com/office/drawing/2014/main" id="{F09C1C7F-3AF6-1E58-EC03-02767F7A45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15404" name="Rectangle 44">
            <a:extLst>
              <a:ext uri="{FF2B5EF4-FFF2-40B4-BE49-F238E27FC236}">
                <a16:creationId xmlns:a16="http://schemas.microsoft.com/office/drawing/2014/main" id="{C42C439D-B493-7559-BF94-32A4AB303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5405" name="Rectangle 45">
            <a:extLst>
              <a:ext uri="{FF2B5EF4-FFF2-40B4-BE49-F238E27FC236}">
                <a16:creationId xmlns:a16="http://schemas.microsoft.com/office/drawing/2014/main" id="{CA928AD4-7126-7C45-EE3B-043481D9A2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5406" name="Rectangle 46">
            <a:extLst>
              <a:ext uri="{FF2B5EF4-FFF2-40B4-BE49-F238E27FC236}">
                <a16:creationId xmlns:a16="http://schemas.microsoft.com/office/drawing/2014/main" id="{F133092D-5D2F-89A9-69B9-3A6A17684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5407" name="Line 47">
            <a:extLst>
              <a:ext uri="{FF2B5EF4-FFF2-40B4-BE49-F238E27FC236}">
                <a16:creationId xmlns:a16="http://schemas.microsoft.com/office/drawing/2014/main" id="{213C89E2-15E3-F9DC-6ED1-13D926E613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408" name="Line 48">
            <a:extLst>
              <a:ext uri="{FF2B5EF4-FFF2-40B4-BE49-F238E27FC236}">
                <a16:creationId xmlns:a16="http://schemas.microsoft.com/office/drawing/2014/main" id="{852B6605-38A7-C86F-EBDB-E6D576816D0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409" name="Line 49">
            <a:extLst>
              <a:ext uri="{FF2B5EF4-FFF2-40B4-BE49-F238E27FC236}">
                <a16:creationId xmlns:a16="http://schemas.microsoft.com/office/drawing/2014/main" id="{F9DA8937-CE7D-8A5A-6314-90BE3D197B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FA2E48DE-2780-C340-4EF5-B24DBAB5B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6387" name="Freeform 3">
            <a:extLst>
              <a:ext uri="{FF2B5EF4-FFF2-40B4-BE49-F238E27FC236}">
                <a16:creationId xmlns:a16="http://schemas.microsoft.com/office/drawing/2014/main" id="{97F680F1-CEDB-A4A0-9EA0-7A8806038A2E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88" name="Freeform 4">
            <a:extLst>
              <a:ext uri="{FF2B5EF4-FFF2-40B4-BE49-F238E27FC236}">
                <a16:creationId xmlns:a16="http://schemas.microsoft.com/office/drawing/2014/main" id="{1C3453EE-BDEF-A361-E53A-E73AB019F402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id="{D3CBC01C-F2A7-2B07-1936-43366A5BF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id="{C59995A7-FCEC-53B0-3A74-198ECD6BF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AAEC882A-14AB-6C30-15CF-B847EC881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6392" name="Rectangle 8">
            <a:extLst>
              <a:ext uri="{FF2B5EF4-FFF2-40B4-BE49-F238E27FC236}">
                <a16:creationId xmlns:a16="http://schemas.microsoft.com/office/drawing/2014/main" id="{DEEF9998-8B66-C8E1-D9D5-91FF09FC21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6393" name="Rectangle 9">
            <a:extLst>
              <a:ext uri="{FF2B5EF4-FFF2-40B4-BE49-F238E27FC236}">
                <a16:creationId xmlns:a16="http://schemas.microsoft.com/office/drawing/2014/main" id="{08267BBF-1C18-9953-4577-B7AA37928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6394" name="Line 10">
            <a:extLst>
              <a:ext uri="{FF2B5EF4-FFF2-40B4-BE49-F238E27FC236}">
                <a16:creationId xmlns:a16="http://schemas.microsoft.com/office/drawing/2014/main" id="{B93F9577-5DB9-92DC-0A92-08089F19EE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5" name="Line 11">
            <a:extLst>
              <a:ext uri="{FF2B5EF4-FFF2-40B4-BE49-F238E27FC236}">
                <a16:creationId xmlns:a16="http://schemas.microsoft.com/office/drawing/2014/main" id="{07CBA785-FF64-0CE5-E93F-D70ECFADB71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6" name="Line 12">
            <a:extLst>
              <a:ext uri="{FF2B5EF4-FFF2-40B4-BE49-F238E27FC236}">
                <a16:creationId xmlns:a16="http://schemas.microsoft.com/office/drawing/2014/main" id="{3916F7B5-B583-005E-74FF-D811EE620B3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7" name="Line 13">
            <a:extLst>
              <a:ext uri="{FF2B5EF4-FFF2-40B4-BE49-F238E27FC236}">
                <a16:creationId xmlns:a16="http://schemas.microsoft.com/office/drawing/2014/main" id="{9E9DD6DD-8F6F-2778-D157-34797CF64F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8" name="Line 14">
            <a:extLst>
              <a:ext uri="{FF2B5EF4-FFF2-40B4-BE49-F238E27FC236}">
                <a16:creationId xmlns:a16="http://schemas.microsoft.com/office/drawing/2014/main" id="{54770794-E4E2-E0EA-D6DC-C8966E807B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9" name="AutoShape 15">
            <a:extLst>
              <a:ext uri="{FF2B5EF4-FFF2-40B4-BE49-F238E27FC236}">
                <a16:creationId xmlns:a16="http://schemas.microsoft.com/office/drawing/2014/main" id="{2AA51401-0944-5724-CBE0-A1F719311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6400" name="Rectangle 16">
            <a:extLst>
              <a:ext uri="{FF2B5EF4-FFF2-40B4-BE49-F238E27FC236}">
                <a16:creationId xmlns:a16="http://schemas.microsoft.com/office/drawing/2014/main" id="{31491BB5-54B0-B615-2407-823B5F82D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6401" name="Rectangle 17">
            <a:extLst>
              <a:ext uri="{FF2B5EF4-FFF2-40B4-BE49-F238E27FC236}">
                <a16:creationId xmlns:a16="http://schemas.microsoft.com/office/drawing/2014/main" id="{A5935455-C933-F3C9-D752-8178A50E8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6402" name="AutoShape 18">
            <a:extLst>
              <a:ext uri="{FF2B5EF4-FFF2-40B4-BE49-F238E27FC236}">
                <a16:creationId xmlns:a16="http://schemas.microsoft.com/office/drawing/2014/main" id="{B6A2E7A6-A61F-55B3-7C60-6D285657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6403" name="Rectangle 19">
            <a:extLst>
              <a:ext uri="{FF2B5EF4-FFF2-40B4-BE49-F238E27FC236}">
                <a16:creationId xmlns:a16="http://schemas.microsoft.com/office/drawing/2014/main" id="{FCF6AE17-8621-0DFF-1843-60675D706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6404" name="Rectangle 20">
            <a:extLst>
              <a:ext uri="{FF2B5EF4-FFF2-40B4-BE49-F238E27FC236}">
                <a16:creationId xmlns:a16="http://schemas.microsoft.com/office/drawing/2014/main" id="{9736044D-0ED0-B689-57C1-1F1A78E8C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6405" name="Line 21">
            <a:extLst>
              <a:ext uri="{FF2B5EF4-FFF2-40B4-BE49-F238E27FC236}">
                <a16:creationId xmlns:a16="http://schemas.microsoft.com/office/drawing/2014/main" id="{375DF71C-F565-DC8F-07EC-A69607D12D7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06" name="Line 22">
            <a:extLst>
              <a:ext uri="{FF2B5EF4-FFF2-40B4-BE49-F238E27FC236}">
                <a16:creationId xmlns:a16="http://schemas.microsoft.com/office/drawing/2014/main" id="{9FE4000A-A993-3ECE-9A9D-29D707EC3FD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07" name="Line 23">
            <a:extLst>
              <a:ext uri="{FF2B5EF4-FFF2-40B4-BE49-F238E27FC236}">
                <a16:creationId xmlns:a16="http://schemas.microsoft.com/office/drawing/2014/main" id="{60BF70B7-2602-4402-4FF1-67F2CEBAF9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08" name="Line 24">
            <a:extLst>
              <a:ext uri="{FF2B5EF4-FFF2-40B4-BE49-F238E27FC236}">
                <a16:creationId xmlns:a16="http://schemas.microsoft.com/office/drawing/2014/main" id="{33685677-1F9E-064C-87D3-A49455F8376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09" name="Line 25">
            <a:extLst>
              <a:ext uri="{FF2B5EF4-FFF2-40B4-BE49-F238E27FC236}">
                <a16:creationId xmlns:a16="http://schemas.microsoft.com/office/drawing/2014/main" id="{C0D3BC6F-589B-7372-BB3B-9EE7C2BCB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0" name="Line 26">
            <a:extLst>
              <a:ext uri="{FF2B5EF4-FFF2-40B4-BE49-F238E27FC236}">
                <a16:creationId xmlns:a16="http://schemas.microsoft.com/office/drawing/2014/main" id="{52B304B7-5131-8EA8-02AF-00562E6C46F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1" name="Line 27">
            <a:extLst>
              <a:ext uri="{FF2B5EF4-FFF2-40B4-BE49-F238E27FC236}">
                <a16:creationId xmlns:a16="http://schemas.microsoft.com/office/drawing/2014/main" id="{CA507016-930F-F867-A331-03A7B572B831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2" name="Line 28">
            <a:extLst>
              <a:ext uri="{FF2B5EF4-FFF2-40B4-BE49-F238E27FC236}">
                <a16:creationId xmlns:a16="http://schemas.microsoft.com/office/drawing/2014/main" id="{F79E41B7-DC83-50DC-47DE-2BC782E56D2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3" name="Line 29">
            <a:extLst>
              <a:ext uri="{FF2B5EF4-FFF2-40B4-BE49-F238E27FC236}">
                <a16:creationId xmlns:a16="http://schemas.microsoft.com/office/drawing/2014/main" id="{041C7D40-F54B-90BD-908E-F5214CE11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4" name="Line 30">
            <a:extLst>
              <a:ext uri="{FF2B5EF4-FFF2-40B4-BE49-F238E27FC236}">
                <a16:creationId xmlns:a16="http://schemas.microsoft.com/office/drawing/2014/main" id="{4B19FE8D-093C-764B-A696-E265DF3579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5" name="Line 31">
            <a:extLst>
              <a:ext uri="{FF2B5EF4-FFF2-40B4-BE49-F238E27FC236}">
                <a16:creationId xmlns:a16="http://schemas.microsoft.com/office/drawing/2014/main" id="{64C88552-D60F-8DCF-0C00-FC988EF6A1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6" name="Rectangle 32">
            <a:extLst>
              <a:ext uri="{FF2B5EF4-FFF2-40B4-BE49-F238E27FC236}">
                <a16:creationId xmlns:a16="http://schemas.microsoft.com/office/drawing/2014/main" id="{1748A115-44C6-3FAD-B32C-84FCFCF4C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6417" name="Rectangle 33">
            <a:extLst>
              <a:ext uri="{FF2B5EF4-FFF2-40B4-BE49-F238E27FC236}">
                <a16:creationId xmlns:a16="http://schemas.microsoft.com/office/drawing/2014/main" id="{A707EFF9-096A-C2F0-DE75-F7C8BAA11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6418" name="Line 34">
            <a:extLst>
              <a:ext uri="{FF2B5EF4-FFF2-40B4-BE49-F238E27FC236}">
                <a16:creationId xmlns:a16="http://schemas.microsoft.com/office/drawing/2014/main" id="{63B7F13D-9485-5B7E-CEA9-0E31A2FE8CB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9" name="Line 35">
            <a:extLst>
              <a:ext uri="{FF2B5EF4-FFF2-40B4-BE49-F238E27FC236}">
                <a16:creationId xmlns:a16="http://schemas.microsoft.com/office/drawing/2014/main" id="{3135D89E-3981-4F7C-C28E-32E19FB63A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20" name="Line 36">
            <a:extLst>
              <a:ext uri="{FF2B5EF4-FFF2-40B4-BE49-F238E27FC236}">
                <a16:creationId xmlns:a16="http://schemas.microsoft.com/office/drawing/2014/main" id="{1A05FB82-9053-BFAB-0229-5AC554FE8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21" name="Rectangle 37">
            <a:extLst>
              <a:ext uri="{FF2B5EF4-FFF2-40B4-BE49-F238E27FC236}">
                <a16:creationId xmlns:a16="http://schemas.microsoft.com/office/drawing/2014/main" id="{96CE19E4-6A55-9814-4399-BA5D83700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6422" name="Rectangle 38">
            <a:extLst>
              <a:ext uri="{FF2B5EF4-FFF2-40B4-BE49-F238E27FC236}">
                <a16:creationId xmlns:a16="http://schemas.microsoft.com/office/drawing/2014/main" id="{DA9B66C0-92E0-98CB-4A83-9EE05461F6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6423" name="Rectangle 39">
            <a:extLst>
              <a:ext uri="{FF2B5EF4-FFF2-40B4-BE49-F238E27FC236}">
                <a16:creationId xmlns:a16="http://schemas.microsoft.com/office/drawing/2014/main" id="{E4336764-CBB7-02FE-F7D3-793B35CCC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6424" name="Rectangle 40">
            <a:extLst>
              <a:ext uri="{FF2B5EF4-FFF2-40B4-BE49-F238E27FC236}">
                <a16:creationId xmlns:a16="http://schemas.microsoft.com/office/drawing/2014/main" id="{118D713C-F025-2900-905A-CC78AD2504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6425" name="Rectangle 41">
            <a:extLst>
              <a:ext uri="{FF2B5EF4-FFF2-40B4-BE49-F238E27FC236}">
                <a16:creationId xmlns:a16="http://schemas.microsoft.com/office/drawing/2014/main" id="{974EAAB1-AAB2-E39E-4755-37629C6FD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6426" name="Rectangle 42">
            <a:extLst>
              <a:ext uri="{FF2B5EF4-FFF2-40B4-BE49-F238E27FC236}">
                <a16:creationId xmlns:a16="http://schemas.microsoft.com/office/drawing/2014/main" id="{94DA906A-87FB-D3E2-F20D-4E2BC5A99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6427" name="Rectangle 43">
            <a:extLst>
              <a:ext uri="{FF2B5EF4-FFF2-40B4-BE49-F238E27FC236}">
                <a16:creationId xmlns:a16="http://schemas.microsoft.com/office/drawing/2014/main" id="{571023AC-64AB-1806-F398-0540E987F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6428" name="Rectangle 44">
            <a:extLst>
              <a:ext uri="{FF2B5EF4-FFF2-40B4-BE49-F238E27FC236}">
                <a16:creationId xmlns:a16="http://schemas.microsoft.com/office/drawing/2014/main" id="{C05C5951-5914-D0EC-9956-783545864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6429" name="Rectangle 45">
            <a:extLst>
              <a:ext uri="{FF2B5EF4-FFF2-40B4-BE49-F238E27FC236}">
                <a16:creationId xmlns:a16="http://schemas.microsoft.com/office/drawing/2014/main" id="{D69158D7-D7D3-4B5F-7DB1-E693FCF31F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6430" name="Rectangle 46">
            <a:extLst>
              <a:ext uri="{FF2B5EF4-FFF2-40B4-BE49-F238E27FC236}">
                <a16:creationId xmlns:a16="http://schemas.microsoft.com/office/drawing/2014/main" id="{CF06AC36-292B-1DDA-5538-07A1C5FF7A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6431" name="Line 47">
            <a:extLst>
              <a:ext uri="{FF2B5EF4-FFF2-40B4-BE49-F238E27FC236}">
                <a16:creationId xmlns:a16="http://schemas.microsoft.com/office/drawing/2014/main" id="{D4D1D688-1808-5A0B-29AB-C39E135E23C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32" name="Line 48">
            <a:extLst>
              <a:ext uri="{FF2B5EF4-FFF2-40B4-BE49-F238E27FC236}">
                <a16:creationId xmlns:a16="http://schemas.microsoft.com/office/drawing/2014/main" id="{28CB679D-F7D5-7EF2-04F8-3304F8EEE7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33" name="Line 49">
            <a:extLst>
              <a:ext uri="{FF2B5EF4-FFF2-40B4-BE49-F238E27FC236}">
                <a16:creationId xmlns:a16="http://schemas.microsoft.com/office/drawing/2014/main" id="{1DF1AA27-69A3-EC02-529E-A242EA9D89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3040EF6D-99BB-9131-E376-6E3D994C6C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7411" name="Freeform 3">
            <a:extLst>
              <a:ext uri="{FF2B5EF4-FFF2-40B4-BE49-F238E27FC236}">
                <a16:creationId xmlns:a16="http://schemas.microsoft.com/office/drawing/2014/main" id="{034E6DB4-F4B7-BD89-1008-CCC1FA8A8F96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2" name="Freeform 4">
            <a:extLst>
              <a:ext uri="{FF2B5EF4-FFF2-40B4-BE49-F238E27FC236}">
                <a16:creationId xmlns:a16="http://schemas.microsoft.com/office/drawing/2014/main" id="{FC0E1228-7BFC-D393-5B49-5AA43DA00C0D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3" name="Rectangle 5">
            <a:extLst>
              <a:ext uri="{FF2B5EF4-FFF2-40B4-BE49-F238E27FC236}">
                <a16:creationId xmlns:a16="http://schemas.microsoft.com/office/drawing/2014/main" id="{F294B358-485C-5650-8259-C36AE89BC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7414" name="Rectangle 6">
            <a:extLst>
              <a:ext uri="{FF2B5EF4-FFF2-40B4-BE49-F238E27FC236}">
                <a16:creationId xmlns:a16="http://schemas.microsoft.com/office/drawing/2014/main" id="{241372D8-2AD5-C9D2-76C7-0AD167342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7415" name="Rectangle 7">
            <a:extLst>
              <a:ext uri="{FF2B5EF4-FFF2-40B4-BE49-F238E27FC236}">
                <a16:creationId xmlns:a16="http://schemas.microsoft.com/office/drawing/2014/main" id="{EF2ADAF4-4714-C44F-CEF2-C30148EAF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7416" name="Rectangle 8">
            <a:extLst>
              <a:ext uri="{FF2B5EF4-FFF2-40B4-BE49-F238E27FC236}">
                <a16:creationId xmlns:a16="http://schemas.microsoft.com/office/drawing/2014/main" id="{942BC032-E1C5-C998-91B7-37A026226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17" name="Rectangle 9">
            <a:extLst>
              <a:ext uri="{FF2B5EF4-FFF2-40B4-BE49-F238E27FC236}">
                <a16:creationId xmlns:a16="http://schemas.microsoft.com/office/drawing/2014/main" id="{77ACD922-B5FB-CCB5-55E8-3A86E41DF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18" name="Line 10">
            <a:extLst>
              <a:ext uri="{FF2B5EF4-FFF2-40B4-BE49-F238E27FC236}">
                <a16:creationId xmlns:a16="http://schemas.microsoft.com/office/drawing/2014/main" id="{012C9D42-08DF-F206-38B2-097261A72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9" name="Line 11">
            <a:extLst>
              <a:ext uri="{FF2B5EF4-FFF2-40B4-BE49-F238E27FC236}">
                <a16:creationId xmlns:a16="http://schemas.microsoft.com/office/drawing/2014/main" id="{13EBE0C1-D0A4-20D3-7BFF-90213412E1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0" name="Line 12">
            <a:extLst>
              <a:ext uri="{FF2B5EF4-FFF2-40B4-BE49-F238E27FC236}">
                <a16:creationId xmlns:a16="http://schemas.microsoft.com/office/drawing/2014/main" id="{03DC3698-75BA-8172-BEB6-657FEA7150B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1" name="Line 13">
            <a:extLst>
              <a:ext uri="{FF2B5EF4-FFF2-40B4-BE49-F238E27FC236}">
                <a16:creationId xmlns:a16="http://schemas.microsoft.com/office/drawing/2014/main" id="{0D27E278-6C44-CC94-8A5A-54CB01BF72D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2" name="Line 14">
            <a:extLst>
              <a:ext uri="{FF2B5EF4-FFF2-40B4-BE49-F238E27FC236}">
                <a16:creationId xmlns:a16="http://schemas.microsoft.com/office/drawing/2014/main" id="{8DD9109E-FDB0-7B48-0CA6-86DE402E6C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3" name="AutoShape 15">
            <a:extLst>
              <a:ext uri="{FF2B5EF4-FFF2-40B4-BE49-F238E27FC236}">
                <a16:creationId xmlns:a16="http://schemas.microsoft.com/office/drawing/2014/main" id="{B57A9E75-30D2-3AB2-C312-3926A94F5B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7424" name="Rectangle 16">
            <a:extLst>
              <a:ext uri="{FF2B5EF4-FFF2-40B4-BE49-F238E27FC236}">
                <a16:creationId xmlns:a16="http://schemas.microsoft.com/office/drawing/2014/main" id="{F4AB04F1-57BC-998E-A0BA-5EBA91B81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7425" name="Rectangle 17">
            <a:extLst>
              <a:ext uri="{FF2B5EF4-FFF2-40B4-BE49-F238E27FC236}">
                <a16:creationId xmlns:a16="http://schemas.microsoft.com/office/drawing/2014/main" id="{32DA2475-AE3D-57E6-3C8D-256FC54E8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7426" name="AutoShape 18">
            <a:extLst>
              <a:ext uri="{FF2B5EF4-FFF2-40B4-BE49-F238E27FC236}">
                <a16:creationId xmlns:a16="http://schemas.microsoft.com/office/drawing/2014/main" id="{A8E1F15C-EF14-9AAA-7821-DFC02AFD8C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7427" name="Rectangle 19">
            <a:extLst>
              <a:ext uri="{FF2B5EF4-FFF2-40B4-BE49-F238E27FC236}">
                <a16:creationId xmlns:a16="http://schemas.microsoft.com/office/drawing/2014/main" id="{F1D99E67-EE66-9CF8-6CB6-BBD964820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7428" name="Rectangle 20">
            <a:extLst>
              <a:ext uri="{FF2B5EF4-FFF2-40B4-BE49-F238E27FC236}">
                <a16:creationId xmlns:a16="http://schemas.microsoft.com/office/drawing/2014/main" id="{738C1CFD-87AC-2AD0-C83D-16DEEC572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7429" name="Line 21">
            <a:extLst>
              <a:ext uri="{FF2B5EF4-FFF2-40B4-BE49-F238E27FC236}">
                <a16:creationId xmlns:a16="http://schemas.microsoft.com/office/drawing/2014/main" id="{3E57FC32-D3CD-9A91-EFCA-7E7AD5B2D3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0" name="Line 22">
            <a:extLst>
              <a:ext uri="{FF2B5EF4-FFF2-40B4-BE49-F238E27FC236}">
                <a16:creationId xmlns:a16="http://schemas.microsoft.com/office/drawing/2014/main" id="{4FB165C9-3A78-54B7-6F47-87DEDA34B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1" name="Line 23">
            <a:extLst>
              <a:ext uri="{FF2B5EF4-FFF2-40B4-BE49-F238E27FC236}">
                <a16:creationId xmlns:a16="http://schemas.microsoft.com/office/drawing/2014/main" id="{F616F026-FE93-37BB-49D0-925FC45B414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2" name="Line 24">
            <a:extLst>
              <a:ext uri="{FF2B5EF4-FFF2-40B4-BE49-F238E27FC236}">
                <a16:creationId xmlns:a16="http://schemas.microsoft.com/office/drawing/2014/main" id="{6AA7F96F-EE29-8AD4-08F0-2A8F6CC3E5C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3" name="Line 25">
            <a:extLst>
              <a:ext uri="{FF2B5EF4-FFF2-40B4-BE49-F238E27FC236}">
                <a16:creationId xmlns:a16="http://schemas.microsoft.com/office/drawing/2014/main" id="{D07044E5-A084-CAE4-7093-88778B4D6BC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4" name="Line 26">
            <a:extLst>
              <a:ext uri="{FF2B5EF4-FFF2-40B4-BE49-F238E27FC236}">
                <a16:creationId xmlns:a16="http://schemas.microsoft.com/office/drawing/2014/main" id="{3F921494-05CB-C67A-D2B6-1220977C529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5" name="Line 27">
            <a:extLst>
              <a:ext uri="{FF2B5EF4-FFF2-40B4-BE49-F238E27FC236}">
                <a16:creationId xmlns:a16="http://schemas.microsoft.com/office/drawing/2014/main" id="{8127DF33-B9C4-5199-7EB6-186CDECF2A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6" name="Line 28">
            <a:extLst>
              <a:ext uri="{FF2B5EF4-FFF2-40B4-BE49-F238E27FC236}">
                <a16:creationId xmlns:a16="http://schemas.microsoft.com/office/drawing/2014/main" id="{27584A48-8F05-EEFD-DFBE-63949574AA4A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7" name="Line 29">
            <a:extLst>
              <a:ext uri="{FF2B5EF4-FFF2-40B4-BE49-F238E27FC236}">
                <a16:creationId xmlns:a16="http://schemas.microsoft.com/office/drawing/2014/main" id="{50B0D31E-193E-CBEB-5A3D-619A1A97D3F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8" name="Line 30">
            <a:extLst>
              <a:ext uri="{FF2B5EF4-FFF2-40B4-BE49-F238E27FC236}">
                <a16:creationId xmlns:a16="http://schemas.microsoft.com/office/drawing/2014/main" id="{F41C57F7-B395-C26D-1024-2FF507DCA85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9" name="Line 31">
            <a:extLst>
              <a:ext uri="{FF2B5EF4-FFF2-40B4-BE49-F238E27FC236}">
                <a16:creationId xmlns:a16="http://schemas.microsoft.com/office/drawing/2014/main" id="{616D4933-CAC1-983C-E88F-B25FF074953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0" name="Rectangle 32">
            <a:extLst>
              <a:ext uri="{FF2B5EF4-FFF2-40B4-BE49-F238E27FC236}">
                <a16:creationId xmlns:a16="http://schemas.microsoft.com/office/drawing/2014/main" id="{976B3CF8-2575-A9CA-4434-39AF09B44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7441" name="Rectangle 33">
            <a:extLst>
              <a:ext uri="{FF2B5EF4-FFF2-40B4-BE49-F238E27FC236}">
                <a16:creationId xmlns:a16="http://schemas.microsoft.com/office/drawing/2014/main" id="{704D8272-C18C-B59C-6CC5-A48B4781B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7442" name="Line 34">
            <a:extLst>
              <a:ext uri="{FF2B5EF4-FFF2-40B4-BE49-F238E27FC236}">
                <a16:creationId xmlns:a16="http://schemas.microsoft.com/office/drawing/2014/main" id="{9F6373B3-352E-0588-A355-E6B969ED455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3" name="Line 35">
            <a:extLst>
              <a:ext uri="{FF2B5EF4-FFF2-40B4-BE49-F238E27FC236}">
                <a16:creationId xmlns:a16="http://schemas.microsoft.com/office/drawing/2014/main" id="{666EAA2C-7F2D-6EE1-FA2C-754D122CE285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4" name="Line 36">
            <a:extLst>
              <a:ext uri="{FF2B5EF4-FFF2-40B4-BE49-F238E27FC236}">
                <a16:creationId xmlns:a16="http://schemas.microsoft.com/office/drawing/2014/main" id="{E1614568-E140-29DA-BA1B-6DFD33E6F59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5" name="Rectangle 37">
            <a:extLst>
              <a:ext uri="{FF2B5EF4-FFF2-40B4-BE49-F238E27FC236}">
                <a16:creationId xmlns:a16="http://schemas.microsoft.com/office/drawing/2014/main" id="{2BAEBC02-61B2-82C4-65F0-EE782199F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7446" name="Rectangle 38">
            <a:extLst>
              <a:ext uri="{FF2B5EF4-FFF2-40B4-BE49-F238E27FC236}">
                <a16:creationId xmlns:a16="http://schemas.microsoft.com/office/drawing/2014/main" id="{9E46C95E-5FDB-9EF7-D7A4-09D289E98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7447" name="Rectangle 39">
            <a:extLst>
              <a:ext uri="{FF2B5EF4-FFF2-40B4-BE49-F238E27FC236}">
                <a16:creationId xmlns:a16="http://schemas.microsoft.com/office/drawing/2014/main" id="{75F27FCE-53B6-A9C1-FE81-BA1241F89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7448" name="Rectangle 40">
            <a:extLst>
              <a:ext uri="{FF2B5EF4-FFF2-40B4-BE49-F238E27FC236}">
                <a16:creationId xmlns:a16="http://schemas.microsoft.com/office/drawing/2014/main" id="{E87086B9-8885-121C-1AA8-3E38567763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7449" name="Rectangle 41">
            <a:extLst>
              <a:ext uri="{FF2B5EF4-FFF2-40B4-BE49-F238E27FC236}">
                <a16:creationId xmlns:a16="http://schemas.microsoft.com/office/drawing/2014/main" id="{5A25E57C-335F-49B4-9410-A6C88A262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7450" name="Rectangle 42">
            <a:extLst>
              <a:ext uri="{FF2B5EF4-FFF2-40B4-BE49-F238E27FC236}">
                <a16:creationId xmlns:a16="http://schemas.microsoft.com/office/drawing/2014/main" id="{5F0140B7-EFB6-66B4-E0E7-9DD4EEA381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7451" name="Rectangle 43">
            <a:extLst>
              <a:ext uri="{FF2B5EF4-FFF2-40B4-BE49-F238E27FC236}">
                <a16:creationId xmlns:a16="http://schemas.microsoft.com/office/drawing/2014/main" id="{87F8C1A1-15FC-6560-1E80-2680561CA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7452" name="Rectangle 44">
            <a:extLst>
              <a:ext uri="{FF2B5EF4-FFF2-40B4-BE49-F238E27FC236}">
                <a16:creationId xmlns:a16="http://schemas.microsoft.com/office/drawing/2014/main" id="{8E8CB378-23D4-31DA-ECA9-A83572E43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7453" name="Rectangle 45">
            <a:extLst>
              <a:ext uri="{FF2B5EF4-FFF2-40B4-BE49-F238E27FC236}">
                <a16:creationId xmlns:a16="http://schemas.microsoft.com/office/drawing/2014/main" id="{DFF9054C-A98D-0070-B302-C574BCD23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7454" name="Rectangle 46">
            <a:extLst>
              <a:ext uri="{FF2B5EF4-FFF2-40B4-BE49-F238E27FC236}">
                <a16:creationId xmlns:a16="http://schemas.microsoft.com/office/drawing/2014/main" id="{3060797E-6F85-D103-C33F-9EFB9DBC7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7455" name="Line 47">
            <a:extLst>
              <a:ext uri="{FF2B5EF4-FFF2-40B4-BE49-F238E27FC236}">
                <a16:creationId xmlns:a16="http://schemas.microsoft.com/office/drawing/2014/main" id="{14B0A337-2FF7-2C02-5FAC-1B20E7064B8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56" name="Line 48">
            <a:extLst>
              <a:ext uri="{FF2B5EF4-FFF2-40B4-BE49-F238E27FC236}">
                <a16:creationId xmlns:a16="http://schemas.microsoft.com/office/drawing/2014/main" id="{4F9E079D-51CF-9DA9-39D0-DD0AFEA156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57" name="Line 49">
            <a:extLst>
              <a:ext uri="{FF2B5EF4-FFF2-40B4-BE49-F238E27FC236}">
                <a16:creationId xmlns:a16="http://schemas.microsoft.com/office/drawing/2014/main" id="{1AE6FEFF-DA16-6B15-3772-BD79FF02977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847E0BC0-0AD0-A3ED-B1B3-58B61E22D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8435" name="Freeform 3">
            <a:extLst>
              <a:ext uri="{FF2B5EF4-FFF2-40B4-BE49-F238E27FC236}">
                <a16:creationId xmlns:a16="http://schemas.microsoft.com/office/drawing/2014/main" id="{B368642B-3238-AE4A-EC07-E9D40EFCA11C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36" name="Freeform 4">
            <a:extLst>
              <a:ext uri="{FF2B5EF4-FFF2-40B4-BE49-F238E27FC236}">
                <a16:creationId xmlns:a16="http://schemas.microsoft.com/office/drawing/2014/main" id="{BEB208AF-82CF-337D-EFB5-F536AF0F850E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B45591CB-39E8-4E6C-8CD7-6B563B7D8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DF3C59AF-1C5C-D98B-061C-8689682FA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CE14E760-3197-6E46-37B2-0639EDC603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8440" name="Rectangle 8">
            <a:extLst>
              <a:ext uri="{FF2B5EF4-FFF2-40B4-BE49-F238E27FC236}">
                <a16:creationId xmlns:a16="http://schemas.microsoft.com/office/drawing/2014/main" id="{CA267DFB-FBEC-6288-733B-F83EA7D49F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8441" name="Rectangle 9">
            <a:extLst>
              <a:ext uri="{FF2B5EF4-FFF2-40B4-BE49-F238E27FC236}">
                <a16:creationId xmlns:a16="http://schemas.microsoft.com/office/drawing/2014/main" id="{FE4F9D86-D97C-E31E-2592-E9C43AF835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442" name="Line 10">
            <a:extLst>
              <a:ext uri="{FF2B5EF4-FFF2-40B4-BE49-F238E27FC236}">
                <a16:creationId xmlns:a16="http://schemas.microsoft.com/office/drawing/2014/main" id="{72A07CD2-21EF-FC0F-F010-6E3727C53C3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43" name="Line 11">
            <a:extLst>
              <a:ext uri="{FF2B5EF4-FFF2-40B4-BE49-F238E27FC236}">
                <a16:creationId xmlns:a16="http://schemas.microsoft.com/office/drawing/2014/main" id="{6B3522DA-87DE-D02A-1CA7-3747478BF4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44" name="Line 12">
            <a:extLst>
              <a:ext uri="{FF2B5EF4-FFF2-40B4-BE49-F238E27FC236}">
                <a16:creationId xmlns:a16="http://schemas.microsoft.com/office/drawing/2014/main" id="{F3C18DE9-FA91-4740-2A21-AEDE2311EC0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45" name="Line 13">
            <a:extLst>
              <a:ext uri="{FF2B5EF4-FFF2-40B4-BE49-F238E27FC236}">
                <a16:creationId xmlns:a16="http://schemas.microsoft.com/office/drawing/2014/main" id="{58B5C34C-01B0-1523-69D5-BD93A14E03C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46" name="Line 14">
            <a:extLst>
              <a:ext uri="{FF2B5EF4-FFF2-40B4-BE49-F238E27FC236}">
                <a16:creationId xmlns:a16="http://schemas.microsoft.com/office/drawing/2014/main" id="{D595ECFC-009F-08F6-8B46-B1079A617CD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47" name="AutoShape 15">
            <a:extLst>
              <a:ext uri="{FF2B5EF4-FFF2-40B4-BE49-F238E27FC236}">
                <a16:creationId xmlns:a16="http://schemas.microsoft.com/office/drawing/2014/main" id="{CC74B867-8AD9-1E99-EA02-56007038C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8448" name="Rectangle 16">
            <a:extLst>
              <a:ext uri="{FF2B5EF4-FFF2-40B4-BE49-F238E27FC236}">
                <a16:creationId xmlns:a16="http://schemas.microsoft.com/office/drawing/2014/main" id="{A56EDDFB-5FC0-FEC3-B6AD-3EC3FDA8B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8449" name="Rectangle 17">
            <a:extLst>
              <a:ext uri="{FF2B5EF4-FFF2-40B4-BE49-F238E27FC236}">
                <a16:creationId xmlns:a16="http://schemas.microsoft.com/office/drawing/2014/main" id="{B68E188C-2A56-EE0E-A500-47FA88516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8450" name="AutoShape 18">
            <a:extLst>
              <a:ext uri="{FF2B5EF4-FFF2-40B4-BE49-F238E27FC236}">
                <a16:creationId xmlns:a16="http://schemas.microsoft.com/office/drawing/2014/main" id="{B460F1C5-F14C-038F-A559-51DD96654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8451" name="Rectangle 19">
            <a:extLst>
              <a:ext uri="{FF2B5EF4-FFF2-40B4-BE49-F238E27FC236}">
                <a16:creationId xmlns:a16="http://schemas.microsoft.com/office/drawing/2014/main" id="{384253CC-C965-E803-AB6A-897F0F067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8452" name="Rectangle 20">
            <a:extLst>
              <a:ext uri="{FF2B5EF4-FFF2-40B4-BE49-F238E27FC236}">
                <a16:creationId xmlns:a16="http://schemas.microsoft.com/office/drawing/2014/main" id="{50D3286B-2D4B-87BF-F85B-1C4CE7D34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8453" name="Line 21">
            <a:extLst>
              <a:ext uri="{FF2B5EF4-FFF2-40B4-BE49-F238E27FC236}">
                <a16:creationId xmlns:a16="http://schemas.microsoft.com/office/drawing/2014/main" id="{845DA399-2172-F0AB-A2B2-25A35E6E7E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4" name="Line 22">
            <a:extLst>
              <a:ext uri="{FF2B5EF4-FFF2-40B4-BE49-F238E27FC236}">
                <a16:creationId xmlns:a16="http://schemas.microsoft.com/office/drawing/2014/main" id="{BFC0EC67-1809-2EE7-A5CE-3A09DB994CB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5" name="Line 23">
            <a:extLst>
              <a:ext uri="{FF2B5EF4-FFF2-40B4-BE49-F238E27FC236}">
                <a16:creationId xmlns:a16="http://schemas.microsoft.com/office/drawing/2014/main" id="{801C68DF-242B-BAA7-A197-91DA133604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6" name="Line 24">
            <a:extLst>
              <a:ext uri="{FF2B5EF4-FFF2-40B4-BE49-F238E27FC236}">
                <a16:creationId xmlns:a16="http://schemas.microsoft.com/office/drawing/2014/main" id="{D957EDE3-9D3B-9EB5-7401-A6C9A400806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7" name="Line 25">
            <a:extLst>
              <a:ext uri="{FF2B5EF4-FFF2-40B4-BE49-F238E27FC236}">
                <a16:creationId xmlns:a16="http://schemas.microsoft.com/office/drawing/2014/main" id="{18554AC3-A14E-74EA-00D4-9D6FC4E4C90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8" name="Line 26">
            <a:extLst>
              <a:ext uri="{FF2B5EF4-FFF2-40B4-BE49-F238E27FC236}">
                <a16:creationId xmlns:a16="http://schemas.microsoft.com/office/drawing/2014/main" id="{57635A78-0AFC-AFAD-2690-03636C3378A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9" name="Line 27">
            <a:extLst>
              <a:ext uri="{FF2B5EF4-FFF2-40B4-BE49-F238E27FC236}">
                <a16:creationId xmlns:a16="http://schemas.microsoft.com/office/drawing/2014/main" id="{9B16DF0E-4EE2-AF32-D9C3-AB0E0476D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0" name="Line 28">
            <a:extLst>
              <a:ext uri="{FF2B5EF4-FFF2-40B4-BE49-F238E27FC236}">
                <a16:creationId xmlns:a16="http://schemas.microsoft.com/office/drawing/2014/main" id="{EDFE8E41-E250-E5FF-18E3-159FE2ED15E4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1" name="Line 29">
            <a:extLst>
              <a:ext uri="{FF2B5EF4-FFF2-40B4-BE49-F238E27FC236}">
                <a16:creationId xmlns:a16="http://schemas.microsoft.com/office/drawing/2014/main" id="{92AB7D15-DA73-3520-2E52-F0A7EC1B40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2" name="Line 30">
            <a:extLst>
              <a:ext uri="{FF2B5EF4-FFF2-40B4-BE49-F238E27FC236}">
                <a16:creationId xmlns:a16="http://schemas.microsoft.com/office/drawing/2014/main" id="{63439AE5-1A25-3E92-4127-457D882F87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3" name="Line 31">
            <a:extLst>
              <a:ext uri="{FF2B5EF4-FFF2-40B4-BE49-F238E27FC236}">
                <a16:creationId xmlns:a16="http://schemas.microsoft.com/office/drawing/2014/main" id="{8E9831AF-5C34-B68A-B28A-473B8E4B15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4" name="Rectangle 32">
            <a:extLst>
              <a:ext uri="{FF2B5EF4-FFF2-40B4-BE49-F238E27FC236}">
                <a16:creationId xmlns:a16="http://schemas.microsoft.com/office/drawing/2014/main" id="{660CAFDC-52DA-B115-8A05-C62D21370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8465" name="Rectangle 33">
            <a:extLst>
              <a:ext uri="{FF2B5EF4-FFF2-40B4-BE49-F238E27FC236}">
                <a16:creationId xmlns:a16="http://schemas.microsoft.com/office/drawing/2014/main" id="{0AA07FD9-A5A6-E764-F3CF-9C423A266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8466" name="Line 34">
            <a:extLst>
              <a:ext uri="{FF2B5EF4-FFF2-40B4-BE49-F238E27FC236}">
                <a16:creationId xmlns:a16="http://schemas.microsoft.com/office/drawing/2014/main" id="{5E65C012-8032-ABA2-37D2-00F8121A155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7" name="Line 35">
            <a:extLst>
              <a:ext uri="{FF2B5EF4-FFF2-40B4-BE49-F238E27FC236}">
                <a16:creationId xmlns:a16="http://schemas.microsoft.com/office/drawing/2014/main" id="{533438D8-F09D-F067-ADF8-10C02A19A08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8" name="Line 36">
            <a:extLst>
              <a:ext uri="{FF2B5EF4-FFF2-40B4-BE49-F238E27FC236}">
                <a16:creationId xmlns:a16="http://schemas.microsoft.com/office/drawing/2014/main" id="{3AB9A411-85D6-91E5-F569-2AED8DC0E2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9" name="Rectangle 37">
            <a:extLst>
              <a:ext uri="{FF2B5EF4-FFF2-40B4-BE49-F238E27FC236}">
                <a16:creationId xmlns:a16="http://schemas.microsoft.com/office/drawing/2014/main" id="{A801A8D0-62D1-A18F-67D3-3B4B5C45E4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8470" name="Rectangle 38">
            <a:extLst>
              <a:ext uri="{FF2B5EF4-FFF2-40B4-BE49-F238E27FC236}">
                <a16:creationId xmlns:a16="http://schemas.microsoft.com/office/drawing/2014/main" id="{C5EF671B-5A40-0142-2066-F1AC29B822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8471" name="Rectangle 39">
            <a:extLst>
              <a:ext uri="{FF2B5EF4-FFF2-40B4-BE49-F238E27FC236}">
                <a16:creationId xmlns:a16="http://schemas.microsoft.com/office/drawing/2014/main" id="{3648B468-D26B-8AA7-1F58-9478BBABB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472" name="Rectangle 40">
            <a:extLst>
              <a:ext uri="{FF2B5EF4-FFF2-40B4-BE49-F238E27FC236}">
                <a16:creationId xmlns:a16="http://schemas.microsoft.com/office/drawing/2014/main" id="{F124C77E-F913-5847-C5DD-1B659FA18C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8473" name="Rectangle 41">
            <a:extLst>
              <a:ext uri="{FF2B5EF4-FFF2-40B4-BE49-F238E27FC236}">
                <a16:creationId xmlns:a16="http://schemas.microsoft.com/office/drawing/2014/main" id="{16EC1BC9-B405-C928-DDDB-436B07A951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8474" name="Rectangle 42">
            <a:extLst>
              <a:ext uri="{FF2B5EF4-FFF2-40B4-BE49-F238E27FC236}">
                <a16:creationId xmlns:a16="http://schemas.microsoft.com/office/drawing/2014/main" id="{8CBC4CDD-EA41-3C99-067C-3FB47139B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8475" name="Rectangle 43">
            <a:extLst>
              <a:ext uri="{FF2B5EF4-FFF2-40B4-BE49-F238E27FC236}">
                <a16:creationId xmlns:a16="http://schemas.microsoft.com/office/drawing/2014/main" id="{A296A1C5-3E30-984D-68F1-9EEEF2054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False</a:t>
            </a:r>
          </a:p>
        </p:txBody>
      </p:sp>
      <p:sp>
        <p:nvSpPr>
          <p:cNvPr id="18476" name="Rectangle 44">
            <a:extLst>
              <a:ext uri="{FF2B5EF4-FFF2-40B4-BE49-F238E27FC236}">
                <a16:creationId xmlns:a16="http://schemas.microsoft.com/office/drawing/2014/main" id="{62B7516C-1797-88E0-7D2A-DE077C0906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477" name="Rectangle 45">
            <a:extLst>
              <a:ext uri="{FF2B5EF4-FFF2-40B4-BE49-F238E27FC236}">
                <a16:creationId xmlns:a16="http://schemas.microsoft.com/office/drawing/2014/main" id="{D5CBF090-E041-0F97-8005-74001E97D6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8478" name="Rectangle 46">
            <a:extLst>
              <a:ext uri="{FF2B5EF4-FFF2-40B4-BE49-F238E27FC236}">
                <a16:creationId xmlns:a16="http://schemas.microsoft.com/office/drawing/2014/main" id="{5B211792-0D74-7957-7201-2459272F3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479" name="Line 47">
            <a:extLst>
              <a:ext uri="{FF2B5EF4-FFF2-40B4-BE49-F238E27FC236}">
                <a16:creationId xmlns:a16="http://schemas.microsoft.com/office/drawing/2014/main" id="{40D7417A-ABDC-E515-9E07-C43CB0BBAD8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80" name="Line 48">
            <a:extLst>
              <a:ext uri="{FF2B5EF4-FFF2-40B4-BE49-F238E27FC236}">
                <a16:creationId xmlns:a16="http://schemas.microsoft.com/office/drawing/2014/main" id="{A200DCB6-22F9-55A2-4F12-321502BDAF9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81" name="Line 49">
            <a:extLst>
              <a:ext uri="{FF2B5EF4-FFF2-40B4-BE49-F238E27FC236}">
                <a16:creationId xmlns:a16="http://schemas.microsoft.com/office/drawing/2014/main" id="{507040BB-999E-0405-FD49-F236B7B1C47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886F8710-ED29-94D2-61B1-9140AAFE5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19459" name="Freeform 3">
            <a:extLst>
              <a:ext uri="{FF2B5EF4-FFF2-40B4-BE49-F238E27FC236}">
                <a16:creationId xmlns:a16="http://schemas.microsoft.com/office/drawing/2014/main" id="{CA142483-8EDB-CEED-197E-159CEEBE8066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0" name="Freeform 4">
            <a:extLst>
              <a:ext uri="{FF2B5EF4-FFF2-40B4-BE49-F238E27FC236}">
                <a16:creationId xmlns:a16="http://schemas.microsoft.com/office/drawing/2014/main" id="{C15E014B-FB2A-A87B-2FD9-78C0848165E5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5F00F253-9F23-7E20-0B46-32041FEF6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9462" name="Rectangle 6">
            <a:extLst>
              <a:ext uri="{FF2B5EF4-FFF2-40B4-BE49-F238E27FC236}">
                <a16:creationId xmlns:a16="http://schemas.microsoft.com/office/drawing/2014/main" id="{344CF70E-1A98-8EC9-406A-D134BBB0A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F982A608-1549-5DE1-1FE5-12702801BC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9464" name="Rectangle 8">
            <a:extLst>
              <a:ext uri="{FF2B5EF4-FFF2-40B4-BE49-F238E27FC236}">
                <a16:creationId xmlns:a16="http://schemas.microsoft.com/office/drawing/2014/main" id="{8F47A5EC-77E4-2BC5-AA63-E2D588904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65" name="Rectangle 9">
            <a:extLst>
              <a:ext uri="{FF2B5EF4-FFF2-40B4-BE49-F238E27FC236}">
                <a16:creationId xmlns:a16="http://schemas.microsoft.com/office/drawing/2014/main" id="{523E4281-2D06-8CD8-EAE8-371503E64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66" name="Line 10">
            <a:extLst>
              <a:ext uri="{FF2B5EF4-FFF2-40B4-BE49-F238E27FC236}">
                <a16:creationId xmlns:a16="http://schemas.microsoft.com/office/drawing/2014/main" id="{7573534F-DE75-E4CD-0F45-F14938D2C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7" name="Line 11">
            <a:extLst>
              <a:ext uri="{FF2B5EF4-FFF2-40B4-BE49-F238E27FC236}">
                <a16:creationId xmlns:a16="http://schemas.microsoft.com/office/drawing/2014/main" id="{9DF2DCC3-C2CF-8486-AB11-5C50D53C1F0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8" name="Line 12">
            <a:extLst>
              <a:ext uri="{FF2B5EF4-FFF2-40B4-BE49-F238E27FC236}">
                <a16:creationId xmlns:a16="http://schemas.microsoft.com/office/drawing/2014/main" id="{69882473-7EBD-93F3-556F-D43379AB106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9" name="Line 13">
            <a:extLst>
              <a:ext uri="{FF2B5EF4-FFF2-40B4-BE49-F238E27FC236}">
                <a16:creationId xmlns:a16="http://schemas.microsoft.com/office/drawing/2014/main" id="{2AFF636C-589B-B166-C56D-8044DFA5B9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70" name="Line 14">
            <a:extLst>
              <a:ext uri="{FF2B5EF4-FFF2-40B4-BE49-F238E27FC236}">
                <a16:creationId xmlns:a16="http://schemas.microsoft.com/office/drawing/2014/main" id="{08086AFD-316B-F7CC-C85F-CDA646170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71" name="AutoShape 15">
            <a:extLst>
              <a:ext uri="{FF2B5EF4-FFF2-40B4-BE49-F238E27FC236}">
                <a16:creationId xmlns:a16="http://schemas.microsoft.com/office/drawing/2014/main" id="{332E17EC-4895-7428-645D-892F617D9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19472" name="Rectangle 16">
            <a:extLst>
              <a:ext uri="{FF2B5EF4-FFF2-40B4-BE49-F238E27FC236}">
                <a16:creationId xmlns:a16="http://schemas.microsoft.com/office/drawing/2014/main" id="{3791EBD4-434A-299C-97C2-1E4E0F8FFB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19473" name="Rectangle 17">
            <a:extLst>
              <a:ext uri="{FF2B5EF4-FFF2-40B4-BE49-F238E27FC236}">
                <a16:creationId xmlns:a16="http://schemas.microsoft.com/office/drawing/2014/main" id="{EDC926F2-2D67-4C83-DDB6-98A5DADA1C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19474" name="AutoShape 18">
            <a:extLst>
              <a:ext uri="{FF2B5EF4-FFF2-40B4-BE49-F238E27FC236}">
                <a16:creationId xmlns:a16="http://schemas.microsoft.com/office/drawing/2014/main" id="{A5AD584C-0BAD-2930-3330-5C4CE38623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19475" name="Rectangle 19">
            <a:extLst>
              <a:ext uri="{FF2B5EF4-FFF2-40B4-BE49-F238E27FC236}">
                <a16:creationId xmlns:a16="http://schemas.microsoft.com/office/drawing/2014/main" id="{439BCE8C-66A7-3516-102C-D44A7CB4BB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19476" name="Rectangle 20">
            <a:extLst>
              <a:ext uri="{FF2B5EF4-FFF2-40B4-BE49-F238E27FC236}">
                <a16:creationId xmlns:a16="http://schemas.microsoft.com/office/drawing/2014/main" id="{51B23CDE-0115-0ADF-4FE8-D29DED6B2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19477" name="Line 21">
            <a:extLst>
              <a:ext uri="{FF2B5EF4-FFF2-40B4-BE49-F238E27FC236}">
                <a16:creationId xmlns:a16="http://schemas.microsoft.com/office/drawing/2014/main" id="{D251E4EA-0EA1-F5AC-EB4E-FA03CCFD5A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78" name="Line 22">
            <a:extLst>
              <a:ext uri="{FF2B5EF4-FFF2-40B4-BE49-F238E27FC236}">
                <a16:creationId xmlns:a16="http://schemas.microsoft.com/office/drawing/2014/main" id="{9D0158FA-7326-2F91-0A30-DC3447AE18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79" name="Line 23">
            <a:extLst>
              <a:ext uri="{FF2B5EF4-FFF2-40B4-BE49-F238E27FC236}">
                <a16:creationId xmlns:a16="http://schemas.microsoft.com/office/drawing/2014/main" id="{0EBF6876-8F27-8E53-A1CD-696400822F9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0" name="Line 24">
            <a:extLst>
              <a:ext uri="{FF2B5EF4-FFF2-40B4-BE49-F238E27FC236}">
                <a16:creationId xmlns:a16="http://schemas.microsoft.com/office/drawing/2014/main" id="{013FA309-36B0-852E-8F6D-A46356A1E6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1" name="Line 25">
            <a:extLst>
              <a:ext uri="{FF2B5EF4-FFF2-40B4-BE49-F238E27FC236}">
                <a16:creationId xmlns:a16="http://schemas.microsoft.com/office/drawing/2014/main" id="{0BF3E81D-BFC4-A52A-B5E4-69BA8C5BBE7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2" name="Line 26">
            <a:extLst>
              <a:ext uri="{FF2B5EF4-FFF2-40B4-BE49-F238E27FC236}">
                <a16:creationId xmlns:a16="http://schemas.microsoft.com/office/drawing/2014/main" id="{408070DD-1048-993C-F9AA-DA3B6E05490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3" name="Line 27">
            <a:extLst>
              <a:ext uri="{FF2B5EF4-FFF2-40B4-BE49-F238E27FC236}">
                <a16:creationId xmlns:a16="http://schemas.microsoft.com/office/drawing/2014/main" id="{D319CC82-32C5-7791-6A05-0045340F208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4" name="Line 28">
            <a:extLst>
              <a:ext uri="{FF2B5EF4-FFF2-40B4-BE49-F238E27FC236}">
                <a16:creationId xmlns:a16="http://schemas.microsoft.com/office/drawing/2014/main" id="{09394D42-57D7-98C8-A78E-B2E6AF787696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5" name="Line 29">
            <a:extLst>
              <a:ext uri="{FF2B5EF4-FFF2-40B4-BE49-F238E27FC236}">
                <a16:creationId xmlns:a16="http://schemas.microsoft.com/office/drawing/2014/main" id="{49852C93-3404-09F8-C7F8-C189373C2DF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6" name="Line 30">
            <a:extLst>
              <a:ext uri="{FF2B5EF4-FFF2-40B4-BE49-F238E27FC236}">
                <a16:creationId xmlns:a16="http://schemas.microsoft.com/office/drawing/2014/main" id="{2576C8FC-6D21-4AD1-95A7-7FD55124F9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7" name="Line 31">
            <a:extLst>
              <a:ext uri="{FF2B5EF4-FFF2-40B4-BE49-F238E27FC236}">
                <a16:creationId xmlns:a16="http://schemas.microsoft.com/office/drawing/2014/main" id="{D6F61DE3-6BAC-D072-75CF-89F4D781A94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8" name="Rectangle 32">
            <a:extLst>
              <a:ext uri="{FF2B5EF4-FFF2-40B4-BE49-F238E27FC236}">
                <a16:creationId xmlns:a16="http://schemas.microsoft.com/office/drawing/2014/main" id="{CBE884FD-8F86-B1A1-EE3F-8850A1C82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9489" name="Rectangle 33">
            <a:extLst>
              <a:ext uri="{FF2B5EF4-FFF2-40B4-BE49-F238E27FC236}">
                <a16:creationId xmlns:a16="http://schemas.microsoft.com/office/drawing/2014/main" id="{6BEEEBBC-305B-48E1-7C29-95D9F652E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19490" name="Line 34">
            <a:extLst>
              <a:ext uri="{FF2B5EF4-FFF2-40B4-BE49-F238E27FC236}">
                <a16:creationId xmlns:a16="http://schemas.microsoft.com/office/drawing/2014/main" id="{07478065-2C49-9D8A-6107-B7EF6D9055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91" name="Line 35">
            <a:extLst>
              <a:ext uri="{FF2B5EF4-FFF2-40B4-BE49-F238E27FC236}">
                <a16:creationId xmlns:a16="http://schemas.microsoft.com/office/drawing/2014/main" id="{F5743639-422C-1EAF-F1A9-EB4FE51D083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92" name="Line 36">
            <a:extLst>
              <a:ext uri="{FF2B5EF4-FFF2-40B4-BE49-F238E27FC236}">
                <a16:creationId xmlns:a16="http://schemas.microsoft.com/office/drawing/2014/main" id="{5AD9D357-275B-D247-1ABD-4F4548FF88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93" name="Rectangle 37">
            <a:extLst>
              <a:ext uri="{FF2B5EF4-FFF2-40B4-BE49-F238E27FC236}">
                <a16:creationId xmlns:a16="http://schemas.microsoft.com/office/drawing/2014/main" id="{920E83B1-8822-67DF-1074-CD6E7DF77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19494" name="Rectangle 38">
            <a:extLst>
              <a:ext uri="{FF2B5EF4-FFF2-40B4-BE49-F238E27FC236}">
                <a16:creationId xmlns:a16="http://schemas.microsoft.com/office/drawing/2014/main" id="{7C7D3FDE-FBC4-15B4-D461-F562D6F23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19495" name="Rectangle 39">
            <a:extLst>
              <a:ext uri="{FF2B5EF4-FFF2-40B4-BE49-F238E27FC236}">
                <a16:creationId xmlns:a16="http://schemas.microsoft.com/office/drawing/2014/main" id="{832DF14B-01E1-B2E0-847B-26CFE7E15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496" name="Rectangle 40">
            <a:extLst>
              <a:ext uri="{FF2B5EF4-FFF2-40B4-BE49-F238E27FC236}">
                <a16:creationId xmlns:a16="http://schemas.microsoft.com/office/drawing/2014/main" id="{B93E27D3-A293-66BB-0DC3-733DC60F5E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19497" name="Rectangle 41">
            <a:extLst>
              <a:ext uri="{FF2B5EF4-FFF2-40B4-BE49-F238E27FC236}">
                <a16:creationId xmlns:a16="http://schemas.microsoft.com/office/drawing/2014/main" id="{FFBDA7CF-1D41-5BFA-521E-79838A069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9498" name="Rectangle 42">
            <a:extLst>
              <a:ext uri="{FF2B5EF4-FFF2-40B4-BE49-F238E27FC236}">
                <a16:creationId xmlns:a16="http://schemas.microsoft.com/office/drawing/2014/main" id="{92CF2EE0-68CD-241A-6D7F-D0D45FBC7F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19499" name="Rectangle 43">
            <a:extLst>
              <a:ext uri="{FF2B5EF4-FFF2-40B4-BE49-F238E27FC236}">
                <a16:creationId xmlns:a16="http://schemas.microsoft.com/office/drawing/2014/main" id="{A23E4F0B-57D9-B5D7-44C1-F0890071C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19500" name="Rectangle 44">
            <a:extLst>
              <a:ext uri="{FF2B5EF4-FFF2-40B4-BE49-F238E27FC236}">
                <a16:creationId xmlns:a16="http://schemas.microsoft.com/office/drawing/2014/main" id="{14B63649-7B64-1517-EA62-B31B4E8F0C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501" name="Rectangle 45">
            <a:extLst>
              <a:ext uri="{FF2B5EF4-FFF2-40B4-BE49-F238E27FC236}">
                <a16:creationId xmlns:a16="http://schemas.microsoft.com/office/drawing/2014/main" id="{7FEB982F-2301-1764-9137-79F0DAA522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9502" name="Rectangle 46">
            <a:extLst>
              <a:ext uri="{FF2B5EF4-FFF2-40B4-BE49-F238E27FC236}">
                <a16:creationId xmlns:a16="http://schemas.microsoft.com/office/drawing/2014/main" id="{C056E415-38AD-C3FA-1195-BE1AFA0C9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503" name="Line 47">
            <a:extLst>
              <a:ext uri="{FF2B5EF4-FFF2-40B4-BE49-F238E27FC236}">
                <a16:creationId xmlns:a16="http://schemas.microsoft.com/office/drawing/2014/main" id="{93FC647C-7A08-7B47-CE82-302F71446A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504" name="Line 48">
            <a:extLst>
              <a:ext uri="{FF2B5EF4-FFF2-40B4-BE49-F238E27FC236}">
                <a16:creationId xmlns:a16="http://schemas.microsoft.com/office/drawing/2014/main" id="{F48743B4-4A93-94E6-729F-F6D3AACD7B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505" name="Line 49">
            <a:extLst>
              <a:ext uri="{FF2B5EF4-FFF2-40B4-BE49-F238E27FC236}">
                <a16:creationId xmlns:a16="http://schemas.microsoft.com/office/drawing/2014/main" id="{4B38F4A8-8730-723A-3883-BA2983629B0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79CF7CEE-2F4C-1A1C-E7B6-86D9C283C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20483" name="Freeform 3">
            <a:extLst>
              <a:ext uri="{FF2B5EF4-FFF2-40B4-BE49-F238E27FC236}">
                <a16:creationId xmlns:a16="http://schemas.microsoft.com/office/drawing/2014/main" id="{F8DF56D0-2E45-D6D4-512A-3BD179DF6073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84" name="Freeform 4">
            <a:extLst>
              <a:ext uri="{FF2B5EF4-FFF2-40B4-BE49-F238E27FC236}">
                <a16:creationId xmlns:a16="http://schemas.microsoft.com/office/drawing/2014/main" id="{BDE8F93B-D4FF-629F-C545-70AE5D1F6A36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85" name="Rectangle 5">
            <a:extLst>
              <a:ext uri="{FF2B5EF4-FFF2-40B4-BE49-F238E27FC236}">
                <a16:creationId xmlns:a16="http://schemas.microsoft.com/office/drawing/2014/main" id="{72ADEBA6-C6C1-0457-7A75-CC14B7590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0486" name="Rectangle 6">
            <a:extLst>
              <a:ext uri="{FF2B5EF4-FFF2-40B4-BE49-F238E27FC236}">
                <a16:creationId xmlns:a16="http://schemas.microsoft.com/office/drawing/2014/main" id="{0516C652-8E70-F05D-583A-100A9FAA7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0487" name="Rectangle 7">
            <a:extLst>
              <a:ext uri="{FF2B5EF4-FFF2-40B4-BE49-F238E27FC236}">
                <a16:creationId xmlns:a16="http://schemas.microsoft.com/office/drawing/2014/main" id="{A40F8C65-09FB-B5C3-A091-433B8CCEC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0488" name="Rectangle 8">
            <a:extLst>
              <a:ext uri="{FF2B5EF4-FFF2-40B4-BE49-F238E27FC236}">
                <a16:creationId xmlns:a16="http://schemas.microsoft.com/office/drawing/2014/main" id="{8AEDB8BD-F51F-F057-46A1-04C85E0DC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89" name="Rectangle 9">
            <a:extLst>
              <a:ext uri="{FF2B5EF4-FFF2-40B4-BE49-F238E27FC236}">
                <a16:creationId xmlns:a16="http://schemas.microsoft.com/office/drawing/2014/main" id="{17309A56-0833-3F6B-B51D-8517DDB79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0" name="Line 10">
            <a:extLst>
              <a:ext uri="{FF2B5EF4-FFF2-40B4-BE49-F238E27FC236}">
                <a16:creationId xmlns:a16="http://schemas.microsoft.com/office/drawing/2014/main" id="{33E23E96-1B04-8E7A-7335-41378F14CA1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1" name="Line 11">
            <a:extLst>
              <a:ext uri="{FF2B5EF4-FFF2-40B4-BE49-F238E27FC236}">
                <a16:creationId xmlns:a16="http://schemas.microsoft.com/office/drawing/2014/main" id="{8CFE9B06-7C7E-FFC2-A0BC-2A3A921C53D3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2" name="Line 12">
            <a:extLst>
              <a:ext uri="{FF2B5EF4-FFF2-40B4-BE49-F238E27FC236}">
                <a16:creationId xmlns:a16="http://schemas.microsoft.com/office/drawing/2014/main" id="{D76FD1EF-0B11-B2BA-7316-DFB118B7D15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3" name="Line 13">
            <a:extLst>
              <a:ext uri="{FF2B5EF4-FFF2-40B4-BE49-F238E27FC236}">
                <a16:creationId xmlns:a16="http://schemas.microsoft.com/office/drawing/2014/main" id="{C92BE0EB-925E-DBBB-D7FB-38873A8421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4" name="Line 14">
            <a:extLst>
              <a:ext uri="{FF2B5EF4-FFF2-40B4-BE49-F238E27FC236}">
                <a16:creationId xmlns:a16="http://schemas.microsoft.com/office/drawing/2014/main" id="{82CAE5F8-098C-FD45-E1A0-58E9ECB3D59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5" name="AutoShape 15">
            <a:extLst>
              <a:ext uri="{FF2B5EF4-FFF2-40B4-BE49-F238E27FC236}">
                <a16:creationId xmlns:a16="http://schemas.microsoft.com/office/drawing/2014/main" id="{15B8AB92-AB79-19E1-F4E8-3A564EB62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20496" name="Rectangle 16">
            <a:extLst>
              <a:ext uri="{FF2B5EF4-FFF2-40B4-BE49-F238E27FC236}">
                <a16:creationId xmlns:a16="http://schemas.microsoft.com/office/drawing/2014/main" id="{72705EA1-A47A-B6DE-F9D5-5ED1C12AB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20497" name="Rectangle 17">
            <a:extLst>
              <a:ext uri="{FF2B5EF4-FFF2-40B4-BE49-F238E27FC236}">
                <a16:creationId xmlns:a16="http://schemas.microsoft.com/office/drawing/2014/main" id="{B560F9E7-B548-7868-EF14-50319FCB4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20498" name="AutoShape 18">
            <a:extLst>
              <a:ext uri="{FF2B5EF4-FFF2-40B4-BE49-F238E27FC236}">
                <a16:creationId xmlns:a16="http://schemas.microsoft.com/office/drawing/2014/main" id="{C541CF64-87E6-47AA-F492-3AF1D1AD3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20499" name="Rectangle 19">
            <a:extLst>
              <a:ext uri="{FF2B5EF4-FFF2-40B4-BE49-F238E27FC236}">
                <a16:creationId xmlns:a16="http://schemas.microsoft.com/office/drawing/2014/main" id="{443F22AF-831C-BA8C-6431-37711A33B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20500" name="Rectangle 20">
            <a:extLst>
              <a:ext uri="{FF2B5EF4-FFF2-40B4-BE49-F238E27FC236}">
                <a16:creationId xmlns:a16="http://schemas.microsoft.com/office/drawing/2014/main" id="{05626D2F-561C-3107-94FD-4A9C86FF5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20501" name="Line 21">
            <a:extLst>
              <a:ext uri="{FF2B5EF4-FFF2-40B4-BE49-F238E27FC236}">
                <a16:creationId xmlns:a16="http://schemas.microsoft.com/office/drawing/2014/main" id="{CE79A74B-7429-3ED5-D546-37E40D7F65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2" name="Line 22">
            <a:extLst>
              <a:ext uri="{FF2B5EF4-FFF2-40B4-BE49-F238E27FC236}">
                <a16:creationId xmlns:a16="http://schemas.microsoft.com/office/drawing/2014/main" id="{7AC22700-5EFD-9972-2257-D0D221F0B8C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3" name="Line 23">
            <a:extLst>
              <a:ext uri="{FF2B5EF4-FFF2-40B4-BE49-F238E27FC236}">
                <a16:creationId xmlns:a16="http://schemas.microsoft.com/office/drawing/2014/main" id="{021F0BE1-606B-4F49-3D48-3853D7C5432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4" name="Line 24">
            <a:extLst>
              <a:ext uri="{FF2B5EF4-FFF2-40B4-BE49-F238E27FC236}">
                <a16:creationId xmlns:a16="http://schemas.microsoft.com/office/drawing/2014/main" id="{ABC9D62E-0DEE-1C25-A758-255E580341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5" name="Line 25">
            <a:extLst>
              <a:ext uri="{FF2B5EF4-FFF2-40B4-BE49-F238E27FC236}">
                <a16:creationId xmlns:a16="http://schemas.microsoft.com/office/drawing/2014/main" id="{EF330977-738D-0DFA-359A-C345ADEADA9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6" name="Line 26">
            <a:extLst>
              <a:ext uri="{FF2B5EF4-FFF2-40B4-BE49-F238E27FC236}">
                <a16:creationId xmlns:a16="http://schemas.microsoft.com/office/drawing/2014/main" id="{11E5166C-BA2F-7E4C-1E63-B27957DBC5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7" name="Line 27">
            <a:extLst>
              <a:ext uri="{FF2B5EF4-FFF2-40B4-BE49-F238E27FC236}">
                <a16:creationId xmlns:a16="http://schemas.microsoft.com/office/drawing/2014/main" id="{BFF9E01B-6F0E-1EDB-A27E-12B18613DD89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8" name="Line 28">
            <a:extLst>
              <a:ext uri="{FF2B5EF4-FFF2-40B4-BE49-F238E27FC236}">
                <a16:creationId xmlns:a16="http://schemas.microsoft.com/office/drawing/2014/main" id="{88D8FB14-8156-03F8-28B1-F14568AC7412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9" name="Line 29">
            <a:extLst>
              <a:ext uri="{FF2B5EF4-FFF2-40B4-BE49-F238E27FC236}">
                <a16:creationId xmlns:a16="http://schemas.microsoft.com/office/drawing/2014/main" id="{D84526B8-6DE3-1B89-BF2D-63C35A4444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0" name="Line 30">
            <a:extLst>
              <a:ext uri="{FF2B5EF4-FFF2-40B4-BE49-F238E27FC236}">
                <a16:creationId xmlns:a16="http://schemas.microsoft.com/office/drawing/2014/main" id="{09457C84-4D3F-40ED-0351-4E86C636055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1" name="Line 31">
            <a:extLst>
              <a:ext uri="{FF2B5EF4-FFF2-40B4-BE49-F238E27FC236}">
                <a16:creationId xmlns:a16="http://schemas.microsoft.com/office/drawing/2014/main" id="{D8B15B2A-819C-4A9F-EF70-EE6C15D72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2" name="Rectangle 32">
            <a:extLst>
              <a:ext uri="{FF2B5EF4-FFF2-40B4-BE49-F238E27FC236}">
                <a16:creationId xmlns:a16="http://schemas.microsoft.com/office/drawing/2014/main" id="{71DB5EEB-7FC4-7A17-0897-51A7B047C6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0513" name="Rectangle 33">
            <a:extLst>
              <a:ext uri="{FF2B5EF4-FFF2-40B4-BE49-F238E27FC236}">
                <a16:creationId xmlns:a16="http://schemas.microsoft.com/office/drawing/2014/main" id="{3A4253E5-C01C-D4CA-05FF-9D088C6253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20514" name="Line 34">
            <a:extLst>
              <a:ext uri="{FF2B5EF4-FFF2-40B4-BE49-F238E27FC236}">
                <a16:creationId xmlns:a16="http://schemas.microsoft.com/office/drawing/2014/main" id="{1ABE359B-8AF7-3BF3-8D5D-B3E35843C3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5" name="Line 35">
            <a:extLst>
              <a:ext uri="{FF2B5EF4-FFF2-40B4-BE49-F238E27FC236}">
                <a16:creationId xmlns:a16="http://schemas.microsoft.com/office/drawing/2014/main" id="{E03E261D-85FD-4E1C-6ABE-E0EB376F1EC2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6" name="Line 36">
            <a:extLst>
              <a:ext uri="{FF2B5EF4-FFF2-40B4-BE49-F238E27FC236}">
                <a16:creationId xmlns:a16="http://schemas.microsoft.com/office/drawing/2014/main" id="{E740DCC8-F6EB-8733-C545-4BACB2CC768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7" name="Rectangle 37">
            <a:extLst>
              <a:ext uri="{FF2B5EF4-FFF2-40B4-BE49-F238E27FC236}">
                <a16:creationId xmlns:a16="http://schemas.microsoft.com/office/drawing/2014/main" id="{C382E1CE-01BC-89D3-8736-F38C0A31AF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20518" name="Rectangle 38">
            <a:extLst>
              <a:ext uri="{FF2B5EF4-FFF2-40B4-BE49-F238E27FC236}">
                <a16:creationId xmlns:a16="http://schemas.microsoft.com/office/drawing/2014/main" id="{4670D7B8-19A9-28EB-4C6A-C7F5B2D8AE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0519" name="Rectangle 39">
            <a:extLst>
              <a:ext uri="{FF2B5EF4-FFF2-40B4-BE49-F238E27FC236}">
                <a16:creationId xmlns:a16="http://schemas.microsoft.com/office/drawing/2014/main" id="{9015EF55-E214-4352-2333-A842B5B8B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0520" name="Rectangle 40">
            <a:extLst>
              <a:ext uri="{FF2B5EF4-FFF2-40B4-BE49-F238E27FC236}">
                <a16:creationId xmlns:a16="http://schemas.microsoft.com/office/drawing/2014/main" id="{4138F352-D264-F458-4D97-F449173FA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0521" name="Rectangle 41">
            <a:extLst>
              <a:ext uri="{FF2B5EF4-FFF2-40B4-BE49-F238E27FC236}">
                <a16:creationId xmlns:a16="http://schemas.microsoft.com/office/drawing/2014/main" id="{AF9F1E35-474A-76C4-636A-98C78BE24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0522" name="Rectangle 42">
            <a:extLst>
              <a:ext uri="{FF2B5EF4-FFF2-40B4-BE49-F238E27FC236}">
                <a16:creationId xmlns:a16="http://schemas.microsoft.com/office/drawing/2014/main" id="{650184B9-8154-8CFB-1B39-8A7BA8AF6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0523" name="Rectangle 43">
            <a:extLst>
              <a:ext uri="{FF2B5EF4-FFF2-40B4-BE49-F238E27FC236}">
                <a16:creationId xmlns:a16="http://schemas.microsoft.com/office/drawing/2014/main" id="{F6D9F06C-621D-63D4-5211-D57C6FAE5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0524" name="Rectangle 44">
            <a:extLst>
              <a:ext uri="{FF2B5EF4-FFF2-40B4-BE49-F238E27FC236}">
                <a16:creationId xmlns:a16="http://schemas.microsoft.com/office/drawing/2014/main" id="{658D9E9A-59A6-1C42-222A-FAEAC5FDF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0525" name="Rectangle 45">
            <a:extLst>
              <a:ext uri="{FF2B5EF4-FFF2-40B4-BE49-F238E27FC236}">
                <a16:creationId xmlns:a16="http://schemas.microsoft.com/office/drawing/2014/main" id="{8DF95FCF-61CE-8347-2906-FFBAE55A4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0526" name="Rectangle 46">
            <a:extLst>
              <a:ext uri="{FF2B5EF4-FFF2-40B4-BE49-F238E27FC236}">
                <a16:creationId xmlns:a16="http://schemas.microsoft.com/office/drawing/2014/main" id="{623CC1AB-29BD-DAF1-1A98-F7A1DAB6A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0527" name="Line 47">
            <a:extLst>
              <a:ext uri="{FF2B5EF4-FFF2-40B4-BE49-F238E27FC236}">
                <a16:creationId xmlns:a16="http://schemas.microsoft.com/office/drawing/2014/main" id="{29172C7A-CBCA-5D04-61B0-1067AFF35B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28" name="Line 48">
            <a:extLst>
              <a:ext uri="{FF2B5EF4-FFF2-40B4-BE49-F238E27FC236}">
                <a16:creationId xmlns:a16="http://schemas.microsoft.com/office/drawing/2014/main" id="{146DFA64-E22F-AD94-E454-0EF96E778F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29" name="Line 49">
            <a:extLst>
              <a:ext uri="{FF2B5EF4-FFF2-40B4-BE49-F238E27FC236}">
                <a16:creationId xmlns:a16="http://schemas.microsoft.com/office/drawing/2014/main" id="{44D3AAA7-C967-5C54-D8A4-7AA3DEB78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37C6136-1A19-E25D-09BD-038967FA0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21507" name="Freeform 3">
            <a:extLst>
              <a:ext uri="{FF2B5EF4-FFF2-40B4-BE49-F238E27FC236}">
                <a16:creationId xmlns:a16="http://schemas.microsoft.com/office/drawing/2014/main" id="{38F97653-EBE4-44E6-7414-A8EDBEBAF393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08" name="Freeform 4">
            <a:extLst>
              <a:ext uri="{FF2B5EF4-FFF2-40B4-BE49-F238E27FC236}">
                <a16:creationId xmlns:a16="http://schemas.microsoft.com/office/drawing/2014/main" id="{37B8DBEB-FC34-B409-00B3-41A27D240EAD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826AB2A4-74C1-A4CB-B3F2-CAFC60308A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6A130E0B-29DF-FB12-2585-9536A56ACE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2B0B899D-70C1-3BC8-0874-22D5CFDDC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1512" name="Rectangle 8">
            <a:extLst>
              <a:ext uri="{FF2B5EF4-FFF2-40B4-BE49-F238E27FC236}">
                <a16:creationId xmlns:a16="http://schemas.microsoft.com/office/drawing/2014/main" id="{7BFE15A1-C082-C6E2-9D73-577637C0D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1513" name="Rectangle 9">
            <a:extLst>
              <a:ext uri="{FF2B5EF4-FFF2-40B4-BE49-F238E27FC236}">
                <a16:creationId xmlns:a16="http://schemas.microsoft.com/office/drawing/2014/main" id="{E8CD336A-9665-7DD5-57C3-EE1D6D598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514" name="Line 10">
            <a:extLst>
              <a:ext uri="{FF2B5EF4-FFF2-40B4-BE49-F238E27FC236}">
                <a16:creationId xmlns:a16="http://schemas.microsoft.com/office/drawing/2014/main" id="{1C623219-A952-E0D7-5245-1F72F1D5BD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5" name="Line 11">
            <a:extLst>
              <a:ext uri="{FF2B5EF4-FFF2-40B4-BE49-F238E27FC236}">
                <a16:creationId xmlns:a16="http://schemas.microsoft.com/office/drawing/2014/main" id="{BFD76EF4-00D3-6C5B-0B81-7FF0C96B7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6" name="Line 12">
            <a:extLst>
              <a:ext uri="{FF2B5EF4-FFF2-40B4-BE49-F238E27FC236}">
                <a16:creationId xmlns:a16="http://schemas.microsoft.com/office/drawing/2014/main" id="{9C24BBE2-26DC-8E94-9685-4978242CF9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7" name="Line 13">
            <a:extLst>
              <a:ext uri="{FF2B5EF4-FFF2-40B4-BE49-F238E27FC236}">
                <a16:creationId xmlns:a16="http://schemas.microsoft.com/office/drawing/2014/main" id="{E06649D6-2D17-BCD6-BBA1-F317151AB8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8" name="Line 14">
            <a:extLst>
              <a:ext uri="{FF2B5EF4-FFF2-40B4-BE49-F238E27FC236}">
                <a16:creationId xmlns:a16="http://schemas.microsoft.com/office/drawing/2014/main" id="{AFDD1AFB-A49B-4957-3E2D-014C5CF2905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9" name="AutoShape 15">
            <a:extLst>
              <a:ext uri="{FF2B5EF4-FFF2-40B4-BE49-F238E27FC236}">
                <a16:creationId xmlns:a16="http://schemas.microsoft.com/office/drawing/2014/main" id="{61B95666-49DC-7F80-EDFF-3BAC8B116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21520" name="Rectangle 16">
            <a:extLst>
              <a:ext uri="{FF2B5EF4-FFF2-40B4-BE49-F238E27FC236}">
                <a16:creationId xmlns:a16="http://schemas.microsoft.com/office/drawing/2014/main" id="{062F6945-27F3-C464-2894-CFBBCAE58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21521" name="Rectangle 17">
            <a:extLst>
              <a:ext uri="{FF2B5EF4-FFF2-40B4-BE49-F238E27FC236}">
                <a16:creationId xmlns:a16="http://schemas.microsoft.com/office/drawing/2014/main" id="{B0CFEF07-F78F-C752-A5B5-7C1137E85D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21522" name="AutoShape 18">
            <a:extLst>
              <a:ext uri="{FF2B5EF4-FFF2-40B4-BE49-F238E27FC236}">
                <a16:creationId xmlns:a16="http://schemas.microsoft.com/office/drawing/2014/main" id="{922ED732-B0C7-4027-5A1E-5F22A3BAE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21523" name="Rectangle 19">
            <a:extLst>
              <a:ext uri="{FF2B5EF4-FFF2-40B4-BE49-F238E27FC236}">
                <a16:creationId xmlns:a16="http://schemas.microsoft.com/office/drawing/2014/main" id="{C588B7E0-734D-1BED-DADA-A9D011553D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21524" name="Rectangle 20">
            <a:extLst>
              <a:ext uri="{FF2B5EF4-FFF2-40B4-BE49-F238E27FC236}">
                <a16:creationId xmlns:a16="http://schemas.microsoft.com/office/drawing/2014/main" id="{9C38AE89-5764-6DAB-4143-B9F00F612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21525" name="Line 21">
            <a:extLst>
              <a:ext uri="{FF2B5EF4-FFF2-40B4-BE49-F238E27FC236}">
                <a16:creationId xmlns:a16="http://schemas.microsoft.com/office/drawing/2014/main" id="{D639912F-1A7B-898D-FC29-05A931A4AB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6" name="Line 22">
            <a:extLst>
              <a:ext uri="{FF2B5EF4-FFF2-40B4-BE49-F238E27FC236}">
                <a16:creationId xmlns:a16="http://schemas.microsoft.com/office/drawing/2014/main" id="{CB518EBF-6071-E689-2366-4B1EB6973F4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7" name="Line 23">
            <a:extLst>
              <a:ext uri="{FF2B5EF4-FFF2-40B4-BE49-F238E27FC236}">
                <a16:creationId xmlns:a16="http://schemas.microsoft.com/office/drawing/2014/main" id="{EEBA886F-51AF-1EDA-7571-4FDDA3D7AA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8" name="Line 24">
            <a:extLst>
              <a:ext uri="{FF2B5EF4-FFF2-40B4-BE49-F238E27FC236}">
                <a16:creationId xmlns:a16="http://schemas.microsoft.com/office/drawing/2014/main" id="{12D8863B-2C73-9DF4-31AF-E6419462C9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9" name="Line 25">
            <a:extLst>
              <a:ext uri="{FF2B5EF4-FFF2-40B4-BE49-F238E27FC236}">
                <a16:creationId xmlns:a16="http://schemas.microsoft.com/office/drawing/2014/main" id="{E0485D4C-4D4D-002C-D501-6EDC823B64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0" name="Line 26">
            <a:extLst>
              <a:ext uri="{FF2B5EF4-FFF2-40B4-BE49-F238E27FC236}">
                <a16:creationId xmlns:a16="http://schemas.microsoft.com/office/drawing/2014/main" id="{CDC2811F-4C4F-BEA0-E4A8-34FADE6C8E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1" name="Line 27">
            <a:extLst>
              <a:ext uri="{FF2B5EF4-FFF2-40B4-BE49-F238E27FC236}">
                <a16:creationId xmlns:a16="http://schemas.microsoft.com/office/drawing/2014/main" id="{8B4AE3ED-D666-A898-9B81-E952F52B2A0E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2" name="Line 28">
            <a:extLst>
              <a:ext uri="{FF2B5EF4-FFF2-40B4-BE49-F238E27FC236}">
                <a16:creationId xmlns:a16="http://schemas.microsoft.com/office/drawing/2014/main" id="{FFBBE02D-F7F2-4150-D2E4-A4BBDABB9C3A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3" name="Line 29">
            <a:extLst>
              <a:ext uri="{FF2B5EF4-FFF2-40B4-BE49-F238E27FC236}">
                <a16:creationId xmlns:a16="http://schemas.microsoft.com/office/drawing/2014/main" id="{FF0BCE18-F693-A8C5-6DFE-61ADAD52B12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4" name="Line 30">
            <a:extLst>
              <a:ext uri="{FF2B5EF4-FFF2-40B4-BE49-F238E27FC236}">
                <a16:creationId xmlns:a16="http://schemas.microsoft.com/office/drawing/2014/main" id="{62A639A4-C621-9693-99E3-2C36724DD6E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5" name="Line 31">
            <a:extLst>
              <a:ext uri="{FF2B5EF4-FFF2-40B4-BE49-F238E27FC236}">
                <a16:creationId xmlns:a16="http://schemas.microsoft.com/office/drawing/2014/main" id="{1B25ECF8-8CCB-0121-6B4A-ACB404FC03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6" name="Rectangle 32">
            <a:extLst>
              <a:ext uri="{FF2B5EF4-FFF2-40B4-BE49-F238E27FC236}">
                <a16:creationId xmlns:a16="http://schemas.microsoft.com/office/drawing/2014/main" id="{F2BC1930-0A7A-B3C0-F1E2-3D9C10EF01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1537" name="Rectangle 33">
            <a:extLst>
              <a:ext uri="{FF2B5EF4-FFF2-40B4-BE49-F238E27FC236}">
                <a16:creationId xmlns:a16="http://schemas.microsoft.com/office/drawing/2014/main" id="{76C89484-3081-7216-3249-F0456AE871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21538" name="Line 34">
            <a:extLst>
              <a:ext uri="{FF2B5EF4-FFF2-40B4-BE49-F238E27FC236}">
                <a16:creationId xmlns:a16="http://schemas.microsoft.com/office/drawing/2014/main" id="{9FA24448-31B3-E894-7679-F07BFF081C67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9" name="Line 35">
            <a:extLst>
              <a:ext uri="{FF2B5EF4-FFF2-40B4-BE49-F238E27FC236}">
                <a16:creationId xmlns:a16="http://schemas.microsoft.com/office/drawing/2014/main" id="{F53973BB-D49C-CBC8-91CC-883648A7EDDE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40" name="Line 36">
            <a:extLst>
              <a:ext uri="{FF2B5EF4-FFF2-40B4-BE49-F238E27FC236}">
                <a16:creationId xmlns:a16="http://schemas.microsoft.com/office/drawing/2014/main" id="{77D0F599-0EF4-058C-A006-C014887A128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41" name="Rectangle 37">
            <a:extLst>
              <a:ext uri="{FF2B5EF4-FFF2-40B4-BE49-F238E27FC236}">
                <a16:creationId xmlns:a16="http://schemas.microsoft.com/office/drawing/2014/main" id="{9662FE33-8FB3-376B-4B99-D220737C3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21542" name="Rectangle 38">
            <a:extLst>
              <a:ext uri="{FF2B5EF4-FFF2-40B4-BE49-F238E27FC236}">
                <a16:creationId xmlns:a16="http://schemas.microsoft.com/office/drawing/2014/main" id="{03DABAC6-2265-5D83-2150-6EA84A2B7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1543" name="Rectangle 39">
            <a:extLst>
              <a:ext uri="{FF2B5EF4-FFF2-40B4-BE49-F238E27FC236}">
                <a16:creationId xmlns:a16="http://schemas.microsoft.com/office/drawing/2014/main" id="{C520E7E4-EBDD-894E-D7D0-642ECD17C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1544" name="Rectangle 40">
            <a:extLst>
              <a:ext uri="{FF2B5EF4-FFF2-40B4-BE49-F238E27FC236}">
                <a16:creationId xmlns:a16="http://schemas.microsoft.com/office/drawing/2014/main" id="{37EE1E13-4679-ADDA-F3B6-A6686BCF8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1545" name="Rectangle 41">
            <a:extLst>
              <a:ext uri="{FF2B5EF4-FFF2-40B4-BE49-F238E27FC236}">
                <a16:creationId xmlns:a16="http://schemas.microsoft.com/office/drawing/2014/main" id="{0D9B57B9-4EA2-8996-971A-56A94BDAF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1546" name="Rectangle 42">
            <a:extLst>
              <a:ext uri="{FF2B5EF4-FFF2-40B4-BE49-F238E27FC236}">
                <a16:creationId xmlns:a16="http://schemas.microsoft.com/office/drawing/2014/main" id="{82FDC01C-5794-4811-145C-36BDF52B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</a:rPr>
              <a:t>True</a:t>
            </a:r>
          </a:p>
        </p:txBody>
      </p:sp>
      <p:sp>
        <p:nvSpPr>
          <p:cNvPr id="21547" name="Rectangle 43">
            <a:extLst>
              <a:ext uri="{FF2B5EF4-FFF2-40B4-BE49-F238E27FC236}">
                <a16:creationId xmlns:a16="http://schemas.microsoft.com/office/drawing/2014/main" id="{45E35569-043F-CE3C-DCBC-7FED756D84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1548" name="Rectangle 44">
            <a:extLst>
              <a:ext uri="{FF2B5EF4-FFF2-40B4-BE49-F238E27FC236}">
                <a16:creationId xmlns:a16="http://schemas.microsoft.com/office/drawing/2014/main" id="{15F0C9D5-AFD0-119E-F1A9-A5F1894392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1549" name="Rectangle 45">
            <a:extLst>
              <a:ext uri="{FF2B5EF4-FFF2-40B4-BE49-F238E27FC236}">
                <a16:creationId xmlns:a16="http://schemas.microsoft.com/office/drawing/2014/main" id="{1C4A4398-0D33-F2D7-2145-2D5F15DFC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1550" name="Rectangle 46">
            <a:extLst>
              <a:ext uri="{FF2B5EF4-FFF2-40B4-BE49-F238E27FC236}">
                <a16:creationId xmlns:a16="http://schemas.microsoft.com/office/drawing/2014/main" id="{6DCBB169-0BE9-0ED0-6A0D-5D6B142FA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1551" name="Line 47">
            <a:extLst>
              <a:ext uri="{FF2B5EF4-FFF2-40B4-BE49-F238E27FC236}">
                <a16:creationId xmlns:a16="http://schemas.microsoft.com/office/drawing/2014/main" id="{5D10B3A6-6D94-5CCB-10A0-587F826F6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52" name="Line 48">
            <a:extLst>
              <a:ext uri="{FF2B5EF4-FFF2-40B4-BE49-F238E27FC236}">
                <a16:creationId xmlns:a16="http://schemas.microsoft.com/office/drawing/2014/main" id="{CC117131-058D-3D9C-5C7E-EF7A7AB1A7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53" name="Line 49">
            <a:extLst>
              <a:ext uri="{FF2B5EF4-FFF2-40B4-BE49-F238E27FC236}">
                <a16:creationId xmlns:a16="http://schemas.microsoft.com/office/drawing/2014/main" id="{F3852A4E-111B-F514-3F9A-62BCC79F6F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7656DCAD-18A6-C479-5C73-ECB86598F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22531" name="Freeform 3">
            <a:extLst>
              <a:ext uri="{FF2B5EF4-FFF2-40B4-BE49-F238E27FC236}">
                <a16:creationId xmlns:a16="http://schemas.microsoft.com/office/drawing/2014/main" id="{0C350741-886B-0D04-15A8-0CCA8DEC625C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2" name="Freeform 4">
            <a:extLst>
              <a:ext uri="{FF2B5EF4-FFF2-40B4-BE49-F238E27FC236}">
                <a16:creationId xmlns:a16="http://schemas.microsoft.com/office/drawing/2014/main" id="{54C75049-50D1-F1F3-836C-6066E828F21B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9D10E717-7EF8-F026-A836-75AFA027D7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B5D63E4B-B76E-F1B1-2D6F-72099DAC9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D8D29133-2B5C-C350-F2D1-19B4E3725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2536" name="Rectangle 8">
            <a:extLst>
              <a:ext uri="{FF2B5EF4-FFF2-40B4-BE49-F238E27FC236}">
                <a16:creationId xmlns:a16="http://schemas.microsoft.com/office/drawing/2014/main" id="{3F0EDD63-7224-E334-8EE9-43D12BBB4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2537" name="Rectangle 9">
            <a:extLst>
              <a:ext uri="{FF2B5EF4-FFF2-40B4-BE49-F238E27FC236}">
                <a16:creationId xmlns:a16="http://schemas.microsoft.com/office/drawing/2014/main" id="{DF9BE24D-3EDF-6976-CAD7-63AD467FC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538" name="Line 10">
            <a:extLst>
              <a:ext uri="{FF2B5EF4-FFF2-40B4-BE49-F238E27FC236}">
                <a16:creationId xmlns:a16="http://schemas.microsoft.com/office/drawing/2014/main" id="{B6860734-3BB4-5F3F-60D4-D02687CD8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9" name="Line 11">
            <a:extLst>
              <a:ext uri="{FF2B5EF4-FFF2-40B4-BE49-F238E27FC236}">
                <a16:creationId xmlns:a16="http://schemas.microsoft.com/office/drawing/2014/main" id="{D37AB312-0300-1670-D355-6CAC7AAF40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0" name="Line 12">
            <a:extLst>
              <a:ext uri="{FF2B5EF4-FFF2-40B4-BE49-F238E27FC236}">
                <a16:creationId xmlns:a16="http://schemas.microsoft.com/office/drawing/2014/main" id="{904FC164-C534-2B2E-C4AC-EA1B0F60F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1" name="Line 13">
            <a:extLst>
              <a:ext uri="{FF2B5EF4-FFF2-40B4-BE49-F238E27FC236}">
                <a16:creationId xmlns:a16="http://schemas.microsoft.com/office/drawing/2014/main" id="{1B1A349E-2429-4DA0-5377-93AB9D86ACF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2" name="Line 14">
            <a:extLst>
              <a:ext uri="{FF2B5EF4-FFF2-40B4-BE49-F238E27FC236}">
                <a16:creationId xmlns:a16="http://schemas.microsoft.com/office/drawing/2014/main" id="{0FBB5250-BBA4-39B3-A831-8C9BCCCCB0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3" name="AutoShape 15">
            <a:extLst>
              <a:ext uri="{FF2B5EF4-FFF2-40B4-BE49-F238E27FC236}">
                <a16:creationId xmlns:a16="http://schemas.microsoft.com/office/drawing/2014/main" id="{40D9E4B6-64E1-01F3-AA62-C1E32F2D1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22544" name="Rectangle 16">
            <a:extLst>
              <a:ext uri="{FF2B5EF4-FFF2-40B4-BE49-F238E27FC236}">
                <a16:creationId xmlns:a16="http://schemas.microsoft.com/office/drawing/2014/main" id="{8524F5D7-93EF-3336-10F9-3B992123DA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22545" name="Rectangle 17">
            <a:extLst>
              <a:ext uri="{FF2B5EF4-FFF2-40B4-BE49-F238E27FC236}">
                <a16:creationId xmlns:a16="http://schemas.microsoft.com/office/drawing/2014/main" id="{0BD438C6-53C9-81D1-64BF-974134BE0B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22546" name="AutoShape 18">
            <a:extLst>
              <a:ext uri="{FF2B5EF4-FFF2-40B4-BE49-F238E27FC236}">
                <a16:creationId xmlns:a16="http://schemas.microsoft.com/office/drawing/2014/main" id="{BEA87190-6E11-95C3-8BB2-086F2E942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22547" name="Rectangle 19">
            <a:extLst>
              <a:ext uri="{FF2B5EF4-FFF2-40B4-BE49-F238E27FC236}">
                <a16:creationId xmlns:a16="http://schemas.microsoft.com/office/drawing/2014/main" id="{31AADD07-9EA3-DD59-7599-75A4EF992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22548" name="Rectangle 20">
            <a:extLst>
              <a:ext uri="{FF2B5EF4-FFF2-40B4-BE49-F238E27FC236}">
                <a16:creationId xmlns:a16="http://schemas.microsoft.com/office/drawing/2014/main" id="{A51263EC-27FF-AF1B-E3D2-8208F9E62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22549" name="Line 21">
            <a:extLst>
              <a:ext uri="{FF2B5EF4-FFF2-40B4-BE49-F238E27FC236}">
                <a16:creationId xmlns:a16="http://schemas.microsoft.com/office/drawing/2014/main" id="{27B7E573-C918-8E95-187A-D1B9AFC025A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0" name="Line 22">
            <a:extLst>
              <a:ext uri="{FF2B5EF4-FFF2-40B4-BE49-F238E27FC236}">
                <a16:creationId xmlns:a16="http://schemas.microsoft.com/office/drawing/2014/main" id="{4F9005EF-BDD9-5CE4-57EB-0A83C71C909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1" name="Line 23">
            <a:extLst>
              <a:ext uri="{FF2B5EF4-FFF2-40B4-BE49-F238E27FC236}">
                <a16:creationId xmlns:a16="http://schemas.microsoft.com/office/drawing/2014/main" id="{4210B310-6900-B3C3-F0C0-BA85C1802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2" name="Line 24">
            <a:extLst>
              <a:ext uri="{FF2B5EF4-FFF2-40B4-BE49-F238E27FC236}">
                <a16:creationId xmlns:a16="http://schemas.microsoft.com/office/drawing/2014/main" id="{14A3F915-D9DA-AD06-F4D2-2FA4064D7B0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3" name="Line 25">
            <a:extLst>
              <a:ext uri="{FF2B5EF4-FFF2-40B4-BE49-F238E27FC236}">
                <a16:creationId xmlns:a16="http://schemas.microsoft.com/office/drawing/2014/main" id="{C6E769A6-51D4-B03F-C150-518249F9EC44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4" name="Line 26">
            <a:extLst>
              <a:ext uri="{FF2B5EF4-FFF2-40B4-BE49-F238E27FC236}">
                <a16:creationId xmlns:a16="http://schemas.microsoft.com/office/drawing/2014/main" id="{C1699DEE-FFC2-F22C-E657-A36FB0C4A6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5" name="Line 27">
            <a:extLst>
              <a:ext uri="{FF2B5EF4-FFF2-40B4-BE49-F238E27FC236}">
                <a16:creationId xmlns:a16="http://schemas.microsoft.com/office/drawing/2014/main" id="{87B388B3-ED6E-EA10-497B-C9E81C0C104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6" name="Line 28">
            <a:extLst>
              <a:ext uri="{FF2B5EF4-FFF2-40B4-BE49-F238E27FC236}">
                <a16:creationId xmlns:a16="http://schemas.microsoft.com/office/drawing/2014/main" id="{92778E0B-0A38-94AA-987C-8D04D30376FF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7" name="Line 29">
            <a:extLst>
              <a:ext uri="{FF2B5EF4-FFF2-40B4-BE49-F238E27FC236}">
                <a16:creationId xmlns:a16="http://schemas.microsoft.com/office/drawing/2014/main" id="{300EFB3F-1522-D563-4FB0-D6CDB6B8C7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8" name="Line 30">
            <a:extLst>
              <a:ext uri="{FF2B5EF4-FFF2-40B4-BE49-F238E27FC236}">
                <a16:creationId xmlns:a16="http://schemas.microsoft.com/office/drawing/2014/main" id="{77D18327-27E9-6B09-6C51-F893BA0D2A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9" name="Line 31">
            <a:extLst>
              <a:ext uri="{FF2B5EF4-FFF2-40B4-BE49-F238E27FC236}">
                <a16:creationId xmlns:a16="http://schemas.microsoft.com/office/drawing/2014/main" id="{E567571E-BF63-8CD2-DF5B-4AECA3CBDFE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0" name="Rectangle 32">
            <a:extLst>
              <a:ext uri="{FF2B5EF4-FFF2-40B4-BE49-F238E27FC236}">
                <a16:creationId xmlns:a16="http://schemas.microsoft.com/office/drawing/2014/main" id="{53F88288-6D95-2E0B-265D-8F400D18C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2561" name="Rectangle 33">
            <a:extLst>
              <a:ext uri="{FF2B5EF4-FFF2-40B4-BE49-F238E27FC236}">
                <a16:creationId xmlns:a16="http://schemas.microsoft.com/office/drawing/2014/main" id="{7C097E12-6E6E-497B-4F5C-9E96A911EB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22562" name="Line 34">
            <a:extLst>
              <a:ext uri="{FF2B5EF4-FFF2-40B4-BE49-F238E27FC236}">
                <a16:creationId xmlns:a16="http://schemas.microsoft.com/office/drawing/2014/main" id="{F361899B-BA68-0B3E-AE60-10994EE9D0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3" name="Line 35">
            <a:extLst>
              <a:ext uri="{FF2B5EF4-FFF2-40B4-BE49-F238E27FC236}">
                <a16:creationId xmlns:a16="http://schemas.microsoft.com/office/drawing/2014/main" id="{D41D9D91-F9E6-3D51-1002-AD18DC63EE7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4" name="Line 36">
            <a:extLst>
              <a:ext uri="{FF2B5EF4-FFF2-40B4-BE49-F238E27FC236}">
                <a16:creationId xmlns:a16="http://schemas.microsoft.com/office/drawing/2014/main" id="{B120776A-94E9-CDB2-A411-B75C902F8F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5" name="Rectangle 37">
            <a:extLst>
              <a:ext uri="{FF2B5EF4-FFF2-40B4-BE49-F238E27FC236}">
                <a16:creationId xmlns:a16="http://schemas.microsoft.com/office/drawing/2014/main" id="{653DC56F-91D3-24B7-E3AF-197AE5CF7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22566" name="Rectangle 38">
            <a:extLst>
              <a:ext uri="{FF2B5EF4-FFF2-40B4-BE49-F238E27FC236}">
                <a16:creationId xmlns:a16="http://schemas.microsoft.com/office/drawing/2014/main" id="{559B4B55-AC76-8778-62EC-2069A7375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2567" name="Rectangle 39">
            <a:extLst>
              <a:ext uri="{FF2B5EF4-FFF2-40B4-BE49-F238E27FC236}">
                <a16:creationId xmlns:a16="http://schemas.microsoft.com/office/drawing/2014/main" id="{2B0D732D-E6D7-4C7E-776D-B016962EB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22568" name="Rectangle 40">
            <a:extLst>
              <a:ext uri="{FF2B5EF4-FFF2-40B4-BE49-F238E27FC236}">
                <a16:creationId xmlns:a16="http://schemas.microsoft.com/office/drawing/2014/main" id="{E70E7B63-7421-72BD-A5E5-BD9464419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2569" name="Rectangle 41">
            <a:extLst>
              <a:ext uri="{FF2B5EF4-FFF2-40B4-BE49-F238E27FC236}">
                <a16:creationId xmlns:a16="http://schemas.microsoft.com/office/drawing/2014/main" id="{537083F5-63CD-2F90-C9E2-59E68F7CC6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2570" name="Rectangle 42">
            <a:extLst>
              <a:ext uri="{FF2B5EF4-FFF2-40B4-BE49-F238E27FC236}">
                <a16:creationId xmlns:a16="http://schemas.microsoft.com/office/drawing/2014/main" id="{7FCD7549-389C-9D47-7F69-24E9E3CD9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2571" name="Rectangle 43">
            <a:extLst>
              <a:ext uri="{FF2B5EF4-FFF2-40B4-BE49-F238E27FC236}">
                <a16:creationId xmlns:a16="http://schemas.microsoft.com/office/drawing/2014/main" id="{A305A208-F149-B87A-0950-37E89A999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2572" name="Rectangle 44">
            <a:extLst>
              <a:ext uri="{FF2B5EF4-FFF2-40B4-BE49-F238E27FC236}">
                <a16:creationId xmlns:a16="http://schemas.microsoft.com/office/drawing/2014/main" id="{61FF8C27-94EC-FEC5-6B23-B8BF48AFF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573" name="Rectangle 45">
            <a:extLst>
              <a:ext uri="{FF2B5EF4-FFF2-40B4-BE49-F238E27FC236}">
                <a16:creationId xmlns:a16="http://schemas.microsoft.com/office/drawing/2014/main" id="{83D06EFE-3BBD-36CE-25B9-31911C31B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2574" name="Rectangle 46">
            <a:extLst>
              <a:ext uri="{FF2B5EF4-FFF2-40B4-BE49-F238E27FC236}">
                <a16:creationId xmlns:a16="http://schemas.microsoft.com/office/drawing/2014/main" id="{86B8B2CE-736E-0353-EEC7-2A06D9F56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575" name="Line 47">
            <a:extLst>
              <a:ext uri="{FF2B5EF4-FFF2-40B4-BE49-F238E27FC236}">
                <a16:creationId xmlns:a16="http://schemas.microsoft.com/office/drawing/2014/main" id="{056140C4-C4CE-E63A-A39E-5212ED4A79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76" name="Line 48">
            <a:extLst>
              <a:ext uri="{FF2B5EF4-FFF2-40B4-BE49-F238E27FC236}">
                <a16:creationId xmlns:a16="http://schemas.microsoft.com/office/drawing/2014/main" id="{8782DA12-69DE-7275-1439-0D0ABE833B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77" name="Line 49">
            <a:extLst>
              <a:ext uri="{FF2B5EF4-FFF2-40B4-BE49-F238E27FC236}">
                <a16:creationId xmlns:a16="http://schemas.microsoft.com/office/drawing/2014/main" id="{F986F530-AAB9-3F0F-CE03-04F5B2B64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0A2AFD5B-0859-82AB-EC08-C647231A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23555" name="Freeform 3">
            <a:extLst>
              <a:ext uri="{FF2B5EF4-FFF2-40B4-BE49-F238E27FC236}">
                <a16:creationId xmlns:a16="http://schemas.microsoft.com/office/drawing/2014/main" id="{8A3360F1-7297-9D4E-5CEC-FBE184F4550F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56" name="Freeform 4">
            <a:extLst>
              <a:ext uri="{FF2B5EF4-FFF2-40B4-BE49-F238E27FC236}">
                <a16:creationId xmlns:a16="http://schemas.microsoft.com/office/drawing/2014/main" id="{CAC50265-AFED-80B4-30CD-696524097804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57" name="Rectangle 5">
            <a:extLst>
              <a:ext uri="{FF2B5EF4-FFF2-40B4-BE49-F238E27FC236}">
                <a16:creationId xmlns:a16="http://schemas.microsoft.com/office/drawing/2014/main" id="{BD9D97FC-22DF-CBB0-6D6D-CEB2AA11D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3558" name="Rectangle 6">
            <a:extLst>
              <a:ext uri="{FF2B5EF4-FFF2-40B4-BE49-F238E27FC236}">
                <a16:creationId xmlns:a16="http://schemas.microsoft.com/office/drawing/2014/main" id="{4B9D6688-0AA9-00A3-B38B-380111E40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3559" name="Rectangle 7">
            <a:extLst>
              <a:ext uri="{FF2B5EF4-FFF2-40B4-BE49-F238E27FC236}">
                <a16:creationId xmlns:a16="http://schemas.microsoft.com/office/drawing/2014/main" id="{BBD5D67E-D05A-BCD6-DB08-0E4EC14DFD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3560" name="Rectangle 8">
            <a:extLst>
              <a:ext uri="{FF2B5EF4-FFF2-40B4-BE49-F238E27FC236}">
                <a16:creationId xmlns:a16="http://schemas.microsoft.com/office/drawing/2014/main" id="{EFF825E0-8E56-CEA3-4306-69573939F0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61" name="Rectangle 9">
            <a:extLst>
              <a:ext uri="{FF2B5EF4-FFF2-40B4-BE49-F238E27FC236}">
                <a16:creationId xmlns:a16="http://schemas.microsoft.com/office/drawing/2014/main" id="{64F840DC-357F-FEE2-C38B-FC8EEDAA6D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62" name="Line 10">
            <a:extLst>
              <a:ext uri="{FF2B5EF4-FFF2-40B4-BE49-F238E27FC236}">
                <a16:creationId xmlns:a16="http://schemas.microsoft.com/office/drawing/2014/main" id="{03369802-59D2-2449-CC36-9F2B4F6DDE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63" name="Line 11">
            <a:extLst>
              <a:ext uri="{FF2B5EF4-FFF2-40B4-BE49-F238E27FC236}">
                <a16:creationId xmlns:a16="http://schemas.microsoft.com/office/drawing/2014/main" id="{9DC30F60-2756-2D39-6276-D806A14577C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64" name="Line 12">
            <a:extLst>
              <a:ext uri="{FF2B5EF4-FFF2-40B4-BE49-F238E27FC236}">
                <a16:creationId xmlns:a16="http://schemas.microsoft.com/office/drawing/2014/main" id="{C89F629F-5C6F-409A-614A-D0E2B6876A87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65" name="Line 13">
            <a:extLst>
              <a:ext uri="{FF2B5EF4-FFF2-40B4-BE49-F238E27FC236}">
                <a16:creationId xmlns:a16="http://schemas.microsoft.com/office/drawing/2014/main" id="{F295AAC2-130B-E9A2-5E7C-C30A47E3972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66" name="Line 14">
            <a:extLst>
              <a:ext uri="{FF2B5EF4-FFF2-40B4-BE49-F238E27FC236}">
                <a16:creationId xmlns:a16="http://schemas.microsoft.com/office/drawing/2014/main" id="{EC953484-381C-F7E2-2B3F-E19EDD94F6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67" name="AutoShape 15">
            <a:extLst>
              <a:ext uri="{FF2B5EF4-FFF2-40B4-BE49-F238E27FC236}">
                <a16:creationId xmlns:a16="http://schemas.microsoft.com/office/drawing/2014/main" id="{208E5F70-F889-BEA9-A635-CA9A1D1E3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99"/>
          </a:solidFill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rgbClr val="CC0000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23568" name="Rectangle 16">
            <a:extLst>
              <a:ext uri="{FF2B5EF4-FFF2-40B4-BE49-F238E27FC236}">
                <a16:creationId xmlns:a16="http://schemas.microsoft.com/office/drawing/2014/main" id="{56EAC0C8-12AD-09A9-4211-33BFF8177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23569" name="Rectangle 17">
            <a:extLst>
              <a:ext uri="{FF2B5EF4-FFF2-40B4-BE49-F238E27FC236}">
                <a16:creationId xmlns:a16="http://schemas.microsoft.com/office/drawing/2014/main" id="{6A10457B-6395-1588-3982-3786A2869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23570" name="AutoShape 18">
            <a:extLst>
              <a:ext uri="{FF2B5EF4-FFF2-40B4-BE49-F238E27FC236}">
                <a16:creationId xmlns:a16="http://schemas.microsoft.com/office/drawing/2014/main" id="{85C32441-BA22-031B-7266-0F6BE921A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23571" name="Rectangle 19">
            <a:extLst>
              <a:ext uri="{FF2B5EF4-FFF2-40B4-BE49-F238E27FC236}">
                <a16:creationId xmlns:a16="http://schemas.microsoft.com/office/drawing/2014/main" id="{4B91148E-C275-B394-4FBD-77C56AAED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23572" name="Rectangle 20">
            <a:extLst>
              <a:ext uri="{FF2B5EF4-FFF2-40B4-BE49-F238E27FC236}">
                <a16:creationId xmlns:a16="http://schemas.microsoft.com/office/drawing/2014/main" id="{BF798B03-7ED7-B057-FAC5-8ADDCAB7D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23573" name="Line 21">
            <a:extLst>
              <a:ext uri="{FF2B5EF4-FFF2-40B4-BE49-F238E27FC236}">
                <a16:creationId xmlns:a16="http://schemas.microsoft.com/office/drawing/2014/main" id="{AF21A373-3428-CD37-134B-6584E1DF986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4" name="Line 22">
            <a:extLst>
              <a:ext uri="{FF2B5EF4-FFF2-40B4-BE49-F238E27FC236}">
                <a16:creationId xmlns:a16="http://schemas.microsoft.com/office/drawing/2014/main" id="{F0AFF26E-1584-4AAE-8ADD-7670DBC5636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5" name="Line 23">
            <a:extLst>
              <a:ext uri="{FF2B5EF4-FFF2-40B4-BE49-F238E27FC236}">
                <a16:creationId xmlns:a16="http://schemas.microsoft.com/office/drawing/2014/main" id="{157CA9FF-2097-7AC8-BB1F-9DF974F08B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6" name="Line 24">
            <a:extLst>
              <a:ext uri="{FF2B5EF4-FFF2-40B4-BE49-F238E27FC236}">
                <a16:creationId xmlns:a16="http://schemas.microsoft.com/office/drawing/2014/main" id="{47BBFF52-FEC2-EE7A-1769-DF378305ED5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7" name="Line 25">
            <a:extLst>
              <a:ext uri="{FF2B5EF4-FFF2-40B4-BE49-F238E27FC236}">
                <a16:creationId xmlns:a16="http://schemas.microsoft.com/office/drawing/2014/main" id="{3556D652-AF0D-B243-1CAC-3A1A9844E6E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8" name="Line 26">
            <a:extLst>
              <a:ext uri="{FF2B5EF4-FFF2-40B4-BE49-F238E27FC236}">
                <a16:creationId xmlns:a16="http://schemas.microsoft.com/office/drawing/2014/main" id="{9B67E421-99B0-034E-E4CE-228D21C36A4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9" name="Line 27">
            <a:extLst>
              <a:ext uri="{FF2B5EF4-FFF2-40B4-BE49-F238E27FC236}">
                <a16:creationId xmlns:a16="http://schemas.microsoft.com/office/drawing/2014/main" id="{7A906569-7C50-4577-DA5F-5C8BE2B12FD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0" name="Line 28">
            <a:extLst>
              <a:ext uri="{FF2B5EF4-FFF2-40B4-BE49-F238E27FC236}">
                <a16:creationId xmlns:a16="http://schemas.microsoft.com/office/drawing/2014/main" id="{93B7BE0E-8666-3AAC-9E60-0D684D92A1B1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1" name="Line 29">
            <a:extLst>
              <a:ext uri="{FF2B5EF4-FFF2-40B4-BE49-F238E27FC236}">
                <a16:creationId xmlns:a16="http://schemas.microsoft.com/office/drawing/2014/main" id="{BE647F29-EAE0-2BB2-5A1D-C5D06CAC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2" name="Line 30">
            <a:extLst>
              <a:ext uri="{FF2B5EF4-FFF2-40B4-BE49-F238E27FC236}">
                <a16:creationId xmlns:a16="http://schemas.microsoft.com/office/drawing/2014/main" id="{06F8F1A9-EE49-8EAF-B934-4907B31ED68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3" name="Line 31">
            <a:extLst>
              <a:ext uri="{FF2B5EF4-FFF2-40B4-BE49-F238E27FC236}">
                <a16:creationId xmlns:a16="http://schemas.microsoft.com/office/drawing/2014/main" id="{A9666747-61C4-E50B-5A8F-CBBFE57DDF8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4" name="Rectangle 32">
            <a:extLst>
              <a:ext uri="{FF2B5EF4-FFF2-40B4-BE49-F238E27FC236}">
                <a16:creationId xmlns:a16="http://schemas.microsoft.com/office/drawing/2014/main" id="{12E15DC0-51C1-EB7E-0DEB-8B07FB6014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3585" name="Rectangle 33">
            <a:extLst>
              <a:ext uri="{FF2B5EF4-FFF2-40B4-BE49-F238E27FC236}">
                <a16:creationId xmlns:a16="http://schemas.microsoft.com/office/drawing/2014/main" id="{817B64BE-A490-3589-8B0D-5974020476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23586" name="Line 34">
            <a:extLst>
              <a:ext uri="{FF2B5EF4-FFF2-40B4-BE49-F238E27FC236}">
                <a16:creationId xmlns:a16="http://schemas.microsoft.com/office/drawing/2014/main" id="{271AAAB7-05B4-21DB-B2D0-618E05159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7" name="Line 35">
            <a:extLst>
              <a:ext uri="{FF2B5EF4-FFF2-40B4-BE49-F238E27FC236}">
                <a16:creationId xmlns:a16="http://schemas.microsoft.com/office/drawing/2014/main" id="{CA8C5673-6202-4983-05E2-C9147B86BE2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8" name="Line 36">
            <a:extLst>
              <a:ext uri="{FF2B5EF4-FFF2-40B4-BE49-F238E27FC236}">
                <a16:creationId xmlns:a16="http://schemas.microsoft.com/office/drawing/2014/main" id="{9E3C4778-D301-69BD-05FA-7B97280525F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9" name="Rectangle 37">
            <a:extLst>
              <a:ext uri="{FF2B5EF4-FFF2-40B4-BE49-F238E27FC236}">
                <a16:creationId xmlns:a16="http://schemas.microsoft.com/office/drawing/2014/main" id="{0C284D8E-3B74-B860-A67D-96BD12E8A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23590" name="Rectangle 38">
            <a:extLst>
              <a:ext uri="{FF2B5EF4-FFF2-40B4-BE49-F238E27FC236}">
                <a16:creationId xmlns:a16="http://schemas.microsoft.com/office/drawing/2014/main" id="{E4BD4953-04C8-9520-9EB0-2DDA06788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3591" name="Rectangle 39">
            <a:extLst>
              <a:ext uri="{FF2B5EF4-FFF2-40B4-BE49-F238E27FC236}">
                <a16:creationId xmlns:a16="http://schemas.microsoft.com/office/drawing/2014/main" id="{88913DB2-D527-917F-7D92-0E66B02FBC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23592" name="Rectangle 40">
            <a:extLst>
              <a:ext uri="{FF2B5EF4-FFF2-40B4-BE49-F238E27FC236}">
                <a16:creationId xmlns:a16="http://schemas.microsoft.com/office/drawing/2014/main" id="{6A9E4889-BCE2-4C84-1FFF-9287552F7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3593" name="Rectangle 41">
            <a:extLst>
              <a:ext uri="{FF2B5EF4-FFF2-40B4-BE49-F238E27FC236}">
                <a16:creationId xmlns:a16="http://schemas.microsoft.com/office/drawing/2014/main" id="{0BAC1A6D-8B8A-59AA-A2F0-D5DBAE96CE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3594" name="Rectangle 42">
            <a:extLst>
              <a:ext uri="{FF2B5EF4-FFF2-40B4-BE49-F238E27FC236}">
                <a16:creationId xmlns:a16="http://schemas.microsoft.com/office/drawing/2014/main" id="{5A4B1D27-4671-94D8-7771-C1CF5A084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3595" name="Rectangle 43">
            <a:extLst>
              <a:ext uri="{FF2B5EF4-FFF2-40B4-BE49-F238E27FC236}">
                <a16:creationId xmlns:a16="http://schemas.microsoft.com/office/drawing/2014/main" id="{2A34CC30-D53D-465A-0E0B-35B3BF5DB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3596" name="Rectangle 44">
            <a:extLst>
              <a:ext uri="{FF2B5EF4-FFF2-40B4-BE49-F238E27FC236}">
                <a16:creationId xmlns:a16="http://schemas.microsoft.com/office/drawing/2014/main" id="{6C6C308A-107C-A556-EF43-1EF868FB7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597" name="Rectangle 45">
            <a:extLst>
              <a:ext uri="{FF2B5EF4-FFF2-40B4-BE49-F238E27FC236}">
                <a16:creationId xmlns:a16="http://schemas.microsoft.com/office/drawing/2014/main" id="{A220FD71-8B2F-783C-8D6B-537BACDA5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598" name="Rectangle 46">
            <a:extLst>
              <a:ext uri="{FF2B5EF4-FFF2-40B4-BE49-F238E27FC236}">
                <a16:creationId xmlns:a16="http://schemas.microsoft.com/office/drawing/2014/main" id="{DF07B232-E2F8-C0FE-5FBC-9A9538972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97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599" name="Line 47">
            <a:extLst>
              <a:ext uri="{FF2B5EF4-FFF2-40B4-BE49-F238E27FC236}">
                <a16:creationId xmlns:a16="http://schemas.microsoft.com/office/drawing/2014/main" id="{AE99687C-BABA-5D53-6543-D3C4FAD4C74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>
            <a:extLst>
              <a:ext uri="{FF2B5EF4-FFF2-40B4-BE49-F238E27FC236}">
                <a16:creationId xmlns:a16="http://schemas.microsoft.com/office/drawing/2014/main" id="{2115A1C2-EBAB-444C-D7FA-1603582DDC5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>
            <a:extLst>
              <a:ext uri="{FF2B5EF4-FFF2-40B4-BE49-F238E27FC236}">
                <a16:creationId xmlns:a16="http://schemas.microsoft.com/office/drawing/2014/main" id="{37C53836-ADBC-7E00-668B-2DD811D02DD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DFE50BC1-6CB1-F030-ED95-EACE3CF9AF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17475"/>
            <a:ext cx="3205163" cy="107632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PERFORM IterationCount </a:t>
            </a:r>
          </a:p>
          <a:p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VARYING Idx1 FROM 1 BY 3 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Idx1 EQUAL TO 7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AFTER   Idx2 FROM 6 BY -1</a:t>
            </a:r>
            <a:b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>
                <a:solidFill>
                  <a:schemeClr val="tx1"/>
                </a:solidFill>
                <a:latin typeface="Courier New" panose="02070309020205020404" pitchFamily="49" charset="0"/>
              </a:rPr>
              <a:t>        UNTIL   Idx2 LESS THAN 5</a:t>
            </a:r>
          </a:p>
        </p:txBody>
      </p:sp>
      <p:sp>
        <p:nvSpPr>
          <p:cNvPr id="24579" name="Freeform 3">
            <a:extLst>
              <a:ext uri="{FF2B5EF4-FFF2-40B4-BE49-F238E27FC236}">
                <a16:creationId xmlns:a16="http://schemas.microsoft.com/office/drawing/2014/main" id="{73059312-F714-F2FC-6E61-EE417D4BD763}"/>
              </a:ext>
            </a:extLst>
          </p:cNvPr>
          <p:cNvSpPr>
            <a:spLocks/>
          </p:cNvSpPr>
          <p:nvPr/>
        </p:nvSpPr>
        <p:spPr bwMode="auto">
          <a:xfrm>
            <a:off x="77788" y="109538"/>
            <a:ext cx="2979737" cy="85725"/>
          </a:xfrm>
          <a:custGeom>
            <a:avLst/>
            <a:gdLst>
              <a:gd name="T0" fmla="*/ 1870 w 1877"/>
              <a:gd name="T1" fmla="*/ 2 h 54"/>
              <a:gd name="T2" fmla="*/ 1822 w 1877"/>
              <a:gd name="T3" fmla="*/ 18 h 54"/>
              <a:gd name="T4" fmla="*/ 1784 w 1877"/>
              <a:gd name="T5" fmla="*/ 18 h 54"/>
              <a:gd name="T6" fmla="*/ 1751 w 1877"/>
              <a:gd name="T7" fmla="*/ 33 h 54"/>
              <a:gd name="T8" fmla="*/ 1711 w 1877"/>
              <a:gd name="T9" fmla="*/ 22 h 54"/>
              <a:gd name="T10" fmla="*/ 1670 w 1877"/>
              <a:gd name="T11" fmla="*/ 15 h 54"/>
              <a:gd name="T12" fmla="*/ 1632 w 1877"/>
              <a:gd name="T13" fmla="*/ 9 h 54"/>
              <a:gd name="T14" fmla="*/ 1594 w 1877"/>
              <a:gd name="T15" fmla="*/ 20 h 54"/>
              <a:gd name="T16" fmla="*/ 1561 w 1877"/>
              <a:gd name="T17" fmla="*/ 30 h 54"/>
              <a:gd name="T18" fmla="*/ 1523 w 1877"/>
              <a:gd name="T19" fmla="*/ 40 h 54"/>
              <a:gd name="T20" fmla="*/ 1483 w 1877"/>
              <a:gd name="T21" fmla="*/ 31 h 54"/>
              <a:gd name="T22" fmla="*/ 1445 w 1877"/>
              <a:gd name="T23" fmla="*/ 23 h 54"/>
              <a:gd name="T24" fmla="*/ 1402 w 1877"/>
              <a:gd name="T25" fmla="*/ 18 h 54"/>
              <a:gd name="T26" fmla="*/ 1364 w 1877"/>
              <a:gd name="T27" fmla="*/ 15 h 54"/>
              <a:gd name="T28" fmla="*/ 1323 w 1877"/>
              <a:gd name="T29" fmla="*/ 14 h 54"/>
              <a:gd name="T30" fmla="*/ 1288 w 1877"/>
              <a:gd name="T31" fmla="*/ 18 h 54"/>
              <a:gd name="T32" fmla="*/ 1250 w 1877"/>
              <a:gd name="T33" fmla="*/ 30 h 54"/>
              <a:gd name="T34" fmla="*/ 1212 w 1877"/>
              <a:gd name="T35" fmla="*/ 23 h 54"/>
              <a:gd name="T36" fmla="*/ 1174 w 1877"/>
              <a:gd name="T37" fmla="*/ 14 h 54"/>
              <a:gd name="T38" fmla="*/ 1133 w 1877"/>
              <a:gd name="T39" fmla="*/ 9 h 54"/>
              <a:gd name="T40" fmla="*/ 1095 w 1877"/>
              <a:gd name="T41" fmla="*/ 7 h 54"/>
              <a:gd name="T42" fmla="*/ 1057 w 1877"/>
              <a:gd name="T43" fmla="*/ 23 h 54"/>
              <a:gd name="T44" fmla="*/ 1019 w 1877"/>
              <a:gd name="T45" fmla="*/ 30 h 54"/>
              <a:gd name="T46" fmla="*/ 976 w 1877"/>
              <a:gd name="T47" fmla="*/ 35 h 54"/>
              <a:gd name="T48" fmla="*/ 938 w 1877"/>
              <a:gd name="T49" fmla="*/ 36 h 54"/>
              <a:gd name="T50" fmla="*/ 898 w 1877"/>
              <a:gd name="T51" fmla="*/ 20 h 54"/>
              <a:gd name="T52" fmla="*/ 857 w 1877"/>
              <a:gd name="T53" fmla="*/ 12 h 54"/>
              <a:gd name="T54" fmla="*/ 817 w 1877"/>
              <a:gd name="T55" fmla="*/ 22 h 54"/>
              <a:gd name="T56" fmla="*/ 776 w 1877"/>
              <a:gd name="T57" fmla="*/ 31 h 54"/>
              <a:gd name="T58" fmla="*/ 738 w 1877"/>
              <a:gd name="T59" fmla="*/ 18 h 54"/>
              <a:gd name="T60" fmla="*/ 700 w 1877"/>
              <a:gd name="T61" fmla="*/ 5 h 54"/>
              <a:gd name="T62" fmla="*/ 662 w 1877"/>
              <a:gd name="T63" fmla="*/ 7 h 54"/>
              <a:gd name="T64" fmla="*/ 624 w 1877"/>
              <a:gd name="T65" fmla="*/ 9 h 54"/>
              <a:gd name="T66" fmla="*/ 586 w 1877"/>
              <a:gd name="T67" fmla="*/ 10 h 54"/>
              <a:gd name="T68" fmla="*/ 548 w 1877"/>
              <a:gd name="T69" fmla="*/ 20 h 54"/>
              <a:gd name="T70" fmla="*/ 508 w 1877"/>
              <a:gd name="T71" fmla="*/ 31 h 54"/>
              <a:gd name="T72" fmla="*/ 470 w 1877"/>
              <a:gd name="T73" fmla="*/ 31 h 54"/>
              <a:gd name="T74" fmla="*/ 427 w 1877"/>
              <a:gd name="T75" fmla="*/ 22 h 54"/>
              <a:gd name="T76" fmla="*/ 391 w 1877"/>
              <a:gd name="T77" fmla="*/ 15 h 54"/>
              <a:gd name="T78" fmla="*/ 396 w 1877"/>
              <a:gd name="T79" fmla="*/ 33 h 54"/>
              <a:gd name="T80" fmla="*/ 412 w 1877"/>
              <a:gd name="T81" fmla="*/ 49 h 54"/>
              <a:gd name="T82" fmla="*/ 374 w 1877"/>
              <a:gd name="T83" fmla="*/ 30 h 54"/>
              <a:gd name="T84" fmla="*/ 333 w 1877"/>
              <a:gd name="T85" fmla="*/ 18 h 54"/>
              <a:gd name="T86" fmla="*/ 295 w 1877"/>
              <a:gd name="T87" fmla="*/ 17 h 54"/>
              <a:gd name="T88" fmla="*/ 254 w 1877"/>
              <a:gd name="T89" fmla="*/ 18 h 54"/>
              <a:gd name="T90" fmla="*/ 211 w 1877"/>
              <a:gd name="T91" fmla="*/ 22 h 54"/>
              <a:gd name="T92" fmla="*/ 186 w 1877"/>
              <a:gd name="T93" fmla="*/ 40 h 54"/>
              <a:gd name="T94" fmla="*/ 148 w 1877"/>
              <a:gd name="T95" fmla="*/ 43 h 54"/>
              <a:gd name="T96" fmla="*/ 110 w 1877"/>
              <a:gd name="T97" fmla="*/ 36 h 54"/>
              <a:gd name="T98" fmla="*/ 72 w 1877"/>
              <a:gd name="T99" fmla="*/ 28 h 54"/>
              <a:gd name="T100" fmla="*/ 34 w 1877"/>
              <a:gd name="T101" fmla="*/ 17 h 54"/>
              <a:gd name="T102" fmla="*/ 1 w 1877"/>
              <a:gd name="T103" fmla="*/ 1 h 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877" h="54">
                <a:moveTo>
                  <a:pt x="1876" y="1"/>
                </a:moveTo>
                <a:lnTo>
                  <a:pt x="1876" y="0"/>
                </a:lnTo>
                <a:lnTo>
                  <a:pt x="1876" y="1"/>
                </a:lnTo>
                <a:lnTo>
                  <a:pt x="1875" y="2"/>
                </a:lnTo>
                <a:lnTo>
                  <a:pt x="1870" y="2"/>
                </a:lnTo>
                <a:lnTo>
                  <a:pt x="1855" y="7"/>
                </a:lnTo>
                <a:lnTo>
                  <a:pt x="1845" y="12"/>
                </a:lnTo>
                <a:lnTo>
                  <a:pt x="1838" y="17"/>
                </a:lnTo>
                <a:lnTo>
                  <a:pt x="1830" y="17"/>
                </a:lnTo>
                <a:lnTo>
                  <a:pt x="1822" y="18"/>
                </a:lnTo>
                <a:lnTo>
                  <a:pt x="1815" y="18"/>
                </a:lnTo>
                <a:lnTo>
                  <a:pt x="1807" y="18"/>
                </a:lnTo>
                <a:lnTo>
                  <a:pt x="1800" y="18"/>
                </a:lnTo>
                <a:lnTo>
                  <a:pt x="1792" y="18"/>
                </a:lnTo>
                <a:lnTo>
                  <a:pt x="1784" y="18"/>
                </a:lnTo>
                <a:lnTo>
                  <a:pt x="1777" y="22"/>
                </a:lnTo>
                <a:lnTo>
                  <a:pt x="1772" y="27"/>
                </a:lnTo>
                <a:lnTo>
                  <a:pt x="1767" y="31"/>
                </a:lnTo>
                <a:lnTo>
                  <a:pt x="1759" y="33"/>
                </a:lnTo>
                <a:lnTo>
                  <a:pt x="1751" y="33"/>
                </a:lnTo>
                <a:lnTo>
                  <a:pt x="1744" y="30"/>
                </a:lnTo>
                <a:lnTo>
                  <a:pt x="1734" y="27"/>
                </a:lnTo>
                <a:lnTo>
                  <a:pt x="1726" y="27"/>
                </a:lnTo>
                <a:lnTo>
                  <a:pt x="1718" y="25"/>
                </a:lnTo>
                <a:lnTo>
                  <a:pt x="1711" y="22"/>
                </a:lnTo>
                <a:lnTo>
                  <a:pt x="1703" y="20"/>
                </a:lnTo>
                <a:lnTo>
                  <a:pt x="1693" y="20"/>
                </a:lnTo>
                <a:lnTo>
                  <a:pt x="1686" y="18"/>
                </a:lnTo>
                <a:lnTo>
                  <a:pt x="1678" y="17"/>
                </a:lnTo>
                <a:lnTo>
                  <a:pt x="1670" y="15"/>
                </a:lnTo>
                <a:lnTo>
                  <a:pt x="1663" y="15"/>
                </a:lnTo>
                <a:lnTo>
                  <a:pt x="1655" y="14"/>
                </a:lnTo>
                <a:lnTo>
                  <a:pt x="1648" y="12"/>
                </a:lnTo>
                <a:lnTo>
                  <a:pt x="1640" y="10"/>
                </a:lnTo>
                <a:lnTo>
                  <a:pt x="1632" y="9"/>
                </a:lnTo>
                <a:lnTo>
                  <a:pt x="1630" y="14"/>
                </a:lnTo>
                <a:lnTo>
                  <a:pt x="1620" y="15"/>
                </a:lnTo>
                <a:lnTo>
                  <a:pt x="1610" y="15"/>
                </a:lnTo>
                <a:lnTo>
                  <a:pt x="1602" y="17"/>
                </a:lnTo>
                <a:lnTo>
                  <a:pt x="1594" y="20"/>
                </a:lnTo>
                <a:lnTo>
                  <a:pt x="1592" y="25"/>
                </a:lnTo>
                <a:lnTo>
                  <a:pt x="1584" y="27"/>
                </a:lnTo>
                <a:lnTo>
                  <a:pt x="1577" y="27"/>
                </a:lnTo>
                <a:lnTo>
                  <a:pt x="1569" y="27"/>
                </a:lnTo>
                <a:lnTo>
                  <a:pt x="1561" y="30"/>
                </a:lnTo>
                <a:lnTo>
                  <a:pt x="1554" y="31"/>
                </a:lnTo>
                <a:lnTo>
                  <a:pt x="1546" y="33"/>
                </a:lnTo>
                <a:lnTo>
                  <a:pt x="1539" y="35"/>
                </a:lnTo>
                <a:lnTo>
                  <a:pt x="1531" y="38"/>
                </a:lnTo>
                <a:lnTo>
                  <a:pt x="1523" y="40"/>
                </a:lnTo>
                <a:lnTo>
                  <a:pt x="1516" y="40"/>
                </a:lnTo>
                <a:lnTo>
                  <a:pt x="1508" y="38"/>
                </a:lnTo>
                <a:lnTo>
                  <a:pt x="1501" y="35"/>
                </a:lnTo>
                <a:lnTo>
                  <a:pt x="1491" y="33"/>
                </a:lnTo>
                <a:lnTo>
                  <a:pt x="1483" y="31"/>
                </a:lnTo>
                <a:lnTo>
                  <a:pt x="1475" y="30"/>
                </a:lnTo>
                <a:lnTo>
                  <a:pt x="1468" y="28"/>
                </a:lnTo>
                <a:lnTo>
                  <a:pt x="1460" y="28"/>
                </a:lnTo>
                <a:lnTo>
                  <a:pt x="1453" y="25"/>
                </a:lnTo>
                <a:lnTo>
                  <a:pt x="1445" y="23"/>
                </a:lnTo>
                <a:lnTo>
                  <a:pt x="1437" y="23"/>
                </a:lnTo>
                <a:lnTo>
                  <a:pt x="1430" y="22"/>
                </a:lnTo>
                <a:lnTo>
                  <a:pt x="1422" y="22"/>
                </a:lnTo>
                <a:lnTo>
                  <a:pt x="1412" y="20"/>
                </a:lnTo>
                <a:lnTo>
                  <a:pt x="1402" y="18"/>
                </a:lnTo>
                <a:lnTo>
                  <a:pt x="1394" y="17"/>
                </a:lnTo>
                <a:lnTo>
                  <a:pt x="1387" y="15"/>
                </a:lnTo>
                <a:lnTo>
                  <a:pt x="1379" y="15"/>
                </a:lnTo>
                <a:lnTo>
                  <a:pt x="1371" y="15"/>
                </a:lnTo>
                <a:lnTo>
                  <a:pt x="1364" y="15"/>
                </a:lnTo>
                <a:lnTo>
                  <a:pt x="1356" y="15"/>
                </a:lnTo>
                <a:lnTo>
                  <a:pt x="1349" y="15"/>
                </a:lnTo>
                <a:lnTo>
                  <a:pt x="1341" y="15"/>
                </a:lnTo>
                <a:lnTo>
                  <a:pt x="1331" y="15"/>
                </a:lnTo>
                <a:lnTo>
                  <a:pt x="1323" y="14"/>
                </a:lnTo>
                <a:lnTo>
                  <a:pt x="1316" y="10"/>
                </a:lnTo>
                <a:lnTo>
                  <a:pt x="1308" y="10"/>
                </a:lnTo>
                <a:lnTo>
                  <a:pt x="1301" y="10"/>
                </a:lnTo>
                <a:lnTo>
                  <a:pt x="1295" y="15"/>
                </a:lnTo>
                <a:lnTo>
                  <a:pt x="1288" y="18"/>
                </a:lnTo>
                <a:lnTo>
                  <a:pt x="1280" y="20"/>
                </a:lnTo>
                <a:lnTo>
                  <a:pt x="1273" y="25"/>
                </a:lnTo>
                <a:lnTo>
                  <a:pt x="1265" y="27"/>
                </a:lnTo>
                <a:lnTo>
                  <a:pt x="1257" y="28"/>
                </a:lnTo>
                <a:lnTo>
                  <a:pt x="1250" y="30"/>
                </a:lnTo>
                <a:lnTo>
                  <a:pt x="1242" y="30"/>
                </a:lnTo>
                <a:lnTo>
                  <a:pt x="1235" y="28"/>
                </a:lnTo>
                <a:lnTo>
                  <a:pt x="1227" y="25"/>
                </a:lnTo>
                <a:lnTo>
                  <a:pt x="1219" y="23"/>
                </a:lnTo>
                <a:lnTo>
                  <a:pt x="1212" y="23"/>
                </a:lnTo>
                <a:lnTo>
                  <a:pt x="1204" y="22"/>
                </a:lnTo>
                <a:lnTo>
                  <a:pt x="1197" y="20"/>
                </a:lnTo>
                <a:lnTo>
                  <a:pt x="1189" y="17"/>
                </a:lnTo>
                <a:lnTo>
                  <a:pt x="1181" y="17"/>
                </a:lnTo>
                <a:lnTo>
                  <a:pt x="1174" y="14"/>
                </a:lnTo>
                <a:lnTo>
                  <a:pt x="1166" y="12"/>
                </a:lnTo>
                <a:lnTo>
                  <a:pt x="1159" y="12"/>
                </a:lnTo>
                <a:lnTo>
                  <a:pt x="1151" y="10"/>
                </a:lnTo>
                <a:lnTo>
                  <a:pt x="1144" y="10"/>
                </a:lnTo>
                <a:lnTo>
                  <a:pt x="1133" y="9"/>
                </a:lnTo>
                <a:lnTo>
                  <a:pt x="1126" y="7"/>
                </a:lnTo>
                <a:lnTo>
                  <a:pt x="1118" y="7"/>
                </a:lnTo>
                <a:lnTo>
                  <a:pt x="1111" y="7"/>
                </a:lnTo>
                <a:lnTo>
                  <a:pt x="1103" y="7"/>
                </a:lnTo>
                <a:lnTo>
                  <a:pt x="1095" y="7"/>
                </a:lnTo>
                <a:lnTo>
                  <a:pt x="1088" y="9"/>
                </a:lnTo>
                <a:lnTo>
                  <a:pt x="1080" y="12"/>
                </a:lnTo>
                <a:lnTo>
                  <a:pt x="1073" y="17"/>
                </a:lnTo>
                <a:lnTo>
                  <a:pt x="1065" y="20"/>
                </a:lnTo>
                <a:lnTo>
                  <a:pt x="1057" y="23"/>
                </a:lnTo>
                <a:lnTo>
                  <a:pt x="1050" y="27"/>
                </a:lnTo>
                <a:lnTo>
                  <a:pt x="1042" y="28"/>
                </a:lnTo>
                <a:lnTo>
                  <a:pt x="1035" y="28"/>
                </a:lnTo>
                <a:lnTo>
                  <a:pt x="1027" y="28"/>
                </a:lnTo>
                <a:lnTo>
                  <a:pt x="1019" y="30"/>
                </a:lnTo>
                <a:lnTo>
                  <a:pt x="1009" y="30"/>
                </a:lnTo>
                <a:lnTo>
                  <a:pt x="1002" y="31"/>
                </a:lnTo>
                <a:lnTo>
                  <a:pt x="992" y="33"/>
                </a:lnTo>
                <a:lnTo>
                  <a:pt x="984" y="35"/>
                </a:lnTo>
                <a:lnTo>
                  <a:pt x="976" y="35"/>
                </a:lnTo>
                <a:lnTo>
                  <a:pt x="969" y="36"/>
                </a:lnTo>
                <a:lnTo>
                  <a:pt x="961" y="36"/>
                </a:lnTo>
                <a:lnTo>
                  <a:pt x="954" y="36"/>
                </a:lnTo>
                <a:lnTo>
                  <a:pt x="946" y="36"/>
                </a:lnTo>
                <a:lnTo>
                  <a:pt x="938" y="36"/>
                </a:lnTo>
                <a:lnTo>
                  <a:pt x="931" y="35"/>
                </a:lnTo>
                <a:lnTo>
                  <a:pt x="926" y="30"/>
                </a:lnTo>
                <a:lnTo>
                  <a:pt x="916" y="25"/>
                </a:lnTo>
                <a:lnTo>
                  <a:pt x="908" y="23"/>
                </a:lnTo>
                <a:lnTo>
                  <a:pt x="898" y="20"/>
                </a:lnTo>
                <a:lnTo>
                  <a:pt x="890" y="17"/>
                </a:lnTo>
                <a:lnTo>
                  <a:pt x="880" y="17"/>
                </a:lnTo>
                <a:lnTo>
                  <a:pt x="872" y="15"/>
                </a:lnTo>
                <a:lnTo>
                  <a:pt x="865" y="12"/>
                </a:lnTo>
                <a:lnTo>
                  <a:pt x="857" y="12"/>
                </a:lnTo>
                <a:lnTo>
                  <a:pt x="850" y="10"/>
                </a:lnTo>
                <a:lnTo>
                  <a:pt x="840" y="14"/>
                </a:lnTo>
                <a:lnTo>
                  <a:pt x="832" y="17"/>
                </a:lnTo>
                <a:lnTo>
                  <a:pt x="824" y="20"/>
                </a:lnTo>
                <a:lnTo>
                  <a:pt x="817" y="22"/>
                </a:lnTo>
                <a:lnTo>
                  <a:pt x="809" y="23"/>
                </a:lnTo>
                <a:lnTo>
                  <a:pt x="799" y="27"/>
                </a:lnTo>
                <a:lnTo>
                  <a:pt x="791" y="28"/>
                </a:lnTo>
                <a:lnTo>
                  <a:pt x="784" y="31"/>
                </a:lnTo>
                <a:lnTo>
                  <a:pt x="776" y="31"/>
                </a:lnTo>
                <a:lnTo>
                  <a:pt x="769" y="31"/>
                </a:lnTo>
                <a:lnTo>
                  <a:pt x="759" y="30"/>
                </a:lnTo>
                <a:lnTo>
                  <a:pt x="753" y="25"/>
                </a:lnTo>
                <a:lnTo>
                  <a:pt x="746" y="22"/>
                </a:lnTo>
                <a:lnTo>
                  <a:pt x="738" y="18"/>
                </a:lnTo>
                <a:lnTo>
                  <a:pt x="731" y="14"/>
                </a:lnTo>
                <a:lnTo>
                  <a:pt x="723" y="10"/>
                </a:lnTo>
                <a:lnTo>
                  <a:pt x="715" y="7"/>
                </a:lnTo>
                <a:lnTo>
                  <a:pt x="708" y="5"/>
                </a:lnTo>
                <a:lnTo>
                  <a:pt x="700" y="5"/>
                </a:lnTo>
                <a:lnTo>
                  <a:pt x="693" y="5"/>
                </a:lnTo>
                <a:lnTo>
                  <a:pt x="685" y="7"/>
                </a:lnTo>
                <a:lnTo>
                  <a:pt x="677" y="7"/>
                </a:lnTo>
                <a:lnTo>
                  <a:pt x="670" y="7"/>
                </a:lnTo>
                <a:lnTo>
                  <a:pt x="662" y="7"/>
                </a:lnTo>
                <a:lnTo>
                  <a:pt x="655" y="7"/>
                </a:lnTo>
                <a:lnTo>
                  <a:pt x="647" y="9"/>
                </a:lnTo>
                <a:lnTo>
                  <a:pt x="639" y="9"/>
                </a:lnTo>
                <a:lnTo>
                  <a:pt x="632" y="9"/>
                </a:lnTo>
                <a:lnTo>
                  <a:pt x="624" y="9"/>
                </a:lnTo>
                <a:lnTo>
                  <a:pt x="617" y="10"/>
                </a:lnTo>
                <a:lnTo>
                  <a:pt x="609" y="10"/>
                </a:lnTo>
                <a:lnTo>
                  <a:pt x="601" y="10"/>
                </a:lnTo>
                <a:lnTo>
                  <a:pt x="594" y="10"/>
                </a:lnTo>
                <a:lnTo>
                  <a:pt x="586" y="10"/>
                </a:lnTo>
                <a:lnTo>
                  <a:pt x="579" y="10"/>
                </a:lnTo>
                <a:lnTo>
                  <a:pt x="571" y="12"/>
                </a:lnTo>
                <a:lnTo>
                  <a:pt x="563" y="15"/>
                </a:lnTo>
                <a:lnTo>
                  <a:pt x="556" y="17"/>
                </a:lnTo>
                <a:lnTo>
                  <a:pt x="548" y="20"/>
                </a:lnTo>
                <a:lnTo>
                  <a:pt x="541" y="22"/>
                </a:lnTo>
                <a:lnTo>
                  <a:pt x="533" y="27"/>
                </a:lnTo>
                <a:lnTo>
                  <a:pt x="525" y="28"/>
                </a:lnTo>
                <a:lnTo>
                  <a:pt x="518" y="30"/>
                </a:lnTo>
                <a:lnTo>
                  <a:pt x="508" y="31"/>
                </a:lnTo>
                <a:lnTo>
                  <a:pt x="500" y="33"/>
                </a:lnTo>
                <a:lnTo>
                  <a:pt x="493" y="35"/>
                </a:lnTo>
                <a:lnTo>
                  <a:pt x="485" y="35"/>
                </a:lnTo>
                <a:lnTo>
                  <a:pt x="477" y="35"/>
                </a:lnTo>
                <a:lnTo>
                  <a:pt x="470" y="31"/>
                </a:lnTo>
                <a:lnTo>
                  <a:pt x="462" y="28"/>
                </a:lnTo>
                <a:lnTo>
                  <a:pt x="455" y="27"/>
                </a:lnTo>
                <a:lnTo>
                  <a:pt x="447" y="23"/>
                </a:lnTo>
                <a:lnTo>
                  <a:pt x="437" y="23"/>
                </a:lnTo>
                <a:lnTo>
                  <a:pt x="427" y="22"/>
                </a:lnTo>
                <a:lnTo>
                  <a:pt x="424" y="17"/>
                </a:lnTo>
                <a:lnTo>
                  <a:pt x="417" y="15"/>
                </a:lnTo>
                <a:lnTo>
                  <a:pt x="409" y="15"/>
                </a:lnTo>
                <a:lnTo>
                  <a:pt x="399" y="15"/>
                </a:lnTo>
                <a:lnTo>
                  <a:pt x="391" y="15"/>
                </a:lnTo>
                <a:lnTo>
                  <a:pt x="384" y="15"/>
                </a:lnTo>
                <a:lnTo>
                  <a:pt x="384" y="20"/>
                </a:lnTo>
                <a:lnTo>
                  <a:pt x="384" y="25"/>
                </a:lnTo>
                <a:lnTo>
                  <a:pt x="391" y="28"/>
                </a:lnTo>
                <a:lnTo>
                  <a:pt x="396" y="33"/>
                </a:lnTo>
                <a:lnTo>
                  <a:pt x="404" y="38"/>
                </a:lnTo>
                <a:lnTo>
                  <a:pt x="409" y="43"/>
                </a:lnTo>
                <a:lnTo>
                  <a:pt x="414" y="48"/>
                </a:lnTo>
                <a:lnTo>
                  <a:pt x="419" y="53"/>
                </a:lnTo>
                <a:lnTo>
                  <a:pt x="412" y="49"/>
                </a:lnTo>
                <a:lnTo>
                  <a:pt x="404" y="44"/>
                </a:lnTo>
                <a:lnTo>
                  <a:pt x="396" y="41"/>
                </a:lnTo>
                <a:lnTo>
                  <a:pt x="389" y="38"/>
                </a:lnTo>
                <a:lnTo>
                  <a:pt x="381" y="35"/>
                </a:lnTo>
                <a:lnTo>
                  <a:pt x="374" y="30"/>
                </a:lnTo>
                <a:lnTo>
                  <a:pt x="366" y="25"/>
                </a:lnTo>
                <a:lnTo>
                  <a:pt x="358" y="22"/>
                </a:lnTo>
                <a:lnTo>
                  <a:pt x="351" y="20"/>
                </a:lnTo>
                <a:lnTo>
                  <a:pt x="341" y="18"/>
                </a:lnTo>
                <a:lnTo>
                  <a:pt x="333" y="18"/>
                </a:lnTo>
                <a:lnTo>
                  <a:pt x="325" y="18"/>
                </a:lnTo>
                <a:lnTo>
                  <a:pt x="318" y="18"/>
                </a:lnTo>
                <a:lnTo>
                  <a:pt x="310" y="17"/>
                </a:lnTo>
                <a:lnTo>
                  <a:pt x="303" y="17"/>
                </a:lnTo>
                <a:lnTo>
                  <a:pt x="295" y="17"/>
                </a:lnTo>
                <a:lnTo>
                  <a:pt x="287" y="17"/>
                </a:lnTo>
                <a:lnTo>
                  <a:pt x="277" y="17"/>
                </a:lnTo>
                <a:lnTo>
                  <a:pt x="270" y="17"/>
                </a:lnTo>
                <a:lnTo>
                  <a:pt x="262" y="18"/>
                </a:lnTo>
                <a:lnTo>
                  <a:pt x="254" y="18"/>
                </a:lnTo>
                <a:lnTo>
                  <a:pt x="244" y="18"/>
                </a:lnTo>
                <a:lnTo>
                  <a:pt x="234" y="18"/>
                </a:lnTo>
                <a:lnTo>
                  <a:pt x="227" y="18"/>
                </a:lnTo>
                <a:lnTo>
                  <a:pt x="219" y="18"/>
                </a:lnTo>
                <a:lnTo>
                  <a:pt x="211" y="22"/>
                </a:lnTo>
                <a:lnTo>
                  <a:pt x="204" y="23"/>
                </a:lnTo>
                <a:lnTo>
                  <a:pt x="201" y="28"/>
                </a:lnTo>
                <a:lnTo>
                  <a:pt x="201" y="33"/>
                </a:lnTo>
                <a:lnTo>
                  <a:pt x="194" y="38"/>
                </a:lnTo>
                <a:lnTo>
                  <a:pt x="186" y="40"/>
                </a:lnTo>
                <a:lnTo>
                  <a:pt x="178" y="40"/>
                </a:lnTo>
                <a:lnTo>
                  <a:pt x="171" y="40"/>
                </a:lnTo>
                <a:lnTo>
                  <a:pt x="163" y="40"/>
                </a:lnTo>
                <a:lnTo>
                  <a:pt x="156" y="41"/>
                </a:lnTo>
                <a:lnTo>
                  <a:pt x="148" y="43"/>
                </a:lnTo>
                <a:lnTo>
                  <a:pt x="138" y="43"/>
                </a:lnTo>
                <a:lnTo>
                  <a:pt x="130" y="43"/>
                </a:lnTo>
                <a:lnTo>
                  <a:pt x="123" y="43"/>
                </a:lnTo>
                <a:lnTo>
                  <a:pt x="115" y="41"/>
                </a:lnTo>
                <a:lnTo>
                  <a:pt x="110" y="36"/>
                </a:lnTo>
                <a:lnTo>
                  <a:pt x="103" y="35"/>
                </a:lnTo>
                <a:lnTo>
                  <a:pt x="95" y="31"/>
                </a:lnTo>
                <a:lnTo>
                  <a:pt x="87" y="30"/>
                </a:lnTo>
                <a:lnTo>
                  <a:pt x="80" y="28"/>
                </a:lnTo>
                <a:lnTo>
                  <a:pt x="72" y="28"/>
                </a:lnTo>
                <a:lnTo>
                  <a:pt x="65" y="27"/>
                </a:lnTo>
                <a:lnTo>
                  <a:pt x="57" y="23"/>
                </a:lnTo>
                <a:lnTo>
                  <a:pt x="49" y="22"/>
                </a:lnTo>
                <a:lnTo>
                  <a:pt x="42" y="18"/>
                </a:lnTo>
                <a:lnTo>
                  <a:pt x="34" y="17"/>
                </a:lnTo>
                <a:lnTo>
                  <a:pt x="27" y="15"/>
                </a:lnTo>
                <a:lnTo>
                  <a:pt x="19" y="12"/>
                </a:lnTo>
                <a:lnTo>
                  <a:pt x="11" y="10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1" y="3"/>
                </a:lnTo>
                <a:lnTo>
                  <a:pt x="1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0" name="Freeform 4">
            <a:extLst>
              <a:ext uri="{FF2B5EF4-FFF2-40B4-BE49-F238E27FC236}">
                <a16:creationId xmlns:a16="http://schemas.microsoft.com/office/drawing/2014/main" id="{820F5546-403C-5A78-81D8-67E773DEF43E}"/>
              </a:ext>
            </a:extLst>
          </p:cNvPr>
          <p:cNvSpPr>
            <a:spLocks/>
          </p:cNvSpPr>
          <p:nvPr/>
        </p:nvSpPr>
        <p:spPr bwMode="auto">
          <a:xfrm>
            <a:off x="88900" y="1081088"/>
            <a:ext cx="3213100" cy="134937"/>
          </a:xfrm>
          <a:custGeom>
            <a:avLst/>
            <a:gdLst>
              <a:gd name="T0" fmla="*/ 0 w 2024"/>
              <a:gd name="T1" fmla="*/ 84 h 85"/>
              <a:gd name="T2" fmla="*/ 44 w 2024"/>
              <a:gd name="T3" fmla="*/ 58 h 85"/>
              <a:gd name="T4" fmla="*/ 84 w 2024"/>
              <a:gd name="T5" fmla="*/ 33 h 85"/>
              <a:gd name="T6" fmla="*/ 117 w 2024"/>
              <a:gd name="T7" fmla="*/ 24 h 85"/>
              <a:gd name="T8" fmla="*/ 150 w 2024"/>
              <a:gd name="T9" fmla="*/ 29 h 85"/>
              <a:gd name="T10" fmla="*/ 182 w 2024"/>
              <a:gd name="T11" fmla="*/ 45 h 85"/>
              <a:gd name="T12" fmla="*/ 215 w 2024"/>
              <a:gd name="T13" fmla="*/ 58 h 85"/>
              <a:gd name="T14" fmla="*/ 251 w 2024"/>
              <a:gd name="T15" fmla="*/ 33 h 85"/>
              <a:gd name="T16" fmla="*/ 284 w 2024"/>
              <a:gd name="T17" fmla="*/ 24 h 85"/>
              <a:gd name="T18" fmla="*/ 317 w 2024"/>
              <a:gd name="T19" fmla="*/ 41 h 85"/>
              <a:gd name="T20" fmla="*/ 350 w 2024"/>
              <a:gd name="T21" fmla="*/ 62 h 85"/>
              <a:gd name="T22" fmla="*/ 382 w 2024"/>
              <a:gd name="T23" fmla="*/ 41 h 85"/>
              <a:gd name="T24" fmla="*/ 419 w 2024"/>
              <a:gd name="T25" fmla="*/ 29 h 85"/>
              <a:gd name="T26" fmla="*/ 451 w 2024"/>
              <a:gd name="T27" fmla="*/ 24 h 85"/>
              <a:gd name="T28" fmla="*/ 488 w 2024"/>
              <a:gd name="T29" fmla="*/ 16 h 85"/>
              <a:gd name="T30" fmla="*/ 528 w 2024"/>
              <a:gd name="T31" fmla="*/ 24 h 85"/>
              <a:gd name="T32" fmla="*/ 557 w 2024"/>
              <a:gd name="T33" fmla="*/ 53 h 85"/>
              <a:gd name="T34" fmla="*/ 593 w 2024"/>
              <a:gd name="T35" fmla="*/ 41 h 85"/>
              <a:gd name="T36" fmla="*/ 633 w 2024"/>
              <a:gd name="T37" fmla="*/ 33 h 85"/>
              <a:gd name="T38" fmla="*/ 670 w 2024"/>
              <a:gd name="T39" fmla="*/ 20 h 85"/>
              <a:gd name="T40" fmla="*/ 702 w 2024"/>
              <a:gd name="T41" fmla="*/ 20 h 85"/>
              <a:gd name="T42" fmla="*/ 735 w 2024"/>
              <a:gd name="T43" fmla="*/ 45 h 85"/>
              <a:gd name="T44" fmla="*/ 768 w 2024"/>
              <a:gd name="T45" fmla="*/ 53 h 85"/>
              <a:gd name="T46" fmla="*/ 801 w 2024"/>
              <a:gd name="T47" fmla="*/ 45 h 85"/>
              <a:gd name="T48" fmla="*/ 837 w 2024"/>
              <a:gd name="T49" fmla="*/ 37 h 85"/>
              <a:gd name="T50" fmla="*/ 870 w 2024"/>
              <a:gd name="T51" fmla="*/ 37 h 85"/>
              <a:gd name="T52" fmla="*/ 906 w 2024"/>
              <a:gd name="T53" fmla="*/ 33 h 85"/>
              <a:gd name="T54" fmla="*/ 939 w 2024"/>
              <a:gd name="T55" fmla="*/ 16 h 85"/>
              <a:gd name="T56" fmla="*/ 979 w 2024"/>
              <a:gd name="T57" fmla="*/ 16 h 85"/>
              <a:gd name="T58" fmla="*/ 1011 w 2024"/>
              <a:gd name="T59" fmla="*/ 41 h 85"/>
              <a:gd name="T60" fmla="*/ 1044 w 2024"/>
              <a:gd name="T61" fmla="*/ 49 h 85"/>
              <a:gd name="T62" fmla="*/ 1081 w 2024"/>
              <a:gd name="T63" fmla="*/ 33 h 85"/>
              <a:gd name="T64" fmla="*/ 1121 w 2024"/>
              <a:gd name="T65" fmla="*/ 12 h 85"/>
              <a:gd name="T66" fmla="*/ 1157 w 2024"/>
              <a:gd name="T67" fmla="*/ 8 h 85"/>
              <a:gd name="T68" fmla="*/ 1186 w 2024"/>
              <a:gd name="T69" fmla="*/ 16 h 85"/>
              <a:gd name="T70" fmla="*/ 1219 w 2024"/>
              <a:gd name="T71" fmla="*/ 45 h 85"/>
              <a:gd name="T72" fmla="*/ 1251 w 2024"/>
              <a:gd name="T73" fmla="*/ 58 h 85"/>
              <a:gd name="T74" fmla="*/ 1284 w 2024"/>
              <a:gd name="T75" fmla="*/ 33 h 85"/>
              <a:gd name="T76" fmla="*/ 1321 w 2024"/>
              <a:gd name="T77" fmla="*/ 20 h 85"/>
              <a:gd name="T78" fmla="*/ 1353 w 2024"/>
              <a:gd name="T79" fmla="*/ 16 h 85"/>
              <a:gd name="T80" fmla="*/ 1390 w 2024"/>
              <a:gd name="T81" fmla="*/ 12 h 85"/>
              <a:gd name="T82" fmla="*/ 1433 w 2024"/>
              <a:gd name="T83" fmla="*/ 41 h 85"/>
              <a:gd name="T84" fmla="*/ 1466 w 2024"/>
              <a:gd name="T85" fmla="*/ 62 h 85"/>
              <a:gd name="T86" fmla="*/ 1502 w 2024"/>
              <a:gd name="T87" fmla="*/ 49 h 85"/>
              <a:gd name="T88" fmla="*/ 1535 w 2024"/>
              <a:gd name="T89" fmla="*/ 29 h 85"/>
              <a:gd name="T90" fmla="*/ 1572 w 2024"/>
              <a:gd name="T91" fmla="*/ 16 h 85"/>
              <a:gd name="T92" fmla="*/ 1604 w 2024"/>
              <a:gd name="T93" fmla="*/ 8 h 85"/>
              <a:gd name="T94" fmla="*/ 1644 w 2024"/>
              <a:gd name="T95" fmla="*/ 29 h 85"/>
              <a:gd name="T96" fmla="*/ 1677 w 2024"/>
              <a:gd name="T97" fmla="*/ 41 h 85"/>
              <a:gd name="T98" fmla="*/ 1710 w 2024"/>
              <a:gd name="T99" fmla="*/ 29 h 85"/>
              <a:gd name="T100" fmla="*/ 1742 w 2024"/>
              <a:gd name="T101" fmla="*/ 8 h 85"/>
              <a:gd name="T102" fmla="*/ 1779 w 2024"/>
              <a:gd name="T103" fmla="*/ 0 h 85"/>
              <a:gd name="T104" fmla="*/ 1819 w 2024"/>
              <a:gd name="T105" fmla="*/ 8 h 85"/>
              <a:gd name="T106" fmla="*/ 1852 w 2024"/>
              <a:gd name="T107" fmla="*/ 24 h 85"/>
              <a:gd name="T108" fmla="*/ 1888 w 2024"/>
              <a:gd name="T109" fmla="*/ 37 h 85"/>
              <a:gd name="T110" fmla="*/ 1917 w 2024"/>
              <a:gd name="T111" fmla="*/ 16 h 85"/>
              <a:gd name="T112" fmla="*/ 1953 w 2024"/>
              <a:gd name="T113" fmla="*/ 37 h 85"/>
              <a:gd name="T114" fmla="*/ 1982 w 2024"/>
              <a:gd name="T115" fmla="*/ 58 h 85"/>
              <a:gd name="T116" fmla="*/ 2015 w 2024"/>
              <a:gd name="T117" fmla="*/ 70 h 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024" h="85">
                <a:moveTo>
                  <a:pt x="0" y="80"/>
                </a:moveTo>
                <a:lnTo>
                  <a:pt x="0" y="74"/>
                </a:lnTo>
                <a:lnTo>
                  <a:pt x="0" y="84"/>
                </a:lnTo>
                <a:lnTo>
                  <a:pt x="22" y="49"/>
                </a:lnTo>
                <a:lnTo>
                  <a:pt x="33" y="49"/>
                </a:lnTo>
                <a:lnTo>
                  <a:pt x="44" y="58"/>
                </a:lnTo>
                <a:lnTo>
                  <a:pt x="59" y="49"/>
                </a:lnTo>
                <a:lnTo>
                  <a:pt x="73" y="37"/>
                </a:lnTo>
                <a:lnTo>
                  <a:pt x="84" y="33"/>
                </a:lnTo>
                <a:lnTo>
                  <a:pt x="95" y="33"/>
                </a:lnTo>
                <a:lnTo>
                  <a:pt x="106" y="29"/>
                </a:lnTo>
                <a:lnTo>
                  <a:pt x="117" y="24"/>
                </a:lnTo>
                <a:lnTo>
                  <a:pt x="128" y="24"/>
                </a:lnTo>
                <a:lnTo>
                  <a:pt x="139" y="29"/>
                </a:lnTo>
                <a:lnTo>
                  <a:pt x="150" y="29"/>
                </a:lnTo>
                <a:lnTo>
                  <a:pt x="160" y="33"/>
                </a:lnTo>
                <a:lnTo>
                  <a:pt x="171" y="41"/>
                </a:lnTo>
                <a:lnTo>
                  <a:pt x="182" y="45"/>
                </a:lnTo>
                <a:lnTo>
                  <a:pt x="193" y="49"/>
                </a:lnTo>
                <a:lnTo>
                  <a:pt x="204" y="53"/>
                </a:lnTo>
                <a:lnTo>
                  <a:pt x="215" y="58"/>
                </a:lnTo>
                <a:lnTo>
                  <a:pt x="230" y="53"/>
                </a:lnTo>
                <a:lnTo>
                  <a:pt x="244" y="45"/>
                </a:lnTo>
                <a:lnTo>
                  <a:pt x="251" y="33"/>
                </a:lnTo>
                <a:lnTo>
                  <a:pt x="262" y="33"/>
                </a:lnTo>
                <a:lnTo>
                  <a:pt x="273" y="29"/>
                </a:lnTo>
                <a:lnTo>
                  <a:pt x="284" y="24"/>
                </a:lnTo>
                <a:lnTo>
                  <a:pt x="295" y="20"/>
                </a:lnTo>
                <a:lnTo>
                  <a:pt x="306" y="33"/>
                </a:lnTo>
                <a:lnTo>
                  <a:pt x="317" y="41"/>
                </a:lnTo>
                <a:lnTo>
                  <a:pt x="328" y="53"/>
                </a:lnTo>
                <a:lnTo>
                  <a:pt x="339" y="62"/>
                </a:lnTo>
                <a:lnTo>
                  <a:pt x="350" y="62"/>
                </a:lnTo>
                <a:lnTo>
                  <a:pt x="360" y="53"/>
                </a:lnTo>
                <a:lnTo>
                  <a:pt x="371" y="49"/>
                </a:lnTo>
                <a:lnTo>
                  <a:pt x="382" y="41"/>
                </a:lnTo>
                <a:lnTo>
                  <a:pt x="393" y="37"/>
                </a:lnTo>
                <a:lnTo>
                  <a:pt x="404" y="33"/>
                </a:lnTo>
                <a:lnTo>
                  <a:pt x="419" y="29"/>
                </a:lnTo>
                <a:lnTo>
                  <a:pt x="430" y="29"/>
                </a:lnTo>
                <a:lnTo>
                  <a:pt x="440" y="24"/>
                </a:lnTo>
                <a:lnTo>
                  <a:pt x="451" y="24"/>
                </a:lnTo>
                <a:lnTo>
                  <a:pt x="462" y="24"/>
                </a:lnTo>
                <a:lnTo>
                  <a:pt x="473" y="20"/>
                </a:lnTo>
                <a:lnTo>
                  <a:pt x="488" y="16"/>
                </a:lnTo>
                <a:lnTo>
                  <a:pt x="502" y="16"/>
                </a:lnTo>
                <a:lnTo>
                  <a:pt x="517" y="12"/>
                </a:lnTo>
                <a:lnTo>
                  <a:pt x="528" y="24"/>
                </a:lnTo>
                <a:lnTo>
                  <a:pt x="535" y="37"/>
                </a:lnTo>
                <a:lnTo>
                  <a:pt x="542" y="49"/>
                </a:lnTo>
                <a:lnTo>
                  <a:pt x="557" y="53"/>
                </a:lnTo>
                <a:lnTo>
                  <a:pt x="568" y="49"/>
                </a:lnTo>
                <a:lnTo>
                  <a:pt x="582" y="45"/>
                </a:lnTo>
                <a:lnTo>
                  <a:pt x="593" y="41"/>
                </a:lnTo>
                <a:lnTo>
                  <a:pt x="608" y="37"/>
                </a:lnTo>
                <a:lnTo>
                  <a:pt x="622" y="37"/>
                </a:lnTo>
                <a:lnTo>
                  <a:pt x="633" y="33"/>
                </a:lnTo>
                <a:lnTo>
                  <a:pt x="644" y="29"/>
                </a:lnTo>
                <a:lnTo>
                  <a:pt x="659" y="24"/>
                </a:lnTo>
                <a:lnTo>
                  <a:pt x="670" y="20"/>
                </a:lnTo>
                <a:lnTo>
                  <a:pt x="681" y="16"/>
                </a:lnTo>
                <a:lnTo>
                  <a:pt x="691" y="12"/>
                </a:lnTo>
                <a:lnTo>
                  <a:pt x="702" y="20"/>
                </a:lnTo>
                <a:lnTo>
                  <a:pt x="713" y="29"/>
                </a:lnTo>
                <a:lnTo>
                  <a:pt x="724" y="37"/>
                </a:lnTo>
                <a:lnTo>
                  <a:pt x="735" y="45"/>
                </a:lnTo>
                <a:lnTo>
                  <a:pt x="746" y="53"/>
                </a:lnTo>
                <a:lnTo>
                  <a:pt x="757" y="53"/>
                </a:lnTo>
                <a:lnTo>
                  <a:pt x="768" y="53"/>
                </a:lnTo>
                <a:lnTo>
                  <a:pt x="779" y="49"/>
                </a:lnTo>
                <a:lnTo>
                  <a:pt x="790" y="45"/>
                </a:lnTo>
                <a:lnTo>
                  <a:pt x="801" y="45"/>
                </a:lnTo>
                <a:lnTo>
                  <a:pt x="811" y="41"/>
                </a:lnTo>
                <a:lnTo>
                  <a:pt x="826" y="41"/>
                </a:lnTo>
                <a:lnTo>
                  <a:pt x="837" y="37"/>
                </a:lnTo>
                <a:lnTo>
                  <a:pt x="848" y="37"/>
                </a:lnTo>
                <a:lnTo>
                  <a:pt x="859" y="37"/>
                </a:lnTo>
                <a:lnTo>
                  <a:pt x="870" y="37"/>
                </a:lnTo>
                <a:lnTo>
                  <a:pt x="881" y="37"/>
                </a:lnTo>
                <a:lnTo>
                  <a:pt x="891" y="37"/>
                </a:lnTo>
                <a:lnTo>
                  <a:pt x="906" y="33"/>
                </a:lnTo>
                <a:lnTo>
                  <a:pt x="917" y="29"/>
                </a:lnTo>
                <a:lnTo>
                  <a:pt x="928" y="20"/>
                </a:lnTo>
                <a:lnTo>
                  <a:pt x="939" y="16"/>
                </a:lnTo>
                <a:lnTo>
                  <a:pt x="950" y="12"/>
                </a:lnTo>
                <a:lnTo>
                  <a:pt x="964" y="8"/>
                </a:lnTo>
                <a:lnTo>
                  <a:pt x="979" y="16"/>
                </a:lnTo>
                <a:lnTo>
                  <a:pt x="990" y="29"/>
                </a:lnTo>
                <a:lnTo>
                  <a:pt x="1001" y="37"/>
                </a:lnTo>
                <a:lnTo>
                  <a:pt x="1011" y="41"/>
                </a:lnTo>
                <a:lnTo>
                  <a:pt x="1022" y="49"/>
                </a:lnTo>
                <a:lnTo>
                  <a:pt x="1033" y="49"/>
                </a:lnTo>
                <a:lnTo>
                  <a:pt x="1044" y="49"/>
                </a:lnTo>
                <a:lnTo>
                  <a:pt x="1059" y="45"/>
                </a:lnTo>
                <a:lnTo>
                  <a:pt x="1070" y="41"/>
                </a:lnTo>
                <a:lnTo>
                  <a:pt x="1081" y="33"/>
                </a:lnTo>
                <a:lnTo>
                  <a:pt x="1095" y="24"/>
                </a:lnTo>
                <a:lnTo>
                  <a:pt x="1106" y="20"/>
                </a:lnTo>
                <a:lnTo>
                  <a:pt x="1121" y="12"/>
                </a:lnTo>
                <a:lnTo>
                  <a:pt x="1131" y="12"/>
                </a:lnTo>
                <a:lnTo>
                  <a:pt x="1142" y="12"/>
                </a:lnTo>
                <a:lnTo>
                  <a:pt x="1157" y="8"/>
                </a:lnTo>
                <a:lnTo>
                  <a:pt x="1168" y="4"/>
                </a:lnTo>
                <a:lnTo>
                  <a:pt x="1179" y="4"/>
                </a:lnTo>
                <a:lnTo>
                  <a:pt x="1186" y="16"/>
                </a:lnTo>
                <a:lnTo>
                  <a:pt x="1197" y="24"/>
                </a:lnTo>
                <a:lnTo>
                  <a:pt x="1208" y="33"/>
                </a:lnTo>
                <a:lnTo>
                  <a:pt x="1219" y="45"/>
                </a:lnTo>
                <a:lnTo>
                  <a:pt x="1230" y="53"/>
                </a:lnTo>
                <a:lnTo>
                  <a:pt x="1241" y="58"/>
                </a:lnTo>
                <a:lnTo>
                  <a:pt x="1251" y="58"/>
                </a:lnTo>
                <a:lnTo>
                  <a:pt x="1262" y="49"/>
                </a:lnTo>
                <a:lnTo>
                  <a:pt x="1273" y="41"/>
                </a:lnTo>
                <a:lnTo>
                  <a:pt x="1284" y="33"/>
                </a:lnTo>
                <a:lnTo>
                  <a:pt x="1295" y="29"/>
                </a:lnTo>
                <a:lnTo>
                  <a:pt x="1306" y="24"/>
                </a:lnTo>
                <a:lnTo>
                  <a:pt x="1321" y="20"/>
                </a:lnTo>
                <a:lnTo>
                  <a:pt x="1331" y="20"/>
                </a:lnTo>
                <a:lnTo>
                  <a:pt x="1342" y="20"/>
                </a:lnTo>
                <a:lnTo>
                  <a:pt x="1353" y="16"/>
                </a:lnTo>
                <a:lnTo>
                  <a:pt x="1364" y="16"/>
                </a:lnTo>
                <a:lnTo>
                  <a:pt x="1375" y="8"/>
                </a:lnTo>
                <a:lnTo>
                  <a:pt x="1390" y="12"/>
                </a:lnTo>
                <a:lnTo>
                  <a:pt x="1408" y="24"/>
                </a:lnTo>
                <a:lnTo>
                  <a:pt x="1419" y="29"/>
                </a:lnTo>
                <a:lnTo>
                  <a:pt x="1433" y="41"/>
                </a:lnTo>
                <a:lnTo>
                  <a:pt x="1444" y="45"/>
                </a:lnTo>
                <a:lnTo>
                  <a:pt x="1455" y="53"/>
                </a:lnTo>
                <a:lnTo>
                  <a:pt x="1466" y="62"/>
                </a:lnTo>
                <a:lnTo>
                  <a:pt x="1477" y="62"/>
                </a:lnTo>
                <a:lnTo>
                  <a:pt x="1488" y="58"/>
                </a:lnTo>
                <a:lnTo>
                  <a:pt x="1502" y="49"/>
                </a:lnTo>
                <a:lnTo>
                  <a:pt x="1513" y="37"/>
                </a:lnTo>
                <a:lnTo>
                  <a:pt x="1524" y="33"/>
                </a:lnTo>
                <a:lnTo>
                  <a:pt x="1535" y="29"/>
                </a:lnTo>
                <a:lnTo>
                  <a:pt x="1546" y="24"/>
                </a:lnTo>
                <a:lnTo>
                  <a:pt x="1561" y="20"/>
                </a:lnTo>
                <a:lnTo>
                  <a:pt x="1572" y="16"/>
                </a:lnTo>
                <a:lnTo>
                  <a:pt x="1582" y="12"/>
                </a:lnTo>
                <a:lnTo>
                  <a:pt x="1593" y="8"/>
                </a:lnTo>
                <a:lnTo>
                  <a:pt x="1604" y="8"/>
                </a:lnTo>
                <a:lnTo>
                  <a:pt x="1615" y="12"/>
                </a:lnTo>
                <a:lnTo>
                  <a:pt x="1633" y="20"/>
                </a:lnTo>
                <a:lnTo>
                  <a:pt x="1644" y="29"/>
                </a:lnTo>
                <a:lnTo>
                  <a:pt x="1655" y="33"/>
                </a:lnTo>
                <a:lnTo>
                  <a:pt x="1666" y="37"/>
                </a:lnTo>
                <a:lnTo>
                  <a:pt x="1677" y="41"/>
                </a:lnTo>
                <a:lnTo>
                  <a:pt x="1688" y="41"/>
                </a:lnTo>
                <a:lnTo>
                  <a:pt x="1699" y="33"/>
                </a:lnTo>
                <a:lnTo>
                  <a:pt x="1710" y="29"/>
                </a:lnTo>
                <a:lnTo>
                  <a:pt x="1721" y="20"/>
                </a:lnTo>
                <a:lnTo>
                  <a:pt x="1732" y="12"/>
                </a:lnTo>
                <a:lnTo>
                  <a:pt x="1742" y="8"/>
                </a:lnTo>
                <a:lnTo>
                  <a:pt x="1757" y="4"/>
                </a:lnTo>
                <a:lnTo>
                  <a:pt x="1768" y="0"/>
                </a:lnTo>
                <a:lnTo>
                  <a:pt x="1779" y="0"/>
                </a:lnTo>
                <a:lnTo>
                  <a:pt x="1793" y="0"/>
                </a:lnTo>
                <a:lnTo>
                  <a:pt x="1804" y="4"/>
                </a:lnTo>
                <a:lnTo>
                  <a:pt x="1819" y="8"/>
                </a:lnTo>
                <a:lnTo>
                  <a:pt x="1830" y="12"/>
                </a:lnTo>
                <a:lnTo>
                  <a:pt x="1841" y="20"/>
                </a:lnTo>
                <a:lnTo>
                  <a:pt x="1852" y="24"/>
                </a:lnTo>
                <a:lnTo>
                  <a:pt x="1866" y="29"/>
                </a:lnTo>
                <a:lnTo>
                  <a:pt x="1877" y="37"/>
                </a:lnTo>
                <a:lnTo>
                  <a:pt x="1888" y="37"/>
                </a:lnTo>
                <a:lnTo>
                  <a:pt x="1895" y="24"/>
                </a:lnTo>
                <a:lnTo>
                  <a:pt x="1906" y="16"/>
                </a:lnTo>
                <a:lnTo>
                  <a:pt x="1917" y="16"/>
                </a:lnTo>
                <a:lnTo>
                  <a:pt x="1928" y="20"/>
                </a:lnTo>
                <a:lnTo>
                  <a:pt x="1942" y="29"/>
                </a:lnTo>
                <a:lnTo>
                  <a:pt x="1953" y="37"/>
                </a:lnTo>
                <a:lnTo>
                  <a:pt x="1964" y="41"/>
                </a:lnTo>
                <a:lnTo>
                  <a:pt x="1972" y="53"/>
                </a:lnTo>
                <a:lnTo>
                  <a:pt x="1982" y="58"/>
                </a:lnTo>
                <a:lnTo>
                  <a:pt x="1993" y="62"/>
                </a:lnTo>
                <a:lnTo>
                  <a:pt x="2004" y="70"/>
                </a:lnTo>
                <a:lnTo>
                  <a:pt x="2015" y="70"/>
                </a:lnTo>
                <a:lnTo>
                  <a:pt x="2023" y="78"/>
                </a:lnTo>
                <a:lnTo>
                  <a:pt x="2018" y="76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1" name="Rectangle 5">
            <a:extLst>
              <a:ext uri="{FF2B5EF4-FFF2-40B4-BE49-F238E27FC236}">
                <a16:creationId xmlns:a16="http://schemas.microsoft.com/office/drawing/2014/main" id="{A9CF4F95-4DB6-F4DF-8285-68498EF909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147888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4582" name="Rectangle 6">
            <a:extLst>
              <a:ext uri="{FF2B5EF4-FFF2-40B4-BE49-F238E27FC236}">
                <a16:creationId xmlns:a16="http://schemas.microsoft.com/office/drawing/2014/main" id="{DA5CE6A8-4E4C-21DC-3D0E-24D41CD73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25717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4583" name="Rectangle 7">
            <a:extLst>
              <a:ext uri="{FF2B5EF4-FFF2-40B4-BE49-F238E27FC236}">
                <a16:creationId xmlns:a16="http://schemas.microsoft.com/office/drawing/2014/main" id="{303F9B3A-DBDB-568C-185B-E9E13D289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925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4584" name="Rectangle 8">
            <a:extLst>
              <a:ext uri="{FF2B5EF4-FFF2-40B4-BE49-F238E27FC236}">
                <a16:creationId xmlns:a16="http://schemas.microsoft.com/office/drawing/2014/main" id="{22B5DC07-2272-21D2-A4E6-53DE3C9761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2503488"/>
            <a:ext cx="1073150" cy="1804987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5" name="Rectangle 9">
            <a:extLst>
              <a:ext uri="{FF2B5EF4-FFF2-40B4-BE49-F238E27FC236}">
                <a16:creationId xmlns:a16="http://schemas.microsoft.com/office/drawing/2014/main" id="{BE72DE42-E439-A103-D198-B8302FA64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" y="2720975"/>
            <a:ext cx="1158875" cy="174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6" name="Line 10">
            <a:extLst>
              <a:ext uri="{FF2B5EF4-FFF2-40B4-BE49-F238E27FC236}">
                <a16:creationId xmlns:a16="http://schemas.microsoft.com/office/drawing/2014/main" id="{69B6D4B4-1D6C-E900-06DA-74E08871F2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257300"/>
            <a:ext cx="0" cy="1028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>
            <a:extLst>
              <a:ext uri="{FF2B5EF4-FFF2-40B4-BE49-F238E27FC236}">
                <a16:creationId xmlns:a16="http://schemas.microsoft.com/office/drawing/2014/main" id="{0337F432-AB9E-12AB-C9E4-6D765AA97A2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225800"/>
            <a:ext cx="0" cy="1682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Line 12">
            <a:extLst>
              <a:ext uri="{FF2B5EF4-FFF2-40B4-BE49-F238E27FC236}">
                <a16:creationId xmlns:a16="http://schemas.microsoft.com/office/drawing/2014/main" id="{B3E9D848-ACDA-A64B-1CF3-359A16FC7AF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2650" y="2324100"/>
            <a:ext cx="3333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9" name="Line 13">
            <a:extLst>
              <a:ext uri="{FF2B5EF4-FFF2-40B4-BE49-F238E27FC236}">
                <a16:creationId xmlns:a16="http://schemas.microsoft.com/office/drawing/2014/main" id="{CE706363-351E-3001-0DFF-E554BC31C65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8725" y="4471988"/>
            <a:ext cx="49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0" name="Line 14">
            <a:extLst>
              <a:ext uri="{FF2B5EF4-FFF2-40B4-BE49-F238E27FC236}">
                <a16:creationId xmlns:a16="http://schemas.microsoft.com/office/drawing/2014/main" id="{C293FF77-BFD3-571C-867F-4E95AB6F566F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938" y="33226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>
            <a:extLst>
              <a:ext uri="{FF2B5EF4-FFF2-40B4-BE49-F238E27FC236}">
                <a16:creationId xmlns:a16="http://schemas.microsoft.com/office/drawing/2014/main" id="{9FD356C7-240D-0A8A-09D4-A3A0FA0D589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3895725"/>
            <a:ext cx="0" cy="936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AutoShape 16">
            <a:extLst>
              <a:ext uri="{FF2B5EF4-FFF2-40B4-BE49-F238E27FC236}">
                <a16:creationId xmlns:a16="http://schemas.microsoft.com/office/drawing/2014/main" id="{C044DF7E-CA1E-AB10-C4E4-5C74C2421F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0447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 = 7</a:t>
            </a:r>
          </a:p>
        </p:txBody>
      </p:sp>
      <p:sp>
        <p:nvSpPr>
          <p:cNvPr id="24593" name="Rectangle 17">
            <a:extLst>
              <a:ext uri="{FF2B5EF4-FFF2-40B4-BE49-F238E27FC236}">
                <a16:creationId xmlns:a16="http://schemas.microsoft.com/office/drawing/2014/main" id="{5B87B452-247C-F2DD-8736-D37D620679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6675" y="1528763"/>
            <a:ext cx="925513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1 to Idx1</a:t>
            </a:r>
          </a:p>
          <a:p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toIdx2</a:t>
            </a:r>
          </a:p>
        </p:txBody>
      </p:sp>
      <p:sp>
        <p:nvSpPr>
          <p:cNvPr id="24594" name="Rectangle 18">
            <a:extLst>
              <a:ext uri="{FF2B5EF4-FFF2-40B4-BE49-F238E27FC236}">
                <a16:creationId xmlns:a16="http://schemas.microsoft.com/office/drawing/2014/main" id="{D59B1CEC-9177-29B0-96EB-65EF4516B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6500" y="2081213"/>
            <a:ext cx="933450" cy="469900"/>
          </a:xfrm>
          <a:prstGeom prst="rect">
            <a:avLst/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200">
                <a:solidFill>
                  <a:srgbClr val="CC0000"/>
                </a:solidFill>
                <a:latin typeface="Arial" panose="020B0604020202020204" pitchFamily="34" charset="0"/>
              </a:rPr>
              <a:t>Next </a:t>
            </a:r>
          </a:p>
          <a:p>
            <a:pPr algn="ctr"/>
            <a:r>
              <a:rPr lang="en-US" altLang="en-US" sz="1200">
                <a:solidFill>
                  <a:srgbClr val="CC0000"/>
                </a:solidFill>
                <a:latin typeface="Arial" panose="020B0604020202020204" pitchFamily="34" charset="0"/>
              </a:rPr>
              <a:t>Statement</a:t>
            </a:r>
          </a:p>
        </p:txBody>
      </p:sp>
      <p:sp>
        <p:nvSpPr>
          <p:cNvPr id="24595" name="AutoShape 19">
            <a:extLst>
              <a:ext uri="{FF2B5EF4-FFF2-40B4-BE49-F238E27FC236}">
                <a16:creationId xmlns:a16="http://schemas.microsoft.com/office/drawing/2014/main" id="{3DAE96B9-2CBF-555D-62FD-8769744613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0975" y="2882900"/>
            <a:ext cx="717550" cy="547688"/>
          </a:xfrm>
          <a:prstGeom prst="diamond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 &lt; 5</a:t>
            </a:r>
          </a:p>
        </p:txBody>
      </p:sp>
      <p:sp>
        <p:nvSpPr>
          <p:cNvPr id="24596" name="Rectangle 20">
            <a:extLst>
              <a:ext uri="{FF2B5EF4-FFF2-40B4-BE49-F238E27FC236}">
                <a16:creationId xmlns:a16="http://schemas.microsoft.com/office/drawing/2014/main" id="{05FBADAA-CF15-3EBD-BC53-FD4476F5A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563" y="3609975"/>
            <a:ext cx="714375" cy="203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Loop Body</a:t>
            </a:r>
          </a:p>
        </p:txBody>
      </p:sp>
      <p:sp>
        <p:nvSpPr>
          <p:cNvPr id="24597" name="Rectangle 21">
            <a:extLst>
              <a:ext uri="{FF2B5EF4-FFF2-40B4-BE49-F238E27FC236}">
                <a16:creationId xmlns:a16="http://schemas.microsoft.com/office/drawing/2014/main" id="{4B9E6E78-8BEA-D3F5-2271-86CA3D016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4117975"/>
            <a:ext cx="573087" cy="20320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rgbClr val="000000"/>
                </a:solidFill>
                <a:latin typeface="Arial" panose="020B0604020202020204" pitchFamily="34" charset="0"/>
              </a:rPr>
              <a:t>Dec Idx2</a:t>
            </a:r>
          </a:p>
        </p:txBody>
      </p:sp>
      <p:sp>
        <p:nvSpPr>
          <p:cNvPr id="24598" name="Line 22">
            <a:extLst>
              <a:ext uri="{FF2B5EF4-FFF2-40B4-BE49-F238E27FC236}">
                <a16:creationId xmlns:a16="http://schemas.microsoft.com/office/drawing/2014/main" id="{1CBDAD80-A3A0-B1B6-066A-870E8F8A431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4325" y="1962150"/>
            <a:ext cx="14954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>
            <a:extLst>
              <a:ext uri="{FF2B5EF4-FFF2-40B4-BE49-F238E27FC236}">
                <a16:creationId xmlns:a16="http://schemas.microsoft.com/office/drawing/2014/main" id="{36478203-09C8-93D6-1B6D-4C67C7E7C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1962150"/>
            <a:ext cx="0" cy="2647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0" name="Line 24">
            <a:extLst>
              <a:ext uri="{FF2B5EF4-FFF2-40B4-BE49-F238E27FC236}">
                <a16:creationId xmlns:a16="http://schemas.microsoft.com/office/drawing/2014/main" id="{A5CAE6F4-3B94-2BE7-A017-429B09B823D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4610100"/>
            <a:ext cx="2524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1" name="Line 25">
            <a:extLst>
              <a:ext uri="{FF2B5EF4-FFF2-40B4-BE49-F238E27FC236}">
                <a16:creationId xmlns:a16="http://schemas.microsoft.com/office/drawing/2014/main" id="{9AAA5C5A-9607-70E2-E6F8-BAE0E940AE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8450" y="3162300"/>
            <a:ext cx="0" cy="1447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2" name="Line 26">
            <a:extLst>
              <a:ext uri="{FF2B5EF4-FFF2-40B4-BE49-F238E27FC236}">
                <a16:creationId xmlns:a16="http://schemas.microsoft.com/office/drawing/2014/main" id="{586722E4-CA3E-71A9-C22B-B5FA13321B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700" y="3162300"/>
            <a:ext cx="6667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3" name="Line 27">
            <a:extLst>
              <a:ext uri="{FF2B5EF4-FFF2-40B4-BE49-F238E27FC236}">
                <a16:creationId xmlns:a16="http://schemas.microsoft.com/office/drawing/2014/main" id="{556484D3-E755-8FCB-FC19-F43F519970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52500" y="1958975"/>
            <a:ext cx="2381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4" name="Line 28">
            <a:extLst>
              <a:ext uri="{FF2B5EF4-FFF2-40B4-BE49-F238E27FC236}">
                <a16:creationId xmlns:a16="http://schemas.microsoft.com/office/drawing/2014/main" id="{0086E777-C644-A792-F91B-5AB0C481C14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325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5" name="Line 29">
            <a:extLst>
              <a:ext uri="{FF2B5EF4-FFF2-40B4-BE49-F238E27FC236}">
                <a16:creationId xmlns:a16="http://schemas.microsoft.com/office/drawing/2014/main" id="{22DDFBD0-1282-7D40-A298-F5EC71F94EA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50" y="4605338"/>
            <a:ext cx="76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6" name="Line 30">
            <a:extLst>
              <a:ext uri="{FF2B5EF4-FFF2-40B4-BE49-F238E27FC236}">
                <a16:creationId xmlns:a16="http://schemas.microsoft.com/office/drawing/2014/main" id="{23524353-61CA-6979-38C4-E852860E175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2581275"/>
            <a:ext cx="0" cy="312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7" name="Line 31">
            <a:extLst>
              <a:ext uri="{FF2B5EF4-FFF2-40B4-BE49-F238E27FC236}">
                <a16:creationId xmlns:a16="http://schemas.microsoft.com/office/drawing/2014/main" id="{68695732-885C-94C9-5E77-CF75F18FF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4191000"/>
            <a:ext cx="0" cy="873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8" name="Line 32">
            <a:extLst>
              <a:ext uri="{FF2B5EF4-FFF2-40B4-BE49-F238E27FC236}">
                <a16:creationId xmlns:a16="http://schemas.microsoft.com/office/drawing/2014/main" id="{4034CBF1-FBBA-3158-3675-4362D163A87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8450" y="3305175"/>
            <a:ext cx="0" cy="1031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9" name="Rectangle 33">
            <a:extLst>
              <a:ext uri="{FF2B5EF4-FFF2-40B4-BE49-F238E27FC236}">
                <a16:creationId xmlns:a16="http://schemas.microsoft.com/office/drawing/2014/main" id="{3B2556DD-3666-EC7A-DDFF-D7D10C8D7D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9263" y="2374900"/>
            <a:ext cx="254000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4610" name="Rectangle 34">
            <a:extLst>
              <a:ext uri="{FF2B5EF4-FFF2-40B4-BE49-F238E27FC236}">
                <a16:creationId xmlns:a16="http://schemas.microsoft.com/office/drawing/2014/main" id="{C6E94702-B1D5-75F8-BE71-450D9976A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7750" y="2374900"/>
            <a:ext cx="77788" cy="122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T</a:t>
            </a:r>
          </a:p>
        </p:txBody>
      </p:sp>
      <p:sp>
        <p:nvSpPr>
          <p:cNvPr id="24611" name="Line 35">
            <a:extLst>
              <a:ext uri="{FF2B5EF4-FFF2-40B4-BE49-F238E27FC236}">
                <a16:creationId xmlns:a16="http://schemas.microsoft.com/office/drawing/2014/main" id="{176F9DAF-15AD-8A8D-1C78-41AA429FED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0950" y="2500313"/>
            <a:ext cx="0" cy="1804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12" name="Line 36">
            <a:extLst>
              <a:ext uri="{FF2B5EF4-FFF2-40B4-BE49-F238E27FC236}">
                <a16:creationId xmlns:a16="http://schemas.microsoft.com/office/drawing/2014/main" id="{914551D0-8042-3876-70B0-CCF4D3877D28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5763" y="2505075"/>
            <a:ext cx="0" cy="18002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13" name="Line 37">
            <a:extLst>
              <a:ext uri="{FF2B5EF4-FFF2-40B4-BE49-F238E27FC236}">
                <a16:creationId xmlns:a16="http://schemas.microsoft.com/office/drawing/2014/main" id="{D296B561-07B8-EB7F-3E7C-BE27CB702721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9750" y="1189038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14" name="Rectangle 38">
            <a:extLst>
              <a:ext uri="{FF2B5EF4-FFF2-40B4-BE49-F238E27FC236}">
                <a16:creationId xmlns:a16="http://schemas.microsoft.com/office/drawing/2014/main" id="{A1D483D5-11E8-3631-4A28-96D7898A45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9663" y="3536950"/>
            <a:ext cx="925512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Move 6 to Idx2</a:t>
            </a:r>
          </a:p>
          <a:p>
            <a:pPr algn="ctr"/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Inc Idx1</a:t>
            </a:r>
          </a:p>
        </p:txBody>
      </p:sp>
      <p:sp>
        <p:nvSpPr>
          <p:cNvPr id="24615" name="Rectangle 39">
            <a:extLst>
              <a:ext uri="{FF2B5EF4-FFF2-40B4-BE49-F238E27FC236}">
                <a16:creationId xmlns:a16="http://schemas.microsoft.com/office/drawing/2014/main" id="{63555E3B-3A3E-80C5-E0C8-2A91576CF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525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Idx1</a:t>
            </a:r>
          </a:p>
        </p:txBody>
      </p:sp>
      <p:sp>
        <p:nvSpPr>
          <p:cNvPr id="24616" name="Rectangle 40">
            <a:extLst>
              <a:ext uri="{FF2B5EF4-FFF2-40B4-BE49-F238E27FC236}">
                <a16:creationId xmlns:a16="http://schemas.microsoft.com/office/drawing/2014/main" id="{32B1B4A6-7ACD-B6C5-0707-ADE15CF993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24617" name="Rectangle 41">
            <a:extLst>
              <a:ext uri="{FF2B5EF4-FFF2-40B4-BE49-F238E27FC236}">
                <a16:creationId xmlns:a16="http://schemas.microsoft.com/office/drawing/2014/main" id="{4332D480-0D4D-5B3A-D626-521AD378B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198438"/>
            <a:ext cx="254000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000">
                <a:solidFill>
                  <a:schemeClr val="tx1"/>
                </a:solidFill>
                <a:latin typeface="Arial" panose="020B0604020202020204" pitchFamily="34" charset="0"/>
              </a:rPr>
              <a:t>Idx2</a:t>
            </a:r>
          </a:p>
        </p:txBody>
      </p:sp>
      <p:sp>
        <p:nvSpPr>
          <p:cNvPr id="24618" name="Rectangle 42">
            <a:extLst>
              <a:ext uri="{FF2B5EF4-FFF2-40B4-BE49-F238E27FC236}">
                <a16:creationId xmlns:a16="http://schemas.microsoft.com/office/drawing/2014/main" id="{B51A1A3D-6123-73D3-37E8-623359A63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3700" y="327025"/>
            <a:ext cx="381000" cy="3556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4619" name="Rectangle 43">
            <a:extLst>
              <a:ext uri="{FF2B5EF4-FFF2-40B4-BE49-F238E27FC236}">
                <a16:creationId xmlns:a16="http://schemas.microsoft.com/office/drawing/2014/main" id="{5E25D8E0-9104-41E6-6CFE-0938EDF0E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3014663"/>
            <a:ext cx="26828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24620" name="Rectangle 44">
            <a:extLst>
              <a:ext uri="{FF2B5EF4-FFF2-40B4-BE49-F238E27FC236}">
                <a16:creationId xmlns:a16="http://schemas.microsoft.com/office/drawing/2014/main" id="{FF9DFD2D-DBD6-9F94-9B95-6FD7A797D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3409950"/>
            <a:ext cx="28257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False</a:t>
            </a:r>
          </a:p>
        </p:txBody>
      </p:sp>
      <p:sp>
        <p:nvSpPr>
          <p:cNvPr id="24621" name="Rectangle 45">
            <a:extLst>
              <a:ext uri="{FF2B5EF4-FFF2-40B4-BE49-F238E27FC236}">
                <a16:creationId xmlns:a16="http://schemas.microsoft.com/office/drawing/2014/main" id="{44EF3444-12AA-3DBF-BB66-5638637B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513013"/>
            <a:ext cx="112713" cy="1222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24622" name="Rectangle 46">
            <a:extLst>
              <a:ext uri="{FF2B5EF4-FFF2-40B4-BE49-F238E27FC236}">
                <a16:creationId xmlns:a16="http://schemas.microsoft.com/office/drawing/2014/main" id="{6E1D18EC-167E-2338-2BB7-B4BA42CF43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8163" y="2513013"/>
            <a:ext cx="112712" cy="1222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5</a:t>
            </a:r>
          </a:p>
          <a:p>
            <a:r>
              <a:rPr lang="en-US" altLang="en-US" sz="1600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4623" name="Rectangle 47">
            <a:extLst>
              <a:ext uri="{FF2B5EF4-FFF2-40B4-BE49-F238E27FC236}">
                <a16:creationId xmlns:a16="http://schemas.microsoft.com/office/drawing/2014/main" id="{A9506EE7-D392-EF34-3BF9-57DEB0EC4D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2513013"/>
            <a:ext cx="112713" cy="1222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  <a:p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4</a:t>
            </a:r>
          </a:p>
          <a:p>
            <a:r>
              <a:rPr lang="en-US" altLang="en-US" sz="1600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24624" name="Line 48">
            <a:extLst>
              <a:ext uri="{FF2B5EF4-FFF2-40B4-BE49-F238E27FC236}">
                <a16:creationId xmlns:a16="http://schemas.microsoft.com/office/drawing/2014/main" id="{A334E9AA-75E9-46C1-284E-B694AF097E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2212975"/>
            <a:ext cx="0" cy="619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25" name="Line 49">
            <a:extLst>
              <a:ext uri="{FF2B5EF4-FFF2-40B4-BE49-F238E27FC236}">
                <a16:creationId xmlns:a16="http://schemas.microsoft.com/office/drawing/2014/main" id="{79F38E70-68D1-9D76-9BE3-F838DD52AA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325" y="3479800"/>
            <a:ext cx="0" cy="65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1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1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641</TotalTime>
  <Words>1618</Words>
  <Application>Microsoft Office PowerPoint</Application>
  <PresentationFormat>Custom</PresentationFormat>
  <Paragraphs>635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39</cp:revision>
  <dcterms:created xsi:type="dcterms:W3CDTF">1995-06-17T23:31:02Z</dcterms:created>
  <dcterms:modified xsi:type="dcterms:W3CDTF">2026-05-13T01:06:48Z</dcterms:modified>
</cp:coreProperties>
</file>