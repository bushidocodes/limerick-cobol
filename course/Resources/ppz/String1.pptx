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63" r:id="rId3"/>
    <p:sldId id="264" r:id="rId4"/>
    <p:sldId id="265" r:id="rId5"/>
    <p:sldId id="266" r:id="rId6"/>
    <p:sldId id="267" r:id="rId7"/>
  </p:sldIdLst>
  <p:sldSz cx="4762500" cy="304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96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336600"/>
    <a:srgbClr val="FFFF00"/>
    <a:srgbClr val="9900CC"/>
    <a:srgbClr val="009900"/>
    <a:srgbClr val="006633"/>
    <a:srgbClr val="00CC00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47" d="100"/>
          <a:sy n="247" d="100"/>
        </p:scale>
        <p:origin x="198" y="264"/>
      </p:cViewPr>
      <p:guideLst>
        <p:guide orient="horz" pos="96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96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F2590D93-E9DB-89FA-44CC-935F892EB45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1A78C271-9442-EF26-0F16-C76BCFCDB85D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8FF1F1B8-80C1-A1C4-3482-4BA4D1940B55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757238" y="692150"/>
            <a:ext cx="5343525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A9E7C7E6-55D9-7D11-21B9-73AF118BD11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D63BE749-56D5-611D-C37E-420C91E32D0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7B929FA6-3589-7E33-812E-0EF7E5EBF60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fld id="{52DC4C0F-4C6E-450C-A2FB-6F720665C2DB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0D164-93E5-8F34-8664-1B6C3E8CE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498475"/>
            <a:ext cx="3571875" cy="1062038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AD7649-F874-76F3-036A-60F7150B4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1600200"/>
            <a:ext cx="3571875" cy="736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89859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21BAD-4A42-0FEC-3771-8D8ED1153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BF03E-E30F-E96B-F46C-84DC9E728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811213"/>
            <a:ext cx="4108450" cy="1933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9035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5268-3549-A6A0-C1E4-004DEB38E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760413"/>
            <a:ext cx="4106862" cy="1266825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30E6F6-4E31-9DC8-E65F-769E1DA02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039938"/>
            <a:ext cx="4106862" cy="6667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98041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28AD9-498E-6063-F31F-159D078AA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C2460-0A54-F15B-A723-E4ACEA4CF8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811213"/>
            <a:ext cx="1978025" cy="1933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AF6558-F0FA-64E6-5D1A-8E07536754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811213"/>
            <a:ext cx="1978025" cy="1933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46592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2886-CC9F-0505-0301-9BC9A05E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61925"/>
            <a:ext cx="4106862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9AE6D1-DB3B-9DBC-2235-9FB039F62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747713"/>
            <a:ext cx="2014537" cy="3651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A7F93-839C-BF5C-05F1-A216A02D4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112838"/>
            <a:ext cx="2014537" cy="1638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585E52-E4DC-646C-D6B3-4B2940A54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747713"/>
            <a:ext cx="2024062" cy="3651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60CAAE-7768-501A-23FC-D5BB7659E8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112838"/>
            <a:ext cx="2024062" cy="1638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1872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15399-59A9-6FF7-08DB-1E89E6D52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44517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9418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3022B-7E9F-D6F3-57FB-39F43397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1535112" cy="711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2C117-FD91-300D-4F39-9FE3EE17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438150"/>
            <a:ext cx="2411412" cy="216693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8AB5F3-BCCE-3E45-16A5-E6F73DCCB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914400"/>
            <a:ext cx="1535112" cy="169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55026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2902C-2A4C-1342-6E18-CB2DDA9AE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1535112" cy="711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3CA1A7-1607-C45D-7028-952FA109CE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438150"/>
            <a:ext cx="2411412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654358-FB0C-5E9B-EA26-81DDD2EA1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914400"/>
            <a:ext cx="1535112" cy="169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9481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B337-2F79-529B-6374-06168F435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4B8582-EFF0-7CA4-66DB-7CE67477C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811213"/>
            <a:ext cx="4108450" cy="19335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079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AED606-C848-27A5-722C-1A321D40F1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161925"/>
            <a:ext cx="1027112" cy="258286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A78B9A-C8B8-3249-E091-CD65EA96D1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61925"/>
            <a:ext cx="2928938" cy="25828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77626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0BE493D-CC28-8EA5-7920-578F8BF017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5875"/>
            <a:ext cx="4733925" cy="3019425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4" name="Freeform 2">
            <a:extLst>
              <a:ext uri="{FF2B5EF4-FFF2-40B4-BE49-F238E27FC236}">
                <a16:creationId xmlns:a16="http://schemas.microsoft.com/office/drawing/2014/main" id="{68C34DB8-DF4C-88FD-E7DB-3C80E7FEC152}"/>
              </a:ext>
            </a:extLst>
          </p:cNvPr>
          <p:cNvSpPr>
            <a:spLocks/>
          </p:cNvSpPr>
          <p:nvPr/>
        </p:nvSpPr>
        <p:spPr bwMode="auto">
          <a:xfrm>
            <a:off x="14288" y="1397000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84" name="Group 12">
            <a:extLst>
              <a:ext uri="{FF2B5EF4-FFF2-40B4-BE49-F238E27FC236}">
                <a16:creationId xmlns:a16="http://schemas.microsoft.com/office/drawing/2014/main" id="{D77E4E6D-229C-60E0-806C-BEA886F0F308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360363"/>
            <a:ext cx="2427287" cy="241300"/>
            <a:chOff x="1373" y="227"/>
            <a:chExt cx="1529" cy="152"/>
          </a:xfrm>
        </p:grpSpPr>
        <p:sp>
          <p:nvSpPr>
            <p:cNvPr id="3075" name="Rectangle 3">
              <a:extLst>
                <a:ext uri="{FF2B5EF4-FFF2-40B4-BE49-F238E27FC236}">
                  <a16:creationId xmlns:a16="http://schemas.microsoft.com/office/drawing/2014/main" id="{86AD0A79-E11D-C4EA-FA93-4D9C0C858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232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6" name="Line 4">
              <a:extLst>
                <a:ext uri="{FF2B5EF4-FFF2-40B4-BE49-F238E27FC236}">
                  <a16:creationId xmlns:a16="http://schemas.microsoft.com/office/drawing/2014/main" id="{A8CD90DF-2FEE-323D-0CC2-077E4F5E39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7" name="Line 5">
              <a:extLst>
                <a:ext uri="{FF2B5EF4-FFF2-40B4-BE49-F238E27FC236}">
                  <a16:creationId xmlns:a16="http://schemas.microsoft.com/office/drawing/2014/main" id="{55A1A0EC-A870-0EFE-B64C-E331A9FBA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8" name="Line 6">
              <a:extLst>
                <a:ext uri="{FF2B5EF4-FFF2-40B4-BE49-F238E27FC236}">
                  <a16:creationId xmlns:a16="http://schemas.microsoft.com/office/drawing/2014/main" id="{D5F93A7F-1AC2-CD8B-AA27-BFFABDE161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9" name="Line 7">
              <a:extLst>
                <a:ext uri="{FF2B5EF4-FFF2-40B4-BE49-F238E27FC236}">
                  <a16:creationId xmlns:a16="http://schemas.microsoft.com/office/drawing/2014/main" id="{D6106657-D3AA-31AD-5416-98938D4319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0" name="Line 8">
              <a:extLst>
                <a:ext uri="{FF2B5EF4-FFF2-40B4-BE49-F238E27FC236}">
                  <a16:creationId xmlns:a16="http://schemas.microsoft.com/office/drawing/2014/main" id="{B607D153-F61D-3CE0-A654-DEB26E624D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1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1" name="Line 9">
              <a:extLst>
                <a:ext uri="{FF2B5EF4-FFF2-40B4-BE49-F238E27FC236}">
                  <a16:creationId xmlns:a16="http://schemas.microsoft.com/office/drawing/2014/main" id="{C0E7CD7A-827B-2ED4-FC27-08FFFFC767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2" name="Line 10">
              <a:extLst>
                <a:ext uri="{FF2B5EF4-FFF2-40B4-BE49-F238E27FC236}">
                  <a16:creationId xmlns:a16="http://schemas.microsoft.com/office/drawing/2014/main" id="{8E63E14A-B194-6B8D-ED48-00C4C22ECB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0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3" name="Line 11">
              <a:extLst>
                <a:ext uri="{FF2B5EF4-FFF2-40B4-BE49-F238E27FC236}">
                  <a16:creationId xmlns:a16="http://schemas.microsoft.com/office/drawing/2014/main" id="{5E44E07E-BE76-32BE-B2DC-8FE08148FC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87" name="Group 15">
            <a:extLst>
              <a:ext uri="{FF2B5EF4-FFF2-40B4-BE49-F238E27FC236}">
                <a16:creationId xmlns:a16="http://schemas.microsoft.com/office/drawing/2014/main" id="{570F5DEF-33B7-96F0-598E-510C9EFCE102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50800"/>
            <a:ext cx="520700" cy="241300"/>
            <a:chOff x="1373" y="32"/>
            <a:chExt cx="328" cy="152"/>
          </a:xfrm>
        </p:grpSpPr>
        <p:sp>
          <p:nvSpPr>
            <p:cNvPr id="3085" name="Rectangle 13">
              <a:extLst>
                <a:ext uri="{FF2B5EF4-FFF2-40B4-BE49-F238E27FC236}">
                  <a16:creationId xmlns:a16="http://schemas.microsoft.com/office/drawing/2014/main" id="{5CE65BFD-8BCC-45F9-D48D-348B683F08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32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86" name="Line 14">
              <a:extLst>
                <a:ext uri="{FF2B5EF4-FFF2-40B4-BE49-F238E27FC236}">
                  <a16:creationId xmlns:a16="http://schemas.microsoft.com/office/drawing/2014/main" id="{4CE98B84-4BFE-BB47-61C6-293CEADE44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33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92" name="Group 20">
            <a:extLst>
              <a:ext uri="{FF2B5EF4-FFF2-40B4-BE49-F238E27FC236}">
                <a16:creationId xmlns:a16="http://schemas.microsoft.com/office/drawing/2014/main" id="{842162E4-57F3-BBED-AACA-9A8FE65A0EC1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649288"/>
            <a:ext cx="1092200" cy="241300"/>
            <a:chOff x="1373" y="409"/>
            <a:chExt cx="688" cy="152"/>
          </a:xfrm>
        </p:grpSpPr>
        <p:sp>
          <p:nvSpPr>
            <p:cNvPr id="3088" name="Rectangle 16">
              <a:extLst>
                <a:ext uri="{FF2B5EF4-FFF2-40B4-BE49-F238E27FC236}">
                  <a16:creationId xmlns:a16="http://schemas.microsoft.com/office/drawing/2014/main" id="{A21D8F6D-EB47-2C23-97E6-614BF445D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412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89" name="Line 17">
              <a:extLst>
                <a:ext uri="{FF2B5EF4-FFF2-40B4-BE49-F238E27FC236}">
                  <a16:creationId xmlns:a16="http://schemas.microsoft.com/office/drawing/2014/main" id="{961CCD95-1C32-542F-7AD6-A9977D9D9A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0" name="Line 18">
              <a:extLst>
                <a:ext uri="{FF2B5EF4-FFF2-40B4-BE49-F238E27FC236}">
                  <a16:creationId xmlns:a16="http://schemas.microsoft.com/office/drawing/2014/main" id="{B0F98382-DA66-32DF-95A5-82A384DE68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1" name="Line 19">
              <a:extLst>
                <a:ext uri="{FF2B5EF4-FFF2-40B4-BE49-F238E27FC236}">
                  <a16:creationId xmlns:a16="http://schemas.microsoft.com/office/drawing/2014/main" id="{F80314DD-7412-2D7D-2744-F727067CCC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08" name="Group 36">
            <a:extLst>
              <a:ext uri="{FF2B5EF4-FFF2-40B4-BE49-F238E27FC236}">
                <a16:creationId xmlns:a16="http://schemas.microsoft.com/office/drawing/2014/main" id="{2A58DCD9-FB10-B50E-0255-58F799D48255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1166813"/>
            <a:ext cx="3730625" cy="239712"/>
            <a:chOff x="222" y="735"/>
            <a:chExt cx="2350" cy="151"/>
          </a:xfrm>
        </p:grpSpPr>
        <p:sp>
          <p:nvSpPr>
            <p:cNvPr id="3093" name="Rectangle 21">
              <a:extLst>
                <a:ext uri="{FF2B5EF4-FFF2-40B4-BE49-F238E27FC236}">
                  <a16:creationId xmlns:a16="http://schemas.microsoft.com/office/drawing/2014/main" id="{A8778A91-23FA-FDE0-6BD6-83F9F9E933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" y="740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4" name="Line 22">
              <a:extLst>
                <a:ext uri="{FF2B5EF4-FFF2-40B4-BE49-F238E27FC236}">
                  <a16:creationId xmlns:a16="http://schemas.microsoft.com/office/drawing/2014/main" id="{CCE54A30-BEFE-04B7-2385-A37AA93FEA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5" name="Line 23">
              <a:extLst>
                <a:ext uri="{FF2B5EF4-FFF2-40B4-BE49-F238E27FC236}">
                  <a16:creationId xmlns:a16="http://schemas.microsoft.com/office/drawing/2014/main" id="{C1F41002-6F8F-51F5-2C08-3CC3D36F99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6" name="Line 24">
              <a:extLst>
                <a:ext uri="{FF2B5EF4-FFF2-40B4-BE49-F238E27FC236}">
                  <a16:creationId xmlns:a16="http://schemas.microsoft.com/office/drawing/2014/main" id="{7AC9805C-E599-2DD2-01D2-41C2BD7487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7" name="Line 25">
              <a:extLst>
                <a:ext uri="{FF2B5EF4-FFF2-40B4-BE49-F238E27FC236}">
                  <a16:creationId xmlns:a16="http://schemas.microsoft.com/office/drawing/2014/main" id="{D2029411-1132-97EB-AB6E-77D386C3A3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8" name="Line 26">
              <a:extLst>
                <a:ext uri="{FF2B5EF4-FFF2-40B4-BE49-F238E27FC236}">
                  <a16:creationId xmlns:a16="http://schemas.microsoft.com/office/drawing/2014/main" id="{F9FE6AA1-049A-9F04-DFE2-B060201A25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9" name="Line 27">
              <a:extLst>
                <a:ext uri="{FF2B5EF4-FFF2-40B4-BE49-F238E27FC236}">
                  <a16:creationId xmlns:a16="http://schemas.microsoft.com/office/drawing/2014/main" id="{171C5968-D2A1-A673-89A0-92AD5DC436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5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0" name="Line 28">
              <a:extLst>
                <a:ext uri="{FF2B5EF4-FFF2-40B4-BE49-F238E27FC236}">
                  <a16:creationId xmlns:a16="http://schemas.microsoft.com/office/drawing/2014/main" id="{3BBFBCCD-A565-BF87-22E3-5F132550DF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1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1" name="Line 29">
              <a:extLst>
                <a:ext uri="{FF2B5EF4-FFF2-40B4-BE49-F238E27FC236}">
                  <a16:creationId xmlns:a16="http://schemas.microsoft.com/office/drawing/2014/main" id="{5A98EB35-3BF0-912B-C862-14404B0EAF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2" name="Line 30">
              <a:extLst>
                <a:ext uri="{FF2B5EF4-FFF2-40B4-BE49-F238E27FC236}">
                  <a16:creationId xmlns:a16="http://schemas.microsoft.com/office/drawing/2014/main" id="{4B239D9B-79A0-D9B0-7759-0F5F74E2B8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3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3" name="Line 31">
              <a:extLst>
                <a:ext uri="{FF2B5EF4-FFF2-40B4-BE49-F238E27FC236}">
                  <a16:creationId xmlns:a16="http://schemas.microsoft.com/office/drawing/2014/main" id="{B802FD62-13D1-FA26-AA5E-AEB37BCE93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9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4" name="Line 32">
              <a:extLst>
                <a:ext uri="{FF2B5EF4-FFF2-40B4-BE49-F238E27FC236}">
                  <a16:creationId xmlns:a16="http://schemas.microsoft.com/office/drawing/2014/main" id="{4B739512-87F7-2319-4844-0C5BC17B0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7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5" name="Line 33">
              <a:extLst>
                <a:ext uri="{FF2B5EF4-FFF2-40B4-BE49-F238E27FC236}">
                  <a16:creationId xmlns:a16="http://schemas.microsoft.com/office/drawing/2014/main" id="{AF8E0862-D7FA-B2A9-8C6E-951EC053A7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6" name="Line 34">
              <a:extLst>
                <a:ext uri="{FF2B5EF4-FFF2-40B4-BE49-F238E27FC236}">
                  <a16:creationId xmlns:a16="http://schemas.microsoft.com/office/drawing/2014/main" id="{278F8EF1-12FC-CF89-0B37-BCEA5630D3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7" name="Line 35">
              <a:extLst>
                <a:ext uri="{FF2B5EF4-FFF2-40B4-BE49-F238E27FC236}">
                  <a16:creationId xmlns:a16="http://schemas.microsoft.com/office/drawing/2014/main" id="{1A7E849A-F95F-FFF4-ADAD-C814E120DE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09" name="Rectangle 37">
            <a:extLst>
              <a:ext uri="{FF2B5EF4-FFF2-40B4-BE49-F238E27FC236}">
                <a16:creationId xmlns:a16="http://schemas.microsoft.com/office/drawing/2014/main" id="{69CF2901-2C21-02FF-DB3A-AF2C7D265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092200"/>
            <a:ext cx="37925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3110" name="Rectangle 38">
            <a:extLst>
              <a:ext uri="{FF2B5EF4-FFF2-40B4-BE49-F238E27FC236}">
                <a16:creationId xmlns:a16="http://schemas.microsoft.com/office/drawing/2014/main" id="{AC0A3468-9515-7385-4762-D277CEC246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4763"/>
            <a:ext cx="3568700" cy="116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sp>
        <p:nvSpPr>
          <p:cNvPr id="3111" name="Rectangle 39">
            <a:extLst>
              <a:ext uri="{FF2B5EF4-FFF2-40B4-BE49-F238E27FC236}">
                <a16:creationId xmlns:a16="http://schemas.microsoft.com/office/drawing/2014/main" id="{E991F7E4-639C-A796-965F-944A4646B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809750"/>
            <a:ext cx="338455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MonthStr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YearStr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DateStr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98" name="Freeform 2">
            <a:extLst>
              <a:ext uri="{FF2B5EF4-FFF2-40B4-BE49-F238E27FC236}">
                <a16:creationId xmlns:a16="http://schemas.microsoft.com/office/drawing/2014/main" id="{651B1822-B839-4291-0223-E1B12B8AD4EF}"/>
              </a:ext>
            </a:extLst>
          </p:cNvPr>
          <p:cNvSpPr>
            <a:spLocks/>
          </p:cNvSpPr>
          <p:nvPr/>
        </p:nvSpPr>
        <p:spPr bwMode="auto">
          <a:xfrm>
            <a:off x="14288" y="1397000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8" name="Group 12">
            <a:extLst>
              <a:ext uri="{FF2B5EF4-FFF2-40B4-BE49-F238E27FC236}">
                <a16:creationId xmlns:a16="http://schemas.microsoft.com/office/drawing/2014/main" id="{571C4680-6852-EBBA-F28F-12E014CF547C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360363"/>
            <a:ext cx="2427287" cy="241300"/>
            <a:chOff x="1373" y="227"/>
            <a:chExt cx="1529" cy="152"/>
          </a:xfrm>
        </p:grpSpPr>
        <p:sp>
          <p:nvSpPr>
            <p:cNvPr id="4099" name="Rectangle 3">
              <a:extLst>
                <a:ext uri="{FF2B5EF4-FFF2-40B4-BE49-F238E27FC236}">
                  <a16:creationId xmlns:a16="http://schemas.microsoft.com/office/drawing/2014/main" id="{D78F89F0-7324-1F01-74A2-7DAA538B9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232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0" name="Line 4">
              <a:extLst>
                <a:ext uri="{FF2B5EF4-FFF2-40B4-BE49-F238E27FC236}">
                  <a16:creationId xmlns:a16="http://schemas.microsoft.com/office/drawing/2014/main" id="{153C72A7-54F2-A1FF-2579-877BCA68A2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1" name="Line 5">
              <a:extLst>
                <a:ext uri="{FF2B5EF4-FFF2-40B4-BE49-F238E27FC236}">
                  <a16:creationId xmlns:a16="http://schemas.microsoft.com/office/drawing/2014/main" id="{71E8A4DF-BA21-C1EA-6971-58E147E459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2" name="Line 6">
              <a:extLst>
                <a:ext uri="{FF2B5EF4-FFF2-40B4-BE49-F238E27FC236}">
                  <a16:creationId xmlns:a16="http://schemas.microsoft.com/office/drawing/2014/main" id="{00EDE69E-1292-4072-E46D-A1363E888F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3" name="Line 7">
              <a:extLst>
                <a:ext uri="{FF2B5EF4-FFF2-40B4-BE49-F238E27FC236}">
                  <a16:creationId xmlns:a16="http://schemas.microsoft.com/office/drawing/2014/main" id="{8AFBF2B5-198C-1DBF-3476-06EF38E61D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4" name="Line 8">
              <a:extLst>
                <a:ext uri="{FF2B5EF4-FFF2-40B4-BE49-F238E27FC236}">
                  <a16:creationId xmlns:a16="http://schemas.microsoft.com/office/drawing/2014/main" id="{32EB18BF-3697-41AF-F187-E5C4656C89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1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5" name="Line 9">
              <a:extLst>
                <a:ext uri="{FF2B5EF4-FFF2-40B4-BE49-F238E27FC236}">
                  <a16:creationId xmlns:a16="http://schemas.microsoft.com/office/drawing/2014/main" id="{C01FB2C6-3A67-E087-FC72-66DE163D37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6" name="Line 10">
              <a:extLst>
                <a:ext uri="{FF2B5EF4-FFF2-40B4-BE49-F238E27FC236}">
                  <a16:creationId xmlns:a16="http://schemas.microsoft.com/office/drawing/2014/main" id="{5DAF3492-F118-72C2-D23C-C7E6B02E94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0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Line 11">
              <a:extLst>
                <a:ext uri="{FF2B5EF4-FFF2-40B4-BE49-F238E27FC236}">
                  <a16:creationId xmlns:a16="http://schemas.microsoft.com/office/drawing/2014/main" id="{C4DB3414-4C69-5214-8BA5-EF681219B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11" name="Group 15">
            <a:extLst>
              <a:ext uri="{FF2B5EF4-FFF2-40B4-BE49-F238E27FC236}">
                <a16:creationId xmlns:a16="http://schemas.microsoft.com/office/drawing/2014/main" id="{526A86F0-4CB7-F287-9B86-05116E49DEB2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50800"/>
            <a:ext cx="520700" cy="241300"/>
            <a:chOff x="1373" y="32"/>
            <a:chExt cx="328" cy="152"/>
          </a:xfrm>
        </p:grpSpPr>
        <p:sp>
          <p:nvSpPr>
            <p:cNvPr id="4109" name="Rectangle 13">
              <a:extLst>
                <a:ext uri="{FF2B5EF4-FFF2-40B4-BE49-F238E27FC236}">
                  <a16:creationId xmlns:a16="http://schemas.microsoft.com/office/drawing/2014/main" id="{DC78468B-DFB1-3C35-D336-25987B0F3A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32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0" name="Line 14">
              <a:extLst>
                <a:ext uri="{FF2B5EF4-FFF2-40B4-BE49-F238E27FC236}">
                  <a16:creationId xmlns:a16="http://schemas.microsoft.com/office/drawing/2014/main" id="{F8B83B31-6485-F641-B892-87985CA61F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33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16" name="Group 20">
            <a:extLst>
              <a:ext uri="{FF2B5EF4-FFF2-40B4-BE49-F238E27FC236}">
                <a16:creationId xmlns:a16="http://schemas.microsoft.com/office/drawing/2014/main" id="{49EF82E0-0E45-A852-0327-C35C3C286F94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649288"/>
            <a:ext cx="1092200" cy="241300"/>
            <a:chOff x="1373" y="409"/>
            <a:chExt cx="688" cy="152"/>
          </a:xfrm>
        </p:grpSpPr>
        <p:sp>
          <p:nvSpPr>
            <p:cNvPr id="4112" name="Rectangle 16">
              <a:extLst>
                <a:ext uri="{FF2B5EF4-FFF2-40B4-BE49-F238E27FC236}">
                  <a16:creationId xmlns:a16="http://schemas.microsoft.com/office/drawing/2014/main" id="{722DF24D-DF7E-CC5A-E90E-87D86F0FBD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412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3" name="Line 17">
              <a:extLst>
                <a:ext uri="{FF2B5EF4-FFF2-40B4-BE49-F238E27FC236}">
                  <a16:creationId xmlns:a16="http://schemas.microsoft.com/office/drawing/2014/main" id="{EDAA9CDF-0DD7-34F6-0396-E13A592245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4" name="Line 18">
              <a:extLst>
                <a:ext uri="{FF2B5EF4-FFF2-40B4-BE49-F238E27FC236}">
                  <a16:creationId xmlns:a16="http://schemas.microsoft.com/office/drawing/2014/main" id="{0E4D1037-BF00-1F4A-77DD-229CD7467B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>
              <a:extLst>
                <a:ext uri="{FF2B5EF4-FFF2-40B4-BE49-F238E27FC236}">
                  <a16:creationId xmlns:a16="http://schemas.microsoft.com/office/drawing/2014/main" id="{065F285C-D58B-76B0-211E-A5889D193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32" name="Group 36">
            <a:extLst>
              <a:ext uri="{FF2B5EF4-FFF2-40B4-BE49-F238E27FC236}">
                <a16:creationId xmlns:a16="http://schemas.microsoft.com/office/drawing/2014/main" id="{7FDAE1AC-CF0A-A0B7-2CFF-C4469847F60B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1166813"/>
            <a:ext cx="3730625" cy="239712"/>
            <a:chOff x="222" y="735"/>
            <a:chExt cx="2350" cy="151"/>
          </a:xfrm>
        </p:grpSpPr>
        <p:sp>
          <p:nvSpPr>
            <p:cNvPr id="4117" name="Rectangle 21">
              <a:extLst>
                <a:ext uri="{FF2B5EF4-FFF2-40B4-BE49-F238E27FC236}">
                  <a16:creationId xmlns:a16="http://schemas.microsoft.com/office/drawing/2014/main" id="{43EBF6D4-6E36-8AFF-2954-968B369EA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" y="740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8" name="Line 22">
              <a:extLst>
                <a:ext uri="{FF2B5EF4-FFF2-40B4-BE49-F238E27FC236}">
                  <a16:creationId xmlns:a16="http://schemas.microsoft.com/office/drawing/2014/main" id="{E5AF4981-9743-E435-9752-9399F8ABB8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3">
              <a:extLst>
                <a:ext uri="{FF2B5EF4-FFF2-40B4-BE49-F238E27FC236}">
                  <a16:creationId xmlns:a16="http://schemas.microsoft.com/office/drawing/2014/main" id="{7EC7F3DE-C57D-AFF4-6FD2-0730B446B6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0" name="Line 24">
              <a:extLst>
                <a:ext uri="{FF2B5EF4-FFF2-40B4-BE49-F238E27FC236}">
                  <a16:creationId xmlns:a16="http://schemas.microsoft.com/office/drawing/2014/main" id="{58C7CB4B-2343-E7EA-4007-C0A109ECAA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5">
              <a:extLst>
                <a:ext uri="{FF2B5EF4-FFF2-40B4-BE49-F238E27FC236}">
                  <a16:creationId xmlns:a16="http://schemas.microsoft.com/office/drawing/2014/main" id="{1F0445E0-7247-54C2-29CB-C2458A911F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2" name="Line 26">
              <a:extLst>
                <a:ext uri="{FF2B5EF4-FFF2-40B4-BE49-F238E27FC236}">
                  <a16:creationId xmlns:a16="http://schemas.microsoft.com/office/drawing/2014/main" id="{A6CD4082-CCDF-7859-33BA-003AB01D35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3" name="Line 27">
              <a:extLst>
                <a:ext uri="{FF2B5EF4-FFF2-40B4-BE49-F238E27FC236}">
                  <a16:creationId xmlns:a16="http://schemas.microsoft.com/office/drawing/2014/main" id="{0B4FC245-C315-807C-B1D8-FFD1DE7CC7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5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4" name="Line 28">
              <a:extLst>
                <a:ext uri="{FF2B5EF4-FFF2-40B4-BE49-F238E27FC236}">
                  <a16:creationId xmlns:a16="http://schemas.microsoft.com/office/drawing/2014/main" id="{1A426A97-D21A-A3C9-BF1A-FDDACE035A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1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5" name="Line 29">
              <a:extLst>
                <a:ext uri="{FF2B5EF4-FFF2-40B4-BE49-F238E27FC236}">
                  <a16:creationId xmlns:a16="http://schemas.microsoft.com/office/drawing/2014/main" id="{0867AC58-E22B-D60E-4D3B-6BF3432B9A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6" name="Line 30">
              <a:extLst>
                <a:ext uri="{FF2B5EF4-FFF2-40B4-BE49-F238E27FC236}">
                  <a16:creationId xmlns:a16="http://schemas.microsoft.com/office/drawing/2014/main" id="{6242A5D7-A4DD-5332-E610-25F3BD1E23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3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7" name="Line 31">
              <a:extLst>
                <a:ext uri="{FF2B5EF4-FFF2-40B4-BE49-F238E27FC236}">
                  <a16:creationId xmlns:a16="http://schemas.microsoft.com/office/drawing/2014/main" id="{C774E539-0EE2-97B8-4137-DE96FF7301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9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8" name="Line 32">
              <a:extLst>
                <a:ext uri="{FF2B5EF4-FFF2-40B4-BE49-F238E27FC236}">
                  <a16:creationId xmlns:a16="http://schemas.microsoft.com/office/drawing/2014/main" id="{64B3D683-490C-1875-3829-F009642431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7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9" name="Line 33">
              <a:extLst>
                <a:ext uri="{FF2B5EF4-FFF2-40B4-BE49-F238E27FC236}">
                  <a16:creationId xmlns:a16="http://schemas.microsoft.com/office/drawing/2014/main" id="{3166C78D-F41B-3D24-EF90-DBDB13C56F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30" name="Line 34">
              <a:extLst>
                <a:ext uri="{FF2B5EF4-FFF2-40B4-BE49-F238E27FC236}">
                  <a16:creationId xmlns:a16="http://schemas.microsoft.com/office/drawing/2014/main" id="{C440295E-B132-77B7-BCB9-4DCB854B54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31" name="Line 35">
              <a:extLst>
                <a:ext uri="{FF2B5EF4-FFF2-40B4-BE49-F238E27FC236}">
                  <a16:creationId xmlns:a16="http://schemas.microsoft.com/office/drawing/2014/main" id="{443E61BD-85B7-F83A-3CE2-C2733D754B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33" name="Rectangle 37">
            <a:extLst>
              <a:ext uri="{FF2B5EF4-FFF2-40B4-BE49-F238E27FC236}">
                <a16:creationId xmlns:a16="http://schemas.microsoft.com/office/drawing/2014/main" id="{D99A6A1E-898A-C539-EF38-CF0BC87DF6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092200"/>
            <a:ext cx="37941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- - 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4134" name="Rectangle 38">
            <a:extLst>
              <a:ext uri="{FF2B5EF4-FFF2-40B4-BE49-F238E27FC236}">
                <a16:creationId xmlns:a16="http://schemas.microsoft.com/office/drawing/2014/main" id="{16BD172E-498B-5CB1-BB92-25E782AFD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4763"/>
            <a:ext cx="3568700" cy="116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sp>
        <p:nvSpPr>
          <p:cNvPr id="4135" name="Rectangle 39">
            <a:extLst>
              <a:ext uri="{FF2B5EF4-FFF2-40B4-BE49-F238E27FC236}">
                <a16:creationId xmlns:a16="http://schemas.microsoft.com/office/drawing/2014/main" id="{98066E88-D5A1-0A47-BC2A-2905EEA80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809750"/>
            <a:ext cx="338455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FF3300"/>
                </a:solidFill>
                <a:latin typeface="Courier New" panose="02070309020205020404" pitchFamily="49" charset="0"/>
              </a:rPr>
              <a:t>STRING DayStr   DELIMITED BY SPACES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MonthStr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YearStr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DateStr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2" name="Freeform 2">
            <a:extLst>
              <a:ext uri="{FF2B5EF4-FFF2-40B4-BE49-F238E27FC236}">
                <a16:creationId xmlns:a16="http://schemas.microsoft.com/office/drawing/2014/main" id="{4F4D4786-9FB6-3C79-8B78-BAE75D3DB75F}"/>
              </a:ext>
            </a:extLst>
          </p:cNvPr>
          <p:cNvSpPr>
            <a:spLocks/>
          </p:cNvSpPr>
          <p:nvPr/>
        </p:nvSpPr>
        <p:spPr bwMode="auto">
          <a:xfrm>
            <a:off x="14288" y="1397000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5132" name="Group 12">
            <a:extLst>
              <a:ext uri="{FF2B5EF4-FFF2-40B4-BE49-F238E27FC236}">
                <a16:creationId xmlns:a16="http://schemas.microsoft.com/office/drawing/2014/main" id="{26E6ACDE-E755-7562-3DFA-887ACA75EC44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360363"/>
            <a:ext cx="2427287" cy="241300"/>
            <a:chOff x="1373" y="227"/>
            <a:chExt cx="1529" cy="152"/>
          </a:xfrm>
        </p:grpSpPr>
        <p:sp>
          <p:nvSpPr>
            <p:cNvPr id="5123" name="Rectangle 3">
              <a:extLst>
                <a:ext uri="{FF2B5EF4-FFF2-40B4-BE49-F238E27FC236}">
                  <a16:creationId xmlns:a16="http://schemas.microsoft.com/office/drawing/2014/main" id="{53302190-BC70-69D1-3AEC-FBDB9A1DC7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232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4" name="Line 4">
              <a:extLst>
                <a:ext uri="{FF2B5EF4-FFF2-40B4-BE49-F238E27FC236}">
                  <a16:creationId xmlns:a16="http://schemas.microsoft.com/office/drawing/2014/main" id="{38498CDC-789F-5EF0-3383-0E46AC0E8C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" name="Line 5">
              <a:extLst>
                <a:ext uri="{FF2B5EF4-FFF2-40B4-BE49-F238E27FC236}">
                  <a16:creationId xmlns:a16="http://schemas.microsoft.com/office/drawing/2014/main" id="{4DFE12E4-4473-FFEE-2E26-A2BED183D4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6" name="Line 6">
              <a:extLst>
                <a:ext uri="{FF2B5EF4-FFF2-40B4-BE49-F238E27FC236}">
                  <a16:creationId xmlns:a16="http://schemas.microsoft.com/office/drawing/2014/main" id="{3F0752FD-A4F8-07BB-98B0-02488DC31A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7" name="Line 7">
              <a:extLst>
                <a:ext uri="{FF2B5EF4-FFF2-40B4-BE49-F238E27FC236}">
                  <a16:creationId xmlns:a16="http://schemas.microsoft.com/office/drawing/2014/main" id="{C2AC916F-8BCF-D15F-1358-2887D7E3D3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8" name="Line 8">
              <a:extLst>
                <a:ext uri="{FF2B5EF4-FFF2-40B4-BE49-F238E27FC236}">
                  <a16:creationId xmlns:a16="http://schemas.microsoft.com/office/drawing/2014/main" id="{C48F7121-1C61-E038-3C28-FDE85BF15B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1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9" name="Line 9">
              <a:extLst>
                <a:ext uri="{FF2B5EF4-FFF2-40B4-BE49-F238E27FC236}">
                  <a16:creationId xmlns:a16="http://schemas.microsoft.com/office/drawing/2014/main" id="{C1507629-7894-8757-C7E7-AE180E251E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0" name="Line 10">
              <a:extLst>
                <a:ext uri="{FF2B5EF4-FFF2-40B4-BE49-F238E27FC236}">
                  <a16:creationId xmlns:a16="http://schemas.microsoft.com/office/drawing/2014/main" id="{8F183531-BE89-E730-FFB8-D7C6723D37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0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1" name="Line 11">
              <a:extLst>
                <a:ext uri="{FF2B5EF4-FFF2-40B4-BE49-F238E27FC236}">
                  <a16:creationId xmlns:a16="http://schemas.microsoft.com/office/drawing/2014/main" id="{E5E2E711-755C-1358-7AE1-B6FFDA5622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35" name="Group 15">
            <a:extLst>
              <a:ext uri="{FF2B5EF4-FFF2-40B4-BE49-F238E27FC236}">
                <a16:creationId xmlns:a16="http://schemas.microsoft.com/office/drawing/2014/main" id="{C21CCC83-3C05-5E96-DDAB-FCD4720213F4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50800"/>
            <a:ext cx="520700" cy="241300"/>
            <a:chOff x="1373" y="32"/>
            <a:chExt cx="328" cy="152"/>
          </a:xfrm>
        </p:grpSpPr>
        <p:sp>
          <p:nvSpPr>
            <p:cNvPr id="5133" name="Rectangle 13">
              <a:extLst>
                <a:ext uri="{FF2B5EF4-FFF2-40B4-BE49-F238E27FC236}">
                  <a16:creationId xmlns:a16="http://schemas.microsoft.com/office/drawing/2014/main" id="{9E964C09-2A86-7C9B-F841-E00F3D7A08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32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Line 14">
              <a:extLst>
                <a:ext uri="{FF2B5EF4-FFF2-40B4-BE49-F238E27FC236}">
                  <a16:creationId xmlns:a16="http://schemas.microsoft.com/office/drawing/2014/main" id="{E8C3E829-AE9E-1A85-93AB-77A88FB489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33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40" name="Group 20">
            <a:extLst>
              <a:ext uri="{FF2B5EF4-FFF2-40B4-BE49-F238E27FC236}">
                <a16:creationId xmlns:a16="http://schemas.microsoft.com/office/drawing/2014/main" id="{242E46C2-6290-342A-031C-0F6442FD0066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649288"/>
            <a:ext cx="1092200" cy="241300"/>
            <a:chOff x="1373" y="409"/>
            <a:chExt cx="688" cy="152"/>
          </a:xfrm>
        </p:grpSpPr>
        <p:sp>
          <p:nvSpPr>
            <p:cNvPr id="5136" name="Rectangle 16">
              <a:extLst>
                <a:ext uri="{FF2B5EF4-FFF2-40B4-BE49-F238E27FC236}">
                  <a16:creationId xmlns:a16="http://schemas.microsoft.com/office/drawing/2014/main" id="{DFC1704C-5036-8914-AFC1-E4E69761CD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412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Line 17">
              <a:extLst>
                <a:ext uri="{FF2B5EF4-FFF2-40B4-BE49-F238E27FC236}">
                  <a16:creationId xmlns:a16="http://schemas.microsoft.com/office/drawing/2014/main" id="{C52ABDB8-FF4D-62DF-18C8-B46E328EFA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8" name="Line 18">
              <a:extLst>
                <a:ext uri="{FF2B5EF4-FFF2-40B4-BE49-F238E27FC236}">
                  <a16:creationId xmlns:a16="http://schemas.microsoft.com/office/drawing/2014/main" id="{FC8DD35D-1BAF-611A-B237-3E1C2897E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9" name="Line 19">
              <a:extLst>
                <a:ext uri="{FF2B5EF4-FFF2-40B4-BE49-F238E27FC236}">
                  <a16:creationId xmlns:a16="http://schemas.microsoft.com/office/drawing/2014/main" id="{4EF87B74-341D-E9B6-EFBF-F59ACA2D15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56" name="Group 36">
            <a:extLst>
              <a:ext uri="{FF2B5EF4-FFF2-40B4-BE49-F238E27FC236}">
                <a16:creationId xmlns:a16="http://schemas.microsoft.com/office/drawing/2014/main" id="{24B47696-A259-27C6-E03D-34B3AEE0F7CD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1166813"/>
            <a:ext cx="3730625" cy="239712"/>
            <a:chOff x="222" y="735"/>
            <a:chExt cx="2350" cy="151"/>
          </a:xfrm>
        </p:grpSpPr>
        <p:sp>
          <p:nvSpPr>
            <p:cNvPr id="5141" name="Rectangle 21">
              <a:extLst>
                <a:ext uri="{FF2B5EF4-FFF2-40B4-BE49-F238E27FC236}">
                  <a16:creationId xmlns:a16="http://schemas.microsoft.com/office/drawing/2014/main" id="{F3786880-72EA-F36A-2E7A-A20FF1F392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" y="740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2" name="Line 22">
              <a:extLst>
                <a:ext uri="{FF2B5EF4-FFF2-40B4-BE49-F238E27FC236}">
                  <a16:creationId xmlns:a16="http://schemas.microsoft.com/office/drawing/2014/main" id="{343D4638-4D7B-886A-AA44-A4829E33CE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3" name="Line 23">
              <a:extLst>
                <a:ext uri="{FF2B5EF4-FFF2-40B4-BE49-F238E27FC236}">
                  <a16:creationId xmlns:a16="http://schemas.microsoft.com/office/drawing/2014/main" id="{584678EC-1E18-4DEC-9A2E-D3CB136D59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4" name="Line 24">
              <a:extLst>
                <a:ext uri="{FF2B5EF4-FFF2-40B4-BE49-F238E27FC236}">
                  <a16:creationId xmlns:a16="http://schemas.microsoft.com/office/drawing/2014/main" id="{212B89F6-028F-FB13-43C6-59DD356FE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25">
              <a:extLst>
                <a:ext uri="{FF2B5EF4-FFF2-40B4-BE49-F238E27FC236}">
                  <a16:creationId xmlns:a16="http://schemas.microsoft.com/office/drawing/2014/main" id="{455C3BCE-2DAB-AD05-D758-815511A90E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6" name="Line 26">
              <a:extLst>
                <a:ext uri="{FF2B5EF4-FFF2-40B4-BE49-F238E27FC236}">
                  <a16:creationId xmlns:a16="http://schemas.microsoft.com/office/drawing/2014/main" id="{0266E45C-1423-7E10-4A2C-861A097C09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7">
              <a:extLst>
                <a:ext uri="{FF2B5EF4-FFF2-40B4-BE49-F238E27FC236}">
                  <a16:creationId xmlns:a16="http://schemas.microsoft.com/office/drawing/2014/main" id="{C2417A3A-7A7B-D2BA-8EF5-4079704E95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5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8" name="Line 28">
              <a:extLst>
                <a:ext uri="{FF2B5EF4-FFF2-40B4-BE49-F238E27FC236}">
                  <a16:creationId xmlns:a16="http://schemas.microsoft.com/office/drawing/2014/main" id="{8CA16F6A-CE99-FB24-91B1-8B2AE3B35C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1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9">
              <a:extLst>
                <a:ext uri="{FF2B5EF4-FFF2-40B4-BE49-F238E27FC236}">
                  <a16:creationId xmlns:a16="http://schemas.microsoft.com/office/drawing/2014/main" id="{F6CA40FA-2B0A-8DF4-674C-184EBAB66F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30">
              <a:extLst>
                <a:ext uri="{FF2B5EF4-FFF2-40B4-BE49-F238E27FC236}">
                  <a16:creationId xmlns:a16="http://schemas.microsoft.com/office/drawing/2014/main" id="{1E08BC6F-094F-27A0-FA14-3F2D1557FA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3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31">
              <a:extLst>
                <a:ext uri="{FF2B5EF4-FFF2-40B4-BE49-F238E27FC236}">
                  <a16:creationId xmlns:a16="http://schemas.microsoft.com/office/drawing/2014/main" id="{DA7CC42D-D2DE-1559-6CBE-089ADDC89D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9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32">
              <a:extLst>
                <a:ext uri="{FF2B5EF4-FFF2-40B4-BE49-F238E27FC236}">
                  <a16:creationId xmlns:a16="http://schemas.microsoft.com/office/drawing/2014/main" id="{0832F153-E8D8-005C-2388-975F0F14A3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7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3" name="Line 33">
              <a:extLst>
                <a:ext uri="{FF2B5EF4-FFF2-40B4-BE49-F238E27FC236}">
                  <a16:creationId xmlns:a16="http://schemas.microsoft.com/office/drawing/2014/main" id="{5D68C4E1-5C25-3E6E-5358-64C729B568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4" name="Line 34">
              <a:extLst>
                <a:ext uri="{FF2B5EF4-FFF2-40B4-BE49-F238E27FC236}">
                  <a16:creationId xmlns:a16="http://schemas.microsoft.com/office/drawing/2014/main" id="{5B7F90B8-587F-B682-8F67-8509CA00CA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5" name="Line 35">
              <a:extLst>
                <a:ext uri="{FF2B5EF4-FFF2-40B4-BE49-F238E27FC236}">
                  <a16:creationId xmlns:a16="http://schemas.microsoft.com/office/drawing/2014/main" id="{D48CA801-B9E4-5FA1-D3D9-8C225C1F25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57" name="Rectangle 37">
            <a:extLst>
              <a:ext uri="{FF2B5EF4-FFF2-40B4-BE49-F238E27FC236}">
                <a16:creationId xmlns:a16="http://schemas.microsoft.com/office/drawing/2014/main" id="{444566FE-3B83-88BD-B084-E2EE7AA1D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092200"/>
            <a:ext cx="37925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- 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5158" name="Rectangle 38">
            <a:extLst>
              <a:ext uri="{FF2B5EF4-FFF2-40B4-BE49-F238E27FC236}">
                <a16:creationId xmlns:a16="http://schemas.microsoft.com/office/drawing/2014/main" id="{126B3687-2F85-EEF2-0E62-5A71D197A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4763"/>
            <a:ext cx="3568700" cy="116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sp>
        <p:nvSpPr>
          <p:cNvPr id="5159" name="Rectangle 39">
            <a:extLst>
              <a:ext uri="{FF2B5EF4-FFF2-40B4-BE49-F238E27FC236}">
                <a16:creationId xmlns:a16="http://schemas.microsoft.com/office/drawing/2014/main" id="{F5C495A5-E663-0589-790F-7FD4C22D41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809750"/>
            <a:ext cx="338455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FF3300"/>
                </a:solidFill>
                <a:latin typeface="Courier New" panose="02070309020205020404" pitchFamily="49" charset="0"/>
              </a:rPr>
              <a:t>       ", "     DELIMITED BY SIZE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MonthStr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YearStr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DateStr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46" name="Freeform 2">
            <a:extLst>
              <a:ext uri="{FF2B5EF4-FFF2-40B4-BE49-F238E27FC236}">
                <a16:creationId xmlns:a16="http://schemas.microsoft.com/office/drawing/2014/main" id="{865354B1-B321-D6CF-4114-EE8438945150}"/>
              </a:ext>
            </a:extLst>
          </p:cNvPr>
          <p:cNvSpPr>
            <a:spLocks/>
          </p:cNvSpPr>
          <p:nvPr/>
        </p:nvSpPr>
        <p:spPr bwMode="auto">
          <a:xfrm>
            <a:off x="14288" y="1397000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6" name="Group 12">
            <a:extLst>
              <a:ext uri="{FF2B5EF4-FFF2-40B4-BE49-F238E27FC236}">
                <a16:creationId xmlns:a16="http://schemas.microsoft.com/office/drawing/2014/main" id="{D653D97F-74B8-462C-AE7A-1D195194DD7A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360363"/>
            <a:ext cx="2427287" cy="241300"/>
            <a:chOff x="1373" y="227"/>
            <a:chExt cx="1529" cy="152"/>
          </a:xfrm>
        </p:grpSpPr>
        <p:sp>
          <p:nvSpPr>
            <p:cNvPr id="6147" name="Rectangle 3">
              <a:extLst>
                <a:ext uri="{FF2B5EF4-FFF2-40B4-BE49-F238E27FC236}">
                  <a16:creationId xmlns:a16="http://schemas.microsoft.com/office/drawing/2014/main" id="{C6BC3FCC-4CC5-1314-F292-DF228D2716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232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48" name="Line 4">
              <a:extLst>
                <a:ext uri="{FF2B5EF4-FFF2-40B4-BE49-F238E27FC236}">
                  <a16:creationId xmlns:a16="http://schemas.microsoft.com/office/drawing/2014/main" id="{3D9A47F9-E27C-B379-60DB-1D90BD7633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9" name="Line 5">
              <a:extLst>
                <a:ext uri="{FF2B5EF4-FFF2-40B4-BE49-F238E27FC236}">
                  <a16:creationId xmlns:a16="http://schemas.microsoft.com/office/drawing/2014/main" id="{BFD77ED2-558D-758C-3309-DAE0631B22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0" name="Line 6">
              <a:extLst>
                <a:ext uri="{FF2B5EF4-FFF2-40B4-BE49-F238E27FC236}">
                  <a16:creationId xmlns:a16="http://schemas.microsoft.com/office/drawing/2014/main" id="{EDE139D7-9B81-3E9B-034F-7E8FABDABF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1" name="Line 7">
              <a:extLst>
                <a:ext uri="{FF2B5EF4-FFF2-40B4-BE49-F238E27FC236}">
                  <a16:creationId xmlns:a16="http://schemas.microsoft.com/office/drawing/2014/main" id="{5132FC82-E82B-25D0-EAE9-A0BF939A49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2" name="Line 8">
              <a:extLst>
                <a:ext uri="{FF2B5EF4-FFF2-40B4-BE49-F238E27FC236}">
                  <a16:creationId xmlns:a16="http://schemas.microsoft.com/office/drawing/2014/main" id="{A92C279C-5896-852D-6E48-2DA6F3706E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1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3" name="Line 9">
              <a:extLst>
                <a:ext uri="{FF2B5EF4-FFF2-40B4-BE49-F238E27FC236}">
                  <a16:creationId xmlns:a16="http://schemas.microsoft.com/office/drawing/2014/main" id="{349F23BC-BE31-0023-395E-B98622AE9D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4" name="Line 10">
              <a:extLst>
                <a:ext uri="{FF2B5EF4-FFF2-40B4-BE49-F238E27FC236}">
                  <a16:creationId xmlns:a16="http://schemas.microsoft.com/office/drawing/2014/main" id="{C1F8F258-83D3-3118-B30F-8920C31AF7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0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5" name="Line 11">
              <a:extLst>
                <a:ext uri="{FF2B5EF4-FFF2-40B4-BE49-F238E27FC236}">
                  <a16:creationId xmlns:a16="http://schemas.microsoft.com/office/drawing/2014/main" id="{F4B9BEE1-9CC4-B90E-6FA3-9D1887CB79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59" name="Group 15">
            <a:extLst>
              <a:ext uri="{FF2B5EF4-FFF2-40B4-BE49-F238E27FC236}">
                <a16:creationId xmlns:a16="http://schemas.microsoft.com/office/drawing/2014/main" id="{FD1B3E2B-E02B-F3A6-177C-21ADE16A5796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50800"/>
            <a:ext cx="520700" cy="241300"/>
            <a:chOff x="1373" y="32"/>
            <a:chExt cx="328" cy="152"/>
          </a:xfrm>
        </p:grpSpPr>
        <p:sp>
          <p:nvSpPr>
            <p:cNvPr id="6157" name="Rectangle 13">
              <a:extLst>
                <a:ext uri="{FF2B5EF4-FFF2-40B4-BE49-F238E27FC236}">
                  <a16:creationId xmlns:a16="http://schemas.microsoft.com/office/drawing/2014/main" id="{21007718-D5D2-6D94-C3C7-8119F25FB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32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58" name="Line 14">
              <a:extLst>
                <a:ext uri="{FF2B5EF4-FFF2-40B4-BE49-F238E27FC236}">
                  <a16:creationId xmlns:a16="http://schemas.microsoft.com/office/drawing/2014/main" id="{901F2A75-CECC-4C45-0CD4-FD5CE61AB4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33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64" name="Group 20">
            <a:extLst>
              <a:ext uri="{FF2B5EF4-FFF2-40B4-BE49-F238E27FC236}">
                <a16:creationId xmlns:a16="http://schemas.microsoft.com/office/drawing/2014/main" id="{B2641F07-E6D0-8AFC-67E7-7A086DEAA0B1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649288"/>
            <a:ext cx="1092200" cy="241300"/>
            <a:chOff x="1373" y="409"/>
            <a:chExt cx="688" cy="152"/>
          </a:xfrm>
        </p:grpSpPr>
        <p:sp>
          <p:nvSpPr>
            <p:cNvPr id="6160" name="Rectangle 16">
              <a:extLst>
                <a:ext uri="{FF2B5EF4-FFF2-40B4-BE49-F238E27FC236}">
                  <a16:creationId xmlns:a16="http://schemas.microsoft.com/office/drawing/2014/main" id="{F5E17F2C-7B89-6A67-AD1D-1EE1EF0023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412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61" name="Line 17">
              <a:extLst>
                <a:ext uri="{FF2B5EF4-FFF2-40B4-BE49-F238E27FC236}">
                  <a16:creationId xmlns:a16="http://schemas.microsoft.com/office/drawing/2014/main" id="{4A5562CC-D603-67FB-05CC-92FF38E30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2" name="Line 18">
              <a:extLst>
                <a:ext uri="{FF2B5EF4-FFF2-40B4-BE49-F238E27FC236}">
                  <a16:creationId xmlns:a16="http://schemas.microsoft.com/office/drawing/2014/main" id="{D394D716-44AC-D32A-125E-7EB9CBBF40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3" name="Line 19">
              <a:extLst>
                <a:ext uri="{FF2B5EF4-FFF2-40B4-BE49-F238E27FC236}">
                  <a16:creationId xmlns:a16="http://schemas.microsoft.com/office/drawing/2014/main" id="{F8D730C2-AE9B-5266-0798-EF478275EC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80" name="Group 36">
            <a:extLst>
              <a:ext uri="{FF2B5EF4-FFF2-40B4-BE49-F238E27FC236}">
                <a16:creationId xmlns:a16="http://schemas.microsoft.com/office/drawing/2014/main" id="{318BCB32-A5DA-E67D-3BFB-73E30F8EAE50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1166813"/>
            <a:ext cx="3730625" cy="239712"/>
            <a:chOff x="222" y="735"/>
            <a:chExt cx="2350" cy="151"/>
          </a:xfrm>
        </p:grpSpPr>
        <p:sp>
          <p:nvSpPr>
            <p:cNvPr id="6165" name="Rectangle 21">
              <a:extLst>
                <a:ext uri="{FF2B5EF4-FFF2-40B4-BE49-F238E27FC236}">
                  <a16:creationId xmlns:a16="http://schemas.microsoft.com/office/drawing/2014/main" id="{81E7410C-61A7-61F3-E887-6BFFFCB78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" y="740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66" name="Line 22">
              <a:extLst>
                <a:ext uri="{FF2B5EF4-FFF2-40B4-BE49-F238E27FC236}">
                  <a16:creationId xmlns:a16="http://schemas.microsoft.com/office/drawing/2014/main" id="{BF2C6633-F215-84D0-5F84-1EE45AD95C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7" name="Line 23">
              <a:extLst>
                <a:ext uri="{FF2B5EF4-FFF2-40B4-BE49-F238E27FC236}">
                  <a16:creationId xmlns:a16="http://schemas.microsoft.com/office/drawing/2014/main" id="{5633854A-FABF-0EC5-9C5D-22C21CC5D1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8" name="Line 24">
              <a:extLst>
                <a:ext uri="{FF2B5EF4-FFF2-40B4-BE49-F238E27FC236}">
                  <a16:creationId xmlns:a16="http://schemas.microsoft.com/office/drawing/2014/main" id="{66005254-0072-0795-F4C0-06E61312C8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25">
              <a:extLst>
                <a:ext uri="{FF2B5EF4-FFF2-40B4-BE49-F238E27FC236}">
                  <a16:creationId xmlns:a16="http://schemas.microsoft.com/office/drawing/2014/main" id="{115561AE-6949-F78A-2B8F-D21BF1C33D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26">
              <a:extLst>
                <a:ext uri="{FF2B5EF4-FFF2-40B4-BE49-F238E27FC236}">
                  <a16:creationId xmlns:a16="http://schemas.microsoft.com/office/drawing/2014/main" id="{1A6701A3-D58B-7DFB-7EF6-65D0B3997F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27">
              <a:extLst>
                <a:ext uri="{FF2B5EF4-FFF2-40B4-BE49-F238E27FC236}">
                  <a16:creationId xmlns:a16="http://schemas.microsoft.com/office/drawing/2014/main" id="{D7751F27-7162-B5BB-12CE-1F258125C6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5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2" name="Line 28">
              <a:extLst>
                <a:ext uri="{FF2B5EF4-FFF2-40B4-BE49-F238E27FC236}">
                  <a16:creationId xmlns:a16="http://schemas.microsoft.com/office/drawing/2014/main" id="{ABBE9DB5-904F-0752-8C32-46BBF7813B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1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3" name="Line 29">
              <a:extLst>
                <a:ext uri="{FF2B5EF4-FFF2-40B4-BE49-F238E27FC236}">
                  <a16:creationId xmlns:a16="http://schemas.microsoft.com/office/drawing/2014/main" id="{2D0A2EED-1D2C-A03A-B36F-70FA0AFECE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4" name="Line 30">
              <a:extLst>
                <a:ext uri="{FF2B5EF4-FFF2-40B4-BE49-F238E27FC236}">
                  <a16:creationId xmlns:a16="http://schemas.microsoft.com/office/drawing/2014/main" id="{9E2F8853-7ACC-1651-D414-3895470BBE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3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5" name="Line 31">
              <a:extLst>
                <a:ext uri="{FF2B5EF4-FFF2-40B4-BE49-F238E27FC236}">
                  <a16:creationId xmlns:a16="http://schemas.microsoft.com/office/drawing/2014/main" id="{91E2AA65-1036-F3A4-0E57-72E7E90190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9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32">
              <a:extLst>
                <a:ext uri="{FF2B5EF4-FFF2-40B4-BE49-F238E27FC236}">
                  <a16:creationId xmlns:a16="http://schemas.microsoft.com/office/drawing/2014/main" id="{EC469155-724C-A658-B300-577FDFB4C4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7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33">
              <a:extLst>
                <a:ext uri="{FF2B5EF4-FFF2-40B4-BE49-F238E27FC236}">
                  <a16:creationId xmlns:a16="http://schemas.microsoft.com/office/drawing/2014/main" id="{089D46F6-4520-B9BA-F920-6950F9A725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34">
              <a:extLst>
                <a:ext uri="{FF2B5EF4-FFF2-40B4-BE49-F238E27FC236}">
                  <a16:creationId xmlns:a16="http://schemas.microsoft.com/office/drawing/2014/main" id="{EF5A05A4-7B12-505F-8A9E-E027CC7507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35">
              <a:extLst>
                <a:ext uri="{FF2B5EF4-FFF2-40B4-BE49-F238E27FC236}">
                  <a16:creationId xmlns:a16="http://schemas.microsoft.com/office/drawing/2014/main" id="{B21F9519-1C05-86C1-D5BF-977EBF4456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81" name="Rectangle 37">
            <a:extLst>
              <a:ext uri="{FF2B5EF4-FFF2-40B4-BE49-F238E27FC236}">
                <a16:creationId xmlns:a16="http://schemas.microsoft.com/office/drawing/2014/main" id="{53DBFEEC-364A-49EF-D254-07E03856F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092200"/>
            <a:ext cx="37925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 J U N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6182" name="Rectangle 38">
            <a:extLst>
              <a:ext uri="{FF2B5EF4-FFF2-40B4-BE49-F238E27FC236}">
                <a16:creationId xmlns:a16="http://schemas.microsoft.com/office/drawing/2014/main" id="{AAC2479C-5E18-A2CC-3CDD-C5ADA8206A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4763"/>
            <a:ext cx="3568700" cy="116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sp>
        <p:nvSpPr>
          <p:cNvPr id="6183" name="Rectangle 39">
            <a:extLst>
              <a:ext uri="{FF2B5EF4-FFF2-40B4-BE49-F238E27FC236}">
                <a16:creationId xmlns:a16="http://schemas.microsoft.com/office/drawing/2014/main" id="{9C0AF4AD-A156-4822-05CD-35826F4E8D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809750"/>
            <a:ext cx="338455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</a:t>
            </a:r>
            <a:r>
              <a:rPr lang="en-US" altLang="en-US" sz="1200" b="1">
                <a:solidFill>
                  <a:srgbClr val="FF3300"/>
                </a:solidFill>
                <a:latin typeface="Courier New" panose="02070309020205020404" pitchFamily="49" charset="0"/>
              </a:rPr>
              <a:t>MonthStr DELIMITED BY SPACES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YearStr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DateStr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0" name="Freeform 2">
            <a:extLst>
              <a:ext uri="{FF2B5EF4-FFF2-40B4-BE49-F238E27FC236}">
                <a16:creationId xmlns:a16="http://schemas.microsoft.com/office/drawing/2014/main" id="{F1250609-C426-96D6-F62C-95DC26BC1664}"/>
              </a:ext>
            </a:extLst>
          </p:cNvPr>
          <p:cNvSpPr>
            <a:spLocks/>
          </p:cNvSpPr>
          <p:nvPr/>
        </p:nvSpPr>
        <p:spPr bwMode="auto">
          <a:xfrm>
            <a:off x="14288" y="1397000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7180" name="Group 12">
            <a:extLst>
              <a:ext uri="{FF2B5EF4-FFF2-40B4-BE49-F238E27FC236}">
                <a16:creationId xmlns:a16="http://schemas.microsoft.com/office/drawing/2014/main" id="{1916F605-5AC1-1ACF-EFD1-B196B9947735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360363"/>
            <a:ext cx="2427287" cy="241300"/>
            <a:chOff x="1373" y="227"/>
            <a:chExt cx="1529" cy="152"/>
          </a:xfrm>
        </p:grpSpPr>
        <p:sp>
          <p:nvSpPr>
            <p:cNvPr id="7171" name="Rectangle 3">
              <a:extLst>
                <a:ext uri="{FF2B5EF4-FFF2-40B4-BE49-F238E27FC236}">
                  <a16:creationId xmlns:a16="http://schemas.microsoft.com/office/drawing/2014/main" id="{38F424BC-A04E-BD02-5713-93532B89D4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232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2" name="Line 4">
              <a:extLst>
                <a:ext uri="{FF2B5EF4-FFF2-40B4-BE49-F238E27FC236}">
                  <a16:creationId xmlns:a16="http://schemas.microsoft.com/office/drawing/2014/main" id="{92329122-0B12-8C97-62A6-EA68685A32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3" name="Line 5">
              <a:extLst>
                <a:ext uri="{FF2B5EF4-FFF2-40B4-BE49-F238E27FC236}">
                  <a16:creationId xmlns:a16="http://schemas.microsoft.com/office/drawing/2014/main" id="{51258AE4-CC31-C8B3-ECB4-DAD0ED793D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4" name="Line 6">
              <a:extLst>
                <a:ext uri="{FF2B5EF4-FFF2-40B4-BE49-F238E27FC236}">
                  <a16:creationId xmlns:a16="http://schemas.microsoft.com/office/drawing/2014/main" id="{BDD1663C-E348-F4EA-A31B-F14BDEE485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5" name="Line 7">
              <a:extLst>
                <a:ext uri="{FF2B5EF4-FFF2-40B4-BE49-F238E27FC236}">
                  <a16:creationId xmlns:a16="http://schemas.microsoft.com/office/drawing/2014/main" id="{6F65F857-685F-1784-F00D-B79C99116E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6" name="Line 8">
              <a:extLst>
                <a:ext uri="{FF2B5EF4-FFF2-40B4-BE49-F238E27FC236}">
                  <a16:creationId xmlns:a16="http://schemas.microsoft.com/office/drawing/2014/main" id="{560B327E-FC08-CFC2-31FF-DC80C6E816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1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9">
              <a:extLst>
                <a:ext uri="{FF2B5EF4-FFF2-40B4-BE49-F238E27FC236}">
                  <a16:creationId xmlns:a16="http://schemas.microsoft.com/office/drawing/2014/main" id="{5D73B85F-5BE4-BC06-CA27-472B2B7D1A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0">
              <a:extLst>
                <a:ext uri="{FF2B5EF4-FFF2-40B4-BE49-F238E27FC236}">
                  <a16:creationId xmlns:a16="http://schemas.microsoft.com/office/drawing/2014/main" id="{AACCF339-0D5F-BA61-7CE7-5125C676F9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0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1">
              <a:extLst>
                <a:ext uri="{FF2B5EF4-FFF2-40B4-BE49-F238E27FC236}">
                  <a16:creationId xmlns:a16="http://schemas.microsoft.com/office/drawing/2014/main" id="{78F15E7F-BD6F-1A03-BBA7-32C3B9BB47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83" name="Group 15">
            <a:extLst>
              <a:ext uri="{FF2B5EF4-FFF2-40B4-BE49-F238E27FC236}">
                <a16:creationId xmlns:a16="http://schemas.microsoft.com/office/drawing/2014/main" id="{8BB8D407-3B8C-E1FC-105C-D9656CE4A507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50800"/>
            <a:ext cx="520700" cy="241300"/>
            <a:chOff x="1373" y="32"/>
            <a:chExt cx="328" cy="152"/>
          </a:xfrm>
        </p:grpSpPr>
        <p:sp>
          <p:nvSpPr>
            <p:cNvPr id="7181" name="Rectangle 13">
              <a:extLst>
                <a:ext uri="{FF2B5EF4-FFF2-40B4-BE49-F238E27FC236}">
                  <a16:creationId xmlns:a16="http://schemas.microsoft.com/office/drawing/2014/main" id="{E77E4CFF-84C7-A5A7-708E-32DC7CE70A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32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2" name="Line 14">
              <a:extLst>
                <a:ext uri="{FF2B5EF4-FFF2-40B4-BE49-F238E27FC236}">
                  <a16:creationId xmlns:a16="http://schemas.microsoft.com/office/drawing/2014/main" id="{5ED91B18-CDB9-D8D5-4EE4-A336680ACB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33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88" name="Group 20">
            <a:extLst>
              <a:ext uri="{FF2B5EF4-FFF2-40B4-BE49-F238E27FC236}">
                <a16:creationId xmlns:a16="http://schemas.microsoft.com/office/drawing/2014/main" id="{569C9C69-BC35-2B32-FBBD-BDF776857842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649288"/>
            <a:ext cx="1092200" cy="241300"/>
            <a:chOff x="1373" y="409"/>
            <a:chExt cx="688" cy="152"/>
          </a:xfrm>
        </p:grpSpPr>
        <p:sp>
          <p:nvSpPr>
            <p:cNvPr id="7184" name="Rectangle 16">
              <a:extLst>
                <a:ext uri="{FF2B5EF4-FFF2-40B4-BE49-F238E27FC236}">
                  <a16:creationId xmlns:a16="http://schemas.microsoft.com/office/drawing/2014/main" id="{08ACAB73-5F6A-BF7E-FA1F-E7F3D4C15E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412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5" name="Line 17">
              <a:extLst>
                <a:ext uri="{FF2B5EF4-FFF2-40B4-BE49-F238E27FC236}">
                  <a16:creationId xmlns:a16="http://schemas.microsoft.com/office/drawing/2014/main" id="{E774F91C-D621-4D1C-9D8F-CF4F259B1A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6" name="Line 18">
              <a:extLst>
                <a:ext uri="{FF2B5EF4-FFF2-40B4-BE49-F238E27FC236}">
                  <a16:creationId xmlns:a16="http://schemas.microsoft.com/office/drawing/2014/main" id="{D6661C5A-5644-E949-754E-EC994AD670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7" name="Line 19">
              <a:extLst>
                <a:ext uri="{FF2B5EF4-FFF2-40B4-BE49-F238E27FC236}">
                  <a16:creationId xmlns:a16="http://schemas.microsoft.com/office/drawing/2014/main" id="{7116E354-EC90-B41F-E8DA-646793559D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04" name="Group 36">
            <a:extLst>
              <a:ext uri="{FF2B5EF4-FFF2-40B4-BE49-F238E27FC236}">
                <a16:creationId xmlns:a16="http://schemas.microsoft.com/office/drawing/2014/main" id="{1DCC832B-39DF-5AF6-426D-385FEDBC4072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1166813"/>
            <a:ext cx="3730625" cy="239712"/>
            <a:chOff x="222" y="735"/>
            <a:chExt cx="2350" cy="151"/>
          </a:xfrm>
        </p:grpSpPr>
        <p:sp>
          <p:nvSpPr>
            <p:cNvPr id="7189" name="Rectangle 21">
              <a:extLst>
                <a:ext uri="{FF2B5EF4-FFF2-40B4-BE49-F238E27FC236}">
                  <a16:creationId xmlns:a16="http://schemas.microsoft.com/office/drawing/2014/main" id="{E44DF594-91F7-BCF9-9AED-799E848EDC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" y="740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0" name="Line 22">
              <a:extLst>
                <a:ext uri="{FF2B5EF4-FFF2-40B4-BE49-F238E27FC236}">
                  <a16:creationId xmlns:a16="http://schemas.microsoft.com/office/drawing/2014/main" id="{AB49A221-2608-AF3B-29E8-8477DFFD0E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1" name="Line 23">
              <a:extLst>
                <a:ext uri="{FF2B5EF4-FFF2-40B4-BE49-F238E27FC236}">
                  <a16:creationId xmlns:a16="http://schemas.microsoft.com/office/drawing/2014/main" id="{6ED40679-D9C4-7909-94D6-AAD30112DE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2" name="Line 24">
              <a:extLst>
                <a:ext uri="{FF2B5EF4-FFF2-40B4-BE49-F238E27FC236}">
                  <a16:creationId xmlns:a16="http://schemas.microsoft.com/office/drawing/2014/main" id="{A4A51693-3CD1-0074-7AF8-A877756C80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3" name="Line 25">
              <a:extLst>
                <a:ext uri="{FF2B5EF4-FFF2-40B4-BE49-F238E27FC236}">
                  <a16:creationId xmlns:a16="http://schemas.microsoft.com/office/drawing/2014/main" id="{08B58762-83A3-0444-F707-DA5BC476BD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4" name="Line 26">
              <a:extLst>
                <a:ext uri="{FF2B5EF4-FFF2-40B4-BE49-F238E27FC236}">
                  <a16:creationId xmlns:a16="http://schemas.microsoft.com/office/drawing/2014/main" id="{0D194A2E-C786-BDE0-0759-D074BB7A4C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5" name="Line 27">
              <a:extLst>
                <a:ext uri="{FF2B5EF4-FFF2-40B4-BE49-F238E27FC236}">
                  <a16:creationId xmlns:a16="http://schemas.microsoft.com/office/drawing/2014/main" id="{6BAB43C5-C448-22FC-89A8-C07F2E4310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5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6" name="Line 28">
              <a:extLst>
                <a:ext uri="{FF2B5EF4-FFF2-40B4-BE49-F238E27FC236}">
                  <a16:creationId xmlns:a16="http://schemas.microsoft.com/office/drawing/2014/main" id="{9FC3639D-0AE1-5567-87F3-905A67B5AD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1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7" name="Line 29">
              <a:extLst>
                <a:ext uri="{FF2B5EF4-FFF2-40B4-BE49-F238E27FC236}">
                  <a16:creationId xmlns:a16="http://schemas.microsoft.com/office/drawing/2014/main" id="{9CF4D2A8-C779-EB31-2306-4BB52EF1C2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8" name="Line 30">
              <a:extLst>
                <a:ext uri="{FF2B5EF4-FFF2-40B4-BE49-F238E27FC236}">
                  <a16:creationId xmlns:a16="http://schemas.microsoft.com/office/drawing/2014/main" id="{C801473B-F5F0-5173-9E18-61B951424C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3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99" name="Line 31">
              <a:extLst>
                <a:ext uri="{FF2B5EF4-FFF2-40B4-BE49-F238E27FC236}">
                  <a16:creationId xmlns:a16="http://schemas.microsoft.com/office/drawing/2014/main" id="{48EEE94C-511B-D31B-E429-FB4C5BF01F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9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00" name="Line 32">
              <a:extLst>
                <a:ext uri="{FF2B5EF4-FFF2-40B4-BE49-F238E27FC236}">
                  <a16:creationId xmlns:a16="http://schemas.microsoft.com/office/drawing/2014/main" id="{6EB059CD-E2C5-7134-529D-2AA29B062A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7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01" name="Line 33">
              <a:extLst>
                <a:ext uri="{FF2B5EF4-FFF2-40B4-BE49-F238E27FC236}">
                  <a16:creationId xmlns:a16="http://schemas.microsoft.com/office/drawing/2014/main" id="{C51F6763-95F4-E617-86D1-3BC8D88F49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02" name="Line 34">
              <a:extLst>
                <a:ext uri="{FF2B5EF4-FFF2-40B4-BE49-F238E27FC236}">
                  <a16:creationId xmlns:a16="http://schemas.microsoft.com/office/drawing/2014/main" id="{75492E38-1A06-70FA-C569-353564B88B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03" name="Line 35">
              <a:extLst>
                <a:ext uri="{FF2B5EF4-FFF2-40B4-BE49-F238E27FC236}">
                  <a16:creationId xmlns:a16="http://schemas.microsoft.com/office/drawing/2014/main" id="{0D8168F2-6D99-4D01-0451-B5D4BE3C4A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205" name="Rectangle 37">
            <a:extLst>
              <a:ext uri="{FF2B5EF4-FFF2-40B4-BE49-F238E27FC236}">
                <a16:creationId xmlns:a16="http://schemas.microsoft.com/office/drawing/2014/main" id="{DA908320-32E6-8090-5C5A-6E5EFAD2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092200"/>
            <a:ext cx="37925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 J U N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,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7206" name="Rectangle 38">
            <a:extLst>
              <a:ext uri="{FF2B5EF4-FFF2-40B4-BE49-F238E27FC236}">
                <a16:creationId xmlns:a16="http://schemas.microsoft.com/office/drawing/2014/main" id="{B4D77176-2297-C403-A83C-7B94D3CB6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4763"/>
            <a:ext cx="3568700" cy="116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sp>
        <p:nvSpPr>
          <p:cNvPr id="7207" name="Rectangle 39">
            <a:extLst>
              <a:ext uri="{FF2B5EF4-FFF2-40B4-BE49-F238E27FC236}">
                <a16:creationId xmlns:a16="http://schemas.microsoft.com/office/drawing/2014/main" id="{B6831319-2700-9649-CC59-A407A7194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809750"/>
            <a:ext cx="338455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MonthStr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FF3300"/>
                </a:solidFill>
                <a:latin typeface="Courier New" panose="02070309020205020404" pitchFamily="49" charset="0"/>
              </a:rPr>
              <a:t>       ", "     DELIMITED BY SIZE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YearStr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DateStr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94" name="Freeform 2">
            <a:extLst>
              <a:ext uri="{FF2B5EF4-FFF2-40B4-BE49-F238E27FC236}">
                <a16:creationId xmlns:a16="http://schemas.microsoft.com/office/drawing/2014/main" id="{F5CABEEC-0356-478B-26EB-6079C621E0E4}"/>
              </a:ext>
            </a:extLst>
          </p:cNvPr>
          <p:cNvSpPr>
            <a:spLocks/>
          </p:cNvSpPr>
          <p:nvPr/>
        </p:nvSpPr>
        <p:spPr bwMode="auto">
          <a:xfrm>
            <a:off x="14288" y="1397000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4" name="Group 12">
            <a:extLst>
              <a:ext uri="{FF2B5EF4-FFF2-40B4-BE49-F238E27FC236}">
                <a16:creationId xmlns:a16="http://schemas.microsoft.com/office/drawing/2014/main" id="{D3CDC44F-B3E8-B08A-FC08-88964972DF88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360363"/>
            <a:ext cx="2427287" cy="241300"/>
            <a:chOff x="1373" y="227"/>
            <a:chExt cx="1529" cy="152"/>
          </a:xfrm>
        </p:grpSpPr>
        <p:sp>
          <p:nvSpPr>
            <p:cNvPr id="8195" name="Rectangle 3">
              <a:extLst>
                <a:ext uri="{FF2B5EF4-FFF2-40B4-BE49-F238E27FC236}">
                  <a16:creationId xmlns:a16="http://schemas.microsoft.com/office/drawing/2014/main" id="{00502999-EE74-D06B-DFE3-A48C1AFE08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232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6" name="Line 4">
              <a:extLst>
                <a:ext uri="{FF2B5EF4-FFF2-40B4-BE49-F238E27FC236}">
                  <a16:creationId xmlns:a16="http://schemas.microsoft.com/office/drawing/2014/main" id="{412348B4-9920-8CE8-E02F-9B4EC2AD6B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7" name="Line 5">
              <a:extLst>
                <a:ext uri="{FF2B5EF4-FFF2-40B4-BE49-F238E27FC236}">
                  <a16:creationId xmlns:a16="http://schemas.microsoft.com/office/drawing/2014/main" id="{02661F3D-BFF8-A9CF-EF7D-6894C690B8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8" name="Line 6">
              <a:extLst>
                <a:ext uri="{FF2B5EF4-FFF2-40B4-BE49-F238E27FC236}">
                  <a16:creationId xmlns:a16="http://schemas.microsoft.com/office/drawing/2014/main" id="{75DC6A23-DC88-48B9-AFE2-5FFAC67B97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9" name="Line 7">
              <a:extLst>
                <a:ext uri="{FF2B5EF4-FFF2-40B4-BE49-F238E27FC236}">
                  <a16:creationId xmlns:a16="http://schemas.microsoft.com/office/drawing/2014/main" id="{8C18E9F6-8D29-FC7D-CC34-BAABABB6AF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0" name="Line 8">
              <a:extLst>
                <a:ext uri="{FF2B5EF4-FFF2-40B4-BE49-F238E27FC236}">
                  <a16:creationId xmlns:a16="http://schemas.microsoft.com/office/drawing/2014/main" id="{2B59BDF1-D38F-9378-F59F-DC55837818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1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1" name="Line 9">
              <a:extLst>
                <a:ext uri="{FF2B5EF4-FFF2-40B4-BE49-F238E27FC236}">
                  <a16:creationId xmlns:a16="http://schemas.microsoft.com/office/drawing/2014/main" id="{AD7C0732-F43D-A1F1-853D-5DBF2EBE19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2" name="Line 10">
              <a:extLst>
                <a:ext uri="{FF2B5EF4-FFF2-40B4-BE49-F238E27FC236}">
                  <a16:creationId xmlns:a16="http://schemas.microsoft.com/office/drawing/2014/main" id="{D3317DFE-2C6B-D6B0-21B2-9509A0CC45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0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3" name="Line 11">
              <a:extLst>
                <a:ext uri="{FF2B5EF4-FFF2-40B4-BE49-F238E27FC236}">
                  <a16:creationId xmlns:a16="http://schemas.microsoft.com/office/drawing/2014/main" id="{DF887DA1-B5EA-325C-A22F-EA110722C0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27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207" name="Group 15">
            <a:extLst>
              <a:ext uri="{FF2B5EF4-FFF2-40B4-BE49-F238E27FC236}">
                <a16:creationId xmlns:a16="http://schemas.microsoft.com/office/drawing/2014/main" id="{889F2461-F1F7-DB38-1F01-211F9F277534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50800"/>
            <a:ext cx="520700" cy="241300"/>
            <a:chOff x="1373" y="32"/>
            <a:chExt cx="328" cy="152"/>
          </a:xfrm>
        </p:grpSpPr>
        <p:sp>
          <p:nvSpPr>
            <p:cNvPr id="8205" name="Rectangle 13">
              <a:extLst>
                <a:ext uri="{FF2B5EF4-FFF2-40B4-BE49-F238E27FC236}">
                  <a16:creationId xmlns:a16="http://schemas.microsoft.com/office/drawing/2014/main" id="{73D8A73C-0A0B-D54F-C684-10513541F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32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6" name="Line 14">
              <a:extLst>
                <a:ext uri="{FF2B5EF4-FFF2-40B4-BE49-F238E27FC236}">
                  <a16:creationId xmlns:a16="http://schemas.microsoft.com/office/drawing/2014/main" id="{097FC705-5843-1C8E-98AE-C5F27A5E19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33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212" name="Group 20">
            <a:extLst>
              <a:ext uri="{FF2B5EF4-FFF2-40B4-BE49-F238E27FC236}">
                <a16:creationId xmlns:a16="http://schemas.microsoft.com/office/drawing/2014/main" id="{0FE92BF9-DAB6-5050-61DC-C0F46331274C}"/>
              </a:ext>
            </a:extLst>
          </p:cNvPr>
          <p:cNvGrpSpPr>
            <a:grpSpLocks/>
          </p:cNvGrpSpPr>
          <p:nvPr/>
        </p:nvGrpSpPr>
        <p:grpSpPr bwMode="auto">
          <a:xfrm>
            <a:off x="2179638" y="649288"/>
            <a:ext cx="1092200" cy="241300"/>
            <a:chOff x="1373" y="409"/>
            <a:chExt cx="688" cy="152"/>
          </a:xfrm>
        </p:grpSpPr>
        <p:sp>
          <p:nvSpPr>
            <p:cNvPr id="8208" name="Rectangle 16">
              <a:extLst>
                <a:ext uri="{FF2B5EF4-FFF2-40B4-BE49-F238E27FC236}">
                  <a16:creationId xmlns:a16="http://schemas.microsoft.com/office/drawing/2014/main" id="{E2A8645B-30C0-B03E-0449-7A0976363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3" y="412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9" name="Line 17">
              <a:extLst>
                <a:ext uri="{FF2B5EF4-FFF2-40B4-BE49-F238E27FC236}">
                  <a16:creationId xmlns:a16="http://schemas.microsoft.com/office/drawing/2014/main" id="{4B7ACB23-5C2A-66D7-7058-AC901B9EEB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0" name="Line 18">
              <a:extLst>
                <a:ext uri="{FF2B5EF4-FFF2-40B4-BE49-F238E27FC236}">
                  <a16:creationId xmlns:a16="http://schemas.microsoft.com/office/drawing/2014/main" id="{683AF5D4-A390-8C81-3DDA-2BC7528394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9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1" name="Line 19">
              <a:extLst>
                <a:ext uri="{FF2B5EF4-FFF2-40B4-BE49-F238E27FC236}">
                  <a16:creationId xmlns:a16="http://schemas.microsoft.com/office/drawing/2014/main" id="{B5C4AE00-820E-A903-A17A-C718197A86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2" y="409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228" name="Group 36">
            <a:extLst>
              <a:ext uri="{FF2B5EF4-FFF2-40B4-BE49-F238E27FC236}">
                <a16:creationId xmlns:a16="http://schemas.microsoft.com/office/drawing/2014/main" id="{4AB34017-178D-1BBE-C1CF-AB18FBC3CEF7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1166813"/>
            <a:ext cx="3730625" cy="239712"/>
            <a:chOff x="222" y="735"/>
            <a:chExt cx="2350" cy="151"/>
          </a:xfrm>
        </p:grpSpPr>
        <p:sp>
          <p:nvSpPr>
            <p:cNvPr id="8213" name="Rectangle 21">
              <a:extLst>
                <a:ext uri="{FF2B5EF4-FFF2-40B4-BE49-F238E27FC236}">
                  <a16:creationId xmlns:a16="http://schemas.microsoft.com/office/drawing/2014/main" id="{BAEA468E-167F-34F0-D712-CD78FFC058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" y="740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4" name="Line 22">
              <a:extLst>
                <a:ext uri="{FF2B5EF4-FFF2-40B4-BE49-F238E27FC236}">
                  <a16:creationId xmlns:a16="http://schemas.microsoft.com/office/drawing/2014/main" id="{35C36F54-4CE0-A34B-32DF-5D99840A9F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23">
              <a:extLst>
                <a:ext uri="{FF2B5EF4-FFF2-40B4-BE49-F238E27FC236}">
                  <a16:creationId xmlns:a16="http://schemas.microsoft.com/office/drawing/2014/main" id="{ECB35724-D3B7-8E21-D6D7-AA36CC6E43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24">
              <a:extLst>
                <a:ext uri="{FF2B5EF4-FFF2-40B4-BE49-F238E27FC236}">
                  <a16:creationId xmlns:a16="http://schemas.microsoft.com/office/drawing/2014/main" id="{0977FB27-53C5-9473-3BC9-6E242BBF8C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25">
              <a:extLst>
                <a:ext uri="{FF2B5EF4-FFF2-40B4-BE49-F238E27FC236}">
                  <a16:creationId xmlns:a16="http://schemas.microsoft.com/office/drawing/2014/main" id="{25A55804-DAA0-898F-0CFB-DD6E637FB9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26">
              <a:extLst>
                <a:ext uri="{FF2B5EF4-FFF2-40B4-BE49-F238E27FC236}">
                  <a16:creationId xmlns:a16="http://schemas.microsoft.com/office/drawing/2014/main" id="{FFE39A8F-FCC6-D0BC-2CDD-AC123893F5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4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27">
              <a:extLst>
                <a:ext uri="{FF2B5EF4-FFF2-40B4-BE49-F238E27FC236}">
                  <a16:creationId xmlns:a16="http://schemas.microsoft.com/office/drawing/2014/main" id="{26C6CE26-84DA-DC23-FFEE-1BAF3FC0EE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5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28">
              <a:extLst>
                <a:ext uri="{FF2B5EF4-FFF2-40B4-BE49-F238E27FC236}">
                  <a16:creationId xmlns:a16="http://schemas.microsoft.com/office/drawing/2014/main" id="{DAD49808-3057-124E-1E2D-C6A5D936EF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1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29">
              <a:extLst>
                <a:ext uri="{FF2B5EF4-FFF2-40B4-BE49-F238E27FC236}">
                  <a16:creationId xmlns:a16="http://schemas.microsoft.com/office/drawing/2014/main" id="{B26E3D1E-78C6-0C97-3C1E-47B56F78A2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30">
              <a:extLst>
                <a:ext uri="{FF2B5EF4-FFF2-40B4-BE49-F238E27FC236}">
                  <a16:creationId xmlns:a16="http://schemas.microsoft.com/office/drawing/2014/main" id="{321D0E75-3588-E4E6-AEC2-EB7DE71E04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43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31">
              <a:extLst>
                <a:ext uri="{FF2B5EF4-FFF2-40B4-BE49-F238E27FC236}">
                  <a16:creationId xmlns:a16="http://schemas.microsoft.com/office/drawing/2014/main" id="{E172C9E4-27A2-DDF1-96DB-966106470C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9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32">
              <a:extLst>
                <a:ext uri="{FF2B5EF4-FFF2-40B4-BE49-F238E27FC236}">
                  <a16:creationId xmlns:a16="http://schemas.microsoft.com/office/drawing/2014/main" id="{A1F3C48C-FDF9-9F47-49AF-C6C7B49DA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70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33">
              <a:extLst>
                <a:ext uri="{FF2B5EF4-FFF2-40B4-BE49-F238E27FC236}">
                  <a16:creationId xmlns:a16="http://schemas.microsoft.com/office/drawing/2014/main" id="{AE5466A7-F878-08A6-F211-817DB769D6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6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34">
              <a:extLst>
                <a:ext uri="{FF2B5EF4-FFF2-40B4-BE49-F238E27FC236}">
                  <a16:creationId xmlns:a16="http://schemas.microsoft.com/office/drawing/2014/main" id="{02FFD04E-410C-B5C5-5B67-2081F0BACB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35">
              <a:extLst>
                <a:ext uri="{FF2B5EF4-FFF2-40B4-BE49-F238E27FC236}">
                  <a16:creationId xmlns:a16="http://schemas.microsoft.com/office/drawing/2014/main" id="{DAFE7D3C-3E82-135F-A94A-DBE57142BF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" y="735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29" name="Rectangle 37">
            <a:extLst>
              <a:ext uri="{FF2B5EF4-FFF2-40B4-BE49-F238E27FC236}">
                <a16:creationId xmlns:a16="http://schemas.microsoft.com/office/drawing/2014/main" id="{F8391970-8624-EFB1-7A72-0DC1283652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092200"/>
            <a:ext cx="37925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 J U N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,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9 8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8230" name="Rectangle 38">
            <a:extLst>
              <a:ext uri="{FF2B5EF4-FFF2-40B4-BE49-F238E27FC236}">
                <a16:creationId xmlns:a16="http://schemas.microsoft.com/office/drawing/2014/main" id="{0CE53B50-8E70-8206-CA3A-B12C0444C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4763"/>
            <a:ext cx="3568700" cy="116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sp>
        <p:nvSpPr>
          <p:cNvPr id="8231" name="Rectangle 39">
            <a:extLst>
              <a:ext uri="{FF2B5EF4-FFF2-40B4-BE49-F238E27FC236}">
                <a16:creationId xmlns:a16="http://schemas.microsoft.com/office/drawing/2014/main" id="{AAE6519D-0FED-39AA-8F24-3C852D4A6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809750"/>
            <a:ext cx="338455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MonthStr DELIMITED BY SPACES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 "     DELIMITED BY SIZE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</a:t>
            </a:r>
            <a:r>
              <a:rPr lang="en-US" altLang="en-US" sz="1200" b="1">
                <a:solidFill>
                  <a:srgbClr val="FF3300"/>
                </a:solidFill>
                <a:latin typeface="Courier New" panose="02070309020205020404" pitchFamily="49" charset="0"/>
              </a:rPr>
              <a:t>YearStr  DELIMITED BY SIZE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DateStr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88</TotalTime>
  <Words>510</Words>
  <Application>Microsoft Office PowerPoint</Application>
  <PresentationFormat>Custom</PresentationFormat>
  <Paragraphs>72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9</cp:revision>
  <dcterms:created xsi:type="dcterms:W3CDTF">1995-06-17T23:31:02Z</dcterms:created>
  <dcterms:modified xsi:type="dcterms:W3CDTF">2026-05-13T01:06:28Z</dcterms:modified>
</cp:coreProperties>
</file>