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4762500" cy="304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63000"/>
            <a:ext cx="42858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713160"/>
            <a:ext cx="4285800" cy="176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3048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9360"/>
            <a:ext cx="4746600" cy="303228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21320"/>
            <a:ext cx="4285800" cy="50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713160"/>
            <a:ext cx="4285800" cy="176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14400" y="1397160"/>
            <a:ext cx="4739040" cy="651240"/>
          </a:xfrm>
          <a:custGeom>
            <a:avLst/>
            <a:gdLst/>
            <a:ahLst/>
            <a:rect l="0" t="0" r="r" b="b"/>
            <a:pathLst>
              <a:path w="13164" h="1809">
                <a:moveTo>
                  <a:pt x="0" y="165"/>
                </a:moveTo>
                <a:lnTo>
                  <a:pt x="120" y="126"/>
                </a:lnTo>
                <a:lnTo>
                  <a:pt x="222" y="147"/>
                </a:lnTo>
                <a:lnTo>
                  <a:pt x="282" y="147"/>
                </a:lnTo>
                <a:lnTo>
                  <a:pt x="362" y="147"/>
                </a:lnTo>
                <a:lnTo>
                  <a:pt x="422" y="126"/>
                </a:lnTo>
                <a:lnTo>
                  <a:pt x="483" y="105"/>
                </a:lnTo>
                <a:lnTo>
                  <a:pt x="565" y="105"/>
                </a:lnTo>
                <a:lnTo>
                  <a:pt x="645" y="63"/>
                </a:lnTo>
                <a:lnTo>
                  <a:pt x="705" y="63"/>
                </a:lnTo>
                <a:lnTo>
                  <a:pt x="765" y="63"/>
                </a:lnTo>
                <a:lnTo>
                  <a:pt x="845" y="63"/>
                </a:lnTo>
                <a:lnTo>
                  <a:pt x="906" y="63"/>
                </a:lnTo>
                <a:lnTo>
                  <a:pt x="966" y="105"/>
                </a:lnTo>
                <a:lnTo>
                  <a:pt x="1048" y="126"/>
                </a:lnTo>
                <a:lnTo>
                  <a:pt x="1089" y="189"/>
                </a:lnTo>
                <a:lnTo>
                  <a:pt x="1169" y="210"/>
                </a:lnTo>
                <a:lnTo>
                  <a:pt x="1229" y="252"/>
                </a:lnTo>
                <a:lnTo>
                  <a:pt x="1290" y="273"/>
                </a:lnTo>
                <a:lnTo>
                  <a:pt x="1369" y="273"/>
                </a:lnTo>
                <a:lnTo>
                  <a:pt x="1430" y="273"/>
                </a:lnTo>
                <a:lnTo>
                  <a:pt x="1490" y="273"/>
                </a:lnTo>
                <a:lnTo>
                  <a:pt x="1551" y="273"/>
                </a:lnTo>
                <a:lnTo>
                  <a:pt x="1611" y="273"/>
                </a:lnTo>
                <a:lnTo>
                  <a:pt x="1671" y="273"/>
                </a:lnTo>
                <a:lnTo>
                  <a:pt x="1734" y="252"/>
                </a:lnTo>
                <a:lnTo>
                  <a:pt x="1795" y="252"/>
                </a:lnTo>
                <a:lnTo>
                  <a:pt x="1894" y="252"/>
                </a:lnTo>
                <a:lnTo>
                  <a:pt x="1976" y="273"/>
                </a:lnTo>
                <a:lnTo>
                  <a:pt x="2056" y="273"/>
                </a:lnTo>
                <a:lnTo>
                  <a:pt x="2135" y="294"/>
                </a:lnTo>
                <a:lnTo>
                  <a:pt x="2196" y="315"/>
                </a:lnTo>
                <a:lnTo>
                  <a:pt x="2256" y="336"/>
                </a:lnTo>
                <a:lnTo>
                  <a:pt x="2317" y="357"/>
                </a:lnTo>
                <a:lnTo>
                  <a:pt x="2377" y="357"/>
                </a:lnTo>
                <a:lnTo>
                  <a:pt x="2459" y="378"/>
                </a:lnTo>
                <a:lnTo>
                  <a:pt x="2520" y="378"/>
                </a:lnTo>
                <a:lnTo>
                  <a:pt x="2621" y="378"/>
                </a:lnTo>
                <a:lnTo>
                  <a:pt x="2701" y="378"/>
                </a:lnTo>
                <a:lnTo>
                  <a:pt x="2780" y="378"/>
                </a:lnTo>
                <a:lnTo>
                  <a:pt x="2841" y="378"/>
                </a:lnTo>
                <a:lnTo>
                  <a:pt x="2901" y="378"/>
                </a:lnTo>
                <a:lnTo>
                  <a:pt x="3003" y="378"/>
                </a:lnTo>
                <a:lnTo>
                  <a:pt x="3104" y="357"/>
                </a:lnTo>
                <a:lnTo>
                  <a:pt x="3184" y="357"/>
                </a:lnTo>
                <a:lnTo>
                  <a:pt x="3266" y="357"/>
                </a:lnTo>
                <a:lnTo>
                  <a:pt x="3346" y="357"/>
                </a:lnTo>
                <a:lnTo>
                  <a:pt x="3406" y="357"/>
                </a:lnTo>
                <a:lnTo>
                  <a:pt x="3467" y="357"/>
                </a:lnTo>
                <a:lnTo>
                  <a:pt x="3527" y="357"/>
                </a:lnTo>
                <a:lnTo>
                  <a:pt x="3587" y="378"/>
                </a:lnTo>
                <a:lnTo>
                  <a:pt x="3648" y="378"/>
                </a:lnTo>
                <a:lnTo>
                  <a:pt x="3749" y="399"/>
                </a:lnTo>
                <a:lnTo>
                  <a:pt x="3810" y="399"/>
                </a:lnTo>
                <a:lnTo>
                  <a:pt x="3889" y="378"/>
                </a:lnTo>
                <a:lnTo>
                  <a:pt x="3991" y="378"/>
                </a:lnTo>
                <a:lnTo>
                  <a:pt x="4071" y="378"/>
                </a:lnTo>
                <a:lnTo>
                  <a:pt x="4153" y="378"/>
                </a:lnTo>
                <a:lnTo>
                  <a:pt x="4213" y="378"/>
                </a:lnTo>
                <a:lnTo>
                  <a:pt x="4274" y="378"/>
                </a:lnTo>
                <a:lnTo>
                  <a:pt x="4334" y="378"/>
                </a:lnTo>
                <a:lnTo>
                  <a:pt x="4394" y="378"/>
                </a:lnTo>
                <a:lnTo>
                  <a:pt x="4474" y="399"/>
                </a:lnTo>
                <a:lnTo>
                  <a:pt x="4556" y="399"/>
                </a:lnTo>
                <a:lnTo>
                  <a:pt x="4636" y="420"/>
                </a:lnTo>
                <a:lnTo>
                  <a:pt x="4716" y="441"/>
                </a:lnTo>
                <a:lnTo>
                  <a:pt x="4798" y="441"/>
                </a:lnTo>
                <a:lnTo>
                  <a:pt x="4858" y="441"/>
                </a:lnTo>
                <a:lnTo>
                  <a:pt x="4957" y="463"/>
                </a:lnTo>
                <a:lnTo>
                  <a:pt x="5078" y="484"/>
                </a:lnTo>
                <a:lnTo>
                  <a:pt x="5139" y="484"/>
                </a:lnTo>
                <a:lnTo>
                  <a:pt x="5201" y="484"/>
                </a:lnTo>
                <a:lnTo>
                  <a:pt x="5281" y="484"/>
                </a:lnTo>
                <a:lnTo>
                  <a:pt x="5342" y="484"/>
                </a:lnTo>
                <a:lnTo>
                  <a:pt x="5402" y="484"/>
                </a:lnTo>
                <a:lnTo>
                  <a:pt x="5462" y="484"/>
                </a:lnTo>
                <a:lnTo>
                  <a:pt x="5663" y="484"/>
                </a:lnTo>
                <a:lnTo>
                  <a:pt x="5866" y="484"/>
                </a:lnTo>
                <a:lnTo>
                  <a:pt x="6066" y="484"/>
                </a:lnTo>
                <a:lnTo>
                  <a:pt x="6149" y="484"/>
                </a:lnTo>
                <a:lnTo>
                  <a:pt x="6228" y="484"/>
                </a:lnTo>
                <a:lnTo>
                  <a:pt x="6308" y="484"/>
                </a:lnTo>
                <a:lnTo>
                  <a:pt x="6368" y="463"/>
                </a:lnTo>
                <a:lnTo>
                  <a:pt x="6633" y="315"/>
                </a:lnTo>
                <a:lnTo>
                  <a:pt x="6674" y="378"/>
                </a:lnTo>
                <a:lnTo>
                  <a:pt x="6712" y="463"/>
                </a:lnTo>
                <a:lnTo>
                  <a:pt x="6795" y="484"/>
                </a:lnTo>
                <a:lnTo>
                  <a:pt x="6855" y="463"/>
                </a:lnTo>
                <a:lnTo>
                  <a:pt x="6915" y="463"/>
                </a:lnTo>
                <a:lnTo>
                  <a:pt x="6976" y="441"/>
                </a:lnTo>
                <a:lnTo>
                  <a:pt x="7036" y="463"/>
                </a:lnTo>
                <a:lnTo>
                  <a:pt x="7116" y="484"/>
                </a:lnTo>
                <a:lnTo>
                  <a:pt x="7176" y="484"/>
                </a:lnTo>
                <a:lnTo>
                  <a:pt x="7237" y="505"/>
                </a:lnTo>
                <a:lnTo>
                  <a:pt x="7297" y="505"/>
                </a:lnTo>
                <a:lnTo>
                  <a:pt x="7358" y="505"/>
                </a:lnTo>
                <a:lnTo>
                  <a:pt x="7418" y="505"/>
                </a:lnTo>
                <a:lnTo>
                  <a:pt x="7478" y="505"/>
                </a:lnTo>
                <a:lnTo>
                  <a:pt x="7539" y="484"/>
                </a:lnTo>
                <a:lnTo>
                  <a:pt x="7599" y="484"/>
                </a:lnTo>
                <a:lnTo>
                  <a:pt x="7681" y="484"/>
                </a:lnTo>
                <a:lnTo>
                  <a:pt x="7761" y="463"/>
                </a:lnTo>
                <a:lnTo>
                  <a:pt x="7821" y="441"/>
                </a:lnTo>
                <a:lnTo>
                  <a:pt x="7882" y="441"/>
                </a:lnTo>
                <a:lnTo>
                  <a:pt x="7962" y="441"/>
                </a:lnTo>
                <a:lnTo>
                  <a:pt x="8024" y="420"/>
                </a:lnTo>
                <a:lnTo>
                  <a:pt x="8085" y="441"/>
                </a:lnTo>
                <a:lnTo>
                  <a:pt x="8145" y="505"/>
                </a:lnTo>
                <a:lnTo>
                  <a:pt x="8206" y="526"/>
                </a:lnTo>
                <a:lnTo>
                  <a:pt x="8285" y="526"/>
                </a:lnTo>
                <a:lnTo>
                  <a:pt x="8346" y="526"/>
                </a:lnTo>
                <a:lnTo>
                  <a:pt x="8406" y="526"/>
                </a:lnTo>
                <a:lnTo>
                  <a:pt x="8486" y="526"/>
                </a:lnTo>
                <a:lnTo>
                  <a:pt x="8568" y="505"/>
                </a:lnTo>
                <a:lnTo>
                  <a:pt x="8648" y="484"/>
                </a:lnTo>
                <a:lnTo>
                  <a:pt x="8730" y="484"/>
                </a:lnTo>
                <a:lnTo>
                  <a:pt x="8790" y="463"/>
                </a:lnTo>
                <a:lnTo>
                  <a:pt x="8870" y="463"/>
                </a:lnTo>
                <a:lnTo>
                  <a:pt x="8930" y="441"/>
                </a:lnTo>
                <a:lnTo>
                  <a:pt x="8991" y="441"/>
                </a:lnTo>
                <a:lnTo>
                  <a:pt x="9051" y="441"/>
                </a:lnTo>
                <a:lnTo>
                  <a:pt x="9293" y="441"/>
                </a:lnTo>
                <a:lnTo>
                  <a:pt x="9353" y="441"/>
                </a:lnTo>
                <a:lnTo>
                  <a:pt x="9435" y="441"/>
                </a:lnTo>
                <a:lnTo>
                  <a:pt x="9496" y="441"/>
                </a:lnTo>
                <a:lnTo>
                  <a:pt x="9556" y="420"/>
                </a:lnTo>
                <a:lnTo>
                  <a:pt x="9636" y="378"/>
                </a:lnTo>
                <a:lnTo>
                  <a:pt x="9737" y="357"/>
                </a:lnTo>
                <a:lnTo>
                  <a:pt x="9798" y="336"/>
                </a:lnTo>
                <a:lnTo>
                  <a:pt x="9858" y="294"/>
                </a:lnTo>
                <a:lnTo>
                  <a:pt x="9919" y="273"/>
                </a:lnTo>
                <a:lnTo>
                  <a:pt x="9979" y="231"/>
                </a:lnTo>
                <a:lnTo>
                  <a:pt x="10039" y="231"/>
                </a:lnTo>
                <a:lnTo>
                  <a:pt x="10100" y="252"/>
                </a:lnTo>
                <a:lnTo>
                  <a:pt x="10201" y="273"/>
                </a:lnTo>
                <a:lnTo>
                  <a:pt x="10262" y="273"/>
                </a:lnTo>
                <a:lnTo>
                  <a:pt x="10361" y="315"/>
                </a:lnTo>
                <a:lnTo>
                  <a:pt x="10443" y="336"/>
                </a:lnTo>
                <a:lnTo>
                  <a:pt x="10503" y="336"/>
                </a:lnTo>
                <a:lnTo>
                  <a:pt x="10564" y="336"/>
                </a:lnTo>
                <a:lnTo>
                  <a:pt x="10624" y="315"/>
                </a:lnTo>
                <a:lnTo>
                  <a:pt x="10704" y="315"/>
                </a:lnTo>
                <a:lnTo>
                  <a:pt x="10764" y="294"/>
                </a:lnTo>
                <a:lnTo>
                  <a:pt x="10846" y="294"/>
                </a:lnTo>
                <a:lnTo>
                  <a:pt x="10946" y="294"/>
                </a:lnTo>
                <a:lnTo>
                  <a:pt x="11006" y="294"/>
                </a:lnTo>
                <a:lnTo>
                  <a:pt x="11066" y="315"/>
                </a:lnTo>
                <a:lnTo>
                  <a:pt x="11127" y="315"/>
                </a:lnTo>
                <a:lnTo>
                  <a:pt x="11187" y="336"/>
                </a:lnTo>
                <a:lnTo>
                  <a:pt x="11248" y="336"/>
                </a:lnTo>
                <a:lnTo>
                  <a:pt x="11330" y="336"/>
                </a:lnTo>
                <a:lnTo>
                  <a:pt x="11429" y="315"/>
                </a:lnTo>
                <a:lnTo>
                  <a:pt x="11530" y="315"/>
                </a:lnTo>
                <a:lnTo>
                  <a:pt x="11591" y="315"/>
                </a:lnTo>
                <a:lnTo>
                  <a:pt x="11673" y="294"/>
                </a:lnTo>
                <a:lnTo>
                  <a:pt x="11733" y="273"/>
                </a:lnTo>
                <a:lnTo>
                  <a:pt x="11794" y="231"/>
                </a:lnTo>
                <a:lnTo>
                  <a:pt x="11854" y="210"/>
                </a:lnTo>
                <a:lnTo>
                  <a:pt x="11934" y="189"/>
                </a:lnTo>
                <a:lnTo>
                  <a:pt x="12013" y="189"/>
                </a:lnTo>
                <a:lnTo>
                  <a:pt x="12096" y="168"/>
                </a:lnTo>
                <a:lnTo>
                  <a:pt x="12156" y="147"/>
                </a:lnTo>
                <a:lnTo>
                  <a:pt x="12236" y="126"/>
                </a:lnTo>
                <a:lnTo>
                  <a:pt x="12296" y="105"/>
                </a:lnTo>
                <a:lnTo>
                  <a:pt x="12357" y="84"/>
                </a:lnTo>
                <a:lnTo>
                  <a:pt x="12579" y="0"/>
                </a:lnTo>
                <a:lnTo>
                  <a:pt x="12680" y="42"/>
                </a:lnTo>
                <a:lnTo>
                  <a:pt x="12719" y="105"/>
                </a:lnTo>
                <a:lnTo>
                  <a:pt x="12779" y="126"/>
                </a:lnTo>
                <a:lnTo>
                  <a:pt x="12842" y="126"/>
                </a:lnTo>
                <a:lnTo>
                  <a:pt x="12941" y="105"/>
                </a:lnTo>
                <a:lnTo>
                  <a:pt x="13002" y="84"/>
                </a:lnTo>
                <a:lnTo>
                  <a:pt x="13062" y="42"/>
                </a:lnTo>
                <a:lnTo>
                  <a:pt x="13164" y="26"/>
                </a:lnTo>
                <a:lnTo>
                  <a:pt x="13164" y="1809"/>
                </a:lnTo>
                <a:lnTo>
                  <a:pt x="12941" y="1704"/>
                </a:lnTo>
                <a:lnTo>
                  <a:pt x="12903" y="1641"/>
                </a:lnTo>
                <a:lnTo>
                  <a:pt x="12881" y="1578"/>
                </a:lnTo>
                <a:lnTo>
                  <a:pt x="12862" y="1515"/>
                </a:lnTo>
                <a:lnTo>
                  <a:pt x="12801" y="1473"/>
                </a:lnTo>
                <a:lnTo>
                  <a:pt x="12741" y="1473"/>
                </a:lnTo>
                <a:lnTo>
                  <a:pt x="12680" y="1536"/>
                </a:lnTo>
                <a:lnTo>
                  <a:pt x="12620" y="1473"/>
                </a:lnTo>
                <a:lnTo>
                  <a:pt x="12559" y="1494"/>
                </a:lnTo>
                <a:lnTo>
                  <a:pt x="12477" y="1536"/>
                </a:lnTo>
                <a:lnTo>
                  <a:pt x="12439" y="1473"/>
                </a:lnTo>
                <a:lnTo>
                  <a:pt x="12378" y="1452"/>
                </a:lnTo>
                <a:lnTo>
                  <a:pt x="12318" y="1410"/>
                </a:lnTo>
                <a:lnTo>
                  <a:pt x="12277" y="1346"/>
                </a:lnTo>
                <a:lnTo>
                  <a:pt x="12216" y="1283"/>
                </a:lnTo>
                <a:lnTo>
                  <a:pt x="12156" y="1220"/>
                </a:lnTo>
                <a:lnTo>
                  <a:pt x="12115" y="1157"/>
                </a:lnTo>
                <a:lnTo>
                  <a:pt x="12055" y="1199"/>
                </a:lnTo>
                <a:lnTo>
                  <a:pt x="11994" y="1157"/>
                </a:lnTo>
                <a:lnTo>
                  <a:pt x="11994" y="1094"/>
                </a:lnTo>
                <a:lnTo>
                  <a:pt x="11953" y="1010"/>
                </a:lnTo>
                <a:lnTo>
                  <a:pt x="11914" y="926"/>
                </a:lnTo>
                <a:lnTo>
                  <a:pt x="11893" y="862"/>
                </a:lnTo>
                <a:lnTo>
                  <a:pt x="11832" y="820"/>
                </a:lnTo>
                <a:lnTo>
                  <a:pt x="11753" y="862"/>
                </a:lnTo>
                <a:lnTo>
                  <a:pt x="11711" y="778"/>
                </a:lnTo>
                <a:lnTo>
                  <a:pt x="11673" y="715"/>
                </a:lnTo>
                <a:lnTo>
                  <a:pt x="11612" y="694"/>
                </a:lnTo>
                <a:lnTo>
                  <a:pt x="11571" y="631"/>
                </a:lnTo>
                <a:lnTo>
                  <a:pt x="11511" y="631"/>
                </a:lnTo>
                <a:lnTo>
                  <a:pt x="11450" y="631"/>
                </a:lnTo>
                <a:lnTo>
                  <a:pt x="11390" y="610"/>
                </a:lnTo>
                <a:lnTo>
                  <a:pt x="11308" y="568"/>
                </a:lnTo>
                <a:lnTo>
                  <a:pt x="11248" y="568"/>
                </a:lnTo>
                <a:lnTo>
                  <a:pt x="11187" y="568"/>
                </a:lnTo>
                <a:lnTo>
                  <a:pt x="11107" y="547"/>
                </a:lnTo>
                <a:lnTo>
                  <a:pt x="11047" y="526"/>
                </a:lnTo>
                <a:lnTo>
                  <a:pt x="11006" y="463"/>
                </a:lnTo>
                <a:lnTo>
                  <a:pt x="10946" y="463"/>
                </a:lnTo>
                <a:lnTo>
                  <a:pt x="10885" y="484"/>
                </a:lnTo>
                <a:lnTo>
                  <a:pt x="10866" y="547"/>
                </a:lnTo>
                <a:lnTo>
                  <a:pt x="10805" y="610"/>
                </a:lnTo>
                <a:lnTo>
                  <a:pt x="10745" y="631"/>
                </a:lnTo>
                <a:lnTo>
                  <a:pt x="10866" y="1220"/>
                </a:lnTo>
                <a:lnTo>
                  <a:pt x="10786" y="1199"/>
                </a:lnTo>
                <a:lnTo>
                  <a:pt x="10723" y="1157"/>
                </a:lnTo>
                <a:lnTo>
                  <a:pt x="10663" y="1094"/>
                </a:lnTo>
                <a:lnTo>
                  <a:pt x="10100" y="694"/>
                </a:lnTo>
                <a:lnTo>
                  <a:pt x="10039" y="652"/>
                </a:lnTo>
                <a:lnTo>
                  <a:pt x="9979" y="610"/>
                </a:lnTo>
                <a:lnTo>
                  <a:pt x="9938" y="547"/>
                </a:lnTo>
                <a:lnTo>
                  <a:pt x="9878" y="526"/>
                </a:lnTo>
                <a:lnTo>
                  <a:pt x="9817" y="568"/>
                </a:lnTo>
                <a:lnTo>
                  <a:pt x="9776" y="631"/>
                </a:lnTo>
                <a:lnTo>
                  <a:pt x="9696" y="694"/>
                </a:lnTo>
                <a:lnTo>
                  <a:pt x="9636" y="715"/>
                </a:lnTo>
                <a:lnTo>
                  <a:pt x="9576" y="715"/>
                </a:lnTo>
                <a:lnTo>
                  <a:pt x="9515" y="673"/>
                </a:lnTo>
                <a:lnTo>
                  <a:pt x="9455" y="652"/>
                </a:lnTo>
                <a:lnTo>
                  <a:pt x="9394" y="694"/>
                </a:lnTo>
                <a:lnTo>
                  <a:pt x="9334" y="631"/>
                </a:lnTo>
                <a:lnTo>
                  <a:pt x="9274" y="652"/>
                </a:lnTo>
                <a:lnTo>
                  <a:pt x="9213" y="694"/>
                </a:lnTo>
                <a:lnTo>
                  <a:pt x="9153" y="652"/>
                </a:lnTo>
                <a:lnTo>
                  <a:pt x="9092" y="631"/>
                </a:lnTo>
                <a:lnTo>
                  <a:pt x="9032" y="631"/>
                </a:lnTo>
                <a:lnTo>
                  <a:pt x="8972" y="652"/>
                </a:lnTo>
                <a:lnTo>
                  <a:pt x="8911" y="652"/>
                </a:lnTo>
                <a:lnTo>
                  <a:pt x="8851" y="631"/>
                </a:lnTo>
                <a:lnTo>
                  <a:pt x="8769" y="652"/>
                </a:lnTo>
                <a:lnTo>
                  <a:pt x="8689" y="694"/>
                </a:lnTo>
                <a:lnTo>
                  <a:pt x="8628" y="694"/>
                </a:lnTo>
                <a:lnTo>
                  <a:pt x="8546" y="715"/>
                </a:lnTo>
                <a:lnTo>
                  <a:pt x="8486" y="715"/>
                </a:lnTo>
                <a:lnTo>
                  <a:pt x="8406" y="673"/>
                </a:lnTo>
                <a:lnTo>
                  <a:pt x="8346" y="652"/>
                </a:lnTo>
                <a:lnTo>
                  <a:pt x="8285" y="652"/>
                </a:lnTo>
                <a:lnTo>
                  <a:pt x="8225" y="694"/>
                </a:lnTo>
                <a:lnTo>
                  <a:pt x="8145" y="757"/>
                </a:lnTo>
                <a:lnTo>
                  <a:pt x="8085" y="799"/>
                </a:lnTo>
                <a:lnTo>
                  <a:pt x="8044" y="736"/>
                </a:lnTo>
                <a:lnTo>
                  <a:pt x="7983" y="694"/>
                </a:lnTo>
                <a:lnTo>
                  <a:pt x="7923" y="694"/>
                </a:lnTo>
                <a:lnTo>
                  <a:pt x="7863" y="715"/>
                </a:lnTo>
                <a:lnTo>
                  <a:pt x="7802" y="736"/>
                </a:lnTo>
                <a:lnTo>
                  <a:pt x="7720" y="736"/>
                </a:lnTo>
                <a:lnTo>
                  <a:pt x="7640" y="715"/>
                </a:lnTo>
                <a:lnTo>
                  <a:pt x="7561" y="694"/>
                </a:lnTo>
                <a:lnTo>
                  <a:pt x="7500" y="673"/>
                </a:lnTo>
                <a:lnTo>
                  <a:pt x="7399" y="694"/>
                </a:lnTo>
                <a:lnTo>
                  <a:pt x="7338" y="715"/>
                </a:lnTo>
                <a:lnTo>
                  <a:pt x="7256" y="736"/>
                </a:lnTo>
                <a:lnTo>
                  <a:pt x="7157" y="778"/>
                </a:lnTo>
                <a:lnTo>
                  <a:pt x="7097" y="757"/>
                </a:lnTo>
                <a:lnTo>
                  <a:pt x="7036" y="715"/>
                </a:lnTo>
                <a:lnTo>
                  <a:pt x="6976" y="673"/>
                </a:lnTo>
                <a:lnTo>
                  <a:pt x="6915" y="694"/>
                </a:lnTo>
                <a:lnTo>
                  <a:pt x="6855" y="694"/>
                </a:lnTo>
                <a:lnTo>
                  <a:pt x="6795" y="694"/>
                </a:lnTo>
                <a:lnTo>
                  <a:pt x="6734" y="694"/>
                </a:lnTo>
                <a:lnTo>
                  <a:pt x="6674" y="694"/>
                </a:lnTo>
                <a:lnTo>
                  <a:pt x="6613" y="694"/>
                </a:lnTo>
                <a:lnTo>
                  <a:pt x="6248" y="1220"/>
                </a:lnTo>
                <a:lnTo>
                  <a:pt x="6530" y="652"/>
                </a:lnTo>
                <a:lnTo>
                  <a:pt x="6470" y="652"/>
                </a:lnTo>
                <a:lnTo>
                  <a:pt x="6409" y="652"/>
                </a:lnTo>
                <a:lnTo>
                  <a:pt x="6349" y="673"/>
                </a:lnTo>
                <a:lnTo>
                  <a:pt x="6269" y="673"/>
                </a:lnTo>
                <a:lnTo>
                  <a:pt x="6209" y="673"/>
                </a:lnTo>
                <a:lnTo>
                  <a:pt x="6149" y="694"/>
                </a:lnTo>
                <a:lnTo>
                  <a:pt x="6088" y="736"/>
                </a:lnTo>
                <a:lnTo>
                  <a:pt x="6028" y="736"/>
                </a:lnTo>
                <a:lnTo>
                  <a:pt x="5967" y="736"/>
                </a:lnTo>
                <a:lnTo>
                  <a:pt x="5907" y="736"/>
                </a:lnTo>
                <a:lnTo>
                  <a:pt x="5844" y="736"/>
                </a:lnTo>
                <a:lnTo>
                  <a:pt x="5784" y="694"/>
                </a:lnTo>
                <a:lnTo>
                  <a:pt x="5704" y="673"/>
                </a:lnTo>
                <a:lnTo>
                  <a:pt x="5644" y="673"/>
                </a:lnTo>
                <a:lnTo>
                  <a:pt x="5583" y="673"/>
                </a:lnTo>
                <a:lnTo>
                  <a:pt x="5503" y="694"/>
                </a:lnTo>
                <a:lnTo>
                  <a:pt x="5443" y="694"/>
                </a:lnTo>
                <a:lnTo>
                  <a:pt x="5361" y="694"/>
                </a:lnTo>
                <a:lnTo>
                  <a:pt x="5300" y="715"/>
                </a:lnTo>
                <a:lnTo>
                  <a:pt x="5221" y="715"/>
                </a:lnTo>
                <a:lnTo>
                  <a:pt x="5160" y="694"/>
                </a:lnTo>
                <a:lnTo>
                  <a:pt x="5100" y="694"/>
                </a:lnTo>
                <a:lnTo>
                  <a:pt x="5018" y="673"/>
                </a:lnTo>
                <a:lnTo>
                  <a:pt x="4957" y="652"/>
                </a:lnTo>
                <a:lnTo>
                  <a:pt x="4897" y="652"/>
                </a:lnTo>
                <a:lnTo>
                  <a:pt x="4837" y="652"/>
                </a:lnTo>
                <a:lnTo>
                  <a:pt x="4776" y="673"/>
                </a:lnTo>
                <a:lnTo>
                  <a:pt x="4716" y="694"/>
                </a:lnTo>
                <a:lnTo>
                  <a:pt x="4655" y="694"/>
                </a:lnTo>
                <a:lnTo>
                  <a:pt x="4576" y="694"/>
                </a:lnTo>
                <a:lnTo>
                  <a:pt x="4515" y="694"/>
                </a:lnTo>
                <a:lnTo>
                  <a:pt x="4455" y="652"/>
                </a:lnTo>
                <a:lnTo>
                  <a:pt x="4394" y="610"/>
                </a:lnTo>
                <a:lnTo>
                  <a:pt x="4334" y="568"/>
                </a:lnTo>
                <a:lnTo>
                  <a:pt x="4252" y="547"/>
                </a:lnTo>
                <a:lnTo>
                  <a:pt x="4191" y="547"/>
                </a:lnTo>
                <a:lnTo>
                  <a:pt x="4131" y="526"/>
                </a:lnTo>
                <a:lnTo>
                  <a:pt x="4071" y="484"/>
                </a:lnTo>
                <a:lnTo>
                  <a:pt x="4010" y="463"/>
                </a:lnTo>
                <a:lnTo>
                  <a:pt x="3950" y="463"/>
                </a:lnTo>
                <a:lnTo>
                  <a:pt x="3889" y="463"/>
                </a:lnTo>
                <a:lnTo>
                  <a:pt x="3829" y="484"/>
                </a:lnTo>
                <a:lnTo>
                  <a:pt x="3769" y="526"/>
                </a:lnTo>
                <a:lnTo>
                  <a:pt x="3708" y="526"/>
                </a:lnTo>
                <a:lnTo>
                  <a:pt x="3648" y="568"/>
                </a:lnTo>
                <a:lnTo>
                  <a:pt x="3587" y="568"/>
                </a:lnTo>
                <a:lnTo>
                  <a:pt x="3527" y="526"/>
                </a:lnTo>
                <a:lnTo>
                  <a:pt x="3447" y="505"/>
                </a:lnTo>
                <a:lnTo>
                  <a:pt x="3387" y="505"/>
                </a:lnTo>
                <a:lnTo>
                  <a:pt x="3305" y="463"/>
                </a:lnTo>
                <a:lnTo>
                  <a:pt x="3244" y="463"/>
                </a:lnTo>
                <a:lnTo>
                  <a:pt x="3184" y="484"/>
                </a:lnTo>
                <a:lnTo>
                  <a:pt x="3124" y="505"/>
                </a:lnTo>
                <a:lnTo>
                  <a:pt x="3063" y="526"/>
                </a:lnTo>
                <a:lnTo>
                  <a:pt x="3003" y="547"/>
                </a:lnTo>
                <a:lnTo>
                  <a:pt x="2942" y="568"/>
                </a:lnTo>
                <a:lnTo>
                  <a:pt x="2882" y="568"/>
                </a:lnTo>
                <a:lnTo>
                  <a:pt x="2822" y="568"/>
                </a:lnTo>
                <a:lnTo>
                  <a:pt x="2761" y="568"/>
                </a:lnTo>
                <a:lnTo>
                  <a:pt x="2681" y="568"/>
                </a:lnTo>
                <a:lnTo>
                  <a:pt x="2621" y="568"/>
                </a:lnTo>
                <a:lnTo>
                  <a:pt x="2561" y="547"/>
                </a:lnTo>
                <a:lnTo>
                  <a:pt x="2500" y="547"/>
                </a:lnTo>
                <a:lnTo>
                  <a:pt x="2440" y="547"/>
                </a:lnTo>
                <a:lnTo>
                  <a:pt x="2358" y="547"/>
                </a:lnTo>
                <a:lnTo>
                  <a:pt x="2297" y="547"/>
                </a:lnTo>
                <a:lnTo>
                  <a:pt x="2237" y="547"/>
                </a:lnTo>
                <a:lnTo>
                  <a:pt x="2176" y="589"/>
                </a:lnTo>
                <a:lnTo>
                  <a:pt x="2116" y="610"/>
                </a:lnTo>
                <a:lnTo>
                  <a:pt x="2056" y="631"/>
                </a:lnTo>
                <a:lnTo>
                  <a:pt x="1995" y="631"/>
                </a:lnTo>
                <a:lnTo>
                  <a:pt x="1935" y="631"/>
                </a:lnTo>
                <a:lnTo>
                  <a:pt x="1874" y="589"/>
                </a:lnTo>
                <a:lnTo>
                  <a:pt x="1814" y="568"/>
                </a:lnTo>
                <a:lnTo>
                  <a:pt x="1754" y="568"/>
                </a:lnTo>
                <a:lnTo>
                  <a:pt x="1693" y="568"/>
                </a:lnTo>
                <a:lnTo>
                  <a:pt x="1592" y="547"/>
                </a:lnTo>
                <a:lnTo>
                  <a:pt x="1531" y="547"/>
                </a:lnTo>
                <a:lnTo>
                  <a:pt x="1471" y="589"/>
                </a:lnTo>
                <a:lnTo>
                  <a:pt x="1411" y="631"/>
                </a:lnTo>
                <a:lnTo>
                  <a:pt x="1350" y="673"/>
                </a:lnTo>
                <a:lnTo>
                  <a:pt x="1290" y="694"/>
                </a:lnTo>
                <a:lnTo>
                  <a:pt x="1229" y="694"/>
                </a:lnTo>
                <a:lnTo>
                  <a:pt x="1169" y="673"/>
                </a:lnTo>
                <a:lnTo>
                  <a:pt x="1108" y="652"/>
                </a:lnTo>
                <a:lnTo>
                  <a:pt x="1048" y="652"/>
                </a:lnTo>
                <a:lnTo>
                  <a:pt x="988" y="631"/>
                </a:lnTo>
                <a:lnTo>
                  <a:pt x="927" y="631"/>
                </a:lnTo>
                <a:lnTo>
                  <a:pt x="867" y="631"/>
                </a:lnTo>
                <a:lnTo>
                  <a:pt x="785" y="631"/>
                </a:lnTo>
                <a:lnTo>
                  <a:pt x="705" y="631"/>
                </a:lnTo>
                <a:lnTo>
                  <a:pt x="645" y="631"/>
                </a:lnTo>
                <a:lnTo>
                  <a:pt x="584" y="631"/>
                </a:lnTo>
                <a:lnTo>
                  <a:pt x="524" y="652"/>
                </a:lnTo>
                <a:lnTo>
                  <a:pt x="463" y="652"/>
                </a:lnTo>
                <a:lnTo>
                  <a:pt x="403" y="652"/>
                </a:lnTo>
                <a:lnTo>
                  <a:pt x="343" y="673"/>
                </a:lnTo>
                <a:lnTo>
                  <a:pt x="282" y="694"/>
                </a:lnTo>
                <a:lnTo>
                  <a:pt x="222" y="715"/>
                </a:lnTo>
                <a:lnTo>
                  <a:pt x="140" y="757"/>
                </a:lnTo>
                <a:lnTo>
                  <a:pt x="60" y="778"/>
                </a:lnTo>
                <a:lnTo>
                  <a:pt x="0" y="820"/>
                </a:lnTo>
                <a:lnTo>
                  <a:pt x="0" y="16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" name=""/>
          <p:cNvGrpSpPr/>
          <p:nvPr/>
        </p:nvGrpSpPr>
        <p:grpSpPr>
          <a:xfrm>
            <a:off x="2166840" y="355680"/>
            <a:ext cx="2452680" cy="249120"/>
            <a:chOff x="2166840" y="355680"/>
            <a:chExt cx="2452680" cy="249120"/>
          </a:xfrm>
        </p:grpSpPr>
        <p:sp>
          <p:nvSpPr>
            <p:cNvPr id="10" name=""/>
            <p:cNvSpPr/>
            <p:nvPr/>
          </p:nvSpPr>
          <p:spPr>
            <a:xfrm>
              <a:off x="2166840" y="355680"/>
              <a:ext cx="2452680" cy="2491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24480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271296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300348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32688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5258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379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40640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433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" name=""/>
          <p:cNvGrpSpPr/>
          <p:nvPr/>
        </p:nvGrpSpPr>
        <p:grpSpPr>
          <a:xfrm>
            <a:off x="2166840" y="38160"/>
            <a:ext cx="546120" cy="264960"/>
            <a:chOff x="2166840" y="38160"/>
            <a:chExt cx="546120" cy="264960"/>
          </a:xfrm>
        </p:grpSpPr>
        <p:sp>
          <p:nvSpPr>
            <p:cNvPr id="20" name=""/>
            <p:cNvSpPr/>
            <p:nvPr/>
          </p:nvSpPr>
          <p:spPr>
            <a:xfrm>
              <a:off x="2166840" y="3816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2448000" y="52560"/>
              <a:ext cx="0" cy="2394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" name=""/>
          <p:cNvGrpSpPr/>
          <p:nvPr/>
        </p:nvGrpSpPr>
        <p:grpSpPr>
          <a:xfrm>
            <a:off x="2166840" y="641520"/>
            <a:ext cx="1117440" cy="254160"/>
            <a:chOff x="2166840" y="641520"/>
            <a:chExt cx="1117440" cy="254160"/>
          </a:xfrm>
        </p:grpSpPr>
        <p:sp>
          <p:nvSpPr>
            <p:cNvPr id="23" name=""/>
            <p:cNvSpPr/>
            <p:nvPr/>
          </p:nvSpPr>
          <p:spPr>
            <a:xfrm>
              <a:off x="2166840" y="641520"/>
              <a:ext cx="1117440" cy="2541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244800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271296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300348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" name=""/>
          <p:cNvGrpSpPr/>
          <p:nvPr/>
        </p:nvGrpSpPr>
        <p:grpSpPr>
          <a:xfrm>
            <a:off x="339840" y="1162080"/>
            <a:ext cx="3755880" cy="247680"/>
            <a:chOff x="339840" y="1162080"/>
            <a:chExt cx="3755880" cy="247680"/>
          </a:xfrm>
        </p:grpSpPr>
        <p:sp>
          <p:nvSpPr>
            <p:cNvPr id="28" name=""/>
            <p:cNvSpPr/>
            <p:nvPr/>
          </p:nvSpPr>
          <p:spPr>
            <a:xfrm>
              <a:off x="339840" y="1162080"/>
              <a:ext cx="3755880" cy="24768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603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8510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11206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1368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16095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18651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21128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23684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26082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28558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312732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33750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36147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3870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" name=""/>
          <p:cNvSpPr txBox="1"/>
          <p:nvPr/>
        </p:nvSpPr>
        <p:spPr>
          <a:xfrm>
            <a:off x="325440" y="1092240"/>
            <a:ext cx="3792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1280" y="4680"/>
            <a:ext cx="3568680" cy="116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 PIC XX.  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 PIC X(9).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J  U  N 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 PIC X(4).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1  9  9  8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 PIC X(15) VALUE ALL "-".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5440" y="1809720"/>
            <a:ext cx="3384720" cy="118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MonthStr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YearStr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14400" y="1397160"/>
            <a:ext cx="4739040" cy="651240"/>
          </a:xfrm>
          <a:custGeom>
            <a:avLst/>
            <a:gdLst/>
            <a:ahLst/>
            <a:rect l="0" t="0" r="r" b="b"/>
            <a:pathLst>
              <a:path w="13164" h="1809">
                <a:moveTo>
                  <a:pt x="0" y="165"/>
                </a:moveTo>
                <a:lnTo>
                  <a:pt x="120" y="126"/>
                </a:lnTo>
                <a:lnTo>
                  <a:pt x="222" y="147"/>
                </a:lnTo>
                <a:lnTo>
                  <a:pt x="282" y="147"/>
                </a:lnTo>
                <a:lnTo>
                  <a:pt x="362" y="147"/>
                </a:lnTo>
                <a:lnTo>
                  <a:pt x="422" y="126"/>
                </a:lnTo>
                <a:lnTo>
                  <a:pt x="483" y="105"/>
                </a:lnTo>
                <a:lnTo>
                  <a:pt x="565" y="105"/>
                </a:lnTo>
                <a:lnTo>
                  <a:pt x="645" y="63"/>
                </a:lnTo>
                <a:lnTo>
                  <a:pt x="705" y="63"/>
                </a:lnTo>
                <a:lnTo>
                  <a:pt x="765" y="63"/>
                </a:lnTo>
                <a:lnTo>
                  <a:pt x="845" y="63"/>
                </a:lnTo>
                <a:lnTo>
                  <a:pt x="906" y="63"/>
                </a:lnTo>
                <a:lnTo>
                  <a:pt x="966" y="105"/>
                </a:lnTo>
                <a:lnTo>
                  <a:pt x="1048" y="126"/>
                </a:lnTo>
                <a:lnTo>
                  <a:pt x="1089" y="189"/>
                </a:lnTo>
                <a:lnTo>
                  <a:pt x="1169" y="210"/>
                </a:lnTo>
                <a:lnTo>
                  <a:pt x="1229" y="252"/>
                </a:lnTo>
                <a:lnTo>
                  <a:pt x="1290" y="273"/>
                </a:lnTo>
                <a:lnTo>
                  <a:pt x="1369" y="273"/>
                </a:lnTo>
                <a:lnTo>
                  <a:pt x="1430" y="273"/>
                </a:lnTo>
                <a:lnTo>
                  <a:pt x="1490" y="273"/>
                </a:lnTo>
                <a:lnTo>
                  <a:pt x="1551" y="273"/>
                </a:lnTo>
                <a:lnTo>
                  <a:pt x="1611" y="273"/>
                </a:lnTo>
                <a:lnTo>
                  <a:pt x="1671" y="273"/>
                </a:lnTo>
                <a:lnTo>
                  <a:pt x="1734" y="252"/>
                </a:lnTo>
                <a:lnTo>
                  <a:pt x="1795" y="252"/>
                </a:lnTo>
                <a:lnTo>
                  <a:pt x="1894" y="252"/>
                </a:lnTo>
                <a:lnTo>
                  <a:pt x="1976" y="273"/>
                </a:lnTo>
                <a:lnTo>
                  <a:pt x="2056" y="273"/>
                </a:lnTo>
                <a:lnTo>
                  <a:pt x="2135" y="294"/>
                </a:lnTo>
                <a:lnTo>
                  <a:pt x="2196" y="315"/>
                </a:lnTo>
                <a:lnTo>
                  <a:pt x="2256" y="336"/>
                </a:lnTo>
                <a:lnTo>
                  <a:pt x="2317" y="357"/>
                </a:lnTo>
                <a:lnTo>
                  <a:pt x="2377" y="357"/>
                </a:lnTo>
                <a:lnTo>
                  <a:pt x="2459" y="378"/>
                </a:lnTo>
                <a:lnTo>
                  <a:pt x="2520" y="378"/>
                </a:lnTo>
                <a:lnTo>
                  <a:pt x="2621" y="378"/>
                </a:lnTo>
                <a:lnTo>
                  <a:pt x="2701" y="378"/>
                </a:lnTo>
                <a:lnTo>
                  <a:pt x="2780" y="378"/>
                </a:lnTo>
                <a:lnTo>
                  <a:pt x="2841" y="378"/>
                </a:lnTo>
                <a:lnTo>
                  <a:pt x="2901" y="378"/>
                </a:lnTo>
                <a:lnTo>
                  <a:pt x="3003" y="378"/>
                </a:lnTo>
                <a:lnTo>
                  <a:pt x="3104" y="357"/>
                </a:lnTo>
                <a:lnTo>
                  <a:pt x="3184" y="357"/>
                </a:lnTo>
                <a:lnTo>
                  <a:pt x="3266" y="357"/>
                </a:lnTo>
                <a:lnTo>
                  <a:pt x="3346" y="357"/>
                </a:lnTo>
                <a:lnTo>
                  <a:pt x="3406" y="357"/>
                </a:lnTo>
                <a:lnTo>
                  <a:pt x="3467" y="357"/>
                </a:lnTo>
                <a:lnTo>
                  <a:pt x="3527" y="357"/>
                </a:lnTo>
                <a:lnTo>
                  <a:pt x="3587" y="378"/>
                </a:lnTo>
                <a:lnTo>
                  <a:pt x="3648" y="378"/>
                </a:lnTo>
                <a:lnTo>
                  <a:pt x="3749" y="399"/>
                </a:lnTo>
                <a:lnTo>
                  <a:pt x="3810" y="399"/>
                </a:lnTo>
                <a:lnTo>
                  <a:pt x="3889" y="378"/>
                </a:lnTo>
                <a:lnTo>
                  <a:pt x="3991" y="378"/>
                </a:lnTo>
                <a:lnTo>
                  <a:pt x="4071" y="378"/>
                </a:lnTo>
                <a:lnTo>
                  <a:pt x="4153" y="378"/>
                </a:lnTo>
                <a:lnTo>
                  <a:pt x="4213" y="378"/>
                </a:lnTo>
                <a:lnTo>
                  <a:pt x="4274" y="378"/>
                </a:lnTo>
                <a:lnTo>
                  <a:pt x="4334" y="378"/>
                </a:lnTo>
                <a:lnTo>
                  <a:pt x="4394" y="378"/>
                </a:lnTo>
                <a:lnTo>
                  <a:pt x="4474" y="399"/>
                </a:lnTo>
                <a:lnTo>
                  <a:pt x="4556" y="399"/>
                </a:lnTo>
                <a:lnTo>
                  <a:pt x="4636" y="420"/>
                </a:lnTo>
                <a:lnTo>
                  <a:pt x="4716" y="441"/>
                </a:lnTo>
                <a:lnTo>
                  <a:pt x="4798" y="441"/>
                </a:lnTo>
                <a:lnTo>
                  <a:pt x="4858" y="441"/>
                </a:lnTo>
                <a:lnTo>
                  <a:pt x="4957" y="463"/>
                </a:lnTo>
                <a:lnTo>
                  <a:pt x="5078" y="484"/>
                </a:lnTo>
                <a:lnTo>
                  <a:pt x="5139" y="484"/>
                </a:lnTo>
                <a:lnTo>
                  <a:pt x="5201" y="484"/>
                </a:lnTo>
                <a:lnTo>
                  <a:pt x="5281" y="484"/>
                </a:lnTo>
                <a:lnTo>
                  <a:pt x="5342" y="484"/>
                </a:lnTo>
                <a:lnTo>
                  <a:pt x="5402" y="484"/>
                </a:lnTo>
                <a:lnTo>
                  <a:pt x="5462" y="484"/>
                </a:lnTo>
                <a:lnTo>
                  <a:pt x="5663" y="484"/>
                </a:lnTo>
                <a:lnTo>
                  <a:pt x="5866" y="484"/>
                </a:lnTo>
                <a:lnTo>
                  <a:pt x="6066" y="484"/>
                </a:lnTo>
                <a:lnTo>
                  <a:pt x="6149" y="484"/>
                </a:lnTo>
                <a:lnTo>
                  <a:pt x="6228" y="484"/>
                </a:lnTo>
                <a:lnTo>
                  <a:pt x="6308" y="484"/>
                </a:lnTo>
                <a:lnTo>
                  <a:pt x="6368" y="463"/>
                </a:lnTo>
                <a:lnTo>
                  <a:pt x="6633" y="315"/>
                </a:lnTo>
                <a:lnTo>
                  <a:pt x="6674" y="378"/>
                </a:lnTo>
                <a:lnTo>
                  <a:pt x="6712" y="463"/>
                </a:lnTo>
                <a:lnTo>
                  <a:pt x="6795" y="484"/>
                </a:lnTo>
                <a:lnTo>
                  <a:pt x="6855" y="463"/>
                </a:lnTo>
                <a:lnTo>
                  <a:pt x="6915" y="463"/>
                </a:lnTo>
                <a:lnTo>
                  <a:pt x="6976" y="441"/>
                </a:lnTo>
                <a:lnTo>
                  <a:pt x="7036" y="463"/>
                </a:lnTo>
                <a:lnTo>
                  <a:pt x="7116" y="484"/>
                </a:lnTo>
                <a:lnTo>
                  <a:pt x="7176" y="484"/>
                </a:lnTo>
                <a:lnTo>
                  <a:pt x="7237" y="505"/>
                </a:lnTo>
                <a:lnTo>
                  <a:pt x="7297" y="505"/>
                </a:lnTo>
                <a:lnTo>
                  <a:pt x="7358" y="505"/>
                </a:lnTo>
                <a:lnTo>
                  <a:pt x="7418" y="505"/>
                </a:lnTo>
                <a:lnTo>
                  <a:pt x="7478" y="505"/>
                </a:lnTo>
                <a:lnTo>
                  <a:pt x="7539" y="484"/>
                </a:lnTo>
                <a:lnTo>
                  <a:pt x="7599" y="484"/>
                </a:lnTo>
                <a:lnTo>
                  <a:pt x="7681" y="484"/>
                </a:lnTo>
                <a:lnTo>
                  <a:pt x="7761" y="463"/>
                </a:lnTo>
                <a:lnTo>
                  <a:pt x="7821" y="441"/>
                </a:lnTo>
                <a:lnTo>
                  <a:pt x="7882" y="441"/>
                </a:lnTo>
                <a:lnTo>
                  <a:pt x="7962" y="441"/>
                </a:lnTo>
                <a:lnTo>
                  <a:pt x="8024" y="420"/>
                </a:lnTo>
                <a:lnTo>
                  <a:pt x="8085" y="441"/>
                </a:lnTo>
                <a:lnTo>
                  <a:pt x="8145" y="505"/>
                </a:lnTo>
                <a:lnTo>
                  <a:pt x="8206" y="526"/>
                </a:lnTo>
                <a:lnTo>
                  <a:pt x="8285" y="526"/>
                </a:lnTo>
                <a:lnTo>
                  <a:pt x="8346" y="526"/>
                </a:lnTo>
                <a:lnTo>
                  <a:pt x="8406" y="526"/>
                </a:lnTo>
                <a:lnTo>
                  <a:pt x="8486" y="526"/>
                </a:lnTo>
                <a:lnTo>
                  <a:pt x="8568" y="505"/>
                </a:lnTo>
                <a:lnTo>
                  <a:pt x="8648" y="484"/>
                </a:lnTo>
                <a:lnTo>
                  <a:pt x="8730" y="484"/>
                </a:lnTo>
                <a:lnTo>
                  <a:pt x="8790" y="463"/>
                </a:lnTo>
                <a:lnTo>
                  <a:pt x="8870" y="463"/>
                </a:lnTo>
                <a:lnTo>
                  <a:pt x="8930" y="441"/>
                </a:lnTo>
                <a:lnTo>
                  <a:pt x="8991" y="441"/>
                </a:lnTo>
                <a:lnTo>
                  <a:pt x="9051" y="441"/>
                </a:lnTo>
                <a:lnTo>
                  <a:pt x="9293" y="441"/>
                </a:lnTo>
                <a:lnTo>
                  <a:pt x="9353" y="441"/>
                </a:lnTo>
                <a:lnTo>
                  <a:pt x="9435" y="441"/>
                </a:lnTo>
                <a:lnTo>
                  <a:pt x="9496" y="441"/>
                </a:lnTo>
                <a:lnTo>
                  <a:pt x="9556" y="420"/>
                </a:lnTo>
                <a:lnTo>
                  <a:pt x="9636" y="378"/>
                </a:lnTo>
                <a:lnTo>
                  <a:pt x="9737" y="357"/>
                </a:lnTo>
                <a:lnTo>
                  <a:pt x="9798" y="336"/>
                </a:lnTo>
                <a:lnTo>
                  <a:pt x="9858" y="294"/>
                </a:lnTo>
                <a:lnTo>
                  <a:pt x="9919" y="273"/>
                </a:lnTo>
                <a:lnTo>
                  <a:pt x="9979" y="231"/>
                </a:lnTo>
                <a:lnTo>
                  <a:pt x="10039" y="231"/>
                </a:lnTo>
                <a:lnTo>
                  <a:pt x="10100" y="252"/>
                </a:lnTo>
                <a:lnTo>
                  <a:pt x="10201" y="273"/>
                </a:lnTo>
                <a:lnTo>
                  <a:pt x="10262" y="273"/>
                </a:lnTo>
                <a:lnTo>
                  <a:pt x="10361" y="315"/>
                </a:lnTo>
                <a:lnTo>
                  <a:pt x="10443" y="336"/>
                </a:lnTo>
                <a:lnTo>
                  <a:pt x="10503" y="336"/>
                </a:lnTo>
                <a:lnTo>
                  <a:pt x="10564" y="336"/>
                </a:lnTo>
                <a:lnTo>
                  <a:pt x="10624" y="315"/>
                </a:lnTo>
                <a:lnTo>
                  <a:pt x="10704" y="315"/>
                </a:lnTo>
                <a:lnTo>
                  <a:pt x="10764" y="294"/>
                </a:lnTo>
                <a:lnTo>
                  <a:pt x="10846" y="294"/>
                </a:lnTo>
                <a:lnTo>
                  <a:pt x="10946" y="294"/>
                </a:lnTo>
                <a:lnTo>
                  <a:pt x="11006" y="294"/>
                </a:lnTo>
                <a:lnTo>
                  <a:pt x="11066" y="315"/>
                </a:lnTo>
                <a:lnTo>
                  <a:pt x="11127" y="315"/>
                </a:lnTo>
                <a:lnTo>
                  <a:pt x="11187" y="336"/>
                </a:lnTo>
                <a:lnTo>
                  <a:pt x="11248" y="336"/>
                </a:lnTo>
                <a:lnTo>
                  <a:pt x="11330" y="336"/>
                </a:lnTo>
                <a:lnTo>
                  <a:pt x="11429" y="315"/>
                </a:lnTo>
                <a:lnTo>
                  <a:pt x="11530" y="315"/>
                </a:lnTo>
                <a:lnTo>
                  <a:pt x="11591" y="315"/>
                </a:lnTo>
                <a:lnTo>
                  <a:pt x="11673" y="294"/>
                </a:lnTo>
                <a:lnTo>
                  <a:pt x="11733" y="273"/>
                </a:lnTo>
                <a:lnTo>
                  <a:pt x="11794" y="231"/>
                </a:lnTo>
                <a:lnTo>
                  <a:pt x="11854" y="210"/>
                </a:lnTo>
                <a:lnTo>
                  <a:pt x="11934" y="189"/>
                </a:lnTo>
                <a:lnTo>
                  <a:pt x="12013" y="189"/>
                </a:lnTo>
                <a:lnTo>
                  <a:pt x="12096" y="168"/>
                </a:lnTo>
                <a:lnTo>
                  <a:pt x="12156" y="147"/>
                </a:lnTo>
                <a:lnTo>
                  <a:pt x="12236" y="126"/>
                </a:lnTo>
                <a:lnTo>
                  <a:pt x="12296" y="105"/>
                </a:lnTo>
                <a:lnTo>
                  <a:pt x="12357" y="84"/>
                </a:lnTo>
                <a:lnTo>
                  <a:pt x="12579" y="0"/>
                </a:lnTo>
                <a:lnTo>
                  <a:pt x="12680" y="42"/>
                </a:lnTo>
                <a:lnTo>
                  <a:pt x="12719" y="105"/>
                </a:lnTo>
                <a:lnTo>
                  <a:pt x="12779" y="126"/>
                </a:lnTo>
                <a:lnTo>
                  <a:pt x="12842" y="126"/>
                </a:lnTo>
                <a:lnTo>
                  <a:pt x="12941" y="105"/>
                </a:lnTo>
                <a:lnTo>
                  <a:pt x="13002" y="84"/>
                </a:lnTo>
                <a:lnTo>
                  <a:pt x="13062" y="42"/>
                </a:lnTo>
                <a:lnTo>
                  <a:pt x="13164" y="26"/>
                </a:lnTo>
                <a:lnTo>
                  <a:pt x="13164" y="1809"/>
                </a:lnTo>
                <a:lnTo>
                  <a:pt x="12941" y="1704"/>
                </a:lnTo>
                <a:lnTo>
                  <a:pt x="12903" y="1641"/>
                </a:lnTo>
                <a:lnTo>
                  <a:pt x="12881" y="1578"/>
                </a:lnTo>
                <a:lnTo>
                  <a:pt x="12862" y="1515"/>
                </a:lnTo>
                <a:lnTo>
                  <a:pt x="12801" y="1473"/>
                </a:lnTo>
                <a:lnTo>
                  <a:pt x="12741" y="1473"/>
                </a:lnTo>
                <a:lnTo>
                  <a:pt x="12680" y="1536"/>
                </a:lnTo>
                <a:lnTo>
                  <a:pt x="12620" y="1473"/>
                </a:lnTo>
                <a:lnTo>
                  <a:pt x="12559" y="1494"/>
                </a:lnTo>
                <a:lnTo>
                  <a:pt x="12477" y="1536"/>
                </a:lnTo>
                <a:lnTo>
                  <a:pt x="12439" y="1473"/>
                </a:lnTo>
                <a:lnTo>
                  <a:pt x="12378" y="1452"/>
                </a:lnTo>
                <a:lnTo>
                  <a:pt x="12318" y="1410"/>
                </a:lnTo>
                <a:lnTo>
                  <a:pt x="12277" y="1346"/>
                </a:lnTo>
                <a:lnTo>
                  <a:pt x="12216" y="1283"/>
                </a:lnTo>
                <a:lnTo>
                  <a:pt x="12156" y="1220"/>
                </a:lnTo>
                <a:lnTo>
                  <a:pt x="12115" y="1157"/>
                </a:lnTo>
                <a:lnTo>
                  <a:pt x="12055" y="1199"/>
                </a:lnTo>
                <a:lnTo>
                  <a:pt x="11994" y="1157"/>
                </a:lnTo>
                <a:lnTo>
                  <a:pt x="11994" y="1094"/>
                </a:lnTo>
                <a:lnTo>
                  <a:pt x="11953" y="1010"/>
                </a:lnTo>
                <a:lnTo>
                  <a:pt x="11914" y="926"/>
                </a:lnTo>
                <a:lnTo>
                  <a:pt x="11893" y="862"/>
                </a:lnTo>
                <a:lnTo>
                  <a:pt x="11832" y="820"/>
                </a:lnTo>
                <a:lnTo>
                  <a:pt x="11753" y="862"/>
                </a:lnTo>
                <a:lnTo>
                  <a:pt x="11711" y="778"/>
                </a:lnTo>
                <a:lnTo>
                  <a:pt x="11673" y="715"/>
                </a:lnTo>
                <a:lnTo>
                  <a:pt x="11612" y="694"/>
                </a:lnTo>
                <a:lnTo>
                  <a:pt x="11571" y="631"/>
                </a:lnTo>
                <a:lnTo>
                  <a:pt x="11511" y="631"/>
                </a:lnTo>
                <a:lnTo>
                  <a:pt x="11450" y="631"/>
                </a:lnTo>
                <a:lnTo>
                  <a:pt x="11390" y="610"/>
                </a:lnTo>
                <a:lnTo>
                  <a:pt x="11308" y="568"/>
                </a:lnTo>
                <a:lnTo>
                  <a:pt x="11248" y="568"/>
                </a:lnTo>
                <a:lnTo>
                  <a:pt x="11187" y="568"/>
                </a:lnTo>
                <a:lnTo>
                  <a:pt x="11107" y="547"/>
                </a:lnTo>
                <a:lnTo>
                  <a:pt x="11047" y="526"/>
                </a:lnTo>
                <a:lnTo>
                  <a:pt x="11006" y="463"/>
                </a:lnTo>
                <a:lnTo>
                  <a:pt x="10946" y="463"/>
                </a:lnTo>
                <a:lnTo>
                  <a:pt x="10885" y="484"/>
                </a:lnTo>
                <a:lnTo>
                  <a:pt x="10866" y="547"/>
                </a:lnTo>
                <a:lnTo>
                  <a:pt x="10805" y="610"/>
                </a:lnTo>
                <a:lnTo>
                  <a:pt x="10745" y="631"/>
                </a:lnTo>
                <a:lnTo>
                  <a:pt x="10866" y="1220"/>
                </a:lnTo>
                <a:lnTo>
                  <a:pt x="10786" y="1199"/>
                </a:lnTo>
                <a:lnTo>
                  <a:pt x="10723" y="1157"/>
                </a:lnTo>
                <a:lnTo>
                  <a:pt x="10663" y="1094"/>
                </a:lnTo>
                <a:lnTo>
                  <a:pt x="10100" y="694"/>
                </a:lnTo>
                <a:lnTo>
                  <a:pt x="10039" y="652"/>
                </a:lnTo>
                <a:lnTo>
                  <a:pt x="9979" y="610"/>
                </a:lnTo>
                <a:lnTo>
                  <a:pt x="9938" y="547"/>
                </a:lnTo>
                <a:lnTo>
                  <a:pt x="9878" y="526"/>
                </a:lnTo>
                <a:lnTo>
                  <a:pt x="9817" y="568"/>
                </a:lnTo>
                <a:lnTo>
                  <a:pt x="9776" y="631"/>
                </a:lnTo>
                <a:lnTo>
                  <a:pt x="9696" y="694"/>
                </a:lnTo>
                <a:lnTo>
                  <a:pt x="9636" y="715"/>
                </a:lnTo>
                <a:lnTo>
                  <a:pt x="9576" y="715"/>
                </a:lnTo>
                <a:lnTo>
                  <a:pt x="9515" y="673"/>
                </a:lnTo>
                <a:lnTo>
                  <a:pt x="9455" y="652"/>
                </a:lnTo>
                <a:lnTo>
                  <a:pt x="9394" y="694"/>
                </a:lnTo>
                <a:lnTo>
                  <a:pt x="9334" y="631"/>
                </a:lnTo>
                <a:lnTo>
                  <a:pt x="9274" y="652"/>
                </a:lnTo>
                <a:lnTo>
                  <a:pt x="9213" y="694"/>
                </a:lnTo>
                <a:lnTo>
                  <a:pt x="9153" y="652"/>
                </a:lnTo>
                <a:lnTo>
                  <a:pt x="9092" y="631"/>
                </a:lnTo>
                <a:lnTo>
                  <a:pt x="9032" y="631"/>
                </a:lnTo>
                <a:lnTo>
                  <a:pt x="8972" y="652"/>
                </a:lnTo>
                <a:lnTo>
                  <a:pt x="8911" y="652"/>
                </a:lnTo>
                <a:lnTo>
                  <a:pt x="8851" y="631"/>
                </a:lnTo>
                <a:lnTo>
                  <a:pt x="8769" y="652"/>
                </a:lnTo>
                <a:lnTo>
                  <a:pt x="8689" y="694"/>
                </a:lnTo>
                <a:lnTo>
                  <a:pt x="8628" y="694"/>
                </a:lnTo>
                <a:lnTo>
                  <a:pt x="8546" y="715"/>
                </a:lnTo>
                <a:lnTo>
                  <a:pt x="8486" y="715"/>
                </a:lnTo>
                <a:lnTo>
                  <a:pt x="8406" y="673"/>
                </a:lnTo>
                <a:lnTo>
                  <a:pt x="8346" y="652"/>
                </a:lnTo>
                <a:lnTo>
                  <a:pt x="8285" y="652"/>
                </a:lnTo>
                <a:lnTo>
                  <a:pt x="8225" y="694"/>
                </a:lnTo>
                <a:lnTo>
                  <a:pt x="8145" y="757"/>
                </a:lnTo>
                <a:lnTo>
                  <a:pt x="8085" y="799"/>
                </a:lnTo>
                <a:lnTo>
                  <a:pt x="8044" y="736"/>
                </a:lnTo>
                <a:lnTo>
                  <a:pt x="7983" y="694"/>
                </a:lnTo>
                <a:lnTo>
                  <a:pt x="7923" y="694"/>
                </a:lnTo>
                <a:lnTo>
                  <a:pt x="7863" y="715"/>
                </a:lnTo>
                <a:lnTo>
                  <a:pt x="7802" y="736"/>
                </a:lnTo>
                <a:lnTo>
                  <a:pt x="7720" y="736"/>
                </a:lnTo>
                <a:lnTo>
                  <a:pt x="7640" y="715"/>
                </a:lnTo>
                <a:lnTo>
                  <a:pt x="7561" y="694"/>
                </a:lnTo>
                <a:lnTo>
                  <a:pt x="7500" y="673"/>
                </a:lnTo>
                <a:lnTo>
                  <a:pt x="7399" y="694"/>
                </a:lnTo>
                <a:lnTo>
                  <a:pt x="7338" y="715"/>
                </a:lnTo>
                <a:lnTo>
                  <a:pt x="7256" y="736"/>
                </a:lnTo>
                <a:lnTo>
                  <a:pt x="7157" y="778"/>
                </a:lnTo>
                <a:lnTo>
                  <a:pt x="7097" y="757"/>
                </a:lnTo>
                <a:lnTo>
                  <a:pt x="7036" y="715"/>
                </a:lnTo>
                <a:lnTo>
                  <a:pt x="6976" y="673"/>
                </a:lnTo>
                <a:lnTo>
                  <a:pt x="6915" y="694"/>
                </a:lnTo>
                <a:lnTo>
                  <a:pt x="6855" y="694"/>
                </a:lnTo>
                <a:lnTo>
                  <a:pt x="6795" y="694"/>
                </a:lnTo>
                <a:lnTo>
                  <a:pt x="6734" y="694"/>
                </a:lnTo>
                <a:lnTo>
                  <a:pt x="6674" y="694"/>
                </a:lnTo>
                <a:lnTo>
                  <a:pt x="6613" y="694"/>
                </a:lnTo>
                <a:lnTo>
                  <a:pt x="6248" y="1220"/>
                </a:lnTo>
                <a:lnTo>
                  <a:pt x="6530" y="652"/>
                </a:lnTo>
                <a:lnTo>
                  <a:pt x="6470" y="652"/>
                </a:lnTo>
                <a:lnTo>
                  <a:pt x="6409" y="652"/>
                </a:lnTo>
                <a:lnTo>
                  <a:pt x="6349" y="673"/>
                </a:lnTo>
                <a:lnTo>
                  <a:pt x="6269" y="673"/>
                </a:lnTo>
                <a:lnTo>
                  <a:pt x="6209" y="673"/>
                </a:lnTo>
                <a:lnTo>
                  <a:pt x="6149" y="694"/>
                </a:lnTo>
                <a:lnTo>
                  <a:pt x="6088" y="736"/>
                </a:lnTo>
                <a:lnTo>
                  <a:pt x="6028" y="736"/>
                </a:lnTo>
                <a:lnTo>
                  <a:pt x="5967" y="736"/>
                </a:lnTo>
                <a:lnTo>
                  <a:pt x="5907" y="736"/>
                </a:lnTo>
                <a:lnTo>
                  <a:pt x="5844" y="736"/>
                </a:lnTo>
                <a:lnTo>
                  <a:pt x="5784" y="694"/>
                </a:lnTo>
                <a:lnTo>
                  <a:pt x="5704" y="673"/>
                </a:lnTo>
                <a:lnTo>
                  <a:pt x="5644" y="673"/>
                </a:lnTo>
                <a:lnTo>
                  <a:pt x="5583" y="673"/>
                </a:lnTo>
                <a:lnTo>
                  <a:pt x="5503" y="694"/>
                </a:lnTo>
                <a:lnTo>
                  <a:pt x="5443" y="694"/>
                </a:lnTo>
                <a:lnTo>
                  <a:pt x="5361" y="694"/>
                </a:lnTo>
                <a:lnTo>
                  <a:pt x="5300" y="715"/>
                </a:lnTo>
                <a:lnTo>
                  <a:pt x="5221" y="715"/>
                </a:lnTo>
                <a:lnTo>
                  <a:pt x="5160" y="694"/>
                </a:lnTo>
                <a:lnTo>
                  <a:pt x="5100" y="694"/>
                </a:lnTo>
                <a:lnTo>
                  <a:pt x="5018" y="673"/>
                </a:lnTo>
                <a:lnTo>
                  <a:pt x="4957" y="652"/>
                </a:lnTo>
                <a:lnTo>
                  <a:pt x="4897" y="652"/>
                </a:lnTo>
                <a:lnTo>
                  <a:pt x="4837" y="652"/>
                </a:lnTo>
                <a:lnTo>
                  <a:pt x="4776" y="673"/>
                </a:lnTo>
                <a:lnTo>
                  <a:pt x="4716" y="694"/>
                </a:lnTo>
                <a:lnTo>
                  <a:pt x="4655" y="694"/>
                </a:lnTo>
                <a:lnTo>
                  <a:pt x="4576" y="694"/>
                </a:lnTo>
                <a:lnTo>
                  <a:pt x="4515" y="694"/>
                </a:lnTo>
                <a:lnTo>
                  <a:pt x="4455" y="652"/>
                </a:lnTo>
                <a:lnTo>
                  <a:pt x="4394" y="610"/>
                </a:lnTo>
                <a:lnTo>
                  <a:pt x="4334" y="568"/>
                </a:lnTo>
                <a:lnTo>
                  <a:pt x="4252" y="547"/>
                </a:lnTo>
                <a:lnTo>
                  <a:pt x="4191" y="547"/>
                </a:lnTo>
                <a:lnTo>
                  <a:pt x="4131" y="526"/>
                </a:lnTo>
                <a:lnTo>
                  <a:pt x="4071" y="484"/>
                </a:lnTo>
                <a:lnTo>
                  <a:pt x="4010" y="463"/>
                </a:lnTo>
                <a:lnTo>
                  <a:pt x="3950" y="463"/>
                </a:lnTo>
                <a:lnTo>
                  <a:pt x="3889" y="463"/>
                </a:lnTo>
                <a:lnTo>
                  <a:pt x="3829" y="484"/>
                </a:lnTo>
                <a:lnTo>
                  <a:pt x="3769" y="526"/>
                </a:lnTo>
                <a:lnTo>
                  <a:pt x="3708" y="526"/>
                </a:lnTo>
                <a:lnTo>
                  <a:pt x="3648" y="568"/>
                </a:lnTo>
                <a:lnTo>
                  <a:pt x="3587" y="568"/>
                </a:lnTo>
                <a:lnTo>
                  <a:pt x="3527" y="526"/>
                </a:lnTo>
                <a:lnTo>
                  <a:pt x="3447" y="505"/>
                </a:lnTo>
                <a:lnTo>
                  <a:pt x="3387" y="505"/>
                </a:lnTo>
                <a:lnTo>
                  <a:pt x="3305" y="463"/>
                </a:lnTo>
                <a:lnTo>
                  <a:pt x="3244" y="463"/>
                </a:lnTo>
                <a:lnTo>
                  <a:pt x="3184" y="484"/>
                </a:lnTo>
                <a:lnTo>
                  <a:pt x="3124" y="505"/>
                </a:lnTo>
                <a:lnTo>
                  <a:pt x="3063" y="526"/>
                </a:lnTo>
                <a:lnTo>
                  <a:pt x="3003" y="547"/>
                </a:lnTo>
                <a:lnTo>
                  <a:pt x="2942" y="568"/>
                </a:lnTo>
                <a:lnTo>
                  <a:pt x="2882" y="568"/>
                </a:lnTo>
                <a:lnTo>
                  <a:pt x="2822" y="568"/>
                </a:lnTo>
                <a:lnTo>
                  <a:pt x="2761" y="568"/>
                </a:lnTo>
                <a:lnTo>
                  <a:pt x="2681" y="568"/>
                </a:lnTo>
                <a:lnTo>
                  <a:pt x="2621" y="568"/>
                </a:lnTo>
                <a:lnTo>
                  <a:pt x="2561" y="547"/>
                </a:lnTo>
                <a:lnTo>
                  <a:pt x="2500" y="547"/>
                </a:lnTo>
                <a:lnTo>
                  <a:pt x="2440" y="547"/>
                </a:lnTo>
                <a:lnTo>
                  <a:pt x="2358" y="547"/>
                </a:lnTo>
                <a:lnTo>
                  <a:pt x="2297" y="547"/>
                </a:lnTo>
                <a:lnTo>
                  <a:pt x="2237" y="547"/>
                </a:lnTo>
                <a:lnTo>
                  <a:pt x="2176" y="589"/>
                </a:lnTo>
                <a:lnTo>
                  <a:pt x="2116" y="610"/>
                </a:lnTo>
                <a:lnTo>
                  <a:pt x="2056" y="631"/>
                </a:lnTo>
                <a:lnTo>
                  <a:pt x="1995" y="631"/>
                </a:lnTo>
                <a:lnTo>
                  <a:pt x="1935" y="631"/>
                </a:lnTo>
                <a:lnTo>
                  <a:pt x="1874" y="589"/>
                </a:lnTo>
                <a:lnTo>
                  <a:pt x="1814" y="568"/>
                </a:lnTo>
                <a:lnTo>
                  <a:pt x="1754" y="568"/>
                </a:lnTo>
                <a:lnTo>
                  <a:pt x="1693" y="568"/>
                </a:lnTo>
                <a:lnTo>
                  <a:pt x="1592" y="547"/>
                </a:lnTo>
                <a:lnTo>
                  <a:pt x="1531" y="547"/>
                </a:lnTo>
                <a:lnTo>
                  <a:pt x="1471" y="589"/>
                </a:lnTo>
                <a:lnTo>
                  <a:pt x="1411" y="631"/>
                </a:lnTo>
                <a:lnTo>
                  <a:pt x="1350" y="673"/>
                </a:lnTo>
                <a:lnTo>
                  <a:pt x="1290" y="694"/>
                </a:lnTo>
                <a:lnTo>
                  <a:pt x="1229" y="694"/>
                </a:lnTo>
                <a:lnTo>
                  <a:pt x="1169" y="673"/>
                </a:lnTo>
                <a:lnTo>
                  <a:pt x="1108" y="652"/>
                </a:lnTo>
                <a:lnTo>
                  <a:pt x="1048" y="652"/>
                </a:lnTo>
                <a:lnTo>
                  <a:pt x="988" y="631"/>
                </a:lnTo>
                <a:lnTo>
                  <a:pt x="927" y="631"/>
                </a:lnTo>
                <a:lnTo>
                  <a:pt x="867" y="631"/>
                </a:lnTo>
                <a:lnTo>
                  <a:pt x="785" y="631"/>
                </a:lnTo>
                <a:lnTo>
                  <a:pt x="705" y="631"/>
                </a:lnTo>
                <a:lnTo>
                  <a:pt x="645" y="631"/>
                </a:lnTo>
                <a:lnTo>
                  <a:pt x="584" y="631"/>
                </a:lnTo>
                <a:lnTo>
                  <a:pt x="524" y="652"/>
                </a:lnTo>
                <a:lnTo>
                  <a:pt x="463" y="652"/>
                </a:lnTo>
                <a:lnTo>
                  <a:pt x="403" y="652"/>
                </a:lnTo>
                <a:lnTo>
                  <a:pt x="343" y="673"/>
                </a:lnTo>
                <a:lnTo>
                  <a:pt x="282" y="694"/>
                </a:lnTo>
                <a:lnTo>
                  <a:pt x="222" y="715"/>
                </a:lnTo>
                <a:lnTo>
                  <a:pt x="140" y="757"/>
                </a:lnTo>
                <a:lnTo>
                  <a:pt x="60" y="778"/>
                </a:lnTo>
                <a:lnTo>
                  <a:pt x="0" y="820"/>
                </a:lnTo>
                <a:lnTo>
                  <a:pt x="0" y="16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" name=""/>
          <p:cNvGrpSpPr/>
          <p:nvPr/>
        </p:nvGrpSpPr>
        <p:grpSpPr>
          <a:xfrm>
            <a:off x="2166840" y="355680"/>
            <a:ext cx="2452680" cy="249120"/>
            <a:chOff x="2166840" y="355680"/>
            <a:chExt cx="2452680" cy="249120"/>
          </a:xfrm>
        </p:grpSpPr>
        <p:sp>
          <p:nvSpPr>
            <p:cNvPr id="48" name=""/>
            <p:cNvSpPr/>
            <p:nvPr/>
          </p:nvSpPr>
          <p:spPr>
            <a:xfrm>
              <a:off x="2166840" y="355680"/>
              <a:ext cx="2452680" cy="2491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24480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271296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300348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32688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35258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379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40640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433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" name=""/>
          <p:cNvGrpSpPr/>
          <p:nvPr/>
        </p:nvGrpSpPr>
        <p:grpSpPr>
          <a:xfrm>
            <a:off x="2166840" y="38160"/>
            <a:ext cx="546120" cy="264960"/>
            <a:chOff x="2166840" y="38160"/>
            <a:chExt cx="546120" cy="264960"/>
          </a:xfrm>
        </p:grpSpPr>
        <p:sp>
          <p:nvSpPr>
            <p:cNvPr id="58" name=""/>
            <p:cNvSpPr/>
            <p:nvPr/>
          </p:nvSpPr>
          <p:spPr>
            <a:xfrm>
              <a:off x="2166840" y="3816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2448000" y="52560"/>
              <a:ext cx="0" cy="2394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" name=""/>
          <p:cNvGrpSpPr/>
          <p:nvPr/>
        </p:nvGrpSpPr>
        <p:grpSpPr>
          <a:xfrm>
            <a:off x="2166840" y="641520"/>
            <a:ext cx="1117440" cy="254160"/>
            <a:chOff x="2166840" y="641520"/>
            <a:chExt cx="1117440" cy="254160"/>
          </a:xfrm>
        </p:grpSpPr>
        <p:sp>
          <p:nvSpPr>
            <p:cNvPr id="61" name=""/>
            <p:cNvSpPr/>
            <p:nvPr/>
          </p:nvSpPr>
          <p:spPr>
            <a:xfrm>
              <a:off x="2166840" y="641520"/>
              <a:ext cx="1117440" cy="2541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244800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271296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300348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"/>
          <p:cNvGrpSpPr/>
          <p:nvPr/>
        </p:nvGrpSpPr>
        <p:grpSpPr>
          <a:xfrm>
            <a:off x="339840" y="1162080"/>
            <a:ext cx="3755880" cy="247680"/>
            <a:chOff x="339840" y="1162080"/>
            <a:chExt cx="3755880" cy="247680"/>
          </a:xfrm>
        </p:grpSpPr>
        <p:sp>
          <p:nvSpPr>
            <p:cNvPr id="66" name=""/>
            <p:cNvSpPr/>
            <p:nvPr/>
          </p:nvSpPr>
          <p:spPr>
            <a:xfrm>
              <a:off x="339840" y="1162080"/>
              <a:ext cx="3755880" cy="24768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603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8510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11206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1368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16095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18651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21128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23684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26082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28558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312732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33750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36147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3870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"/>
          <p:cNvSpPr txBox="1"/>
          <p:nvPr/>
        </p:nvSpPr>
        <p:spPr>
          <a:xfrm>
            <a:off x="325440" y="1092240"/>
            <a:ext cx="37940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- - 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1280" y="4680"/>
            <a:ext cx="3568680" cy="116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 PIC XX.  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 PIC X(9).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J  U  N 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 PIC X(4).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1  9  9  8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 PIC X(15) VALUE ALL "-".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5440" y="1809720"/>
            <a:ext cx="3384720" cy="118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MonthStr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YearStr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14400" y="1397160"/>
            <a:ext cx="4739040" cy="651240"/>
          </a:xfrm>
          <a:custGeom>
            <a:avLst/>
            <a:gdLst/>
            <a:ahLst/>
            <a:rect l="0" t="0" r="r" b="b"/>
            <a:pathLst>
              <a:path w="13164" h="1809">
                <a:moveTo>
                  <a:pt x="0" y="165"/>
                </a:moveTo>
                <a:lnTo>
                  <a:pt x="120" y="126"/>
                </a:lnTo>
                <a:lnTo>
                  <a:pt x="222" y="147"/>
                </a:lnTo>
                <a:lnTo>
                  <a:pt x="282" y="147"/>
                </a:lnTo>
                <a:lnTo>
                  <a:pt x="362" y="147"/>
                </a:lnTo>
                <a:lnTo>
                  <a:pt x="422" y="126"/>
                </a:lnTo>
                <a:lnTo>
                  <a:pt x="483" y="105"/>
                </a:lnTo>
                <a:lnTo>
                  <a:pt x="565" y="105"/>
                </a:lnTo>
                <a:lnTo>
                  <a:pt x="645" y="63"/>
                </a:lnTo>
                <a:lnTo>
                  <a:pt x="705" y="63"/>
                </a:lnTo>
                <a:lnTo>
                  <a:pt x="765" y="63"/>
                </a:lnTo>
                <a:lnTo>
                  <a:pt x="845" y="63"/>
                </a:lnTo>
                <a:lnTo>
                  <a:pt x="906" y="63"/>
                </a:lnTo>
                <a:lnTo>
                  <a:pt x="966" y="105"/>
                </a:lnTo>
                <a:lnTo>
                  <a:pt x="1048" y="126"/>
                </a:lnTo>
                <a:lnTo>
                  <a:pt x="1089" y="189"/>
                </a:lnTo>
                <a:lnTo>
                  <a:pt x="1169" y="210"/>
                </a:lnTo>
                <a:lnTo>
                  <a:pt x="1229" y="252"/>
                </a:lnTo>
                <a:lnTo>
                  <a:pt x="1290" y="273"/>
                </a:lnTo>
                <a:lnTo>
                  <a:pt x="1369" y="273"/>
                </a:lnTo>
                <a:lnTo>
                  <a:pt x="1430" y="273"/>
                </a:lnTo>
                <a:lnTo>
                  <a:pt x="1490" y="273"/>
                </a:lnTo>
                <a:lnTo>
                  <a:pt x="1551" y="273"/>
                </a:lnTo>
                <a:lnTo>
                  <a:pt x="1611" y="273"/>
                </a:lnTo>
                <a:lnTo>
                  <a:pt x="1671" y="273"/>
                </a:lnTo>
                <a:lnTo>
                  <a:pt x="1734" y="252"/>
                </a:lnTo>
                <a:lnTo>
                  <a:pt x="1795" y="252"/>
                </a:lnTo>
                <a:lnTo>
                  <a:pt x="1894" y="252"/>
                </a:lnTo>
                <a:lnTo>
                  <a:pt x="1976" y="273"/>
                </a:lnTo>
                <a:lnTo>
                  <a:pt x="2056" y="273"/>
                </a:lnTo>
                <a:lnTo>
                  <a:pt x="2135" y="294"/>
                </a:lnTo>
                <a:lnTo>
                  <a:pt x="2196" y="315"/>
                </a:lnTo>
                <a:lnTo>
                  <a:pt x="2256" y="336"/>
                </a:lnTo>
                <a:lnTo>
                  <a:pt x="2317" y="357"/>
                </a:lnTo>
                <a:lnTo>
                  <a:pt x="2377" y="357"/>
                </a:lnTo>
                <a:lnTo>
                  <a:pt x="2459" y="378"/>
                </a:lnTo>
                <a:lnTo>
                  <a:pt x="2520" y="378"/>
                </a:lnTo>
                <a:lnTo>
                  <a:pt x="2621" y="378"/>
                </a:lnTo>
                <a:lnTo>
                  <a:pt x="2701" y="378"/>
                </a:lnTo>
                <a:lnTo>
                  <a:pt x="2780" y="378"/>
                </a:lnTo>
                <a:lnTo>
                  <a:pt x="2841" y="378"/>
                </a:lnTo>
                <a:lnTo>
                  <a:pt x="2901" y="378"/>
                </a:lnTo>
                <a:lnTo>
                  <a:pt x="3003" y="378"/>
                </a:lnTo>
                <a:lnTo>
                  <a:pt x="3104" y="357"/>
                </a:lnTo>
                <a:lnTo>
                  <a:pt x="3184" y="357"/>
                </a:lnTo>
                <a:lnTo>
                  <a:pt x="3266" y="357"/>
                </a:lnTo>
                <a:lnTo>
                  <a:pt x="3346" y="357"/>
                </a:lnTo>
                <a:lnTo>
                  <a:pt x="3406" y="357"/>
                </a:lnTo>
                <a:lnTo>
                  <a:pt x="3467" y="357"/>
                </a:lnTo>
                <a:lnTo>
                  <a:pt x="3527" y="357"/>
                </a:lnTo>
                <a:lnTo>
                  <a:pt x="3587" y="378"/>
                </a:lnTo>
                <a:lnTo>
                  <a:pt x="3648" y="378"/>
                </a:lnTo>
                <a:lnTo>
                  <a:pt x="3749" y="399"/>
                </a:lnTo>
                <a:lnTo>
                  <a:pt x="3810" y="399"/>
                </a:lnTo>
                <a:lnTo>
                  <a:pt x="3889" y="378"/>
                </a:lnTo>
                <a:lnTo>
                  <a:pt x="3991" y="378"/>
                </a:lnTo>
                <a:lnTo>
                  <a:pt x="4071" y="378"/>
                </a:lnTo>
                <a:lnTo>
                  <a:pt x="4153" y="378"/>
                </a:lnTo>
                <a:lnTo>
                  <a:pt x="4213" y="378"/>
                </a:lnTo>
                <a:lnTo>
                  <a:pt x="4274" y="378"/>
                </a:lnTo>
                <a:lnTo>
                  <a:pt x="4334" y="378"/>
                </a:lnTo>
                <a:lnTo>
                  <a:pt x="4394" y="378"/>
                </a:lnTo>
                <a:lnTo>
                  <a:pt x="4474" y="399"/>
                </a:lnTo>
                <a:lnTo>
                  <a:pt x="4556" y="399"/>
                </a:lnTo>
                <a:lnTo>
                  <a:pt x="4636" y="420"/>
                </a:lnTo>
                <a:lnTo>
                  <a:pt x="4716" y="441"/>
                </a:lnTo>
                <a:lnTo>
                  <a:pt x="4798" y="441"/>
                </a:lnTo>
                <a:lnTo>
                  <a:pt x="4858" y="441"/>
                </a:lnTo>
                <a:lnTo>
                  <a:pt x="4957" y="463"/>
                </a:lnTo>
                <a:lnTo>
                  <a:pt x="5078" y="484"/>
                </a:lnTo>
                <a:lnTo>
                  <a:pt x="5139" y="484"/>
                </a:lnTo>
                <a:lnTo>
                  <a:pt x="5201" y="484"/>
                </a:lnTo>
                <a:lnTo>
                  <a:pt x="5281" y="484"/>
                </a:lnTo>
                <a:lnTo>
                  <a:pt x="5342" y="484"/>
                </a:lnTo>
                <a:lnTo>
                  <a:pt x="5402" y="484"/>
                </a:lnTo>
                <a:lnTo>
                  <a:pt x="5462" y="484"/>
                </a:lnTo>
                <a:lnTo>
                  <a:pt x="5663" y="484"/>
                </a:lnTo>
                <a:lnTo>
                  <a:pt x="5866" y="484"/>
                </a:lnTo>
                <a:lnTo>
                  <a:pt x="6066" y="484"/>
                </a:lnTo>
                <a:lnTo>
                  <a:pt x="6149" y="484"/>
                </a:lnTo>
                <a:lnTo>
                  <a:pt x="6228" y="484"/>
                </a:lnTo>
                <a:lnTo>
                  <a:pt x="6308" y="484"/>
                </a:lnTo>
                <a:lnTo>
                  <a:pt x="6368" y="463"/>
                </a:lnTo>
                <a:lnTo>
                  <a:pt x="6633" y="315"/>
                </a:lnTo>
                <a:lnTo>
                  <a:pt x="6674" y="378"/>
                </a:lnTo>
                <a:lnTo>
                  <a:pt x="6712" y="463"/>
                </a:lnTo>
                <a:lnTo>
                  <a:pt x="6795" y="484"/>
                </a:lnTo>
                <a:lnTo>
                  <a:pt x="6855" y="463"/>
                </a:lnTo>
                <a:lnTo>
                  <a:pt x="6915" y="463"/>
                </a:lnTo>
                <a:lnTo>
                  <a:pt x="6976" y="441"/>
                </a:lnTo>
                <a:lnTo>
                  <a:pt x="7036" y="463"/>
                </a:lnTo>
                <a:lnTo>
                  <a:pt x="7116" y="484"/>
                </a:lnTo>
                <a:lnTo>
                  <a:pt x="7176" y="484"/>
                </a:lnTo>
                <a:lnTo>
                  <a:pt x="7237" y="505"/>
                </a:lnTo>
                <a:lnTo>
                  <a:pt x="7297" y="505"/>
                </a:lnTo>
                <a:lnTo>
                  <a:pt x="7358" y="505"/>
                </a:lnTo>
                <a:lnTo>
                  <a:pt x="7418" y="505"/>
                </a:lnTo>
                <a:lnTo>
                  <a:pt x="7478" y="505"/>
                </a:lnTo>
                <a:lnTo>
                  <a:pt x="7539" y="484"/>
                </a:lnTo>
                <a:lnTo>
                  <a:pt x="7599" y="484"/>
                </a:lnTo>
                <a:lnTo>
                  <a:pt x="7681" y="484"/>
                </a:lnTo>
                <a:lnTo>
                  <a:pt x="7761" y="463"/>
                </a:lnTo>
                <a:lnTo>
                  <a:pt x="7821" y="441"/>
                </a:lnTo>
                <a:lnTo>
                  <a:pt x="7882" y="441"/>
                </a:lnTo>
                <a:lnTo>
                  <a:pt x="7962" y="441"/>
                </a:lnTo>
                <a:lnTo>
                  <a:pt x="8024" y="420"/>
                </a:lnTo>
                <a:lnTo>
                  <a:pt x="8085" y="441"/>
                </a:lnTo>
                <a:lnTo>
                  <a:pt x="8145" y="505"/>
                </a:lnTo>
                <a:lnTo>
                  <a:pt x="8206" y="526"/>
                </a:lnTo>
                <a:lnTo>
                  <a:pt x="8285" y="526"/>
                </a:lnTo>
                <a:lnTo>
                  <a:pt x="8346" y="526"/>
                </a:lnTo>
                <a:lnTo>
                  <a:pt x="8406" y="526"/>
                </a:lnTo>
                <a:lnTo>
                  <a:pt x="8486" y="526"/>
                </a:lnTo>
                <a:lnTo>
                  <a:pt x="8568" y="505"/>
                </a:lnTo>
                <a:lnTo>
                  <a:pt x="8648" y="484"/>
                </a:lnTo>
                <a:lnTo>
                  <a:pt x="8730" y="484"/>
                </a:lnTo>
                <a:lnTo>
                  <a:pt x="8790" y="463"/>
                </a:lnTo>
                <a:lnTo>
                  <a:pt x="8870" y="463"/>
                </a:lnTo>
                <a:lnTo>
                  <a:pt x="8930" y="441"/>
                </a:lnTo>
                <a:lnTo>
                  <a:pt x="8991" y="441"/>
                </a:lnTo>
                <a:lnTo>
                  <a:pt x="9051" y="441"/>
                </a:lnTo>
                <a:lnTo>
                  <a:pt x="9293" y="441"/>
                </a:lnTo>
                <a:lnTo>
                  <a:pt x="9353" y="441"/>
                </a:lnTo>
                <a:lnTo>
                  <a:pt x="9435" y="441"/>
                </a:lnTo>
                <a:lnTo>
                  <a:pt x="9496" y="441"/>
                </a:lnTo>
                <a:lnTo>
                  <a:pt x="9556" y="420"/>
                </a:lnTo>
                <a:lnTo>
                  <a:pt x="9636" y="378"/>
                </a:lnTo>
                <a:lnTo>
                  <a:pt x="9737" y="357"/>
                </a:lnTo>
                <a:lnTo>
                  <a:pt x="9798" y="336"/>
                </a:lnTo>
                <a:lnTo>
                  <a:pt x="9858" y="294"/>
                </a:lnTo>
                <a:lnTo>
                  <a:pt x="9919" y="273"/>
                </a:lnTo>
                <a:lnTo>
                  <a:pt x="9979" y="231"/>
                </a:lnTo>
                <a:lnTo>
                  <a:pt x="10039" y="231"/>
                </a:lnTo>
                <a:lnTo>
                  <a:pt x="10100" y="252"/>
                </a:lnTo>
                <a:lnTo>
                  <a:pt x="10201" y="273"/>
                </a:lnTo>
                <a:lnTo>
                  <a:pt x="10262" y="273"/>
                </a:lnTo>
                <a:lnTo>
                  <a:pt x="10361" y="315"/>
                </a:lnTo>
                <a:lnTo>
                  <a:pt x="10443" y="336"/>
                </a:lnTo>
                <a:lnTo>
                  <a:pt x="10503" y="336"/>
                </a:lnTo>
                <a:lnTo>
                  <a:pt x="10564" y="336"/>
                </a:lnTo>
                <a:lnTo>
                  <a:pt x="10624" y="315"/>
                </a:lnTo>
                <a:lnTo>
                  <a:pt x="10704" y="315"/>
                </a:lnTo>
                <a:lnTo>
                  <a:pt x="10764" y="294"/>
                </a:lnTo>
                <a:lnTo>
                  <a:pt x="10846" y="294"/>
                </a:lnTo>
                <a:lnTo>
                  <a:pt x="10946" y="294"/>
                </a:lnTo>
                <a:lnTo>
                  <a:pt x="11006" y="294"/>
                </a:lnTo>
                <a:lnTo>
                  <a:pt x="11066" y="315"/>
                </a:lnTo>
                <a:lnTo>
                  <a:pt x="11127" y="315"/>
                </a:lnTo>
                <a:lnTo>
                  <a:pt x="11187" y="336"/>
                </a:lnTo>
                <a:lnTo>
                  <a:pt x="11248" y="336"/>
                </a:lnTo>
                <a:lnTo>
                  <a:pt x="11330" y="336"/>
                </a:lnTo>
                <a:lnTo>
                  <a:pt x="11429" y="315"/>
                </a:lnTo>
                <a:lnTo>
                  <a:pt x="11530" y="315"/>
                </a:lnTo>
                <a:lnTo>
                  <a:pt x="11591" y="315"/>
                </a:lnTo>
                <a:lnTo>
                  <a:pt x="11673" y="294"/>
                </a:lnTo>
                <a:lnTo>
                  <a:pt x="11733" y="273"/>
                </a:lnTo>
                <a:lnTo>
                  <a:pt x="11794" y="231"/>
                </a:lnTo>
                <a:lnTo>
                  <a:pt x="11854" y="210"/>
                </a:lnTo>
                <a:lnTo>
                  <a:pt x="11934" y="189"/>
                </a:lnTo>
                <a:lnTo>
                  <a:pt x="12013" y="189"/>
                </a:lnTo>
                <a:lnTo>
                  <a:pt x="12096" y="168"/>
                </a:lnTo>
                <a:lnTo>
                  <a:pt x="12156" y="147"/>
                </a:lnTo>
                <a:lnTo>
                  <a:pt x="12236" y="126"/>
                </a:lnTo>
                <a:lnTo>
                  <a:pt x="12296" y="105"/>
                </a:lnTo>
                <a:lnTo>
                  <a:pt x="12357" y="84"/>
                </a:lnTo>
                <a:lnTo>
                  <a:pt x="12579" y="0"/>
                </a:lnTo>
                <a:lnTo>
                  <a:pt x="12680" y="42"/>
                </a:lnTo>
                <a:lnTo>
                  <a:pt x="12719" y="105"/>
                </a:lnTo>
                <a:lnTo>
                  <a:pt x="12779" y="126"/>
                </a:lnTo>
                <a:lnTo>
                  <a:pt x="12842" y="126"/>
                </a:lnTo>
                <a:lnTo>
                  <a:pt x="12941" y="105"/>
                </a:lnTo>
                <a:lnTo>
                  <a:pt x="13002" y="84"/>
                </a:lnTo>
                <a:lnTo>
                  <a:pt x="13062" y="42"/>
                </a:lnTo>
                <a:lnTo>
                  <a:pt x="13164" y="26"/>
                </a:lnTo>
                <a:lnTo>
                  <a:pt x="13164" y="1809"/>
                </a:lnTo>
                <a:lnTo>
                  <a:pt x="12941" y="1704"/>
                </a:lnTo>
                <a:lnTo>
                  <a:pt x="12903" y="1641"/>
                </a:lnTo>
                <a:lnTo>
                  <a:pt x="12881" y="1578"/>
                </a:lnTo>
                <a:lnTo>
                  <a:pt x="12862" y="1515"/>
                </a:lnTo>
                <a:lnTo>
                  <a:pt x="12801" y="1473"/>
                </a:lnTo>
                <a:lnTo>
                  <a:pt x="12741" y="1473"/>
                </a:lnTo>
                <a:lnTo>
                  <a:pt x="12680" y="1536"/>
                </a:lnTo>
                <a:lnTo>
                  <a:pt x="12620" y="1473"/>
                </a:lnTo>
                <a:lnTo>
                  <a:pt x="12559" y="1494"/>
                </a:lnTo>
                <a:lnTo>
                  <a:pt x="12477" y="1536"/>
                </a:lnTo>
                <a:lnTo>
                  <a:pt x="12439" y="1473"/>
                </a:lnTo>
                <a:lnTo>
                  <a:pt x="12378" y="1452"/>
                </a:lnTo>
                <a:lnTo>
                  <a:pt x="12318" y="1410"/>
                </a:lnTo>
                <a:lnTo>
                  <a:pt x="12277" y="1346"/>
                </a:lnTo>
                <a:lnTo>
                  <a:pt x="12216" y="1283"/>
                </a:lnTo>
                <a:lnTo>
                  <a:pt x="12156" y="1220"/>
                </a:lnTo>
                <a:lnTo>
                  <a:pt x="12115" y="1157"/>
                </a:lnTo>
                <a:lnTo>
                  <a:pt x="12055" y="1199"/>
                </a:lnTo>
                <a:lnTo>
                  <a:pt x="11994" y="1157"/>
                </a:lnTo>
                <a:lnTo>
                  <a:pt x="11994" y="1094"/>
                </a:lnTo>
                <a:lnTo>
                  <a:pt x="11953" y="1010"/>
                </a:lnTo>
                <a:lnTo>
                  <a:pt x="11914" y="926"/>
                </a:lnTo>
                <a:lnTo>
                  <a:pt x="11893" y="862"/>
                </a:lnTo>
                <a:lnTo>
                  <a:pt x="11832" y="820"/>
                </a:lnTo>
                <a:lnTo>
                  <a:pt x="11753" y="862"/>
                </a:lnTo>
                <a:lnTo>
                  <a:pt x="11711" y="778"/>
                </a:lnTo>
                <a:lnTo>
                  <a:pt x="11673" y="715"/>
                </a:lnTo>
                <a:lnTo>
                  <a:pt x="11612" y="694"/>
                </a:lnTo>
                <a:lnTo>
                  <a:pt x="11571" y="631"/>
                </a:lnTo>
                <a:lnTo>
                  <a:pt x="11511" y="631"/>
                </a:lnTo>
                <a:lnTo>
                  <a:pt x="11450" y="631"/>
                </a:lnTo>
                <a:lnTo>
                  <a:pt x="11390" y="610"/>
                </a:lnTo>
                <a:lnTo>
                  <a:pt x="11308" y="568"/>
                </a:lnTo>
                <a:lnTo>
                  <a:pt x="11248" y="568"/>
                </a:lnTo>
                <a:lnTo>
                  <a:pt x="11187" y="568"/>
                </a:lnTo>
                <a:lnTo>
                  <a:pt x="11107" y="547"/>
                </a:lnTo>
                <a:lnTo>
                  <a:pt x="11047" y="526"/>
                </a:lnTo>
                <a:lnTo>
                  <a:pt x="11006" y="463"/>
                </a:lnTo>
                <a:lnTo>
                  <a:pt x="10946" y="463"/>
                </a:lnTo>
                <a:lnTo>
                  <a:pt x="10885" y="484"/>
                </a:lnTo>
                <a:lnTo>
                  <a:pt x="10866" y="547"/>
                </a:lnTo>
                <a:lnTo>
                  <a:pt x="10805" y="610"/>
                </a:lnTo>
                <a:lnTo>
                  <a:pt x="10745" y="631"/>
                </a:lnTo>
                <a:lnTo>
                  <a:pt x="10866" y="1220"/>
                </a:lnTo>
                <a:lnTo>
                  <a:pt x="10786" y="1199"/>
                </a:lnTo>
                <a:lnTo>
                  <a:pt x="10723" y="1157"/>
                </a:lnTo>
                <a:lnTo>
                  <a:pt x="10663" y="1094"/>
                </a:lnTo>
                <a:lnTo>
                  <a:pt x="10100" y="694"/>
                </a:lnTo>
                <a:lnTo>
                  <a:pt x="10039" y="652"/>
                </a:lnTo>
                <a:lnTo>
                  <a:pt x="9979" y="610"/>
                </a:lnTo>
                <a:lnTo>
                  <a:pt x="9938" y="547"/>
                </a:lnTo>
                <a:lnTo>
                  <a:pt x="9878" y="526"/>
                </a:lnTo>
                <a:lnTo>
                  <a:pt x="9817" y="568"/>
                </a:lnTo>
                <a:lnTo>
                  <a:pt x="9776" y="631"/>
                </a:lnTo>
                <a:lnTo>
                  <a:pt x="9696" y="694"/>
                </a:lnTo>
                <a:lnTo>
                  <a:pt x="9636" y="715"/>
                </a:lnTo>
                <a:lnTo>
                  <a:pt x="9576" y="715"/>
                </a:lnTo>
                <a:lnTo>
                  <a:pt x="9515" y="673"/>
                </a:lnTo>
                <a:lnTo>
                  <a:pt x="9455" y="652"/>
                </a:lnTo>
                <a:lnTo>
                  <a:pt x="9394" y="694"/>
                </a:lnTo>
                <a:lnTo>
                  <a:pt x="9334" y="631"/>
                </a:lnTo>
                <a:lnTo>
                  <a:pt x="9274" y="652"/>
                </a:lnTo>
                <a:lnTo>
                  <a:pt x="9213" y="694"/>
                </a:lnTo>
                <a:lnTo>
                  <a:pt x="9153" y="652"/>
                </a:lnTo>
                <a:lnTo>
                  <a:pt x="9092" y="631"/>
                </a:lnTo>
                <a:lnTo>
                  <a:pt x="9032" y="631"/>
                </a:lnTo>
                <a:lnTo>
                  <a:pt x="8972" y="652"/>
                </a:lnTo>
                <a:lnTo>
                  <a:pt x="8911" y="652"/>
                </a:lnTo>
                <a:lnTo>
                  <a:pt x="8851" y="631"/>
                </a:lnTo>
                <a:lnTo>
                  <a:pt x="8769" y="652"/>
                </a:lnTo>
                <a:lnTo>
                  <a:pt x="8689" y="694"/>
                </a:lnTo>
                <a:lnTo>
                  <a:pt x="8628" y="694"/>
                </a:lnTo>
                <a:lnTo>
                  <a:pt x="8546" y="715"/>
                </a:lnTo>
                <a:lnTo>
                  <a:pt x="8486" y="715"/>
                </a:lnTo>
                <a:lnTo>
                  <a:pt x="8406" y="673"/>
                </a:lnTo>
                <a:lnTo>
                  <a:pt x="8346" y="652"/>
                </a:lnTo>
                <a:lnTo>
                  <a:pt x="8285" y="652"/>
                </a:lnTo>
                <a:lnTo>
                  <a:pt x="8225" y="694"/>
                </a:lnTo>
                <a:lnTo>
                  <a:pt x="8145" y="757"/>
                </a:lnTo>
                <a:lnTo>
                  <a:pt x="8085" y="799"/>
                </a:lnTo>
                <a:lnTo>
                  <a:pt x="8044" y="736"/>
                </a:lnTo>
                <a:lnTo>
                  <a:pt x="7983" y="694"/>
                </a:lnTo>
                <a:lnTo>
                  <a:pt x="7923" y="694"/>
                </a:lnTo>
                <a:lnTo>
                  <a:pt x="7863" y="715"/>
                </a:lnTo>
                <a:lnTo>
                  <a:pt x="7802" y="736"/>
                </a:lnTo>
                <a:lnTo>
                  <a:pt x="7720" y="736"/>
                </a:lnTo>
                <a:lnTo>
                  <a:pt x="7640" y="715"/>
                </a:lnTo>
                <a:lnTo>
                  <a:pt x="7561" y="694"/>
                </a:lnTo>
                <a:lnTo>
                  <a:pt x="7500" y="673"/>
                </a:lnTo>
                <a:lnTo>
                  <a:pt x="7399" y="694"/>
                </a:lnTo>
                <a:lnTo>
                  <a:pt x="7338" y="715"/>
                </a:lnTo>
                <a:lnTo>
                  <a:pt x="7256" y="736"/>
                </a:lnTo>
                <a:lnTo>
                  <a:pt x="7157" y="778"/>
                </a:lnTo>
                <a:lnTo>
                  <a:pt x="7097" y="757"/>
                </a:lnTo>
                <a:lnTo>
                  <a:pt x="7036" y="715"/>
                </a:lnTo>
                <a:lnTo>
                  <a:pt x="6976" y="673"/>
                </a:lnTo>
                <a:lnTo>
                  <a:pt x="6915" y="694"/>
                </a:lnTo>
                <a:lnTo>
                  <a:pt x="6855" y="694"/>
                </a:lnTo>
                <a:lnTo>
                  <a:pt x="6795" y="694"/>
                </a:lnTo>
                <a:lnTo>
                  <a:pt x="6734" y="694"/>
                </a:lnTo>
                <a:lnTo>
                  <a:pt x="6674" y="694"/>
                </a:lnTo>
                <a:lnTo>
                  <a:pt x="6613" y="694"/>
                </a:lnTo>
                <a:lnTo>
                  <a:pt x="6248" y="1220"/>
                </a:lnTo>
                <a:lnTo>
                  <a:pt x="6530" y="652"/>
                </a:lnTo>
                <a:lnTo>
                  <a:pt x="6470" y="652"/>
                </a:lnTo>
                <a:lnTo>
                  <a:pt x="6409" y="652"/>
                </a:lnTo>
                <a:lnTo>
                  <a:pt x="6349" y="673"/>
                </a:lnTo>
                <a:lnTo>
                  <a:pt x="6269" y="673"/>
                </a:lnTo>
                <a:lnTo>
                  <a:pt x="6209" y="673"/>
                </a:lnTo>
                <a:lnTo>
                  <a:pt x="6149" y="694"/>
                </a:lnTo>
                <a:lnTo>
                  <a:pt x="6088" y="736"/>
                </a:lnTo>
                <a:lnTo>
                  <a:pt x="6028" y="736"/>
                </a:lnTo>
                <a:lnTo>
                  <a:pt x="5967" y="736"/>
                </a:lnTo>
                <a:lnTo>
                  <a:pt x="5907" y="736"/>
                </a:lnTo>
                <a:lnTo>
                  <a:pt x="5844" y="736"/>
                </a:lnTo>
                <a:lnTo>
                  <a:pt x="5784" y="694"/>
                </a:lnTo>
                <a:lnTo>
                  <a:pt x="5704" y="673"/>
                </a:lnTo>
                <a:lnTo>
                  <a:pt x="5644" y="673"/>
                </a:lnTo>
                <a:lnTo>
                  <a:pt x="5583" y="673"/>
                </a:lnTo>
                <a:lnTo>
                  <a:pt x="5503" y="694"/>
                </a:lnTo>
                <a:lnTo>
                  <a:pt x="5443" y="694"/>
                </a:lnTo>
                <a:lnTo>
                  <a:pt x="5361" y="694"/>
                </a:lnTo>
                <a:lnTo>
                  <a:pt x="5300" y="715"/>
                </a:lnTo>
                <a:lnTo>
                  <a:pt x="5221" y="715"/>
                </a:lnTo>
                <a:lnTo>
                  <a:pt x="5160" y="694"/>
                </a:lnTo>
                <a:lnTo>
                  <a:pt x="5100" y="694"/>
                </a:lnTo>
                <a:lnTo>
                  <a:pt x="5018" y="673"/>
                </a:lnTo>
                <a:lnTo>
                  <a:pt x="4957" y="652"/>
                </a:lnTo>
                <a:lnTo>
                  <a:pt x="4897" y="652"/>
                </a:lnTo>
                <a:lnTo>
                  <a:pt x="4837" y="652"/>
                </a:lnTo>
                <a:lnTo>
                  <a:pt x="4776" y="673"/>
                </a:lnTo>
                <a:lnTo>
                  <a:pt x="4716" y="694"/>
                </a:lnTo>
                <a:lnTo>
                  <a:pt x="4655" y="694"/>
                </a:lnTo>
                <a:lnTo>
                  <a:pt x="4576" y="694"/>
                </a:lnTo>
                <a:lnTo>
                  <a:pt x="4515" y="694"/>
                </a:lnTo>
                <a:lnTo>
                  <a:pt x="4455" y="652"/>
                </a:lnTo>
                <a:lnTo>
                  <a:pt x="4394" y="610"/>
                </a:lnTo>
                <a:lnTo>
                  <a:pt x="4334" y="568"/>
                </a:lnTo>
                <a:lnTo>
                  <a:pt x="4252" y="547"/>
                </a:lnTo>
                <a:lnTo>
                  <a:pt x="4191" y="547"/>
                </a:lnTo>
                <a:lnTo>
                  <a:pt x="4131" y="526"/>
                </a:lnTo>
                <a:lnTo>
                  <a:pt x="4071" y="484"/>
                </a:lnTo>
                <a:lnTo>
                  <a:pt x="4010" y="463"/>
                </a:lnTo>
                <a:lnTo>
                  <a:pt x="3950" y="463"/>
                </a:lnTo>
                <a:lnTo>
                  <a:pt x="3889" y="463"/>
                </a:lnTo>
                <a:lnTo>
                  <a:pt x="3829" y="484"/>
                </a:lnTo>
                <a:lnTo>
                  <a:pt x="3769" y="526"/>
                </a:lnTo>
                <a:lnTo>
                  <a:pt x="3708" y="526"/>
                </a:lnTo>
                <a:lnTo>
                  <a:pt x="3648" y="568"/>
                </a:lnTo>
                <a:lnTo>
                  <a:pt x="3587" y="568"/>
                </a:lnTo>
                <a:lnTo>
                  <a:pt x="3527" y="526"/>
                </a:lnTo>
                <a:lnTo>
                  <a:pt x="3447" y="505"/>
                </a:lnTo>
                <a:lnTo>
                  <a:pt x="3387" y="505"/>
                </a:lnTo>
                <a:lnTo>
                  <a:pt x="3305" y="463"/>
                </a:lnTo>
                <a:lnTo>
                  <a:pt x="3244" y="463"/>
                </a:lnTo>
                <a:lnTo>
                  <a:pt x="3184" y="484"/>
                </a:lnTo>
                <a:lnTo>
                  <a:pt x="3124" y="505"/>
                </a:lnTo>
                <a:lnTo>
                  <a:pt x="3063" y="526"/>
                </a:lnTo>
                <a:lnTo>
                  <a:pt x="3003" y="547"/>
                </a:lnTo>
                <a:lnTo>
                  <a:pt x="2942" y="568"/>
                </a:lnTo>
                <a:lnTo>
                  <a:pt x="2882" y="568"/>
                </a:lnTo>
                <a:lnTo>
                  <a:pt x="2822" y="568"/>
                </a:lnTo>
                <a:lnTo>
                  <a:pt x="2761" y="568"/>
                </a:lnTo>
                <a:lnTo>
                  <a:pt x="2681" y="568"/>
                </a:lnTo>
                <a:lnTo>
                  <a:pt x="2621" y="568"/>
                </a:lnTo>
                <a:lnTo>
                  <a:pt x="2561" y="547"/>
                </a:lnTo>
                <a:lnTo>
                  <a:pt x="2500" y="547"/>
                </a:lnTo>
                <a:lnTo>
                  <a:pt x="2440" y="547"/>
                </a:lnTo>
                <a:lnTo>
                  <a:pt x="2358" y="547"/>
                </a:lnTo>
                <a:lnTo>
                  <a:pt x="2297" y="547"/>
                </a:lnTo>
                <a:lnTo>
                  <a:pt x="2237" y="547"/>
                </a:lnTo>
                <a:lnTo>
                  <a:pt x="2176" y="589"/>
                </a:lnTo>
                <a:lnTo>
                  <a:pt x="2116" y="610"/>
                </a:lnTo>
                <a:lnTo>
                  <a:pt x="2056" y="631"/>
                </a:lnTo>
                <a:lnTo>
                  <a:pt x="1995" y="631"/>
                </a:lnTo>
                <a:lnTo>
                  <a:pt x="1935" y="631"/>
                </a:lnTo>
                <a:lnTo>
                  <a:pt x="1874" y="589"/>
                </a:lnTo>
                <a:lnTo>
                  <a:pt x="1814" y="568"/>
                </a:lnTo>
                <a:lnTo>
                  <a:pt x="1754" y="568"/>
                </a:lnTo>
                <a:lnTo>
                  <a:pt x="1693" y="568"/>
                </a:lnTo>
                <a:lnTo>
                  <a:pt x="1592" y="547"/>
                </a:lnTo>
                <a:lnTo>
                  <a:pt x="1531" y="547"/>
                </a:lnTo>
                <a:lnTo>
                  <a:pt x="1471" y="589"/>
                </a:lnTo>
                <a:lnTo>
                  <a:pt x="1411" y="631"/>
                </a:lnTo>
                <a:lnTo>
                  <a:pt x="1350" y="673"/>
                </a:lnTo>
                <a:lnTo>
                  <a:pt x="1290" y="694"/>
                </a:lnTo>
                <a:lnTo>
                  <a:pt x="1229" y="694"/>
                </a:lnTo>
                <a:lnTo>
                  <a:pt x="1169" y="673"/>
                </a:lnTo>
                <a:lnTo>
                  <a:pt x="1108" y="652"/>
                </a:lnTo>
                <a:lnTo>
                  <a:pt x="1048" y="652"/>
                </a:lnTo>
                <a:lnTo>
                  <a:pt x="988" y="631"/>
                </a:lnTo>
                <a:lnTo>
                  <a:pt x="927" y="631"/>
                </a:lnTo>
                <a:lnTo>
                  <a:pt x="867" y="631"/>
                </a:lnTo>
                <a:lnTo>
                  <a:pt x="785" y="631"/>
                </a:lnTo>
                <a:lnTo>
                  <a:pt x="705" y="631"/>
                </a:lnTo>
                <a:lnTo>
                  <a:pt x="645" y="631"/>
                </a:lnTo>
                <a:lnTo>
                  <a:pt x="584" y="631"/>
                </a:lnTo>
                <a:lnTo>
                  <a:pt x="524" y="652"/>
                </a:lnTo>
                <a:lnTo>
                  <a:pt x="463" y="652"/>
                </a:lnTo>
                <a:lnTo>
                  <a:pt x="403" y="652"/>
                </a:lnTo>
                <a:lnTo>
                  <a:pt x="343" y="673"/>
                </a:lnTo>
                <a:lnTo>
                  <a:pt x="282" y="694"/>
                </a:lnTo>
                <a:lnTo>
                  <a:pt x="222" y="715"/>
                </a:lnTo>
                <a:lnTo>
                  <a:pt x="140" y="757"/>
                </a:lnTo>
                <a:lnTo>
                  <a:pt x="60" y="778"/>
                </a:lnTo>
                <a:lnTo>
                  <a:pt x="0" y="820"/>
                </a:lnTo>
                <a:lnTo>
                  <a:pt x="0" y="16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"/>
          <p:cNvGrpSpPr/>
          <p:nvPr/>
        </p:nvGrpSpPr>
        <p:grpSpPr>
          <a:xfrm>
            <a:off x="2166840" y="355680"/>
            <a:ext cx="2452680" cy="249120"/>
            <a:chOff x="2166840" y="355680"/>
            <a:chExt cx="2452680" cy="249120"/>
          </a:xfrm>
        </p:grpSpPr>
        <p:sp>
          <p:nvSpPr>
            <p:cNvPr id="86" name=""/>
            <p:cNvSpPr/>
            <p:nvPr/>
          </p:nvSpPr>
          <p:spPr>
            <a:xfrm>
              <a:off x="2166840" y="355680"/>
              <a:ext cx="2452680" cy="2491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24480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271296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300348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32688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35258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379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40640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433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"/>
          <p:cNvGrpSpPr/>
          <p:nvPr/>
        </p:nvGrpSpPr>
        <p:grpSpPr>
          <a:xfrm>
            <a:off x="2166840" y="38160"/>
            <a:ext cx="546120" cy="264960"/>
            <a:chOff x="2166840" y="38160"/>
            <a:chExt cx="546120" cy="264960"/>
          </a:xfrm>
        </p:grpSpPr>
        <p:sp>
          <p:nvSpPr>
            <p:cNvPr id="96" name=""/>
            <p:cNvSpPr/>
            <p:nvPr/>
          </p:nvSpPr>
          <p:spPr>
            <a:xfrm>
              <a:off x="2166840" y="3816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2448000" y="52560"/>
              <a:ext cx="0" cy="2394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" name=""/>
          <p:cNvGrpSpPr/>
          <p:nvPr/>
        </p:nvGrpSpPr>
        <p:grpSpPr>
          <a:xfrm>
            <a:off x="2166840" y="641520"/>
            <a:ext cx="1117440" cy="254160"/>
            <a:chOff x="2166840" y="641520"/>
            <a:chExt cx="1117440" cy="254160"/>
          </a:xfrm>
        </p:grpSpPr>
        <p:sp>
          <p:nvSpPr>
            <p:cNvPr id="99" name=""/>
            <p:cNvSpPr/>
            <p:nvPr/>
          </p:nvSpPr>
          <p:spPr>
            <a:xfrm>
              <a:off x="2166840" y="641520"/>
              <a:ext cx="1117440" cy="2541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244800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271296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300348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3" name=""/>
          <p:cNvGrpSpPr/>
          <p:nvPr/>
        </p:nvGrpSpPr>
        <p:grpSpPr>
          <a:xfrm>
            <a:off x="339840" y="1162080"/>
            <a:ext cx="3755880" cy="247680"/>
            <a:chOff x="339840" y="1162080"/>
            <a:chExt cx="3755880" cy="247680"/>
          </a:xfrm>
        </p:grpSpPr>
        <p:sp>
          <p:nvSpPr>
            <p:cNvPr id="104" name=""/>
            <p:cNvSpPr/>
            <p:nvPr/>
          </p:nvSpPr>
          <p:spPr>
            <a:xfrm>
              <a:off x="339840" y="1162080"/>
              <a:ext cx="3755880" cy="24768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603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8510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11206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1368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16095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18651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21128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23684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26082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28558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312732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3750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36147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3870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" name=""/>
          <p:cNvSpPr txBox="1"/>
          <p:nvPr/>
        </p:nvSpPr>
        <p:spPr>
          <a:xfrm>
            <a:off x="325440" y="1092240"/>
            <a:ext cx="3792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5 ,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- 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1280" y="4680"/>
            <a:ext cx="3568680" cy="116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 PIC XX.  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 PIC X(9).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J  U  N 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 PIC X(4).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1  9  9  8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 PIC X(15) VALUE ALL "-".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5440" y="1809720"/>
            <a:ext cx="3384720" cy="118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MonthStr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YearStr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14400" y="1397160"/>
            <a:ext cx="4739040" cy="651240"/>
          </a:xfrm>
          <a:custGeom>
            <a:avLst/>
            <a:gdLst/>
            <a:ahLst/>
            <a:rect l="0" t="0" r="r" b="b"/>
            <a:pathLst>
              <a:path w="13164" h="1809">
                <a:moveTo>
                  <a:pt x="0" y="165"/>
                </a:moveTo>
                <a:lnTo>
                  <a:pt x="120" y="126"/>
                </a:lnTo>
                <a:lnTo>
                  <a:pt x="222" y="147"/>
                </a:lnTo>
                <a:lnTo>
                  <a:pt x="282" y="147"/>
                </a:lnTo>
                <a:lnTo>
                  <a:pt x="362" y="147"/>
                </a:lnTo>
                <a:lnTo>
                  <a:pt x="422" y="126"/>
                </a:lnTo>
                <a:lnTo>
                  <a:pt x="483" y="105"/>
                </a:lnTo>
                <a:lnTo>
                  <a:pt x="565" y="105"/>
                </a:lnTo>
                <a:lnTo>
                  <a:pt x="645" y="63"/>
                </a:lnTo>
                <a:lnTo>
                  <a:pt x="705" y="63"/>
                </a:lnTo>
                <a:lnTo>
                  <a:pt x="765" y="63"/>
                </a:lnTo>
                <a:lnTo>
                  <a:pt x="845" y="63"/>
                </a:lnTo>
                <a:lnTo>
                  <a:pt x="906" y="63"/>
                </a:lnTo>
                <a:lnTo>
                  <a:pt x="966" y="105"/>
                </a:lnTo>
                <a:lnTo>
                  <a:pt x="1048" y="126"/>
                </a:lnTo>
                <a:lnTo>
                  <a:pt x="1089" y="189"/>
                </a:lnTo>
                <a:lnTo>
                  <a:pt x="1169" y="210"/>
                </a:lnTo>
                <a:lnTo>
                  <a:pt x="1229" y="252"/>
                </a:lnTo>
                <a:lnTo>
                  <a:pt x="1290" y="273"/>
                </a:lnTo>
                <a:lnTo>
                  <a:pt x="1369" y="273"/>
                </a:lnTo>
                <a:lnTo>
                  <a:pt x="1430" y="273"/>
                </a:lnTo>
                <a:lnTo>
                  <a:pt x="1490" y="273"/>
                </a:lnTo>
                <a:lnTo>
                  <a:pt x="1551" y="273"/>
                </a:lnTo>
                <a:lnTo>
                  <a:pt x="1611" y="273"/>
                </a:lnTo>
                <a:lnTo>
                  <a:pt x="1671" y="273"/>
                </a:lnTo>
                <a:lnTo>
                  <a:pt x="1734" y="252"/>
                </a:lnTo>
                <a:lnTo>
                  <a:pt x="1795" y="252"/>
                </a:lnTo>
                <a:lnTo>
                  <a:pt x="1894" y="252"/>
                </a:lnTo>
                <a:lnTo>
                  <a:pt x="1976" y="273"/>
                </a:lnTo>
                <a:lnTo>
                  <a:pt x="2056" y="273"/>
                </a:lnTo>
                <a:lnTo>
                  <a:pt x="2135" y="294"/>
                </a:lnTo>
                <a:lnTo>
                  <a:pt x="2196" y="315"/>
                </a:lnTo>
                <a:lnTo>
                  <a:pt x="2256" y="336"/>
                </a:lnTo>
                <a:lnTo>
                  <a:pt x="2317" y="357"/>
                </a:lnTo>
                <a:lnTo>
                  <a:pt x="2377" y="357"/>
                </a:lnTo>
                <a:lnTo>
                  <a:pt x="2459" y="378"/>
                </a:lnTo>
                <a:lnTo>
                  <a:pt x="2520" y="378"/>
                </a:lnTo>
                <a:lnTo>
                  <a:pt x="2621" y="378"/>
                </a:lnTo>
                <a:lnTo>
                  <a:pt x="2701" y="378"/>
                </a:lnTo>
                <a:lnTo>
                  <a:pt x="2780" y="378"/>
                </a:lnTo>
                <a:lnTo>
                  <a:pt x="2841" y="378"/>
                </a:lnTo>
                <a:lnTo>
                  <a:pt x="2901" y="378"/>
                </a:lnTo>
                <a:lnTo>
                  <a:pt x="3003" y="378"/>
                </a:lnTo>
                <a:lnTo>
                  <a:pt x="3104" y="357"/>
                </a:lnTo>
                <a:lnTo>
                  <a:pt x="3184" y="357"/>
                </a:lnTo>
                <a:lnTo>
                  <a:pt x="3266" y="357"/>
                </a:lnTo>
                <a:lnTo>
                  <a:pt x="3346" y="357"/>
                </a:lnTo>
                <a:lnTo>
                  <a:pt x="3406" y="357"/>
                </a:lnTo>
                <a:lnTo>
                  <a:pt x="3467" y="357"/>
                </a:lnTo>
                <a:lnTo>
                  <a:pt x="3527" y="357"/>
                </a:lnTo>
                <a:lnTo>
                  <a:pt x="3587" y="378"/>
                </a:lnTo>
                <a:lnTo>
                  <a:pt x="3648" y="378"/>
                </a:lnTo>
                <a:lnTo>
                  <a:pt x="3749" y="399"/>
                </a:lnTo>
                <a:lnTo>
                  <a:pt x="3810" y="399"/>
                </a:lnTo>
                <a:lnTo>
                  <a:pt x="3889" y="378"/>
                </a:lnTo>
                <a:lnTo>
                  <a:pt x="3991" y="378"/>
                </a:lnTo>
                <a:lnTo>
                  <a:pt x="4071" y="378"/>
                </a:lnTo>
                <a:lnTo>
                  <a:pt x="4153" y="378"/>
                </a:lnTo>
                <a:lnTo>
                  <a:pt x="4213" y="378"/>
                </a:lnTo>
                <a:lnTo>
                  <a:pt x="4274" y="378"/>
                </a:lnTo>
                <a:lnTo>
                  <a:pt x="4334" y="378"/>
                </a:lnTo>
                <a:lnTo>
                  <a:pt x="4394" y="378"/>
                </a:lnTo>
                <a:lnTo>
                  <a:pt x="4474" y="399"/>
                </a:lnTo>
                <a:lnTo>
                  <a:pt x="4556" y="399"/>
                </a:lnTo>
                <a:lnTo>
                  <a:pt x="4636" y="420"/>
                </a:lnTo>
                <a:lnTo>
                  <a:pt x="4716" y="441"/>
                </a:lnTo>
                <a:lnTo>
                  <a:pt x="4798" y="441"/>
                </a:lnTo>
                <a:lnTo>
                  <a:pt x="4858" y="441"/>
                </a:lnTo>
                <a:lnTo>
                  <a:pt x="4957" y="463"/>
                </a:lnTo>
                <a:lnTo>
                  <a:pt x="5078" y="484"/>
                </a:lnTo>
                <a:lnTo>
                  <a:pt x="5139" y="484"/>
                </a:lnTo>
                <a:lnTo>
                  <a:pt x="5201" y="484"/>
                </a:lnTo>
                <a:lnTo>
                  <a:pt x="5281" y="484"/>
                </a:lnTo>
                <a:lnTo>
                  <a:pt x="5342" y="484"/>
                </a:lnTo>
                <a:lnTo>
                  <a:pt x="5402" y="484"/>
                </a:lnTo>
                <a:lnTo>
                  <a:pt x="5462" y="484"/>
                </a:lnTo>
                <a:lnTo>
                  <a:pt x="5663" y="484"/>
                </a:lnTo>
                <a:lnTo>
                  <a:pt x="5866" y="484"/>
                </a:lnTo>
                <a:lnTo>
                  <a:pt x="6066" y="484"/>
                </a:lnTo>
                <a:lnTo>
                  <a:pt x="6149" y="484"/>
                </a:lnTo>
                <a:lnTo>
                  <a:pt x="6228" y="484"/>
                </a:lnTo>
                <a:lnTo>
                  <a:pt x="6308" y="484"/>
                </a:lnTo>
                <a:lnTo>
                  <a:pt x="6368" y="463"/>
                </a:lnTo>
                <a:lnTo>
                  <a:pt x="6633" y="315"/>
                </a:lnTo>
                <a:lnTo>
                  <a:pt x="6674" y="378"/>
                </a:lnTo>
                <a:lnTo>
                  <a:pt x="6712" y="463"/>
                </a:lnTo>
                <a:lnTo>
                  <a:pt x="6795" y="484"/>
                </a:lnTo>
                <a:lnTo>
                  <a:pt x="6855" y="463"/>
                </a:lnTo>
                <a:lnTo>
                  <a:pt x="6915" y="463"/>
                </a:lnTo>
                <a:lnTo>
                  <a:pt x="6976" y="441"/>
                </a:lnTo>
                <a:lnTo>
                  <a:pt x="7036" y="463"/>
                </a:lnTo>
                <a:lnTo>
                  <a:pt x="7116" y="484"/>
                </a:lnTo>
                <a:lnTo>
                  <a:pt x="7176" y="484"/>
                </a:lnTo>
                <a:lnTo>
                  <a:pt x="7237" y="505"/>
                </a:lnTo>
                <a:lnTo>
                  <a:pt x="7297" y="505"/>
                </a:lnTo>
                <a:lnTo>
                  <a:pt x="7358" y="505"/>
                </a:lnTo>
                <a:lnTo>
                  <a:pt x="7418" y="505"/>
                </a:lnTo>
                <a:lnTo>
                  <a:pt x="7478" y="505"/>
                </a:lnTo>
                <a:lnTo>
                  <a:pt x="7539" y="484"/>
                </a:lnTo>
                <a:lnTo>
                  <a:pt x="7599" y="484"/>
                </a:lnTo>
                <a:lnTo>
                  <a:pt x="7681" y="484"/>
                </a:lnTo>
                <a:lnTo>
                  <a:pt x="7761" y="463"/>
                </a:lnTo>
                <a:lnTo>
                  <a:pt x="7821" y="441"/>
                </a:lnTo>
                <a:lnTo>
                  <a:pt x="7882" y="441"/>
                </a:lnTo>
                <a:lnTo>
                  <a:pt x="7962" y="441"/>
                </a:lnTo>
                <a:lnTo>
                  <a:pt x="8024" y="420"/>
                </a:lnTo>
                <a:lnTo>
                  <a:pt x="8085" y="441"/>
                </a:lnTo>
                <a:lnTo>
                  <a:pt x="8145" y="505"/>
                </a:lnTo>
                <a:lnTo>
                  <a:pt x="8206" y="526"/>
                </a:lnTo>
                <a:lnTo>
                  <a:pt x="8285" y="526"/>
                </a:lnTo>
                <a:lnTo>
                  <a:pt x="8346" y="526"/>
                </a:lnTo>
                <a:lnTo>
                  <a:pt x="8406" y="526"/>
                </a:lnTo>
                <a:lnTo>
                  <a:pt x="8486" y="526"/>
                </a:lnTo>
                <a:lnTo>
                  <a:pt x="8568" y="505"/>
                </a:lnTo>
                <a:lnTo>
                  <a:pt x="8648" y="484"/>
                </a:lnTo>
                <a:lnTo>
                  <a:pt x="8730" y="484"/>
                </a:lnTo>
                <a:lnTo>
                  <a:pt x="8790" y="463"/>
                </a:lnTo>
                <a:lnTo>
                  <a:pt x="8870" y="463"/>
                </a:lnTo>
                <a:lnTo>
                  <a:pt x="8930" y="441"/>
                </a:lnTo>
                <a:lnTo>
                  <a:pt x="8991" y="441"/>
                </a:lnTo>
                <a:lnTo>
                  <a:pt x="9051" y="441"/>
                </a:lnTo>
                <a:lnTo>
                  <a:pt x="9293" y="441"/>
                </a:lnTo>
                <a:lnTo>
                  <a:pt x="9353" y="441"/>
                </a:lnTo>
                <a:lnTo>
                  <a:pt x="9435" y="441"/>
                </a:lnTo>
                <a:lnTo>
                  <a:pt x="9496" y="441"/>
                </a:lnTo>
                <a:lnTo>
                  <a:pt x="9556" y="420"/>
                </a:lnTo>
                <a:lnTo>
                  <a:pt x="9636" y="378"/>
                </a:lnTo>
                <a:lnTo>
                  <a:pt x="9737" y="357"/>
                </a:lnTo>
                <a:lnTo>
                  <a:pt x="9798" y="336"/>
                </a:lnTo>
                <a:lnTo>
                  <a:pt x="9858" y="294"/>
                </a:lnTo>
                <a:lnTo>
                  <a:pt x="9919" y="273"/>
                </a:lnTo>
                <a:lnTo>
                  <a:pt x="9979" y="231"/>
                </a:lnTo>
                <a:lnTo>
                  <a:pt x="10039" y="231"/>
                </a:lnTo>
                <a:lnTo>
                  <a:pt x="10100" y="252"/>
                </a:lnTo>
                <a:lnTo>
                  <a:pt x="10201" y="273"/>
                </a:lnTo>
                <a:lnTo>
                  <a:pt x="10262" y="273"/>
                </a:lnTo>
                <a:lnTo>
                  <a:pt x="10361" y="315"/>
                </a:lnTo>
                <a:lnTo>
                  <a:pt x="10443" y="336"/>
                </a:lnTo>
                <a:lnTo>
                  <a:pt x="10503" y="336"/>
                </a:lnTo>
                <a:lnTo>
                  <a:pt x="10564" y="336"/>
                </a:lnTo>
                <a:lnTo>
                  <a:pt x="10624" y="315"/>
                </a:lnTo>
                <a:lnTo>
                  <a:pt x="10704" y="315"/>
                </a:lnTo>
                <a:lnTo>
                  <a:pt x="10764" y="294"/>
                </a:lnTo>
                <a:lnTo>
                  <a:pt x="10846" y="294"/>
                </a:lnTo>
                <a:lnTo>
                  <a:pt x="10946" y="294"/>
                </a:lnTo>
                <a:lnTo>
                  <a:pt x="11006" y="294"/>
                </a:lnTo>
                <a:lnTo>
                  <a:pt x="11066" y="315"/>
                </a:lnTo>
                <a:lnTo>
                  <a:pt x="11127" y="315"/>
                </a:lnTo>
                <a:lnTo>
                  <a:pt x="11187" y="336"/>
                </a:lnTo>
                <a:lnTo>
                  <a:pt x="11248" y="336"/>
                </a:lnTo>
                <a:lnTo>
                  <a:pt x="11330" y="336"/>
                </a:lnTo>
                <a:lnTo>
                  <a:pt x="11429" y="315"/>
                </a:lnTo>
                <a:lnTo>
                  <a:pt x="11530" y="315"/>
                </a:lnTo>
                <a:lnTo>
                  <a:pt x="11591" y="315"/>
                </a:lnTo>
                <a:lnTo>
                  <a:pt x="11673" y="294"/>
                </a:lnTo>
                <a:lnTo>
                  <a:pt x="11733" y="273"/>
                </a:lnTo>
                <a:lnTo>
                  <a:pt x="11794" y="231"/>
                </a:lnTo>
                <a:lnTo>
                  <a:pt x="11854" y="210"/>
                </a:lnTo>
                <a:lnTo>
                  <a:pt x="11934" y="189"/>
                </a:lnTo>
                <a:lnTo>
                  <a:pt x="12013" y="189"/>
                </a:lnTo>
                <a:lnTo>
                  <a:pt x="12096" y="168"/>
                </a:lnTo>
                <a:lnTo>
                  <a:pt x="12156" y="147"/>
                </a:lnTo>
                <a:lnTo>
                  <a:pt x="12236" y="126"/>
                </a:lnTo>
                <a:lnTo>
                  <a:pt x="12296" y="105"/>
                </a:lnTo>
                <a:lnTo>
                  <a:pt x="12357" y="84"/>
                </a:lnTo>
                <a:lnTo>
                  <a:pt x="12579" y="0"/>
                </a:lnTo>
                <a:lnTo>
                  <a:pt x="12680" y="42"/>
                </a:lnTo>
                <a:lnTo>
                  <a:pt x="12719" y="105"/>
                </a:lnTo>
                <a:lnTo>
                  <a:pt x="12779" y="126"/>
                </a:lnTo>
                <a:lnTo>
                  <a:pt x="12842" y="126"/>
                </a:lnTo>
                <a:lnTo>
                  <a:pt x="12941" y="105"/>
                </a:lnTo>
                <a:lnTo>
                  <a:pt x="13002" y="84"/>
                </a:lnTo>
                <a:lnTo>
                  <a:pt x="13062" y="42"/>
                </a:lnTo>
                <a:lnTo>
                  <a:pt x="13164" y="26"/>
                </a:lnTo>
                <a:lnTo>
                  <a:pt x="13164" y="1809"/>
                </a:lnTo>
                <a:lnTo>
                  <a:pt x="12941" y="1704"/>
                </a:lnTo>
                <a:lnTo>
                  <a:pt x="12903" y="1641"/>
                </a:lnTo>
                <a:lnTo>
                  <a:pt x="12881" y="1578"/>
                </a:lnTo>
                <a:lnTo>
                  <a:pt x="12862" y="1515"/>
                </a:lnTo>
                <a:lnTo>
                  <a:pt x="12801" y="1473"/>
                </a:lnTo>
                <a:lnTo>
                  <a:pt x="12741" y="1473"/>
                </a:lnTo>
                <a:lnTo>
                  <a:pt x="12680" y="1536"/>
                </a:lnTo>
                <a:lnTo>
                  <a:pt x="12620" y="1473"/>
                </a:lnTo>
                <a:lnTo>
                  <a:pt x="12559" y="1494"/>
                </a:lnTo>
                <a:lnTo>
                  <a:pt x="12477" y="1536"/>
                </a:lnTo>
                <a:lnTo>
                  <a:pt x="12439" y="1473"/>
                </a:lnTo>
                <a:lnTo>
                  <a:pt x="12378" y="1452"/>
                </a:lnTo>
                <a:lnTo>
                  <a:pt x="12318" y="1410"/>
                </a:lnTo>
                <a:lnTo>
                  <a:pt x="12277" y="1346"/>
                </a:lnTo>
                <a:lnTo>
                  <a:pt x="12216" y="1283"/>
                </a:lnTo>
                <a:lnTo>
                  <a:pt x="12156" y="1220"/>
                </a:lnTo>
                <a:lnTo>
                  <a:pt x="12115" y="1157"/>
                </a:lnTo>
                <a:lnTo>
                  <a:pt x="12055" y="1199"/>
                </a:lnTo>
                <a:lnTo>
                  <a:pt x="11994" y="1157"/>
                </a:lnTo>
                <a:lnTo>
                  <a:pt x="11994" y="1094"/>
                </a:lnTo>
                <a:lnTo>
                  <a:pt x="11953" y="1010"/>
                </a:lnTo>
                <a:lnTo>
                  <a:pt x="11914" y="926"/>
                </a:lnTo>
                <a:lnTo>
                  <a:pt x="11893" y="862"/>
                </a:lnTo>
                <a:lnTo>
                  <a:pt x="11832" y="820"/>
                </a:lnTo>
                <a:lnTo>
                  <a:pt x="11753" y="862"/>
                </a:lnTo>
                <a:lnTo>
                  <a:pt x="11711" y="778"/>
                </a:lnTo>
                <a:lnTo>
                  <a:pt x="11673" y="715"/>
                </a:lnTo>
                <a:lnTo>
                  <a:pt x="11612" y="694"/>
                </a:lnTo>
                <a:lnTo>
                  <a:pt x="11571" y="631"/>
                </a:lnTo>
                <a:lnTo>
                  <a:pt x="11511" y="631"/>
                </a:lnTo>
                <a:lnTo>
                  <a:pt x="11450" y="631"/>
                </a:lnTo>
                <a:lnTo>
                  <a:pt x="11390" y="610"/>
                </a:lnTo>
                <a:lnTo>
                  <a:pt x="11308" y="568"/>
                </a:lnTo>
                <a:lnTo>
                  <a:pt x="11248" y="568"/>
                </a:lnTo>
                <a:lnTo>
                  <a:pt x="11187" y="568"/>
                </a:lnTo>
                <a:lnTo>
                  <a:pt x="11107" y="547"/>
                </a:lnTo>
                <a:lnTo>
                  <a:pt x="11047" y="526"/>
                </a:lnTo>
                <a:lnTo>
                  <a:pt x="11006" y="463"/>
                </a:lnTo>
                <a:lnTo>
                  <a:pt x="10946" y="463"/>
                </a:lnTo>
                <a:lnTo>
                  <a:pt x="10885" y="484"/>
                </a:lnTo>
                <a:lnTo>
                  <a:pt x="10866" y="547"/>
                </a:lnTo>
                <a:lnTo>
                  <a:pt x="10805" y="610"/>
                </a:lnTo>
                <a:lnTo>
                  <a:pt x="10745" y="631"/>
                </a:lnTo>
                <a:lnTo>
                  <a:pt x="10866" y="1220"/>
                </a:lnTo>
                <a:lnTo>
                  <a:pt x="10786" y="1199"/>
                </a:lnTo>
                <a:lnTo>
                  <a:pt x="10723" y="1157"/>
                </a:lnTo>
                <a:lnTo>
                  <a:pt x="10663" y="1094"/>
                </a:lnTo>
                <a:lnTo>
                  <a:pt x="10100" y="694"/>
                </a:lnTo>
                <a:lnTo>
                  <a:pt x="10039" y="652"/>
                </a:lnTo>
                <a:lnTo>
                  <a:pt x="9979" y="610"/>
                </a:lnTo>
                <a:lnTo>
                  <a:pt x="9938" y="547"/>
                </a:lnTo>
                <a:lnTo>
                  <a:pt x="9878" y="526"/>
                </a:lnTo>
                <a:lnTo>
                  <a:pt x="9817" y="568"/>
                </a:lnTo>
                <a:lnTo>
                  <a:pt x="9776" y="631"/>
                </a:lnTo>
                <a:lnTo>
                  <a:pt x="9696" y="694"/>
                </a:lnTo>
                <a:lnTo>
                  <a:pt x="9636" y="715"/>
                </a:lnTo>
                <a:lnTo>
                  <a:pt x="9576" y="715"/>
                </a:lnTo>
                <a:lnTo>
                  <a:pt x="9515" y="673"/>
                </a:lnTo>
                <a:lnTo>
                  <a:pt x="9455" y="652"/>
                </a:lnTo>
                <a:lnTo>
                  <a:pt x="9394" y="694"/>
                </a:lnTo>
                <a:lnTo>
                  <a:pt x="9334" y="631"/>
                </a:lnTo>
                <a:lnTo>
                  <a:pt x="9274" y="652"/>
                </a:lnTo>
                <a:lnTo>
                  <a:pt x="9213" y="694"/>
                </a:lnTo>
                <a:lnTo>
                  <a:pt x="9153" y="652"/>
                </a:lnTo>
                <a:lnTo>
                  <a:pt x="9092" y="631"/>
                </a:lnTo>
                <a:lnTo>
                  <a:pt x="9032" y="631"/>
                </a:lnTo>
                <a:lnTo>
                  <a:pt x="8972" y="652"/>
                </a:lnTo>
                <a:lnTo>
                  <a:pt x="8911" y="652"/>
                </a:lnTo>
                <a:lnTo>
                  <a:pt x="8851" y="631"/>
                </a:lnTo>
                <a:lnTo>
                  <a:pt x="8769" y="652"/>
                </a:lnTo>
                <a:lnTo>
                  <a:pt x="8689" y="694"/>
                </a:lnTo>
                <a:lnTo>
                  <a:pt x="8628" y="694"/>
                </a:lnTo>
                <a:lnTo>
                  <a:pt x="8546" y="715"/>
                </a:lnTo>
                <a:lnTo>
                  <a:pt x="8486" y="715"/>
                </a:lnTo>
                <a:lnTo>
                  <a:pt x="8406" y="673"/>
                </a:lnTo>
                <a:lnTo>
                  <a:pt x="8346" y="652"/>
                </a:lnTo>
                <a:lnTo>
                  <a:pt x="8285" y="652"/>
                </a:lnTo>
                <a:lnTo>
                  <a:pt x="8225" y="694"/>
                </a:lnTo>
                <a:lnTo>
                  <a:pt x="8145" y="757"/>
                </a:lnTo>
                <a:lnTo>
                  <a:pt x="8085" y="799"/>
                </a:lnTo>
                <a:lnTo>
                  <a:pt x="8044" y="736"/>
                </a:lnTo>
                <a:lnTo>
                  <a:pt x="7983" y="694"/>
                </a:lnTo>
                <a:lnTo>
                  <a:pt x="7923" y="694"/>
                </a:lnTo>
                <a:lnTo>
                  <a:pt x="7863" y="715"/>
                </a:lnTo>
                <a:lnTo>
                  <a:pt x="7802" y="736"/>
                </a:lnTo>
                <a:lnTo>
                  <a:pt x="7720" y="736"/>
                </a:lnTo>
                <a:lnTo>
                  <a:pt x="7640" y="715"/>
                </a:lnTo>
                <a:lnTo>
                  <a:pt x="7561" y="694"/>
                </a:lnTo>
                <a:lnTo>
                  <a:pt x="7500" y="673"/>
                </a:lnTo>
                <a:lnTo>
                  <a:pt x="7399" y="694"/>
                </a:lnTo>
                <a:lnTo>
                  <a:pt x="7338" y="715"/>
                </a:lnTo>
                <a:lnTo>
                  <a:pt x="7256" y="736"/>
                </a:lnTo>
                <a:lnTo>
                  <a:pt x="7157" y="778"/>
                </a:lnTo>
                <a:lnTo>
                  <a:pt x="7097" y="757"/>
                </a:lnTo>
                <a:lnTo>
                  <a:pt x="7036" y="715"/>
                </a:lnTo>
                <a:lnTo>
                  <a:pt x="6976" y="673"/>
                </a:lnTo>
                <a:lnTo>
                  <a:pt x="6915" y="694"/>
                </a:lnTo>
                <a:lnTo>
                  <a:pt x="6855" y="694"/>
                </a:lnTo>
                <a:lnTo>
                  <a:pt x="6795" y="694"/>
                </a:lnTo>
                <a:lnTo>
                  <a:pt x="6734" y="694"/>
                </a:lnTo>
                <a:lnTo>
                  <a:pt x="6674" y="694"/>
                </a:lnTo>
                <a:lnTo>
                  <a:pt x="6613" y="694"/>
                </a:lnTo>
                <a:lnTo>
                  <a:pt x="6248" y="1220"/>
                </a:lnTo>
                <a:lnTo>
                  <a:pt x="6530" y="652"/>
                </a:lnTo>
                <a:lnTo>
                  <a:pt x="6470" y="652"/>
                </a:lnTo>
                <a:lnTo>
                  <a:pt x="6409" y="652"/>
                </a:lnTo>
                <a:lnTo>
                  <a:pt x="6349" y="673"/>
                </a:lnTo>
                <a:lnTo>
                  <a:pt x="6269" y="673"/>
                </a:lnTo>
                <a:lnTo>
                  <a:pt x="6209" y="673"/>
                </a:lnTo>
                <a:lnTo>
                  <a:pt x="6149" y="694"/>
                </a:lnTo>
                <a:lnTo>
                  <a:pt x="6088" y="736"/>
                </a:lnTo>
                <a:lnTo>
                  <a:pt x="6028" y="736"/>
                </a:lnTo>
                <a:lnTo>
                  <a:pt x="5967" y="736"/>
                </a:lnTo>
                <a:lnTo>
                  <a:pt x="5907" y="736"/>
                </a:lnTo>
                <a:lnTo>
                  <a:pt x="5844" y="736"/>
                </a:lnTo>
                <a:lnTo>
                  <a:pt x="5784" y="694"/>
                </a:lnTo>
                <a:lnTo>
                  <a:pt x="5704" y="673"/>
                </a:lnTo>
                <a:lnTo>
                  <a:pt x="5644" y="673"/>
                </a:lnTo>
                <a:lnTo>
                  <a:pt x="5583" y="673"/>
                </a:lnTo>
                <a:lnTo>
                  <a:pt x="5503" y="694"/>
                </a:lnTo>
                <a:lnTo>
                  <a:pt x="5443" y="694"/>
                </a:lnTo>
                <a:lnTo>
                  <a:pt x="5361" y="694"/>
                </a:lnTo>
                <a:lnTo>
                  <a:pt x="5300" y="715"/>
                </a:lnTo>
                <a:lnTo>
                  <a:pt x="5221" y="715"/>
                </a:lnTo>
                <a:lnTo>
                  <a:pt x="5160" y="694"/>
                </a:lnTo>
                <a:lnTo>
                  <a:pt x="5100" y="694"/>
                </a:lnTo>
                <a:lnTo>
                  <a:pt x="5018" y="673"/>
                </a:lnTo>
                <a:lnTo>
                  <a:pt x="4957" y="652"/>
                </a:lnTo>
                <a:lnTo>
                  <a:pt x="4897" y="652"/>
                </a:lnTo>
                <a:lnTo>
                  <a:pt x="4837" y="652"/>
                </a:lnTo>
                <a:lnTo>
                  <a:pt x="4776" y="673"/>
                </a:lnTo>
                <a:lnTo>
                  <a:pt x="4716" y="694"/>
                </a:lnTo>
                <a:lnTo>
                  <a:pt x="4655" y="694"/>
                </a:lnTo>
                <a:lnTo>
                  <a:pt x="4576" y="694"/>
                </a:lnTo>
                <a:lnTo>
                  <a:pt x="4515" y="694"/>
                </a:lnTo>
                <a:lnTo>
                  <a:pt x="4455" y="652"/>
                </a:lnTo>
                <a:lnTo>
                  <a:pt x="4394" y="610"/>
                </a:lnTo>
                <a:lnTo>
                  <a:pt x="4334" y="568"/>
                </a:lnTo>
                <a:lnTo>
                  <a:pt x="4252" y="547"/>
                </a:lnTo>
                <a:lnTo>
                  <a:pt x="4191" y="547"/>
                </a:lnTo>
                <a:lnTo>
                  <a:pt x="4131" y="526"/>
                </a:lnTo>
                <a:lnTo>
                  <a:pt x="4071" y="484"/>
                </a:lnTo>
                <a:lnTo>
                  <a:pt x="4010" y="463"/>
                </a:lnTo>
                <a:lnTo>
                  <a:pt x="3950" y="463"/>
                </a:lnTo>
                <a:lnTo>
                  <a:pt x="3889" y="463"/>
                </a:lnTo>
                <a:lnTo>
                  <a:pt x="3829" y="484"/>
                </a:lnTo>
                <a:lnTo>
                  <a:pt x="3769" y="526"/>
                </a:lnTo>
                <a:lnTo>
                  <a:pt x="3708" y="526"/>
                </a:lnTo>
                <a:lnTo>
                  <a:pt x="3648" y="568"/>
                </a:lnTo>
                <a:lnTo>
                  <a:pt x="3587" y="568"/>
                </a:lnTo>
                <a:lnTo>
                  <a:pt x="3527" y="526"/>
                </a:lnTo>
                <a:lnTo>
                  <a:pt x="3447" y="505"/>
                </a:lnTo>
                <a:lnTo>
                  <a:pt x="3387" y="505"/>
                </a:lnTo>
                <a:lnTo>
                  <a:pt x="3305" y="463"/>
                </a:lnTo>
                <a:lnTo>
                  <a:pt x="3244" y="463"/>
                </a:lnTo>
                <a:lnTo>
                  <a:pt x="3184" y="484"/>
                </a:lnTo>
                <a:lnTo>
                  <a:pt x="3124" y="505"/>
                </a:lnTo>
                <a:lnTo>
                  <a:pt x="3063" y="526"/>
                </a:lnTo>
                <a:lnTo>
                  <a:pt x="3003" y="547"/>
                </a:lnTo>
                <a:lnTo>
                  <a:pt x="2942" y="568"/>
                </a:lnTo>
                <a:lnTo>
                  <a:pt x="2882" y="568"/>
                </a:lnTo>
                <a:lnTo>
                  <a:pt x="2822" y="568"/>
                </a:lnTo>
                <a:lnTo>
                  <a:pt x="2761" y="568"/>
                </a:lnTo>
                <a:lnTo>
                  <a:pt x="2681" y="568"/>
                </a:lnTo>
                <a:lnTo>
                  <a:pt x="2621" y="568"/>
                </a:lnTo>
                <a:lnTo>
                  <a:pt x="2561" y="547"/>
                </a:lnTo>
                <a:lnTo>
                  <a:pt x="2500" y="547"/>
                </a:lnTo>
                <a:lnTo>
                  <a:pt x="2440" y="547"/>
                </a:lnTo>
                <a:lnTo>
                  <a:pt x="2358" y="547"/>
                </a:lnTo>
                <a:lnTo>
                  <a:pt x="2297" y="547"/>
                </a:lnTo>
                <a:lnTo>
                  <a:pt x="2237" y="547"/>
                </a:lnTo>
                <a:lnTo>
                  <a:pt x="2176" y="589"/>
                </a:lnTo>
                <a:lnTo>
                  <a:pt x="2116" y="610"/>
                </a:lnTo>
                <a:lnTo>
                  <a:pt x="2056" y="631"/>
                </a:lnTo>
                <a:lnTo>
                  <a:pt x="1995" y="631"/>
                </a:lnTo>
                <a:lnTo>
                  <a:pt x="1935" y="631"/>
                </a:lnTo>
                <a:lnTo>
                  <a:pt x="1874" y="589"/>
                </a:lnTo>
                <a:lnTo>
                  <a:pt x="1814" y="568"/>
                </a:lnTo>
                <a:lnTo>
                  <a:pt x="1754" y="568"/>
                </a:lnTo>
                <a:lnTo>
                  <a:pt x="1693" y="568"/>
                </a:lnTo>
                <a:lnTo>
                  <a:pt x="1592" y="547"/>
                </a:lnTo>
                <a:lnTo>
                  <a:pt x="1531" y="547"/>
                </a:lnTo>
                <a:lnTo>
                  <a:pt x="1471" y="589"/>
                </a:lnTo>
                <a:lnTo>
                  <a:pt x="1411" y="631"/>
                </a:lnTo>
                <a:lnTo>
                  <a:pt x="1350" y="673"/>
                </a:lnTo>
                <a:lnTo>
                  <a:pt x="1290" y="694"/>
                </a:lnTo>
                <a:lnTo>
                  <a:pt x="1229" y="694"/>
                </a:lnTo>
                <a:lnTo>
                  <a:pt x="1169" y="673"/>
                </a:lnTo>
                <a:lnTo>
                  <a:pt x="1108" y="652"/>
                </a:lnTo>
                <a:lnTo>
                  <a:pt x="1048" y="652"/>
                </a:lnTo>
                <a:lnTo>
                  <a:pt x="988" y="631"/>
                </a:lnTo>
                <a:lnTo>
                  <a:pt x="927" y="631"/>
                </a:lnTo>
                <a:lnTo>
                  <a:pt x="867" y="631"/>
                </a:lnTo>
                <a:lnTo>
                  <a:pt x="785" y="631"/>
                </a:lnTo>
                <a:lnTo>
                  <a:pt x="705" y="631"/>
                </a:lnTo>
                <a:lnTo>
                  <a:pt x="645" y="631"/>
                </a:lnTo>
                <a:lnTo>
                  <a:pt x="584" y="631"/>
                </a:lnTo>
                <a:lnTo>
                  <a:pt x="524" y="652"/>
                </a:lnTo>
                <a:lnTo>
                  <a:pt x="463" y="652"/>
                </a:lnTo>
                <a:lnTo>
                  <a:pt x="403" y="652"/>
                </a:lnTo>
                <a:lnTo>
                  <a:pt x="343" y="673"/>
                </a:lnTo>
                <a:lnTo>
                  <a:pt x="282" y="694"/>
                </a:lnTo>
                <a:lnTo>
                  <a:pt x="222" y="715"/>
                </a:lnTo>
                <a:lnTo>
                  <a:pt x="140" y="757"/>
                </a:lnTo>
                <a:lnTo>
                  <a:pt x="60" y="778"/>
                </a:lnTo>
                <a:lnTo>
                  <a:pt x="0" y="820"/>
                </a:lnTo>
                <a:lnTo>
                  <a:pt x="0" y="16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"/>
          <p:cNvGrpSpPr/>
          <p:nvPr/>
        </p:nvGrpSpPr>
        <p:grpSpPr>
          <a:xfrm>
            <a:off x="2166840" y="355680"/>
            <a:ext cx="2452680" cy="249120"/>
            <a:chOff x="2166840" y="355680"/>
            <a:chExt cx="2452680" cy="249120"/>
          </a:xfrm>
        </p:grpSpPr>
        <p:sp>
          <p:nvSpPr>
            <p:cNvPr id="124" name=""/>
            <p:cNvSpPr/>
            <p:nvPr/>
          </p:nvSpPr>
          <p:spPr>
            <a:xfrm>
              <a:off x="2166840" y="355680"/>
              <a:ext cx="2452680" cy="2491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24480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271296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300348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32688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35258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379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40640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433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3" name=""/>
          <p:cNvGrpSpPr/>
          <p:nvPr/>
        </p:nvGrpSpPr>
        <p:grpSpPr>
          <a:xfrm>
            <a:off x="2166840" y="38160"/>
            <a:ext cx="546120" cy="264960"/>
            <a:chOff x="2166840" y="38160"/>
            <a:chExt cx="546120" cy="264960"/>
          </a:xfrm>
        </p:grpSpPr>
        <p:sp>
          <p:nvSpPr>
            <p:cNvPr id="134" name=""/>
            <p:cNvSpPr/>
            <p:nvPr/>
          </p:nvSpPr>
          <p:spPr>
            <a:xfrm>
              <a:off x="2166840" y="3816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2448000" y="52560"/>
              <a:ext cx="0" cy="2394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6" name=""/>
          <p:cNvGrpSpPr/>
          <p:nvPr/>
        </p:nvGrpSpPr>
        <p:grpSpPr>
          <a:xfrm>
            <a:off x="2166840" y="641520"/>
            <a:ext cx="1117440" cy="254160"/>
            <a:chOff x="2166840" y="641520"/>
            <a:chExt cx="1117440" cy="254160"/>
          </a:xfrm>
        </p:grpSpPr>
        <p:sp>
          <p:nvSpPr>
            <p:cNvPr id="137" name=""/>
            <p:cNvSpPr/>
            <p:nvPr/>
          </p:nvSpPr>
          <p:spPr>
            <a:xfrm>
              <a:off x="2166840" y="641520"/>
              <a:ext cx="1117440" cy="2541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244800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271296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300348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" name=""/>
          <p:cNvGrpSpPr/>
          <p:nvPr/>
        </p:nvGrpSpPr>
        <p:grpSpPr>
          <a:xfrm>
            <a:off x="339840" y="1162080"/>
            <a:ext cx="3755880" cy="247680"/>
            <a:chOff x="339840" y="1162080"/>
            <a:chExt cx="3755880" cy="247680"/>
          </a:xfrm>
        </p:grpSpPr>
        <p:sp>
          <p:nvSpPr>
            <p:cNvPr id="142" name=""/>
            <p:cNvSpPr/>
            <p:nvPr/>
          </p:nvSpPr>
          <p:spPr>
            <a:xfrm>
              <a:off x="339840" y="1162080"/>
              <a:ext cx="3755880" cy="24768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603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8510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11206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1368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16095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18651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21128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23684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26082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28558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312732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33750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36147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3870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" name=""/>
          <p:cNvSpPr txBox="1"/>
          <p:nvPr/>
        </p:nvSpPr>
        <p:spPr>
          <a:xfrm>
            <a:off x="325440" y="1092240"/>
            <a:ext cx="3792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 , J U N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E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1280" y="4680"/>
            <a:ext cx="3568680" cy="116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 PIC XX.  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 PIC X(9).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J  U  N 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 PIC X(4).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1  9  9  8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 PIC X(15) VALUE ALL "-".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5440" y="1809720"/>
            <a:ext cx="3384720" cy="118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MonthStr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YearStr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>
            <a:off x="14400" y="1397160"/>
            <a:ext cx="4739040" cy="651240"/>
          </a:xfrm>
          <a:custGeom>
            <a:avLst/>
            <a:gdLst/>
            <a:ahLst/>
            <a:rect l="0" t="0" r="r" b="b"/>
            <a:pathLst>
              <a:path w="13164" h="1809">
                <a:moveTo>
                  <a:pt x="0" y="165"/>
                </a:moveTo>
                <a:lnTo>
                  <a:pt x="120" y="126"/>
                </a:lnTo>
                <a:lnTo>
                  <a:pt x="222" y="147"/>
                </a:lnTo>
                <a:lnTo>
                  <a:pt x="282" y="147"/>
                </a:lnTo>
                <a:lnTo>
                  <a:pt x="362" y="147"/>
                </a:lnTo>
                <a:lnTo>
                  <a:pt x="422" y="126"/>
                </a:lnTo>
                <a:lnTo>
                  <a:pt x="483" y="105"/>
                </a:lnTo>
                <a:lnTo>
                  <a:pt x="565" y="105"/>
                </a:lnTo>
                <a:lnTo>
                  <a:pt x="645" y="63"/>
                </a:lnTo>
                <a:lnTo>
                  <a:pt x="705" y="63"/>
                </a:lnTo>
                <a:lnTo>
                  <a:pt x="765" y="63"/>
                </a:lnTo>
                <a:lnTo>
                  <a:pt x="845" y="63"/>
                </a:lnTo>
                <a:lnTo>
                  <a:pt x="906" y="63"/>
                </a:lnTo>
                <a:lnTo>
                  <a:pt x="966" y="105"/>
                </a:lnTo>
                <a:lnTo>
                  <a:pt x="1048" y="126"/>
                </a:lnTo>
                <a:lnTo>
                  <a:pt x="1089" y="189"/>
                </a:lnTo>
                <a:lnTo>
                  <a:pt x="1169" y="210"/>
                </a:lnTo>
                <a:lnTo>
                  <a:pt x="1229" y="252"/>
                </a:lnTo>
                <a:lnTo>
                  <a:pt x="1290" y="273"/>
                </a:lnTo>
                <a:lnTo>
                  <a:pt x="1369" y="273"/>
                </a:lnTo>
                <a:lnTo>
                  <a:pt x="1430" y="273"/>
                </a:lnTo>
                <a:lnTo>
                  <a:pt x="1490" y="273"/>
                </a:lnTo>
                <a:lnTo>
                  <a:pt x="1551" y="273"/>
                </a:lnTo>
                <a:lnTo>
                  <a:pt x="1611" y="273"/>
                </a:lnTo>
                <a:lnTo>
                  <a:pt x="1671" y="273"/>
                </a:lnTo>
                <a:lnTo>
                  <a:pt x="1734" y="252"/>
                </a:lnTo>
                <a:lnTo>
                  <a:pt x="1795" y="252"/>
                </a:lnTo>
                <a:lnTo>
                  <a:pt x="1894" y="252"/>
                </a:lnTo>
                <a:lnTo>
                  <a:pt x="1976" y="273"/>
                </a:lnTo>
                <a:lnTo>
                  <a:pt x="2056" y="273"/>
                </a:lnTo>
                <a:lnTo>
                  <a:pt x="2135" y="294"/>
                </a:lnTo>
                <a:lnTo>
                  <a:pt x="2196" y="315"/>
                </a:lnTo>
                <a:lnTo>
                  <a:pt x="2256" y="336"/>
                </a:lnTo>
                <a:lnTo>
                  <a:pt x="2317" y="357"/>
                </a:lnTo>
                <a:lnTo>
                  <a:pt x="2377" y="357"/>
                </a:lnTo>
                <a:lnTo>
                  <a:pt x="2459" y="378"/>
                </a:lnTo>
                <a:lnTo>
                  <a:pt x="2520" y="378"/>
                </a:lnTo>
                <a:lnTo>
                  <a:pt x="2621" y="378"/>
                </a:lnTo>
                <a:lnTo>
                  <a:pt x="2701" y="378"/>
                </a:lnTo>
                <a:lnTo>
                  <a:pt x="2780" y="378"/>
                </a:lnTo>
                <a:lnTo>
                  <a:pt x="2841" y="378"/>
                </a:lnTo>
                <a:lnTo>
                  <a:pt x="2901" y="378"/>
                </a:lnTo>
                <a:lnTo>
                  <a:pt x="3003" y="378"/>
                </a:lnTo>
                <a:lnTo>
                  <a:pt x="3104" y="357"/>
                </a:lnTo>
                <a:lnTo>
                  <a:pt x="3184" y="357"/>
                </a:lnTo>
                <a:lnTo>
                  <a:pt x="3266" y="357"/>
                </a:lnTo>
                <a:lnTo>
                  <a:pt x="3346" y="357"/>
                </a:lnTo>
                <a:lnTo>
                  <a:pt x="3406" y="357"/>
                </a:lnTo>
                <a:lnTo>
                  <a:pt x="3467" y="357"/>
                </a:lnTo>
                <a:lnTo>
                  <a:pt x="3527" y="357"/>
                </a:lnTo>
                <a:lnTo>
                  <a:pt x="3587" y="378"/>
                </a:lnTo>
                <a:lnTo>
                  <a:pt x="3648" y="378"/>
                </a:lnTo>
                <a:lnTo>
                  <a:pt x="3749" y="399"/>
                </a:lnTo>
                <a:lnTo>
                  <a:pt x="3810" y="399"/>
                </a:lnTo>
                <a:lnTo>
                  <a:pt x="3889" y="378"/>
                </a:lnTo>
                <a:lnTo>
                  <a:pt x="3991" y="378"/>
                </a:lnTo>
                <a:lnTo>
                  <a:pt x="4071" y="378"/>
                </a:lnTo>
                <a:lnTo>
                  <a:pt x="4153" y="378"/>
                </a:lnTo>
                <a:lnTo>
                  <a:pt x="4213" y="378"/>
                </a:lnTo>
                <a:lnTo>
                  <a:pt x="4274" y="378"/>
                </a:lnTo>
                <a:lnTo>
                  <a:pt x="4334" y="378"/>
                </a:lnTo>
                <a:lnTo>
                  <a:pt x="4394" y="378"/>
                </a:lnTo>
                <a:lnTo>
                  <a:pt x="4474" y="399"/>
                </a:lnTo>
                <a:lnTo>
                  <a:pt x="4556" y="399"/>
                </a:lnTo>
                <a:lnTo>
                  <a:pt x="4636" y="420"/>
                </a:lnTo>
                <a:lnTo>
                  <a:pt x="4716" y="441"/>
                </a:lnTo>
                <a:lnTo>
                  <a:pt x="4798" y="441"/>
                </a:lnTo>
                <a:lnTo>
                  <a:pt x="4858" y="441"/>
                </a:lnTo>
                <a:lnTo>
                  <a:pt x="4957" y="463"/>
                </a:lnTo>
                <a:lnTo>
                  <a:pt x="5078" y="484"/>
                </a:lnTo>
                <a:lnTo>
                  <a:pt x="5139" y="484"/>
                </a:lnTo>
                <a:lnTo>
                  <a:pt x="5201" y="484"/>
                </a:lnTo>
                <a:lnTo>
                  <a:pt x="5281" y="484"/>
                </a:lnTo>
                <a:lnTo>
                  <a:pt x="5342" y="484"/>
                </a:lnTo>
                <a:lnTo>
                  <a:pt x="5402" y="484"/>
                </a:lnTo>
                <a:lnTo>
                  <a:pt x="5462" y="484"/>
                </a:lnTo>
                <a:lnTo>
                  <a:pt x="5663" y="484"/>
                </a:lnTo>
                <a:lnTo>
                  <a:pt x="5866" y="484"/>
                </a:lnTo>
                <a:lnTo>
                  <a:pt x="6066" y="484"/>
                </a:lnTo>
                <a:lnTo>
                  <a:pt x="6149" y="484"/>
                </a:lnTo>
                <a:lnTo>
                  <a:pt x="6228" y="484"/>
                </a:lnTo>
                <a:lnTo>
                  <a:pt x="6308" y="484"/>
                </a:lnTo>
                <a:lnTo>
                  <a:pt x="6368" y="463"/>
                </a:lnTo>
                <a:lnTo>
                  <a:pt x="6633" y="315"/>
                </a:lnTo>
                <a:lnTo>
                  <a:pt x="6674" y="378"/>
                </a:lnTo>
                <a:lnTo>
                  <a:pt x="6712" y="463"/>
                </a:lnTo>
                <a:lnTo>
                  <a:pt x="6795" y="484"/>
                </a:lnTo>
                <a:lnTo>
                  <a:pt x="6855" y="463"/>
                </a:lnTo>
                <a:lnTo>
                  <a:pt x="6915" y="463"/>
                </a:lnTo>
                <a:lnTo>
                  <a:pt x="6976" y="441"/>
                </a:lnTo>
                <a:lnTo>
                  <a:pt x="7036" y="463"/>
                </a:lnTo>
                <a:lnTo>
                  <a:pt x="7116" y="484"/>
                </a:lnTo>
                <a:lnTo>
                  <a:pt x="7176" y="484"/>
                </a:lnTo>
                <a:lnTo>
                  <a:pt x="7237" y="505"/>
                </a:lnTo>
                <a:lnTo>
                  <a:pt x="7297" y="505"/>
                </a:lnTo>
                <a:lnTo>
                  <a:pt x="7358" y="505"/>
                </a:lnTo>
                <a:lnTo>
                  <a:pt x="7418" y="505"/>
                </a:lnTo>
                <a:lnTo>
                  <a:pt x="7478" y="505"/>
                </a:lnTo>
                <a:lnTo>
                  <a:pt x="7539" y="484"/>
                </a:lnTo>
                <a:lnTo>
                  <a:pt x="7599" y="484"/>
                </a:lnTo>
                <a:lnTo>
                  <a:pt x="7681" y="484"/>
                </a:lnTo>
                <a:lnTo>
                  <a:pt x="7761" y="463"/>
                </a:lnTo>
                <a:lnTo>
                  <a:pt x="7821" y="441"/>
                </a:lnTo>
                <a:lnTo>
                  <a:pt x="7882" y="441"/>
                </a:lnTo>
                <a:lnTo>
                  <a:pt x="7962" y="441"/>
                </a:lnTo>
                <a:lnTo>
                  <a:pt x="8024" y="420"/>
                </a:lnTo>
                <a:lnTo>
                  <a:pt x="8085" y="441"/>
                </a:lnTo>
                <a:lnTo>
                  <a:pt x="8145" y="505"/>
                </a:lnTo>
                <a:lnTo>
                  <a:pt x="8206" y="526"/>
                </a:lnTo>
                <a:lnTo>
                  <a:pt x="8285" y="526"/>
                </a:lnTo>
                <a:lnTo>
                  <a:pt x="8346" y="526"/>
                </a:lnTo>
                <a:lnTo>
                  <a:pt x="8406" y="526"/>
                </a:lnTo>
                <a:lnTo>
                  <a:pt x="8486" y="526"/>
                </a:lnTo>
                <a:lnTo>
                  <a:pt x="8568" y="505"/>
                </a:lnTo>
                <a:lnTo>
                  <a:pt x="8648" y="484"/>
                </a:lnTo>
                <a:lnTo>
                  <a:pt x="8730" y="484"/>
                </a:lnTo>
                <a:lnTo>
                  <a:pt x="8790" y="463"/>
                </a:lnTo>
                <a:lnTo>
                  <a:pt x="8870" y="463"/>
                </a:lnTo>
                <a:lnTo>
                  <a:pt x="8930" y="441"/>
                </a:lnTo>
                <a:lnTo>
                  <a:pt x="8991" y="441"/>
                </a:lnTo>
                <a:lnTo>
                  <a:pt x="9051" y="441"/>
                </a:lnTo>
                <a:lnTo>
                  <a:pt x="9293" y="441"/>
                </a:lnTo>
                <a:lnTo>
                  <a:pt x="9353" y="441"/>
                </a:lnTo>
                <a:lnTo>
                  <a:pt x="9435" y="441"/>
                </a:lnTo>
                <a:lnTo>
                  <a:pt x="9496" y="441"/>
                </a:lnTo>
                <a:lnTo>
                  <a:pt x="9556" y="420"/>
                </a:lnTo>
                <a:lnTo>
                  <a:pt x="9636" y="378"/>
                </a:lnTo>
                <a:lnTo>
                  <a:pt x="9737" y="357"/>
                </a:lnTo>
                <a:lnTo>
                  <a:pt x="9798" y="336"/>
                </a:lnTo>
                <a:lnTo>
                  <a:pt x="9858" y="294"/>
                </a:lnTo>
                <a:lnTo>
                  <a:pt x="9919" y="273"/>
                </a:lnTo>
                <a:lnTo>
                  <a:pt x="9979" y="231"/>
                </a:lnTo>
                <a:lnTo>
                  <a:pt x="10039" y="231"/>
                </a:lnTo>
                <a:lnTo>
                  <a:pt x="10100" y="252"/>
                </a:lnTo>
                <a:lnTo>
                  <a:pt x="10201" y="273"/>
                </a:lnTo>
                <a:lnTo>
                  <a:pt x="10262" y="273"/>
                </a:lnTo>
                <a:lnTo>
                  <a:pt x="10361" y="315"/>
                </a:lnTo>
                <a:lnTo>
                  <a:pt x="10443" y="336"/>
                </a:lnTo>
                <a:lnTo>
                  <a:pt x="10503" y="336"/>
                </a:lnTo>
                <a:lnTo>
                  <a:pt x="10564" y="336"/>
                </a:lnTo>
                <a:lnTo>
                  <a:pt x="10624" y="315"/>
                </a:lnTo>
                <a:lnTo>
                  <a:pt x="10704" y="315"/>
                </a:lnTo>
                <a:lnTo>
                  <a:pt x="10764" y="294"/>
                </a:lnTo>
                <a:lnTo>
                  <a:pt x="10846" y="294"/>
                </a:lnTo>
                <a:lnTo>
                  <a:pt x="10946" y="294"/>
                </a:lnTo>
                <a:lnTo>
                  <a:pt x="11006" y="294"/>
                </a:lnTo>
                <a:lnTo>
                  <a:pt x="11066" y="315"/>
                </a:lnTo>
                <a:lnTo>
                  <a:pt x="11127" y="315"/>
                </a:lnTo>
                <a:lnTo>
                  <a:pt x="11187" y="336"/>
                </a:lnTo>
                <a:lnTo>
                  <a:pt x="11248" y="336"/>
                </a:lnTo>
                <a:lnTo>
                  <a:pt x="11330" y="336"/>
                </a:lnTo>
                <a:lnTo>
                  <a:pt x="11429" y="315"/>
                </a:lnTo>
                <a:lnTo>
                  <a:pt x="11530" y="315"/>
                </a:lnTo>
                <a:lnTo>
                  <a:pt x="11591" y="315"/>
                </a:lnTo>
                <a:lnTo>
                  <a:pt x="11673" y="294"/>
                </a:lnTo>
                <a:lnTo>
                  <a:pt x="11733" y="273"/>
                </a:lnTo>
                <a:lnTo>
                  <a:pt x="11794" y="231"/>
                </a:lnTo>
                <a:lnTo>
                  <a:pt x="11854" y="210"/>
                </a:lnTo>
                <a:lnTo>
                  <a:pt x="11934" y="189"/>
                </a:lnTo>
                <a:lnTo>
                  <a:pt x="12013" y="189"/>
                </a:lnTo>
                <a:lnTo>
                  <a:pt x="12096" y="168"/>
                </a:lnTo>
                <a:lnTo>
                  <a:pt x="12156" y="147"/>
                </a:lnTo>
                <a:lnTo>
                  <a:pt x="12236" y="126"/>
                </a:lnTo>
                <a:lnTo>
                  <a:pt x="12296" y="105"/>
                </a:lnTo>
                <a:lnTo>
                  <a:pt x="12357" y="84"/>
                </a:lnTo>
                <a:lnTo>
                  <a:pt x="12579" y="0"/>
                </a:lnTo>
                <a:lnTo>
                  <a:pt x="12680" y="42"/>
                </a:lnTo>
                <a:lnTo>
                  <a:pt x="12719" y="105"/>
                </a:lnTo>
                <a:lnTo>
                  <a:pt x="12779" y="126"/>
                </a:lnTo>
                <a:lnTo>
                  <a:pt x="12842" y="126"/>
                </a:lnTo>
                <a:lnTo>
                  <a:pt x="12941" y="105"/>
                </a:lnTo>
                <a:lnTo>
                  <a:pt x="13002" y="84"/>
                </a:lnTo>
                <a:lnTo>
                  <a:pt x="13062" y="42"/>
                </a:lnTo>
                <a:lnTo>
                  <a:pt x="13164" y="26"/>
                </a:lnTo>
                <a:lnTo>
                  <a:pt x="13164" y="1809"/>
                </a:lnTo>
                <a:lnTo>
                  <a:pt x="12941" y="1704"/>
                </a:lnTo>
                <a:lnTo>
                  <a:pt x="12903" y="1641"/>
                </a:lnTo>
                <a:lnTo>
                  <a:pt x="12881" y="1578"/>
                </a:lnTo>
                <a:lnTo>
                  <a:pt x="12862" y="1515"/>
                </a:lnTo>
                <a:lnTo>
                  <a:pt x="12801" y="1473"/>
                </a:lnTo>
                <a:lnTo>
                  <a:pt x="12741" y="1473"/>
                </a:lnTo>
                <a:lnTo>
                  <a:pt x="12680" y="1536"/>
                </a:lnTo>
                <a:lnTo>
                  <a:pt x="12620" y="1473"/>
                </a:lnTo>
                <a:lnTo>
                  <a:pt x="12559" y="1494"/>
                </a:lnTo>
                <a:lnTo>
                  <a:pt x="12477" y="1536"/>
                </a:lnTo>
                <a:lnTo>
                  <a:pt x="12439" y="1473"/>
                </a:lnTo>
                <a:lnTo>
                  <a:pt x="12378" y="1452"/>
                </a:lnTo>
                <a:lnTo>
                  <a:pt x="12318" y="1410"/>
                </a:lnTo>
                <a:lnTo>
                  <a:pt x="12277" y="1346"/>
                </a:lnTo>
                <a:lnTo>
                  <a:pt x="12216" y="1283"/>
                </a:lnTo>
                <a:lnTo>
                  <a:pt x="12156" y="1220"/>
                </a:lnTo>
                <a:lnTo>
                  <a:pt x="12115" y="1157"/>
                </a:lnTo>
                <a:lnTo>
                  <a:pt x="12055" y="1199"/>
                </a:lnTo>
                <a:lnTo>
                  <a:pt x="11994" y="1157"/>
                </a:lnTo>
                <a:lnTo>
                  <a:pt x="11994" y="1094"/>
                </a:lnTo>
                <a:lnTo>
                  <a:pt x="11953" y="1010"/>
                </a:lnTo>
                <a:lnTo>
                  <a:pt x="11914" y="926"/>
                </a:lnTo>
                <a:lnTo>
                  <a:pt x="11893" y="862"/>
                </a:lnTo>
                <a:lnTo>
                  <a:pt x="11832" y="820"/>
                </a:lnTo>
                <a:lnTo>
                  <a:pt x="11753" y="862"/>
                </a:lnTo>
                <a:lnTo>
                  <a:pt x="11711" y="778"/>
                </a:lnTo>
                <a:lnTo>
                  <a:pt x="11673" y="715"/>
                </a:lnTo>
                <a:lnTo>
                  <a:pt x="11612" y="694"/>
                </a:lnTo>
                <a:lnTo>
                  <a:pt x="11571" y="631"/>
                </a:lnTo>
                <a:lnTo>
                  <a:pt x="11511" y="631"/>
                </a:lnTo>
                <a:lnTo>
                  <a:pt x="11450" y="631"/>
                </a:lnTo>
                <a:lnTo>
                  <a:pt x="11390" y="610"/>
                </a:lnTo>
                <a:lnTo>
                  <a:pt x="11308" y="568"/>
                </a:lnTo>
                <a:lnTo>
                  <a:pt x="11248" y="568"/>
                </a:lnTo>
                <a:lnTo>
                  <a:pt x="11187" y="568"/>
                </a:lnTo>
                <a:lnTo>
                  <a:pt x="11107" y="547"/>
                </a:lnTo>
                <a:lnTo>
                  <a:pt x="11047" y="526"/>
                </a:lnTo>
                <a:lnTo>
                  <a:pt x="11006" y="463"/>
                </a:lnTo>
                <a:lnTo>
                  <a:pt x="10946" y="463"/>
                </a:lnTo>
                <a:lnTo>
                  <a:pt x="10885" y="484"/>
                </a:lnTo>
                <a:lnTo>
                  <a:pt x="10866" y="547"/>
                </a:lnTo>
                <a:lnTo>
                  <a:pt x="10805" y="610"/>
                </a:lnTo>
                <a:lnTo>
                  <a:pt x="10745" y="631"/>
                </a:lnTo>
                <a:lnTo>
                  <a:pt x="10866" y="1220"/>
                </a:lnTo>
                <a:lnTo>
                  <a:pt x="10786" y="1199"/>
                </a:lnTo>
                <a:lnTo>
                  <a:pt x="10723" y="1157"/>
                </a:lnTo>
                <a:lnTo>
                  <a:pt x="10663" y="1094"/>
                </a:lnTo>
                <a:lnTo>
                  <a:pt x="10100" y="694"/>
                </a:lnTo>
                <a:lnTo>
                  <a:pt x="10039" y="652"/>
                </a:lnTo>
                <a:lnTo>
                  <a:pt x="9979" y="610"/>
                </a:lnTo>
                <a:lnTo>
                  <a:pt x="9938" y="547"/>
                </a:lnTo>
                <a:lnTo>
                  <a:pt x="9878" y="526"/>
                </a:lnTo>
                <a:lnTo>
                  <a:pt x="9817" y="568"/>
                </a:lnTo>
                <a:lnTo>
                  <a:pt x="9776" y="631"/>
                </a:lnTo>
                <a:lnTo>
                  <a:pt x="9696" y="694"/>
                </a:lnTo>
                <a:lnTo>
                  <a:pt x="9636" y="715"/>
                </a:lnTo>
                <a:lnTo>
                  <a:pt x="9576" y="715"/>
                </a:lnTo>
                <a:lnTo>
                  <a:pt x="9515" y="673"/>
                </a:lnTo>
                <a:lnTo>
                  <a:pt x="9455" y="652"/>
                </a:lnTo>
                <a:lnTo>
                  <a:pt x="9394" y="694"/>
                </a:lnTo>
                <a:lnTo>
                  <a:pt x="9334" y="631"/>
                </a:lnTo>
                <a:lnTo>
                  <a:pt x="9274" y="652"/>
                </a:lnTo>
                <a:lnTo>
                  <a:pt x="9213" y="694"/>
                </a:lnTo>
                <a:lnTo>
                  <a:pt x="9153" y="652"/>
                </a:lnTo>
                <a:lnTo>
                  <a:pt x="9092" y="631"/>
                </a:lnTo>
                <a:lnTo>
                  <a:pt x="9032" y="631"/>
                </a:lnTo>
                <a:lnTo>
                  <a:pt x="8972" y="652"/>
                </a:lnTo>
                <a:lnTo>
                  <a:pt x="8911" y="652"/>
                </a:lnTo>
                <a:lnTo>
                  <a:pt x="8851" y="631"/>
                </a:lnTo>
                <a:lnTo>
                  <a:pt x="8769" y="652"/>
                </a:lnTo>
                <a:lnTo>
                  <a:pt x="8689" y="694"/>
                </a:lnTo>
                <a:lnTo>
                  <a:pt x="8628" y="694"/>
                </a:lnTo>
                <a:lnTo>
                  <a:pt x="8546" y="715"/>
                </a:lnTo>
                <a:lnTo>
                  <a:pt x="8486" y="715"/>
                </a:lnTo>
                <a:lnTo>
                  <a:pt x="8406" y="673"/>
                </a:lnTo>
                <a:lnTo>
                  <a:pt x="8346" y="652"/>
                </a:lnTo>
                <a:lnTo>
                  <a:pt x="8285" y="652"/>
                </a:lnTo>
                <a:lnTo>
                  <a:pt x="8225" y="694"/>
                </a:lnTo>
                <a:lnTo>
                  <a:pt x="8145" y="757"/>
                </a:lnTo>
                <a:lnTo>
                  <a:pt x="8085" y="799"/>
                </a:lnTo>
                <a:lnTo>
                  <a:pt x="8044" y="736"/>
                </a:lnTo>
                <a:lnTo>
                  <a:pt x="7983" y="694"/>
                </a:lnTo>
                <a:lnTo>
                  <a:pt x="7923" y="694"/>
                </a:lnTo>
                <a:lnTo>
                  <a:pt x="7863" y="715"/>
                </a:lnTo>
                <a:lnTo>
                  <a:pt x="7802" y="736"/>
                </a:lnTo>
                <a:lnTo>
                  <a:pt x="7720" y="736"/>
                </a:lnTo>
                <a:lnTo>
                  <a:pt x="7640" y="715"/>
                </a:lnTo>
                <a:lnTo>
                  <a:pt x="7561" y="694"/>
                </a:lnTo>
                <a:lnTo>
                  <a:pt x="7500" y="673"/>
                </a:lnTo>
                <a:lnTo>
                  <a:pt x="7399" y="694"/>
                </a:lnTo>
                <a:lnTo>
                  <a:pt x="7338" y="715"/>
                </a:lnTo>
                <a:lnTo>
                  <a:pt x="7256" y="736"/>
                </a:lnTo>
                <a:lnTo>
                  <a:pt x="7157" y="778"/>
                </a:lnTo>
                <a:lnTo>
                  <a:pt x="7097" y="757"/>
                </a:lnTo>
                <a:lnTo>
                  <a:pt x="7036" y="715"/>
                </a:lnTo>
                <a:lnTo>
                  <a:pt x="6976" y="673"/>
                </a:lnTo>
                <a:lnTo>
                  <a:pt x="6915" y="694"/>
                </a:lnTo>
                <a:lnTo>
                  <a:pt x="6855" y="694"/>
                </a:lnTo>
                <a:lnTo>
                  <a:pt x="6795" y="694"/>
                </a:lnTo>
                <a:lnTo>
                  <a:pt x="6734" y="694"/>
                </a:lnTo>
                <a:lnTo>
                  <a:pt x="6674" y="694"/>
                </a:lnTo>
                <a:lnTo>
                  <a:pt x="6613" y="694"/>
                </a:lnTo>
                <a:lnTo>
                  <a:pt x="6248" y="1220"/>
                </a:lnTo>
                <a:lnTo>
                  <a:pt x="6530" y="652"/>
                </a:lnTo>
                <a:lnTo>
                  <a:pt x="6470" y="652"/>
                </a:lnTo>
                <a:lnTo>
                  <a:pt x="6409" y="652"/>
                </a:lnTo>
                <a:lnTo>
                  <a:pt x="6349" y="673"/>
                </a:lnTo>
                <a:lnTo>
                  <a:pt x="6269" y="673"/>
                </a:lnTo>
                <a:lnTo>
                  <a:pt x="6209" y="673"/>
                </a:lnTo>
                <a:lnTo>
                  <a:pt x="6149" y="694"/>
                </a:lnTo>
                <a:lnTo>
                  <a:pt x="6088" y="736"/>
                </a:lnTo>
                <a:lnTo>
                  <a:pt x="6028" y="736"/>
                </a:lnTo>
                <a:lnTo>
                  <a:pt x="5967" y="736"/>
                </a:lnTo>
                <a:lnTo>
                  <a:pt x="5907" y="736"/>
                </a:lnTo>
                <a:lnTo>
                  <a:pt x="5844" y="736"/>
                </a:lnTo>
                <a:lnTo>
                  <a:pt x="5784" y="694"/>
                </a:lnTo>
                <a:lnTo>
                  <a:pt x="5704" y="673"/>
                </a:lnTo>
                <a:lnTo>
                  <a:pt x="5644" y="673"/>
                </a:lnTo>
                <a:lnTo>
                  <a:pt x="5583" y="673"/>
                </a:lnTo>
                <a:lnTo>
                  <a:pt x="5503" y="694"/>
                </a:lnTo>
                <a:lnTo>
                  <a:pt x="5443" y="694"/>
                </a:lnTo>
                <a:lnTo>
                  <a:pt x="5361" y="694"/>
                </a:lnTo>
                <a:lnTo>
                  <a:pt x="5300" y="715"/>
                </a:lnTo>
                <a:lnTo>
                  <a:pt x="5221" y="715"/>
                </a:lnTo>
                <a:lnTo>
                  <a:pt x="5160" y="694"/>
                </a:lnTo>
                <a:lnTo>
                  <a:pt x="5100" y="694"/>
                </a:lnTo>
                <a:lnTo>
                  <a:pt x="5018" y="673"/>
                </a:lnTo>
                <a:lnTo>
                  <a:pt x="4957" y="652"/>
                </a:lnTo>
                <a:lnTo>
                  <a:pt x="4897" y="652"/>
                </a:lnTo>
                <a:lnTo>
                  <a:pt x="4837" y="652"/>
                </a:lnTo>
                <a:lnTo>
                  <a:pt x="4776" y="673"/>
                </a:lnTo>
                <a:lnTo>
                  <a:pt x="4716" y="694"/>
                </a:lnTo>
                <a:lnTo>
                  <a:pt x="4655" y="694"/>
                </a:lnTo>
                <a:lnTo>
                  <a:pt x="4576" y="694"/>
                </a:lnTo>
                <a:lnTo>
                  <a:pt x="4515" y="694"/>
                </a:lnTo>
                <a:lnTo>
                  <a:pt x="4455" y="652"/>
                </a:lnTo>
                <a:lnTo>
                  <a:pt x="4394" y="610"/>
                </a:lnTo>
                <a:lnTo>
                  <a:pt x="4334" y="568"/>
                </a:lnTo>
                <a:lnTo>
                  <a:pt x="4252" y="547"/>
                </a:lnTo>
                <a:lnTo>
                  <a:pt x="4191" y="547"/>
                </a:lnTo>
                <a:lnTo>
                  <a:pt x="4131" y="526"/>
                </a:lnTo>
                <a:lnTo>
                  <a:pt x="4071" y="484"/>
                </a:lnTo>
                <a:lnTo>
                  <a:pt x="4010" y="463"/>
                </a:lnTo>
                <a:lnTo>
                  <a:pt x="3950" y="463"/>
                </a:lnTo>
                <a:lnTo>
                  <a:pt x="3889" y="463"/>
                </a:lnTo>
                <a:lnTo>
                  <a:pt x="3829" y="484"/>
                </a:lnTo>
                <a:lnTo>
                  <a:pt x="3769" y="526"/>
                </a:lnTo>
                <a:lnTo>
                  <a:pt x="3708" y="526"/>
                </a:lnTo>
                <a:lnTo>
                  <a:pt x="3648" y="568"/>
                </a:lnTo>
                <a:lnTo>
                  <a:pt x="3587" y="568"/>
                </a:lnTo>
                <a:lnTo>
                  <a:pt x="3527" y="526"/>
                </a:lnTo>
                <a:lnTo>
                  <a:pt x="3447" y="505"/>
                </a:lnTo>
                <a:lnTo>
                  <a:pt x="3387" y="505"/>
                </a:lnTo>
                <a:lnTo>
                  <a:pt x="3305" y="463"/>
                </a:lnTo>
                <a:lnTo>
                  <a:pt x="3244" y="463"/>
                </a:lnTo>
                <a:lnTo>
                  <a:pt x="3184" y="484"/>
                </a:lnTo>
                <a:lnTo>
                  <a:pt x="3124" y="505"/>
                </a:lnTo>
                <a:lnTo>
                  <a:pt x="3063" y="526"/>
                </a:lnTo>
                <a:lnTo>
                  <a:pt x="3003" y="547"/>
                </a:lnTo>
                <a:lnTo>
                  <a:pt x="2942" y="568"/>
                </a:lnTo>
                <a:lnTo>
                  <a:pt x="2882" y="568"/>
                </a:lnTo>
                <a:lnTo>
                  <a:pt x="2822" y="568"/>
                </a:lnTo>
                <a:lnTo>
                  <a:pt x="2761" y="568"/>
                </a:lnTo>
                <a:lnTo>
                  <a:pt x="2681" y="568"/>
                </a:lnTo>
                <a:lnTo>
                  <a:pt x="2621" y="568"/>
                </a:lnTo>
                <a:lnTo>
                  <a:pt x="2561" y="547"/>
                </a:lnTo>
                <a:lnTo>
                  <a:pt x="2500" y="547"/>
                </a:lnTo>
                <a:lnTo>
                  <a:pt x="2440" y="547"/>
                </a:lnTo>
                <a:lnTo>
                  <a:pt x="2358" y="547"/>
                </a:lnTo>
                <a:lnTo>
                  <a:pt x="2297" y="547"/>
                </a:lnTo>
                <a:lnTo>
                  <a:pt x="2237" y="547"/>
                </a:lnTo>
                <a:lnTo>
                  <a:pt x="2176" y="589"/>
                </a:lnTo>
                <a:lnTo>
                  <a:pt x="2116" y="610"/>
                </a:lnTo>
                <a:lnTo>
                  <a:pt x="2056" y="631"/>
                </a:lnTo>
                <a:lnTo>
                  <a:pt x="1995" y="631"/>
                </a:lnTo>
                <a:lnTo>
                  <a:pt x="1935" y="631"/>
                </a:lnTo>
                <a:lnTo>
                  <a:pt x="1874" y="589"/>
                </a:lnTo>
                <a:lnTo>
                  <a:pt x="1814" y="568"/>
                </a:lnTo>
                <a:lnTo>
                  <a:pt x="1754" y="568"/>
                </a:lnTo>
                <a:lnTo>
                  <a:pt x="1693" y="568"/>
                </a:lnTo>
                <a:lnTo>
                  <a:pt x="1592" y="547"/>
                </a:lnTo>
                <a:lnTo>
                  <a:pt x="1531" y="547"/>
                </a:lnTo>
                <a:lnTo>
                  <a:pt x="1471" y="589"/>
                </a:lnTo>
                <a:lnTo>
                  <a:pt x="1411" y="631"/>
                </a:lnTo>
                <a:lnTo>
                  <a:pt x="1350" y="673"/>
                </a:lnTo>
                <a:lnTo>
                  <a:pt x="1290" y="694"/>
                </a:lnTo>
                <a:lnTo>
                  <a:pt x="1229" y="694"/>
                </a:lnTo>
                <a:lnTo>
                  <a:pt x="1169" y="673"/>
                </a:lnTo>
                <a:lnTo>
                  <a:pt x="1108" y="652"/>
                </a:lnTo>
                <a:lnTo>
                  <a:pt x="1048" y="652"/>
                </a:lnTo>
                <a:lnTo>
                  <a:pt x="988" y="631"/>
                </a:lnTo>
                <a:lnTo>
                  <a:pt x="927" y="631"/>
                </a:lnTo>
                <a:lnTo>
                  <a:pt x="867" y="631"/>
                </a:lnTo>
                <a:lnTo>
                  <a:pt x="785" y="631"/>
                </a:lnTo>
                <a:lnTo>
                  <a:pt x="705" y="631"/>
                </a:lnTo>
                <a:lnTo>
                  <a:pt x="645" y="631"/>
                </a:lnTo>
                <a:lnTo>
                  <a:pt x="584" y="631"/>
                </a:lnTo>
                <a:lnTo>
                  <a:pt x="524" y="652"/>
                </a:lnTo>
                <a:lnTo>
                  <a:pt x="463" y="652"/>
                </a:lnTo>
                <a:lnTo>
                  <a:pt x="403" y="652"/>
                </a:lnTo>
                <a:lnTo>
                  <a:pt x="343" y="673"/>
                </a:lnTo>
                <a:lnTo>
                  <a:pt x="282" y="694"/>
                </a:lnTo>
                <a:lnTo>
                  <a:pt x="222" y="715"/>
                </a:lnTo>
                <a:lnTo>
                  <a:pt x="140" y="757"/>
                </a:lnTo>
                <a:lnTo>
                  <a:pt x="60" y="778"/>
                </a:lnTo>
                <a:lnTo>
                  <a:pt x="0" y="820"/>
                </a:lnTo>
                <a:lnTo>
                  <a:pt x="0" y="16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1" name=""/>
          <p:cNvGrpSpPr/>
          <p:nvPr/>
        </p:nvGrpSpPr>
        <p:grpSpPr>
          <a:xfrm>
            <a:off x="2166840" y="355680"/>
            <a:ext cx="2452680" cy="249120"/>
            <a:chOff x="2166840" y="355680"/>
            <a:chExt cx="2452680" cy="249120"/>
          </a:xfrm>
        </p:grpSpPr>
        <p:sp>
          <p:nvSpPr>
            <p:cNvPr id="162" name=""/>
            <p:cNvSpPr/>
            <p:nvPr/>
          </p:nvSpPr>
          <p:spPr>
            <a:xfrm>
              <a:off x="2166840" y="355680"/>
              <a:ext cx="2452680" cy="2491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24480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271296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300348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32688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35258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379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40640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433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" name=""/>
          <p:cNvGrpSpPr/>
          <p:nvPr/>
        </p:nvGrpSpPr>
        <p:grpSpPr>
          <a:xfrm>
            <a:off x="2166840" y="38160"/>
            <a:ext cx="546120" cy="264960"/>
            <a:chOff x="2166840" y="38160"/>
            <a:chExt cx="546120" cy="264960"/>
          </a:xfrm>
        </p:grpSpPr>
        <p:sp>
          <p:nvSpPr>
            <p:cNvPr id="172" name=""/>
            <p:cNvSpPr/>
            <p:nvPr/>
          </p:nvSpPr>
          <p:spPr>
            <a:xfrm>
              <a:off x="2166840" y="3816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2448000" y="52560"/>
              <a:ext cx="0" cy="2394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4" name=""/>
          <p:cNvGrpSpPr/>
          <p:nvPr/>
        </p:nvGrpSpPr>
        <p:grpSpPr>
          <a:xfrm>
            <a:off x="2166840" y="641520"/>
            <a:ext cx="1117440" cy="254160"/>
            <a:chOff x="2166840" y="641520"/>
            <a:chExt cx="1117440" cy="254160"/>
          </a:xfrm>
        </p:grpSpPr>
        <p:sp>
          <p:nvSpPr>
            <p:cNvPr id="175" name=""/>
            <p:cNvSpPr/>
            <p:nvPr/>
          </p:nvSpPr>
          <p:spPr>
            <a:xfrm>
              <a:off x="2166840" y="641520"/>
              <a:ext cx="1117440" cy="2541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244800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271296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300348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9" name=""/>
          <p:cNvGrpSpPr/>
          <p:nvPr/>
        </p:nvGrpSpPr>
        <p:grpSpPr>
          <a:xfrm>
            <a:off x="339840" y="1162080"/>
            <a:ext cx="3755880" cy="247680"/>
            <a:chOff x="339840" y="1162080"/>
            <a:chExt cx="3755880" cy="247680"/>
          </a:xfrm>
        </p:grpSpPr>
        <p:sp>
          <p:nvSpPr>
            <p:cNvPr id="180" name=""/>
            <p:cNvSpPr/>
            <p:nvPr/>
          </p:nvSpPr>
          <p:spPr>
            <a:xfrm>
              <a:off x="339840" y="1162080"/>
              <a:ext cx="3755880" cy="24768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603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8510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11206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1368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16095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18651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21128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23684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26082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"/>
            <p:cNvSpPr/>
            <p:nvPr/>
          </p:nvSpPr>
          <p:spPr>
            <a:xfrm>
              <a:off x="28558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"/>
            <p:cNvSpPr/>
            <p:nvPr/>
          </p:nvSpPr>
          <p:spPr>
            <a:xfrm>
              <a:off x="312732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33750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36147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"/>
            <p:cNvSpPr/>
            <p:nvPr/>
          </p:nvSpPr>
          <p:spPr>
            <a:xfrm>
              <a:off x="3870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5" name=""/>
          <p:cNvSpPr txBox="1"/>
          <p:nvPr/>
        </p:nvSpPr>
        <p:spPr>
          <a:xfrm>
            <a:off x="325440" y="1092240"/>
            <a:ext cx="3792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 , J U N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E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1280" y="4680"/>
            <a:ext cx="3568680" cy="116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 PIC XX.  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 PIC X(9).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J  U  N 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 PIC X(4).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1  9  9  8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 PIC X(15) VALUE ALL "-".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5440" y="1809720"/>
            <a:ext cx="3384720" cy="118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MonthStr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YearStr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>
            <a:off x="14400" y="1397160"/>
            <a:ext cx="4739040" cy="651240"/>
          </a:xfrm>
          <a:custGeom>
            <a:avLst/>
            <a:gdLst/>
            <a:ahLst/>
            <a:rect l="0" t="0" r="r" b="b"/>
            <a:pathLst>
              <a:path w="13164" h="1809">
                <a:moveTo>
                  <a:pt x="0" y="165"/>
                </a:moveTo>
                <a:lnTo>
                  <a:pt x="120" y="126"/>
                </a:lnTo>
                <a:lnTo>
                  <a:pt x="222" y="147"/>
                </a:lnTo>
                <a:lnTo>
                  <a:pt x="282" y="147"/>
                </a:lnTo>
                <a:lnTo>
                  <a:pt x="362" y="147"/>
                </a:lnTo>
                <a:lnTo>
                  <a:pt x="422" y="126"/>
                </a:lnTo>
                <a:lnTo>
                  <a:pt x="483" y="105"/>
                </a:lnTo>
                <a:lnTo>
                  <a:pt x="565" y="105"/>
                </a:lnTo>
                <a:lnTo>
                  <a:pt x="645" y="63"/>
                </a:lnTo>
                <a:lnTo>
                  <a:pt x="705" y="63"/>
                </a:lnTo>
                <a:lnTo>
                  <a:pt x="765" y="63"/>
                </a:lnTo>
                <a:lnTo>
                  <a:pt x="845" y="63"/>
                </a:lnTo>
                <a:lnTo>
                  <a:pt x="906" y="63"/>
                </a:lnTo>
                <a:lnTo>
                  <a:pt x="966" y="105"/>
                </a:lnTo>
                <a:lnTo>
                  <a:pt x="1048" y="126"/>
                </a:lnTo>
                <a:lnTo>
                  <a:pt x="1089" y="189"/>
                </a:lnTo>
                <a:lnTo>
                  <a:pt x="1169" y="210"/>
                </a:lnTo>
                <a:lnTo>
                  <a:pt x="1229" y="252"/>
                </a:lnTo>
                <a:lnTo>
                  <a:pt x="1290" y="273"/>
                </a:lnTo>
                <a:lnTo>
                  <a:pt x="1369" y="273"/>
                </a:lnTo>
                <a:lnTo>
                  <a:pt x="1430" y="273"/>
                </a:lnTo>
                <a:lnTo>
                  <a:pt x="1490" y="273"/>
                </a:lnTo>
                <a:lnTo>
                  <a:pt x="1551" y="273"/>
                </a:lnTo>
                <a:lnTo>
                  <a:pt x="1611" y="273"/>
                </a:lnTo>
                <a:lnTo>
                  <a:pt x="1671" y="273"/>
                </a:lnTo>
                <a:lnTo>
                  <a:pt x="1734" y="252"/>
                </a:lnTo>
                <a:lnTo>
                  <a:pt x="1795" y="252"/>
                </a:lnTo>
                <a:lnTo>
                  <a:pt x="1894" y="252"/>
                </a:lnTo>
                <a:lnTo>
                  <a:pt x="1976" y="273"/>
                </a:lnTo>
                <a:lnTo>
                  <a:pt x="2056" y="273"/>
                </a:lnTo>
                <a:lnTo>
                  <a:pt x="2135" y="294"/>
                </a:lnTo>
                <a:lnTo>
                  <a:pt x="2196" y="315"/>
                </a:lnTo>
                <a:lnTo>
                  <a:pt x="2256" y="336"/>
                </a:lnTo>
                <a:lnTo>
                  <a:pt x="2317" y="357"/>
                </a:lnTo>
                <a:lnTo>
                  <a:pt x="2377" y="357"/>
                </a:lnTo>
                <a:lnTo>
                  <a:pt x="2459" y="378"/>
                </a:lnTo>
                <a:lnTo>
                  <a:pt x="2520" y="378"/>
                </a:lnTo>
                <a:lnTo>
                  <a:pt x="2621" y="378"/>
                </a:lnTo>
                <a:lnTo>
                  <a:pt x="2701" y="378"/>
                </a:lnTo>
                <a:lnTo>
                  <a:pt x="2780" y="378"/>
                </a:lnTo>
                <a:lnTo>
                  <a:pt x="2841" y="378"/>
                </a:lnTo>
                <a:lnTo>
                  <a:pt x="2901" y="378"/>
                </a:lnTo>
                <a:lnTo>
                  <a:pt x="3003" y="378"/>
                </a:lnTo>
                <a:lnTo>
                  <a:pt x="3104" y="357"/>
                </a:lnTo>
                <a:lnTo>
                  <a:pt x="3184" y="357"/>
                </a:lnTo>
                <a:lnTo>
                  <a:pt x="3266" y="357"/>
                </a:lnTo>
                <a:lnTo>
                  <a:pt x="3346" y="357"/>
                </a:lnTo>
                <a:lnTo>
                  <a:pt x="3406" y="357"/>
                </a:lnTo>
                <a:lnTo>
                  <a:pt x="3467" y="357"/>
                </a:lnTo>
                <a:lnTo>
                  <a:pt x="3527" y="357"/>
                </a:lnTo>
                <a:lnTo>
                  <a:pt x="3587" y="378"/>
                </a:lnTo>
                <a:lnTo>
                  <a:pt x="3648" y="378"/>
                </a:lnTo>
                <a:lnTo>
                  <a:pt x="3749" y="399"/>
                </a:lnTo>
                <a:lnTo>
                  <a:pt x="3810" y="399"/>
                </a:lnTo>
                <a:lnTo>
                  <a:pt x="3889" y="378"/>
                </a:lnTo>
                <a:lnTo>
                  <a:pt x="3991" y="378"/>
                </a:lnTo>
                <a:lnTo>
                  <a:pt x="4071" y="378"/>
                </a:lnTo>
                <a:lnTo>
                  <a:pt x="4153" y="378"/>
                </a:lnTo>
                <a:lnTo>
                  <a:pt x="4213" y="378"/>
                </a:lnTo>
                <a:lnTo>
                  <a:pt x="4274" y="378"/>
                </a:lnTo>
                <a:lnTo>
                  <a:pt x="4334" y="378"/>
                </a:lnTo>
                <a:lnTo>
                  <a:pt x="4394" y="378"/>
                </a:lnTo>
                <a:lnTo>
                  <a:pt x="4474" y="399"/>
                </a:lnTo>
                <a:lnTo>
                  <a:pt x="4556" y="399"/>
                </a:lnTo>
                <a:lnTo>
                  <a:pt x="4636" y="420"/>
                </a:lnTo>
                <a:lnTo>
                  <a:pt x="4716" y="441"/>
                </a:lnTo>
                <a:lnTo>
                  <a:pt x="4798" y="441"/>
                </a:lnTo>
                <a:lnTo>
                  <a:pt x="4858" y="441"/>
                </a:lnTo>
                <a:lnTo>
                  <a:pt x="4957" y="463"/>
                </a:lnTo>
                <a:lnTo>
                  <a:pt x="5078" y="484"/>
                </a:lnTo>
                <a:lnTo>
                  <a:pt x="5139" y="484"/>
                </a:lnTo>
                <a:lnTo>
                  <a:pt x="5201" y="484"/>
                </a:lnTo>
                <a:lnTo>
                  <a:pt x="5281" y="484"/>
                </a:lnTo>
                <a:lnTo>
                  <a:pt x="5342" y="484"/>
                </a:lnTo>
                <a:lnTo>
                  <a:pt x="5402" y="484"/>
                </a:lnTo>
                <a:lnTo>
                  <a:pt x="5462" y="484"/>
                </a:lnTo>
                <a:lnTo>
                  <a:pt x="5663" y="484"/>
                </a:lnTo>
                <a:lnTo>
                  <a:pt x="5866" y="484"/>
                </a:lnTo>
                <a:lnTo>
                  <a:pt x="6066" y="484"/>
                </a:lnTo>
                <a:lnTo>
                  <a:pt x="6149" y="484"/>
                </a:lnTo>
                <a:lnTo>
                  <a:pt x="6228" y="484"/>
                </a:lnTo>
                <a:lnTo>
                  <a:pt x="6308" y="484"/>
                </a:lnTo>
                <a:lnTo>
                  <a:pt x="6368" y="463"/>
                </a:lnTo>
                <a:lnTo>
                  <a:pt x="6633" y="315"/>
                </a:lnTo>
                <a:lnTo>
                  <a:pt x="6674" y="378"/>
                </a:lnTo>
                <a:lnTo>
                  <a:pt x="6712" y="463"/>
                </a:lnTo>
                <a:lnTo>
                  <a:pt x="6795" y="484"/>
                </a:lnTo>
                <a:lnTo>
                  <a:pt x="6855" y="463"/>
                </a:lnTo>
                <a:lnTo>
                  <a:pt x="6915" y="463"/>
                </a:lnTo>
                <a:lnTo>
                  <a:pt x="6976" y="441"/>
                </a:lnTo>
                <a:lnTo>
                  <a:pt x="7036" y="463"/>
                </a:lnTo>
                <a:lnTo>
                  <a:pt x="7116" y="484"/>
                </a:lnTo>
                <a:lnTo>
                  <a:pt x="7176" y="484"/>
                </a:lnTo>
                <a:lnTo>
                  <a:pt x="7237" y="505"/>
                </a:lnTo>
                <a:lnTo>
                  <a:pt x="7297" y="505"/>
                </a:lnTo>
                <a:lnTo>
                  <a:pt x="7358" y="505"/>
                </a:lnTo>
                <a:lnTo>
                  <a:pt x="7418" y="505"/>
                </a:lnTo>
                <a:lnTo>
                  <a:pt x="7478" y="505"/>
                </a:lnTo>
                <a:lnTo>
                  <a:pt x="7539" y="484"/>
                </a:lnTo>
                <a:lnTo>
                  <a:pt x="7599" y="484"/>
                </a:lnTo>
                <a:lnTo>
                  <a:pt x="7681" y="484"/>
                </a:lnTo>
                <a:lnTo>
                  <a:pt x="7761" y="463"/>
                </a:lnTo>
                <a:lnTo>
                  <a:pt x="7821" y="441"/>
                </a:lnTo>
                <a:lnTo>
                  <a:pt x="7882" y="441"/>
                </a:lnTo>
                <a:lnTo>
                  <a:pt x="7962" y="441"/>
                </a:lnTo>
                <a:lnTo>
                  <a:pt x="8024" y="420"/>
                </a:lnTo>
                <a:lnTo>
                  <a:pt x="8085" y="441"/>
                </a:lnTo>
                <a:lnTo>
                  <a:pt x="8145" y="505"/>
                </a:lnTo>
                <a:lnTo>
                  <a:pt x="8206" y="526"/>
                </a:lnTo>
                <a:lnTo>
                  <a:pt x="8285" y="526"/>
                </a:lnTo>
                <a:lnTo>
                  <a:pt x="8346" y="526"/>
                </a:lnTo>
                <a:lnTo>
                  <a:pt x="8406" y="526"/>
                </a:lnTo>
                <a:lnTo>
                  <a:pt x="8486" y="526"/>
                </a:lnTo>
                <a:lnTo>
                  <a:pt x="8568" y="505"/>
                </a:lnTo>
                <a:lnTo>
                  <a:pt x="8648" y="484"/>
                </a:lnTo>
                <a:lnTo>
                  <a:pt x="8730" y="484"/>
                </a:lnTo>
                <a:lnTo>
                  <a:pt x="8790" y="463"/>
                </a:lnTo>
                <a:lnTo>
                  <a:pt x="8870" y="463"/>
                </a:lnTo>
                <a:lnTo>
                  <a:pt x="8930" y="441"/>
                </a:lnTo>
                <a:lnTo>
                  <a:pt x="8991" y="441"/>
                </a:lnTo>
                <a:lnTo>
                  <a:pt x="9051" y="441"/>
                </a:lnTo>
                <a:lnTo>
                  <a:pt x="9293" y="441"/>
                </a:lnTo>
                <a:lnTo>
                  <a:pt x="9353" y="441"/>
                </a:lnTo>
                <a:lnTo>
                  <a:pt x="9435" y="441"/>
                </a:lnTo>
                <a:lnTo>
                  <a:pt x="9496" y="441"/>
                </a:lnTo>
                <a:lnTo>
                  <a:pt x="9556" y="420"/>
                </a:lnTo>
                <a:lnTo>
                  <a:pt x="9636" y="378"/>
                </a:lnTo>
                <a:lnTo>
                  <a:pt x="9737" y="357"/>
                </a:lnTo>
                <a:lnTo>
                  <a:pt x="9798" y="336"/>
                </a:lnTo>
                <a:lnTo>
                  <a:pt x="9858" y="294"/>
                </a:lnTo>
                <a:lnTo>
                  <a:pt x="9919" y="273"/>
                </a:lnTo>
                <a:lnTo>
                  <a:pt x="9979" y="231"/>
                </a:lnTo>
                <a:lnTo>
                  <a:pt x="10039" y="231"/>
                </a:lnTo>
                <a:lnTo>
                  <a:pt x="10100" y="252"/>
                </a:lnTo>
                <a:lnTo>
                  <a:pt x="10201" y="273"/>
                </a:lnTo>
                <a:lnTo>
                  <a:pt x="10262" y="273"/>
                </a:lnTo>
                <a:lnTo>
                  <a:pt x="10361" y="315"/>
                </a:lnTo>
                <a:lnTo>
                  <a:pt x="10443" y="336"/>
                </a:lnTo>
                <a:lnTo>
                  <a:pt x="10503" y="336"/>
                </a:lnTo>
                <a:lnTo>
                  <a:pt x="10564" y="336"/>
                </a:lnTo>
                <a:lnTo>
                  <a:pt x="10624" y="315"/>
                </a:lnTo>
                <a:lnTo>
                  <a:pt x="10704" y="315"/>
                </a:lnTo>
                <a:lnTo>
                  <a:pt x="10764" y="294"/>
                </a:lnTo>
                <a:lnTo>
                  <a:pt x="10846" y="294"/>
                </a:lnTo>
                <a:lnTo>
                  <a:pt x="10946" y="294"/>
                </a:lnTo>
                <a:lnTo>
                  <a:pt x="11006" y="294"/>
                </a:lnTo>
                <a:lnTo>
                  <a:pt x="11066" y="315"/>
                </a:lnTo>
                <a:lnTo>
                  <a:pt x="11127" y="315"/>
                </a:lnTo>
                <a:lnTo>
                  <a:pt x="11187" y="336"/>
                </a:lnTo>
                <a:lnTo>
                  <a:pt x="11248" y="336"/>
                </a:lnTo>
                <a:lnTo>
                  <a:pt x="11330" y="336"/>
                </a:lnTo>
                <a:lnTo>
                  <a:pt x="11429" y="315"/>
                </a:lnTo>
                <a:lnTo>
                  <a:pt x="11530" y="315"/>
                </a:lnTo>
                <a:lnTo>
                  <a:pt x="11591" y="315"/>
                </a:lnTo>
                <a:lnTo>
                  <a:pt x="11673" y="294"/>
                </a:lnTo>
                <a:lnTo>
                  <a:pt x="11733" y="273"/>
                </a:lnTo>
                <a:lnTo>
                  <a:pt x="11794" y="231"/>
                </a:lnTo>
                <a:lnTo>
                  <a:pt x="11854" y="210"/>
                </a:lnTo>
                <a:lnTo>
                  <a:pt x="11934" y="189"/>
                </a:lnTo>
                <a:lnTo>
                  <a:pt x="12013" y="189"/>
                </a:lnTo>
                <a:lnTo>
                  <a:pt x="12096" y="168"/>
                </a:lnTo>
                <a:lnTo>
                  <a:pt x="12156" y="147"/>
                </a:lnTo>
                <a:lnTo>
                  <a:pt x="12236" y="126"/>
                </a:lnTo>
                <a:lnTo>
                  <a:pt x="12296" y="105"/>
                </a:lnTo>
                <a:lnTo>
                  <a:pt x="12357" y="84"/>
                </a:lnTo>
                <a:lnTo>
                  <a:pt x="12579" y="0"/>
                </a:lnTo>
                <a:lnTo>
                  <a:pt x="12680" y="42"/>
                </a:lnTo>
                <a:lnTo>
                  <a:pt x="12719" y="105"/>
                </a:lnTo>
                <a:lnTo>
                  <a:pt x="12779" y="126"/>
                </a:lnTo>
                <a:lnTo>
                  <a:pt x="12842" y="126"/>
                </a:lnTo>
                <a:lnTo>
                  <a:pt x="12941" y="105"/>
                </a:lnTo>
                <a:lnTo>
                  <a:pt x="13002" y="84"/>
                </a:lnTo>
                <a:lnTo>
                  <a:pt x="13062" y="42"/>
                </a:lnTo>
                <a:lnTo>
                  <a:pt x="13164" y="26"/>
                </a:lnTo>
                <a:lnTo>
                  <a:pt x="13164" y="1809"/>
                </a:lnTo>
                <a:lnTo>
                  <a:pt x="12941" y="1704"/>
                </a:lnTo>
                <a:lnTo>
                  <a:pt x="12903" y="1641"/>
                </a:lnTo>
                <a:lnTo>
                  <a:pt x="12881" y="1578"/>
                </a:lnTo>
                <a:lnTo>
                  <a:pt x="12862" y="1515"/>
                </a:lnTo>
                <a:lnTo>
                  <a:pt x="12801" y="1473"/>
                </a:lnTo>
                <a:lnTo>
                  <a:pt x="12741" y="1473"/>
                </a:lnTo>
                <a:lnTo>
                  <a:pt x="12680" y="1536"/>
                </a:lnTo>
                <a:lnTo>
                  <a:pt x="12620" y="1473"/>
                </a:lnTo>
                <a:lnTo>
                  <a:pt x="12559" y="1494"/>
                </a:lnTo>
                <a:lnTo>
                  <a:pt x="12477" y="1536"/>
                </a:lnTo>
                <a:lnTo>
                  <a:pt x="12439" y="1473"/>
                </a:lnTo>
                <a:lnTo>
                  <a:pt x="12378" y="1452"/>
                </a:lnTo>
                <a:lnTo>
                  <a:pt x="12318" y="1410"/>
                </a:lnTo>
                <a:lnTo>
                  <a:pt x="12277" y="1346"/>
                </a:lnTo>
                <a:lnTo>
                  <a:pt x="12216" y="1283"/>
                </a:lnTo>
                <a:lnTo>
                  <a:pt x="12156" y="1220"/>
                </a:lnTo>
                <a:lnTo>
                  <a:pt x="12115" y="1157"/>
                </a:lnTo>
                <a:lnTo>
                  <a:pt x="12055" y="1199"/>
                </a:lnTo>
                <a:lnTo>
                  <a:pt x="11994" y="1157"/>
                </a:lnTo>
                <a:lnTo>
                  <a:pt x="11994" y="1094"/>
                </a:lnTo>
                <a:lnTo>
                  <a:pt x="11953" y="1010"/>
                </a:lnTo>
                <a:lnTo>
                  <a:pt x="11914" y="926"/>
                </a:lnTo>
                <a:lnTo>
                  <a:pt x="11893" y="862"/>
                </a:lnTo>
                <a:lnTo>
                  <a:pt x="11832" y="820"/>
                </a:lnTo>
                <a:lnTo>
                  <a:pt x="11753" y="862"/>
                </a:lnTo>
                <a:lnTo>
                  <a:pt x="11711" y="778"/>
                </a:lnTo>
                <a:lnTo>
                  <a:pt x="11673" y="715"/>
                </a:lnTo>
                <a:lnTo>
                  <a:pt x="11612" y="694"/>
                </a:lnTo>
                <a:lnTo>
                  <a:pt x="11571" y="631"/>
                </a:lnTo>
                <a:lnTo>
                  <a:pt x="11511" y="631"/>
                </a:lnTo>
                <a:lnTo>
                  <a:pt x="11450" y="631"/>
                </a:lnTo>
                <a:lnTo>
                  <a:pt x="11390" y="610"/>
                </a:lnTo>
                <a:lnTo>
                  <a:pt x="11308" y="568"/>
                </a:lnTo>
                <a:lnTo>
                  <a:pt x="11248" y="568"/>
                </a:lnTo>
                <a:lnTo>
                  <a:pt x="11187" y="568"/>
                </a:lnTo>
                <a:lnTo>
                  <a:pt x="11107" y="547"/>
                </a:lnTo>
                <a:lnTo>
                  <a:pt x="11047" y="526"/>
                </a:lnTo>
                <a:lnTo>
                  <a:pt x="11006" y="463"/>
                </a:lnTo>
                <a:lnTo>
                  <a:pt x="10946" y="463"/>
                </a:lnTo>
                <a:lnTo>
                  <a:pt x="10885" y="484"/>
                </a:lnTo>
                <a:lnTo>
                  <a:pt x="10866" y="547"/>
                </a:lnTo>
                <a:lnTo>
                  <a:pt x="10805" y="610"/>
                </a:lnTo>
                <a:lnTo>
                  <a:pt x="10745" y="631"/>
                </a:lnTo>
                <a:lnTo>
                  <a:pt x="10866" y="1220"/>
                </a:lnTo>
                <a:lnTo>
                  <a:pt x="10786" y="1199"/>
                </a:lnTo>
                <a:lnTo>
                  <a:pt x="10723" y="1157"/>
                </a:lnTo>
                <a:lnTo>
                  <a:pt x="10663" y="1094"/>
                </a:lnTo>
                <a:lnTo>
                  <a:pt x="10100" y="694"/>
                </a:lnTo>
                <a:lnTo>
                  <a:pt x="10039" y="652"/>
                </a:lnTo>
                <a:lnTo>
                  <a:pt x="9979" y="610"/>
                </a:lnTo>
                <a:lnTo>
                  <a:pt x="9938" y="547"/>
                </a:lnTo>
                <a:lnTo>
                  <a:pt x="9878" y="526"/>
                </a:lnTo>
                <a:lnTo>
                  <a:pt x="9817" y="568"/>
                </a:lnTo>
                <a:lnTo>
                  <a:pt x="9776" y="631"/>
                </a:lnTo>
                <a:lnTo>
                  <a:pt x="9696" y="694"/>
                </a:lnTo>
                <a:lnTo>
                  <a:pt x="9636" y="715"/>
                </a:lnTo>
                <a:lnTo>
                  <a:pt x="9576" y="715"/>
                </a:lnTo>
                <a:lnTo>
                  <a:pt x="9515" y="673"/>
                </a:lnTo>
                <a:lnTo>
                  <a:pt x="9455" y="652"/>
                </a:lnTo>
                <a:lnTo>
                  <a:pt x="9394" y="694"/>
                </a:lnTo>
                <a:lnTo>
                  <a:pt x="9334" y="631"/>
                </a:lnTo>
                <a:lnTo>
                  <a:pt x="9274" y="652"/>
                </a:lnTo>
                <a:lnTo>
                  <a:pt x="9213" y="694"/>
                </a:lnTo>
                <a:lnTo>
                  <a:pt x="9153" y="652"/>
                </a:lnTo>
                <a:lnTo>
                  <a:pt x="9092" y="631"/>
                </a:lnTo>
                <a:lnTo>
                  <a:pt x="9032" y="631"/>
                </a:lnTo>
                <a:lnTo>
                  <a:pt x="8972" y="652"/>
                </a:lnTo>
                <a:lnTo>
                  <a:pt x="8911" y="652"/>
                </a:lnTo>
                <a:lnTo>
                  <a:pt x="8851" y="631"/>
                </a:lnTo>
                <a:lnTo>
                  <a:pt x="8769" y="652"/>
                </a:lnTo>
                <a:lnTo>
                  <a:pt x="8689" y="694"/>
                </a:lnTo>
                <a:lnTo>
                  <a:pt x="8628" y="694"/>
                </a:lnTo>
                <a:lnTo>
                  <a:pt x="8546" y="715"/>
                </a:lnTo>
                <a:lnTo>
                  <a:pt x="8486" y="715"/>
                </a:lnTo>
                <a:lnTo>
                  <a:pt x="8406" y="673"/>
                </a:lnTo>
                <a:lnTo>
                  <a:pt x="8346" y="652"/>
                </a:lnTo>
                <a:lnTo>
                  <a:pt x="8285" y="652"/>
                </a:lnTo>
                <a:lnTo>
                  <a:pt x="8225" y="694"/>
                </a:lnTo>
                <a:lnTo>
                  <a:pt x="8145" y="757"/>
                </a:lnTo>
                <a:lnTo>
                  <a:pt x="8085" y="799"/>
                </a:lnTo>
                <a:lnTo>
                  <a:pt x="8044" y="736"/>
                </a:lnTo>
                <a:lnTo>
                  <a:pt x="7983" y="694"/>
                </a:lnTo>
                <a:lnTo>
                  <a:pt x="7923" y="694"/>
                </a:lnTo>
                <a:lnTo>
                  <a:pt x="7863" y="715"/>
                </a:lnTo>
                <a:lnTo>
                  <a:pt x="7802" y="736"/>
                </a:lnTo>
                <a:lnTo>
                  <a:pt x="7720" y="736"/>
                </a:lnTo>
                <a:lnTo>
                  <a:pt x="7640" y="715"/>
                </a:lnTo>
                <a:lnTo>
                  <a:pt x="7561" y="694"/>
                </a:lnTo>
                <a:lnTo>
                  <a:pt x="7500" y="673"/>
                </a:lnTo>
                <a:lnTo>
                  <a:pt x="7399" y="694"/>
                </a:lnTo>
                <a:lnTo>
                  <a:pt x="7338" y="715"/>
                </a:lnTo>
                <a:lnTo>
                  <a:pt x="7256" y="736"/>
                </a:lnTo>
                <a:lnTo>
                  <a:pt x="7157" y="778"/>
                </a:lnTo>
                <a:lnTo>
                  <a:pt x="7097" y="757"/>
                </a:lnTo>
                <a:lnTo>
                  <a:pt x="7036" y="715"/>
                </a:lnTo>
                <a:lnTo>
                  <a:pt x="6976" y="673"/>
                </a:lnTo>
                <a:lnTo>
                  <a:pt x="6915" y="694"/>
                </a:lnTo>
                <a:lnTo>
                  <a:pt x="6855" y="694"/>
                </a:lnTo>
                <a:lnTo>
                  <a:pt x="6795" y="694"/>
                </a:lnTo>
                <a:lnTo>
                  <a:pt x="6734" y="694"/>
                </a:lnTo>
                <a:lnTo>
                  <a:pt x="6674" y="694"/>
                </a:lnTo>
                <a:lnTo>
                  <a:pt x="6613" y="694"/>
                </a:lnTo>
                <a:lnTo>
                  <a:pt x="6248" y="1220"/>
                </a:lnTo>
                <a:lnTo>
                  <a:pt x="6530" y="652"/>
                </a:lnTo>
                <a:lnTo>
                  <a:pt x="6470" y="652"/>
                </a:lnTo>
                <a:lnTo>
                  <a:pt x="6409" y="652"/>
                </a:lnTo>
                <a:lnTo>
                  <a:pt x="6349" y="673"/>
                </a:lnTo>
                <a:lnTo>
                  <a:pt x="6269" y="673"/>
                </a:lnTo>
                <a:lnTo>
                  <a:pt x="6209" y="673"/>
                </a:lnTo>
                <a:lnTo>
                  <a:pt x="6149" y="694"/>
                </a:lnTo>
                <a:lnTo>
                  <a:pt x="6088" y="736"/>
                </a:lnTo>
                <a:lnTo>
                  <a:pt x="6028" y="736"/>
                </a:lnTo>
                <a:lnTo>
                  <a:pt x="5967" y="736"/>
                </a:lnTo>
                <a:lnTo>
                  <a:pt x="5907" y="736"/>
                </a:lnTo>
                <a:lnTo>
                  <a:pt x="5844" y="736"/>
                </a:lnTo>
                <a:lnTo>
                  <a:pt x="5784" y="694"/>
                </a:lnTo>
                <a:lnTo>
                  <a:pt x="5704" y="673"/>
                </a:lnTo>
                <a:lnTo>
                  <a:pt x="5644" y="673"/>
                </a:lnTo>
                <a:lnTo>
                  <a:pt x="5583" y="673"/>
                </a:lnTo>
                <a:lnTo>
                  <a:pt x="5503" y="694"/>
                </a:lnTo>
                <a:lnTo>
                  <a:pt x="5443" y="694"/>
                </a:lnTo>
                <a:lnTo>
                  <a:pt x="5361" y="694"/>
                </a:lnTo>
                <a:lnTo>
                  <a:pt x="5300" y="715"/>
                </a:lnTo>
                <a:lnTo>
                  <a:pt x="5221" y="715"/>
                </a:lnTo>
                <a:lnTo>
                  <a:pt x="5160" y="694"/>
                </a:lnTo>
                <a:lnTo>
                  <a:pt x="5100" y="694"/>
                </a:lnTo>
                <a:lnTo>
                  <a:pt x="5018" y="673"/>
                </a:lnTo>
                <a:lnTo>
                  <a:pt x="4957" y="652"/>
                </a:lnTo>
                <a:lnTo>
                  <a:pt x="4897" y="652"/>
                </a:lnTo>
                <a:lnTo>
                  <a:pt x="4837" y="652"/>
                </a:lnTo>
                <a:lnTo>
                  <a:pt x="4776" y="673"/>
                </a:lnTo>
                <a:lnTo>
                  <a:pt x="4716" y="694"/>
                </a:lnTo>
                <a:lnTo>
                  <a:pt x="4655" y="694"/>
                </a:lnTo>
                <a:lnTo>
                  <a:pt x="4576" y="694"/>
                </a:lnTo>
                <a:lnTo>
                  <a:pt x="4515" y="694"/>
                </a:lnTo>
                <a:lnTo>
                  <a:pt x="4455" y="652"/>
                </a:lnTo>
                <a:lnTo>
                  <a:pt x="4394" y="610"/>
                </a:lnTo>
                <a:lnTo>
                  <a:pt x="4334" y="568"/>
                </a:lnTo>
                <a:lnTo>
                  <a:pt x="4252" y="547"/>
                </a:lnTo>
                <a:lnTo>
                  <a:pt x="4191" y="547"/>
                </a:lnTo>
                <a:lnTo>
                  <a:pt x="4131" y="526"/>
                </a:lnTo>
                <a:lnTo>
                  <a:pt x="4071" y="484"/>
                </a:lnTo>
                <a:lnTo>
                  <a:pt x="4010" y="463"/>
                </a:lnTo>
                <a:lnTo>
                  <a:pt x="3950" y="463"/>
                </a:lnTo>
                <a:lnTo>
                  <a:pt x="3889" y="463"/>
                </a:lnTo>
                <a:lnTo>
                  <a:pt x="3829" y="484"/>
                </a:lnTo>
                <a:lnTo>
                  <a:pt x="3769" y="526"/>
                </a:lnTo>
                <a:lnTo>
                  <a:pt x="3708" y="526"/>
                </a:lnTo>
                <a:lnTo>
                  <a:pt x="3648" y="568"/>
                </a:lnTo>
                <a:lnTo>
                  <a:pt x="3587" y="568"/>
                </a:lnTo>
                <a:lnTo>
                  <a:pt x="3527" y="526"/>
                </a:lnTo>
                <a:lnTo>
                  <a:pt x="3447" y="505"/>
                </a:lnTo>
                <a:lnTo>
                  <a:pt x="3387" y="505"/>
                </a:lnTo>
                <a:lnTo>
                  <a:pt x="3305" y="463"/>
                </a:lnTo>
                <a:lnTo>
                  <a:pt x="3244" y="463"/>
                </a:lnTo>
                <a:lnTo>
                  <a:pt x="3184" y="484"/>
                </a:lnTo>
                <a:lnTo>
                  <a:pt x="3124" y="505"/>
                </a:lnTo>
                <a:lnTo>
                  <a:pt x="3063" y="526"/>
                </a:lnTo>
                <a:lnTo>
                  <a:pt x="3003" y="547"/>
                </a:lnTo>
                <a:lnTo>
                  <a:pt x="2942" y="568"/>
                </a:lnTo>
                <a:lnTo>
                  <a:pt x="2882" y="568"/>
                </a:lnTo>
                <a:lnTo>
                  <a:pt x="2822" y="568"/>
                </a:lnTo>
                <a:lnTo>
                  <a:pt x="2761" y="568"/>
                </a:lnTo>
                <a:lnTo>
                  <a:pt x="2681" y="568"/>
                </a:lnTo>
                <a:lnTo>
                  <a:pt x="2621" y="568"/>
                </a:lnTo>
                <a:lnTo>
                  <a:pt x="2561" y="547"/>
                </a:lnTo>
                <a:lnTo>
                  <a:pt x="2500" y="547"/>
                </a:lnTo>
                <a:lnTo>
                  <a:pt x="2440" y="547"/>
                </a:lnTo>
                <a:lnTo>
                  <a:pt x="2358" y="547"/>
                </a:lnTo>
                <a:lnTo>
                  <a:pt x="2297" y="547"/>
                </a:lnTo>
                <a:lnTo>
                  <a:pt x="2237" y="547"/>
                </a:lnTo>
                <a:lnTo>
                  <a:pt x="2176" y="589"/>
                </a:lnTo>
                <a:lnTo>
                  <a:pt x="2116" y="610"/>
                </a:lnTo>
                <a:lnTo>
                  <a:pt x="2056" y="631"/>
                </a:lnTo>
                <a:lnTo>
                  <a:pt x="1995" y="631"/>
                </a:lnTo>
                <a:lnTo>
                  <a:pt x="1935" y="631"/>
                </a:lnTo>
                <a:lnTo>
                  <a:pt x="1874" y="589"/>
                </a:lnTo>
                <a:lnTo>
                  <a:pt x="1814" y="568"/>
                </a:lnTo>
                <a:lnTo>
                  <a:pt x="1754" y="568"/>
                </a:lnTo>
                <a:lnTo>
                  <a:pt x="1693" y="568"/>
                </a:lnTo>
                <a:lnTo>
                  <a:pt x="1592" y="547"/>
                </a:lnTo>
                <a:lnTo>
                  <a:pt x="1531" y="547"/>
                </a:lnTo>
                <a:lnTo>
                  <a:pt x="1471" y="589"/>
                </a:lnTo>
                <a:lnTo>
                  <a:pt x="1411" y="631"/>
                </a:lnTo>
                <a:lnTo>
                  <a:pt x="1350" y="673"/>
                </a:lnTo>
                <a:lnTo>
                  <a:pt x="1290" y="694"/>
                </a:lnTo>
                <a:lnTo>
                  <a:pt x="1229" y="694"/>
                </a:lnTo>
                <a:lnTo>
                  <a:pt x="1169" y="673"/>
                </a:lnTo>
                <a:lnTo>
                  <a:pt x="1108" y="652"/>
                </a:lnTo>
                <a:lnTo>
                  <a:pt x="1048" y="652"/>
                </a:lnTo>
                <a:lnTo>
                  <a:pt x="988" y="631"/>
                </a:lnTo>
                <a:lnTo>
                  <a:pt x="927" y="631"/>
                </a:lnTo>
                <a:lnTo>
                  <a:pt x="867" y="631"/>
                </a:lnTo>
                <a:lnTo>
                  <a:pt x="785" y="631"/>
                </a:lnTo>
                <a:lnTo>
                  <a:pt x="705" y="631"/>
                </a:lnTo>
                <a:lnTo>
                  <a:pt x="645" y="631"/>
                </a:lnTo>
                <a:lnTo>
                  <a:pt x="584" y="631"/>
                </a:lnTo>
                <a:lnTo>
                  <a:pt x="524" y="652"/>
                </a:lnTo>
                <a:lnTo>
                  <a:pt x="463" y="652"/>
                </a:lnTo>
                <a:lnTo>
                  <a:pt x="403" y="652"/>
                </a:lnTo>
                <a:lnTo>
                  <a:pt x="343" y="673"/>
                </a:lnTo>
                <a:lnTo>
                  <a:pt x="282" y="694"/>
                </a:lnTo>
                <a:lnTo>
                  <a:pt x="222" y="715"/>
                </a:lnTo>
                <a:lnTo>
                  <a:pt x="140" y="757"/>
                </a:lnTo>
                <a:lnTo>
                  <a:pt x="60" y="778"/>
                </a:lnTo>
                <a:lnTo>
                  <a:pt x="0" y="820"/>
                </a:lnTo>
                <a:lnTo>
                  <a:pt x="0" y="16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9" name=""/>
          <p:cNvGrpSpPr/>
          <p:nvPr/>
        </p:nvGrpSpPr>
        <p:grpSpPr>
          <a:xfrm>
            <a:off x="2166840" y="355680"/>
            <a:ext cx="2452680" cy="249120"/>
            <a:chOff x="2166840" y="355680"/>
            <a:chExt cx="2452680" cy="249120"/>
          </a:xfrm>
        </p:grpSpPr>
        <p:sp>
          <p:nvSpPr>
            <p:cNvPr id="200" name=""/>
            <p:cNvSpPr/>
            <p:nvPr/>
          </p:nvSpPr>
          <p:spPr>
            <a:xfrm>
              <a:off x="2166840" y="355680"/>
              <a:ext cx="2452680" cy="2491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24480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"/>
            <p:cNvSpPr/>
            <p:nvPr/>
          </p:nvSpPr>
          <p:spPr>
            <a:xfrm>
              <a:off x="271296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300348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"/>
            <p:cNvSpPr/>
            <p:nvPr/>
          </p:nvSpPr>
          <p:spPr>
            <a:xfrm>
              <a:off x="326880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"/>
            <p:cNvSpPr/>
            <p:nvPr/>
          </p:nvSpPr>
          <p:spPr>
            <a:xfrm>
              <a:off x="35258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"/>
            <p:cNvSpPr/>
            <p:nvPr/>
          </p:nvSpPr>
          <p:spPr>
            <a:xfrm>
              <a:off x="379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406404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4338720" y="3603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9" name=""/>
          <p:cNvGrpSpPr/>
          <p:nvPr/>
        </p:nvGrpSpPr>
        <p:grpSpPr>
          <a:xfrm>
            <a:off x="2166840" y="38160"/>
            <a:ext cx="546120" cy="264960"/>
            <a:chOff x="2166840" y="38160"/>
            <a:chExt cx="546120" cy="264960"/>
          </a:xfrm>
        </p:grpSpPr>
        <p:sp>
          <p:nvSpPr>
            <p:cNvPr id="210" name=""/>
            <p:cNvSpPr/>
            <p:nvPr/>
          </p:nvSpPr>
          <p:spPr>
            <a:xfrm>
              <a:off x="2166840" y="3816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2448000" y="52560"/>
              <a:ext cx="0" cy="2394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2" name=""/>
          <p:cNvGrpSpPr/>
          <p:nvPr/>
        </p:nvGrpSpPr>
        <p:grpSpPr>
          <a:xfrm>
            <a:off x="2166840" y="641520"/>
            <a:ext cx="1117440" cy="254160"/>
            <a:chOff x="2166840" y="641520"/>
            <a:chExt cx="1117440" cy="254160"/>
          </a:xfrm>
        </p:grpSpPr>
        <p:sp>
          <p:nvSpPr>
            <p:cNvPr id="213" name=""/>
            <p:cNvSpPr/>
            <p:nvPr/>
          </p:nvSpPr>
          <p:spPr>
            <a:xfrm>
              <a:off x="2166840" y="641520"/>
              <a:ext cx="1117440" cy="2541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244800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271296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3003480" y="649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7" name=""/>
          <p:cNvGrpSpPr/>
          <p:nvPr/>
        </p:nvGrpSpPr>
        <p:grpSpPr>
          <a:xfrm>
            <a:off x="339840" y="1162080"/>
            <a:ext cx="3755880" cy="247680"/>
            <a:chOff x="339840" y="1162080"/>
            <a:chExt cx="3755880" cy="247680"/>
          </a:xfrm>
        </p:grpSpPr>
        <p:sp>
          <p:nvSpPr>
            <p:cNvPr id="218" name=""/>
            <p:cNvSpPr/>
            <p:nvPr/>
          </p:nvSpPr>
          <p:spPr>
            <a:xfrm>
              <a:off x="339840" y="1162080"/>
              <a:ext cx="3755880" cy="24768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"/>
            <p:cNvSpPr/>
            <p:nvPr/>
          </p:nvSpPr>
          <p:spPr>
            <a:xfrm>
              <a:off x="603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"/>
            <p:cNvSpPr/>
            <p:nvPr/>
          </p:nvSpPr>
          <p:spPr>
            <a:xfrm>
              <a:off x="8510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11206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1368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16095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18651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21128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"/>
            <p:cNvSpPr/>
            <p:nvPr/>
          </p:nvSpPr>
          <p:spPr>
            <a:xfrm>
              <a:off x="236844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26082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285588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"/>
            <p:cNvSpPr/>
            <p:nvPr/>
          </p:nvSpPr>
          <p:spPr>
            <a:xfrm>
              <a:off x="312732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"/>
            <p:cNvSpPr/>
            <p:nvPr/>
          </p:nvSpPr>
          <p:spPr>
            <a:xfrm>
              <a:off x="337500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36147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3870360" y="1166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3" name=""/>
          <p:cNvSpPr txBox="1"/>
          <p:nvPr/>
        </p:nvSpPr>
        <p:spPr>
          <a:xfrm>
            <a:off x="325440" y="1092240"/>
            <a:ext cx="3792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 , J U N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E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1 9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9 8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71280" y="4680"/>
            <a:ext cx="3568680" cy="116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 PIC XX.  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 PIC X(9).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J  U  N 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 PIC X(4).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1  9  9  8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 PIC X(15) VALUE ALL "-".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5440" y="1809720"/>
            <a:ext cx="3384720" cy="118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MonthStr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YearStr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