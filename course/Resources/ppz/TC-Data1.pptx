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2" r:id="rId2"/>
    <p:sldId id="271" r:id="rId3"/>
    <p:sldId id="272" r:id="rId4"/>
    <p:sldId id="273" r:id="rId5"/>
    <p:sldId id="274" r:id="rId6"/>
    <p:sldId id="275" r:id="rId7"/>
    <p:sldId id="276" r:id="rId8"/>
  </p:sldIdLst>
  <p:sldSz cx="4762500" cy="3810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66FF33"/>
    <a:srgbClr val="FF3300"/>
    <a:srgbClr val="CC0000"/>
    <a:srgbClr val="FFFF00"/>
    <a:srgbClr val="CCFFCC"/>
    <a:srgbClr val="EEFFEE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22" d="100"/>
          <a:sy n="222" d="100"/>
        </p:scale>
        <p:origin x="570" y="174"/>
      </p:cViewPr>
      <p:guideLst>
        <p:guide orient="horz" pos="120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120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D5A09E2-7956-62DF-98BB-B440775B73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5F4E6AA-D911-9BF1-9CE1-90EDF462AB1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0AA730F-C825-D818-575F-7BF3293E6899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92225" y="692150"/>
            <a:ext cx="42735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A508A70F-6B0B-213F-B99B-8D4CD69AD9B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26315EB6-2D88-2540-2386-F348E2380FD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DCB5AB42-BB63-BED0-098C-5865AF25ED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fld id="{501C9D41-FE83-45A4-AEA9-3FCF123AF37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7399-3EB7-3B7F-9743-27FD6586F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623888"/>
            <a:ext cx="3571875" cy="132556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F2F4D-B382-7DF3-B2EF-88169E630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2001838"/>
            <a:ext cx="3571875" cy="9191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7728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57D54-D8C7-9DB2-B4E7-362DBF37C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B6C95-0BB1-45C8-37F7-8121F1D9C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77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C9E82-CA4E-A0AF-257A-15A08E18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949325"/>
            <a:ext cx="4106862" cy="158591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89143-175A-EC70-020C-F291BD8BE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2549525"/>
            <a:ext cx="4106862" cy="833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984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59FC8-B441-A037-9E04-ED21C05A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72A29-C3A3-A2AE-1576-40D7CDF056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25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B19FB-A07D-E31A-D32B-F4670FC22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12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35E7-73BD-8324-F8D0-29F1BCDC9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3200"/>
            <a:ext cx="4106862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8D57B-63B1-580B-23F6-4623FAE53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933450"/>
            <a:ext cx="2014537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D25F2-D4C6-6235-198E-74D04A746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392238"/>
            <a:ext cx="2014537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BC364-15CC-7ECE-668A-858490A2F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933450"/>
            <a:ext cx="2024062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C6391-DCC7-1FD0-D934-1236645BC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392238"/>
            <a:ext cx="2024062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2279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EA38-205B-6554-9503-2495A7642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246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88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6145-AA03-82EB-BDE7-BD0E63802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8ECB4-858B-2DB2-312D-D14B304C7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37E4D-1722-018F-BDF7-20551B9A6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0998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C281-005B-4AE3-BBD8-53CAF7CC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868F5C-B756-45D9-0AA5-A6F28B0F0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52B76-ACDC-86B5-0F7A-213D409EC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3354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ED8B-E118-449D-80C0-14E0B9DD5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43248-3827-0CCB-F8A7-BB0B8F049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6684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56E91-54F7-AEC4-4368-F12DDD818B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08363" y="203200"/>
            <a:ext cx="1027112" cy="32289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73FFE-6CAC-9DC0-F5C4-353FB7C91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203200"/>
            <a:ext cx="2928938" cy="3228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616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71CBC4E-7638-7971-42F8-9337A029A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5400"/>
            <a:ext cx="4730750" cy="37734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300A16A-4A45-21BD-F1CA-09F85E3D5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517525"/>
            <a:ext cx="29337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Using Variables, Literals and Figurative Constants.</a:t>
            </a:r>
          </a:p>
          <a:p>
            <a:pPr algn="ctr"/>
            <a:endParaRPr lang="en-US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en-US" sz="1400" b="1">
                <a:solidFill>
                  <a:schemeClr val="tx1"/>
                </a:solidFill>
              </a:rPr>
              <a:t>Click to view.</a:t>
            </a:r>
          </a:p>
          <a:p>
            <a:pPr algn="ctr"/>
            <a:endParaRPr lang="en-US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en-US" sz="1000">
                <a:solidFill>
                  <a:schemeClr val="tx1"/>
                </a:solidFill>
              </a:rPr>
              <a:t>When viewing , left click (or press the Page Up key) to see the next frame and right click (or press Page Down)  to see the previous frame.</a:t>
            </a:r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3" name="Group 17">
            <a:extLst>
              <a:ext uri="{FF2B5EF4-FFF2-40B4-BE49-F238E27FC236}">
                <a16:creationId xmlns:a16="http://schemas.microsoft.com/office/drawing/2014/main" id="{51F19762-4CEA-E80A-6A56-CF5B3CB73862}"/>
              </a:ext>
            </a:extLst>
          </p:cNvPr>
          <p:cNvGrpSpPr>
            <a:grpSpLocks/>
          </p:cNvGrpSpPr>
          <p:nvPr/>
        </p:nvGrpSpPr>
        <p:grpSpPr bwMode="auto">
          <a:xfrm>
            <a:off x="106363" y="2184400"/>
            <a:ext cx="1693862" cy="444500"/>
            <a:chOff x="67" y="1376"/>
            <a:chExt cx="1067" cy="280"/>
          </a:xfrm>
        </p:grpSpPr>
        <p:sp>
          <p:nvSpPr>
            <p:cNvPr id="4098" name="Rectangle 2">
              <a:extLst>
                <a:ext uri="{FF2B5EF4-FFF2-40B4-BE49-F238E27FC236}">
                  <a16:creationId xmlns:a16="http://schemas.microsoft.com/office/drawing/2014/main" id="{57C50148-2E45-BD74-5F26-137A9356C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" y="1376"/>
              <a:ext cx="77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b" anchorCtr="1">
              <a:spAutoFit/>
            </a:bodyPr>
            <a:lstStyle>
              <a:lvl1pPr marL="190500" indent="-190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3000"/>
                </a:lnSpc>
                <a:spcAft>
                  <a:spcPct val="52000"/>
                </a:spcAft>
              </a:pPr>
              <a:r>
                <a:rPr lang="en-US" altLang="en-US" sz="1200" b="1">
                  <a:latin typeface="Courier New" panose="02070309020205020404" pitchFamily="49" charset="0"/>
                </a:rPr>
                <a:t>StudentName</a:t>
              </a:r>
            </a:p>
          </p:txBody>
        </p:sp>
        <p:grpSp>
          <p:nvGrpSpPr>
            <p:cNvPr id="4105" name="Group 9">
              <a:extLst>
                <a:ext uri="{FF2B5EF4-FFF2-40B4-BE49-F238E27FC236}">
                  <a16:creationId xmlns:a16="http://schemas.microsoft.com/office/drawing/2014/main" id="{25DA1BD5-27D1-9624-BED2-2442D3D212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" y="1508"/>
              <a:ext cx="994" cy="144"/>
              <a:chOff x="136" y="1508"/>
              <a:chExt cx="994" cy="144"/>
            </a:xfrm>
          </p:grpSpPr>
          <p:sp>
            <p:nvSpPr>
              <p:cNvPr id="4099" name="Rectangle 3">
                <a:extLst>
                  <a:ext uri="{FF2B5EF4-FFF2-40B4-BE49-F238E27FC236}">
                    <a16:creationId xmlns:a16="http://schemas.microsoft.com/office/drawing/2014/main" id="{D666BCCC-F0E2-5940-437A-8EDE5D162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0" name="Rectangle 4">
                <a:extLst>
                  <a:ext uri="{FF2B5EF4-FFF2-40B4-BE49-F238E27FC236}">
                    <a16:creationId xmlns:a16="http://schemas.microsoft.com/office/drawing/2014/main" id="{6CB8668D-FD9A-EF44-5157-4A463CF3A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1" name="Rectangle 5">
                <a:extLst>
                  <a:ext uri="{FF2B5EF4-FFF2-40B4-BE49-F238E27FC236}">
                    <a16:creationId xmlns:a16="http://schemas.microsoft.com/office/drawing/2014/main" id="{AF0712BB-A485-2103-3D6B-3A13BDCDB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2" name="Rectangle 6">
                <a:extLst>
                  <a:ext uri="{FF2B5EF4-FFF2-40B4-BE49-F238E27FC236}">
                    <a16:creationId xmlns:a16="http://schemas.microsoft.com/office/drawing/2014/main" id="{57559343-62E5-550C-DD4C-49989E3FA7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3" name="Rectangle 7">
                <a:extLst>
                  <a:ext uri="{FF2B5EF4-FFF2-40B4-BE49-F238E27FC236}">
                    <a16:creationId xmlns:a16="http://schemas.microsoft.com/office/drawing/2014/main" id="{F65599EE-0C56-C783-CE03-1BEA93360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0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4" name="Rectangle 8">
                <a:extLst>
                  <a:ext uri="{FF2B5EF4-FFF2-40B4-BE49-F238E27FC236}">
                    <a16:creationId xmlns:a16="http://schemas.microsoft.com/office/drawing/2014/main" id="{2B2B9986-D376-44F1-330C-17B636433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12" name="Group 16">
              <a:extLst>
                <a:ext uri="{FF2B5EF4-FFF2-40B4-BE49-F238E27FC236}">
                  <a16:creationId xmlns:a16="http://schemas.microsoft.com/office/drawing/2014/main" id="{C3840ADC-A7F1-66A9-A413-5FF97B3713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" y="1504"/>
              <a:ext cx="1002" cy="152"/>
              <a:chOff x="132" y="1504"/>
              <a:chExt cx="1002" cy="152"/>
            </a:xfrm>
          </p:grpSpPr>
          <p:sp>
            <p:nvSpPr>
              <p:cNvPr id="4106" name="Rectangle 10">
                <a:extLst>
                  <a:ext uri="{FF2B5EF4-FFF2-40B4-BE49-F238E27FC236}">
                    <a16:creationId xmlns:a16="http://schemas.microsoft.com/office/drawing/2014/main" id="{DF09ACC5-1315-D83D-931A-112FF8B543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4107" name="Rectangle 11">
                <a:extLst>
                  <a:ext uri="{FF2B5EF4-FFF2-40B4-BE49-F238E27FC236}">
                    <a16:creationId xmlns:a16="http://schemas.microsoft.com/office/drawing/2014/main" id="{5EA995DE-D5C7-28B4-1E87-1D22BD95B3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4108" name="Rectangle 12">
                <a:extLst>
                  <a:ext uri="{FF2B5EF4-FFF2-40B4-BE49-F238E27FC236}">
                    <a16:creationId xmlns:a16="http://schemas.microsoft.com/office/drawing/2014/main" id="{B6983949-CA8B-1E1E-8BE0-630506E81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4109" name="Rectangle 13">
                <a:extLst>
                  <a:ext uri="{FF2B5EF4-FFF2-40B4-BE49-F238E27FC236}">
                    <a16:creationId xmlns:a16="http://schemas.microsoft.com/office/drawing/2014/main" id="{75BCEFF8-5FF4-8CFD-D9C9-7B98210DF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 0</a:t>
                </a:r>
              </a:p>
            </p:txBody>
          </p:sp>
          <p:sp>
            <p:nvSpPr>
              <p:cNvPr id="4110" name="Rectangle 14">
                <a:extLst>
                  <a:ext uri="{FF2B5EF4-FFF2-40B4-BE49-F238E27FC236}">
                    <a16:creationId xmlns:a16="http://schemas.microsoft.com/office/drawing/2014/main" id="{D88219D5-E673-0FE4-89A5-F11A472EA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6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 0</a:t>
                </a:r>
              </a:p>
            </p:txBody>
          </p:sp>
          <p:sp>
            <p:nvSpPr>
              <p:cNvPr id="4111" name="Rectangle 15">
                <a:extLst>
                  <a:ext uri="{FF2B5EF4-FFF2-40B4-BE49-F238E27FC236}">
                    <a16:creationId xmlns:a16="http://schemas.microsoft.com/office/drawing/2014/main" id="{F620950D-D216-1223-CCFD-8FA9F14F2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0 </a:t>
                </a:r>
              </a:p>
            </p:txBody>
          </p:sp>
        </p:grpSp>
      </p:grpSp>
      <p:grpSp>
        <p:nvGrpSpPr>
          <p:cNvPr id="4120" name="Group 24">
            <a:extLst>
              <a:ext uri="{FF2B5EF4-FFF2-40B4-BE49-F238E27FC236}">
                <a16:creationId xmlns:a16="http://schemas.microsoft.com/office/drawing/2014/main" id="{061E1154-A295-B86D-1D43-8BA14F0BC7AC}"/>
              </a:ext>
            </a:extLst>
          </p:cNvPr>
          <p:cNvGrpSpPr>
            <a:grpSpLocks/>
          </p:cNvGrpSpPr>
          <p:nvPr/>
        </p:nvGrpSpPr>
        <p:grpSpPr bwMode="auto">
          <a:xfrm>
            <a:off x="31750" y="30163"/>
            <a:ext cx="3886200" cy="2171700"/>
            <a:chOff x="20" y="19"/>
            <a:chExt cx="2448" cy="1368"/>
          </a:xfrm>
        </p:grpSpPr>
        <p:sp>
          <p:nvSpPr>
            <p:cNvPr id="4114" name="Rectangle 18">
              <a:extLst>
                <a:ext uri="{FF2B5EF4-FFF2-40B4-BE49-F238E27FC236}">
                  <a16:creationId xmlns:a16="http://schemas.microsoft.com/office/drawing/2014/main" id="{0E6AC63E-3C42-5B6E-4BEC-F50F416D6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" y="26"/>
              <a:ext cx="2392" cy="1350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StudentName PIC X(6) VALUE ZEROS.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OtherName   PIC X(3) VALUE "Tom".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ShopTotal   PIC 9(5)V99 VALUE 534.75.</a:t>
              </a:r>
            </a:p>
            <a:p>
              <a:endParaRPr lang="en-US" altLang="en-US" sz="10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endParaRPr lang="en-US" altLang="en-US" sz="10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"John" TO StudentName.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DISPLAY "My name is ", StudentName.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OtherName TO StudentName.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ZEROS TO ShopTotal.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ALL "-" TO StudentName.</a:t>
              </a:r>
            </a:p>
          </p:txBody>
        </p:sp>
        <p:sp>
          <p:nvSpPr>
            <p:cNvPr id="4115" name="Freeform 19">
              <a:extLst>
                <a:ext uri="{FF2B5EF4-FFF2-40B4-BE49-F238E27FC236}">
                  <a16:creationId xmlns:a16="http://schemas.microsoft.com/office/drawing/2014/main" id="{18854253-D1D9-AF0A-59EF-45D6122E9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" y="19"/>
              <a:ext cx="2223" cy="99"/>
            </a:xfrm>
            <a:custGeom>
              <a:avLst/>
              <a:gdLst>
                <a:gd name="T0" fmla="*/ 2216 w 2223"/>
                <a:gd name="T1" fmla="*/ 5 h 99"/>
                <a:gd name="T2" fmla="*/ 2159 w 2223"/>
                <a:gd name="T3" fmla="*/ 35 h 99"/>
                <a:gd name="T4" fmla="*/ 2114 w 2223"/>
                <a:gd name="T5" fmla="*/ 35 h 99"/>
                <a:gd name="T6" fmla="*/ 2075 w 2223"/>
                <a:gd name="T7" fmla="*/ 62 h 99"/>
                <a:gd name="T8" fmla="*/ 2027 w 2223"/>
                <a:gd name="T9" fmla="*/ 41 h 99"/>
                <a:gd name="T10" fmla="*/ 1979 w 2223"/>
                <a:gd name="T11" fmla="*/ 29 h 99"/>
                <a:gd name="T12" fmla="*/ 1934 w 2223"/>
                <a:gd name="T13" fmla="*/ 17 h 99"/>
                <a:gd name="T14" fmla="*/ 1889 w 2223"/>
                <a:gd name="T15" fmla="*/ 38 h 99"/>
                <a:gd name="T16" fmla="*/ 1850 w 2223"/>
                <a:gd name="T17" fmla="*/ 56 h 99"/>
                <a:gd name="T18" fmla="*/ 1805 w 2223"/>
                <a:gd name="T19" fmla="*/ 74 h 99"/>
                <a:gd name="T20" fmla="*/ 1757 w 2223"/>
                <a:gd name="T21" fmla="*/ 59 h 99"/>
                <a:gd name="T22" fmla="*/ 1712 w 2223"/>
                <a:gd name="T23" fmla="*/ 44 h 99"/>
                <a:gd name="T24" fmla="*/ 1661 w 2223"/>
                <a:gd name="T25" fmla="*/ 35 h 99"/>
                <a:gd name="T26" fmla="*/ 1616 w 2223"/>
                <a:gd name="T27" fmla="*/ 29 h 99"/>
                <a:gd name="T28" fmla="*/ 1568 w 2223"/>
                <a:gd name="T29" fmla="*/ 26 h 99"/>
                <a:gd name="T30" fmla="*/ 1526 w 2223"/>
                <a:gd name="T31" fmla="*/ 35 h 99"/>
                <a:gd name="T32" fmla="*/ 1481 w 2223"/>
                <a:gd name="T33" fmla="*/ 56 h 99"/>
                <a:gd name="T34" fmla="*/ 1436 w 2223"/>
                <a:gd name="T35" fmla="*/ 44 h 99"/>
                <a:gd name="T36" fmla="*/ 1391 w 2223"/>
                <a:gd name="T37" fmla="*/ 26 h 99"/>
                <a:gd name="T38" fmla="*/ 1343 w 2223"/>
                <a:gd name="T39" fmla="*/ 17 h 99"/>
                <a:gd name="T40" fmla="*/ 1298 w 2223"/>
                <a:gd name="T41" fmla="*/ 14 h 99"/>
                <a:gd name="T42" fmla="*/ 1253 w 2223"/>
                <a:gd name="T43" fmla="*/ 44 h 99"/>
                <a:gd name="T44" fmla="*/ 1208 w 2223"/>
                <a:gd name="T45" fmla="*/ 56 h 99"/>
                <a:gd name="T46" fmla="*/ 1157 w 2223"/>
                <a:gd name="T47" fmla="*/ 65 h 99"/>
                <a:gd name="T48" fmla="*/ 1112 w 2223"/>
                <a:gd name="T49" fmla="*/ 68 h 99"/>
                <a:gd name="T50" fmla="*/ 1064 w 2223"/>
                <a:gd name="T51" fmla="*/ 38 h 99"/>
                <a:gd name="T52" fmla="*/ 1016 w 2223"/>
                <a:gd name="T53" fmla="*/ 23 h 99"/>
                <a:gd name="T54" fmla="*/ 968 w 2223"/>
                <a:gd name="T55" fmla="*/ 41 h 99"/>
                <a:gd name="T56" fmla="*/ 920 w 2223"/>
                <a:gd name="T57" fmla="*/ 59 h 99"/>
                <a:gd name="T58" fmla="*/ 875 w 2223"/>
                <a:gd name="T59" fmla="*/ 35 h 99"/>
                <a:gd name="T60" fmla="*/ 830 w 2223"/>
                <a:gd name="T61" fmla="*/ 11 h 99"/>
                <a:gd name="T62" fmla="*/ 785 w 2223"/>
                <a:gd name="T63" fmla="*/ 14 h 99"/>
                <a:gd name="T64" fmla="*/ 740 w 2223"/>
                <a:gd name="T65" fmla="*/ 17 h 99"/>
                <a:gd name="T66" fmla="*/ 695 w 2223"/>
                <a:gd name="T67" fmla="*/ 20 h 99"/>
                <a:gd name="T68" fmla="*/ 650 w 2223"/>
                <a:gd name="T69" fmla="*/ 38 h 99"/>
                <a:gd name="T70" fmla="*/ 602 w 2223"/>
                <a:gd name="T71" fmla="*/ 59 h 99"/>
                <a:gd name="T72" fmla="*/ 557 w 2223"/>
                <a:gd name="T73" fmla="*/ 59 h 99"/>
                <a:gd name="T74" fmla="*/ 506 w 2223"/>
                <a:gd name="T75" fmla="*/ 41 h 99"/>
                <a:gd name="T76" fmla="*/ 464 w 2223"/>
                <a:gd name="T77" fmla="*/ 29 h 99"/>
                <a:gd name="T78" fmla="*/ 470 w 2223"/>
                <a:gd name="T79" fmla="*/ 62 h 99"/>
                <a:gd name="T80" fmla="*/ 488 w 2223"/>
                <a:gd name="T81" fmla="*/ 92 h 99"/>
                <a:gd name="T82" fmla="*/ 443 w 2223"/>
                <a:gd name="T83" fmla="*/ 56 h 99"/>
                <a:gd name="T84" fmla="*/ 395 w 2223"/>
                <a:gd name="T85" fmla="*/ 35 h 99"/>
                <a:gd name="T86" fmla="*/ 350 w 2223"/>
                <a:gd name="T87" fmla="*/ 32 h 99"/>
                <a:gd name="T88" fmla="*/ 302 w 2223"/>
                <a:gd name="T89" fmla="*/ 35 h 99"/>
                <a:gd name="T90" fmla="*/ 251 w 2223"/>
                <a:gd name="T91" fmla="*/ 41 h 99"/>
                <a:gd name="T92" fmla="*/ 221 w 2223"/>
                <a:gd name="T93" fmla="*/ 74 h 99"/>
                <a:gd name="T94" fmla="*/ 176 w 2223"/>
                <a:gd name="T95" fmla="*/ 80 h 99"/>
                <a:gd name="T96" fmla="*/ 131 w 2223"/>
                <a:gd name="T97" fmla="*/ 68 h 99"/>
                <a:gd name="T98" fmla="*/ 86 w 2223"/>
                <a:gd name="T99" fmla="*/ 53 h 99"/>
                <a:gd name="T100" fmla="*/ 41 w 2223"/>
                <a:gd name="T101" fmla="*/ 32 h 99"/>
                <a:gd name="T102" fmla="*/ 2 w 2223"/>
                <a:gd name="T103" fmla="*/ 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23" h="99">
                  <a:moveTo>
                    <a:pt x="2222" y="2"/>
                  </a:moveTo>
                  <a:lnTo>
                    <a:pt x="2222" y="0"/>
                  </a:lnTo>
                  <a:lnTo>
                    <a:pt x="2222" y="2"/>
                  </a:lnTo>
                  <a:lnTo>
                    <a:pt x="2221" y="5"/>
                  </a:lnTo>
                  <a:lnTo>
                    <a:pt x="2216" y="5"/>
                  </a:lnTo>
                  <a:lnTo>
                    <a:pt x="2198" y="14"/>
                  </a:lnTo>
                  <a:lnTo>
                    <a:pt x="2186" y="23"/>
                  </a:lnTo>
                  <a:lnTo>
                    <a:pt x="2177" y="32"/>
                  </a:lnTo>
                  <a:lnTo>
                    <a:pt x="2168" y="32"/>
                  </a:lnTo>
                  <a:lnTo>
                    <a:pt x="2159" y="35"/>
                  </a:lnTo>
                  <a:lnTo>
                    <a:pt x="2150" y="35"/>
                  </a:lnTo>
                  <a:lnTo>
                    <a:pt x="2141" y="35"/>
                  </a:lnTo>
                  <a:lnTo>
                    <a:pt x="2132" y="35"/>
                  </a:lnTo>
                  <a:lnTo>
                    <a:pt x="2123" y="35"/>
                  </a:lnTo>
                  <a:lnTo>
                    <a:pt x="2114" y="35"/>
                  </a:lnTo>
                  <a:lnTo>
                    <a:pt x="2105" y="41"/>
                  </a:lnTo>
                  <a:lnTo>
                    <a:pt x="2099" y="50"/>
                  </a:lnTo>
                  <a:lnTo>
                    <a:pt x="2093" y="59"/>
                  </a:lnTo>
                  <a:lnTo>
                    <a:pt x="2084" y="62"/>
                  </a:lnTo>
                  <a:lnTo>
                    <a:pt x="2075" y="62"/>
                  </a:lnTo>
                  <a:lnTo>
                    <a:pt x="2066" y="56"/>
                  </a:lnTo>
                  <a:lnTo>
                    <a:pt x="2054" y="50"/>
                  </a:lnTo>
                  <a:lnTo>
                    <a:pt x="2045" y="50"/>
                  </a:lnTo>
                  <a:lnTo>
                    <a:pt x="2036" y="47"/>
                  </a:lnTo>
                  <a:lnTo>
                    <a:pt x="2027" y="41"/>
                  </a:lnTo>
                  <a:lnTo>
                    <a:pt x="2018" y="38"/>
                  </a:lnTo>
                  <a:lnTo>
                    <a:pt x="2006" y="38"/>
                  </a:lnTo>
                  <a:lnTo>
                    <a:pt x="1997" y="35"/>
                  </a:lnTo>
                  <a:lnTo>
                    <a:pt x="1988" y="32"/>
                  </a:lnTo>
                  <a:lnTo>
                    <a:pt x="1979" y="29"/>
                  </a:lnTo>
                  <a:lnTo>
                    <a:pt x="1970" y="29"/>
                  </a:lnTo>
                  <a:lnTo>
                    <a:pt x="1961" y="26"/>
                  </a:lnTo>
                  <a:lnTo>
                    <a:pt x="1952" y="23"/>
                  </a:lnTo>
                  <a:lnTo>
                    <a:pt x="1943" y="20"/>
                  </a:lnTo>
                  <a:lnTo>
                    <a:pt x="1934" y="17"/>
                  </a:lnTo>
                  <a:lnTo>
                    <a:pt x="1931" y="26"/>
                  </a:lnTo>
                  <a:lnTo>
                    <a:pt x="1919" y="29"/>
                  </a:lnTo>
                  <a:lnTo>
                    <a:pt x="1907" y="29"/>
                  </a:lnTo>
                  <a:lnTo>
                    <a:pt x="1898" y="32"/>
                  </a:lnTo>
                  <a:lnTo>
                    <a:pt x="1889" y="38"/>
                  </a:lnTo>
                  <a:lnTo>
                    <a:pt x="1886" y="47"/>
                  </a:lnTo>
                  <a:lnTo>
                    <a:pt x="1877" y="50"/>
                  </a:lnTo>
                  <a:lnTo>
                    <a:pt x="1868" y="50"/>
                  </a:lnTo>
                  <a:lnTo>
                    <a:pt x="1859" y="50"/>
                  </a:lnTo>
                  <a:lnTo>
                    <a:pt x="1850" y="56"/>
                  </a:lnTo>
                  <a:lnTo>
                    <a:pt x="1841" y="59"/>
                  </a:lnTo>
                  <a:lnTo>
                    <a:pt x="1832" y="62"/>
                  </a:lnTo>
                  <a:lnTo>
                    <a:pt x="1823" y="65"/>
                  </a:lnTo>
                  <a:lnTo>
                    <a:pt x="1814" y="71"/>
                  </a:lnTo>
                  <a:lnTo>
                    <a:pt x="1805" y="74"/>
                  </a:lnTo>
                  <a:lnTo>
                    <a:pt x="1796" y="74"/>
                  </a:lnTo>
                  <a:lnTo>
                    <a:pt x="1787" y="71"/>
                  </a:lnTo>
                  <a:lnTo>
                    <a:pt x="1778" y="65"/>
                  </a:lnTo>
                  <a:lnTo>
                    <a:pt x="1766" y="62"/>
                  </a:lnTo>
                  <a:lnTo>
                    <a:pt x="1757" y="59"/>
                  </a:lnTo>
                  <a:lnTo>
                    <a:pt x="1748" y="56"/>
                  </a:lnTo>
                  <a:lnTo>
                    <a:pt x="1739" y="53"/>
                  </a:lnTo>
                  <a:lnTo>
                    <a:pt x="1730" y="53"/>
                  </a:lnTo>
                  <a:lnTo>
                    <a:pt x="1721" y="47"/>
                  </a:lnTo>
                  <a:lnTo>
                    <a:pt x="1712" y="44"/>
                  </a:lnTo>
                  <a:lnTo>
                    <a:pt x="1703" y="44"/>
                  </a:lnTo>
                  <a:lnTo>
                    <a:pt x="1694" y="41"/>
                  </a:lnTo>
                  <a:lnTo>
                    <a:pt x="1685" y="41"/>
                  </a:lnTo>
                  <a:lnTo>
                    <a:pt x="1673" y="38"/>
                  </a:lnTo>
                  <a:lnTo>
                    <a:pt x="1661" y="35"/>
                  </a:lnTo>
                  <a:lnTo>
                    <a:pt x="1652" y="32"/>
                  </a:lnTo>
                  <a:lnTo>
                    <a:pt x="1643" y="29"/>
                  </a:lnTo>
                  <a:lnTo>
                    <a:pt x="1634" y="29"/>
                  </a:lnTo>
                  <a:lnTo>
                    <a:pt x="1625" y="29"/>
                  </a:lnTo>
                  <a:lnTo>
                    <a:pt x="1616" y="29"/>
                  </a:lnTo>
                  <a:lnTo>
                    <a:pt x="1607" y="29"/>
                  </a:lnTo>
                  <a:lnTo>
                    <a:pt x="1598" y="29"/>
                  </a:lnTo>
                  <a:lnTo>
                    <a:pt x="1589" y="29"/>
                  </a:lnTo>
                  <a:lnTo>
                    <a:pt x="1577" y="29"/>
                  </a:lnTo>
                  <a:lnTo>
                    <a:pt x="1568" y="26"/>
                  </a:lnTo>
                  <a:lnTo>
                    <a:pt x="1559" y="20"/>
                  </a:lnTo>
                  <a:lnTo>
                    <a:pt x="1550" y="20"/>
                  </a:lnTo>
                  <a:lnTo>
                    <a:pt x="1541" y="20"/>
                  </a:lnTo>
                  <a:lnTo>
                    <a:pt x="1535" y="29"/>
                  </a:lnTo>
                  <a:lnTo>
                    <a:pt x="1526" y="35"/>
                  </a:lnTo>
                  <a:lnTo>
                    <a:pt x="1517" y="38"/>
                  </a:lnTo>
                  <a:lnTo>
                    <a:pt x="1508" y="47"/>
                  </a:lnTo>
                  <a:lnTo>
                    <a:pt x="1499" y="50"/>
                  </a:lnTo>
                  <a:lnTo>
                    <a:pt x="1490" y="53"/>
                  </a:lnTo>
                  <a:lnTo>
                    <a:pt x="1481" y="56"/>
                  </a:lnTo>
                  <a:lnTo>
                    <a:pt x="1472" y="56"/>
                  </a:lnTo>
                  <a:lnTo>
                    <a:pt x="1463" y="53"/>
                  </a:lnTo>
                  <a:lnTo>
                    <a:pt x="1454" y="47"/>
                  </a:lnTo>
                  <a:lnTo>
                    <a:pt x="1445" y="44"/>
                  </a:lnTo>
                  <a:lnTo>
                    <a:pt x="1436" y="44"/>
                  </a:lnTo>
                  <a:lnTo>
                    <a:pt x="1427" y="41"/>
                  </a:lnTo>
                  <a:lnTo>
                    <a:pt x="1418" y="38"/>
                  </a:lnTo>
                  <a:lnTo>
                    <a:pt x="1409" y="32"/>
                  </a:lnTo>
                  <a:lnTo>
                    <a:pt x="1400" y="32"/>
                  </a:lnTo>
                  <a:lnTo>
                    <a:pt x="1391" y="26"/>
                  </a:lnTo>
                  <a:lnTo>
                    <a:pt x="1382" y="23"/>
                  </a:lnTo>
                  <a:lnTo>
                    <a:pt x="1373" y="23"/>
                  </a:lnTo>
                  <a:lnTo>
                    <a:pt x="1364" y="20"/>
                  </a:lnTo>
                  <a:lnTo>
                    <a:pt x="1355" y="20"/>
                  </a:lnTo>
                  <a:lnTo>
                    <a:pt x="1343" y="17"/>
                  </a:lnTo>
                  <a:lnTo>
                    <a:pt x="1334" y="14"/>
                  </a:lnTo>
                  <a:lnTo>
                    <a:pt x="1325" y="14"/>
                  </a:lnTo>
                  <a:lnTo>
                    <a:pt x="1316" y="14"/>
                  </a:lnTo>
                  <a:lnTo>
                    <a:pt x="1307" y="14"/>
                  </a:lnTo>
                  <a:lnTo>
                    <a:pt x="1298" y="14"/>
                  </a:lnTo>
                  <a:lnTo>
                    <a:pt x="1289" y="17"/>
                  </a:lnTo>
                  <a:lnTo>
                    <a:pt x="1280" y="23"/>
                  </a:lnTo>
                  <a:lnTo>
                    <a:pt x="1271" y="32"/>
                  </a:lnTo>
                  <a:lnTo>
                    <a:pt x="1262" y="38"/>
                  </a:lnTo>
                  <a:lnTo>
                    <a:pt x="1253" y="44"/>
                  </a:lnTo>
                  <a:lnTo>
                    <a:pt x="1244" y="50"/>
                  </a:lnTo>
                  <a:lnTo>
                    <a:pt x="1235" y="53"/>
                  </a:lnTo>
                  <a:lnTo>
                    <a:pt x="1226" y="53"/>
                  </a:lnTo>
                  <a:lnTo>
                    <a:pt x="1217" y="53"/>
                  </a:lnTo>
                  <a:lnTo>
                    <a:pt x="1208" y="56"/>
                  </a:lnTo>
                  <a:lnTo>
                    <a:pt x="1196" y="56"/>
                  </a:lnTo>
                  <a:lnTo>
                    <a:pt x="1187" y="59"/>
                  </a:lnTo>
                  <a:lnTo>
                    <a:pt x="1175" y="62"/>
                  </a:lnTo>
                  <a:lnTo>
                    <a:pt x="1166" y="65"/>
                  </a:lnTo>
                  <a:lnTo>
                    <a:pt x="1157" y="65"/>
                  </a:lnTo>
                  <a:lnTo>
                    <a:pt x="1148" y="68"/>
                  </a:lnTo>
                  <a:lnTo>
                    <a:pt x="1139" y="68"/>
                  </a:lnTo>
                  <a:lnTo>
                    <a:pt x="1130" y="68"/>
                  </a:lnTo>
                  <a:lnTo>
                    <a:pt x="1121" y="68"/>
                  </a:lnTo>
                  <a:lnTo>
                    <a:pt x="1112" y="68"/>
                  </a:lnTo>
                  <a:lnTo>
                    <a:pt x="1103" y="65"/>
                  </a:lnTo>
                  <a:lnTo>
                    <a:pt x="1097" y="56"/>
                  </a:lnTo>
                  <a:lnTo>
                    <a:pt x="1085" y="47"/>
                  </a:lnTo>
                  <a:lnTo>
                    <a:pt x="1076" y="44"/>
                  </a:lnTo>
                  <a:lnTo>
                    <a:pt x="1064" y="38"/>
                  </a:lnTo>
                  <a:lnTo>
                    <a:pt x="1055" y="32"/>
                  </a:lnTo>
                  <a:lnTo>
                    <a:pt x="1043" y="32"/>
                  </a:lnTo>
                  <a:lnTo>
                    <a:pt x="1034" y="29"/>
                  </a:lnTo>
                  <a:lnTo>
                    <a:pt x="1025" y="23"/>
                  </a:lnTo>
                  <a:lnTo>
                    <a:pt x="1016" y="23"/>
                  </a:lnTo>
                  <a:lnTo>
                    <a:pt x="1007" y="20"/>
                  </a:lnTo>
                  <a:lnTo>
                    <a:pt x="995" y="26"/>
                  </a:lnTo>
                  <a:lnTo>
                    <a:pt x="986" y="32"/>
                  </a:lnTo>
                  <a:lnTo>
                    <a:pt x="977" y="38"/>
                  </a:lnTo>
                  <a:lnTo>
                    <a:pt x="968" y="41"/>
                  </a:lnTo>
                  <a:lnTo>
                    <a:pt x="959" y="44"/>
                  </a:lnTo>
                  <a:lnTo>
                    <a:pt x="947" y="50"/>
                  </a:lnTo>
                  <a:lnTo>
                    <a:pt x="938" y="53"/>
                  </a:lnTo>
                  <a:lnTo>
                    <a:pt x="929" y="59"/>
                  </a:lnTo>
                  <a:lnTo>
                    <a:pt x="920" y="59"/>
                  </a:lnTo>
                  <a:lnTo>
                    <a:pt x="911" y="59"/>
                  </a:lnTo>
                  <a:lnTo>
                    <a:pt x="899" y="56"/>
                  </a:lnTo>
                  <a:lnTo>
                    <a:pt x="893" y="47"/>
                  </a:lnTo>
                  <a:lnTo>
                    <a:pt x="884" y="41"/>
                  </a:lnTo>
                  <a:lnTo>
                    <a:pt x="875" y="35"/>
                  </a:lnTo>
                  <a:lnTo>
                    <a:pt x="866" y="26"/>
                  </a:lnTo>
                  <a:lnTo>
                    <a:pt x="857" y="20"/>
                  </a:lnTo>
                  <a:lnTo>
                    <a:pt x="848" y="14"/>
                  </a:lnTo>
                  <a:lnTo>
                    <a:pt x="839" y="11"/>
                  </a:lnTo>
                  <a:lnTo>
                    <a:pt x="830" y="11"/>
                  </a:lnTo>
                  <a:lnTo>
                    <a:pt x="821" y="11"/>
                  </a:lnTo>
                  <a:lnTo>
                    <a:pt x="812" y="14"/>
                  </a:lnTo>
                  <a:lnTo>
                    <a:pt x="803" y="14"/>
                  </a:lnTo>
                  <a:lnTo>
                    <a:pt x="794" y="14"/>
                  </a:lnTo>
                  <a:lnTo>
                    <a:pt x="785" y="14"/>
                  </a:lnTo>
                  <a:lnTo>
                    <a:pt x="776" y="14"/>
                  </a:lnTo>
                  <a:lnTo>
                    <a:pt x="767" y="17"/>
                  </a:lnTo>
                  <a:lnTo>
                    <a:pt x="758" y="17"/>
                  </a:lnTo>
                  <a:lnTo>
                    <a:pt x="749" y="17"/>
                  </a:lnTo>
                  <a:lnTo>
                    <a:pt x="740" y="17"/>
                  </a:lnTo>
                  <a:lnTo>
                    <a:pt x="731" y="20"/>
                  </a:lnTo>
                  <a:lnTo>
                    <a:pt x="722" y="20"/>
                  </a:lnTo>
                  <a:lnTo>
                    <a:pt x="713" y="20"/>
                  </a:lnTo>
                  <a:lnTo>
                    <a:pt x="704" y="20"/>
                  </a:lnTo>
                  <a:lnTo>
                    <a:pt x="695" y="20"/>
                  </a:lnTo>
                  <a:lnTo>
                    <a:pt x="686" y="20"/>
                  </a:lnTo>
                  <a:lnTo>
                    <a:pt x="677" y="23"/>
                  </a:lnTo>
                  <a:lnTo>
                    <a:pt x="668" y="29"/>
                  </a:lnTo>
                  <a:lnTo>
                    <a:pt x="659" y="32"/>
                  </a:lnTo>
                  <a:lnTo>
                    <a:pt x="650" y="38"/>
                  </a:lnTo>
                  <a:lnTo>
                    <a:pt x="641" y="41"/>
                  </a:lnTo>
                  <a:lnTo>
                    <a:pt x="632" y="50"/>
                  </a:lnTo>
                  <a:lnTo>
                    <a:pt x="623" y="53"/>
                  </a:lnTo>
                  <a:lnTo>
                    <a:pt x="614" y="56"/>
                  </a:lnTo>
                  <a:lnTo>
                    <a:pt x="602" y="59"/>
                  </a:lnTo>
                  <a:lnTo>
                    <a:pt x="593" y="62"/>
                  </a:lnTo>
                  <a:lnTo>
                    <a:pt x="584" y="65"/>
                  </a:lnTo>
                  <a:lnTo>
                    <a:pt x="575" y="65"/>
                  </a:lnTo>
                  <a:lnTo>
                    <a:pt x="566" y="65"/>
                  </a:lnTo>
                  <a:lnTo>
                    <a:pt x="557" y="59"/>
                  </a:lnTo>
                  <a:lnTo>
                    <a:pt x="548" y="53"/>
                  </a:lnTo>
                  <a:lnTo>
                    <a:pt x="539" y="50"/>
                  </a:lnTo>
                  <a:lnTo>
                    <a:pt x="530" y="44"/>
                  </a:lnTo>
                  <a:lnTo>
                    <a:pt x="518" y="44"/>
                  </a:lnTo>
                  <a:lnTo>
                    <a:pt x="506" y="41"/>
                  </a:lnTo>
                  <a:lnTo>
                    <a:pt x="503" y="32"/>
                  </a:lnTo>
                  <a:lnTo>
                    <a:pt x="494" y="29"/>
                  </a:lnTo>
                  <a:lnTo>
                    <a:pt x="485" y="29"/>
                  </a:lnTo>
                  <a:lnTo>
                    <a:pt x="473" y="29"/>
                  </a:lnTo>
                  <a:lnTo>
                    <a:pt x="464" y="29"/>
                  </a:lnTo>
                  <a:lnTo>
                    <a:pt x="455" y="29"/>
                  </a:lnTo>
                  <a:lnTo>
                    <a:pt x="455" y="38"/>
                  </a:lnTo>
                  <a:lnTo>
                    <a:pt x="455" y="47"/>
                  </a:lnTo>
                  <a:lnTo>
                    <a:pt x="464" y="53"/>
                  </a:lnTo>
                  <a:lnTo>
                    <a:pt x="470" y="62"/>
                  </a:lnTo>
                  <a:lnTo>
                    <a:pt x="479" y="71"/>
                  </a:lnTo>
                  <a:lnTo>
                    <a:pt x="485" y="80"/>
                  </a:lnTo>
                  <a:lnTo>
                    <a:pt x="491" y="89"/>
                  </a:lnTo>
                  <a:lnTo>
                    <a:pt x="497" y="98"/>
                  </a:lnTo>
                  <a:lnTo>
                    <a:pt x="488" y="92"/>
                  </a:lnTo>
                  <a:lnTo>
                    <a:pt x="479" y="83"/>
                  </a:lnTo>
                  <a:lnTo>
                    <a:pt x="470" y="77"/>
                  </a:lnTo>
                  <a:lnTo>
                    <a:pt x="461" y="71"/>
                  </a:lnTo>
                  <a:lnTo>
                    <a:pt x="452" y="65"/>
                  </a:lnTo>
                  <a:lnTo>
                    <a:pt x="443" y="56"/>
                  </a:lnTo>
                  <a:lnTo>
                    <a:pt x="434" y="47"/>
                  </a:lnTo>
                  <a:lnTo>
                    <a:pt x="425" y="41"/>
                  </a:lnTo>
                  <a:lnTo>
                    <a:pt x="416" y="38"/>
                  </a:lnTo>
                  <a:lnTo>
                    <a:pt x="404" y="35"/>
                  </a:lnTo>
                  <a:lnTo>
                    <a:pt x="395" y="35"/>
                  </a:lnTo>
                  <a:lnTo>
                    <a:pt x="386" y="35"/>
                  </a:lnTo>
                  <a:lnTo>
                    <a:pt x="377" y="35"/>
                  </a:lnTo>
                  <a:lnTo>
                    <a:pt x="368" y="32"/>
                  </a:lnTo>
                  <a:lnTo>
                    <a:pt x="359" y="32"/>
                  </a:lnTo>
                  <a:lnTo>
                    <a:pt x="350" y="32"/>
                  </a:lnTo>
                  <a:lnTo>
                    <a:pt x="341" y="32"/>
                  </a:lnTo>
                  <a:lnTo>
                    <a:pt x="329" y="32"/>
                  </a:lnTo>
                  <a:lnTo>
                    <a:pt x="320" y="32"/>
                  </a:lnTo>
                  <a:lnTo>
                    <a:pt x="311" y="35"/>
                  </a:lnTo>
                  <a:lnTo>
                    <a:pt x="302" y="35"/>
                  </a:lnTo>
                  <a:lnTo>
                    <a:pt x="290" y="35"/>
                  </a:lnTo>
                  <a:lnTo>
                    <a:pt x="278" y="35"/>
                  </a:lnTo>
                  <a:lnTo>
                    <a:pt x="269" y="35"/>
                  </a:lnTo>
                  <a:lnTo>
                    <a:pt x="260" y="35"/>
                  </a:lnTo>
                  <a:lnTo>
                    <a:pt x="251" y="41"/>
                  </a:lnTo>
                  <a:lnTo>
                    <a:pt x="242" y="44"/>
                  </a:lnTo>
                  <a:lnTo>
                    <a:pt x="239" y="53"/>
                  </a:lnTo>
                  <a:lnTo>
                    <a:pt x="239" y="62"/>
                  </a:lnTo>
                  <a:lnTo>
                    <a:pt x="230" y="71"/>
                  </a:lnTo>
                  <a:lnTo>
                    <a:pt x="221" y="74"/>
                  </a:lnTo>
                  <a:lnTo>
                    <a:pt x="212" y="74"/>
                  </a:lnTo>
                  <a:lnTo>
                    <a:pt x="203" y="74"/>
                  </a:lnTo>
                  <a:lnTo>
                    <a:pt x="194" y="74"/>
                  </a:lnTo>
                  <a:lnTo>
                    <a:pt x="185" y="77"/>
                  </a:lnTo>
                  <a:lnTo>
                    <a:pt x="176" y="80"/>
                  </a:lnTo>
                  <a:lnTo>
                    <a:pt x="164" y="80"/>
                  </a:lnTo>
                  <a:lnTo>
                    <a:pt x="155" y="80"/>
                  </a:lnTo>
                  <a:lnTo>
                    <a:pt x="146" y="80"/>
                  </a:lnTo>
                  <a:lnTo>
                    <a:pt x="137" y="77"/>
                  </a:lnTo>
                  <a:lnTo>
                    <a:pt x="131" y="68"/>
                  </a:lnTo>
                  <a:lnTo>
                    <a:pt x="122" y="65"/>
                  </a:lnTo>
                  <a:lnTo>
                    <a:pt x="113" y="59"/>
                  </a:lnTo>
                  <a:lnTo>
                    <a:pt x="104" y="56"/>
                  </a:lnTo>
                  <a:lnTo>
                    <a:pt x="95" y="53"/>
                  </a:lnTo>
                  <a:lnTo>
                    <a:pt x="86" y="53"/>
                  </a:lnTo>
                  <a:lnTo>
                    <a:pt x="77" y="50"/>
                  </a:lnTo>
                  <a:lnTo>
                    <a:pt x="68" y="44"/>
                  </a:lnTo>
                  <a:lnTo>
                    <a:pt x="59" y="41"/>
                  </a:lnTo>
                  <a:lnTo>
                    <a:pt x="50" y="35"/>
                  </a:lnTo>
                  <a:lnTo>
                    <a:pt x="41" y="32"/>
                  </a:lnTo>
                  <a:lnTo>
                    <a:pt x="32" y="29"/>
                  </a:lnTo>
                  <a:lnTo>
                    <a:pt x="23" y="23"/>
                  </a:lnTo>
                  <a:lnTo>
                    <a:pt x="14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" name="Freeform 20">
              <a:extLst>
                <a:ext uri="{FF2B5EF4-FFF2-40B4-BE49-F238E27FC236}">
                  <a16:creationId xmlns:a16="http://schemas.microsoft.com/office/drawing/2014/main" id="{1A7246C8-ED3A-0899-E1C6-783094A04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" y="1306"/>
              <a:ext cx="2220" cy="81"/>
            </a:xfrm>
            <a:custGeom>
              <a:avLst/>
              <a:gdLst>
                <a:gd name="T0" fmla="*/ 0 w 2220"/>
                <a:gd name="T1" fmla="*/ 80 h 81"/>
                <a:gd name="T2" fmla="*/ 48 w 2220"/>
                <a:gd name="T3" fmla="*/ 55 h 81"/>
                <a:gd name="T4" fmla="*/ 92 w 2220"/>
                <a:gd name="T5" fmla="*/ 31 h 81"/>
                <a:gd name="T6" fmla="*/ 128 w 2220"/>
                <a:gd name="T7" fmla="*/ 23 h 81"/>
                <a:gd name="T8" fmla="*/ 164 w 2220"/>
                <a:gd name="T9" fmla="*/ 27 h 81"/>
                <a:gd name="T10" fmla="*/ 200 w 2220"/>
                <a:gd name="T11" fmla="*/ 43 h 81"/>
                <a:gd name="T12" fmla="*/ 236 w 2220"/>
                <a:gd name="T13" fmla="*/ 55 h 81"/>
                <a:gd name="T14" fmla="*/ 276 w 2220"/>
                <a:gd name="T15" fmla="*/ 31 h 81"/>
                <a:gd name="T16" fmla="*/ 312 w 2220"/>
                <a:gd name="T17" fmla="*/ 23 h 81"/>
                <a:gd name="T18" fmla="*/ 348 w 2220"/>
                <a:gd name="T19" fmla="*/ 39 h 81"/>
                <a:gd name="T20" fmla="*/ 383 w 2220"/>
                <a:gd name="T21" fmla="*/ 59 h 81"/>
                <a:gd name="T22" fmla="*/ 419 w 2220"/>
                <a:gd name="T23" fmla="*/ 39 h 81"/>
                <a:gd name="T24" fmla="*/ 459 w 2220"/>
                <a:gd name="T25" fmla="*/ 27 h 81"/>
                <a:gd name="T26" fmla="*/ 495 w 2220"/>
                <a:gd name="T27" fmla="*/ 23 h 81"/>
                <a:gd name="T28" fmla="*/ 535 w 2220"/>
                <a:gd name="T29" fmla="*/ 15 h 81"/>
                <a:gd name="T30" fmla="*/ 579 w 2220"/>
                <a:gd name="T31" fmla="*/ 23 h 81"/>
                <a:gd name="T32" fmla="*/ 611 w 2220"/>
                <a:gd name="T33" fmla="*/ 51 h 81"/>
                <a:gd name="T34" fmla="*/ 651 w 2220"/>
                <a:gd name="T35" fmla="*/ 39 h 81"/>
                <a:gd name="T36" fmla="*/ 695 w 2220"/>
                <a:gd name="T37" fmla="*/ 31 h 81"/>
                <a:gd name="T38" fmla="*/ 735 w 2220"/>
                <a:gd name="T39" fmla="*/ 19 h 81"/>
                <a:gd name="T40" fmla="*/ 770 w 2220"/>
                <a:gd name="T41" fmla="*/ 19 h 81"/>
                <a:gd name="T42" fmla="*/ 806 w 2220"/>
                <a:gd name="T43" fmla="*/ 43 h 81"/>
                <a:gd name="T44" fmla="*/ 842 w 2220"/>
                <a:gd name="T45" fmla="*/ 51 h 81"/>
                <a:gd name="T46" fmla="*/ 878 w 2220"/>
                <a:gd name="T47" fmla="*/ 43 h 81"/>
                <a:gd name="T48" fmla="*/ 918 w 2220"/>
                <a:gd name="T49" fmla="*/ 35 h 81"/>
                <a:gd name="T50" fmla="*/ 954 w 2220"/>
                <a:gd name="T51" fmla="*/ 35 h 81"/>
                <a:gd name="T52" fmla="*/ 994 w 2220"/>
                <a:gd name="T53" fmla="*/ 31 h 81"/>
                <a:gd name="T54" fmla="*/ 1030 w 2220"/>
                <a:gd name="T55" fmla="*/ 15 h 81"/>
                <a:gd name="T56" fmla="*/ 1074 w 2220"/>
                <a:gd name="T57" fmla="*/ 15 h 81"/>
                <a:gd name="T58" fmla="*/ 1109 w 2220"/>
                <a:gd name="T59" fmla="*/ 39 h 81"/>
                <a:gd name="T60" fmla="*/ 1145 w 2220"/>
                <a:gd name="T61" fmla="*/ 47 h 81"/>
                <a:gd name="T62" fmla="*/ 1185 w 2220"/>
                <a:gd name="T63" fmla="*/ 31 h 81"/>
                <a:gd name="T64" fmla="*/ 1229 w 2220"/>
                <a:gd name="T65" fmla="*/ 11 h 81"/>
                <a:gd name="T66" fmla="*/ 1269 w 2220"/>
                <a:gd name="T67" fmla="*/ 7 h 81"/>
                <a:gd name="T68" fmla="*/ 1301 w 2220"/>
                <a:gd name="T69" fmla="*/ 15 h 81"/>
                <a:gd name="T70" fmla="*/ 1337 w 2220"/>
                <a:gd name="T71" fmla="*/ 43 h 81"/>
                <a:gd name="T72" fmla="*/ 1373 w 2220"/>
                <a:gd name="T73" fmla="*/ 55 h 81"/>
                <a:gd name="T74" fmla="*/ 1409 w 2220"/>
                <a:gd name="T75" fmla="*/ 31 h 81"/>
                <a:gd name="T76" fmla="*/ 1449 w 2220"/>
                <a:gd name="T77" fmla="*/ 19 h 81"/>
                <a:gd name="T78" fmla="*/ 1484 w 2220"/>
                <a:gd name="T79" fmla="*/ 15 h 81"/>
                <a:gd name="T80" fmla="*/ 1524 w 2220"/>
                <a:gd name="T81" fmla="*/ 11 h 81"/>
                <a:gd name="T82" fmla="*/ 1572 w 2220"/>
                <a:gd name="T83" fmla="*/ 39 h 81"/>
                <a:gd name="T84" fmla="*/ 1608 w 2220"/>
                <a:gd name="T85" fmla="*/ 59 h 81"/>
                <a:gd name="T86" fmla="*/ 1648 w 2220"/>
                <a:gd name="T87" fmla="*/ 47 h 81"/>
                <a:gd name="T88" fmla="*/ 1684 w 2220"/>
                <a:gd name="T89" fmla="*/ 27 h 81"/>
                <a:gd name="T90" fmla="*/ 1724 w 2220"/>
                <a:gd name="T91" fmla="*/ 15 h 81"/>
                <a:gd name="T92" fmla="*/ 1760 w 2220"/>
                <a:gd name="T93" fmla="*/ 7 h 81"/>
                <a:gd name="T94" fmla="*/ 1804 w 2220"/>
                <a:gd name="T95" fmla="*/ 27 h 81"/>
                <a:gd name="T96" fmla="*/ 1840 w 2220"/>
                <a:gd name="T97" fmla="*/ 39 h 81"/>
                <a:gd name="T98" fmla="*/ 1875 w 2220"/>
                <a:gd name="T99" fmla="*/ 27 h 81"/>
                <a:gd name="T100" fmla="*/ 1911 w 2220"/>
                <a:gd name="T101" fmla="*/ 7 h 81"/>
                <a:gd name="T102" fmla="*/ 1951 w 2220"/>
                <a:gd name="T103" fmla="*/ 0 h 81"/>
                <a:gd name="T104" fmla="*/ 1995 w 2220"/>
                <a:gd name="T105" fmla="*/ 7 h 81"/>
                <a:gd name="T106" fmla="*/ 2031 w 2220"/>
                <a:gd name="T107" fmla="*/ 23 h 81"/>
                <a:gd name="T108" fmla="*/ 2071 w 2220"/>
                <a:gd name="T109" fmla="*/ 35 h 81"/>
                <a:gd name="T110" fmla="*/ 2103 w 2220"/>
                <a:gd name="T111" fmla="*/ 15 h 81"/>
                <a:gd name="T112" fmla="*/ 2143 w 2220"/>
                <a:gd name="T113" fmla="*/ 35 h 81"/>
                <a:gd name="T114" fmla="*/ 2175 w 2220"/>
                <a:gd name="T115" fmla="*/ 55 h 81"/>
                <a:gd name="T116" fmla="*/ 2211 w 2220"/>
                <a:gd name="T117" fmla="*/ 6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20" h="81">
                  <a:moveTo>
                    <a:pt x="0" y="77"/>
                  </a:moveTo>
                  <a:lnTo>
                    <a:pt x="0" y="71"/>
                  </a:lnTo>
                  <a:lnTo>
                    <a:pt x="0" y="80"/>
                  </a:lnTo>
                  <a:lnTo>
                    <a:pt x="24" y="47"/>
                  </a:lnTo>
                  <a:lnTo>
                    <a:pt x="36" y="47"/>
                  </a:lnTo>
                  <a:lnTo>
                    <a:pt x="48" y="55"/>
                  </a:lnTo>
                  <a:lnTo>
                    <a:pt x="64" y="47"/>
                  </a:lnTo>
                  <a:lnTo>
                    <a:pt x="80" y="35"/>
                  </a:lnTo>
                  <a:lnTo>
                    <a:pt x="92" y="31"/>
                  </a:lnTo>
                  <a:lnTo>
                    <a:pt x="104" y="31"/>
                  </a:lnTo>
                  <a:lnTo>
                    <a:pt x="116" y="27"/>
                  </a:lnTo>
                  <a:lnTo>
                    <a:pt x="128" y="23"/>
                  </a:lnTo>
                  <a:lnTo>
                    <a:pt x="140" y="23"/>
                  </a:lnTo>
                  <a:lnTo>
                    <a:pt x="152" y="27"/>
                  </a:lnTo>
                  <a:lnTo>
                    <a:pt x="164" y="27"/>
                  </a:lnTo>
                  <a:lnTo>
                    <a:pt x="176" y="31"/>
                  </a:lnTo>
                  <a:lnTo>
                    <a:pt x="188" y="39"/>
                  </a:lnTo>
                  <a:lnTo>
                    <a:pt x="200" y="43"/>
                  </a:lnTo>
                  <a:lnTo>
                    <a:pt x="212" y="47"/>
                  </a:lnTo>
                  <a:lnTo>
                    <a:pt x="224" y="51"/>
                  </a:lnTo>
                  <a:lnTo>
                    <a:pt x="236" y="55"/>
                  </a:lnTo>
                  <a:lnTo>
                    <a:pt x="252" y="51"/>
                  </a:lnTo>
                  <a:lnTo>
                    <a:pt x="268" y="43"/>
                  </a:lnTo>
                  <a:lnTo>
                    <a:pt x="276" y="31"/>
                  </a:lnTo>
                  <a:lnTo>
                    <a:pt x="288" y="31"/>
                  </a:lnTo>
                  <a:lnTo>
                    <a:pt x="300" y="27"/>
                  </a:lnTo>
                  <a:lnTo>
                    <a:pt x="312" y="23"/>
                  </a:lnTo>
                  <a:lnTo>
                    <a:pt x="324" y="19"/>
                  </a:lnTo>
                  <a:lnTo>
                    <a:pt x="336" y="31"/>
                  </a:lnTo>
                  <a:lnTo>
                    <a:pt x="348" y="39"/>
                  </a:lnTo>
                  <a:lnTo>
                    <a:pt x="360" y="51"/>
                  </a:lnTo>
                  <a:lnTo>
                    <a:pt x="371" y="59"/>
                  </a:lnTo>
                  <a:lnTo>
                    <a:pt x="383" y="59"/>
                  </a:lnTo>
                  <a:lnTo>
                    <a:pt x="395" y="51"/>
                  </a:lnTo>
                  <a:lnTo>
                    <a:pt x="407" y="47"/>
                  </a:lnTo>
                  <a:lnTo>
                    <a:pt x="419" y="39"/>
                  </a:lnTo>
                  <a:lnTo>
                    <a:pt x="431" y="35"/>
                  </a:lnTo>
                  <a:lnTo>
                    <a:pt x="443" y="31"/>
                  </a:lnTo>
                  <a:lnTo>
                    <a:pt x="459" y="27"/>
                  </a:lnTo>
                  <a:lnTo>
                    <a:pt x="471" y="27"/>
                  </a:lnTo>
                  <a:lnTo>
                    <a:pt x="483" y="23"/>
                  </a:lnTo>
                  <a:lnTo>
                    <a:pt x="495" y="23"/>
                  </a:lnTo>
                  <a:lnTo>
                    <a:pt x="507" y="23"/>
                  </a:lnTo>
                  <a:lnTo>
                    <a:pt x="519" y="19"/>
                  </a:lnTo>
                  <a:lnTo>
                    <a:pt x="535" y="15"/>
                  </a:lnTo>
                  <a:lnTo>
                    <a:pt x="551" y="15"/>
                  </a:lnTo>
                  <a:lnTo>
                    <a:pt x="567" y="11"/>
                  </a:lnTo>
                  <a:lnTo>
                    <a:pt x="579" y="23"/>
                  </a:lnTo>
                  <a:lnTo>
                    <a:pt x="587" y="35"/>
                  </a:lnTo>
                  <a:lnTo>
                    <a:pt x="595" y="47"/>
                  </a:lnTo>
                  <a:lnTo>
                    <a:pt x="611" y="51"/>
                  </a:lnTo>
                  <a:lnTo>
                    <a:pt x="623" y="47"/>
                  </a:lnTo>
                  <a:lnTo>
                    <a:pt x="639" y="43"/>
                  </a:lnTo>
                  <a:lnTo>
                    <a:pt x="651" y="39"/>
                  </a:lnTo>
                  <a:lnTo>
                    <a:pt x="667" y="35"/>
                  </a:lnTo>
                  <a:lnTo>
                    <a:pt x="683" y="35"/>
                  </a:lnTo>
                  <a:lnTo>
                    <a:pt x="695" y="31"/>
                  </a:lnTo>
                  <a:lnTo>
                    <a:pt x="707" y="27"/>
                  </a:lnTo>
                  <a:lnTo>
                    <a:pt x="723" y="23"/>
                  </a:lnTo>
                  <a:lnTo>
                    <a:pt x="735" y="19"/>
                  </a:lnTo>
                  <a:lnTo>
                    <a:pt x="746" y="15"/>
                  </a:lnTo>
                  <a:lnTo>
                    <a:pt x="758" y="11"/>
                  </a:lnTo>
                  <a:lnTo>
                    <a:pt x="770" y="19"/>
                  </a:lnTo>
                  <a:lnTo>
                    <a:pt x="782" y="27"/>
                  </a:lnTo>
                  <a:lnTo>
                    <a:pt x="794" y="35"/>
                  </a:lnTo>
                  <a:lnTo>
                    <a:pt x="806" y="43"/>
                  </a:lnTo>
                  <a:lnTo>
                    <a:pt x="818" y="51"/>
                  </a:lnTo>
                  <a:lnTo>
                    <a:pt x="830" y="51"/>
                  </a:lnTo>
                  <a:lnTo>
                    <a:pt x="842" y="51"/>
                  </a:lnTo>
                  <a:lnTo>
                    <a:pt x="854" y="47"/>
                  </a:lnTo>
                  <a:lnTo>
                    <a:pt x="866" y="43"/>
                  </a:lnTo>
                  <a:lnTo>
                    <a:pt x="878" y="43"/>
                  </a:lnTo>
                  <a:lnTo>
                    <a:pt x="890" y="39"/>
                  </a:lnTo>
                  <a:lnTo>
                    <a:pt x="906" y="39"/>
                  </a:lnTo>
                  <a:lnTo>
                    <a:pt x="918" y="35"/>
                  </a:lnTo>
                  <a:lnTo>
                    <a:pt x="930" y="35"/>
                  </a:lnTo>
                  <a:lnTo>
                    <a:pt x="942" y="35"/>
                  </a:lnTo>
                  <a:lnTo>
                    <a:pt x="954" y="35"/>
                  </a:lnTo>
                  <a:lnTo>
                    <a:pt x="966" y="35"/>
                  </a:lnTo>
                  <a:lnTo>
                    <a:pt x="978" y="35"/>
                  </a:lnTo>
                  <a:lnTo>
                    <a:pt x="994" y="31"/>
                  </a:lnTo>
                  <a:lnTo>
                    <a:pt x="1006" y="27"/>
                  </a:lnTo>
                  <a:lnTo>
                    <a:pt x="1018" y="19"/>
                  </a:lnTo>
                  <a:lnTo>
                    <a:pt x="1030" y="15"/>
                  </a:lnTo>
                  <a:lnTo>
                    <a:pt x="1042" y="11"/>
                  </a:lnTo>
                  <a:lnTo>
                    <a:pt x="1058" y="7"/>
                  </a:lnTo>
                  <a:lnTo>
                    <a:pt x="1074" y="15"/>
                  </a:lnTo>
                  <a:lnTo>
                    <a:pt x="1086" y="27"/>
                  </a:lnTo>
                  <a:lnTo>
                    <a:pt x="1098" y="35"/>
                  </a:lnTo>
                  <a:lnTo>
                    <a:pt x="1109" y="39"/>
                  </a:lnTo>
                  <a:lnTo>
                    <a:pt x="1121" y="47"/>
                  </a:lnTo>
                  <a:lnTo>
                    <a:pt x="1133" y="47"/>
                  </a:lnTo>
                  <a:lnTo>
                    <a:pt x="1145" y="47"/>
                  </a:lnTo>
                  <a:lnTo>
                    <a:pt x="1161" y="43"/>
                  </a:lnTo>
                  <a:lnTo>
                    <a:pt x="1173" y="39"/>
                  </a:lnTo>
                  <a:lnTo>
                    <a:pt x="1185" y="31"/>
                  </a:lnTo>
                  <a:lnTo>
                    <a:pt x="1201" y="23"/>
                  </a:lnTo>
                  <a:lnTo>
                    <a:pt x="1213" y="19"/>
                  </a:lnTo>
                  <a:lnTo>
                    <a:pt x="1229" y="11"/>
                  </a:lnTo>
                  <a:lnTo>
                    <a:pt x="1241" y="11"/>
                  </a:lnTo>
                  <a:lnTo>
                    <a:pt x="1253" y="11"/>
                  </a:lnTo>
                  <a:lnTo>
                    <a:pt x="1269" y="7"/>
                  </a:lnTo>
                  <a:lnTo>
                    <a:pt x="1281" y="3"/>
                  </a:lnTo>
                  <a:lnTo>
                    <a:pt x="1293" y="3"/>
                  </a:lnTo>
                  <a:lnTo>
                    <a:pt x="1301" y="15"/>
                  </a:lnTo>
                  <a:lnTo>
                    <a:pt x="1313" y="23"/>
                  </a:lnTo>
                  <a:lnTo>
                    <a:pt x="1325" y="31"/>
                  </a:lnTo>
                  <a:lnTo>
                    <a:pt x="1337" y="43"/>
                  </a:lnTo>
                  <a:lnTo>
                    <a:pt x="1349" y="51"/>
                  </a:lnTo>
                  <a:lnTo>
                    <a:pt x="1361" y="55"/>
                  </a:lnTo>
                  <a:lnTo>
                    <a:pt x="1373" y="55"/>
                  </a:lnTo>
                  <a:lnTo>
                    <a:pt x="1385" y="47"/>
                  </a:lnTo>
                  <a:lnTo>
                    <a:pt x="1397" y="39"/>
                  </a:lnTo>
                  <a:lnTo>
                    <a:pt x="1409" y="31"/>
                  </a:lnTo>
                  <a:lnTo>
                    <a:pt x="1421" y="27"/>
                  </a:lnTo>
                  <a:lnTo>
                    <a:pt x="1433" y="23"/>
                  </a:lnTo>
                  <a:lnTo>
                    <a:pt x="1449" y="19"/>
                  </a:lnTo>
                  <a:lnTo>
                    <a:pt x="1461" y="19"/>
                  </a:lnTo>
                  <a:lnTo>
                    <a:pt x="1473" y="19"/>
                  </a:lnTo>
                  <a:lnTo>
                    <a:pt x="1484" y="15"/>
                  </a:lnTo>
                  <a:lnTo>
                    <a:pt x="1496" y="15"/>
                  </a:lnTo>
                  <a:lnTo>
                    <a:pt x="1508" y="7"/>
                  </a:lnTo>
                  <a:lnTo>
                    <a:pt x="1524" y="11"/>
                  </a:lnTo>
                  <a:lnTo>
                    <a:pt x="1544" y="23"/>
                  </a:lnTo>
                  <a:lnTo>
                    <a:pt x="1556" y="27"/>
                  </a:lnTo>
                  <a:lnTo>
                    <a:pt x="1572" y="39"/>
                  </a:lnTo>
                  <a:lnTo>
                    <a:pt x="1584" y="43"/>
                  </a:lnTo>
                  <a:lnTo>
                    <a:pt x="1596" y="51"/>
                  </a:lnTo>
                  <a:lnTo>
                    <a:pt x="1608" y="59"/>
                  </a:lnTo>
                  <a:lnTo>
                    <a:pt x="1620" y="59"/>
                  </a:lnTo>
                  <a:lnTo>
                    <a:pt x="1632" y="55"/>
                  </a:lnTo>
                  <a:lnTo>
                    <a:pt x="1648" y="47"/>
                  </a:lnTo>
                  <a:lnTo>
                    <a:pt x="1660" y="35"/>
                  </a:lnTo>
                  <a:lnTo>
                    <a:pt x="1672" y="31"/>
                  </a:lnTo>
                  <a:lnTo>
                    <a:pt x="1684" y="27"/>
                  </a:lnTo>
                  <a:lnTo>
                    <a:pt x="1696" y="23"/>
                  </a:lnTo>
                  <a:lnTo>
                    <a:pt x="1712" y="19"/>
                  </a:lnTo>
                  <a:lnTo>
                    <a:pt x="1724" y="15"/>
                  </a:lnTo>
                  <a:lnTo>
                    <a:pt x="1736" y="11"/>
                  </a:lnTo>
                  <a:lnTo>
                    <a:pt x="1748" y="7"/>
                  </a:lnTo>
                  <a:lnTo>
                    <a:pt x="1760" y="7"/>
                  </a:lnTo>
                  <a:lnTo>
                    <a:pt x="1772" y="11"/>
                  </a:lnTo>
                  <a:lnTo>
                    <a:pt x="1792" y="19"/>
                  </a:lnTo>
                  <a:lnTo>
                    <a:pt x="1804" y="27"/>
                  </a:lnTo>
                  <a:lnTo>
                    <a:pt x="1816" y="31"/>
                  </a:lnTo>
                  <a:lnTo>
                    <a:pt x="1828" y="35"/>
                  </a:lnTo>
                  <a:lnTo>
                    <a:pt x="1840" y="39"/>
                  </a:lnTo>
                  <a:lnTo>
                    <a:pt x="1851" y="39"/>
                  </a:lnTo>
                  <a:lnTo>
                    <a:pt x="1863" y="31"/>
                  </a:lnTo>
                  <a:lnTo>
                    <a:pt x="1875" y="27"/>
                  </a:lnTo>
                  <a:lnTo>
                    <a:pt x="1887" y="19"/>
                  </a:lnTo>
                  <a:lnTo>
                    <a:pt x="1899" y="11"/>
                  </a:lnTo>
                  <a:lnTo>
                    <a:pt x="1911" y="7"/>
                  </a:lnTo>
                  <a:lnTo>
                    <a:pt x="1927" y="3"/>
                  </a:lnTo>
                  <a:lnTo>
                    <a:pt x="1939" y="0"/>
                  </a:lnTo>
                  <a:lnTo>
                    <a:pt x="1951" y="0"/>
                  </a:lnTo>
                  <a:lnTo>
                    <a:pt x="1967" y="0"/>
                  </a:lnTo>
                  <a:lnTo>
                    <a:pt x="1979" y="3"/>
                  </a:lnTo>
                  <a:lnTo>
                    <a:pt x="1995" y="7"/>
                  </a:lnTo>
                  <a:lnTo>
                    <a:pt x="2007" y="11"/>
                  </a:lnTo>
                  <a:lnTo>
                    <a:pt x="2019" y="19"/>
                  </a:lnTo>
                  <a:lnTo>
                    <a:pt x="2031" y="23"/>
                  </a:lnTo>
                  <a:lnTo>
                    <a:pt x="2047" y="27"/>
                  </a:lnTo>
                  <a:lnTo>
                    <a:pt x="2059" y="35"/>
                  </a:lnTo>
                  <a:lnTo>
                    <a:pt x="2071" y="35"/>
                  </a:lnTo>
                  <a:lnTo>
                    <a:pt x="2079" y="23"/>
                  </a:lnTo>
                  <a:lnTo>
                    <a:pt x="2091" y="15"/>
                  </a:lnTo>
                  <a:lnTo>
                    <a:pt x="2103" y="15"/>
                  </a:lnTo>
                  <a:lnTo>
                    <a:pt x="2115" y="19"/>
                  </a:lnTo>
                  <a:lnTo>
                    <a:pt x="2131" y="27"/>
                  </a:lnTo>
                  <a:lnTo>
                    <a:pt x="2143" y="35"/>
                  </a:lnTo>
                  <a:lnTo>
                    <a:pt x="2155" y="39"/>
                  </a:lnTo>
                  <a:lnTo>
                    <a:pt x="2163" y="51"/>
                  </a:lnTo>
                  <a:lnTo>
                    <a:pt x="2175" y="55"/>
                  </a:lnTo>
                  <a:lnTo>
                    <a:pt x="2187" y="59"/>
                  </a:lnTo>
                  <a:lnTo>
                    <a:pt x="2199" y="67"/>
                  </a:lnTo>
                  <a:lnTo>
                    <a:pt x="2211" y="67"/>
                  </a:lnTo>
                  <a:lnTo>
                    <a:pt x="2219" y="75"/>
                  </a:lnTo>
                  <a:lnTo>
                    <a:pt x="2214" y="73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19" name="Group 23">
              <a:extLst>
                <a:ext uri="{FF2B5EF4-FFF2-40B4-BE49-F238E27FC236}">
                  <a16:creationId xmlns:a16="http://schemas.microsoft.com/office/drawing/2014/main" id="{2A17DD99-7728-29A1-ED49-ACF65B646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" y="594"/>
              <a:ext cx="2448" cy="151"/>
              <a:chOff x="20" y="594"/>
              <a:chExt cx="2448" cy="151"/>
            </a:xfrm>
          </p:grpSpPr>
          <p:sp>
            <p:nvSpPr>
              <p:cNvPr id="4117" name="Freeform 21">
                <a:extLst>
                  <a:ext uri="{FF2B5EF4-FFF2-40B4-BE49-F238E27FC236}">
                    <a16:creationId xmlns:a16="http://schemas.microsoft.com/office/drawing/2014/main" id="{388D08C3-3FA8-F31A-718C-D50B6E961C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" y="594"/>
                <a:ext cx="2420" cy="151"/>
              </a:xfrm>
              <a:custGeom>
                <a:avLst/>
                <a:gdLst>
                  <a:gd name="T0" fmla="*/ 75 w 2420"/>
                  <a:gd name="T1" fmla="*/ 48 h 151"/>
                  <a:gd name="T2" fmla="*/ 163 w 2420"/>
                  <a:gd name="T3" fmla="*/ 39 h 151"/>
                  <a:gd name="T4" fmla="*/ 241 w 2420"/>
                  <a:gd name="T5" fmla="*/ 33 h 151"/>
                  <a:gd name="T6" fmla="*/ 319 w 2420"/>
                  <a:gd name="T7" fmla="*/ 48 h 151"/>
                  <a:gd name="T8" fmla="*/ 404 w 2420"/>
                  <a:gd name="T9" fmla="*/ 42 h 151"/>
                  <a:gd name="T10" fmla="*/ 489 w 2420"/>
                  <a:gd name="T11" fmla="*/ 18 h 151"/>
                  <a:gd name="T12" fmla="*/ 571 w 2420"/>
                  <a:gd name="T13" fmla="*/ 45 h 151"/>
                  <a:gd name="T14" fmla="*/ 652 w 2420"/>
                  <a:gd name="T15" fmla="*/ 27 h 151"/>
                  <a:gd name="T16" fmla="*/ 741 w 2420"/>
                  <a:gd name="T17" fmla="*/ 33 h 151"/>
                  <a:gd name="T18" fmla="*/ 822 w 2420"/>
                  <a:gd name="T19" fmla="*/ 21 h 151"/>
                  <a:gd name="T20" fmla="*/ 907 w 2420"/>
                  <a:gd name="T21" fmla="*/ 42 h 151"/>
                  <a:gd name="T22" fmla="*/ 985 w 2420"/>
                  <a:gd name="T23" fmla="*/ 60 h 151"/>
                  <a:gd name="T24" fmla="*/ 1064 w 2420"/>
                  <a:gd name="T25" fmla="*/ 30 h 151"/>
                  <a:gd name="T26" fmla="*/ 1136 w 2420"/>
                  <a:gd name="T27" fmla="*/ 57 h 151"/>
                  <a:gd name="T28" fmla="*/ 1217 w 2420"/>
                  <a:gd name="T29" fmla="*/ 24 h 151"/>
                  <a:gd name="T30" fmla="*/ 1305 w 2420"/>
                  <a:gd name="T31" fmla="*/ 51 h 151"/>
                  <a:gd name="T32" fmla="*/ 1390 w 2420"/>
                  <a:gd name="T33" fmla="*/ 42 h 151"/>
                  <a:gd name="T34" fmla="*/ 1482 w 2420"/>
                  <a:gd name="T35" fmla="*/ 27 h 151"/>
                  <a:gd name="T36" fmla="*/ 1566 w 2420"/>
                  <a:gd name="T37" fmla="*/ 42 h 151"/>
                  <a:gd name="T38" fmla="*/ 1651 w 2420"/>
                  <a:gd name="T39" fmla="*/ 33 h 151"/>
                  <a:gd name="T40" fmla="*/ 1723 w 2420"/>
                  <a:gd name="T41" fmla="*/ 54 h 151"/>
                  <a:gd name="T42" fmla="*/ 1808 w 2420"/>
                  <a:gd name="T43" fmla="*/ 81 h 151"/>
                  <a:gd name="T44" fmla="*/ 1880 w 2420"/>
                  <a:gd name="T45" fmla="*/ 39 h 151"/>
                  <a:gd name="T46" fmla="*/ 1952 w 2420"/>
                  <a:gd name="T47" fmla="*/ 45 h 151"/>
                  <a:gd name="T48" fmla="*/ 2030 w 2420"/>
                  <a:gd name="T49" fmla="*/ 54 h 151"/>
                  <a:gd name="T50" fmla="*/ 2125 w 2420"/>
                  <a:gd name="T51" fmla="*/ 57 h 151"/>
                  <a:gd name="T52" fmla="*/ 2206 w 2420"/>
                  <a:gd name="T53" fmla="*/ 15 h 151"/>
                  <a:gd name="T54" fmla="*/ 2288 w 2420"/>
                  <a:gd name="T55" fmla="*/ 45 h 151"/>
                  <a:gd name="T56" fmla="*/ 2370 w 2420"/>
                  <a:gd name="T57" fmla="*/ 39 h 151"/>
                  <a:gd name="T58" fmla="*/ 2399 w 2420"/>
                  <a:gd name="T59" fmla="*/ 105 h 151"/>
                  <a:gd name="T60" fmla="*/ 2327 w 2420"/>
                  <a:gd name="T61" fmla="*/ 93 h 151"/>
                  <a:gd name="T62" fmla="*/ 2255 w 2420"/>
                  <a:gd name="T63" fmla="*/ 93 h 151"/>
                  <a:gd name="T64" fmla="*/ 2174 w 2420"/>
                  <a:gd name="T65" fmla="*/ 84 h 151"/>
                  <a:gd name="T66" fmla="*/ 2095 w 2420"/>
                  <a:gd name="T67" fmla="*/ 99 h 151"/>
                  <a:gd name="T68" fmla="*/ 2010 w 2420"/>
                  <a:gd name="T69" fmla="*/ 87 h 151"/>
                  <a:gd name="T70" fmla="*/ 1932 w 2420"/>
                  <a:gd name="T71" fmla="*/ 105 h 151"/>
                  <a:gd name="T72" fmla="*/ 1850 w 2420"/>
                  <a:gd name="T73" fmla="*/ 108 h 151"/>
                  <a:gd name="T74" fmla="*/ 1766 w 2420"/>
                  <a:gd name="T75" fmla="*/ 96 h 151"/>
                  <a:gd name="T76" fmla="*/ 1677 w 2420"/>
                  <a:gd name="T77" fmla="*/ 123 h 151"/>
                  <a:gd name="T78" fmla="*/ 1602 w 2420"/>
                  <a:gd name="T79" fmla="*/ 102 h 151"/>
                  <a:gd name="T80" fmla="*/ 1524 w 2420"/>
                  <a:gd name="T81" fmla="*/ 90 h 151"/>
                  <a:gd name="T82" fmla="*/ 1452 w 2420"/>
                  <a:gd name="T83" fmla="*/ 111 h 151"/>
                  <a:gd name="T84" fmla="*/ 1371 w 2420"/>
                  <a:gd name="T85" fmla="*/ 96 h 151"/>
                  <a:gd name="T86" fmla="*/ 1286 w 2420"/>
                  <a:gd name="T87" fmla="*/ 84 h 151"/>
                  <a:gd name="T88" fmla="*/ 1211 w 2420"/>
                  <a:gd name="T89" fmla="*/ 123 h 151"/>
                  <a:gd name="T90" fmla="*/ 1122 w 2420"/>
                  <a:gd name="T91" fmla="*/ 93 h 151"/>
                  <a:gd name="T92" fmla="*/ 1044 w 2420"/>
                  <a:gd name="T93" fmla="*/ 78 h 151"/>
                  <a:gd name="T94" fmla="*/ 953 w 2420"/>
                  <a:gd name="T95" fmla="*/ 93 h 151"/>
                  <a:gd name="T96" fmla="*/ 878 w 2420"/>
                  <a:gd name="T97" fmla="*/ 96 h 151"/>
                  <a:gd name="T98" fmla="*/ 786 w 2420"/>
                  <a:gd name="T99" fmla="*/ 81 h 151"/>
                  <a:gd name="T100" fmla="*/ 695 w 2420"/>
                  <a:gd name="T101" fmla="*/ 96 h 151"/>
                  <a:gd name="T102" fmla="*/ 623 w 2420"/>
                  <a:gd name="T103" fmla="*/ 72 h 151"/>
                  <a:gd name="T104" fmla="*/ 538 w 2420"/>
                  <a:gd name="T105" fmla="*/ 84 h 151"/>
                  <a:gd name="T106" fmla="*/ 457 w 2420"/>
                  <a:gd name="T107" fmla="*/ 72 h 151"/>
                  <a:gd name="T108" fmla="*/ 378 w 2420"/>
                  <a:gd name="T109" fmla="*/ 93 h 151"/>
                  <a:gd name="T110" fmla="*/ 287 w 2420"/>
                  <a:gd name="T111" fmla="*/ 84 h 151"/>
                  <a:gd name="T112" fmla="*/ 202 w 2420"/>
                  <a:gd name="T113" fmla="*/ 102 h 151"/>
                  <a:gd name="T114" fmla="*/ 124 w 2420"/>
                  <a:gd name="T115" fmla="*/ 108 h 151"/>
                  <a:gd name="T116" fmla="*/ 39 w 2420"/>
                  <a:gd name="T117" fmla="*/ 12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20" h="151">
                    <a:moveTo>
                      <a:pt x="3" y="0"/>
                    </a:moveTo>
                    <a:lnTo>
                      <a:pt x="16" y="9"/>
                    </a:lnTo>
                    <a:lnTo>
                      <a:pt x="22" y="18"/>
                    </a:lnTo>
                    <a:lnTo>
                      <a:pt x="32" y="21"/>
                    </a:lnTo>
                    <a:lnTo>
                      <a:pt x="42" y="30"/>
                    </a:lnTo>
                    <a:lnTo>
                      <a:pt x="52" y="36"/>
                    </a:lnTo>
                    <a:lnTo>
                      <a:pt x="62" y="45"/>
                    </a:lnTo>
                    <a:lnTo>
                      <a:pt x="75" y="48"/>
                    </a:lnTo>
                    <a:lnTo>
                      <a:pt x="91" y="54"/>
                    </a:lnTo>
                    <a:lnTo>
                      <a:pt x="104" y="57"/>
                    </a:lnTo>
                    <a:lnTo>
                      <a:pt x="114" y="63"/>
                    </a:lnTo>
                    <a:lnTo>
                      <a:pt x="124" y="66"/>
                    </a:lnTo>
                    <a:lnTo>
                      <a:pt x="133" y="60"/>
                    </a:lnTo>
                    <a:lnTo>
                      <a:pt x="143" y="54"/>
                    </a:lnTo>
                    <a:lnTo>
                      <a:pt x="153" y="48"/>
                    </a:lnTo>
                    <a:lnTo>
                      <a:pt x="163" y="39"/>
                    </a:lnTo>
                    <a:lnTo>
                      <a:pt x="169" y="30"/>
                    </a:lnTo>
                    <a:lnTo>
                      <a:pt x="179" y="30"/>
                    </a:lnTo>
                    <a:lnTo>
                      <a:pt x="186" y="42"/>
                    </a:lnTo>
                    <a:lnTo>
                      <a:pt x="189" y="51"/>
                    </a:lnTo>
                    <a:lnTo>
                      <a:pt x="202" y="45"/>
                    </a:lnTo>
                    <a:lnTo>
                      <a:pt x="215" y="39"/>
                    </a:lnTo>
                    <a:lnTo>
                      <a:pt x="231" y="36"/>
                    </a:lnTo>
                    <a:lnTo>
                      <a:pt x="241" y="33"/>
                    </a:lnTo>
                    <a:lnTo>
                      <a:pt x="251" y="33"/>
                    </a:lnTo>
                    <a:lnTo>
                      <a:pt x="261" y="27"/>
                    </a:lnTo>
                    <a:lnTo>
                      <a:pt x="270" y="27"/>
                    </a:lnTo>
                    <a:lnTo>
                      <a:pt x="280" y="36"/>
                    </a:lnTo>
                    <a:lnTo>
                      <a:pt x="290" y="45"/>
                    </a:lnTo>
                    <a:lnTo>
                      <a:pt x="300" y="48"/>
                    </a:lnTo>
                    <a:lnTo>
                      <a:pt x="310" y="48"/>
                    </a:lnTo>
                    <a:lnTo>
                      <a:pt x="319" y="48"/>
                    </a:lnTo>
                    <a:lnTo>
                      <a:pt x="332" y="51"/>
                    </a:lnTo>
                    <a:lnTo>
                      <a:pt x="342" y="51"/>
                    </a:lnTo>
                    <a:lnTo>
                      <a:pt x="352" y="51"/>
                    </a:lnTo>
                    <a:lnTo>
                      <a:pt x="362" y="51"/>
                    </a:lnTo>
                    <a:lnTo>
                      <a:pt x="372" y="48"/>
                    </a:lnTo>
                    <a:lnTo>
                      <a:pt x="385" y="45"/>
                    </a:lnTo>
                    <a:lnTo>
                      <a:pt x="395" y="45"/>
                    </a:lnTo>
                    <a:lnTo>
                      <a:pt x="404" y="42"/>
                    </a:lnTo>
                    <a:lnTo>
                      <a:pt x="414" y="39"/>
                    </a:lnTo>
                    <a:lnTo>
                      <a:pt x="424" y="36"/>
                    </a:lnTo>
                    <a:lnTo>
                      <a:pt x="434" y="36"/>
                    </a:lnTo>
                    <a:lnTo>
                      <a:pt x="443" y="33"/>
                    </a:lnTo>
                    <a:lnTo>
                      <a:pt x="453" y="27"/>
                    </a:lnTo>
                    <a:lnTo>
                      <a:pt x="463" y="24"/>
                    </a:lnTo>
                    <a:lnTo>
                      <a:pt x="476" y="24"/>
                    </a:lnTo>
                    <a:lnTo>
                      <a:pt x="489" y="18"/>
                    </a:lnTo>
                    <a:lnTo>
                      <a:pt x="499" y="18"/>
                    </a:lnTo>
                    <a:lnTo>
                      <a:pt x="509" y="15"/>
                    </a:lnTo>
                    <a:lnTo>
                      <a:pt x="522" y="18"/>
                    </a:lnTo>
                    <a:lnTo>
                      <a:pt x="532" y="24"/>
                    </a:lnTo>
                    <a:lnTo>
                      <a:pt x="541" y="27"/>
                    </a:lnTo>
                    <a:lnTo>
                      <a:pt x="551" y="33"/>
                    </a:lnTo>
                    <a:lnTo>
                      <a:pt x="561" y="39"/>
                    </a:lnTo>
                    <a:lnTo>
                      <a:pt x="571" y="45"/>
                    </a:lnTo>
                    <a:lnTo>
                      <a:pt x="581" y="45"/>
                    </a:lnTo>
                    <a:lnTo>
                      <a:pt x="590" y="45"/>
                    </a:lnTo>
                    <a:lnTo>
                      <a:pt x="600" y="42"/>
                    </a:lnTo>
                    <a:lnTo>
                      <a:pt x="610" y="39"/>
                    </a:lnTo>
                    <a:lnTo>
                      <a:pt x="620" y="36"/>
                    </a:lnTo>
                    <a:lnTo>
                      <a:pt x="633" y="33"/>
                    </a:lnTo>
                    <a:lnTo>
                      <a:pt x="643" y="30"/>
                    </a:lnTo>
                    <a:lnTo>
                      <a:pt x="652" y="27"/>
                    </a:lnTo>
                    <a:lnTo>
                      <a:pt x="662" y="24"/>
                    </a:lnTo>
                    <a:lnTo>
                      <a:pt x="672" y="18"/>
                    </a:lnTo>
                    <a:lnTo>
                      <a:pt x="685" y="12"/>
                    </a:lnTo>
                    <a:lnTo>
                      <a:pt x="695" y="12"/>
                    </a:lnTo>
                    <a:lnTo>
                      <a:pt x="705" y="9"/>
                    </a:lnTo>
                    <a:lnTo>
                      <a:pt x="718" y="15"/>
                    </a:lnTo>
                    <a:lnTo>
                      <a:pt x="731" y="27"/>
                    </a:lnTo>
                    <a:lnTo>
                      <a:pt x="741" y="33"/>
                    </a:lnTo>
                    <a:lnTo>
                      <a:pt x="750" y="39"/>
                    </a:lnTo>
                    <a:lnTo>
                      <a:pt x="760" y="45"/>
                    </a:lnTo>
                    <a:lnTo>
                      <a:pt x="770" y="45"/>
                    </a:lnTo>
                    <a:lnTo>
                      <a:pt x="780" y="45"/>
                    </a:lnTo>
                    <a:lnTo>
                      <a:pt x="790" y="36"/>
                    </a:lnTo>
                    <a:lnTo>
                      <a:pt x="799" y="36"/>
                    </a:lnTo>
                    <a:lnTo>
                      <a:pt x="812" y="27"/>
                    </a:lnTo>
                    <a:lnTo>
                      <a:pt x="822" y="21"/>
                    </a:lnTo>
                    <a:lnTo>
                      <a:pt x="835" y="15"/>
                    </a:lnTo>
                    <a:lnTo>
                      <a:pt x="845" y="12"/>
                    </a:lnTo>
                    <a:lnTo>
                      <a:pt x="855" y="9"/>
                    </a:lnTo>
                    <a:lnTo>
                      <a:pt x="865" y="12"/>
                    </a:lnTo>
                    <a:lnTo>
                      <a:pt x="874" y="18"/>
                    </a:lnTo>
                    <a:lnTo>
                      <a:pt x="884" y="24"/>
                    </a:lnTo>
                    <a:lnTo>
                      <a:pt x="897" y="33"/>
                    </a:lnTo>
                    <a:lnTo>
                      <a:pt x="907" y="42"/>
                    </a:lnTo>
                    <a:lnTo>
                      <a:pt x="917" y="48"/>
                    </a:lnTo>
                    <a:lnTo>
                      <a:pt x="927" y="54"/>
                    </a:lnTo>
                    <a:lnTo>
                      <a:pt x="936" y="63"/>
                    </a:lnTo>
                    <a:lnTo>
                      <a:pt x="946" y="63"/>
                    </a:lnTo>
                    <a:lnTo>
                      <a:pt x="956" y="63"/>
                    </a:lnTo>
                    <a:lnTo>
                      <a:pt x="966" y="63"/>
                    </a:lnTo>
                    <a:lnTo>
                      <a:pt x="976" y="60"/>
                    </a:lnTo>
                    <a:lnTo>
                      <a:pt x="985" y="60"/>
                    </a:lnTo>
                    <a:lnTo>
                      <a:pt x="995" y="51"/>
                    </a:lnTo>
                    <a:lnTo>
                      <a:pt x="1005" y="45"/>
                    </a:lnTo>
                    <a:lnTo>
                      <a:pt x="1015" y="42"/>
                    </a:lnTo>
                    <a:lnTo>
                      <a:pt x="1025" y="36"/>
                    </a:lnTo>
                    <a:lnTo>
                      <a:pt x="1034" y="36"/>
                    </a:lnTo>
                    <a:lnTo>
                      <a:pt x="1044" y="30"/>
                    </a:lnTo>
                    <a:lnTo>
                      <a:pt x="1054" y="30"/>
                    </a:lnTo>
                    <a:lnTo>
                      <a:pt x="1064" y="30"/>
                    </a:lnTo>
                    <a:lnTo>
                      <a:pt x="1067" y="39"/>
                    </a:lnTo>
                    <a:lnTo>
                      <a:pt x="1077" y="48"/>
                    </a:lnTo>
                    <a:lnTo>
                      <a:pt x="1087" y="51"/>
                    </a:lnTo>
                    <a:lnTo>
                      <a:pt x="1096" y="57"/>
                    </a:lnTo>
                    <a:lnTo>
                      <a:pt x="1106" y="66"/>
                    </a:lnTo>
                    <a:lnTo>
                      <a:pt x="1116" y="69"/>
                    </a:lnTo>
                    <a:lnTo>
                      <a:pt x="1126" y="63"/>
                    </a:lnTo>
                    <a:lnTo>
                      <a:pt x="1136" y="57"/>
                    </a:lnTo>
                    <a:lnTo>
                      <a:pt x="1149" y="48"/>
                    </a:lnTo>
                    <a:lnTo>
                      <a:pt x="1158" y="45"/>
                    </a:lnTo>
                    <a:lnTo>
                      <a:pt x="1168" y="39"/>
                    </a:lnTo>
                    <a:lnTo>
                      <a:pt x="1178" y="36"/>
                    </a:lnTo>
                    <a:lnTo>
                      <a:pt x="1188" y="33"/>
                    </a:lnTo>
                    <a:lnTo>
                      <a:pt x="1198" y="30"/>
                    </a:lnTo>
                    <a:lnTo>
                      <a:pt x="1207" y="27"/>
                    </a:lnTo>
                    <a:lnTo>
                      <a:pt x="1217" y="24"/>
                    </a:lnTo>
                    <a:lnTo>
                      <a:pt x="1227" y="18"/>
                    </a:lnTo>
                    <a:lnTo>
                      <a:pt x="1237" y="21"/>
                    </a:lnTo>
                    <a:lnTo>
                      <a:pt x="1253" y="30"/>
                    </a:lnTo>
                    <a:lnTo>
                      <a:pt x="1266" y="39"/>
                    </a:lnTo>
                    <a:lnTo>
                      <a:pt x="1276" y="42"/>
                    </a:lnTo>
                    <a:lnTo>
                      <a:pt x="1286" y="51"/>
                    </a:lnTo>
                    <a:lnTo>
                      <a:pt x="1296" y="54"/>
                    </a:lnTo>
                    <a:lnTo>
                      <a:pt x="1305" y="51"/>
                    </a:lnTo>
                    <a:lnTo>
                      <a:pt x="1318" y="42"/>
                    </a:lnTo>
                    <a:lnTo>
                      <a:pt x="1331" y="36"/>
                    </a:lnTo>
                    <a:lnTo>
                      <a:pt x="1341" y="36"/>
                    </a:lnTo>
                    <a:lnTo>
                      <a:pt x="1351" y="36"/>
                    </a:lnTo>
                    <a:lnTo>
                      <a:pt x="1361" y="33"/>
                    </a:lnTo>
                    <a:lnTo>
                      <a:pt x="1371" y="39"/>
                    </a:lnTo>
                    <a:lnTo>
                      <a:pt x="1380" y="42"/>
                    </a:lnTo>
                    <a:lnTo>
                      <a:pt x="1390" y="42"/>
                    </a:lnTo>
                    <a:lnTo>
                      <a:pt x="1400" y="42"/>
                    </a:lnTo>
                    <a:lnTo>
                      <a:pt x="1410" y="45"/>
                    </a:lnTo>
                    <a:lnTo>
                      <a:pt x="1420" y="45"/>
                    </a:lnTo>
                    <a:lnTo>
                      <a:pt x="1433" y="45"/>
                    </a:lnTo>
                    <a:lnTo>
                      <a:pt x="1442" y="45"/>
                    </a:lnTo>
                    <a:lnTo>
                      <a:pt x="1452" y="42"/>
                    </a:lnTo>
                    <a:lnTo>
                      <a:pt x="1462" y="36"/>
                    </a:lnTo>
                    <a:lnTo>
                      <a:pt x="1482" y="27"/>
                    </a:lnTo>
                    <a:lnTo>
                      <a:pt x="1495" y="21"/>
                    </a:lnTo>
                    <a:lnTo>
                      <a:pt x="1508" y="21"/>
                    </a:lnTo>
                    <a:lnTo>
                      <a:pt x="1521" y="15"/>
                    </a:lnTo>
                    <a:lnTo>
                      <a:pt x="1531" y="15"/>
                    </a:lnTo>
                    <a:lnTo>
                      <a:pt x="1537" y="24"/>
                    </a:lnTo>
                    <a:lnTo>
                      <a:pt x="1547" y="30"/>
                    </a:lnTo>
                    <a:lnTo>
                      <a:pt x="1557" y="39"/>
                    </a:lnTo>
                    <a:lnTo>
                      <a:pt x="1566" y="42"/>
                    </a:lnTo>
                    <a:lnTo>
                      <a:pt x="1573" y="51"/>
                    </a:lnTo>
                    <a:lnTo>
                      <a:pt x="1583" y="54"/>
                    </a:lnTo>
                    <a:lnTo>
                      <a:pt x="1593" y="60"/>
                    </a:lnTo>
                    <a:lnTo>
                      <a:pt x="1602" y="57"/>
                    </a:lnTo>
                    <a:lnTo>
                      <a:pt x="1612" y="51"/>
                    </a:lnTo>
                    <a:lnTo>
                      <a:pt x="1628" y="45"/>
                    </a:lnTo>
                    <a:lnTo>
                      <a:pt x="1642" y="36"/>
                    </a:lnTo>
                    <a:lnTo>
                      <a:pt x="1651" y="33"/>
                    </a:lnTo>
                    <a:lnTo>
                      <a:pt x="1661" y="30"/>
                    </a:lnTo>
                    <a:lnTo>
                      <a:pt x="1671" y="27"/>
                    </a:lnTo>
                    <a:lnTo>
                      <a:pt x="1674" y="36"/>
                    </a:lnTo>
                    <a:lnTo>
                      <a:pt x="1684" y="42"/>
                    </a:lnTo>
                    <a:lnTo>
                      <a:pt x="1694" y="45"/>
                    </a:lnTo>
                    <a:lnTo>
                      <a:pt x="1704" y="51"/>
                    </a:lnTo>
                    <a:lnTo>
                      <a:pt x="1713" y="54"/>
                    </a:lnTo>
                    <a:lnTo>
                      <a:pt x="1723" y="54"/>
                    </a:lnTo>
                    <a:lnTo>
                      <a:pt x="1733" y="54"/>
                    </a:lnTo>
                    <a:lnTo>
                      <a:pt x="1743" y="54"/>
                    </a:lnTo>
                    <a:lnTo>
                      <a:pt x="1756" y="66"/>
                    </a:lnTo>
                    <a:lnTo>
                      <a:pt x="1766" y="69"/>
                    </a:lnTo>
                    <a:lnTo>
                      <a:pt x="1775" y="72"/>
                    </a:lnTo>
                    <a:lnTo>
                      <a:pt x="1785" y="75"/>
                    </a:lnTo>
                    <a:lnTo>
                      <a:pt x="1798" y="78"/>
                    </a:lnTo>
                    <a:lnTo>
                      <a:pt x="1808" y="81"/>
                    </a:lnTo>
                    <a:lnTo>
                      <a:pt x="1818" y="81"/>
                    </a:lnTo>
                    <a:lnTo>
                      <a:pt x="1824" y="72"/>
                    </a:lnTo>
                    <a:lnTo>
                      <a:pt x="1834" y="66"/>
                    </a:lnTo>
                    <a:lnTo>
                      <a:pt x="1841" y="57"/>
                    </a:lnTo>
                    <a:lnTo>
                      <a:pt x="1850" y="54"/>
                    </a:lnTo>
                    <a:lnTo>
                      <a:pt x="1860" y="51"/>
                    </a:lnTo>
                    <a:lnTo>
                      <a:pt x="1870" y="45"/>
                    </a:lnTo>
                    <a:lnTo>
                      <a:pt x="1880" y="39"/>
                    </a:lnTo>
                    <a:lnTo>
                      <a:pt x="1890" y="33"/>
                    </a:lnTo>
                    <a:lnTo>
                      <a:pt x="1899" y="30"/>
                    </a:lnTo>
                    <a:lnTo>
                      <a:pt x="1909" y="30"/>
                    </a:lnTo>
                    <a:lnTo>
                      <a:pt x="1913" y="39"/>
                    </a:lnTo>
                    <a:lnTo>
                      <a:pt x="1916" y="48"/>
                    </a:lnTo>
                    <a:lnTo>
                      <a:pt x="1926" y="54"/>
                    </a:lnTo>
                    <a:lnTo>
                      <a:pt x="1935" y="54"/>
                    </a:lnTo>
                    <a:lnTo>
                      <a:pt x="1952" y="45"/>
                    </a:lnTo>
                    <a:lnTo>
                      <a:pt x="1961" y="45"/>
                    </a:lnTo>
                    <a:lnTo>
                      <a:pt x="1975" y="42"/>
                    </a:lnTo>
                    <a:lnTo>
                      <a:pt x="1984" y="39"/>
                    </a:lnTo>
                    <a:lnTo>
                      <a:pt x="1994" y="36"/>
                    </a:lnTo>
                    <a:lnTo>
                      <a:pt x="2004" y="39"/>
                    </a:lnTo>
                    <a:lnTo>
                      <a:pt x="2010" y="48"/>
                    </a:lnTo>
                    <a:lnTo>
                      <a:pt x="2020" y="51"/>
                    </a:lnTo>
                    <a:lnTo>
                      <a:pt x="2030" y="54"/>
                    </a:lnTo>
                    <a:lnTo>
                      <a:pt x="2040" y="57"/>
                    </a:lnTo>
                    <a:lnTo>
                      <a:pt x="2050" y="60"/>
                    </a:lnTo>
                    <a:lnTo>
                      <a:pt x="2059" y="60"/>
                    </a:lnTo>
                    <a:lnTo>
                      <a:pt x="2076" y="60"/>
                    </a:lnTo>
                    <a:lnTo>
                      <a:pt x="2089" y="57"/>
                    </a:lnTo>
                    <a:lnTo>
                      <a:pt x="2102" y="57"/>
                    </a:lnTo>
                    <a:lnTo>
                      <a:pt x="2115" y="57"/>
                    </a:lnTo>
                    <a:lnTo>
                      <a:pt x="2125" y="57"/>
                    </a:lnTo>
                    <a:lnTo>
                      <a:pt x="2134" y="51"/>
                    </a:lnTo>
                    <a:lnTo>
                      <a:pt x="2144" y="42"/>
                    </a:lnTo>
                    <a:lnTo>
                      <a:pt x="2157" y="33"/>
                    </a:lnTo>
                    <a:lnTo>
                      <a:pt x="2170" y="27"/>
                    </a:lnTo>
                    <a:lnTo>
                      <a:pt x="2180" y="18"/>
                    </a:lnTo>
                    <a:lnTo>
                      <a:pt x="2190" y="12"/>
                    </a:lnTo>
                    <a:lnTo>
                      <a:pt x="2200" y="6"/>
                    </a:lnTo>
                    <a:lnTo>
                      <a:pt x="2206" y="15"/>
                    </a:lnTo>
                    <a:lnTo>
                      <a:pt x="2216" y="21"/>
                    </a:lnTo>
                    <a:lnTo>
                      <a:pt x="2223" y="33"/>
                    </a:lnTo>
                    <a:lnTo>
                      <a:pt x="2232" y="39"/>
                    </a:lnTo>
                    <a:lnTo>
                      <a:pt x="2242" y="45"/>
                    </a:lnTo>
                    <a:lnTo>
                      <a:pt x="2255" y="51"/>
                    </a:lnTo>
                    <a:lnTo>
                      <a:pt x="2265" y="51"/>
                    </a:lnTo>
                    <a:lnTo>
                      <a:pt x="2278" y="48"/>
                    </a:lnTo>
                    <a:lnTo>
                      <a:pt x="2288" y="45"/>
                    </a:lnTo>
                    <a:lnTo>
                      <a:pt x="2298" y="45"/>
                    </a:lnTo>
                    <a:lnTo>
                      <a:pt x="2308" y="42"/>
                    </a:lnTo>
                    <a:lnTo>
                      <a:pt x="2317" y="42"/>
                    </a:lnTo>
                    <a:lnTo>
                      <a:pt x="2327" y="42"/>
                    </a:lnTo>
                    <a:lnTo>
                      <a:pt x="2337" y="42"/>
                    </a:lnTo>
                    <a:lnTo>
                      <a:pt x="2347" y="42"/>
                    </a:lnTo>
                    <a:lnTo>
                      <a:pt x="2360" y="39"/>
                    </a:lnTo>
                    <a:lnTo>
                      <a:pt x="2370" y="39"/>
                    </a:lnTo>
                    <a:lnTo>
                      <a:pt x="2379" y="36"/>
                    </a:lnTo>
                    <a:lnTo>
                      <a:pt x="2389" y="36"/>
                    </a:lnTo>
                    <a:lnTo>
                      <a:pt x="2399" y="33"/>
                    </a:lnTo>
                    <a:lnTo>
                      <a:pt x="2409" y="30"/>
                    </a:lnTo>
                    <a:lnTo>
                      <a:pt x="2419" y="30"/>
                    </a:lnTo>
                    <a:lnTo>
                      <a:pt x="2419" y="114"/>
                    </a:lnTo>
                    <a:lnTo>
                      <a:pt x="2409" y="108"/>
                    </a:lnTo>
                    <a:lnTo>
                      <a:pt x="2399" y="105"/>
                    </a:lnTo>
                    <a:lnTo>
                      <a:pt x="2389" y="99"/>
                    </a:lnTo>
                    <a:lnTo>
                      <a:pt x="2383" y="90"/>
                    </a:lnTo>
                    <a:lnTo>
                      <a:pt x="2376" y="81"/>
                    </a:lnTo>
                    <a:lnTo>
                      <a:pt x="2366" y="72"/>
                    </a:lnTo>
                    <a:lnTo>
                      <a:pt x="2356" y="81"/>
                    </a:lnTo>
                    <a:lnTo>
                      <a:pt x="2350" y="90"/>
                    </a:lnTo>
                    <a:lnTo>
                      <a:pt x="2340" y="96"/>
                    </a:lnTo>
                    <a:lnTo>
                      <a:pt x="2327" y="93"/>
                    </a:lnTo>
                    <a:lnTo>
                      <a:pt x="2324" y="84"/>
                    </a:lnTo>
                    <a:lnTo>
                      <a:pt x="2314" y="81"/>
                    </a:lnTo>
                    <a:lnTo>
                      <a:pt x="2304" y="72"/>
                    </a:lnTo>
                    <a:lnTo>
                      <a:pt x="2294" y="72"/>
                    </a:lnTo>
                    <a:lnTo>
                      <a:pt x="2285" y="81"/>
                    </a:lnTo>
                    <a:lnTo>
                      <a:pt x="2275" y="87"/>
                    </a:lnTo>
                    <a:lnTo>
                      <a:pt x="2265" y="90"/>
                    </a:lnTo>
                    <a:lnTo>
                      <a:pt x="2255" y="93"/>
                    </a:lnTo>
                    <a:lnTo>
                      <a:pt x="2245" y="93"/>
                    </a:lnTo>
                    <a:lnTo>
                      <a:pt x="2236" y="93"/>
                    </a:lnTo>
                    <a:lnTo>
                      <a:pt x="2226" y="90"/>
                    </a:lnTo>
                    <a:lnTo>
                      <a:pt x="2216" y="87"/>
                    </a:lnTo>
                    <a:lnTo>
                      <a:pt x="2206" y="84"/>
                    </a:lnTo>
                    <a:lnTo>
                      <a:pt x="2197" y="81"/>
                    </a:lnTo>
                    <a:lnTo>
                      <a:pt x="2187" y="81"/>
                    </a:lnTo>
                    <a:lnTo>
                      <a:pt x="2174" y="84"/>
                    </a:lnTo>
                    <a:lnTo>
                      <a:pt x="2164" y="87"/>
                    </a:lnTo>
                    <a:lnTo>
                      <a:pt x="2154" y="87"/>
                    </a:lnTo>
                    <a:lnTo>
                      <a:pt x="2144" y="87"/>
                    </a:lnTo>
                    <a:lnTo>
                      <a:pt x="2134" y="87"/>
                    </a:lnTo>
                    <a:lnTo>
                      <a:pt x="2125" y="90"/>
                    </a:lnTo>
                    <a:lnTo>
                      <a:pt x="2115" y="93"/>
                    </a:lnTo>
                    <a:lnTo>
                      <a:pt x="2105" y="96"/>
                    </a:lnTo>
                    <a:lnTo>
                      <a:pt x="2095" y="99"/>
                    </a:lnTo>
                    <a:lnTo>
                      <a:pt x="2082" y="108"/>
                    </a:lnTo>
                    <a:lnTo>
                      <a:pt x="2069" y="114"/>
                    </a:lnTo>
                    <a:lnTo>
                      <a:pt x="2059" y="117"/>
                    </a:lnTo>
                    <a:lnTo>
                      <a:pt x="2050" y="114"/>
                    </a:lnTo>
                    <a:lnTo>
                      <a:pt x="2043" y="105"/>
                    </a:lnTo>
                    <a:lnTo>
                      <a:pt x="2033" y="99"/>
                    </a:lnTo>
                    <a:lnTo>
                      <a:pt x="2020" y="90"/>
                    </a:lnTo>
                    <a:lnTo>
                      <a:pt x="2010" y="87"/>
                    </a:lnTo>
                    <a:lnTo>
                      <a:pt x="1997" y="96"/>
                    </a:lnTo>
                    <a:lnTo>
                      <a:pt x="1994" y="105"/>
                    </a:lnTo>
                    <a:lnTo>
                      <a:pt x="1988" y="114"/>
                    </a:lnTo>
                    <a:lnTo>
                      <a:pt x="1978" y="120"/>
                    </a:lnTo>
                    <a:lnTo>
                      <a:pt x="1965" y="120"/>
                    </a:lnTo>
                    <a:lnTo>
                      <a:pt x="1955" y="117"/>
                    </a:lnTo>
                    <a:lnTo>
                      <a:pt x="1945" y="111"/>
                    </a:lnTo>
                    <a:lnTo>
                      <a:pt x="1932" y="105"/>
                    </a:lnTo>
                    <a:lnTo>
                      <a:pt x="1922" y="102"/>
                    </a:lnTo>
                    <a:lnTo>
                      <a:pt x="1913" y="96"/>
                    </a:lnTo>
                    <a:lnTo>
                      <a:pt x="1903" y="90"/>
                    </a:lnTo>
                    <a:lnTo>
                      <a:pt x="1890" y="90"/>
                    </a:lnTo>
                    <a:lnTo>
                      <a:pt x="1880" y="93"/>
                    </a:lnTo>
                    <a:lnTo>
                      <a:pt x="1870" y="99"/>
                    </a:lnTo>
                    <a:lnTo>
                      <a:pt x="1860" y="105"/>
                    </a:lnTo>
                    <a:lnTo>
                      <a:pt x="1850" y="108"/>
                    </a:lnTo>
                    <a:lnTo>
                      <a:pt x="1841" y="108"/>
                    </a:lnTo>
                    <a:lnTo>
                      <a:pt x="1824" y="108"/>
                    </a:lnTo>
                    <a:lnTo>
                      <a:pt x="1815" y="108"/>
                    </a:lnTo>
                    <a:lnTo>
                      <a:pt x="1805" y="108"/>
                    </a:lnTo>
                    <a:lnTo>
                      <a:pt x="1795" y="102"/>
                    </a:lnTo>
                    <a:lnTo>
                      <a:pt x="1785" y="102"/>
                    </a:lnTo>
                    <a:lnTo>
                      <a:pt x="1775" y="99"/>
                    </a:lnTo>
                    <a:lnTo>
                      <a:pt x="1766" y="96"/>
                    </a:lnTo>
                    <a:lnTo>
                      <a:pt x="1756" y="96"/>
                    </a:lnTo>
                    <a:lnTo>
                      <a:pt x="1743" y="96"/>
                    </a:lnTo>
                    <a:lnTo>
                      <a:pt x="1730" y="93"/>
                    </a:lnTo>
                    <a:lnTo>
                      <a:pt x="1717" y="93"/>
                    </a:lnTo>
                    <a:lnTo>
                      <a:pt x="1704" y="96"/>
                    </a:lnTo>
                    <a:lnTo>
                      <a:pt x="1694" y="105"/>
                    </a:lnTo>
                    <a:lnTo>
                      <a:pt x="1687" y="117"/>
                    </a:lnTo>
                    <a:lnTo>
                      <a:pt x="1677" y="123"/>
                    </a:lnTo>
                    <a:lnTo>
                      <a:pt x="1664" y="120"/>
                    </a:lnTo>
                    <a:lnTo>
                      <a:pt x="1651" y="114"/>
                    </a:lnTo>
                    <a:lnTo>
                      <a:pt x="1642" y="105"/>
                    </a:lnTo>
                    <a:lnTo>
                      <a:pt x="1638" y="96"/>
                    </a:lnTo>
                    <a:lnTo>
                      <a:pt x="1628" y="87"/>
                    </a:lnTo>
                    <a:lnTo>
                      <a:pt x="1619" y="84"/>
                    </a:lnTo>
                    <a:lnTo>
                      <a:pt x="1609" y="93"/>
                    </a:lnTo>
                    <a:lnTo>
                      <a:pt x="1602" y="102"/>
                    </a:lnTo>
                    <a:lnTo>
                      <a:pt x="1593" y="105"/>
                    </a:lnTo>
                    <a:lnTo>
                      <a:pt x="1583" y="105"/>
                    </a:lnTo>
                    <a:lnTo>
                      <a:pt x="1573" y="102"/>
                    </a:lnTo>
                    <a:lnTo>
                      <a:pt x="1563" y="102"/>
                    </a:lnTo>
                    <a:lnTo>
                      <a:pt x="1553" y="99"/>
                    </a:lnTo>
                    <a:lnTo>
                      <a:pt x="1544" y="96"/>
                    </a:lnTo>
                    <a:lnTo>
                      <a:pt x="1534" y="93"/>
                    </a:lnTo>
                    <a:lnTo>
                      <a:pt x="1524" y="90"/>
                    </a:lnTo>
                    <a:lnTo>
                      <a:pt x="1514" y="90"/>
                    </a:lnTo>
                    <a:lnTo>
                      <a:pt x="1508" y="99"/>
                    </a:lnTo>
                    <a:lnTo>
                      <a:pt x="1501" y="108"/>
                    </a:lnTo>
                    <a:lnTo>
                      <a:pt x="1491" y="111"/>
                    </a:lnTo>
                    <a:lnTo>
                      <a:pt x="1482" y="111"/>
                    </a:lnTo>
                    <a:lnTo>
                      <a:pt x="1472" y="111"/>
                    </a:lnTo>
                    <a:lnTo>
                      <a:pt x="1462" y="111"/>
                    </a:lnTo>
                    <a:lnTo>
                      <a:pt x="1452" y="111"/>
                    </a:lnTo>
                    <a:lnTo>
                      <a:pt x="1439" y="111"/>
                    </a:lnTo>
                    <a:lnTo>
                      <a:pt x="1429" y="114"/>
                    </a:lnTo>
                    <a:lnTo>
                      <a:pt x="1420" y="114"/>
                    </a:lnTo>
                    <a:lnTo>
                      <a:pt x="1410" y="117"/>
                    </a:lnTo>
                    <a:lnTo>
                      <a:pt x="1400" y="114"/>
                    </a:lnTo>
                    <a:lnTo>
                      <a:pt x="1390" y="108"/>
                    </a:lnTo>
                    <a:lnTo>
                      <a:pt x="1380" y="102"/>
                    </a:lnTo>
                    <a:lnTo>
                      <a:pt x="1371" y="96"/>
                    </a:lnTo>
                    <a:lnTo>
                      <a:pt x="1361" y="93"/>
                    </a:lnTo>
                    <a:lnTo>
                      <a:pt x="1348" y="90"/>
                    </a:lnTo>
                    <a:lnTo>
                      <a:pt x="1338" y="90"/>
                    </a:lnTo>
                    <a:lnTo>
                      <a:pt x="1328" y="90"/>
                    </a:lnTo>
                    <a:lnTo>
                      <a:pt x="1318" y="90"/>
                    </a:lnTo>
                    <a:lnTo>
                      <a:pt x="1309" y="87"/>
                    </a:lnTo>
                    <a:lnTo>
                      <a:pt x="1296" y="84"/>
                    </a:lnTo>
                    <a:lnTo>
                      <a:pt x="1286" y="84"/>
                    </a:lnTo>
                    <a:lnTo>
                      <a:pt x="1276" y="84"/>
                    </a:lnTo>
                    <a:lnTo>
                      <a:pt x="1266" y="84"/>
                    </a:lnTo>
                    <a:lnTo>
                      <a:pt x="1253" y="84"/>
                    </a:lnTo>
                    <a:lnTo>
                      <a:pt x="1243" y="87"/>
                    </a:lnTo>
                    <a:lnTo>
                      <a:pt x="1237" y="96"/>
                    </a:lnTo>
                    <a:lnTo>
                      <a:pt x="1230" y="105"/>
                    </a:lnTo>
                    <a:lnTo>
                      <a:pt x="1220" y="117"/>
                    </a:lnTo>
                    <a:lnTo>
                      <a:pt x="1211" y="123"/>
                    </a:lnTo>
                    <a:lnTo>
                      <a:pt x="1198" y="117"/>
                    </a:lnTo>
                    <a:lnTo>
                      <a:pt x="1191" y="108"/>
                    </a:lnTo>
                    <a:lnTo>
                      <a:pt x="1181" y="105"/>
                    </a:lnTo>
                    <a:lnTo>
                      <a:pt x="1171" y="102"/>
                    </a:lnTo>
                    <a:lnTo>
                      <a:pt x="1162" y="102"/>
                    </a:lnTo>
                    <a:lnTo>
                      <a:pt x="1149" y="99"/>
                    </a:lnTo>
                    <a:lnTo>
                      <a:pt x="1132" y="96"/>
                    </a:lnTo>
                    <a:lnTo>
                      <a:pt x="1122" y="93"/>
                    </a:lnTo>
                    <a:lnTo>
                      <a:pt x="1113" y="96"/>
                    </a:lnTo>
                    <a:lnTo>
                      <a:pt x="1103" y="102"/>
                    </a:lnTo>
                    <a:lnTo>
                      <a:pt x="1093" y="102"/>
                    </a:lnTo>
                    <a:lnTo>
                      <a:pt x="1083" y="96"/>
                    </a:lnTo>
                    <a:lnTo>
                      <a:pt x="1074" y="90"/>
                    </a:lnTo>
                    <a:lnTo>
                      <a:pt x="1064" y="84"/>
                    </a:lnTo>
                    <a:lnTo>
                      <a:pt x="1054" y="78"/>
                    </a:lnTo>
                    <a:lnTo>
                      <a:pt x="1044" y="78"/>
                    </a:lnTo>
                    <a:lnTo>
                      <a:pt x="1038" y="87"/>
                    </a:lnTo>
                    <a:lnTo>
                      <a:pt x="1031" y="96"/>
                    </a:lnTo>
                    <a:lnTo>
                      <a:pt x="1021" y="102"/>
                    </a:lnTo>
                    <a:lnTo>
                      <a:pt x="1008" y="102"/>
                    </a:lnTo>
                    <a:lnTo>
                      <a:pt x="992" y="102"/>
                    </a:lnTo>
                    <a:lnTo>
                      <a:pt x="979" y="102"/>
                    </a:lnTo>
                    <a:lnTo>
                      <a:pt x="966" y="96"/>
                    </a:lnTo>
                    <a:lnTo>
                      <a:pt x="953" y="93"/>
                    </a:lnTo>
                    <a:lnTo>
                      <a:pt x="943" y="93"/>
                    </a:lnTo>
                    <a:lnTo>
                      <a:pt x="933" y="93"/>
                    </a:lnTo>
                    <a:lnTo>
                      <a:pt x="920" y="84"/>
                    </a:lnTo>
                    <a:lnTo>
                      <a:pt x="910" y="81"/>
                    </a:lnTo>
                    <a:lnTo>
                      <a:pt x="901" y="78"/>
                    </a:lnTo>
                    <a:lnTo>
                      <a:pt x="887" y="81"/>
                    </a:lnTo>
                    <a:lnTo>
                      <a:pt x="887" y="90"/>
                    </a:lnTo>
                    <a:lnTo>
                      <a:pt x="878" y="96"/>
                    </a:lnTo>
                    <a:lnTo>
                      <a:pt x="868" y="102"/>
                    </a:lnTo>
                    <a:lnTo>
                      <a:pt x="858" y="105"/>
                    </a:lnTo>
                    <a:lnTo>
                      <a:pt x="848" y="99"/>
                    </a:lnTo>
                    <a:lnTo>
                      <a:pt x="835" y="90"/>
                    </a:lnTo>
                    <a:lnTo>
                      <a:pt x="825" y="84"/>
                    </a:lnTo>
                    <a:lnTo>
                      <a:pt x="812" y="81"/>
                    </a:lnTo>
                    <a:lnTo>
                      <a:pt x="799" y="81"/>
                    </a:lnTo>
                    <a:lnTo>
                      <a:pt x="786" y="81"/>
                    </a:lnTo>
                    <a:lnTo>
                      <a:pt x="776" y="87"/>
                    </a:lnTo>
                    <a:lnTo>
                      <a:pt x="760" y="87"/>
                    </a:lnTo>
                    <a:lnTo>
                      <a:pt x="747" y="90"/>
                    </a:lnTo>
                    <a:lnTo>
                      <a:pt x="734" y="99"/>
                    </a:lnTo>
                    <a:lnTo>
                      <a:pt x="718" y="102"/>
                    </a:lnTo>
                    <a:lnTo>
                      <a:pt x="708" y="105"/>
                    </a:lnTo>
                    <a:lnTo>
                      <a:pt x="698" y="108"/>
                    </a:lnTo>
                    <a:lnTo>
                      <a:pt x="695" y="96"/>
                    </a:lnTo>
                    <a:lnTo>
                      <a:pt x="695" y="87"/>
                    </a:lnTo>
                    <a:lnTo>
                      <a:pt x="685" y="84"/>
                    </a:lnTo>
                    <a:lnTo>
                      <a:pt x="672" y="81"/>
                    </a:lnTo>
                    <a:lnTo>
                      <a:pt x="662" y="81"/>
                    </a:lnTo>
                    <a:lnTo>
                      <a:pt x="652" y="81"/>
                    </a:lnTo>
                    <a:lnTo>
                      <a:pt x="643" y="81"/>
                    </a:lnTo>
                    <a:lnTo>
                      <a:pt x="633" y="72"/>
                    </a:lnTo>
                    <a:lnTo>
                      <a:pt x="623" y="72"/>
                    </a:lnTo>
                    <a:lnTo>
                      <a:pt x="613" y="72"/>
                    </a:lnTo>
                    <a:lnTo>
                      <a:pt x="603" y="72"/>
                    </a:lnTo>
                    <a:lnTo>
                      <a:pt x="594" y="72"/>
                    </a:lnTo>
                    <a:lnTo>
                      <a:pt x="581" y="72"/>
                    </a:lnTo>
                    <a:lnTo>
                      <a:pt x="571" y="78"/>
                    </a:lnTo>
                    <a:lnTo>
                      <a:pt x="561" y="78"/>
                    </a:lnTo>
                    <a:lnTo>
                      <a:pt x="548" y="81"/>
                    </a:lnTo>
                    <a:lnTo>
                      <a:pt x="538" y="84"/>
                    </a:lnTo>
                    <a:lnTo>
                      <a:pt x="528" y="84"/>
                    </a:lnTo>
                    <a:lnTo>
                      <a:pt x="519" y="81"/>
                    </a:lnTo>
                    <a:lnTo>
                      <a:pt x="509" y="75"/>
                    </a:lnTo>
                    <a:lnTo>
                      <a:pt x="499" y="72"/>
                    </a:lnTo>
                    <a:lnTo>
                      <a:pt x="489" y="72"/>
                    </a:lnTo>
                    <a:lnTo>
                      <a:pt x="479" y="72"/>
                    </a:lnTo>
                    <a:lnTo>
                      <a:pt x="470" y="72"/>
                    </a:lnTo>
                    <a:lnTo>
                      <a:pt x="457" y="72"/>
                    </a:lnTo>
                    <a:lnTo>
                      <a:pt x="447" y="72"/>
                    </a:lnTo>
                    <a:lnTo>
                      <a:pt x="437" y="72"/>
                    </a:lnTo>
                    <a:lnTo>
                      <a:pt x="427" y="72"/>
                    </a:lnTo>
                    <a:lnTo>
                      <a:pt x="414" y="72"/>
                    </a:lnTo>
                    <a:lnTo>
                      <a:pt x="404" y="78"/>
                    </a:lnTo>
                    <a:lnTo>
                      <a:pt x="395" y="81"/>
                    </a:lnTo>
                    <a:lnTo>
                      <a:pt x="388" y="90"/>
                    </a:lnTo>
                    <a:lnTo>
                      <a:pt x="378" y="93"/>
                    </a:lnTo>
                    <a:lnTo>
                      <a:pt x="362" y="93"/>
                    </a:lnTo>
                    <a:lnTo>
                      <a:pt x="352" y="87"/>
                    </a:lnTo>
                    <a:lnTo>
                      <a:pt x="342" y="84"/>
                    </a:lnTo>
                    <a:lnTo>
                      <a:pt x="332" y="84"/>
                    </a:lnTo>
                    <a:lnTo>
                      <a:pt x="323" y="84"/>
                    </a:lnTo>
                    <a:lnTo>
                      <a:pt x="313" y="84"/>
                    </a:lnTo>
                    <a:lnTo>
                      <a:pt x="303" y="84"/>
                    </a:lnTo>
                    <a:lnTo>
                      <a:pt x="287" y="84"/>
                    </a:lnTo>
                    <a:lnTo>
                      <a:pt x="277" y="84"/>
                    </a:lnTo>
                    <a:lnTo>
                      <a:pt x="267" y="84"/>
                    </a:lnTo>
                    <a:lnTo>
                      <a:pt x="257" y="84"/>
                    </a:lnTo>
                    <a:lnTo>
                      <a:pt x="248" y="84"/>
                    </a:lnTo>
                    <a:lnTo>
                      <a:pt x="238" y="78"/>
                    </a:lnTo>
                    <a:lnTo>
                      <a:pt x="228" y="81"/>
                    </a:lnTo>
                    <a:lnTo>
                      <a:pt x="215" y="93"/>
                    </a:lnTo>
                    <a:lnTo>
                      <a:pt x="202" y="102"/>
                    </a:lnTo>
                    <a:lnTo>
                      <a:pt x="192" y="102"/>
                    </a:lnTo>
                    <a:lnTo>
                      <a:pt x="182" y="102"/>
                    </a:lnTo>
                    <a:lnTo>
                      <a:pt x="173" y="99"/>
                    </a:lnTo>
                    <a:lnTo>
                      <a:pt x="159" y="96"/>
                    </a:lnTo>
                    <a:lnTo>
                      <a:pt x="150" y="96"/>
                    </a:lnTo>
                    <a:lnTo>
                      <a:pt x="140" y="96"/>
                    </a:lnTo>
                    <a:lnTo>
                      <a:pt x="133" y="105"/>
                    </a:lnTo>
                    <a:lnTo>
                      <a:pt x="124" y="108"/>
                    </a:lnTo>
                    <a:lnTo>
                      <a:pt x="114" y="111"/>
                    </a:lnTo>
                    <a:lnTo>
                      <a:pt x="104" y="114"/>
                    </a:lnTo>
                    <a:lnTo>
                      <a:pt x="94" y="114"/>
                    </a:lnTo>
                    <a:lnTo>
                      <a:pt x="78" y="117"/>
                    </a:lnTo>
                    <a:lnTo>
                      <a:pt x="68" y="117"/>
                    </a:lnTo>
                    <a:lnTo>
                      <a:pt x="58" y="117"/>
                    </a:lnTo>
                    <a:lnTo>
                      <a:pt x="48" y="117"/>
                    </a:lnTo>
                    <a:lnTo>
                      <a:pt x="39" y="120"/>
                    </a:lnTo>
                    <a:lnTo>
                      <a:pt x="29" y="126"/>
                    </a:lnTo>
                    <a:lnTo>
                      <a:pt x="19" y="132"/>
                    </a:lnTo>
                    <a:lnTo>
                      <a:pt x="13" y="141"/>
                    </a:lnTo>
                    <a:lnTo>
                      <a:pt x="3" y="144"/>
                    </a:lnTo>
                    <a:lnTo>
                      <a:pt x="0" y="15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8" name="Rectangle 22">
                <a:extLst>
                  <a:ext uri="{FF2B5EF4-FFF2-40B4-BE49-F238E27FC236}">
                    <a16:creationId xmlns:a16="http://schemas.microsoft.com/office/drawing/2014/main" id="{0457FD28-CE20-2F68-9EB1-0E01855190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2" y="604"/>
                <a:ext cx="26" cy="1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128" name="Group 32">
            <a:extLst>
              <a:ext uri="{FF2B5EF4-FFF2-40B4-BE49-F238E27FC236}">
                <a16:creationId xmlns:a16="http://schemas.microsoft.com/office/drawing/2014/main" id="{ABF58291-F5E9-912C-9EF8-EA7AAA1D728B}"/>
              </a:ext>
            </a:extLst>
          </p:cNvPr>
          <p:cNvGrpSpPr>
            <a:grpSpLocks/>
          </p:cNvGrpSpPr>
          <p:nvPr/>
        </p:nvGrpSpPr>
        <p:grpSpPr bwMode="auto">
          <a:xfrm>
            <a:off x="0" y="2698750"/>
            <a:ext cx="1225550" cy="444500"/>
            <a:chOff x="0" y="1700"/>
            <a:chExt cx="772" cy="280"/>
          </a:xfrm>
        </p:grpSpPr>
        <p:sp>
          <p:nvSpPr>
            <p:cNvPr id="4121" name="Rectangle 25">
              <a:extLst>
                <a:ext uri="{FF2B5EF4-FFF2-40B4-BE49-F238E27FC236}">
                  <a16:creationId xmlns:a16="http://schemas.microsoft.com/office/drawing/2014/main" id="{CEF09685-44CC-AA09-E852-D18714C38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00"/>
              <a:ext cx="77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b" anchorCtr="1">
              <a:spAutoFit/>
            </a:bodyPr>
            <a:lstStyle>
              <a:lvl1pPr marL="190500" indent="-190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3000"/>
                </a:lnSpc>
                <a:spcAft>
                  <a:spcPct val="52000"/>
                </a:spcAft>
              </a:pPr>
              <a:r>
                <a:rPr lang="en-US" altLang="en-US" sz="1200" b="1">
                  <a:latin typeface="Courier New" panose="02070309020205020404" pitchFamily="49" charset="0"/>
                </a:rPr>
                <a:t>OtherName</a:t>
              </a:r>
            </a:p>
          </p:txBody>
        </p:sp>
        <p:sp>
          <p:nvSpPr>
            <p:cNvPr id="4122" name="Rectangle 26">
              <a:extLst>
                <a:ext uri="{FF2B5EF4-FFF2-40B4-BE49-F238E27FC236}">
                  <a16:creationId xmlns:a16="http://schemas.microsoft.com/office/drawing/2014/main" id="{5F52B2BB-512C-6F53-807E-98F9B5814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3" name="Rectangle 27">
              <a:extLst>
                <a:ext uri="{FF2B5EF4-FFF2-40B4-BE49-F238E27FC236}">
                  <a16:creationId xmlns:a16="http://schemas.microsoft.com/office/drawing/2014/main" id="{E7CFBC72-A0C5-75A0-0D4A-975DD10BC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4" name="Rectangle 28">
              <a:extLst>
                <a:ext uri="{FF2B5EF4-FFF2-40B4-BE49-F238E27FC236}">
                  <a16:creationId xmlns:a16="http://schemas.microsoft.com/office/drawing/2014/main" id="{E7B72647-80A0-EB1F-9B95-520953215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Rectangle 29">
              <a:extLst>
                <a:ext uri="{FF2B5EF4-FFF2-40B4-BE49-F238E27FC236}">
                  <a16:creationId xmlns:a16="http://schemas.microsoft.com/office/drawing/2014/main" id="{3BB9FC8C-DF83-F69B-F1E1-C4E26E5D2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4126" name="Rectangle 30">
              <a:extLst>
                <a:ext uri="{FF2B5EF4-FFF2-40B4-BE49-F238E27FC236}">
                  <a16:creationId xmlns:a16="http://schemas.microsoft.com/office/drawing/2014/main" id="{ECF9574F-26C9-A523-1DF4-BAB836C3C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o</a:t>
              </a:r>
            </a:p>
          </p:txBody>
        </p:sp>
        <p:sp>
          <p:nvSpPr>
            <p:cNvPr id="4127" name="Rectangle 31">
              <a:extLst>
                <a:ext uri="{FF2B5EF4-FFF2-40B4-BE49-F238E27FC236}">
                  <a16:creationId xmlns:a16="http://schemas.microsoft.com/office/drawing/2014/main" id="{5E0D2636-4106-613F-A599-7E7DF29C8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</p:grpSp>
      <p:sp>
        <p:nvSpPr>
          <p:cNvPr id="4129" name="Rectangle 33">
            <a:extLst>
              <a:ext uri="{FF2B5EF4-FFF2-40B4-BE49-F238E27FC236}">
                <a16:creationId xmlns:a16="http://schemas.microsoft.com/office/drawing/2014/main" id="{CCCC41B9-404E-668B-7C53-7D0C6FA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3025775"/>
            <a:ext cx="2730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130" name="Rectangle 34">
            <a:extLst>
              <a:ext uri="{FF2B5EF4-FFF2-40B4-BE49-F238E27FC236}">
                <a16:creationId xmlns:a16="http://schemas.microsoft.com/office/drawing/2014/main" id="{7AC259B3-4421-9CE6-EFCF-4B0296E71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3330575"/>
            <a:ext cx="2730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4135" name="Group 39">
            <a:extLst>
              <a:ext uri="{FF2B5EF4-FFF2-40B4-BE49-F238E27FC236}">
                <a16:creationId xmlns:a16="http://schemas.microsoft.com/office/drawing/2014/main" id="{50786A58-B05F-BF65-EE00-410EC8B544E9}"/>
              </a:ext>
            </a:extLst>
          </p:cNvPr>
          <p:cNvGrpSpPr>
            <a:grpSpLocks/>
          </p:cNvGrpSpPr>
          <p:nvPr/>
        </p:nvGrpSpPr>
        <p:grpSpPr bwMode="auto">
          <a:xfrm>
            <a:off x="3000375" y="3394075"/>
            <a:ext cx="1487488" cy="342900"/>
            <a:chOff x="1890" y="2138"/>
            <a:chExt cx="937" cy="216"/>
          </a:xfrm>
        </p:grpSpPr>
        <p:grpSp>
          <p:nvGrpSpPr>
            <p:cNvPr id="4133" name="Group 37">
              <a:extLst>
                <a:ext uri="{FF2B5EF4-FFF2-40B4-BE49-F238E27FC236}">
                  <a16:creationId xmlns:a16="http://schemas.microsoft.com/office/drawing/2014/main" id="{BB76BA69-2A3C-F9E8-3E80-FD408E6F4A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0" y="2207"/>
              <a:ext cx="937" cy="147"/>
              <a:chOff x="1890" y="2207"/>
              <a:chExt cx="937" cy="147"/>
            </a:xfrm>
          </p:grpSpPr>
          <p:sp>
            <p:nvSpPr>
              <p:cNvPr id="4131" name="Freeform 35">
                <a:extLst>
                  <a:ext uri="{FF2B5EF4-FFF2-40B4-BE49-F238E27FC236}">
                    <a16:creationId xmlns:a16="http://schemas.microsoft.com/office/drawing/2014/main" id="{0225338E-7FD7-F0CB-72E5-99922040E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2207"/>
                <a:ext cx="937" cy="81"/>
              </a:xfrm>
              <a:custGeom>
                <a:avLst/>
                <a:gdLst>
                  <a:gd name="T0" fmla="*/ 0 w 937"/>
                  <a:gd name="T1" fmla="*/ 80 h 81"/>
                  <a:gd name="T2" fmla="*/ 936 w 937"/>
                  <a:gd name="T3" fmla="*/ 80 h 81"/>
                  <a:gd name="T4" fmla="*/ 881 w 937"/>
                  <a:gd name="T5" fmla="*/ 0 h 81"/>
                  <a:gd name="T6" fmla="*/ 56 w 937"/>
                  <a:gd name="T7" fmla="*/ 0 h 81"/>
                  <a:gd name="T8" fmla="*/ 0 w 937"/>
                  <a:gd name="T9" fmla="*/ 8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7" h="81">
                    <a:moveTo>
                      <a:pt x="0" y="80"/>
                    </a:moveTo>
                    <a:lnTo>
                      <a:pt x="936" y="80"/>
                    </a:lnTo>
                    <a:lnTo>
                      <a:pt x="881" y="0"/>
                    </a:lnTo>
                    <a:lnTo>
                      <a:pt x="56" y="0"/>
                    </a:lnTo>
                    <a:lnTo>
                      <a:pt x="0" y="80"/>
                    </a:lnTo>
                  </a:path>
                </a:pathLst>
              </a:custGeom>
              <a:solidFill>
                <a:srgbClr val="C0C0C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2" name="Rectangle 36">
                <a:extLst>
                  <a:ext uri="{FF2B5EF4-FFF2-40B4-BE49-F238E27FC236}">
                    <a16:creationId xmlns:a16="http://schemas.microsoft.com/office/drawing/2014/main" id="{0B64C408-EA26-E504-B258-45A8FC60CA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2" y="2287"/>
                <a:ext cx="927" cy="67"/>
              </a:xfrm>
              <a:prstGeom prst="rect">
                <a:avLst/>
              </a:prstGeom>
              <a:solidFill>
                <a:srgbClr val="C0C0C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34" name="Freeform 38">
              <a:extLst>
                <a:ext uri="{FF2B5EF4-FFF2-40B4-BE49-F238E27FC236}">
                  <a16:creationId xmlns:a16="http://schemas.microsoft.com/office/drawing/2014/main" id="{EDC16D4D-CAE7-1A25-E244-A6FC15503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2138"/>
              <a:ext cx="498" cy="148"/>
            </a:xfrm>
            <a:custGeom>
              <a:avLst/>
              <a:gdLst>
                <a:gd name="T0" fmla="*/ 0 w 498"/>
                <a:gd name="T1" fmla="*/ 82 h 148"/>
                <a:gd name="T2" fmla="*/ 0 w 498"/>
                <a:gd name="T3" fmla="*/ 0 h 148"/>
                <a:gd name="T4" fmla="*/ 497 w 498"/>
                <a:gd name="T5" fmla="*/ 0 h 148"/>
                <a:gd name="T6" fmla="*/ 497 w 498"/>
                <a:gd name="T7" fmla="*/ 84 h 148"/>
                <a:gd name="T8" fmla="*/ 494 w 498"/>
                <a:gd name="T9" fmla="*/ 92 h 148"/>
                <a:gd name="T10" fmla="*/ 490 w 498"/>
                <a:gd name="T11" fmla="*/ 99 h 148"/>
                <a:gd name="T12" fmla="*/ 480 w 498"/>
                <a:gd name="T13" fmla="*/ 106 h 148"/>
                <a:gd name="T14" fmla="*/ 469 w 498"/>
                <a:gd name="T15" fmla="*/ 112 h 148"/>
                <a:gd name="T16" fmla="*/ 455 w 498"/>
                <a:gd name="T17" fmla="*/ 118 h 148"/>
                <a:gd name="T18" fmla="*/ 442 w 498"/>
                <a:gd name="T19" fmla="*/ 123 h 148"/>
                <a:gd name="T20" fmla="*/ 426 w 498"/>
                <a:gd name="T21" fmla="*/ 127 h 148"/>
                <a:gd name="T22" fmla="*/ 407 w 498"/>
                <a:gd name="T23" fmla="*/ 131 h 148"/>
                <a:gd name="T24" fmla="*/ 391 w 498"/>
                <a:gd name="T25" fmla="*/ 134 h 148"/>
                <a:gd name="T26" fmla="*/ 366 w 498"/>
                <a:gd name="T27" fmla="*/ 139 h 148"/>
                <a:gd name="T28" fmla="*/ 344 w 498"/>
                <a:gd name="T29" fmla="*/ 141 h 148"/>
                <a:gd name="T30" fmla="*/ 322 w 498"/>
                <a:gd name="T31" fmla="*/ 144 h 148"/>
                <a:gd name="T32" fmla="*/ 298 w 498"/>
                <a:gd name="T33" fmla="*/ 145 h 148"/>
                <a:gd name="T34" fmla="*/ 271 w 498"/>
                <a:gd name="T35" fmla="*/ 147 h 148"/>
                <a:gd name="T36" fmla="*/ 235 w 498"/>
                <a:gd name="T37" fmla="*/ 147 h 148"/>
                <a:gd name="T38" fmla="*/ 203 w 498"/>
                <a:gd name="T39" fmla="*/ 145 h 148"/>
                <a:gd name="T40" fmla="*/ 173 w 498"/>
                <a:gd name="T41" fmla="*/ 144 h 148"/>
                <a:gd name="T42" fmla="*/ 145 w 498"/>
                <a:gd name="T43" fmla="*/ 141 h 148"/>
                <a:gd name="T44" fmla="*/ 122 w 498"/>
                <a:gd name="T45" fmla="*/ 138 h 148"/>
                <a:gd name="T46" fmla="*/ 104 w 498"/>
                <a:gd name="T47" fmla="*/ 134 h 148"/>
                <a:gd name="T48" fmla="*/ 81 w 498"/>
                <a:gd name="T49" fmla="*/ 130 h 148"/>
                <a:gd name="T50" fmla="*/ 62 w 498"/>
                <a:gd name="T51" fmla="*/ 125 h 148"/>
                <a:gd name="T52" fmla="*/ 45 w 498"/>
                <a:gd name="T53" fmla="*/ 120 h 148"/>
                <a:gd name="T54" fmla="*/ 30 w 498"/>
                <a:gd name="T55" fmla="*/ 113 h 148"/>
                <a:gd name="T56" fmla="*/ 20 w 498"/>
                <a:gd name="T57" fmla="*/ 108 h 148"/>
                <a:gd name="T58" fmla="*/ 12 w 498"/>
                <a:gd name="T59" fmla="*/ 103 h 148"/>
                <a:gd name="T60" fmla="*/ 7 w 498"/>
                <a:gd name="T61" fmla="*/ 96 h 148"/>
                <a:gd name="T62" fmla="*/ 2 w 498"/>
                <a:gd name="T63" fmla="*/ 90 h 148"/>
                <a:gd name="T64" fmla="*/ 0 w 498"/>
                <a:gd name="T65" fmla="*/ 82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98" h="148">
                  <a:moveTo>
                    <a:pt x="0" y="82"/>
                  </a:moveTo>
                  <a:lnTo>
                    <a:pt x="0" y="0"/>
                  </a:lnTo>
                  <a:lnTo>
                    <a:pt x="497" y="0"/>
                  </a:lnTo>
                  <a:lnTo>
                    <a:pt x="497" y="84"/>
                  </a:lnTo>
                  <a:lnTo>
                    <a:pt x="494" y="92"/>
                  </a:lnTo>
                  <a:lnTo>
                    <a:pt x="490" y="99"/>
                  </a:lnTo>
                  <a:lnTo>
                    <a:pt x="480" y="106"/>
                  </a:lnTo>
                  <a:lnTo>
                    <a:pt x="469" y="112"/>
                  </a:lnTo>
                  <a:lnTo>
                    <a:pt x="455" y="118"/>
                  </a:lnTo>
                  <a:lnTo>
                    <a:pt x="442" y="123"/>
                  </a:lnTo>
                  <a:lnTo>
                    <a:pt x="426" y="127"/>
                  </a:lnTo>
                  <a:lnTo>
                    <a:pt x="407" y="131"/>
                  </a:lnTo>
                  <a:lnTo>
                    <a:pt x="391" y="134"/>
                  </a:lnTo>
                  <a:lnTo>
                    <a:pt x="366" y="139"/>
                  </a:lnTo>
                  <a:lnTo>
                    <a:pt x="344" y="141"/>
                  </a:lnTo>
                  <a:lnTo>
                    <a:pt x="322" y="144"/>
                  </a:lnTo>
                  <a:lnTo>
                    <a:pt x="298" y="145"/>
                  </a:lnTo>
                  <a:lnTo>
                    <a:pt x="271" y="147"/>
                  </a:lnTo>
                  <a:lnTo>
                    <a:pt x="235" y="147"/>
                  </a:lnTo>
                  <a:lnTo>
                    <a:pt x="203" y="145"/>
                  </a:lnTo>
                  <a:lnTo>
                    <a:pt x="173" y="144"/>
                  </a:lnTo>
                  <a:lnTo>
                    <a:pt x="145" y="141"/>
                  </a:lnTo>
                  <a:lnTo>
                    <a:pt x="122" y="138"/>
                  </a:lnTo>
                  <a:lnTo>
                    <a:pt x="104" y="134"/>
                  </a:lnTo>
                  <a:lnTo>
                    <a:pt x="81" y="130"/>
                  </a:lnTo>
                  <a:lnTo>
                    <a:pt x="62" y="125"/>
                  </a:lnTo>
                  <a:lnTo>
                    <a:pt x="45" y="120"/>
                  </a:lnTo>
                  <a:lnTo>
                    <a:pt x="30" y="113"/>
                  </a:lnTo>
                  <a:lnTo>
                    <a:pt x="20" y="108"/>
                  </a:lnTo>
                  <a:lnTo>
                    <a:pt x="12" y="103"/>
                  </a:lnTo>
                  <a:lnTo>
                    <a:pt x="7" y="96"/>
                  </a:lnTo>
                  <a:lnTo>
                    <a:pt x="2" y="90"/>
                  </a:lnTo>
                  <a:lnTo>
                    <a:pt x="0" y="82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36" name="AutoShape 40">
            <a:extLst>
              <a:ext uri="{FF2B5EF4-FFF2-40B4-BE49-F238E27FC236}">
                <a16:creationId xmlns:a16="http://schemas.microsoft.com/office/drawing/2014/main" id="{C4CB2F71-4AF5-7D25-1AE1-AB674E22E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575" y="1876425"/>
            <a:ext cx="1830388" cy="1557338"/>
          </a:xfrm>
          <a:prstGeom prst="roundRect">
            <a:avLst>
              <a:gd name="adj" fmla="val 12250"/>
            </a:avLst>
          </a:prstGeom>
          <a:solidFill>
            <a:srgbClr val="C0C0C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7" name="AutoShape 41">
            <a:extLst>
              <a:ext uri="{FF2B5EF4-FFF2-40B4-BE49-F238E27FC236}">
                <a16:creationId xmlns:a16="http://schemas.microsoft.com/office/drawing/2014/main" id="{A95DD77E-F398-36CE-E250-436A944E9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1984375"/>
            <a:ext cx="1625600" cy="1295400"/>
          </a:xfrm>
          <a:prstGeom prst="roundRect">
            <a:avLst>
              <a:gd name="adj" fmla="val 12167"/>
            </a:avLst>
          </a:prstGeom>
          <a:solidFill>
            <a:srgbClr val="0099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pPr algn="ctr"/>
            <a:endParaRPr lang="en-US" altLang="en-US" sz="1400" b="1">
              <a:latin typeface="Arial" panose="020B0604020202020204" pitchFamily="34" charset="0"/>
            </a:endParaRPr>
          </a:p>
          <a:p>
            <a:pPr algn="ctr"/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4138" name="Rectangle 42">
            <a:extLst>
              <a:ext uri="{FF2B5EF4-FFF2-40B4-BE49-F238E27FC236}">
                <a16:creationId xmlns:a16="http://schemas.microsoft.com/office/drawing/2014/main" id="{1653D665-1382-605C-6B7D-0B6F4D4BD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863" y="3354388"/>
            <a:ext cx="42862" cy="12700"/>
          </a:xfrm>
          <a:prstGeom prst="rect">
            <a:avLst/>
          </a:prstGeom>
          <a:solidFill>
            <a:srgbClr val="FF330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9" name="Rectangle 43">
            <a:extLst>
              <a:ext uri="{FF2B5EF4-FFF2-40B4-BE49-F238E27FC236}">
                <a16:creationId xmlns:a16="http://schemas.microsoft.com/office/drawing/2014/main" id="{A086E53E-EE1C-6FB2-DE92-32DA62D41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3189288"/>
            <a:ext cx="122555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 anchorCtr="1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ShopTotal</a:t>
            </a:r>
          </a:p>
        </p:txBody>
      </p:sp>
      <p:sp>
        <p:nvSpPr>
          <p:cNvPr id="4140" name="Rectangle 44">
            <a:extLst>
              <a:ext uri="{FF2B5EF4-FFF2-40B4-BE49-F238E27FC236}">
                <a16:creationId xmlns:a16="http://schemas.microsoft.com/office/drawing/2014/main" id="{613C65AC-E77C-3678-29BE-174BFE23D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1" name="Rectangle 45">
            <a:extLst>
              <a:ext uri="{FF2B5EF4-FFF2-40B4-BE49-F238E27FC236}">
                <a16:creationId xmlns:a16="http://schemas.microsoft.com/office/drawing/2014/main" id="{78CBD481-58EE-FC41-1CBF-1BEFD75CE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2" name="Rectangle 46">
            <a:extLst>
              <a:ext uri="{FF2B5EF4-FFF2-40B4-BE49-F238E27FC236}">
                <a16:creationId xmlns:a16="http://schemas.microsoft.com/office/drawing/2014/main" id="{54F5503E-4972-D2E0-7227-CE2815FD6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3" name="Rectangle 47">
            <a:extLst>
              <a:ext uri="{FF2B5EF4-FFF2-40B4-BE49-F238E27FC236}">
                <a16:creationId xmlns:a16="http://schemas.microsoft.com/office/drawing/2014/main" id="{20ADC573-8856-8FDA-7107-D54F40AD6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4" name="Rectangle 48">
            <a:extLst>
              <a:ext uri="{FF2B5EF4-FFF2-40B4-BE49-F238E27FC236}">
                <a16:creationId xmlns:a16="http://schemas.microsoft.com/office/drawing/2014/main" id="{58B316FA-5AF8-B5C1-65EC-024D7289A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5" name="Rectangle 49">
            <a:extLst>
              <a:ext uri="{FF2B5EF4-FFF2-40B4-BE49-F238E27FC236}">
                <a16:creationId xmlns:a16="http://schemas.microsoft.com/office/drawing/2014/main" id="{6E757366-FE47-A0B9-0B2E-9546D8F7B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52" name="Group 56">
            <a:extLst>
              <a:ext uri="{FF2B5EF4-FFF2-40B4-BE49-F238E27FC236}">
                <a16:creationId xmlns:a16="http://schemas.microsoft.com/office/drawing/2014/main" id="{03DB9451-9D15-56EC-CDB4-8B12268B529F}"/>
              </a:ext>
            </a:extLst>
          </p:cNvPr>
          <p:cNvGrpSpPr>
            <a:grpSpLocks/>
          </p:cNvGrpSpPr>
          <p:nvPr/>
        </p:nvGrpSpPr>
        <p:grpSpPr bwMode="auto">
          <a:xfrm>
            <a:off x="200025" y="3416300"/>
            <a:ext cx="1590675" cy="241300"/>
            <a:chOff x="126" y="2152"/>
            <a:chExt cx="1002" cy="152"/>
          </a:xfrm>
        </p:grpSpPr>
        <p:sp>
          <p:nvSpPr>
            <p:cNvPr id="4146" name="Rectangle 50">
              <a:extLst>
                <a:ext uri="{FF2B5EF4-FFF2-40B4-BE49-F238E27FC236}">
                  <a16:creationId xmlns:a16="http://schemas.microsoft.com/office/drawing/2014/main" id="{DB18E3A3-8487-2545-9FAF-60C3783E4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4147" name="Rectangle 51">
              <a:extLst>
                <a:ext uri="{FF2B5EF4-FFF2-40B4-BE49-F238E27FC236}">
                  <a16:creationId xmlns:a16="http://schemas.microsoft.com/office/drawing/2014/main" id="{FB65738F-9775-5AB3-C760-D7903B959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4148" name="Rectangle 52">
              <a:extLst>
                <a:ext uri="{FF2B5EF4-FFF2-40B4-BE49-F238E27FC236}">
                  <a16:creationId xmlns:a16="http://schemas.microsoft.com/office/drawing/2014/main" id="{751E0417-FE0E-8B5C-D719-6EB043F51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4149" name="Rectangle 53">
              <a:extLst>
                <a:ext uri="{FF2B5EF4-FFF2-40B4-BE49-F238E27FC236}">
                  <a16:creationId xmlns:a16="http://schemas.microsoft.com/office/drawing/2014/main" id="{E6F2B5EE-6D12-B469-E0FA-2B53CAD29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 3</a:t>
              </a:r>
            </a:p>
          </p:txBody>
        </p:sp>
        <p:sp>
          <p:nvSpPr>
            <p:cNvPr id="4150" name="Rectangle 54">
              <a:extLst>
                <a:ext uri="{FF2B5EF4-FFF2-40B4-BE49-F238E27FC236}">
                  <a16:creationId xmlns:a16="http://schemas.microsoft.com/office/drawing/2014/main" id="{B48F22B4-F7F6-4DAA-9F4A-3ECA45601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 4</a:t>
              </a:r>
            </a:p>
          </p:txBody>
        </p:sp>
        <p:sp>
          <p:nvSpPr>
            <p:cNvPr id="4151" name="Rectangle 55">
              <a:extLst>
                <a:ext uri="{FF2B5EF4-FFF2-40B4-BE49-F238E27FC236}">
                  <a16:creationId xmlns:a16="http://schemas.microsoft.com/office/drawing/2014/main" id="{7EB280BB-2006-8BDA-C874-B70E06F48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7 </a:t>
              </a:r>
            </a:p>
          </p:txBody>
        </p:sp>
      </p:grpSp>
      <p:sp>
        <p:nvSpPr>
          <p:cNvPr id="4153" name="Rectangle 57">
            <a:extLst>
              <a:ext uri="{FF2B5EF4-FFF2-40B4-BE49-F238E27FC236}">
                <a16:creationId xmlns:a16="http://schemas.microsoft.com/office/drawing/2014/main" id="{A90500C4-6B58-0F99-1E77-0094EEBCA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3425825"/>
            <a:ext cx="260350" cy="22542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154" name="Rectangle 58">
            <a:extLst>
              <a:ext uri="{FF2B5EF4-FFF2-40B4-BE49-F238E27FC236}">
                <a16:creationId xmlns:a16="http://schemas.microsoft.com/office/drawing/2014/main" id="{085004D4-63B1-590F-54DB-BD920AF00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3679825"/>
            <a:ext cx="746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000" b="1">
                <a:latin typeface="Arial" panose="020B0604020202020204" pitchFamily="34" charset="0"/>
              </a:rPr>
              <a:t>^</a:t>
            </a:r>
          </a:p>
        </p:txBody>
      </p:sp>
      <p:sp>
        <p:nvSpPr>
          <p:cNvPr id="4155" name="AutoShape 59">
            <a:extLst>
              <a:ext uri="{FF2B5EF4-FFF2-40B4-BE49-F238E27FC236}">
                <a16:creationId xmlns:a16="http://schemas.microsoft.com/office/drawing/2014/main" id="{05FDFFD7-D094-9C69-0897-E1F327170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106363"/>
            <a:ext cx="1009650" cy="169333"/>
          </a:xfrm>
          <a:prstGeom prst="wedgeRoundRectCallout">
            <a:avLst>
              <a:gd name="adj1" fmla="val -41171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525" tIns="9525" rIns="9525" bIns="9525" anchor="ctr">
            <a:spAutoFit/>
          </a:bodyPr>
          <a:lstStyle/>
          <a:p>
            <a:pPr algn="ctr"/>
            <a:r>
              <a:rPr lang="en-US" altLang="en-US" sz="800">
                <a:solidFill>
                  <a:schemeClr val="tx1"/>
                </a:solidFill>
                <a:latin typeface="Arial" panose="020B0604020202020204" pitchFamily="34" charset="0"/>
              </a:rPr>
              <a:t>Figurative Constant</a:t>
            </a:r>
          </a:p>
        </p:txBody>
      </p:sp>
      <p:sp>
        <p:nvSpPr>
          <p:cNvPr id="4156" name="AutoShape 60">
            <a:extLst>
              <a:ext uri="{FF2B5EF4-FFF2-40B4-BE49-F238E27FC236}">
                <a16:creationId xmlns:a16="http://schemas.microsoft.com/office/drawing/2014/main" id="{37A073AA-1939-0027-11F5-64788443C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292100"/>
            <a:ext cx="839787" cy="169333"/>
          </a:xfrm>
          <a:prstGeom prst="wedgeRoundRectCallout">
            <a:avLst>
              <a:gd name="adj1" fmla="val -39463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25" tIns="9525" rIns="9525" bIns="9525" anchor="ctr">
            <a:spAutoFit/>
          </a:bodyPr>
          <a:lstStyle/>
          <a:p>
            <a:pPr algn="ctr"/>
            <a:r>
              <a:rPr lang="en-US" altLang="en-US" sz="800">
                <a:solidFill>
                  <a:schemeClr val="tx1"/>
                </a:solidFill>
                <a:latin typeface="Arial" panose="020B0604020202020204" pitchFamily="34" charset="0"/>
              </a:rPr>
              <a:t>String literal</a:t>
            </a:r>
          </a:p>
        </p:txBody>
      </p:sp>
      <p:sp>
        <p:nvSpPr>
          <p:cNvPr id="4157" name="AutoShape 61">
            <a:extLst>
              <a:ext uri="{FF2B5EF4-FFF2-40B4-BE49-F238E27FC236}">
                <a16:creationId xmlns:a16="http://schemas.microsoft.com/office/drawing/2014/main" id="{8A3996DC-CDCB-BF6C-385E-3BCF582F5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338" y="428625"/>
            <a:ext cx="839787" cy="169333"/>
          </a:xfrm>
          <a:prstGeom prst="wedgeRoundRectCallout">
            <a:avLst>
              <a:gd name="adj1" fmla="val -39463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25" tIns="9525" rIns="9525" bIns="9525" anchor="ctr">
            <a:spAutoFit/>
          </a:bodyPr>
          <a:lstStyle/>
          <a:p>
            <a:pPr algn="ctr"/>
            <a:r>
              <a:rPr lang="en-US" altLang="en-US" sz="800">
                <a:solidFill>
                  <a:schemeClr val="tx1"/>
                </a:solidFill>
                <a:latin typeface="Arial" panose="020B0604020202020204" pitchFamily="34" charset="0"/>
              </a:rPr>
              <a:t>Numeric literal</a:t>
            </a:r>
          </a:p>
        </p:txBody>
      </p:sp>
      <p:sp>
        <p:nvSpPr>
          <p:cNvPr id="4158" name="AutoShape 62">
            <a:extLst>
              <a:ext uri="{FF2B5EF4-FFF2-40B4-BE49-F238E27FC236}">
                <a16:creationId xmlns:a16="http://schemas.microsoft.com/office/drawing/2014/main" id="{3172F6C3-2084-C097-E9E0-3A60ABCD6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9638" y="103188"/>
            <a:ext cx="1262062" cy="447146"/>
          </a:xfrm>
          <a:prstGeom prst="wedgeRoundRectCallout">
            <a:avLst>
              <a:gd name="adj1" fmla="val -38796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25" tIns="9525" rIns="9525" bIns="9525" anchor="ctr">
            <a:spAutoFit/>
          </a:bodyPr>
          <a:lstStyle/>
          <a:p>
            <a:pPr algn="ctr"/>
            <a:r>
              <a:rPr lang="en-US" altLang="en-US" sz="800">
                <a:solidFill>
                  <a:schemeClr val="tx1"/>
                </a:solidFill>
                <a:latin typeface="Arial" panose="020B0604020202020204" pitchFamily="34" charset="0"/>
              </a:rPr>
              <a:t>The </a:t>
            </a:r>
            <a:r>
              <a:rPr lang="en-US" altLang="en-US" sz="800" b="1">
                <a:solidFill>
                  <a:schemeClr val="tx1"/>
                </a:solidFill>
                <a:latin typeface="Arial" panose="020B0604020202020204" pitchFamily="34" charset="0"/>
              </a:rPr>
              <a:t>V</a:t>
            </a:r>
            <a:r>
              <a:rPr lang="en-US" altLang="en-US" sz="800">
                <a:solidFill>
                  <a:schemeClr val="tx1"/>
                </a:solidFill>
                <a:latin typeface="Arial" panose="020B0604020202020204" pitchFamily="34" charset="0"/>
              </a:rPr>
              <a:t> in the picture string marks the position of the decimal point</a:t>
            </a:r>
          </a:p>
        </p:txBody>
      </p:sp>
      <p:sp>
        <p:nvSpPr>
          <p:cNvPr id="4159" name="AutoShape 63">
            <a:extLst>
              <a:ext uri="{FF2B5EF4-FFF2-40B4-BE49-F238E27FC236}">
                <a16:creationId xmlns:a16="http://schemas.microsoft.com/office/drawing/2014/main" id="{BD4EE1B4-837B-D3E0-04E9-CCABDBF38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75" y="1477963"/>
            <a:ext cx="1009650" cy="169333"/>
          </a:xfrm>
          <a:prstGeom prst="wedgeRoundRectCallout">
            <a:avLst>
              <a:gd name="adj1" fmla="val -41171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525" tIns="9525" rIns="9525" bIns="9525" anchor="ctr">
            <a:spAutoFit/>
          </a:bodyPr>
          <a:lstStyle/>
          <a:p>
            <a:pPr algn="ctr"/>
            <a:r>
              <a:rPr lang="en-US" altLang="en-US" sz="800">
                <a:solidFill>
                  <a:schemeClr val="tx1"/>
                </a:solidFill>
                <a:latin typeface="Arial" panose="020B0604020202020204" pitchFamily="34" charset="0"/>
              </a:rPr>
              <a:t>Figurative Constant</a:t>
            </a:r>
          </a:p>
        </p:txBody>
      </p:sp>
      <p:sp>
        <p:nvSpPr>
          <p:cNvPr id="4160" name="AutoShape 64">
            <a:extLst>
              <a:ext uri="{FF2B5EF4-FFF2-40B4-BE49-F238E27FC236}">
                <a16:creationId xmlns:a16="http://schemas.microsoft.com/office/drawing/2014/main" id="{EC97668A-E133-825F-F189-5107D07AC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8" y="1697038"/>
            <a:ext cx="1009650" cy="169333"/>
          </a:xfrm>
          <a:prstGeom prst="wedgeRoundRectCallout">
            <a:avLst>
              <a:gd name="adj1" fmla="val -41171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525" tIns="9525" rIns="9525" bIns="9525" anchor="ctr">
            <a:spAutoFit/>
          </a:bodyPr>
          <a:lstStyle/>
          <a:p>
            <a:pPr algn="ctr"/>
            <a:r>
              <a:rPr lang="en-US" altLang="en-US" sz="800">
                <a:solidFill>
                  <a:schemeClr val="tx1"/>
                </a:solidFill>
                <a:latin typeface="Arial" panose="020B0604020202020204" pitchFamily="34" charset="0"/>
              </a:rPr>
              <a:t>Figurative Constant</a:t>
            </a:r>
          </a:p>
        </p:txBody>
      </p:sp>
      <p:sp>
        <p:nvSpPr>
          <p:cNvPr id="4161" name="AutoShape 65">
            <a:extLst>
              <a:ext uri="{FF2B5EF4-FFF2-40B4-BE49-F238E27FC236}">
                <a16:creationId xmlns:a16="http://schemas.microsoft.com/office/drawing/2014/main" id="{3465B9A0-D68C-6031-1CFF-F077A0244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013" y="3028950"/>
            <a:ext cx="1262062" cy="308240"/>
          </a:xfrm>
          <a:prstGeom prst="wedgeRoundRectCallout">
            <a:avLst>
              <a:gd name="adj1" fmla="val -38796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25" tIns="9525" rIns="9525" bIns="9525" anchor="ctr">
            <a:spAutoFit/>
          </a:bodyPr>
          <a:lstStyle/>
          <a:p>
            <a:pPr algn="ctr"/>
            <a:r>
              <a:rPr lang="en-US" altLang="en-US" sz="800">
                <a:solidFill>
                  <a:schemeClr val="tx1"/>
                </a:solidFill>
                <a:latin typeface="Arial" panose="020B0604020202020204" pitchFamily="34" charset="0"/>
              </a:rPr>
              <a:t>The position of the decimal point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5" grpId="0" animBg="1" autoUpdateAnimBg="0"/>
      <p:bldP spid="4156" grpId="0" animBg="1" autoUpdateAnimBg="0"/>
      <p:bldP spid="4157" grpId="0" animBg="1" autoUpdateAnimBg="0"/>
      <p:bldP spid="4158" grpId="0" animBg="1" autoUpdateAnimBg="0"/>
      <p:bldP spid="4159" grpId="0" animBg="1" autoUpdateAnimBg="0"/>
      <p:bldP spid="4160" grpId="0" animBg="1" autoUpdateAnimBg="0"/>
      <p:bldP spid="4161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7" name="Group 17">
            <a:extLst>
              <a:ext uri="{FF2B5EF4-FFF2-40B4-BE49-F238E27FC236}">
                <a16:creationId xmlns:a16="http://schemas.microsoft.com/office/drawing/2014/main" id="{C2171901-FB13-E31D-FDBE-D54F1B017F7C}"/>
              </a:ext>
            </a:extLst>
          </p:cNvPr>
          <p:cNvGrpSpPr>
            <a:grpSpLocks/>
          </p:cNvGrpSpPr>
          <p:nvPr/>
        </p:nvGrpSpPr>
        <p:grpSpPr bwMode="auto">
          <a:xfrm>
            <a:off x="106363" y="2184400"/>
            <a:ext cx="1693862" cy="444500"/>
            <a:chOff x="67" y="1376"/>
            <a:chExt cx="1067" cy="280"/>
          </a:xfrm>
        </p:grpSpPr>
        <p:sp>
          <p:nvSpPr>
            <p:cNvPr id="5122" name="Rectangle 2">
              <a:extLst>
                <a:ext uri="{FF2B5EF4-FFF2-40B4-BE49-F238E27FC236}">
                  <a16:creationId xmlns:a16="http://schemas.microsoft.com/office/drawing/2014/main" id="{2F7A22F2-43AF-B273-DE1B-77B485FB9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" y="1376"/>
              <a:ext cx="77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b" anchorCtr="1">
              <a:spAutoFit/>
            </a:bodyPr>
            <a:lstStyle>
              <a:lvl1pPr marL="190500" indent="-190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3000"/>
                </a:lnSpc>
                <a:spcAft>
                  <a:spcPct val="52000"/>
                </a:spcAft>
              </a:pPr>
              <a:r>
                <a:rPr lang="en-US" altLang="en-US" sz="1200" b="1">
                  <a:latin typeface="Courier New" panose="02070309020205020404" pitchFamily="49" charset="0"/>
                </a:rPr>
                <a:t>StudentName</a:t>
              </a:r>
            </a:p>
          </p:txBody>
        </p:sp>
        <p:grpSp>
          <p:nvGrpSpPr>
            <p:cNvPr id="5129" name="Group 9">
              <a:extLst>
                <a:ext uri="{FF2B5EF4-FFF2-40B4-BE49-F238E27FC236}">
                  <a16:creationId xmlns:a16="http://schemas.microsoft.com/office/drawing/2014/main" id="{E8BBEC8F-6421-4025-CABA-0254410D7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" y="1508"/>
              <a:ext cx="994" cy="144"/>
              <a:chOff x="136" y="1508"/>
              <a:chExt cx="994" cy="144"/>
            </a:xfrm>
          </p:grpSpPr>
          <p:sp>
            <p:nvSpPr>
              <p:cNvPr id="5123" name="Rectangle 3">
                <a:extLst>
                  <a:ext uri="{FF2B5EF4-FFF2-40B4-BE49-F238E27FC236}">
                    <a16:creationId xmlns:a16="http://schemas.microsoft.com/office/drawing/2014/main" id="{1E4E9D68-C8AD-E441-1114-A244B7CFB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" name="Rectangle 4">
                <a:extLst>
                  <a:ext uri="{FF2B5EF4-FFF2-40B4-BE49-F238E27FC236}">
                    <a16:creationId xmlns:a16="http://schemas.microsoft.com/office/drawing/2014/main" id="{EAA37FAB-BEBF-F61F-F4B6-FDA151F16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5" name="Rectangle 5">
                <a:extLst>
                  <a:ext uri="{FF2B5EF4-FFF2-40B4-BE49-F238E27FC236}">
                    <a16:creationId xmlns:a16="http://schemas.microsoft.com/office/drawing/2014/main" id="{55A82EA5-D447-9F79-522B-A9C658B88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6" name="Rectangle 6">
                <a:extLst>
                  <a:ext uri="{FF2B5EF4-FFF2-40B4-BE49-F238E27FC236}">
                    <a16:creationId xmlns:a16="http://schemas.microsoft.com/office/drawing/2014/main" id="{97D0F7E9-B2B6-8443-AF2C-FBC2DE912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7" name="Rectangle 7">
                <a:extLst>
                  <a:ext uri="{FF2B5EF4-FFF2-40B4-BE49-F238E27FC236}">
                    <a16:creationId xmlns:a16="http://schemas.microsoft.com/office/drawing/2014/main" id="{C469842B-BBC2-7E77-DFB9-42B6A295A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0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8" name="Rectangle 8">
                <a:extLst>
                  <a:ext uri="{FF2B5EF4-FFF2-40B4-BE49-F238E27FC236}">
                    <a16:creationId xmlns:a16="http://schemas.microsoft.com/office/drawing/2014/main" id="{81C40E37-414E-0D0C-5864-CE8856250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36" name="Group 16">
              <a:extLst>
                <a:ext uri="{FF2B5EF4-FFF2-40B4-BE49-F238E27FC236}">
                  <a16:creationId xmlns:a16="http://schemas.microsoft.com/office/drawing/2014/main" id="{4098FD82-933E-B0AD-E31C-D8F275D031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" y="1504"/>
              <a:ext cx="1002" cy="152"/>
              <a:chOff x="132" y="1504"/>
              <a:chExt cx="1002" cy="152"/>
            </a:xfrm>
          </p:grpSpPr>
          <p:sp>
            <p:nvSpPr>
              <p:cNvPr id="5130" name="Rectangle 10">
                <a:extLst>
                  <a:ext uri="{FF2B5EF4-FFF2-40B4-BE49-F238E27FC236}">
                    <a16:creationId xmlns:a16="http://schemas.microsoft.com/office/drawing/2014/main" id="{07F33E93-2477-4AA8-8312-D1F36F089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</a:rPr>
                  <a:t>J</a:t>
                </a:r>
              </a:p>
            </p:txBody>
          </p:sp>
          <p:sp>
            <p:nvSpPr>
              <p:cNvPr id="5131" name="Rectangle 11">
                <a:extLst>
                  <a:ext uri="{FF2B5EF4-FFF2-40B4-BE49-F238E27FC236}">
                    <a16:creationId xmlns:a16="http://schemas.microsoft.com/office/drawing/2014/main" id="{3D743DA5-98CC-5C36-331A-3660374E4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5132" name="Rectangle 12">
                <a:extLst>
                  <a:ext uri="{FF2B5EF4-FFF2-40B4-BE49-F238E27FC236}">
                    <a16:creationId xmlns:a16="http://schemas.microsoft.com/office/drawing/2014/main" id="{7CD29C5B-52C1-F631-8B7E-4D5D6CB438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5133" name="Rectangle 13">
                <a:extLst>
                  <a:ext uri="{FF2B5EF4-FFF2-40B4-BE49-F238E27FC236}">
                    <a16:creationId xmlns:a16="http://schemas.microsoft.com/office/drawing/2014/main" id="{19687E52-7792-0DF8-6591-D5962107B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</a:rPr>
                  <a:t> n</a:t>
                </a:r>
              </a:p>
            </p:txBody>
          </p:sp>
          <p:sp>
            <p:nvSpPr>
              <p:cNvPr id="5134" name="Rectangle 14">
                <a:extLst>
                  <a:ext uri="{FF2B5EF4-FFF2-40B4-BE49-F238E27FC236}">
                    <a16:creationId xmlns:a16="http://schemas.microsoft.com/office/drawing/2014/main" id="{F7428E17-F6BC-4735-5AC9-2DA1B7C49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6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  </a:t>
                </a:r>
              </a:p>
            </p:txBody>
          </p:sp>
          <p:sp>
            <p:nvSpPr>
              <p:cNvPr id="5135" name="Rectangle 15">
                <a:extLst>
                  <a:ext uri="{FF2B5EF4-FFF2-40B4-BE49-F238E27FC236}">
                    <a16:creationId xmlns:a16="http://schemas.microsoft.com/office/drawing/2014/main" id="{0D13D7E0-F249-4C92-958B-1D78F01747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  </a:t>
                </a:r>
              </a:p>
            </p:txBody>
          </p:sp>
        </p:grpSp>
      </p:grpSp>
      <p:grpSp>
        <p:nvGrpSpPr>
          <p:cNvPr id="5144" name="Group 24">
            <a:extLst>
              <a:ext uri="{FF2B5EF4-FFF2-40B4-BE49-F238E27FC236}">
                <a16:creationId xmlns:a16="http://schemas.microsoft.com/office/drawing/2014/main" id="{345F6562-1444-789E-3958-9178330A0C73}"/>
              </a:ext>
            </a:extLst>
          </p:cNvPr>
          <p:cNvGrpSpPr>
            <a:grpSpLocks/>
          </p:cNvGrpSpPr>
          <p:nvPr/>
        </p:nvGrpSpPr>
        <p:grpSpPr bwMode="auto">
          <a:xfrm>
            <a:off x="31750" y="30163"/>
            <a:ext cx="3886200" cy="2171700"/>
            <a:chOff x="20" y="19"/>
            <a:chExt cx="2448" cy="1368"/>
          </a:xfrm>
        </p:grpSpPr>
        <p:sp>
          <p:nvSpPr>
            <p:cNvPr id="5138" name="Rectangle 18">
              <a:extLst>
                <a:ext uri="{FF2B5EF4-FFF2-40B4-BE49-F238E27FC236}">
                  <a16:creationId xmlns:a16="http://schemas.microsoft.com/office/drawing/2014/main" id="{56D72DE6-5952-2421-F97C-B2F9F8AC9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" y="26"/>
              <a:ext cx="2392" cy="1350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StudentName PIC X(6) VALUE ZEROS.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OtherName   PIC X(3) VALUE "Tom".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ShopTotal   PIC 9(5)V99 VALUE 534.75.</a:t>
              </a:r>
            </a:p>
            <a:p>
              <a:endParaRPr lang="en-US" altLang="en-US" sz="10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endParaRPr lang="en-US" altLang="en-US" sz="10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rgbClr val="CC0000"/>
                  </a:solidFill>
                  <a:latin typeface="Courier New" panose="02070309020205020404" pitchFamily="49" charset="0"/>
                </a:rPr>
                <a:t>MOVE "John" TO StudentName.</a:t>
              </a:r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DISPLAY "My name is ", StudentName.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OtherName TO StudentName.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ZEROS TO ShopTotal.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ALL "-" TO StudentName.</a:t>
              </a:r>
            </a:p>
          </p:txBody>
        </p:sp>
        <p:sp>
          <p:nvSpPr>
            <p:cNvPr id="5139" name="Freeform 19">
              <a:extLst>
                <a:ext uri="{FF2B5EF4-FFF2-40B4-BE49-F238E27FC236}">
                  <a16:creationId xmlns:a16="http://schemas.microsoft.com/office/drawing/2014/main" id="{171676F4-26D7-8340-7EDB-1D9BE9467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" y="19"/>
              <a:ext cx="2223" cy="99"/>
            </a:xfrm>
            <a:custGeom>
              <a:avLst/>
              <a:gdLst>
                <a:gd name="T0" fmla="*/ 2216 w 2223"/>
                <a:gd name="T1" fmla="*/ 5 h 99"/>
                <a:gd name="T2" fmla="*/ 2159 w 2223"/>
                <a:gd name="T3" fmla="*/ 35 h 99"/>
                <a:gd name="T4" fmla="*/ 2114 w 2223"/>
                <a:gd name="T5" fmla="*/ 35 h 99"/>
                <a:gd name="T6" fmla="*/ 2075 w 2223"/>
                <a:gd name="T7" fmla="*/ 62 h 99"/>
                <a:gd name="T8" fmla="*/ 2027 w 2223"/>
                <a:gd name="T9" fmla="*/ 41 h 99"/>
                <a:gd name="T10" fmla="*/ 1979 w 2223"/>
                <a:gd name="T11" fmla="*/ 29 h 99"/>
                <a:gd name="T12" fmla="*/ 1934 w 2223"/>
                <a:gd name="T13" fmla="*/ 17 h 99"/>
                <a:gd name="T14" fmla="*/ 1889 w 2223"/>
                <a:gd name="T15" fmla="*/ 38 h 99"/>
                <a:gd name="T16" fmla="*/ 1850 w 2223"/>
                <a:gd name="T17" fmla="*/ 56 h 99"/>
                <a:gd name="T18" fmla="*/ 1805 w 2223"/>
                <a:gd name="T19" fmla="*/ 74 h 99"/>
                <a:gd name="T20" fmla="*/ 1757 w 2223"/>
                <a:gd name="T21" fmla="*/ 59 h 99"/>
                <a:gd name="T22" fmla="*/ 1712 w 2223"/>
                <a:gd name="T23" fmla="*/ 44 h 99"/>
                <a:gd name="T24" fmla="*/ 1661 w 2223"/>
                <a:gd name="T25" fmla="*/ 35 h 99"/>
                <a:gd name="T26" fmla="*/ 1616 w 2223"/>
                <a:gd name="T27" fmla="*/ 29 h 99"/>
                <a:gd name="T28" fmla="*/ 1568 w 2223"/>
                <a:gd name="T29" fmla="*/ 26 h 99"/>
                <a:gd name="T30" fmla="*/ 1526 w 2223"/>
                <a:gd name="T31" fmla="*/ 35 h 99"/>
                <a:gd name="T32" fmla="*/ 1481 w 2223"/>
                <a:gd name="T33" fmla="*/ 56 h 99"/>
                <a:gd name="T34" fmla="*/ 1436 w 2223"/>
                <a:gd name="T35" fmla="*/ 44 h 99"/>
                <a:gd name="T36" fmla="*/ 1391 w 2223"/>
                <a:gd name="T37" fmla="*/ 26 h 99"/>
                <a:gd name="T38" fmla="*/ 1343 w 2223"/>
                <a:gd name="T39" fmla="*/ 17 h 99"/>
                <a:gd name="T40" fmla="*/ 1298 w 2223"/>
                <a:gd name="T41" fmla="*/ 14 h 99"/>
                <a:gd name="T42" fmla="*/ 1253 w 2223"/>
                <a:gd name="T43" fmla="*/ 44 h 99"/>
                <a:gd name="T44" fmla="*/ 1208 w 2223"/>
                <a:gd name="T45" fmla="*/ 56 h 99"/>
                <a:gd name="T46" fmla="*/ 1157 w 2223"/>
                <a:gd name="T47" fmla="*/ 65 h 99"/>
                <a:gd name="T48" fmla="*/ 1112 w 2223"/>
                <a:gd name="T49" fmla="*/ 68 h 99"/>
                <a:gd name="T50" fmla="*/ 1064 w 2223"/>
                <a:gd name="T51" fmla="*/ 38 h 99"/>
                <a:gd name="T52" fmla="*/ 1016 w 2223"/>
                <a:gd name="T53" fmla="*/ 23 h 99"/>
                <a:gd name="T54" fmla="*/ 968 w 2223"/>
                <a:gd name="T55" fmla="*/ 41 h 99"/>
                <a:gd name="T56" fmla="*/ 920 w 2223"/>
                <a:gd name="T57" fmla="*/ 59 h 99"/>
                <a:gd name="T58" fmla="*/ 875 w 2223"/>
                <a:gd name="T59" fmla="*/ 35 h 99"/>
                <a:gd name="T60" fmla="*/ 830 w 2223"/>
                <a:gd name="T61" fmla="*/ 11 h 99"/>
                <a:gd name="T62" fmla="*/ 785 w 2223"/>
                <a:gd name="T63" fmla="*/ 14 h 99"/>
                <a:gd name="T64" fmla="*/ 740 w 2223"/>
                <a:gd name="T65" fmla="*/ 17 h 99"/>
                <a:gd name="T66" fmla="*/ 695 w 2223"/>
                <a:gd name="T67" fmla="*/ 20 h 99"/>
                <a:gd name="T68" fmla="*/ 650 w 2223"/>
                <a:gd name="T69" fmla="*/ 38 h 99"/>
                <a:gd name="T70" fmla="*/ 602 w 2223"/>
                <a:gd name="T71" fmla="*/ 59 h 99"/>
                <a:gd name="T72" fmla="*/ 557 w 2223"/>
                <a:gd name="T73" fmla="*/ 59 h 99"/>
                <a:gd name="T74" fmla="*/ 506 w 2223"/>
                <a:gd name="T75" fmla="*/ 41 h 99"/>
                <a:gd name="T76" fmla="*/ 464 w 2223"/>
                <a:gd name="T77" fmla="*/ 29 h 99"/>
                <a:gd name="T78" fmla="*/ 470 w 2223"/>
                <a:gd name="T79" fmla="*/ 62 h 99"/>
                <a:gd name="T80" fmla="*/ 488 w 2223"/>
                <a:gd name="T81" fmla="*/ 92 h 99"/>
                <a:gd name="T82" fmla="*/ 443 w 2223"/>
                <a:gd name="T83" fmla="*/ 56 h 99"/>
                <a:gd name="T84" fmla="*/ 395 w 2223"/>
                <a:gd name="T85" fmla="*/ 35 h 99"/>
                <a:gd name="T86" fmla="*/ 350 w 2223"/>
                <a:gd name="T87" fmla="*/ 32 h 99"/>
                <a:gd name="T88" fmla="*/ 302 w 2223"/>
                <a:gd name="T89" fmla="*/ 35 h 99"/>
                <a:gd name="T90" fmla="*/ 251 w 2223"/>
                <a:gd name="T91" fmla="*/ 41 h 99"/>
                <a:gd name="T92" fmla="*/ 221 w 2223"/>
                <a:gd name="T93" fmla="*/ 74 h 99"/>
                <a:gd name="T94" fmla="*/ 176 w 2223"/>
                <a:gd name="T95" fmla="*/ 80 h 99"/>
                <a:gd name="T96" fmla="*/ 131 w 2223"/>
                <a:gd name="T97" fmla="*/ 68 h 99"/>
                <a:gd name="T98" fmla="*/ 86 w 2223"/>
                <a:gd name="T99" fmla="*/ 53 h 99"/>
                <a:gd name="T100" fmla="*/ 41 w 2223"/>
                <a:gd name="T101" fmla="*/ 32 h 99"/>
                <a:gd name="T102" fmla="*/ 2 w 2223"/>
                <a:gd name="T103" fmla="*/ 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23" h="99">
                  <a:moveTo>
                    <a:pt x="2222" y="2"/>
                  </a:moveTo>
                  <a:lnTo>
                    <a:pt x="2222" y="0"/>
                  </a:lnTo>
                  <a:lnTo>
                    <a:pt x="2222" y="2"/>
                  </a:lnTo>
                  <a:lnTo>
                    <a:pt x="2221" y="5"/>
                  </a:lnTo>
                  <a:lnTo>
                    <a:pt x="2216" y="5"/>
                  </a:lnTo>
                  <a:lnTo>
                    <a:pt x="2198" y="14"/>
                  </a:lnTo>
                  <a:lnTo>
                    <a:pt x="2186" y="23"/>
                  </a:lnTo>
                  <a:lnTo>
                    <a:pt x="2177" y="32"/>
                  </a:lnTo>
                  <a:lnTo>
                    <a:pt x="2168" y="32"/>
                  </a:lnTo>
                  <a:lnTo>
                    <a:pt x="2159" y="35"/>
                  </a:lnTo>
                  <a:lnTo>
                    <a:pt x="2150" y="35"/>
                  </a:lnTo>
                  <a:lnTo>
                    <a:pt x="2141" y="35"/>
                  </a:lnTo>
                  <a:lnTo>
                    <a:pt x="2132" y="35"/>
                  </a:lnTo>
                  <a:lnTo>
                    <a:pt x="2123" y="35"/>
                  </a:lnTo>
                  <a:lnTo>
                    <a:pt x="2114" y="35"/>
                  </a:lnTo>
                  <a:lnTo>
                    <a:pt x="2105" y="41"/>
                  </a:lnTo>
                  <a:lnTo>
                    <a:pt x="2099" y="50"/>
                  </a:lnTo>
                  <a:lnTo>
                    <a:pt x="2093" y="59"/>
                  </a:lnTo>
                  <a:lnTo>
                    <a:pt x="2084" y="62"/>
                  </a:lnTo>
                  <a:lnTo>
                    <a:pt x="2075" y="62"/>
                  </a:lnTo>
                  <a:lnTo>
                    <a:pt x="2066" y="56"/>
                  </a:lnTo>
                  <a:lnTo>
                    <a:pt x="2054" y="50"/>
                  </a:lnTo>
                  <a:lnTo>
                    <a:pt x="2045" y="50"/>
                  </a:lnTo>
                  <a:lnTo>
                    <a:pt x="2036" y="47"/>
                  </a:lnTo>
                  <a:lnTo>
                    <a:pt x="2027" y="41"/>
                  </a:lnTo>
                  <a:lnTo>
                    <a:pt x="2018" y="38"/>
                  </a:lnTo>
                  <a:lnTo>
                    <a:pt x="2006" y="38"/>
                  </a:lnTo>
                  <a:lnTo>
                    <a:pt x="1997" y="35"/>
                  </a:lnTo>
                  <a:lnTo>
                    <a:pt x="1988" y="32"/>
                  </a:lnTo>
                  <a:lnTo>
                    <a:pt x="1979" y="29"/>
                  </a:lnTo>
                  <a:lnTo>
                    <a:pt x="1970" y="29"/>
                  </a:lnTo>
                  <a:lnTo>
                    <a:pt x="1961" y="26"/>
                  </a:lnTo>
                  <a:lnTo>
                    <a:pt x="1952" y="23"/>
                  </a:lnTo>
                  <a:lnTo>
                    <a:pt x="1943" y="20"/>
                  </a:lnTo>
                  <a:lnTo>
                    <a:pt x="1934" y="17"/>
                  </a:lnTo>
                  <a:lnTo>
                    <a:pt x="1931" y="26"/>
                  </a:lnTo>
                  <a:lnTo>
                    <a:pt x="1919" y="29"/>
                  </a:lnTo>
                  <a:lnTo>
                    <a:pt x="1907" y="29"/>
                  </a:lnTo>
                  <a:lnTo>
                    <a:pt x="1898" y="32"/>
                  </a:lnTo>
                  <a:lnTo>
                    <a:pt x="1889" y="38"/>
                  </a:lnTo>
                  <a:lnTo>
                    <a:pt x="1886" y="47"/>
                  </a:lnTo>
                  <a:lnTo>
                    <a:pt x="1877" y="50"/>
                  </a:lnTo>
                  <a:lnTo>
                    <a:pt x="1868" y="50"/>
                  </a:lnTo>
                  <a:lnTo>
                    <a:pt x="1859" y="50"/>
                  </a:lnTo>
                  <a:lnTo>
                    <a:pt x="1850" y="56"/>
                  </a:lnTo>
                  <a:lnTo>
                    <a:pt x="1841" y="59"/>
                  </a:lnTo>
                  <a:lnTo>
                    <a:pt x="1832" y="62"/>
                  </a:lnTo>
                  <a:lnTo>
                    <a:pt x="1823" y="65"/>
                  </a:lnTo>
                  <a:lnTo>
                    <a:pt x="1814" y="71"/>
                  </a:lnTo>
                  <a:lnTo>
                    <a:pt x="1805" y="74"/>
                  </a:lnTo>
                  <a:lnTo>
                    <a:pt x="1796" y="74"/>
                  </a:lnTo>
                  <a:lnTo>
                    <a:pt x="1787" y="71"/>
                  </a:lnTo>
                  <a:lnTo>
                    <a:pt x="1778" y="65"/>
                  </a:lnTo>
                  <a:lnTo>
                    <a:pt x="1766" y="62"/>
                  </a:lnTo>
                  <a:lnTo>
                    <a:pt x="1757" y="59"/>
                  </a:lnTo>
                  <a:lnTo>
                    <a:pt x="1748" y="56"/>
                  </a:lnTo>
                  <a:lnTo>
                    <a:pt x="1739" y="53"/>
                  </a:lnTo>
                  <a:lnTo>
                    <a:pt x="1730" y="53"/>
                  </a:lnTo>
                  <a:lnTo>
                    <a:pt x="1721" y="47"/>
                  </a:lnTo>
                  <a:lnTo>
                    <a:pt x="1712" y="44"/>
                  </a:lnTo>
                  <a:lnTo>
                    <a:pt x="1703" y="44"/>
                  </a:lnTo>
                  <a:lnTo>
                    <a:pt x="1694" y="41"/>
                  </a:lnTo>
                  <a:lnTo>
                    <a:pt x="1685" y="41"/>
                  </a:lnTo>
                  <a:lnTo>
                    <a:pt x="1673" y="38"/>
                  </a:lnTo>
                  <a:lnTo>
                    <a:pt x="1661" y="35"/>
                  </a:lnTo>
                  <a:lnTo>
                    <a:pt x="1652" y="32"/>
                  </a:lnTo>
                  <a:lnTo>
                    <a:pt x="1643" y="29"/>
                  </a:lnTo>
                  <a:lnTo>
                    <a:pt x="1634" y="29"/>
                  </a:lnTo>
                  <a:lnTo>
                    <a:pt x="1625" y="29"/>
                  </a:lnTo>
                  <a:lnTo>
                    <a:pt x="1616" y="29"/>
                  </a:lnTo>
                  <a:lnTo>
                    <a:pt x="1607" y="29"/>
                  </a:lnTo>
                  <a:lnTo>
                    <a:pt x="1598" y="29"/>
                  </a:lnTo>
                  <a:lnTo>
                    <a:pt x="1589" y="29"/>
                  </a:lnTo>
                  <a:lnTo>
                    <a:pt x="1577" y="29"/>
                  </a:lnTo>
                  <a:lnTo>
                    <a:pt x="1568" y="26"/>
                  </a:lnTo>
                  <a:lnTo>
                    <a:pt x="1559" y="20"/>
                  </a:lnTo>
                  <a:lnTo>
                    <a:pt x="1550" y="20"/>
                  </a:lnTo>
                  <a:lnTo>
                    <a:pt x="1541" y="20"/>
                  </a:lnTo>
                  <a:lnTo>
                    <a:pt x="1535" y="29"/>
                  </a:lnTo>
                  <a:lnTo>
                    <a:pt x="1526" y="35"/>
                  </a:lnTo>
                  <a:lnTo>
                    <a:pt x="1517" y="38"/>
                  </a:lnTo>
                  <a:lnTo>
                    <a:pt x="1508" y="47"/>
                  </a:lnTo>
                  <a:lnTo>
                    <a:pt x="1499" y="50"/>
                  </a:lnTo>
                  <a:lnTo>
                    <a:pt x="1490" y="53"/>
                  </a:lnTo>
                  <a:lnTo>
                    <a:pt x="1481" y="56"/>
                  </a:lnTo>
                  <a:lnTo>
                    <a:pt x="1472" y="56"/>
                  </a:lnTo>
                  <a:lnTo>
                    <a:pt x="1463" y="53"/>
                  </a:lnTo>
                  <a:lnTo>
                    <a:pt x="1454" y="47"/>
                  </a:lnTo>
                  <a:lnTo>
                    <a:pt x="1445" y="44"/>
                  </a:lnTo>
                  <a:lnTo>
                    <a:pt x="1436" y="44"/>
                  </a:lnTo>
                  <a:lnTo>
                    <a:pt x="1427" y="41"/>
                  </a:lnTo>
                  <a:lnTo>
                    <a:pt x="1418" y="38"/>
                  </a:lnTo>
                  <a:lnTo>
                    <a:pt x="1409" y="32"/>
                  </a:lnTo>
                  <a:lnTo>
                    <a:pt x="1400" y="32"/>
                  </a:lnTo>
                  <a:lnTo>
                    <a:pt x="1391" y="26"/>
                  </a:lnTo>
                  <a:lnTo>
                    <a:pt x="1382" y="23"/>
                  </a:lnTo>
                  <a:lnTo>
                    <a:pt x="1373" y="23"/>
                  </a:lnTo>
                  <a:lnTo>
                    <a:pt x="1364" y="20"/>
                  </a:lnTo>
                  <a:lnTo>
                    <a:pt x="1355" y="20"/>
                  </a:lnTo>
                  <a:lnTo>
                    <a:pt x="1343" y="17"/>
                  </a:lnTo>
                  <a:lnTo>
                    <a:pt x="1334" y="14"/>
                  </a:lnTo>
                  <a:lnTo>
                    <a:pt x="1325" y="14"/>
                  </a:lnTo>
                  <a:lnTo>
                    <a:pt x="1316" y="14"/>
                  </a:lnTo>
                  <a:lnTo>
                    <a:pt x="1307" y="14"/>
                  </a:lnTo>
                  <a:lnTo>
                    <a:pt x="1298" y="14"/>
                  </a:lnTo>
                  <a:lnTo>
                    <a:pt x="1289" y="17"/>
                  </a:lnTo>
                  <a:lnTo>
                    <a:pt x="1280" y="23"/>
                  </a:lnTo>
                  <a:lnTo>
                    <a:pt x="1271" y="32"/>
                  </a:lnTo>
                  <a:lnTo>
                    <a:pt x="1262" y="38"/>
                  </a:lnTo>
                  <a:lnTo>
                    <a:pt x="1253" y="44"/>
                  </a:lnTo>
                  <a:lnTo>
                    <a:pt x="1244" y="50"/>
                  </a:lnTo>
                  <a:lnTo>
                    <a:pt x="1235" y="53"/>
                  </a:lnTo>
                  <a:lnTo>
                    <a:pt x="1226" y="53"/>
                  </a:lnTo>
                  <a:lnTo>
                    <a:pt x="1217" y="53"/>
                  </a:lnTo>
                  <a:lnTo>
                    <a:pt x="1208" y="56"/>
                  </a:lnTo>
                  <a:lnTo>
                    <a:pt x="1196" y="56"/>
                  </a:lnTo>
                  <a:lnTo>
                    <a:pt x="1187" y="59"/>
                  </a:lnTo>
                  <a:lnTo>
                    <a:pt x="1175" y="62"/>
                  </a:lnTo>
                  <a:lnTo>
                    <a:pt x="1166" y="65"/>
                  </a:lnTo>
                  <a:lnTo>
                    <a:pt x="1157" y="65"/>
                  </a:lnTo>
                  <a:lnTo>
                    <a:pt x="1148" y="68"/>
                  </a:lnTo>
                  <a:lnTo>
                    <a:pt x="1139" y="68"/>
                  </a:lnTo>
                  <a:lnTo>
                    <a:pt x="1130" y="68"/>
                  </a:lnTo>
                  <a:lnTo>
                    <a:pt x="1121" y="68"/>
                  </a:lnTo>
                  <a:lnTo>
                    <a:pt x="1112" y="68"/>
                  </a:lnTo>
                  <a:lnTo>
                    <a:pt x="1103" y="65"/>
                  </a:lnTo>
                  <a:lnTo>
                    <a:pt x="1097" y="56"/>
                  </a:lnTo>
                  <a:lnTo>
                    <a:pt x="1085" y="47"/>
                  </a:lnTo>
                  <a:lnTo>
                    <a:pt x="1076" y="44"/>
                  </a:lnTo>
                  <a:lnTo>
                    <a:pt x="1064" y="38"/>
                  </a:lnTo>
                  <a:lnTo>
                    <a:pt x="1055" y="32"/>
                  </a:lnTo>
                  <a:lnTo>
                    <a:pt x="1043" y="32"/>
                  </a:lnTo>
                  <a:lnTo>
                    <a:pt x="1034" y="29"/>
                  </a:lnTo>
                  <a:lnTo>
                    <a:pt x="1025" y="23"/>
                  </a:lnTo>
                  <a:lnTo>
                    <a:pt x="1016" y="23"/>
                  </a:lnTo>
                  <a:lnTo>
                    <a:pt x="1007" y="20"/>
                  </a:lnTo>
                  <a:lnTo>
                    <a:pt x="995" y="26"/>
                  </a:lnTo>
                  <a:lnTo>
                    <a:pt x="986" y="32"/>
                  </a:lnTo>
                  <a:lnTo>
                    <a:pt x="977" y="38"/>
                  </a:lnTo>
                  <a:lnTo>
                    <a:pt x="968" y="41"/>
                  </a:lnTo>
                  <a:lnTo>
                    <a:pt x="959" y="44"/>
                  </a:lnTo>
                  <a:lnTo>
                    <a:pt x="947" y="50"/>
                  </a:lnTo>
                  <a:lnTo>
                    <a:pt x="938" y="53"/>
                  </a:lnTo>
                  <a:lnTo>
                    <a:pt x="929" y="59"/>
                  </a:lnTo>
                  <a:lnTo>
                    <a:pt x="920" y="59"/>
                  </a:lnTo>
                  <a:lnTo>
                    <a:pt x="911" y="59"/>
                  </a:lnTo>
                  <a:lnTo>
                    <a:pt x="899" y="56"/>
                  </a:lnTo>
                  <a:lnTo>
                    <a:pt x="893" y="47"/>
                  </a:lnTo>
                  <a:lnTo>
                    <a:pt x="884" y="41"/>
                  </a:lnTo>
                  <a:lnTo>
                    <a:pt x="875" y="35"/>
                  </a:lnTo>
                  <a:lnTo>
                    <a:pt x="866" y="26"/>
                  </a:lnTo>
                  <a:lnTo>
                    <a:pt x="857" y="20"/>
                  </a:lnTo>
                  <a:lnTo>
                    <a:pt x="848" y="14"/>
                  </a:lnTo>
                  <a:lnTo>
                    <a:pt x="839" y="11"/>
                  </a:lnTo>
                  <a:lnTo>
                    <a:pt x="830" y="11"/>
                  </a:lnTo>
                  <a:lnTo>
                    <a:pt x="821" y="11"/>
                  </a:lnTo>
                  <a:lnTo>
                    <a:pt x="812" y="14"/>
                  </a:lnTo>
                  <a:lnTo>
                    <a:pt x="803" y="14"/>
                  </a:lnTo>
                  <a:lnTo>
                    <a:pt x="794" y="14"/>
                  </a:lnTo>
                  <a:lnTo>
                    <a:pt x="785" y="14"/>
                  </a:lnTo>
                  <a:lnTo>
                    <a:pt x="776" y="14"/>
                  </a:lnTo>
                  <a:lnTo>
                    <a:pt x="767" y="17"/>
                  </a:lnTo>
                  <a:lnTo>
                    <a:pt x="758" y="17"/>
                  </a:lnTo>
                  <a:lnTo>
                    <a:pt x="749" y="17"/>
                  </a:lnTo>
                  <a:lnTo>
                    <a:pt x="740" y="17"/>
                  </a:lnTo>
                  <a:lnTo>
                    <a:pt x="731" y="20"/>
                  </a:lnTo>
                  <a:lnTo>
                    <a:pt x="722" y="20"/>
                  </a:lnTo>
                  <a:lnTo>
                    <a:pt x="713" y="20"/>
                  </a:lnTo>
                  <a:lnTo>
                    <a:pt x="704" y="20"/>
                  </a:lnTo>
                  <a:lnTo>
                    <a:pt x="695" y="20"/>
                  </a:lnTo>
                  <a:lnTo>
                    <a:pt x="686" y="20"/>
                  </a:lnTo>
                  <a:lnTo>
                    <a:pt x="677" y="23"/>
                  </a:lnTo>
                  <a:lnTo>
                    <a:pt x="668" y="29"/>
                  </a:lnTo>
                  <a:lnTo>
                    <a:pt x="659" y="32"/>
                  </a:lnTo>
                  <a:lnTo>
                    <a:pt x="650" y="38"/>
                  </a:lnTo>
                  <a:lnTo>
                    <a:pt x="641" y="41"/>
                  </a:lnTo>
                  <a:lnTo>
                    <a:pt x="632" y="50"/>
                  </a:lnTo>
                  <a:lnTo>
                    <a:pt x="623" y="53"/>
                  </a:lnTo>
                  <a:lnTo>
                    <a:pt x="614" y="56"/>
                  </a:lnTo>
                  <a:lnTo>
                    <a:pt x="602" y="59"/>
                  </a:lnTo>
                  <a:lnTo>
                    <a:pt x="593" y="62"/>
                  </a:lnTo>
                  <a:lnTo>
                    <a:pt x="584" y="65"/>
                  </a:lnTo>
                  <a:lnTo>
                    <a:pt x="575" y="65"/>
                  </a:lnTo>
                  <a:lnTo>
                    <a:pt x="566" y="65"/>
                  </a:lnTo>
                  <a:lnTo>
                    <a:pt x="557" y="59"/>
                  </a:lnTo>
                  <a:lnTo>
                    <a:pt x="548" y="53"/>
                  </a:lnTo>
                  <a:lnTo>
                    <a:pt x="539" y="50"/>
                  </a:lnTo>
                  <a:lnTo>
                    <a:pt x="530" y="44"/>
                  </a:lnTo>
                  <a:lnTo>
                    <a:pt x="518" y="44"/>
                  </a:lnTo>
                  <a:lnTo>
                    <a:pt x="506" y="41"/>
                  </a:lnTo>
                  <a:lnTo>
                    <a:pt x="503" y="32"/>
                  </a:lnTo>
                  <a:lnTo>
                    <a:pt x="494" y="29"/>
                  </a:lnTo>
                  <a:lnTo>
                    <a:pt x="485" y="29"/>
                  </a:lnTo>
                  <a:lnTo>
                    <a:pt x="473" y="29"/>
                  </a:lnTo>
                  <a:lnTo>
                    <a:pt x="464" y="29"/>
                  </a:lnTo>
                  <a:lnTo>
                    <a:pt x="455" y="29"/>
                  </a:lnTo>
                  <a:lnTo>
                    <a:pt x="455" y="38"/>
                  </a:lnTo>
                  <a:lnTo>
                    <a:pt x="455" y="47"/>
                  </a:lnTo>
                  <a:lnTo>
                    <a:pt x="464" y="53"/>
                  </a:lnTo>
                  <a:lnTo>
                    <a:pt x="470" y="62"/>
                  </a:lnTo>
                  <a:lnTo>
                    <a:pt x="479" y="71"/>
                  </a:lnTo>
                  <a:lnTo>
                    <a:pt x="485" y="80"/>
                  </a:lnTo>
                  <a:lnTo>
                    <a:pt x="491" y="89"/>
                  </a:lnTo>
                  <a:lnTo>
                    <a:pt x="497" y="98"/>
                  </a:lnTo>
                  <a:lnTo>
                    <a:pt x="488" y="92"/>
                  </a:lnTo>
                  <a:lnTo>
                    <a:pt x="479" y="83"/>
                  </a:lnTo>
                  <a:lnTo>
                    <a:pt x="470" y="77"/>
                  </a:lnTo>
                  <a:lnTo>
                    <a:pt x="461" y="71"/>
                  </a:lnTo>
                  <a:lnTo>
                    <a:pt x="452" y="65"/>
                  </a:lnTo>
                  <a:lnTo>
                    <a:pt x="443" y="56"/>
                  </a:lnTo>
                  <a:lnTo>
                    <a:pt x="434" y="47"/>
                  </a:lnTo>
                  <a:lnTo>
                    <a:pt x="425" y="41"/>
                  </a:lnTo>
                  <a:lnTo>
                    <a:pt x="416" y="38"/>
                  </a:lnTo>
                  <a:lnTo>
                    <a:pt x="404" y="35"/>
                  </a:lnTo>
                  <a:lnTo>
                    <a:pt x="395" y="35"/>
                  </a:lnTo>
                  <a:lnTo>
                    <a:pt x="386" y="35"/>
                  </a:lnTo>
                  <a:lnTo>
                    <a:pt x="377" y="35"/>
                  </a:lnTo>
                  <a:lnTo>
                    <a:pt x="368" y="32"/>
                  </a:lnTo>
                  <a:lnTo>
                    <a:pt x="359" y="32"/>
                  </a:lnTo>
                  <a:lnTo>
                    <a:pt x="350" y="32"/>
                  </a:lnTo>
                  <a:lnTo>
                    <a:pt x="341" y="32"/>
                  </a:lnTo>
                  <a:lnTo>
                    <a:pt x="329" y="32"/>
                  </a:lnTo>
                  <a:lnTo>
                    <a:pt x="320" y="32"/>
                  </a:lnTo>
                  <a:lnTo>
                    <a:pt x="311" y="35"/>
                  </a:lnTo>
                  <a:lnTo>
                    <a:pt x="302" y="35"/>
                  </a:lnTo>
                  <a:lnTo>
                    <a:pt x="290" y="35"/>
                  </a:lnTo>
                  <a:lnTo>
                    <a:pt x="278" y="35"/>
                  </a:lnTo>
                  <a:lnTo>
                    <a:pt x="269" y="35"/>
                  </a:lnTo>
                  <a:lnTo>
                    <a:pt x="260" y="35"/>
                  </a:lnTo>
                  <a:lnTo>
                    <a:pt x="251" y="41"/>
                  </a:lnTo>
                  <a:lnTo>
                    <a:pt x="242" y="44"/>
                  </a:lnTo>
                  <a:lnTo>
                    <a:pt x="239" y="53"/>
                  </a:lnTo>
                  <a:lnTo>
                    <a:pt x="239" y="62"/>
                  </a:lnTo>
                  <a:lnTo>
                    <a:pt x="230" y="71"/>
                  </a:lnTo>
                  <a:lnTo>
                    <a:pt x="221" y="74"/>
                  </a:lnTo>
                  <a:lnTo>
                    <a:pt x="212" y="74"/>
                  </a:lnTo>
                  <a:lnTo>
                    <a:pt x="203" y="74"/>
                  </a:lnTo>
                  <a:lnTo>
                    <a:pt x="194" y="74"/>
                  </a:lnTo>
                  <a:lnTo>
                    <a:pt x="185" y="77"/>
                  </a:lnTo>
                  <a:lnTo>
                    <a:pt x="176" y="80"/>
                  </a:lnTo>
                  <a:lnTo>
                    <a:pt x="164" y="80"/>
                  </a:lnTo>
                  <a:lnTo>
                    <a:pt x="155" y="80"/>
                  </a:lnTo>
                  <a:lnTo>
                    <a:pt x="146" y="80"/>
                  </a:lnTo>
                  <a:lnTo>
                    <a:pt x="137" y="77"/>
                  </a:lnTo>
                  <a:lnTo>
                    <a:pt x="131" y="68"/>
                  </a:lnTo>
                  <a:lnTo>
                    <a:pt x="122" y="65"/>
                  </a:lnTo>
                  <a:lnTo>
                    <a:pt x="113" y="59"/>
                  </a:lnTo>
                  <a:lnTo>
                    <a:pt x="104" y="56"/>
                  </a:lnTo>
                  <a:lnTo>
                    <a:pt x="95" y="53"/>
                  </a:lnTo>
                  <a:lnTo>
                    <a:pt x="86" y="53"/>
                  </a:lnTo>
                  <a:lnTo>
                    <a:pt x="77" y="50"/>
                  </a:lnTo>
                  <a:lnTo>
                    <a:pt x="68" y="44"/>
                  </a:lnTo>
                  <a:lnTo>
                    <a:pt x="59" y="41"/>
                  </a:lnTo>
                  <a:lnTo>
                    <a:pt x="50" y="35"/>
                  </a:lnTo>
                  <a:lnTo>
                    <a:pt x="41" y="32"/>
                  </a:lnTo>
                  <a:lnTo>
                    <a:pt x="32" y="29"/>
                  </a:lnTo>
                  <a:lnTo>
                    <a:pt x="23" y="23"/>
                  </a:lnTo>
                  <a:lnTo>
                    <a:pt x="14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0" name="Freeform 20">
              <a:extLst>
                <a:ext uri="{FF2B5EF4-FFF2-40B4-BE49-F238E27FC236}">
                  <a16:creationId xmlns:a16="http://schemas.microsoft.com/office/drawing/2014/main" id="{5237D2C1-CE53-7DAB-2A77-ED3BB9A98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" y="1306"/>
              <a:ext cx="2220" cy="81"/>
            </a:xfrm>
            <a:custGeom>
              <a:avLst/>
              <a:gdLst>
                <a:gd name="T0" fmla="*/ 0 w 2220"/>
                <a:gd name="T1" fmla="*/ 80 h 81"/>
                <a:gd name="T2" fmla="*/ 48 w 2220"/>
                <a:gd name="T3" fmla="*/ 55 h 81"/>
                <a:gd name="T4" fmla="*/ 92 w 2220"/>
                <a:gd name="T5" fmla="*/ 31 h 81"/>
                <a:gd name="T6" fmla="*/ 128 w 2220"/>
                <a:gd name="T7" fmla="*/ 23 h 81"/>
                <a:gd name="T8" fmla="*/ 164 w 2220"/>
                <a:gd name="T9" fmla="*/ 27 h 81"/>
                <a:gd name="T10" fmla="*/ 200 w 2220"/>
                <a:gd name="T11" fmla="*/ 43 h 81"/>
                <a:gd name="T12" fmla="*/ 236 w 2220"/>
                <a:gd name="T13" fmla="*/ 55 h 81"/>
                <a:gd name="T14" fmla="*/ 276 w 2220"/>
                <a:gd name="T15" fmla="*/ 31 h 81"/>
                <a:gd name="T16" fmla="*/ 312 w 2220"/>
                <a:gd name="T17" fmla="*/ 23 h 81"/>
                <a:gd name="T18" fmla="*/ 348 w 2220"/>
                <a:gd name="T19" fmla="*/ 39 h 81"/>
                <a:gd name="T20" fmla="*/ 383 w 2220"/>
                <a:gd name="T21" fmla="*/ 59 h 81"/>
                <a:gd name="T22" fmla="*/ 419 w 2220"/>
                <a:gd name="T23" fmla="*/ 39 h 81"/>
                <a:gd name="T24" fmla="*/ 459 w 2220"/>
                <a:gd name="T25" fmla="*/ 27 h 81"/>
                <a:gd name="T26" fmla="*/ 495 w 2220"/>
                <a:gd name="T27" fmla="*/ 23 h 81"/>
                <a:gd name="T28" fmla="*/ 535 w 2220"/>
                <a:gd name="T29" fmla="*/ 15 h 81"/>
                <a:gd name="T30" fmla="*/ 579 w 2220"/>
                <a:gd name="T31" fmla="*/ 23 h 81"/>
                <a:gd name="T32" fmla="*/ 611 w 2220"/>
                <a:gd name="T33" fmla="*/ 51 h 81"/>
                <a:gd name="T34" fmla="*/ 651 w 2220"/>
                <a:gd name="T35" fmla="*/ 39 h 81"/>
                <a:gd name="T36" fmla="*/ 695 w 2220"/>
                <a:gd name="T37" fmla="*/ 31 h 81"/>
                <a:gd name="T38" fmla="*/ 735 w 2220"/>
                <a:gd name="T39" fmla="*/ 19 h 81"/>
                <a:gd name="T40" fmla="*/ 770 w 2220"/>
                <a:gd name="T41" fmla="*/ 19 h 81"/>
                <a:gd name="T42" fmla="*/ 806 w 2220"/>
                <a:gd name="T43" fmla="*/ 43 h 81"/>
                <a:gd name="T44" fmla="*/ 842 w 2220"/>
                <a:gd name="T45" fmla="*/ 51 h 81"/>
                <a:gd name="T46" fmla="*/ 878 w 2220"/>
                <a:gd name="T47" fmla="*/ 43 h 81"/>
                <a:gd name="T48" fmla="*/ 918 w 2220"/>
                <a:gd name="T49" fmla="*/ 35 h 81"/>
                <a:gd name="T50" fmla="*/ 954 w 2220"/>
                <a:gd name="T51" fmla="*/ 35 h 81"/>
                <a:gd name="T52" fmla="*/ 994 w 2220"/>
                <a:gd name="T53" fmla="*/ 31 h 81"/>
                <a:gd name="T54" fmla="*/ 1030 w 2220"/>
                <a:gd name="T55" fmla="*/ 15 h 81"/>
                <a:gd name="T56" fmla="*/ 1074 w 2220"/>
                <a:gd name="T57" fmla="*/ 15 h 81"/>
                <a:gd name="T58" fmla="*/ 1109 w 2220"/>
                <a:gd name="T59" fmla="*/ 39 h 81"/>
                <a:gd name="T60" fmla="*/ 1145 w 2220"/>
                <a:gd name="T61" fmla="*/ 47 h 81"/>
                <a:gd name="T62" fmla="*/ 1185 w 2220"/>
                <a:gd name="T63" fmla="*/ 31 h 81"/>
                <a:gd name="T64" fmla="*/ 1229 w 2220"/>
                <a:gd name="T65" fmla="*/ 11 h 81"/>
                <a:gd name="T66" fmla="*/ 1269 w 2220"/>
                <a:gd name="T67" fmla="*/ 7 h 81"/>
                <a:gd name="T68" fmla="*/ 1301 w 2220"/>
                <a:gd name="T69" fmla="*/ 15 h 81"/>
                <a:gd name="T70" fmla="*/ 1337 w 2220"/>
                <a:gd name="T71" fmla="*/ 43 h 81"/>
                <a:gd name="T72" fmla="*/ 1373 w 2220"/>
                <a:gd name="T73" fmla="*/ 55 h 81"/>
                <a:gd name="T74" fmla="*/ 1409 w 2220"/>
                <a:gd name="T75" fmla="*/ 31 h 81"/>
                <a:gd name="T76" fmla="*/ 1449 w 2220"/>
                <a:gd name="T77" fmla="*/ 19 h 81"/>
                <a:gd name="T78" fmla="*/ 1484 w 2220"/>
                <a:gd name="T79" fmla="*/ 15 h 81"/>
                <a:gd name="T80" fmla="*/ 1524 w 2220"/>
                <a:gd name="T81" fmla="*/ 11 h 81"/>
                <a:gd name="T82" fmla="*/ 1572 w 2220"/>
                <a:gd name="T83" fmla="*/ 39 h 81"/>
                <a:gd name="T84" fmla="*/ 1608 w 2220"/>
                <a:gd name="T85" fmla="*/ 59 h 81"/>
                <a:gd name="T86" fmla="*/ 1648 w 2220"/>
                <a:gd name="T87" fmla="*/ 47 h 81"/>
                <a:gd name="T88" fmla="*/ 1684 w 2220"/>
                <a:gd name="T89" fmla="*/ 27 h 81"/>
                <a:gd name="T90" fmla="*/ 1724 w 2220"/>
                <a:gd name="T91" fmla="*/ 15 h 81"/>
                <a:gd name="T92" fmla="*/ 1760 w 2220"/>
                <a:gd name="T93" fmla="*/ 7 h 81"/>
                <a:gd name="T94" fmla="*/ 1804 w 2220"/>
                <a:gd name="T95" fmla="*/ 27 h 81"/>
                <a:gd name="T96" fmla="*/ 1840 w 2220"/>
                <a:gd name="T97" fmla="*/ 39 h 81"/>
                <a:gd name="T98" fmla="*/ 1875 w 2220"/>
                <a:gd name="T99" fmla="*/ 27 h 81"/>
                <a:gd name="T100" fmla="*/ 1911 w 2220"/>
                <a:gd name="T101" fmla="*/ 7 h 81"/>
                <a:gd name="T102" fmla="*/ 1951 w 2220"/>
                <a:gd name="T103" fmla="*/ 0 h 81"/>
                <a:gd name="T104" fmla="*/ 1995 w 2220"/>
                <a:gd name="T105" fmla="*/ 7 h 81"/>
                <a:gd name="T106" fmla="*/ 2031 w 2220"/>
                <a:gd name="T107" fmla="*/ 23 h 81"/>
                <a:gd name="T108" fmla="*/ 2071 w 2220"/>
                <a:gd name="T109" fmla="*/ 35 h 81"/>
                <a:gd name="T110" fmla="*/ 2103 w 2220"/>
                <a:gd name="T111" fmla="*/ 15 h 81"/>
                <a:gd name="T112" fmla="*/ 2143 w 2220"/>
                <a:gd name="T113" fmla="*/ 35 h 81"/>
                <a:gd name="T114" fmla="*/ 2175 w 2220"/>
                <a:gd name="T115" fmla="*/ 55 h 81"/>
                <a:gd name="T116" fmla="*/ 2211 w 2220"/>
                <a:gd name="T117" fmla="*/ 6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20" h="81">
                  <a:moveTo>
                    <a:pt x="0" y="77"/>
                  </a:moveTo>
                  <a:lnTo>
                    <a:pt x="0" y="71"/>
                  </a:lnTo>
                  <a:lnTo>
                    <a:pt x="0" y="80"/>
                  </a:lnTo>
                  <a:lnTo>
                    <a:pt x="24" y="47"/>
                  </a:lnTo>
                  <a:lnTo>
                    <a:pt x="36" y="47"/>
                  </a:lnTo>
                  <a:lnTo>
                    <a:pt x="48" y="55"/>
                  </a:lnTo>
                  <a:lnTo>
                    <a:pt x="64" y="47"/>
                  </a:lnTo>
                  <a:lnTo>
                    <a:pt x="80" y="35"/>
                  </a:lnTo>
                  <a:lnTo>
                    <a:pt x="92" y="31"/>
                  </a:lnTo>
                  <a:lnTo>
                    <a:pt x="104" y="31"/>
                  </a:lnTo>
                  <a:lnTo>
                    <a:pt x="116" y="27"/>
                  </a:lnTo>
                  <a:lnTo>
                    <a:pt x="128" y="23"/>
                  </a:lnTo>
                  <a:lnTo>
                    <a:pt x="140" y="23"/>
                  </a:lnTo>
                  <a:lnTo>
                    <a:pt x="152" y="27"/>
                  </a:lnTo>
                  <a:lnTo>
                    <a:pt x="164" y="27"/>
                  </a:lnTo>
                  <a:lnTo>
                    <a:pt x="176" y="31"/>
                  </a:lnTo>
                  <a:lnTo>
                    <a:pt x="188" y="39"/>
                  </a:lnTo>
                  <a:lnTo>
                    <a:pt x="200" y="43"/>
                  </a:lnTo>
                  <a:lnTo>
                    <a:pt x="212" y="47"/>
                  </a:lnTo>
                  <a:lnTo>
                    <a:pt x="224" y="51"/>
                  </a:lnTo>
                  <a:lnTo>
                    <a:pt x="236" y="55"/>
                  </a:lnTo>
                  <a:lnTo>
                    <a:pt x="252" y="51"/>
                  </a:lnTo>
                  <a:lnTo>
                    <a:pt x="268" y="43"/>
                  </a:lnTo>
                  <a:lnTo>
                    <a:pt x="276" y="31"/>
                  </a:lnTo>
                  <a:lnTo>
                    <a:pt x="288" y="31"/>
                  </a:lnTo>
                  <a:lnTo>
                    <a:pt x="300" y="27"/>
                  </a:lnTo>
                  <a:lnTo>
                    <a:pt x="312" y="23"/>
                  </a:lnTo>
                  <a:lnTo>
                    <a:pt x="324" y="19"/>
                  </a:lnTo>
                  <a:lnTo>
                    <a:pt x="336" y="31"/>
                  </a:lnTo>
                  <a:lnTo>
                    <a:pt x="348" y="39"/>
                  </a:lnTo>
                  <a:lnTo>
                    <a:pt x="360" y="51"/>
                  </a:lnTo>
                  <a:lnTo>
                    <a:pt x="371" y="59"/>
                  </a:lnTo>
                  <a:lnTo>
                    <a:pt x="383" y="59"/>
                  </a:lnTo>
                  <a:lnTo>
                    <a:pt x="395" y="51"/>
                  </a:lnTo>
                  <a:lnTo>
                    <a:pt x="407" y="47"/>
                  </a:lnTo>
                  <a:lnTo>
                    <a:pt x="419" y="39"/>
                  </a:lnTo>
                  <a:lnTo>
                    <a:pt x="431" y="35"/>
                  </a:lnTo>
                  <a:lnTo>
                    <a:pt x="443" y="31"/>
                  </a:lnTo>
                  <a:lnTo>
                    <a:pt x="459" y="27"/>
                  </a:lnTo>
                  <a:lnTo>
                    <a:pt x="471" y="27"/>
                  </a:lnTo>
                  <a:lnTo>
                    <a:pt x="483" y="23"/>
                  </a:lnTo>
                  <a:lnTo>
                    <a:pt x="495" y="23"/>
                  </a:lnTo>
                  <a:lnTo>
                    <a:pt x="507" y="23"/>
                  </a:lnTo>
                  <a:lnTo>
                    <a:pt x="519" y="19"/>
                  </a:lnTo>
                  <a:lnTo>
                    <a:pt x="535" y="15"/>
                  </a:lnTo>
                  <a:lnTo>
                    <a:pt x="551" y="15"/>
                  </a:lnTo>
                  <a:lnTo>
                    <a:pt x="567" y="11"/>
                  </a:lnTo>
                  <a:lnTo>
                    <a:pt x="579" y="23"/>
                  </a:lnTo>
                  <a:lnTo>
                    <a:pt x="587" y="35"/>
                  </a:lnTo>
                  <a:lnTo>
                    <a:pt x="595" y="47"/>
                  </a:lnTo>
                  <a:lnTo>
                    <a:pt x="611" y="51"/>
                  </a:lnTo>
                  <a:lnTo>
                    <a:pt x="623" y="47"/>
                  </a:lnTo>
                  <a:lnTo>
                    <a:pt x="639" y="43"/>
                  </a:lnTo>
                  <a:lnTo>
                    <a:pt x="651" y="39"/>
                  </a:lnTo>
                  <a:lnTo>
                    <a:pt x="667" y="35"/>
                  </a:lnTo>
                  <a:lnTo>
                    <a:pt x="683" y="35"/>
                  </a:lnTo>
                  <a:lnTo>
                    <a:pt x="695" y="31"/>
                  </a:lnTo>
                  <a:lnTo>
                    <a:pt x="707" y="27"/>
                  </a:lnTo>
                  <a:lnTo>
                    <a:pt x="723" y="23"/>
                  </a:lnTo>
                  <a:lnTo>
                    <a:pt x="735" y="19"/>
                  </a:lnTo>
                  <a:lnTo>
                    <a:pt x="746" y="15"/>
                  </a:lnTo>
                  <a:lnTo>
                    <a:pt x="758" y="11"/>
                  </a:lnTo>
                  <a:lnTo>
                    <a:pt x="770" y="19"/>
                  </a:lnTo>
                  <a:lnTo>
                    <a:pt x="782" y="27"/>
                  </a:lnTo>
                  <a:lnTo>
                    <a:pt x="794" y="35"/>
                  </a:lnTo>
                  <a:lnTo>
                    <a:pt x="806" y="43"/>
                  </a:lnTo>
                  <a:lnTo>
                    <a:pt x="818" y="51"/>
                  </a:lnTo>
                  <a:lnTo>
                    <a:pt x="830" y="51"/>
                  </a:lnTo>
                  <a:lnTo>
                    <a:pt x="842" y="51"/>
                  </a:lnTo>
                  <a:lnTo>
                    <a:pt x="854" y="47"/>
                  </a:lnTo>
                  <a:lnTo>
                    <a:pt x="866" y="43"/>
                  </a:lnTo>
                  <a:lnTo>
                    <a:pt x="878" y="43"/>
                  </a:lnTo>
                  <a:lnTo>
                    <a:pt x="890" y="39"/>
                  </a:lnTo>
                  <a:lnTo>
                    <a:pt x="906" y="39"/>
                  </a:lnTo>
                  <a:lnTo>
                    <a:pt x="918" y="35"/>
                  </a:lnTo>
                  <a:lnTo>
                    <a:pt x="930" y="35"/>
                  </a:lnTo>
                  <a:lnTo>
                    <a:pt x="942" y="35"/>
                  </a:lnTo>
                  <a:lnTo>
                    <a:pt x="954" y="35"/>
                  </a:lnTo>
                  <a:lnTo>
                    <a:pt x="966" y="35"/>
                  </a:lnTo>
                  <a:lnTo>
                    <a:pt x="978" y="35"/>
                  </a:lnTo>
                  <a:lnTo>
                    <a:pt x="994" y="31"/>
                  </a:lnTo>
                  <a:lnTo>
                    <a:pt x="1006" y="27"/>
                  </a:lnTo>
                  <a:lnTo>
                    <a:pt x="1018" y="19"/>
                  </a:lnTo>
                  <a:lnTo>
                    <a:pt x="1030" y="15"/>
                  </a:lnTo>
                  <a:lnTo>
                    <a:pt x="1042" y="11"/>
                  </a:lnTo>
                  <a:lnTo>
                    <a:pt x="1058" y="7"/>
                  </a:lnTo>
                  <a:lnTo>
                    <a:pt x="1074" y="15"/>
                  </a:lnTo>
                  <a:lnTo>
                    <a:pt x="1086" y="27"/>
                  </a:lnTo>
                  <a:lnTo>
                    <a:pt x="1098" y="35"/>
                  </a:lnTo>
                  <a:lnTo>
                    <a:pt x="1109" y="39"/>
                  </a:lnTo>
                  <a:lnTo>
                    <a:pt x="1121" y="47"/>
                  </a:lnTo>
                  <a:lnTo>
                    <a:pt x="1133" y="47"/>
                  </a:lnTo>
                  <a:lnTo>
                    <a:pt x="1145" y="47"/>
                  </a:lnTo>
                  <a:lnTo>
                    <a:pt x="1161" y="43"/>
                  </a:lnTo>
                  <a:lnTo>
                    <a:pt x="1173" y="39"/>
                  </a:lnTo>
                  <a:lnTo>
                    <a:pt x="1185" y="31"/>
                  </a:lnTo>
                  <a:lnTo>
                    <a:pt x="1201" y="23"/>
                  </a:lnTo>
                  <a:lnTo>
                    <a:pt x="1213" y="19"/>
                  </a:lnTo>
                  <a:lnTo>
                    <a:pt x="1229" y="11"/>
                  </a:lnTo>
                  <a:lnTo>
                    <a:pt x="1241" y="11"/>
                  </a:lnTo>
                  <a:lnTo>
                    <a:pt x="1253" y="11"/>
                  </a:lnTo>
                  <a:lnTo>
                    <a:pt x="1269" y="7"/>
                  </a:lnTo>
                  <a:lnTo>
                    <a:pt x="1281" y="3"/>
                  </a:lnTo>
                  <a:lnTo>
                    <a:pt x="1293" y="3"/>
                  </a:lnTo>
                  <a:lnTo>
                    <a:pt x="1301" y="15"/>
                  </a:lnTo>
                  <a:lnTo>
                    <a:pt x="1313" y="23"/>
                  </a:lnTo>
                  <a:lnTo>
                    <a:pt x="1325" y="31"/>
                  </a:lnTo>
                  <a:lnTo>
                    <a:pt x="1337" y="43"/>
                  </a:lnTo>
                  <a:lnTo>
                    <a:pt x="1349" y="51"/>
                  </a:lnTo>
                  <a:lnTo>
                    <a:pt x="1361" y="55"/>
                  </a:lnTo>
                  <a:lnTo>
                    <a:pt x="1373" y="55"/>
                  </a:lnTo>
                  <a:lnTo>
                    <a:pt x="1385" y="47"/>
                  </a:lnTo>
                  <a:lnTo>
                    <a:pt x="1397" y="39"/>
                  </a:lnTo>
                  <a:lnTo>
                    <a:pt x="1409" y="31"/>
                  </a:lnTo>
                  <a:lnTo>
                    <a:pt x="1421" y="27"/>
                  </a:lnTo>
                  <a:lnTo>
                    <a:pt x="1433" y="23"/>
                  </a:lnTo>
                  <a:lnTo>
                    <a:pt x="1449" y="19"/>
                  </a:lnTo>
                  <a:lnTo>
                    <a:pt x="1461" y="19"/>
                  </a:lnTo>
                  <a:lnTo>
                    <a:pt x="1473" y="19"/>
                  </a:lnTo>
                  <a:lnTo>
                    <a:pt x="1484" y="15"/>
                  </a:lnTo>
                  <a:lnTo>
                    <a:pt x="1496" y="15"/>
                  </a:lnTo>
                  <a:lnTo>
                    <a:pt x="1508" y="7"/>
                  </a:lnTo>
                  <a:lnTo>
                    <a:pt x="1524" y="11"/>
                  </a:lnTo>
                  <a:lnTo>
                    <a:pt x="1544" y="23"/>
                  </a:lnTo>
                  <a:lnTo>
                    <a:pt x="1556" y="27"/>
                  </a:lnTo>
                  <a:lnTo>
                    <a:pt x="1572" y="39"/>
                  </a:lnTo>
                  <a:lnTo>
                    <a:pt x="1584" y="43"/>
                  </a:lnTo>
                  <a:lnTo>
                    <a:pt x="1596" y="51"/>
                  </a:lnTo>
                  <a:lnTo>
                    <a:pt x="1608" y="59"/>
                  </a:lnTo>
                  <a:lnTo>
                    <a:pt x="1620" y="59"/>
                  </a:lnTo>
                  <a:lnTo>
                    <a:pt x="1632" y="55"/>
                  </a:lnTo>
                  <a:lnTo>
                    <a:pt x="1648" y="47"/>
                  </a:lnTo>
                  <a:lnTo>
                    <a:pt x="1660" y="35"/>
                  </a:lnTo>
                  <a:lnTo>
                    <a:pt x="1672" y="31"/>
                  </a:lnTo>
                  <a:lnTo>
                    <a:pt x="1684" y="27"/>
                  </a:lnTo>
                  <a:lnTo>
                    <a:pt x="1696" y="23"/>
                  </a:lnTo>
                  <a:lnTo>
                    <a:pt x="1712" y="19"/>
                  </a:lnTo>
                  <a:lnTo>
                    <a:pt x="1724" y="15"/>
                  </a:lnTo>
                  <a:lnTo>
                    <a:pt x="1736" y="11"/>
                  </a:lnTo>
                  <a:lnTo>
                    <a:pt x="1748" y="7"/>
                  </a:lnTo>
                  <a:lnTo>
                    <a:pt x="1760" y="7"/>
                  </a:lnTo>
                  <a:lnTo>
                    <a:pt x="1772" y="11"/>
                  </a:lnTo>
                  <a:lnTo>
                    <a:pt x="1792" y="19"/>
                  </a:lnTo>
                  <a:lnTo>
                    <a:pt x="1804" y="27"/>
                  </a:lnTo>
                  <a:lnTo>
                    <a:pt x="1816" y="31"/>
                  </a:lnTo>
                  <a:lnTo>
                    <a:pt x="1828" y="35"/>
                  </a:lnTo>
                  <a:lnTo>
                    <a:pt x="1840" y="39"/>
                  </a:lnTo>
                  <a:lnTo>
                    <a:pt x="1851" y="39"/>
                  </a:lnTo>
                  <a:lnTo>
                    <a:pt x="1863" y="31"/>
                  </a:lnTo>
                  <a:lnTo>
                    <a:pt x="1875" y="27"/>
                  </a:lnTo>
                  <a:lnTo>
                    <a:pt x="1887" y="19"/>
                  </a:lnTo>
                  <a:lnTo>
                    <a:pt x="1899" y="11"/>
                  </a:lnTo>
                  <a:lnTo>
                    <a:pt x="1911" y="7"/>
                  </a:lnTo>
                  <a:lnTo>
                    <a:pt x="1927" y="3"/>
                  </a:lnTo>
                  <a:lnTo>
                    <a:pt x="1939" y="0"/>
                  </a:lnTo>
                  <a:lnTo>
                    <a:pt x="1951" y="0"/>
                  </a:lnTo>
                  <a:lnTo>
                    <a:pt x="1967" y="0"/>
                  </a:lnTo>
                  <a:lnTo>
                    <a:pt x="1979" y="3"/>
                  </a:lnTo>
                  <a:lnTo>
                    <a:pt x="1995" y="7"/>
                  </a:lnTo>
                  <a:lnTo>
                    <a:pt x="2007" y="11"/>
                  </a:lnTo>
                  <a:lnTo>
                    <a:pt x="2019" y="19"/>
                  </a:lnTo>
                  <a:lnTo>
                    <a:pt x="2031" y="23"/>
                  </a:lnTo>
                  <a:lnTo>
                    <a:pt x="2047" y="27"/>
                  </a:lnTo>
                  <a:lnTo>
                    <a:pt x="2059" y="35"/>
                  </a:lnTo>
                  <a:lnTo>
                    <a:pt x="2071" y="35"/>
                  </a:lnTo>
                  <a:lnTo>
                    <a:pt x="2079" y="23"/>
                  </a:lnTo>
                  <a:lnTo>
                    <a:pt x="2091" y="15"/>
                  </a:lnTo>
                  <a:lnTo>
                    <a:pt x="2103" y="15"/>
                  </a:lnTo>
                  <a:lnTo>
                    <a:pt x="2115" y="19"/>
                  </a:lnTo>
                  <a:lnTo>
                    <a:pt x="2131" y="27"/>
                  </a:lnTo>
                  <a:lnTo>
                    <a:pt x="2143" y="35"/>
                  </a:lnTo>
                  <a:lnTo>
                    <a:pt x="2155" y="39"/>
                  </a:lnTo>
                  <a:lnTo>
                    <a:pt x="2163" y="51"/>
                  </a:lnTo>
                  <a:lnTo>
                    <a:pt x="2175" y="55"/>
                  </a:lnTo>
                  <a:lnTo>
                    <a:pt x="2187" y="59"/>
                  </a:lnTo>
                  <a:lnTo>
                    <a:pt x="2199" y="67"/>
                  </a:lnTo>
                  <a:lnTo>
                    <a:pt x="2211" y="67"/>
                  </a:lnTo>
                  <a:lnTo>
                    <a:pt x="2219" y="75"/>
                  </a:lnTo>
                  <a:lnTo>
                    <a:pt x="2214" y="73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143" name="Group 23">
              <a:extLst>
                <a:ext uri="{FF2B5EF4-FFF2-40B4-BE49-F238E27FC236}">
                  <a16:creationId xmlns:a16="http://schemas.microsoft.com/office/drawing/2014/main" id="{E6A9208C-C97E-2508-409E-FF5EC75555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" y="594"/>
              <a:ext cx="2448" cy="151"/>
              <a:chOff x="20" y="594"/>
              <a:chExt cx="2448" cy="151"/>
            </a:xfrm>
          </p:grpSpPr>
          <p:sp>
            <p:nvSpPr>
              <p:cNvPr id="5141" name="Freeform 21">
                <a:extLst>
                  <a:ext uri="{FF2B5EF4-FFF2-40B4-BE49-F238E27FC236}">
                    <a16:creationId xmlns:a16="http://schemas.microsoft.com/office/drawing/2014/main" id="{608F32E2-2FC5-D8D9-AA20-07A6257F8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" y="594"/>
                <a:ext cx="2420" cy="151"/>
              </a:xfrm>
              <a:custGeom>
                <a:avLst/>
                <a:gdLst>
                  <a:gd name="T0" fmla="*/ 75 w 2420"/>
                  <a:gd name="T1" fmla="*/ 48 h 151"/>
                  <a:gd name="T2" fmla="*/ 163 w 2420"/>
                  <a:gd name="T3" fmla="*/ 39 h 151"/>
                  <a:gd name="T4" fmla="*/ 241 w 2420"/>
                  <a:gd name="T5" fmla="*/ 33 h 151"/>
                  <a:gd name="T6" fmla="*/ 319 w 2420"/>
                  <a:gd name="T7" fmla="*/ 48 h 151"/>
                  <a:gd name="T8" fmla="*/ 404 w 2420"/>
                  <a:gd name="T9" fmla="*/ 42 h 151"/>
                  <a:gd name="T10" fmla="*/ 489 w 2420"/>
                  <a:gd name="T11" fmla="*/ 18 h 151"/>
                  <a:gd name="T12" fmla="*/ 571 w 2420"/>
                  <a:gd name="T13" fmla="*/ 45 h 151"/>
                  <a:gd name="T14" fmla="*/ 652 w 2420"/>
                  <a:gd name="T15" fmla="*/ 27 h 151"/>
                  <a:gd name="T16" fmla="*/ 741 w 2420"/>
                  <a:gd name="T17" fmla="*/ 33 h 151"/>
                  <a:gd name="T18" fmla="*/ 822 w 2420"/>
                  <a:gd name="T19" fmla="*/ 21 h 151"/>
                  <a:gd name="T20" fmla="*/ 907 w 2420"/>
                  <a:gd name="T21" fmla="*/ 42 h 151"/>
                  <a:gd name="T22" fmla="*/ 985 w 2420"/>
                  <a:gd name="T23" fmla="*/ 60 h 151"/>
                  <a:gd name="T24" fmla="*/ 1064 w 2420"/>
                  <a:gd name="T25" fmla="*/ 30 h 151"/>
                  <a:gd name="T26" fmla="*/ 1136 w 2420"/>
                  <a:gd name="T27" fmla="*/ 57 h 151"/>
                  <a:gd name="T28" fmla="*/ 1217 w 2420"/>
                  <a:gd name="T29" fmla="*/ 24 h 151"/>
                  <a:gd name="T30" fmla="*/ 1305 w 2420"/>
                  <a:gd name="T31" fmla="*/ 51 h 151"/>
                  <a:gd name="T32" fmla="*/ 1390 w 2420"/>
                  <a:gd name="T33" fmla="*/ 42 h 151"/>
                  <a:gd name="T34" fmla="*/ 1482 w 2420"/>
                  <a:gd name="T35" fmla="*/ 27 h 151"/>
                  <a:gd name="T36" fmla="*/ 1566 w 2420"/>
                  <a:gd name="T37" fmla="*/ 42 h 151"/>
                  <a:gd name="T38" fmla="*/ 1651 w 2420"/>
                  <a:gd name="T39" fmla="*/ 33 h 151"/>
                  <a:gd name="T40" fmla="*/ 1723 w 2420"/>
                  <a:gd name="T41" fmla="*/ 54 h 151"/>
                  <a:gd name="T42" fmla="*/ 1808 w 2420"/>
                  <a:gd name="T43" fmla="*/ 81 h 151"/>
                  <a:gd name="T44" fmla="*/ 1880 w 2420"/>
                  <a:gd name="T45" fmla="*/ 39 h 151"/>
                  <a:gd name="T46" fmla="*/ 1952 w 2420"/>
                  <a:gd name="T47" fmla="*/ 45 h 151"/>
                  <a:gd name="T48" fmla="*/ 2030 w 2420"/>
                  <a:gd name="T49" fmla="*/ 54 h 151"/>
                  <a:gd name="T50" fmla="*/ 2125 w 2420"/>
                  <a:gd name="T51" fmla="*/ 57 h 151"/>
                  <a:gd name="T52" fmla="*/ 2206 w 2420"/>
                  <a:gd name="T53" fmla="*/ 15 h 151"/>
                  <a:gd name="T54" fmla="*/ 2288 w 2420"/>
                  <a:gd name="T55" fmla="*/ 45 h 151"/>
                  <a:gd name="T56" fmla="*/ 2370 w 2420"/>
                  <a:gd name="T57" fmla="*/ 39 h 151"/>
                  <a:gd name="T58" fmla="*/ 2399 w 2420"/>
                  <a:gd name="T59" fmla="*/ 105 h 151"/>
                  <a:gd name="T60" fmla="*/ 2327 w 2420"/>
                  <a:gd name="T61" fmla="*/ 93 h 151"/>
                  <a:gd name="T62" fmla="*/ 2255 w 2420"/>
                  <a:gd name="T63" fmla="*/ 93 h 151"/>
                  <a:gd name="T64" fmla="*/ 2174 w 2420"/>
                  <a:gd name="T65" fmla="*/ 84 h 151"/>
                  <a:gd name="T66" fmla="*/ 2095 w 2420"/>
                  <a:gd name="T67" fmla="*/ 99 h 151"/>
                  <a:gd name="T68" fmla="*/ 2010 w 2420"/>
                  <a:gd name="T69" fmla="*/ 87 h 151"/>
                  <a:gd name="T70" fmla="*/ 1932 w 2420"/>
                  <a:gd name="T71" fmla="*/ 105 h 151"/>
                  <a:gd name="T72" fmla="*/ 1850 w 2420"/>
                  <a:gd name="T73" fmla="*/ 108 h 151"/>
                  <a:gd name="T74" fmla="*/ 1766 w 2420"/>
                  <a:gd name="T75" fmla="*/ 96 h 151"/>
                  <a:gd name="T76" fmla="*/ 1677 w 2420"/>
                  <a:gd name="T77" fmla="*/ 123 h 151"/>
                  <a:gd name="T78" fmla="*/ 1602 w 2420"/>
                  <a:gd name="T79" fmla="*/ 102 h 151"/>
                  <a:gd name="T80" fmla="*/ 1524 w 2420"/>
                  <a:gd name="T81" fmla="*/ 90 h 151"/>
                  <a:gd name="T82" fmla="*/ 1452 w 2420"/>
                  <a:gd name="T83" fmla="*/ 111 h 151"/>
                  <a:gd name="T84" fmla="*/ 1371 w 2420"/>
                  <a:gd name="T85" fmla="*/ 96 h 151"/>
                  <a:gd name="T86" fmla="*/ 1286 w 2420"/>
                  <a:gd name="T87" fmla="*/ 84 h 151"/>
                  <a:gd name="T88" fmla="*/ 1211 w 2420"/>
                  <a:gd name="T89" fmla="*/ 123 h 151"/>
                  <a:gd name="T90" fmla="*/ 1122 w 2420"/>
                  <a:gd name="T91" fmla="*/ 93 h 151"/>
                  <a:gd name="T92" fmla="*/ 1044 w 2420"/>
                  <a:gd name="T93" fmla="*/ 78 h 151"/>
                  <a:gd name="T94" fmla="*/ 953 w 2420"/>
                  <a:gd name="T95" fmla="*/ 93 h 151"/>
                  <a:gd name="T96" fmla="*/ 878 w 2420"/>
                  <a:gd name="T97" fmla="*/ 96 h 151"/>
                  <a:gd name="T98" fmla="*/ 786 w 2420"/>
                  <a:gd name="T99" fmla="*/ 81 h 151"/>
                  <a:gd name="T100" fmla="*/ 695 w 2420"/>
                  <a:gd name="T101" fmla="*/ 96 h 151"/>
                  <a:gd name="T102" fmla="*/ 623 w 2420"/>
                  <a:gd name="T103" fmla="*/ 72 h 151"/>
                  <a:gd name="T104" fmla="*/ 538 w 2420"/>
                  <a:gd name="T105" fmla="*/ 84 h 151"/>
                  <a:gd name="T106" fmla="*/ 457 w 2420"/>
                  <a:gd name="T107" fmla="*/ 72 h 151"/>
                  <a:gd name="T108" fmla="*/ 378 w 2420"/>
                  <a:gd name="T109" fmla="*/ 93 h 151"/>
                  <a:gd name="T110" fmla="*/ 287 w 2420"/>
                  <a:gd name="T111" fmla="*/ 84 h 151"/>
                  <a:gd name="T112" fmla="*/ 202 w 2420"/>
                  <a:gd name="T113" fmla="*/ 102 h 151"/>
                  <a:gd name="T114" fmla="*/ 124 w 2420"/>
                  <a:gd name="T115" fmla="*/ 108 h 151"/>
                  <a:gd name="T116" fmla="*/ 39 w 2420"/>
                  <a:gd name="T117" fmla="*/ 12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20" h="151">
                    <a:moveTo>
                      <a:pt x="3" y="0"/>
                    </a:moveTo>
                    <a:lnTo>
                      <a:pt x="16" y="9"/>
                    </a:lnTo>
                    <a:lnTo>
                      <a:pt x="22" y="18"/>
                    </a:lnTo>
                    <a:lnTo>
                      <a:pt x="32" y="21"/>
                    </a:lnTo>
                    <a:lnTo>
                      <a:pt x="42" y="30"/>
                    </a:lnTo>
                    <a:lnTo>
                      <a:pt x="52" y="36"/>
                    </a:lnTo>
                    <a:lnTo>
                      <a:pt x="62" y="45"/>
                    </a:lnTo>
                    <a:lnTo>
                      <a:pt x="75" y="48"/>
                    </a:lnTo>
                    <a:lnTo>
                      <a:pt x="91" y="54"/>
                    </a:lnTo>
                    <a:lnTo>
                      <a:pt x="104" y="57"/>
                    </a:lnTo>
                    <a:lnTo>
                      <a:pt x="114" y="63"/>
                    </a:lnTo>
                    <a:lnTo>
                      <a:pt x="124" y="66"/>
                    </a:lnTo>
                    <a:lnTo>
                      <a:pt x="133" y="60"/>
                    </a:lnTo>
                    <a:lnTo>
                      <a:pt x="143" y="54"/>
                    </a:lnTo>
                    <a:lnTo>
                      <a:pt x="153" y="48"/>
                    </a:lnTo>
                    <a:lnTo>
                      <a:pt x="163" y="39"/>
                    </a:lnTo>
                    <a:lnTo>
                      <a:pt x="169" y="30"/>
                    </a:lnTo>
                    <a:lnTo>
                      <a:pt x="179" y="30"/>
                    </a:lnTo>
                    <a:lnTo>
                      <a:pt x="186" y="42"/>
                    </a:lnTo>
                    <a:lnTo>
                      <a:pt x="189" y="51"/>
                    </a:lnTo>
                    <a:lnTo>
                      <a:pt x="202" y="45"/>
                    </a:lnTo>
                    <a:lnTo>
                      <a:pt x="215" y="39"/>
                    </a:lnTo>
                    <a:lnTo>
                      <a:pt x="231" y="36"/>
                    </a:lnTo>
                    <a:lnTo>
                      <a:pt x="241" y="33"/>
                    </a:lnTo>
                    <a:lnTo>
                      <a:pt x="251" y="33"/>
                    </a:lnTo>
                    <a:lnTo>
                      <a:pt x="261" y="27"/>
                    </a:lnTo>
                    <a:lnTo>
                      <a:pt x="270" y="27"/>
                    </a:lnTo>
                    <a:lnTo>
                      <a:pt x="280" y="36"/>
                    </a:lnTo>
                    <a:lnTo>
                      <a:pt x="290" y="45"/>
                    </a:lnTo>
                    <a:lnTo>
                      <a:pt x="300" y="48"/>
                    </a:lnTo>
                    <a:lnTo>
                      <a:pt x="310" y="48"/>
                    </a:lnTo>
                    <a:lnTo>
                      <a:pt x="319" y="48"/>
                    </a:lnTo>
                    <a:lnTo>
                      <a:pt x="332" y="51"/>
                    </a:lnTo>
                    <a:lnTo>
                      <a:pt x="342" y="51"/>
                    </a:lnTo>
                    <a:lnTo>
                      <a:pt x="352" y="51"/>
                    </a:lnTo>
                    <a:lnTo>
                      <a:pt x="362" y="51"/>
                    </a:lnTo>
                    <a:lnTo>
                      <a:pt x="372" y="48"/>
                    </a:lnTo>
                    <a:lnTo>
                      <a:pt x="385" y="45"/>
                    </a:lnTo>
                    <a:lnTo>
                      <a:pt x="395" y="45"/>
                    </a:lnTo>
                    <a:lnTo>
                      <a:pt x="404" y="42"/>
                    </a:lnTo>
                    <a:lnTo>
                      <a:pt x="414" y="39"/>
                    </a:lnTo>
                    <a:lnTo>
                      <a:pt x="424" y="36"/>
                    </a:lnTo>
                    <a:lnTo>
                      <a:pt x="434" y="36"/>
                    </a:lnTo>
                    <a:lnTo>
                      <a:pt x="443" y="33"/>
                    </a:lnTo>
                    <a:lnTo>
                      <a:pt x="453" y="27"/>
                    </a:lnTo>
                    <a:lnTo>
                      <a:pt x="463" y="24"/>
                    </a:lnTo>
                    <a:lnTo>
                      <a:pt x="476" y="24"/>
                    </a:lnTo>
                    <a:lnTo>
                      <a:pt x="489" y="18"/>
                    </a:lnTo>
                    <a:lnTo>
                      <a:pt x="499" y="18"/>
                    </a:lnTo>
                    <a:lnTo>
                      <a:pt x="509" y="15"/>
                    </a:lnTo>
                    <a:lnTo>
                      <a:pt x="522" y="18"/>
                    </a:lnTo>
                    <a:lnTo>
                      <a:pt x="532" y="24"/>
                    </a:lnTo>
                    <a:lnTo>
                      <a:pt x="541" y="27"/>
                    </a:lnTo>
                    <a:lnTo>
                      <a:pt x="551" y="33"/>
                    </a:lnTo>
                    <a:lnTo>
                      <a:pt x="561" y="39"/>
                    </a:lnTo>
                    <a:lnTo>
                      <a:pt x="571" y="45"/>
                    </a:lnTo>
                    <a:lnTo>
                      <a:pt x="581" y="45"/>
                    </a:lnTo>
                    <a:lnTo>
                      <a:pt x="590" y="45"/>
                    </a:lnTo>
                    <a:lnTo>
                      <a:pt x="600" y="42"/>
                    </a:lnTo>
                    <a:lnTo>
                      <a:pt x="610" y="39"/>
                    </a:lnTo>
                    <a:lnTo>
                      <a:pt x="620" y="36"/>
                    </a:lnTo>
                    <a:lnTo>
                      <a:pt x="633" y="33"/>
                    </a:lnTo>
                    <a:lnTo>
                      <a:pt x="643" y="30"/>
                    </a:lnTo>
                    <a:lnTo>
                      <a:pt x="652" y="27"/>
                    </a:lnTo>
                    <a:lnTo>
                      <a:pt x="662" y="24"/>
                    </a:lnTo>
                    <a:lnTo>
                      <a:pt x="672" y="18"/>
                    </a:lnTo>
                    <a:lnTo>
                      <a:pt x="685" y="12"/>
                    </a:lnTo>
                    <a:lnTo>
                      <a:pt x="695" y="12"/>
                    </a:lnTo>
                    <a:lnTo>
                      <a:pt x="705" y="9"/>
                    </a:lnTo>
                    <a:lnTo>
                      <a:pt x="718" y="15"/>
                    </a:lnTo>
                    <a:lnTo>
                      <a:pt x="731" y="27"/>
                    </a:lnTo>
                    <a:lnTo>
                      <a:pt x="741" y="33"/>
                    </a:lnTo>
                    <a:lnTo>
                      <a:pt x="750" y="39"/>
                    </a:lnTo>
                    <a:lnTo>
                      <a:pt x="760" y="45"/>
                    </a:lnTo>
                    <a:lnTo>
                      <a:pt x="770" y="45"/>
                    </a:lnTo>
                    <a:lnTo>
                      <a:pt x="780" y="45"/>
                    </a:lnTo>
                    <a:lnTo>
                      <a:pt x="790" y="36"/>
                    </a:lnTo>
                    <a:lnTo>
                      <a:pt x="799" y="36"/>
                    </a:lnTo>
                    <a:lnTo>
                      <a:pt x="812" y="27"/>
                    </a:lnTo>
                    <a:lnTo>
                      <a:pt x="822" y="21"/>
                    </a:lnTo>
                    <a:lnTo>
                      <a:pt x="835" y="15"/>
                    </a:lnTo>
                    <a:lnTo>
                      <a:pt x="845" y="12"/>
                    </a:lnTo>
                    <a:lnTo>
                      <a:pt x="855" y="9"/>
                    </a:lnTo>
                    <a:lnTo>
                      <a:pt x="865" y="12"/>
                    </a:lnTo>
                    <a:lnTo>
                      <a:pt x="874" y="18"/>
                    </a:lnTo>
                    <a:lnTo>
                      <a:pt x="884" y="24"/>
                    </a:lnTo>
                    <a:lnTo>
                      <a:pt x="897" y="33"/>
                    </a:lnTo>
                    <a:lnTo>
                      <a:pt x="907" y="42"/>
                    </a:lnTo>
                    <a:lnTo>
                      <a:pt x="917" y="48"/>
                    </a:lnTo>
                    <a:lnTo>
                      <a:pt x="927" y="54"/>
                    </a:lnTo>
                    <a:lnTo>
                      <a:pt x="936" y="63"/>
                    </a:lnTo>
                    <a:lnTo>
                      <a:pt x="946" y="63"/>
                    </a:lnTo>
                    <a:lnTo>
                      <a:pt x="956" y="63"/>
                    </a:lnTo>
                    <a:lnTo>
                      <a:pt x="966" y="63"/>
                    </a:lnTo>
                    <a:lnTo>
                      <a:pt x="976" y="60"/>
                    </a:lnTo>
                    <a:lnTo>
                      <a:pt x="985" y="60"/>
                    </a:lnTo>
                    <a:lnTo>
                      <a:pt x="995" y="51"/>
                    </a:lnTo>
                    <a:lnTo>
                      <a:pt x="1005" y="45"/>
                    </a:lnTo>
                    <a:lnTo>
                      <a:pt x="1015" y="42"/>
                    </a:lnTo>
                    <a:lnTo>
                      <a:pt x="1025" y="36"/>
                    </a:lnTo>
                    <a:lnTo>
                      <a:pt x="1034" y="36"/>
                    </a:lnTo>
                    <a:lnTo>
                      <a:pt x="1044" y="30"/>
                    </a:lnTo>
                    <a:lnTo>
                      <a:pt x="1054" y="30"/>
                    </a:lnTo>
                    <a:lnTo>
                      <a:pt x="1064" y="30"/>
                    </a:lnTo>
                    <a:lnTo>
                      <a:pt x="1067" y="39"/>
                    </a:lnTo>
                    <a:lnTo>
                      <a:pt x="1077" y="48"/>
                    </a:lnTo>
                    <a:lnTo>
                      <a:pt x="1087" y="51"/>
                    </a:lnTo>
                    <a:lnTo>
                      <a:pt x="1096" y="57"/>
                    </a:lnTo>
                    <a:lnTo>
                      <a:pt x="1106" y="66"/>
                    </a:lnTo>
                    <a:lnTo>
                      <a:pt x="1116" y="69"/>
                    </a:lnTo>
                    <a:lnTo>
                      <a:pt x="1126" y="63"/>
                    </a:lnTo>
                    <a:lnTo>
                      <a:pt x="1136" y="57"/>
                    </a:lnTo>
                    <a:lnTo>
                      <a:pt x="1149" y="48"/>
                    </a:lnTo>
                    <a:lnTo>
                      <a:pt x="1158" y="45"/>
                    </a:lnTo>
                    <a:lnTo>
                      <a:pt x="1168" y="39"/>
                    </a:lnTo>
                    <a:lnTo>
                      <a:pt x="1178" y="36"/>
                    </a:lnTo>
                    <a:lnTo>
                      <a:pt x="1188" y="33"/>
                    </a:lnTo>
                    <a:lnTo>
                      <a:pt x="1198" y="30"/>
                    </a:lnTo>
                    <a:lnTo>
                      <a:pt x="1207" y="27"/>
                    </a:lnTo>
                    <a:lnTo>
                      <a:pt x="1217" y="24"/>
                    </a:lnTo>
                    <a:lnTo>
                      <a:pt x="1227" y="18"/>
                    </a:lnTo>
                    <a:lnTo>
                      <a:pt x="1237" y="21"/>
                    </a:lnTo>
                    <a:lnTo>
                      <a:pt x="1253" y="30"/>
                    </a:lnTo>
                    <a:lnTo>
                      <a:pt x="1266" y="39"/>
                    </a:lnTo>
                    <a:lnTo>
                      <a:pt x="1276" y="42"/>
                    </a:lnTo>
                    <a:lnTo>
                      <a:pt x="1286" y="51"/>
                    </a:lnTo>
                    <a:lnTo>
                      <a:pt x="1296" y="54"/>
                    </a:lnTo>
                    <a:lnTo>
                      <a:pt x="1305" y="51"/>
                    </a:lnTo>
                    <a:lnTo>
                      <a:pt x="1318" y="42"/>
                    </a:lnTo>
                    <a:lnTo>
                      <a:pt x="1331" y="36"/>
                    </a:lnTo>
                    <a:lnTo>
                      <a:pt x="1341" y="36"/>
                    </a:lnTo>
                    <a:lnTo>
                      <a:pt x="1351" y="36"/>
                    </a:lnTo>
                    <a:lnTo>
                      <a:pt x="1361" y="33"/>
                    </a:lnTo>
                    <a:lnTo>
                      <a:pt x="1371" y="39"/>
                    </a:lnTo>
                    <a:lnTo>
                      <a:pt x="1380" y="42"/>
                    </a:lnTo>
                    <a:lnTo>
                      <a:pt x="1390" y="42"/>
                    </a:lnTo>
                    <a:lnTo>
                      <a:pt x="1400" y="42"/>
                    </a:lnTo>
                    <a:lnTo>
                      <a:pt x="1410" y="45"/>
                    </a:lnTo>
                    <a:lnTo>
                      <a:pt x="1420" y="45"/>
                    </a:lnTo>
                    <a:lnTo>
                      <a:pt x="1433" y="45"/>
                    </a:lnTo>
                    <a:lnTo>
                      <a:pt x="1442" y="45"/>
                    </a:lnTo>
                    <a:lnTo>
                      <a:pt x="1452" y="42"/>
                    </a:lnTo>
                    <a:lnTo>
                      <a:pt x="1462" y="36"/>
                    </a:lnTo>
                    <a:lnTo>
                      <a:pt x="1482" y="27"/>
                    </a:lnTo>
                    <a:lnTo>
                      <a:pt x="1495" y="21"/>
                    </a:lnTo>
                    <a:lnTo>
                      <a:pt x="1508" y="21"/>
                    </a:lnTo>
                    <a:lnTo>
                      <a:pt x="1521" y="15"/>
                    </a:lnTo>
                    <a:lnTo>
                      <a:pt x="1531" y="15"/>
                    </a:lnTo>
                    <a:lnTo>
                      <a:pt x="1537" y="24"/>
                    </a:lnTo>
                    <a:lnTo>
                      <a:pt x="1547" y="30"/>
                    </a:lnTo>
                    <a:lnTo>
                      <a:pt x="1557" y="39"/>
                    </a:lnTo>
                    <a:lnTo>
                      <a:pt x="1566" y="42"/>
                    </a:lnTo>
                    <a:lnTo>
                      <a:pt x="1573" y="51"/>
                    </a:lnTo>
                    <a:lnTo>
                      <a:pt x="1583" y="54"/>
                    </a:lnTo>
                    <a:lnTo>
                      <a:pt x="1593" y="60"/>
                    </a:lnTo>
                    <a:lnTo>
                      <a:pt x="1602" y="57"/>
                    </a:lnTo>
                    <a:lnTo>
                      <a:pt x="1612" y="51"/>
                    </a:lnTo>
                    <a:lnTo>
                      <a:pt x="1628" y="45"/>
                    </a:lnTo>
                    <a:lnTo>
                      <a:pt x="1642" y="36"/>
                    </a:lnTo>
                    <a:lnTo>
                      <a:pt x="1651" y="33"/>
                    </a:lnTo>
                    <a:lnTo>
                      <a:pt x="1661" y="30"/>
                    </a:lnTo>
                    <a:lnTo>
                      <a:pt x="1671" y="27"/>
                    </a:lnTo>
                    <a:lnTo>
                      <a:pt x="1674" y="36"/>
                    </a:lnTo>
                    <a:lnTo>
                      <a:pt x="1684" y="42"/>
                    </a:lnTo>
                    <a:lnTo>
                      <a:pt x="1694" y="45"/>
                    </a:lnTo>
                    <a:lnTo>
                      <a:pt x="1704" y="51"/>
                    </a:lnTo>
                    <a:lnTo>
                      <a:pt x="1713" y="54"/>
                    </a:lnTo>
                    <a:lnTo>
                      <a:pt x="1723" y="54"/>
                    </a:lnTo>
                    <a:lnTo>
                      <a:pt x="1733" y="54"/>
                    </a:lnTo>
                    <a:lnTo>
                      <a:pt x="1743" y="54"/>
                    </a:lnTo>
                    <a:lnTo>
                      <a:pt x="1756" y="66"/>
                    </a:lnTo>
                    <a:lnTo>
                      <a:pt x="1766" y="69"/>
                    </a:lnTo>
                    <a:lnTo>
                      <a:pt x="1775" y="72"/>
                    </a:lnTo>
                    <a:lnTo>
                      <a:pt x="1785" y="75"/>
                    </a:lnTo>
                    <a:lnTo>
                      <a:pt x="1798" y="78"/>
                    </a:lnTo>
                    <a:lnTo>
                      <a:pt x="1808" y="81"/>
                    </a:lnTo>
                    <a:lnTo>
                      <a:pt x="1818" y="81"/>
                    </a:lnTo>
                    <a:lnTo>
                      <a:pt x="1824" y="72"/>
                    </a:lnTo>
                    <a:lnTo>
                      <a:pt x="1834" y="66"/>
                    </a:lnTo>
                    <a:lnTo>
                      <a:pt x="1841" y="57"/>
                    </a:lnTo>
                    <a:lnTo>
                      <a:pt x="1850" y="54"/>
                    </a:lnTo>
                    <a:lnTo>
                      <a:pt x="1860" y="51"/>
                    </a:lnTo>
                    <a:lnTo>
                      <a:pt x="1870" y="45"/>
                    </a:lnTo>
                    <a:lnTo>
                      <a:pt x="1880" y="39"/>
                    </a:lnTo>
                    <a:lnTo>
                      <a:pt x="1890" y="33"/>
                    </a:lnTo>
                    <a:lnTo>
                      <a:pt x="1899" y="30"/>
                    </a:lnTo>
                    <a:lnTo>
                      <a:pt x="1909" y="30"/>
                    </a:lnTo>
                    <a:lnTo>
                      <a:pt x="1913" y="39"/>
                    </a:lnTo>
                    <a:lnTo>
                      <a:pt x="1916" y="48"/>
                    </a:lnTo>
                    <a:lnTo>
                      <a:pt x="1926" y="54"/>
                    </a:lnTo>
                    <a:lnTo>
                      <a:pt x="1935" y="54"/>
                    </a:lnTo>
                    <a:lnTo>
                      <a:pt x="1952" y="45"/>
                    </a:lnTo>
                    <a:lnTo>
                      <a:pt x="1961" y="45"/>
                    </a:lnTo>
                    <a:lnTo>
                      <a:pt x="1975" y="42"/>
                    </a:lnTo>
                    <a:lnTo>
                      <a:pt x="1984" y="39"/>
                    </a:lnTo>
                    <a:lnTo>
                      <a:pt x="1994" y="36"/>
                    </a:lnTo>
                    <a:lnTo>
                      <a:pt x="2004" y="39"/>
                    </a:lnTo>
                    <a:lnTo>
                      <a:pt x="2010" y="48"/>
                    </a:lnTo>
                    <a:lnTo>
                      <a:pt x="2020" y="51"/>
                    </a:lnTo>
                    <a:lnTo>
                      <a:pt x="2030" y="54"/>
                    </a:lnTo>
                    <a:lnTo>
                      <a:pt x="2040" y="57"/>
                    </a:lnTo>
                    <a:lnTo>
                      <a:pt x="2050" y="60"/>
                    </a:lnTo>
                    <a:lnTo>
                      <a:pt x="2059" y="60"/>
                    </a:lnTo>
                    <a:lnTo>
                      <a:pt x="2076" y="60"/>
                    </a:lnTo>
                    <a:lnTo>
                      <a:pt x="2089" y="57"/>
                    </a:lnTo>
                    <a:lnTo>
                      <a:pt x="2102" y="57"/>
                    </a:lnTo>
                    <a:lnTo>
                      <a:pt x="2115" y="57"/>
                    </a:lnTo>
                    <a:lnTo>
                      <a:pt x="2125" y="57"/>
                    </a:lnTo>
                    <a:lnTo>
                      <a:pt x="2134" y="51"/>
                    </a:lnTo>
                    <a:lnTo>
                      <a:pt x="2144" y="42"/>
                    </a:lnTo>
                    <a:lnTo>
                      <a:pt x="2157" y="33"/>
                    </a:lnTo>
                    <a:lnTo>
                      <a:pt x="2170" y="27"/>
                    </a:lnTo>
                    <a:lnTo>
                      <a:pt x="2180" y="18"/>
                    </a:lnTo>
                    <a:lnTo>
                      <a:pt x="2190" y="12"/>
                    </a:lnTo>
                    <a:lnTo>
                      <a:pt x="2200" y="6"/>
                    </a:lnTo>
                    <a:lnTo>
                      <a:pt x="2206" y="15"/>
                    </a:lnTo>
                    <a:lnTo>
                      <a:pt x="2216" y="21"/>
                    </a:lnTo>
                    <a:lnTo>
                      <a:pt x="2223" y="33"/>
                    </a:lnTo>
                    <a:lnTo>
                      <a:pt x="2232" y="39"/>
                    </a:lnTo>
                    <a:lnTo>
                      <a:pt x="2242" y="45"/>
                    </a:lnTo>
                    <a:lnTo>
                      <a:pt x="2255" y="51"/>
                    </a:lnTo>
                    <a:lnTo>
                      <a:pt x="2265" y="51"/>
                    </a:lnTo>
                    <a:lnTo>
                      <a:pt x="2278" y="48"/>
                    </a:lnTo>
                    <a:lnTo>
                      <a:pt x="2288" y="45"/>
                    </a:lnTo>
                    <a:lnTo>
                      <a:pt x="2298" y="45"/>
                    </a:lnTo>
                    <a:lnTo>
                      <a:pt x="2308" y="42"/>
                    </a:lnTo>
                    <a:lnTo>
                      <a:pt x="2317" y="42"/>
                    </a:lnTo>
                    <a:lnTo>
                      <a:pt x="2327" y="42"/>
                    </a:lnTo>
                    <a:lnTo>
                      <a:pt x="2337" y="42"/>
                    </a:lnTo>
                    <a:lnTo>
                      <a:pt x="2347" y="42"/>
                    </a:lnTo>
                    <a:lnTo>
                      <a:pt x="2360" y="39"/>
                    </a:lnTo>
                    <a:lnTo>
                      <a:pt x="2370" y="39"/>
                    </a:lnTo>
                    <a:lnTo>
                      <a:pt x="2379" y="36"/>
                    </a:lnTo>
                    <a:lnTo>
                      <a:pt x="2389" y="36"/>
                    </a:lnTo>
                    <a:lnTo>
                      <a:pt x="2399" y="33"/>
                    </a:lnTo>
                    <a:lnTo>
                      <a:pt x="2409" y="30"/>
                    </a:lnTo>
                    <a:lnTo>
                      <a:pt x="2419" y="30"/>
                    </a:lnTo>
                    <a:lnTo>
                      <a:pt x="2419" y="114"/>
                    </a:lnTo>
                    <a:lnTo>
                      <a:pt x="2409" y="108"/>
                    </a:lnTo>
                    <a:lnTo>
                      <a:pt x="2399" y="105"/>
                    </a:lnTo>
                    <a:lnTo>
                      <a:pt x="2389" y="99"/>
                    </a:lnTo>
                    <a:lnTo>
                      <a:pt x="2383" y="90"/>
                    </a:lnTo>
                    <a:lnTo>
                      <a:pt x="2376" y="81"/>
                    </a:lnTo>
                    <a:lnTo>
                      <a:pt x="2366" y="72"/>
                    </a:lnTo>
                    <a:lnTo>
                      <a:pt x="2356" y="81"/>
                    </a:lnTo>
                    <a:lnTo>
                      <a:pt x="2350" y="90"/>
                    </a:lnTo>
                    <a:lnTo>
                      <a:pt x="2340" y="96"/>
                    </a:lnTo>
                    <a:lnTo>
                      <a:pt x="2327" y="93"/>
                    </a:lnTo>
                    <a:lnTo>
                      <a:pt x="2324" y="84"/>
                    </a:lnTo>
                    <a:lnTo>
                      <a:pt x="2314" y="81"/>
                    </a:lnTo>
                    <a:lnTo>
                      <a:pt x="2304" y="72"/>
                    </a:lnTo>
                    <a:lnTo>
                      <a:pt x="2294" y="72"/>
                    </a:lnTo>
                    <a:lnTo>
                      <a:pt x="2285" y="81"/>
                    </a:lnTo>
                    <a:lnTo>
                      <a:pt x="2275" y="87"/>
                    </a:lnTo>
                    <a:lnTo>
                      <a:pt x="2265" y="90"/>
                    </a:lnTo>
                    <a:lnTo>
                      <a:pt x="2255" y="93"/>
                    </a:lnTo>
                    <a:lnTo>
                      <a:pt x="2245" y="93"/>
                    </a:lnTo>
                    <a:lnTo>
                      <a:pt x="2236" y="93"/>
                    </a:lnTo>
                    <a:lnTo>
                      <a:pt x="2226" y="90"/>
                    </a:lnTo>
                    <a:lnTo>
                      <a:pt x="2216" y="87"/>
                    </a:lnTo>
                    <a:lnTo>
                      <a:pt x="2206" y="84"/>
                    </a:lnTo>
                    <a:lnTo>
                      <a:pt x="2197" y="81"/>
                    </a:lnTo>
                    <a:lnTo>
                      <a:pt x="2187" y="81"/>
                    </a:lnTo>
                    <a:lnTo>
                      <a:pt x="2174" y="84"/>
                    </a:lnTo>
                    <a:lnTo>
                      <a:pt x="2164" y="87"/>
                    </a:lnTo>
                    <a:lnTo>
                      <a:pt x="2154" y="87"/>
                    </a:lnTo>
                    <a:lnTo>
                      <a:pt x="2144" y="87"/>
                    </a:lnTo>
                    <a:lnTo>
                      <a:pt x="2134" y="87"/>
                    </a:lnTo>
                    <a:lnTo>
                      <a:pt x="2125" y="90"/>
                    </a:lnTo>
                    <a:lnTo>
                      <a:pt x="2115" y="93"/>
                    </a:lnTo>
                    <a:lnTo>
                      <a:pt x="2105" y="96"/>
                    </a:lnTo>
                    <a:lnTo>
                      <a:pt x="2095" y="99"/>
                    </a:lnTo>
                    <a:lnTo>
                      <a:pt x="2082" y="108"/>
                    </a:lnTo>
                    <a:lnTo>
                      <a:pt x="2069" y="114"/>
                    </a:lnTo>
                    <a:lnTo>
                      <a:pt x="2059" y="117"/>
                    </a:lnTo>
                    <a:lnTo>
                      <a:pt x="2050" y="114"/>
                    </a:lnTo>
                    <a:lnTo>
                      <a:pt x="2043" y="105"/>
                    </a:lnTo>
                    <a:lnTo>
                      <a:pt x="2033" y="99"/>
                    </a:lnTo>
                    <a:lnTo>
                      <a:pt x="2020" y="90"/>
                    </a:lnTo>
                    <a:lnTo>
                      <a:pt x="2010" y="87"/>
                    </a:lnTo>
                    <a:lnTo>
                      <a:pt x="1997" y="96"/>
                    </a:lnTo>
                    <a:lnTo>
                      <a:pt x="1994" y="105"/>
                    </a:lnTo>
                    <a:lnTo>
                      <a:pt x="1988" y="114"/>
                    </a:lnTo>
                    <a:lnTo>
                      <a:pt x="1978" y="120"/>
                    </a:lnTo>
                    <a:lnTo>
                      <a:pt x="1965" y="120"/>
                    </a:lnTo>
                    <a:lnTo>
                      <a:pt x="1955" y="117"/>
                    </a:lnTo>
                    <a:lnTo>
                      <a:pt x="1945" y="111"/>
                    </a:lnTo>
                    <a:lnTo>
                      <a:pt x="1932" y="105"/>
                    </a:lnTo>
                    <a:lnTo>
                      <a:pt x="1922" y="102"/>
                    </a:lnTo>
                    <a:lnTo>
                      <a:pt x="1913" y="96"/>
                    </a:lnTo>
                    <a:lnTo>
                      <a:pt x="1903" y="90"/>
                    </a:lnTo>
                    <a:lnTo>
                      <a:pt x="1890" y="90"/>
                    </a:lnTo>
                    <a:lnTo>
                      <a:pt x="1880" y="93"/>
                    </a:lnTo>
                    <a:lnTo>
                      <a:pt x="1870" y="99"/>
                    </a:lnTo>
                    <a:lnTo>
                      <a:pt x="1860" y="105"/>
                    </a:lnTo>
                    <a:lnTo>
                      <a:pt x="1850" y="108"/>
                    </a:lnTo>
                    <a:lnTo>
                      <a:pt x="1841" y="108"/>
                    </a:lnTo>
                    <a:lnTo>
                      <a:pt x="1824" y="108"/>
                    </a:lnTo>
                    <a:lnTo>
                      <a:pt x="1815" y="108"/>
                    </a:lnTo>
                    <a:lnTo>
                      <a:pt x="1805" y="108"/>
                    </a:lnTo>
                    <a:lnTo>
                      <a:pt x="1795" y="102"/>
                    </a:lnTo>
                    <a:lnTo>
                      <a:pt x="1785" y="102"/>
                    </a:lnTo>
                    <a:lnTo>
                      <a:pt x="1775" y="99"/>
                    </a:lnTo>
                    <a:lnTo>
                      <a:pt x="1766" y="96"/>
                    </a:lnTo>
                    <a:lnTo>
                      <a:pt x="1756" y="96"/>
                    </a:lnTo>
                    <a:lnTo>
                      <a:pt x="1743" y="96"/>
                    </a:lnTo>
                    <a:lnTo>
                      <a:pt x="1730" y="93"/>
                    </a:lnTo>
                    <a:lnTo>
                      <a:pt x="1717" y="93"/>
                    </a:lnTo>
                    <a:lnTo>
                      <a:pt x="1704" y="96"/>
                    </a:lnTo>
                    <a:lnTo>
                      <a:pt x="1694" y="105"/>
                    </a:lnTo>
                    <a:lnTo>
                      <a:pt x="1687" y="117"/>
                    </a:lnTo>
                    <a:lnTo>
                      <a:pt x="1677" y="123"/>
                    </a:lnTo>
                    <a:lnTo>
                      <a:pt x="1664" y="120"/>
                    </a:lnTo>
                    <a:lnTo>
                      <a:pt x="1651" y="114"/>
                    </a:lnTo>
                    <a:lnTo>
                      <a:pt x="1642" y="105"/>
                    </a:lnTo>
                    <a:lnTo>
                      <a:pt x="1638" y="96"/>
                    </a:lnTo>
                    <a:lnTo>
                      <a:pt x="1628" y="87"/>
                    </a:lnTo>
                    <a:lnTo>
                      <a:pt x="1619" y="84"/>
                    </a:lnTo>
                    <a:lnTo>
                      <a:pt x="1609" y="93"/>
                    </a:lnTo>
                    <a:lnTo>
                      <a:pt x="1602" y="102"/>
                    </a:lnTo>
                    <a:lnTo>
                      <a:pt x="1593" y="105"/>
                    </a:lnTo>
                    <a:lnTo>
                      <a:pt x="1583" y="105"/>
                    </a:lnTo>
                    <a:lnTo>
                      <a:pt x="1573" y="102"/>
                    </a:lnTo>
                    <a:lnTo>
                      <a:pt x="1563" y="102"/>
                    </a:lnTo>
                    <a:lnTo>
                      <a:pt x="1553" y="99"/>
                    </a:lnTo>
                    <a:lnTo>
                      <a:pt x="1544" y="96"/>
                    </a:lnTo>
                    <a:lnTo>
                      <a:pt x="1534" y="93"/>
                    </a:lnTo>
                    <a:lnTo>
                      <a:pt x="1524" y="90"/>
                    </a:lnTo>
                    <a:lnTo>
                      <a:pt x="1514" y="90"/>
                    </a:lnTo>
                    <a:lnTo>
                      <a:pt x="1508" y="99"/>
                    </a:lnTo>
                    <a:lnTo>
                      <a:pt x="1501" y="108"/>
                    </a:lnTo>
                    <a:lnTo>
                      <a:pt x="1491" y="111"/>
                    </a:lnTo>
                    <a:lnTo>
                      <a:pt x="1482" y="111"/>
                    </a:lnTo>
                    <a:lnTo>
                      <a:pt x="1472" y="111"/>
                    </a:lnTo>
                    <a:lnTo>
                      <a:pt x="1462" y="111"/>
                    </a:lnTo>
                    <a:lnTo>
                      <a:pt x="1452" y="111"/>
                    </a:lnTo>
                    <a:lnTo>
                      <a:pt x="1439" y="111"/>
                    </a:lnTo>
                    <a:lnTo>
                      <a:pt x="1429" y="114"/>
                    </a:lnTo>
                    <a:lnTo>
                      <a:pt x="1420" y="114"/>
                    </a:lnTo>
                    <a:lnTo>
                      <a:pt x="1410" y="117"/>
                    </a:lnTo>
                    <a:lnTo>
                      <a:pt x="1400" y="114"/>
                    </a:lnTo>
                    <a:lnTo>
                      <a:pt x="1390" y="108"/>
                    </a:lnTo>
                    <a:lnTo>
                      <a:pt x="1380" y="102"/>
                    </a:lnTo>
                    <a:lnTo>
                      <a:pt x="1371" y="96"/>
                    </a:lnTo>
                    <a:lnTo>
                      <a:pt x="1361" y="93"/>
                    </a:lnTo>
                    <a:lnTo>
                      <a:pt x="1348" y="90"/>
                    </a:lnTo>
                    <a:lnTo>
                      <a:pt x="1338" y="90"/>
                    </a:lnTo>
                    <a:lnTo>
                      <a:pt x="1328" y="90"/>
                    </a:lnTo>
                    <a:lnTo>
                      <a:pt x="1318" y="90"/>
                    </a:lnTo>
                    <a:lnTo>
                      <a:pt x="1309" y="87"/>
                    </a:lnTo>
                    <a:lnTo>
                      <a:pt x="1296" y="84"/>
                    </a:lnTo>
                    <a:lnTo>
                      <a:pt x="1286" y="84"/>
                    </a:lnTo>
                    <a:lnTo>
                      <a:pt x="1276" y="84"/>
                    </a:lnTo>
                    <a:lnTo>
                      <a:pt x="1266" y="84"/>
                    </a:lnTo>
                    <a:lnTo>
                      <a:pt x="1253" y="84"/>
                    </a:lnTo>
                    <a:lnTo>
                      <a:pt x="1243" y="87"/>
                    </a:lnTo>
                    <a:lnTo>
                      <a:pt x="1237" y="96"/>
                    </a:lnTo>
                    <a:lnTo>
                      <a:pt x="1230" y="105"/>
                    </a:lnTo>
                    <a:lnTo>
                      <a:pt x="1220" y="117"/>
                    </a:lnTo>
                    <a:lnTo>
                      <a:pt x="1211" y="123"/>
                    </a:lnTo>
                    <a:lnTo>
                      <a:pt x="1198" y="117"/>
                    </a:lnTo>
                    <a:lnTo>
                      <a:pt x="1191" y="108"/>
                    </a:lnTo>
                    <a:lnTo>
                      <a:pt x="1181" y="105"/>
                    </a:lnTo>
                    <a:lnTo>
                      <a:pt x="1171" y="102"/>
                    </a:lnTo>
                    <a:lnTo>
                      <a:pt x="1162" y="102"/>
                    </a:lnTo>
                    <a:lnTo>
                      <a:pt x="1149" y="99"/>
                    </a:lnTo>
                    <a:lnTo>
                      <a:pt x="1132" y="96"/>
                    </a:lnTo>
                    <a:lnTo>
                      <a:pt x="1122" y="93"/>
                    </a:lnTo>
                    <a:lnTo>
                      <a:pt x="1113" y="96"/>
                    </a:lnTo>
                    <a:lnTo>
                      <a:pt x="1103" y="102"/>
                    </a:lnTo>
                    <a:lnTo>
                      <a:pt x="1093" y="102"/>
                    </a:lnTo>
                    <a:lnTo>
                      <a:pt x="1083" y="96"/>
                    </a:lnTo>
                    <a:lnTo>
                      <a:pt x="1074" y="90"/>
                    </a:lnTo>
                    <a:lnTo>
                      <a:pt x="1064" y="84"/>
                    </a:lnTo>
                    <a:lnTo>
                      <a:pt x="1054" y="78"/>
                    </a:lnTo>
                    <a:lnTo>
                      <a:pt x="1044" y="78"/>
                    </a:lnTo>
                    <a:lnTo>
                      <a:pt x="1038" y="87"/>
                    </a:lnTo>
                    <a:lnTo>
                      <a:pt x="1031" y="96"/>
                    </a:lnTo>
                    <a:lnTo>
                      <a:pt x="1021" y="102"/>
                    </a:lnTo>
                    <a:lnTo>
                      <a:pt x="1008" y="102"/>
                    </a:lnTo>
                    <a:lnTo>
                      <a:pt x="992" y="102"/>
                    </a:lnTo>
                    <a:lnTo>
                      <a:pt x="979" y="102"/>
                    </a:lnTo>
                    <a:lnTo>
                      <a:pt x="966" y="96"/>
                    </a:lnTo>
                    <a:lnTo>
                      <a:pt x="953" y="93"/>
                    </a:lnTo>
                    <a:lnTo>
                      <a:pt x="943" y="93"/>
                    </a:lnTo>
                    <a:lnTo>
                      <a:pt x="933" y="93"/>
                    </a:lnTo>
                    <a:lnTo>
                      <a:pt x="920" y="84"/>
                    </a:lnTo>
                    <a:lnTo>
                      <a:pt x="910" y="81"/>
                    </a:lnTo>
                    <a:lnTo>
                      <a:pt x="901" y="78"/>
                    </a:lnTo>
                    <a:lnTo>
                      <a:pt x="887" y="81"/>
                    </a:lnTo>
                    <a:lnTo>
                      <a:pt x="887" y="90"/>
                    </a:lnTo>
                    <a:lnTo>
                      <a:pt x="878" y="96"/>
                    </a:lnTo>
                    <a:lnTo>
                      <a:pt x="868" y="102"/>
                    </a:lnTo>
                    <a:lnTo>
                      <a:pt x="858" y="105"/>
                    </a:lnTo>
                    <a:lnTo>
                      <a:pt x="848" y="99"/>
                    </a:lnTo>
                    <a:lnTo>
                      <a:pt x="835" y="90"/>
                    </a:lnTo>
                    <a:lnTo>
                      <a:pt x="825" y="84"/>
                    </a:lnTo>
                    <a:lnTo>
                      <a:pt x="812" y="81"/>
                    </a:lnTo>
                    <a:lnTo>
                      <a:pt x="799" y="81"/>
                    </a:lnTo>
                    <a:lnTo>
                      <a:pt x="786" y="81"/>
                    </a:lnTo>
                    <a:lnTo>
                      <a:pt x="776" y="87"/>
                    </a:lnTo>
                    <a:lnTo>
                      <a:pt x="760" y="87"/>
                    </a:lnTo>
                    <a:lnTo>
                      <a:pt x="747" y="90"/>
                    </a:lnTo>
                    <a:lnTo>
                      <a:pt x="734" y="99"/>
                    </a:lnTo>
                    <a:lnTo>
                      <a:pt x="718" y="102"/>
                    </a:lnTo>
                    <a:lnTo>
                      <a:pt x="708" y="105"/>
                    </a:lnTo>
                    <a:lnTo>
                      <a:pt x="698" y="108"/>
                    </a:lnTo>
                    <a:lnTo>
                      <a:pt x="695" y="96"/>
                    </a:lnTo>
                    <a:lnTo>
                      <a:pt x="695" y="87"/>
                    </a:lnTo>
                    <a:lnTo>
                      <a:pt x="685" y="84"/>
                    </a:lnTo>
                    <a:lnTo>
                      <a:pt x="672" y="81"/>
                    </a:lnTo>
                    <a:lnTo>
                      <a:pt x="662" y="81"/>
                    </a:lnTo>
                    <a:lnTo>
                      <a:pt x="652" y="81"/>
                    </a:lnTo>
                    <a:lnTo>
                      <a:pt x="643" y="81"/>
                    </a:lnTo>
                    <a:lnTo>
                      <a:pt x="633" y="72"/>
                    </a:lnTo>
                    <a:lnTo>
                      <a:pt x="623" y="72"/>
                    </a:lnTo>
                    <a:lnTo>
                      <a:pt x="613" y="72"/>
                    </a:lnTo>
                    <a:lnTo>
                      <a:pt x="603" y="72"/>
                    </a:lnTo>
                    <a:lnTo>
                      <a:pt x="594" y="72"/>
                    </a:lnTo>
                    <a:lnTo>
                      <a:pt x="581" y="72"/>
                    </a:lnTo>
                    <a:lnTo>
                      <a:pt x="571" y="78"/>
                    </a:lnTo>
                    <a:lnTo>
                      <a:pt x="561" y="78"/>
                    </a:lnTo>
                    <a:lnTo>
                      <a:pt x="548" y="81"/>
                    </a:lnTo>
                    <a:lnTo>
                      <a:pt x="538" y="84"/>
                    </a:lnTo>
                    <a:lnTo>
                      <a:pt x="528" y="84"/>
                    </a:lnTo>
                    <a:lnTo>
                      <a:pt x="519" y="81"/>
                    </a:lnTo>
                    <a:lnTo>
                      <a:pt x="509" y="75"/>
                    </a:lnTo>
                    <a:lnTo>
                      <a:pt x="499" y="72"/>
                    </a:lnTo>
                    <a:lnTo>
                      <a:pt x="489" y="72"/>
                    </a:lnTo>
                    <a:lnTo>
                      <a:pt x="479" y="72"/>
                    </a:lnTo>
                    <a:lnTo>
                      <a:pt x="470" y="72"/>
                    </a:lnTo>
                    <a:lnTo>
                      <a:pt x="457" y="72"/>
                    </a:lnTo>
                    <a:lnTo>
                      <a:pt x="447" y="72"/>
                    </a:lnTo>
                    <a:lnTo>
                      <a:pt x="437" y="72"/>
                    </a:lnTo>
                    <a:lnTo>
                      <a:pt x="427" y="72"/>
                    </a:lnTo>
                    <a:lnTo>
                      <a:pt x="414" y="72"/>
                    </a:lnTo>
                    <a:lnTo>
                      <a:pt x="404" y="78"/>
                    </a:lnTo>
                    <a:lnTo>
                      <a:pt x="395" y="81"/>
                    </a:lnTo>
                    <a:lnTo>
                      <a:pt x="388" y="90"/>
                    </a:lnTo>
                    <a:lnTo>
                      <a:pt x="378" y="93"/>
                    </a:lnTo>
                    <a:lnTo>
                      <a:pt x="362" y="93"/>
                    </a:lnTo>
                    <a:lnTo>
                      <a:pt x="352" y="87"/>
                    </a:lnTo>
                    <a:lnTo>
                      <a:pt x="342" y="84"/>
                    </a:lnTo>
                    <a:lnTo>
                      <a:pt x="332" y="84"/>
                    </a:lnTo>
                    <a:lnTo>
                      <a:pt x="323" y="84"/>
                    </a:lnTo>
                    <a:lnTo>
                      <a:pt x="313" y="84"/>
                    </a:lnTo>
                    <a:lnTo>
                      <a:pt x="303" y="84"/>
                    </a:lnTo>
                    <a:lnTo>
                      <a:pt x="287" y="84"/>
                    </a:lnTo>
                    <a:lnTo>
                      <a:pt x="277" y="84"/>
                    </a:lnTo>
                    <a:lnTo>
                      <a:pt x="267" y="84"/>
                    </a:lnTo>
                    <a:lnTo>
                      <a:pt x="257" y="84"/>
                    </a:lnTo>
                    <a:lnTo>
                      <a:pt x="248" y="84"/>
                    </a:lnTo>
                    <a:lnTo>
                      <a:pt x="238" y="78"/>
                    </a:lnTo>
                    <a:lnTo>
                      <a:pt x="228" y="81"/>
                    </a:lnTo>
                    <a:lnTo>
                      <a:pt x="215" y="93"/>
                    </a:lnTo>
                    <a:lnTo>
                      <a:pt x="202" y="102"/>
                    </a:lnTo>
                    <a:lnTo>
                      <a:pt x="192" y="102"/>
                    </a:lnTo>
                    <a:lnTo>
                      <a:pt x="182" y="102"/>
                    </a:lnTo>
                    <a:lnTo>
                      <a:pt x="173" y="99"/>
                    </a:lnTo>
                    <a:lnTo>
                      <a:pt x="159" y="96"/>
                    </a:lnTo>
                    <a:lnTo>
                      <a:pt x="150" y="96"/>
                    </a:lnTo>
                    <a:lnTo>
                      <a:pt x="140" y="96"/>
                    </a:lnTo>
                    <a:lnTo>
                      <a:pt x="133" y="105"/>
                    </a:lnTo>
                    <a:lnTo>
                      <a:pt x="124" y="108"/>
                    </a:lnTo>
                    <a:lnTo>
                      <a:pt x="114" y="111"/>
                    </a:lnTo>
                    <a:lnTo>
                      <a:pt x="104" y="114"/>
                    </a:lnTo>
                    <a:lnTo>
                      <a:pt x="94" y="114"/>
                    </a:lnTo>
                    <a:lnTo>
                      <a:pt x="78" y="117"/>
                    </a:lnTo>
                    <a:lnTo>
                      <a:pt x="68" y="117"/>
                    </a:lnTo>
                    <a:lnTo>
                      <a:pt x="58" y="117"/>
                    </a:lnTo>
                    <a:lnTo>
                      <a:pt x="48" y="117"/>
                    </a:lnTo>
                    <a:lnTo>
                      <a:pt x="39" y="120"/>
                    </a:lnTo>
                    <a:lnTo>
                      <a:pt x="29" y="126"/>
                    </a:lnTo>
                    <a:lnTo>
                      <a:pt x="19" y="132"/>
                    </a:lnTo>
                    <a:lnTo>
                      <a:pt x="13" y="141"/>
                    </a:lnTo>
                    <a:lnTo>
                      <a:pt x="3" y="144"/>
                    </a:lnTo>
                    <a:lnTo>
                      <a:pt x="0" y="15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2" name="Rectangle 22">
                <a:extLst>
                  <a:ext uri="{FF2B5EF4-FFF2-40B4-BE49-F238E27FC236}">
                    <a16:creationId xmlns:a16="http://schemas.microsoft.com/office/drawing/2014/main" id="{89BEDB60-1944-BDC9-0E04-1FC233167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2" y="604"/>
                <a:ext cx="26" cy="1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152" name="Group 32">
            <a:extLst>
              <a:ext uri="{FF2B5EF4-FFF2-40B4-BE49-F238E27FC236}">
                <a16:creationId xmlns:a16="http://schemas.microsoft.com/office/drawing/2014/main" id="{5D360D67-188A-26B5-1A8C-D65B93CBFD80}"/>
              </a:ext>
            </a:extLst>
          </p:cNvPr>
          <p:cNvGrpSpPr>
            <a:grpSpLocks/>
          </p:cNvGrpSpPr>
          <p:nvPr/>
        </p:nvGrpSpPr>
        <p:grpSpPr bwMode="auto">
          <a:xfrm>
            <a:off x="0" y="2698750"/>
            <a:ext cx="1225550" cy="444500"/>
            <a:chOff x="0" y="1700"/>
            <a:chExt cx="772" cy="280"/>
          </a:xfrm>
        </p:grpSpPr>
        <p:sp>
          <p:nvSpPr>
            <p:cNvPr id="5145" name="Rectangle 25">
              <a:extLst>
                <a:ext uri="{FF2B5EF4-FFF2-40B4-BE49-F238E27FC236}">
                  <a16:creationId xmlns:a16="http://schemas.microsoft.com/office/drawing/2014/main" id="{A5E7D7EF-1576-00EC-8923-00C9E13A5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00"/>
              <a:ext cx="77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b" anchorCtr="1">
              <a:spAutoFit/>
            </a:bodyPr>
            <a:lstStyle>
              <a:lvl1pPr marL="190500" indent="-190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3000"/>
                </a:lnSpc>
                <a:spcAft>
                  <a:spcPct val="52000"/>
                </a:spcAft>
              </a:pPr>
              <a:r>
                <a:rPr lang="en-US" altLang="en-US" sz="1200" b="1">
                  <a:latin typeface="Courier New" panose="02070309020205020404" pitchFamily="49" charset="0"/>
                </a:rPr>
                <a:t>OtherName</a:t>
              </a:r>
            </a:p>
          </p:txBody>
        </p:sp>
        <p:sp>
          <p:nvSpPr>
            <p:cNvPr id="5146" name="Rectangle 26">
              <a:extLst>
                <a:ext uri="{FF2B5EF4-FFF2-40B4-BE49-F238E27FC236}">
                  <a16:creationId xmlns:a16="http://schemas.microsoft.com/office/drawing/2014/main" id="{0937D444-8B83-88F6-3B95-B0C8B81FD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7" name="Rectangle 27">
              <a:extLst>
                <a:ext uri="{FF2B5EF4-FFF2-40B4-BE49-F238E27FC236}">
                  <a16:creationId xmlns:a16="http://schemas.microsoft.com/office/drawing/2014/main" id="{4377CE11-7828-A2EB-FF12-B4C837D2F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8" name="Rectangle 28">
              <a:extLst>
                <a:ext uri="{FF2B5EF4-FFF2-40B4-BE49-F238E27FC236}">
                  <a16:creationId xmlns:a16="http://schemas.microsoft.com/office/drawing/2014/main" id="{CA1A6EA2-B33B-881C-4571-CFE229E07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9" name="Rectangle 29">
              <a:extLst>
                <a:ext uri="{FF2B5EF4-FFF2-40B4-BE49-F238E27FC236}">
                  <a16:creationId xmlns:a16="http://schemas.microsoft.com/office/drawing/2014/main" id="{9FAF4EC3-6874-598E-32BC-B951D0474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5150" name="Rectangle 30">
              <a:extLst>
                <a:ext uri="{FF2B5EF4-FFF2-40B4-BE49-F238E27FC236}">
                  <a16:creationId xmlns:a16="http://schemas.microsoft.com/office/drawing/2014/main" id="{DB693017-670D-9F4F-51B1-FEF7069B8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o</a:t>
              </a:r>
            </a:p>
          </p:txBody>
        </p:sp>
        <p:sp>
          <p:nvSpPr>
            <p:cNvPr id="5151" name="Rectangle 31">
              <a:extLst>
                <a:ext uri="{FF2B5EF4-FFF2-40B4-BE49-F238E27FC236}">
                  <a16:creationId xmlns:a16="http://schemas.microsoft.com/office/drawing/2014/main" id="{5FB0C7AA-5C89-6328-3B92-CE3F25347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</p:grpSp>
      <p:sp>
        <p:nvSpPr>
          <p:cNvPr id="5153" name="Rectangle 33">
            <a:extLst>
              <a:ext uri="{FF2B5EF4-FFF2-40B4-BE49-F238E27FC236}">
                <a16:creationId xmlns:a16="http://schemas.microsoft.com/office/drawing/2014/main" id="{31A85584-5B90-9B62-DC63-1CB36097A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3025775"/>
            <a:ext cx="2730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154" name="Rectangle 34">
            <a:extLst>
              <a:ext uri="{FF2B5EF4-FFF2-40B4-BE49-F238E27FC236}">
                <a16:creationId xmlns:a16="http://schemas.microsoft.com/office/drawing/2014/main" id="{AE38DE11-4302-AF6E-45B5-1861959A0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3330575"/>
            <a:ext cx="2730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5159" name="Group 39">
            <a:extLst>
              <a:ext uri="{FF2B5EF4-FFF2-40B4-BE49-F238E27FC236}">
                <a16:creationId xmlns:a16="http://schemas.microsoft.com/office/drawing/2014/main" id="{500CF76F-5036-1831-D0CB-EE253FCEAC54}"/>
              </a:ext>
            </a:extLst>
          </p:cNvPr>
          <p:cNvGrpSpPr>
            <a:grpSpLocks/>
          </p:cNvGrpSpPr>
          <p:nvPr/>
        </p:nvGrpSpPr>
        <p:grpSpPr bwMode="auto">
          <a:xfrm>
            <a:off x="3000375" y="3394075"/>
            <a:ext cx="1487488" cy="342900"/>
            <a:chOff x="1890" y="2138"/>
            <a:chExt cx="937" cy="216"/>
          </a:xfrm>
        </p:grpSpPr>
        <p:grpSp>
          <p:nvGrpSpPr>
            <p:cNvPr id="5157" name="Group 37">
              <a:extLst>
                <a:ext uri="{FF2B5EF4-FFF2-40B4-BE49-F238E27FC236}">
                  <a16:creationId xmlns:a16="http://schemas.microsoft.com/office/drawing/2014/main" id="{254E7C8E-431B-9E6A-3E85-ACABD36BAB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0" y="2207"/>
              <a:ext cx="937" cy="147"/>
              <a:chOff x="1890" y="2207"/>
              <a:chExt cx="937" cy="147"/>
            </a:xfrm>
          </p:grpSpPr>
          <p:sp>
            <p:nvSpPr>
              <p:cNvPr id="5155" name="Freeform 35">
                <a:extLst>
                  <a:ext uri="{FF2B5EF4-FFF2-40B4-BE49-F238E27FC236}">
                    <a16:creationId xmlns:a16="http://schemas.microsoft.com/office/drawing/2014/main" id="{C512F13B-3638-BE3F-5C56-696B20C19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2207"/>
                <a:ext cx="937" cy="81"/>
              </a:xfrm>
              <a:custGeom>
                <a:avLst/>
                <a:gdLst>
                  <a:gd name="T0" fmla="*/ 0 w 937"/>
                  <a:gd name="T1" fmla="*/ 80 h 81"/>
                  <a:gd name="T2" fmla="*/ 936 w 937"/>
                  <a:gd name="T3" fmla="*/ 80 h 81"/>
                  <a:gd name="T4" fmla="*/ 881 w 937"/>
                  <a:gd name="T5" fmla="*/ 0 h 81"/>
                  <a:gd name="T6" fmla="*/ 56 w 937"/>
                  <a:gd name="T7" fmla="*/ 0 h 81"/>
                  <a:gd name="T8" fmla="*/ 0 w 937"/>
                  <a:gd name="T9" fmla="*/ 8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7" h="81">
                    <a:moveTo>
                      <a:pt x="0" y="80"/>
                    </a:moveTo>
                    <a:lnTo>
                      <a:pt x="936" y="80"/>
                    </a:lnTo>
                    <a:lnTo>
                      <a:pt x="881" y="0"/>
                    </a:lnTo>
                    <a:lnTo>
                      <a:pt x="56" y="0"/>
                    </a:lnTo>
                    <a:lnTo>
                      <a:pt x="0" y="80"/>
                    </a:lnTo>
                  </a:path>
                </a:pathLst>
              </a:custGeom>
              <a:solidFill>
                <a:srgbClr val="C0C0C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6" name="Rectangle 36">
                <a:extLst>
                  <a:ext uri="{FF2B5EF4-FFF2-40B4-BE49-F238E27FC236}">
                    <a16:creationId xmlns:a16="http://schemas.microsoft.com/office/drawing/2014/main" id="{66DBBF20-9038-2578-C28B-2F699BEEC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2" y="2287"/>
                <a:ext cx="927" cy="67"/>
              </a:xfrm>
              <a:prstGeom prst="rect">
                <a:avLst/>
              </a:prstGeom>
              <a:solidFill>
                <a:srgbClr val="C0C0C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158" name="Freeform 38">
              <a:extLst>
                <a:ext uri="{FF2B5EF4-FFF2-40B4-BE49-F238E27FC236}">
                  <a16:creationId xmlns:a16="http://schemas.microsoft.com/office/drawing/2014/main" id="{5FFD0A7B-E8A9-78C0-92C2-F3E2C2D16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2138"/>
              <a:ext cx="498" cy="148"/>
            </a:xfrm>
            <a:custGeom>
              <a:avLst/>
              <a:gdLst>
                <a:gd name="T0" fmla="*/ 0 w 498"/>
                <a:gd name="T1" fmla="*/ 82 h 148"/>
                <a:gd name="T2" fmla="*/ 0 w 498"/>
                <a:gd name="T3" fmla="*/ 0 h 148"/>
                <a:gd name="T4" fmla="*/ 497 w 498"/>
                <a:gd name="T5" fmla="*/ 0 h 148"/>
                <a:gd name="T6" fmla="*/ 497 w 498"/>
                <a:gd name="T7" fmla="*/ 84 h 148"/>
                <a:gd name="T8" fmla="*/ 494 w 498"/>
                <a:gd name="T9" fmla="*/ 92 h 148"/>
                <a:gd name="T10" fmla="*/ 490 w 498"/>
                <a:gd name="T11" fmla="*/ 99 h 148"/>
                <a:gd name="T12" fmla="*/ 480 w 498"/>
                <a:gd name="T13" fmla="*/ 106 h 148"/>
                <a:gd name="T14" fmla="*/ 469 w 498"/>
                <a:gd name="T15" fmla="*/ 112 h 148"/>
                <a:gd name="T16" fmla="*/ 455 w 498"/>
                <a:gd name="T17" fmla="*/ 118 h 148"/>
                <a:gd name="T18" fmla="*/ 442 w 498"/>
                <a:gd name="T19" fmla="*/ 123 h 148"/>
                <a:gd name="T20" fmla="*/ 426 w 498"/>
                <a:gd name="T21" fmla="*/ 127 h 148"/>
                <a:gd name="T22" fmla="*/ 407 w 498"/>
                <a:gd name="T23" fmla="*/ 131 h 148"/>
                <a:gd name="T24" fmla="*/ 391 w 498"/>
                <a:gd name="T25" fmla="*/ 134 h 148"/>
                <a:gd name="T26" fmla="*/ 366 w 498"/>
                <a:gd name="T27" fmla="*/ 139 h 148"/>
                <a:gd name="T28" fmla="*/ 344 w 498"/>
                <a:gd name="T29" fmla="*/ 141 h 148"/>
                <a:gd name="T30" fmla="*/ 322 w 498"/>
                <a:gd name="T31" fmla="*/ 144 h 148"/>
                <a:gd name="T32" fmla="*/ 298 w 498"/>
                <a:gd name="T33" fmla="*/ 145 h 148"/>
                <a:gd name="T34" fmla="*/ 271 w 498"/>
                <a:gd name="T35" fmla="*/ 147 h 148"/>
                <a:gd name="T36" fmla="*/ 235 w 498"/>
                <a:gd name="T37" fmla="*/ 147 h 148"/>
                <a:gd name="T38" fmla="*/ 203 w 498"/>
                <a:gd name="T39" fmla="*/ 145 h 148"/>
                <a:gd name="T40" fmla="*/ 173 w 498"/>
                <a:gd name="T41" fmla="*/ 144 h 148"/>
                <a:gd name="T42" fmla="*/ 145 w 498"/>
                <a:gd name="T43" fmla="*/ 141 h 148"/>
                <a:gd name="T44" fmla="*/ 122 w 498"/>
                <a:gd name="T45" fmla="*/ 138 h 148"/>
                <a:gd name="T46" fmla="*/ 104 w 498"/>
                <a:gd name="T47" fmla="*/ 134 h 148"/>
                <a:gd name="T48" fmla="*/ 81 w 498"/>
                <a:gd name="T49" fmla="*/ 130 h 148"/>
                <a:gd name="T50" fmla="*/ 62 w 498"/>
                <a:gd name="T51" fmla="*/ 125 h 148"/>
                <a:gd name="T52" fmla="*/ 45 w 498"/>
                <a:gd name="T53" fmla="*/ 120 h 148"/>
                <a:gd name="T54" fmla="*/ 30 w 498"/>
                <a:gd name="T55" fmla="*/ 113 h 148"/>
                <a:gd name="T56" fmla="*/ 20 w 498"/>
                <a:gd name="T57" fmla="*/ 108 h 148"/>
                <a:gd name="T58" fmla="*/ 12 w 498"/>
                <a:gd name="T59" fmla="*/ 103 h 148"/>
                <a:gd name="T60" fmla="*/ 7 w 498"/>
                <a:gd name="T61" fmla="*/ 96 h 148"/>
                <a:gd name="T62" fmla="*/ 2 w 498"/>
                <a:gd name="T63" fmla="*/ 90 h 148"/>
                <a:gd name="T64" fmla="*/ 0 w 498"/>
                <a:gd name="T65" fmla="*/ 82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98" h="148">
                  <a:moveTo>
                    <a:pt x="0" y="82"/>
                  </a:moveTo>
                  <a:lnTo>
                    <a:pt x="0" y="0"/>
                  </a:lnTo>
                  <a:lnTo>
                    <a:pt x="497" y="0"/>
                  </a:lnTo>
                  <a:lnTo>
                    <a:pt x="497" y="84"/>
                  </a:lnTo>
                  <a:lnTo>
                    <a:pt x="494" y="92"/>
                  </a:lnTo>
                  <a:lnTo>
                    <a:pt x="490" y="99"/>
                  </a:lnTo>
                  <a:lnTo>
                    <a:pt x="480" y="106"/>
                  </a:lnTo>
                  <a:lnTo>
                    <a:pt x="469" y="112"/>
                  </a:lnTo>
                  <a:lnTo>
                    <a:pt x="455" y="118"/>
                  </a:lnTo>
                  <a:lnTo>
                    <a:pt x="442" y="123"/>
                  </a:lnTo>
                  <a:lnTo>
                    <a:pt x="426" y="127"/>
                  </a:lnTo>
                  <a:lnTo>
                    <a:pt x="407" y="131"/>
                  </a:lnTo>
                  <a:lnTo>
                    <a:pt x="391" y="134"/>
                  </a:lnTo>
                  <a:lnTo>
                    <a:pt x="366" y="139"/>
                  </a:lnTo>
                  <a:lnTo>
                    <a:pt x="344" y="141"/>
                  </a:lnTo>
                  <a:lnTo>
                    <a:pt x="322" y="144"/>
                  </a:lnTo>
                  <a:lnTo>
                    <a:pt x="298" y="145"/>
                  </a:lnTo>
                  <a:lnTo>
                    <a:pt x="271" y="147"/>
                  </a:lnTo>
                  <a:lnTo>
                    <a:pt x="235" y="147"/>
                  </a:lnTo>
                  <a:lnTo>
                    <a:pt x="203" y="145"/>
                  </a:lnTo>
                  <a:lnTo>
                    <a:pt x="173" y="144"/>
                  </a:lnTo>
                  <a:lnTo>
                    <a:pt x="145" y="141"/>
                  </a:lnTo>
                  <a:lnTo>
                    <a:pt x="122" y="138"/>
                  </a:lnTo>
                  <a:lnTo>
                    <a:pt x="104" y="134"/>
                  </a:lnTo>
                  <a:lnTo>
                    <a:pt x="81" y="130"/>
                  </a:lnTo>
                  <a:lnTo>
                    <a:pt x="62" y="125"/>
                  </a:lnTo>
                  <a:lnTo>
                    <a:pt x="45" y="120"/>
                  </a:lnTo>
                  <a:lnTo>
                    <a:pt x="30" y="113"/>
                  </a:lnTo>
                  <a:lnTo>
                    <a:pt x="20" y="108"/>
                  </a:lnTo>
                  <a:lnTo>
                    <a:pt x="12" y="103"/>
                  </a:lnTo>
                  <a:lnTo>
                    <a:pt x="7" y="96"/>
                  </a:lnTo>
                  <a:lnTo>
                    <a:pt x="2" y="90"/>
                  </a:lnTo>
                  <a:lnTo>
                    <a:pt x="0" y="82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60" name="AutoShape 40">
            <a:extLst>
              <a:ext uri="{FF2B5EF4-FFF2-40B4-BE49-F238E27FC236}">
                <a16:creationId xmlns:a16="http://schemas.microsoft.com/office/drawing/2014/main" id="{1603E021-DA83-3D66-B2C5-A956D3DBB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575" y="1876425"/>
            <a:ext cx="1830388" cy="1557338"/>
          </a:xfrm>
          <a:prstGeom prst="roundRect">
            <a:avLst>
              <a:gd name="adj" fmla="val 12250"/>
            </a:avLst>
          </a:prstGeom>
          <a:solidFill>
            <a:srgbClr val="C0C0C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1" name="AutoShape 41">
            <a:extLst>
              <a:ext uri="{FF2B5EF4-FFF2-40B4-BE49-F238E27FC236}">
                <a16:creationId xmlns:a16="http://schemas.microsoft.com/office/drawing/2014/main" id="{843C1BF2-75DC-939E-0C7E-B1895D1C2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1984375"/>
            <a:ext cx="1625600" cy="1295400"/>
          </a:xfrm>
          <a:prstGeom prst="roundRect">
            <a:avLst>
              <a:gd name="adj" fmla="val 12167"/>
            </a:avLst>
          </a:prstGeom>
          <a:solidFill>
            <a:srgbClr val="0099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pPr algn="ctr"/>
            <a:endParaRPr lang="en-US" altLang="en-US" sz="1400" b="1">
              <a:latin typeface="Arial" panose="020B0604020202020204" pitchFamily="34" charset="0"/>
            </a:endParaRPr>
          </a:p>
          <a:p>
            <a:pPr algn="ctr"/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5162" name="Rectangle 42">
            <a:extLst>
              <a:ext uri="{FF2B5EF4-FFF2-40B4-BE49-F238E27FC236}">
                <a16:creationId xmlns:a16="http://schemas.microsoft.com/office/drawing/2014/main" id="{E0B76665-18F1-8734-460A-697FDC7E2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863" y="3354388"/>
            <a:ext cx="42862" cy="12700"/>
          </a:xfrm>
          <a:prstGeom prst="rect">
            <a:avLst/>
          </a:prstGeom>
          <a:solidFill>
            <a:srgbClr val="FF330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3" name="Rectangle 43">
            <a:extLst>
              <a:ext uri="{FF2B5EF4-FFF2-40B4-BE49-F238E27FC236}">
                <a16:creationId xmlns:a16="http://schemas.microsoft.com/office/drawing/2014/main" id="{39259FBE-073F-0586-5BDE-8969989A9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3189288"/>
            <a:ext cx="122555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 anchorCtr="1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ShopTotal</a:t>
            </a:r>
          </a:p>
        </p:txBody>
      </p:sp>
      <p:sp>
        <p:nvSpPr>
          <p:cNvPr id="5164" name="Rectangle 44">
            <a:extLst>
              <a:ext uri="{FF2B5EF4-FFF2-40B4-BE49-F238E27FC236}">
                <a16:creationId xmlns:a16="http://schemas.microsoft.com/office/drawing/2014/main" id="{1632901C-46FD-5B81-6D29-10A62CCC7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5" name="Rectangle 45">
            <a:extLst>
              <a:ext uri="{FF2B5EF4-FFF2-40B4-BE49-F238E27FC236}">
                <a16:creationId xmlns:a16="http://schemas.microsoft.com/office/drawing/2014/main" id="{EAD59243-2F13-E913-9F68-EFC307920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6" name="Rectangle 46">
            <a:extLst>
              <a:ext uri="{FF2B5EF4-FFF2-40B4-BE49-F238E27FC236}">
                <a16:creationId xmlns:a16="http://schemas.microsoft.com/office/drawing/2014/main" id="{866DEBC5-6114-5AA4-C97E-F7BE28DC4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7" name="Rectangle 47">
            <a:extLst>
              <a:ext uri="{FF2B5EF4-FFF2-40B4-BE49-F238E27FC236}">
                <a16:creationId xmlns:a16="http://schemas.microsoft.com/office/drawing/2014/main" id="{6A340508-8035-47BF-B47C-4722DC8D2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8" name="Rectangle 48">
            <a:extLst>
              <a:ext uri="{FF2B5EF4-FFF2-40B4-BE49-F238E27FC236}">
                <a16:creationId xmlns:a16="http://schemas.microsoft.com/office/drawing/2014/main" id="{602420E2-8882-0BC9-E6BB-70D6E1BD2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9" name="Rectangle 49">
            <a:extLst>
              <a:ext uri="{FF2B5EF4-FFF2-40B4-BE49-F238E27FC236}">
                <a16:creationId xmlns:a16="http://schemas.microsoft.com/office/drawing/2014/main" id="{DC112D13-E75F-2DC0-5EA6-48AE0ECB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176" name="Group 56">
            <a:extLst>
              <a:ext uri="{FF2B5EF4-FFF2-40B4-BE49-F238E27FC236}">
                <a16:creationId xmlns:a16="http://schemas.microsoft.com/office/drawing/2014/main" id="{92382935-063A-7B4A-B503-B52E37D2FCC8}"/>
              </a:ext>
            </a:extLst>
          </p:cNvPr>
          <p:cNvGrpSpPr>
            <a:grpSpLocks/>
          </p:cNvGrpSpPr>
          <p:nvPr/>
        </p:nvGrpSpPr>
        <p:grpSpPr bwMode="auto">
          <a:xfrm>
            <a:off x="200025" y="3416300"/>
            <a:ext cx="1590675" cy="241300"/>
            <a:chOff x="126" y="2152"/>
            <a:chExt cx="1002" cy="152"/>
          </a:xfrm>
        </p:grpSpPr>
        <p:sp>
          <p:nvSpPr>
            <p:cNvPr id="5170" name="Rectangle 50">
              <a:extLst>
                <a:ext uri="{FF2B5EF4-FFF2-40B4-BE49-F238E27FC236}">
                  <a16:creationId xmlns:a16="http://schemas.microsoft.com/office/drawing/2014/main" id="{8700242C-0193-4458-C971-AC3CC106C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5171" name="Rectangle 51">
              <a:extLst>
                <a:ext uri="{FF2B5EF4-FFF2-40B4-BE49-F238E27FC236}">
                  <a16:creationId xmlns:a16="http://schemas.microsoft.com/office/drawing/2014/main" id="{C124EB35-D2F8-D8B3-7A51-0D81D6955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5172" name="Rectangle 52">
              <a:extLst>
                <a:ext uri="{FF2B5EF4-FFF2-40B4-BE49-F238E27FC236}">
                  <a16:creationId xmlns:a16="http://schemas.microsoft.com/office/drawing/2014/main" id="{05BDF93E-5C0F-E452-A771-2C6C76D8C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5173" name="Rectangle 53">
              <a:extLst>
                <a:ext uri="{FF2B5EF4-FFF2-40B4-BE49-F238E27FC236}">
                  <a16:creationId xmlns:a16="http://schemas.microsoft.com/office/drawing/2014/main" id="{264CC1A4-B0D4-D01B-8BE7-C2C3E0AC2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 3</a:t>
              </a:r>
            </a:p>
          </p:txBody>
        </p:sp>
        <p:sp>
          <p:nvSpPr>
            <p:cNvPr id="5174" name="Rectangle 54">
              <a:extLst>
                <a:ext uri="{FF2B5EF4-FFF2-40B4-BE49-F238E27FC236}">
                  <a16:creationId xmlns:a16="http://schemas.microsoft.com/office/drawing/2014/main" id="{3219DF84-4608-FF5D-834A-7D6E1B586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 4</a:t>
              </a:r>
            </a:p>
          </p:txBody>
        </p:sp>
        <p:sp>
          <p:nvSpPr>
            <p:cNvPr id="5175" name="Rectangle 55">
              <a:extLst>
                <a:ext uri="{FF2B5EF4-FFF2-40B4-BE49-F238E27FC236}">
                  <a16:creationId xmlns:a16="http://schemas.microsoft.com/office/drawing/2014/main" id="{AB427B1E-142D-AF4D-DFBE-5EC17CC37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7 </a:t>
              </a:r>
            </a:p>
          </p:txBody>
        </p:sp>
      </p:grpSp>
      <p:sp>
        <p:nvSpPr>
          <p:cNvPr id="5177" name="Rectangle 57">
            <a:extLst>
              <a:ext uri="{FF2B5EF4-FFF2-40B4-BE49-F238E27FC236}">
                <a16:creationId xmlns:a16="http://schemas.microsoft.com/office/drawing/2014/main" id="{698982AA-2FBB-EF56-8E61-6CEE0294C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3425825"/>
            <a:ext cx="260350" cy="22542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178" name="Rectangle 58">
            <a:extLst>
              <a:ext uri="{FF2B5EF4-FFF2-40B4-BE49-F238E27FC236}">
                <a16:creationId xmlns:a16="http://schemas.microsoft.com/office/drawing/2014/main" id="{27FBB2F3-D822-B9CF-FE91-EF0AADE2F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3679825"/>
            <a:ext cx="746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000" b="1">
                <a:latin typeface="Arial" panose="020B0604020202020204" pitchFamily="34" charset="0"/>
              </a:rPr>
              <a:t>^</a:t>
            </a:r>
          </a:p>
        </p:txBody>
      </p:sp>
      <p:sp>
        <p:nvSpPr>
          <p:cNvPr id="5179" name="Arc 59">
            <a:extLst>
              <a:ext uri="{FF2B5EF4-FFF2-40B4-BE49-F238E27FC236}">
                <a16:creationId xmlns:a16="http://schemas.microsoft.com/office/drawing/2014/main" id="{DEF3FC1A-55C9-F51F-FA6D-6577D11C78BF}"/>
              </a:ext>
            </a:extLst>
          </p:cNvPr>
          <p:cNvSpPr>
            <a:spLocks/>
          </p:cNvSpPr>
          <p:nvPr/>
        </p:nvSpPr>
        <p:spPr bwMode="auto">
          <a:xfrm>
            <a:off x="104775" y="1268413"/>
            <a:ext cx="552450" cy="1017587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8247 w 21600"/>
              <a:gd name="T1" fmla="*/ 38578 h 38578"/>
              <a:gd name="T2" fmla="*/ 21538 w 21600"/>
              <a:gd name="T3" fmla="*/ 0 h 38578"/>
              <a:gd name="T4" fmla="*/ 21600 w 21600"/>
              <a:gd name="T5" fmla="*/ 21600 h 38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8578" fill="none" extrusionOk="0">
                <a:moveTo>
                  <a:pt x="8246" y="38578"/>
                </a:moveTo>
                <a:cubicBezTo>
                  <a:pt x="3039" y="34482"/>
                  <a:pt x="0" y="28224"/>
                  <a:pt x="0" y="21600"/>
                </a:cubicBezTo>
                <a:cubicBezTo>
                  <a:pt x="0" y="9694"/>
                  <a:pt x="9632" y="34"/>
                  <a:pt x="21538" y="0"/>
                </a:cubicBezTo>
              </a:path>
              <a:path w="21600" h="38578" stroke="0" extrusionOk="0">
                <a:moveTo>
                  <a:pt x="8246" y="38578"/>
                </a:moveTo>
                <a:cubicBezTo>
                  <a:pt x="3039" y="34482"/>
                  <a:pt x="0" y="28224"/>
                  <a:pt x="0" y="21600"/>
                </a:cubicBezTo>
                <a:cubicBezTo>
                  <a:pt x="0" y="9694"/>
                  <a:pt x="9632" y="34"/>
                  <a:pt x="21538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61" name="Group 17">
            <a:extLst>
              <a:ext uri="{FF2B5EF4-FFF2-40B4-BE49-F238E27FC236}">
                <a16:creationId xmlns:a16="http://schemas.microsoft.com/office/drawing/2014/main" id="{917C0B4D-7F02-D2E0-E76E-8CF6B20C5659}"/>
              </a:ext>
            </a:extLst>
          </p:cNvPr>
          <p:cNvGrpSpPr>
            <a:grpSpLocks/>
          </p:cNvGrpSpPr>
          <p:nvPr/>
        </p:nvGrpSpPr>
        <p:grpSpPr bwMode="auto">
          <a:xfrm>
            <a:off x="106363" y="2184400"/>
            <a:ext cx="1693862" cy="444500"/>
            <a:chOff x="67" y="1376"/>
            <a:chExt cx="1067" cy="280"/>
          </a:xfrm>
        </p:grpSpPr>
        <p:sp>
          <p:nvSpPr>
            <p:cNvPr id="6146" name="Rectangle 2">
              <a:extLst>
                <a:ext uri="{FF2B5EF4-FFF2-40B4-BE49-F238E27FC236}">
                  <a16:creationId xmlns:a16="http://schemas.microsoft.com/office/drawing/2014/main" id="{46571910-5DD2-44BC-456E-5A12700F9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" y="1376"/>
              <a:ext cx="77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b" anchorCtr="1">
              <a:spAutoFit/>
            </a:bodyPr>
            <a:lstStyle>
              <a:lvl1pPr marL="190500" indent="-190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3000"/>
                </a:lnSpc>
                <a:spcAft>
                  <a:spcPct val="52000"/>
                </a:spcAft>
              </a:pPr>
              <a:r>
                <a:rPr lang="en-US" altLang="en-US" sz="1200" b="1">
                  <a:latin typeface="Courier New" panose="02070309020205020404" pitchFamily="49" charset="0"/>
                </a:rPr>
                <a:t>StudentName</a:t>
              </a:r>
            </a:p>
          </p:txBody>
        </p:sp>
        <p:grpSp>
          <p:nvGrpSpPr>
            <p:cNvPr id="6153" name="Group 9">
              <a:extLst>
                <a:ext uri="{FF2B5EF4-FFF2-40B4-BE49-F238E27FC236}">
                  <a16:creationId xmlns:a16="http://schemas.microsoft.com/office/drawing/2014/main" id="{51E0D222-41A2-5FE0-8B88-EB1FA3F094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" y="1508"/>
              <a:ext cx="994" cy="144"/>
              <a:chOff x="136" y="1508"/>
              <a:chExt cx="994" cy="144"/>
            </a:xfrm>
          </p:grpSpPr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1C147089-B8EB-336D-1C65-FDBB3638F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8" name="Rectangle 4">
                <a:extLst>
                  <a:ext uri="{FF2B5EF4-FFF2-40B4-BE49-F238E27FC236}">
                    <a16:creationId xmlns:a16="http://schemas.microsoft.com/office/drawing/2014/main" id="{F9EC9F5B-8218-DE1E-6623-908600B24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9" name="Rectangle 5">
                <a:extLst>
                  <a:ext uri="{FF2B5EF4-FFF2-40B4-BE49-F238E27FC236}">
                    <a16:creationId xmlns:a16="http://schemas.microsoft.com/office/drawing/2014/main" id="{779E33FD-9948-829E-EB18-C11E53818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0" name="Rectangle 6">
                <a:extLst>
                  <a:ext uri="{FF2B5EF4-FFF2-40B4-BE49-F238E27FC236}">
                    <a16:creationId xmlns:a16="http://schemas.microsoft.com/office/drawing/2014/main" id="{7DD5E68E-FCD2-CE9F-A7CB-F4CFFA5251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1" name="Rectangle 7">
                <a:extLst>
                  <a:ext uri="{FF2B5EF4-FFF2-40B4-BE49-F238E27FC236}">
                    <a16:creationId xmlns:a16="http://schemas.microsoft.com/office/drawing/2014/main" id="{23035646-F7BD-AA98-8418-A611CF8F1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0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2" name="Rectangle 8">
                <a:extLst>
                  <a:ext uri="{FF2B5EF4-FFF2-40B4-BE49-F238E27FC236}">
                    <a16:creationId xmlns:a16="http://schemas.microsoft.com/office/drawing/2014/main" id="{FFBEBC28-8A71-19B6-5D97-D52329331A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160" name="Group 16">
              <a:extLst>
                <a:ext uri="{FF2B5EF4-FFF2-40B4-BE49-F238E27FC236}">
                  <a16:creationId xmlns:a16="http://schemas.microsoft.com/office/drawing/2014/main" id="{F4E57F74-8E40-2F56-DD2E-86572E6B41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" y="1504"/>
              <a:ext cx="1002" cy="152"/>
              <a:chOff x="132" y="1504"/>
              <a:chExt cx="1002" cy="152"/>
            </a:xfrm>
          </p:grpSpPr>
          <p:sp>
            <p:nvSpPr>
              <p:cNvPr id="6154" name="Rectangle 10">
                <a:extLst>
                  <a:ext uri="{FF2B5EF4-FFF2-40B4-BE49-F238E27FC236}">
                    <a16:creationId xmlns:a16="http://schemas.microsoft.com/office/drawing/2014/main" id="{4FC13CA1-3912-667A-C977-4A247E67AE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J</a:t>
                </a:r>
              </a:p>
            </p:txBody>
          </p:sp>
          <p:sp>
            <p:nvSpPr>
              <p:cNvPr id="6155" name="Rectangle 11">
                <a:extLst>
                  <a:ext uri="{FF2B5EF4-FFF2-40B4-BE49-F238E27FC236}">
                    <a16:creationId xmlns:a16="http://schemas.microsoft.com/office/drawing/2014/main" id="{A32DE748-D5E7-2999-D7CB-4C450FF52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6156" name="Rectangle 12">
                <a:extLst>
                  <a:ext uri="{FF2B5EF4-FFF2-40B4-BE49-F238E27FC236}">
                    <a16:creationId xmlns:a16="http://schemas.microsoft.com/office/drawing/2014/main" id="{639D8292-FBC4-3E6A-8171-70645E4CC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157" name="Rectangle 13">
                <a:extLst>
                  <a:ext uri="{FF2B5EF4-FFF2-40B4-BE49-F238E27FC236}">
                    <a16:creationId xmlns:a16="http://schemas.microsoft.com/office/drawing/2014/main" id="{7F90C775-6C4A-73BC-1C1B-9AB1FADD4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</a:rPr>
                  <a:t> </a:t>
                </a:r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6158" name="Rectangle 14">
                <a:extLst>
                  <a:ext uri="{FF2B5EF4-FFF2-40B4-BE49-F238E27FC236}">
                    <a16:creationId xmlns:a16="http://schemas.microsoft.com/office/drawing/2014/main" id="{C4693812-A011-2A7C-1136-09DF6B081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6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  </a:t>
                </a:r>
              </a:p>
            </p:txBody>
          </p:sp>
          <p:sp>
            <p:nvSpPr>
              <p:cNvPr id="6159" name="Rectangle 15">
                <a:extLst>
                  <a:ext uri="{FF2B5EF4-FFF2-40B4-BE49-F238E27FC236}">
                    <a16:creationId xmlns:a16="http://schemas.microsoft.com/office/drawing/2014/main" id="{F5A3F857-AEB5-7147-EAF9-7257E7731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  </a:t>
                </a:r>
              </a:p>
            </p:txBody>
          </p:sp>
        </p:grpSp>
      </p:grpSp>
      <p:grpSp>
        <p:nvGrpSpPr>
          <p:cNvPr id="6168" name="Group 24">
            <a:extLst>
              <a:ext uri="{FF2B5EF4-FFF2-40B4-BE49-F238E27FC236}">
                <a16:creationId xmlns:a16="http://schemas.microsoft.com/office/drawing/2014/main" id="{10321F83-9FBE-9B86-5165-C6A1260043DE}"/>
              </a:ext>
            </a:extLst>
          </p:cNvPr>
          <p:cNvGrpSpPr>
            <a:grpSpLocks/>
          </p:cNvGrpSpPr>
          <p:nvPr/>
        </p:nvGrpSpPr>
        <p:grpSpPr bwMode="auto">
          <a:xfrm>
            <a:off x="31750" y="30163"/>
            <a:ext cx="3886200" cy="2171700"/>
            <a:chOff x="20" y="19"/>
            <a:chExt cx="2448" cy="1368"/>
          </a:xfrm>
        </p:grpSpPr>
        <p:sp>
          <p:nvSpPr>
            <p:cNvPr id="6162" name="Rectangle 18">
              <a:extLst>
                <a:ext uri="{FF2B5EF4-FFF2-40B4-BE49-F238E27FC236}">
                  <a16:creationId xmlns:a16="http://schemas.microsoft.com/office/drawing/2014/main" id="{BA3EC6AF-E8C2-C7FF-559D-F1EC00554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" y="26"/>
              <a:ext cx="2392" cy="1350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StudentName PIC X(6) VALUE ZEROS.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OtherName   PIC X(3) VALUE "Tom".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ShopTotal   PIC 9(5)V99 VALUE 534.75.</a:t>
              </a:r>
            </a:p>
            <a:p>
              <a:endParaRPr lang="en-US" altLang="en-US" sz="10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endParaRPr lang="en-US" altLang="en-US" sz="10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"John" TO StudentName.</a:t>
              </a:r>
            </a:p>
            <a:p>
              <a:r>
                <a:rPr lang="en-US" altLang="en-US" sz="1200" b="1">
                  <a:solidFill>
                    <a:srgbClr val="CC0000"/>
                  </a:solidFill>
                  <a:latin typeface="Courier New" panose="02070309020205020404" pitchFamily="49" charset="0"/>
                </a:rPr>
                <a:t>DISPLAY "My name is ", StudentName.</a:t>
              </a:r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OtherName TO StudentName.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ZEROS TO ShopTotal.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ALL "-" TO StudentName.</a:t>
              </a:r>
            </a:p>
          </p:txBody>
        </p:sp>
        <p:sp>
          <p:nvSpPr>
            <p:cNvPr id="6163" name="Freeform 19">
              <a:extLst>
                <a:ext uri="{FF2B5EF4-FFF2-40B4-BE49-F238E27FC236}">
                  <a16:creationId xmlns:a16="http://schemas.microsoft.com/office/drawing/2014/main" id="{F1007E9C-D119-3F25-899A-E207DAB94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" y="19"/>
              <a:ext cx="2223" cy="99"/>
            </a:xfrm>
            <a:custGeom>
              <a:avLst/>
              <a:gdLst>
                <a:gd name="T0" fmla="*/ 2216 w 2223"/>
                <a:gd name="T1" fmla="*/ 5 h 99"/>
                <a:gd name="T2" fmla="*/ 2159 w 2223"/>
                <a:gd name="T3" fmla="*/ 35 h 99"/>
                <a:gd name="T4" fmla="*/ 2114 w 2223"/>
                <a:gd name="T5" fmla="*/ 35 h 99"/>
                <a:gd name="T6" fmla="*/ 2075 w 2223"/>
                <a:gd name="T7" fmla="*/ 62 h 99"/>
                <a:gd name="T8" fmla="*/ 2027 w 2223"/>
                <a:gd name="T9" fmla="*/ 41 h 99"/>
                <a:gd name="T10" fmla="*/ 1979 w 2223"/>
                <a:gd name="T11" fmla="*/ 29 h 99"/>
                <a:gd name="T12" fmla="*/ 1934 w 2223"/>
                <a:gd name="T13" fmla="*/ 17 h 99"/>
                <a:gd name="T14" fmla="*/ 1889 w 2223"/>
                <a:gd name="T15" fmla="*/ 38 h 99"/>
                <a:gd name="T16" fmla="*/ 1850 w 2223"/>
                <a:gd name="T17" fmla="*/ 56 h 99"/>
                <a:gd name="T18" fmla="*/ 1805 w 2223"/>
                <a:gd name="T19" fmla="*/ 74 h 99"/>
                <a:gd name="T20" fmla="*/ 1757 w 2223"/>
                <a:gd name="T21" fmla="*/ 59 h 99"/>
                <a:gd name="T22" fmla="*/ 1712 w 2223"/>
                <a:gd name="T23" fmla="*/ 44 h 99"/>
                <a:gd name="T24" fmla="*/ 1661 w 2223"/>
                <a:gd name="T25" fmla="*/ 35 h 99"/>
                <a:gd name="T26" fmla="*/ 1616 w 2223"/>
                <a:gd name="T27" fmla="*/ 29 h 99"/>
                <a:gd name="T28" fmla="*/ 1568 w 2223"/>
                <a:gd name="T29" fmla="*/ 26 h 99"/>
                <a:gd name="T30" fmla="*/ 1526 w 2223"/>
                <a:gd name="T31" fmla="*/ 35 h 99"/>
                <a:gd name="T32" fmla="*/ 1481 w 2223"/>
                <a:gd name="T33" fmla="*/ 56 h 99"/>
                <a:gd name="T34" fmla="*/ 1436 w 2223"/>
                <a:gd name="T35" fmla="*/ 44 h 99"/>
                <a:gd name="T36" fmla="*/ 1391 w 2223"/>
                <a:gd name="T37" fmla="*/ 26 h 99"/>
                <a:gd name="T38" fmla="*/ 1343 w 2223"/>
                <a:gd name="T39" fmla="*/ 17 h 99"/>
                <a:gd name="T40" fmla="*/ 1298 w 2223"/>
                <a:gd name="T41" fmla="*/ 14 h 99"/>
                <a:gd name="T42" fmla="*/ 1253 w 2223"/>
                <a:gd name="T43" fmla="*/ 44 h 99"/>
                <a:gd name="T44" fmla="*/ 1208 w 2223"/>
                <a:gd name="T45" fmla="*/ 56 h 99"/>
                <a:gd name="T46" fmla="*/ 1157 w 2223"/>
                <a:gd name="T47" fmla="*/ 65 h 99"/>
                <a:gd name="T48" fmla="*/ 1112 w 2223"/>
                <a:gd name="T49" fmla="*/ 68 h 99"/>
                <a:gd name="T50" fmla="*/ 1064 w 2223"/>
                <a:gd name="T51" fmla="*/ 38 h 99"/>
                <a:gd name="T52" fmla="*/ 1016 w 2223"/>
                <a:gd name="T53" fmla="*/ 23 h 99"/>
                <a:gd name="T54" fmla="*/ 968 w 2223"/>
                <a:gd name="T55" fmla="*/ 41 h 99"/>
                <a:gd name="T56" fmla="*/ 920 w 2223"/>
                <a:gd name="T57" fmla="*/ 59 h 99"/>
                <a:gd name="T58" fmla="*/ 875 w 2223"/>
                <a:gd name="T59" fmla="*/ 35 h 99"/>
                <a:gd name="T60" fmla="*/ 830 w 2223"/>
                <a:gd name="T61" fmla="*/ 11 h 99"/>
                <a:gd name="T62" fmla="*/ 785 w 2223"/>
                <a:gd name="T63" fmla="*/ 14 h 99"/>
                <a:gd name="T64" fmla="*/ 740 w 2223"/>
                <a:gd name="T65" fmla="*/ 17 h 99"/>
                <a:gd name="T66" fmla="*/ 695 w 2223"/>
                <a:gd name="T67" fmla="*/ 20 h 99"/>
                <a:gd name="T68" fmla="*/ 650 w 2223"/>
                <a:gd name="T69" fmla="*/ 38 h 99"/>
                <a:gd name="T70" fmla="*/ 602 w 2223"/>
                <a:gd name="T71" fmla="*/ 59 h 99"/>
                <a:gd name="T72" fmla="*/ 557 w 2223"/>
                <a:gd name="T73" fmla="*/ 59 h 99"/>
                <a:gd name="T74" fmla="*/ 506 w 2223"/>
                <a:gd name="T75" fmla="*/ 41 h 99"/>
                <a:gd name="T76" fmla="*/ 464 w 2223"/>
                <a:gd name="T77" fmla="*/ 29 h 99"/>
                <a:gd name="T78" fmla="*/ 470 w 2223"/>
                <a:gd name="T79" fmla="*/ 62 h 99"/>
                <a:gd name="T80" fmla="*/ 488 w 2223"/>
                <a:gd name="T81" fmla="*/ 92 h 99"/>
                <a:gd name="T82" fmla="*/ 443 w 2223"/>
                <a:gd name="T83" fmla="*/ 56 h 99"/>
                <a:gd name="T84" fmla="*/ 395 w 2223"/>
                <a:gd name="T85" fmla="*/ 35 h 99"/>
                <a:gd name="T86" fmla="*/ 350 w 2223"/>
                <a:gd name="T87" fmla="*/ 32 h 99"/>
                <a:gd name="T88" fmla="*/ 302 w 2223"/>
                <a:gd name="T89" fmla="*/ 35 h 99"/>
                <a:gd name="T90" fmla="*/ 251 w 2223"/>
                <a:gd name="T91" fmla="*/ 41 h 99"/>
                <a:gd name="T92" fmla="*/ 221 w 2223"/>
                <a:gd name="T93" fmla="*/ 74 h 99"/>
                <a:gd name="T94" fmla="*/ 176 w 2223"/>
                <a:gd name="T95" fmla="*/ 80 h 99"/>
                <a:gd name="T96" fmla="*/ 131 w 2223"/>
                <a:gd name="T97" fmla="*/ 68 h 99"/>
                <a:gd name="T98" fmla="*/ 86 w 2223"/>
                <a:gd name="T99" fmla="*/ 53 h 99"/>
                <a:gd name="T100" fmla="*/ 41 w 2223"/>
                <a:gd name="T101" fmla="*/ 32 h 99"/>
                <a:gd name="T102" fmla="*/ 2 w 2223"/>
                <a:gd name="T103" fmla="*/ 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23" h="99">
                  <a:moveTo>
                    <a:pt x="2222" y="2"/>
                  </a:moveTo>
                  <a:lnTo>
                    <a:pt x="2222" y="0"/>
                  </a:lnTo>
                  <a:lnTo>
                    <a:pt x="2222" y="2"/>
                  </a:lnTo>
                  <a:lnTo>
                    <a:pt x="2221" y="5"/>
                  </a:lnTo>
                  <a:lnTo>
                    <a:pt x="2216" y="5"/>
                  </a:lnTo>
                  <a:lnTo>
                    <a:pt x="2198" y="14"/>
                  </a:lnTo>
                  <a:lnTo>
                    <a:pt x="2186" y="23"/>
                  </a:lnTo>
                  <a:lnTo>
                    <a:pt x="2177" y="32"/>
                  </a:lnTo>
                  <a:lnTo>
                    <a:pt x="2168" y="32"/>
                  </a:lnTo>
                  <a:lnTo>
                    <a:pt x="2159" y="35"/>
                  </a:lnTo>
                  <a:lnTo>
                    <a:pt x="2150" y="35"/>
                  </a:lnTo>
                  <a:lnTo>
                    <a:pt x="2141" y="35"/>
                  </a:lnTo>
                  <a:lnTo>
                    <a:pt x="2132" y="35"/>
                  </a:lnTo>
                  <a:lnTo>
                    <a:pt x="2123" y="35"/>
                  </a:lnTo>
                  <a:lnTo>
                    <a:pt x="2114" y="35"/>
                  </a:lnTo>
                  <a:lnTo>
                    <a:pt x="2105" y="41"/>
                  </a:lnTo>
                  <a:lnTo>
                    <a:pt x="2099" y="50"/>
                  </a:lnTo>
                  <a:lnTo>
                    <a:pt x="2093" y="59"/>
                  </a:lnTo>
                  <a:lnTo>
                    <a:pt x="2084" y="62"/>
                  </a:lnTo>
                  <a:lnTo>
                    <a:pt x="2075" y="62"/>
                  </a:lnTo>
                  <a:lnTo>
                    <a:pt x="2066" y="56"/>
                  </a:lnTo>
                  <a:lnTo>
                    <a:pt x="2054" y="50"/>
                  </a:lnTo>
                  <a:lnTo>
                    <a:pt x="2045" y="50"/>
                  </a:lnTo>
                  <a:lnTo>
                    <a:pt x="2036" y="47"/>
                  </a:lnTo>
                  <a:lnTo>
                    <a:pt x="2027" y="41"/>
                  </a:lnTo>
                  <a:lnTo>
                    <a:pt x="2018" y="38"/>
                  </a:lnTo>
                  <a:lnTo>
                    <a:pt x="2006" y="38"/>
                  </a:lnTo>
                  <a:lnTo>
                    <a:pt x="1997" y="35"/>
                  </a:lnTo>
                  <a:lnTo>
                    <a:pt x="1988" y="32"/>
                  </a:lnTo>
                  <a:lnTo>
                    <a:pt x="1979" y="29"/>
                  </a:lnTo>
                  <a:lnTo>
                    <a:pt x="1970" y="29"/>
                  </a:lnTo>
                  <a:lnTo>
                    <a:pt x="1961" y="26"/>
                  </a:lnTo>
                  <a:lnTo>
                    <a:pt x="1952" y="23"/>
                  </a:lnTo>
                  <a:lnTo>
                    <a:pt x="1943" y="20"/>
                  </a:lnTo>
                  <a:lnTo>
                    <a:pt x="1934" y="17"/>
                  </a:lnTo>
                  <a:lnTo>
                    <a:pt x="1931" y="26"/>
                  </a:lnTo>
                  <a:lnTo>
                    <a:pt x="1919" y="29"/>
                  </a:lnTo>
                  <a:lnTo>
                    <a:pt x="1907" y="29"/>
                  </a:lnTo>
                  <a:lnTo>
                    <a:pt x="1898" y="32"/>
                  </a:lnTo>
                  <a:lnTo>
                    <a:pt x="1889" y="38"/>
                  </a:lnTo>
                  <a:lnTo>
                    <a:pt x="1886" y="47"/>
                  </a:lnTo>
                  <a:lnTo>
                    <a:pt x="1877" y="50"/>
                  </a:lnTo>
                  <a:lnTo>
                    <a:pt x="1868" y="50"/>
                  </a:lnTo>
                  <a:lnTo>
                    <a:pt x="1859" y="50"/>
                  </a:lnTo>
                  <a:lnTo>
                    <a:pt x="1850" y="56"/>
                  </a:lnTo>
                  <a:lnTo>
                    <a:pt x="1841" y="59"/>
                  </a:lnTo>
                  <a:lnTo>
                    <a:pt x="1832" y="62"/>
                  </a:lnTo>
                  <a:lnTo>
                    <a:pt x="1823" y="65"/>
                  </a:lnTo>
                  <a:lnTo>
                    <a:pt x="1814" y="71"/>
                  </a:lnTo>
                  <a:lnTo>
                    <a:pt x="1805" y="74"/>
                  </a:lnTo>
                  <a:lnTo>
                    <a:pt x="1796" y="74"/>
                  </a:lnTo>
                  <a:lnTo>
                    <a:pt x="1787" y="71"/>
                  </a:lnTo>
                  <a:lnTo>
                    <a:pt x="1778" y="65"/>
                  </a:lnTo>
                  <a:lnTo>
                    <a:pt x="1766" y="62"/>
                  </a:lnTo>
                  <a:lnTo>
                    <a:pt x="1757" y="59"/>
                  </a:lnTo>
                  <a:lnTo>
                    <a:pt x="1748" y="56"/>
                  </a:lnTo>
                  <a:lnTo>
                    <a:pt x="1739" y="53"/>
                  </a:lnTo>
                  <a:lnTo>
                    <a:pt x="1730" y="53"/>
                  </a:lnTo>
                  <a:lnTo>
                    <a:pt x="1721" y="47"/>
                  </a:lnTo>
                  <a:lnTo>
                    <a:pt x="1712" y="44"/>
                  </a:lnTo>
                  <a:lnTo>
                    <a:pt x="1703" y="44"/>
                  </a:lnTo>
                  <a:lnTo>
                    <a:pt x="1694" y="41"/>
                  </a:lnTo>
                  <a:lnTo>
                    <a:pt x="1685" y="41"/>
                  </a:lnTo>
                  <a:lnTo>
                    <a:pt x="1673" y="38"/>
                  </a:lnTo>
                  <a:lnTo>
                    <a:pt x="1661" y="35"/>
                  </a:lnTo>
                  <a:lnTo>
                    <a:pt x="1652" y="32"/>
                  </a:lnTo>
                  <a:lnTo>
                    <a:pt x="1643" y="29"/>
                  </a:lnTo>
                  <a:lnTo>
                    <a:pt x="1634" y="29"/>
                  </a:lnTo>
                  <a:lnTo>
                    <a:pt x="1625" y="29"/>
                  </a:lnTo>
                  <a:lnTo>
                    <a:pt x="1616" y="29"/>
                  </a:lnTo>
                  <a:lnTo>
                    <a:pt x="1607" y="29"/>
                  </a:lnTo>
                  <a:lnTo>
                    <a:pt x="1598" y="29"/>
                  </a:lnTo>
                  <a:lnTo>
                    <a:pt x="1589" y="29"/>
                  </a:lnTo>
                  <a:lnTo>
                    <a:pt x="1577" y="29"/>
                  </a:lnTo>
                  <a:lnTo>
                    <a:pt x="1568" y="26"/>
                  </a:lnTo>
                  <a:lnTo>
                    <a:pt x="1559" y="20"/>
                  </a:lnTo>
                  <a:lnTo>
                    <a:pt x="1550" y="20"/>
                  </a:lnTo>
                  <a:lnTo>
                    <a:pt x="1541" y="20"/>
                  </a:lnTo>
                  <a:lnTo>
                    <a:pt x="1535" y="29"/>
                  </a:lnTo>
                  <a:lnTo>
                    <a:pt x="1526" y="35"/>
                  </a:lnTo>
                  <a:lnTo>
                    <a:pt x="1517" y="38"/>
                  </a:lnTo>
                  <a:lnTo>
                    <a:pt x="1508" y="47"/>
                  </a:lnTo>
                  <a:lnTo>
                    <a:pt x="1499" y="50"/>
                  </a:lnTo>
                  <a:lnTo>
                    <a:pt x="1490" y="53"/>
                  </a:lnTo>
                  <a:lnTo>
                    <a:pt x="1481" y="56"/>
                  </a:lnTo>
                  <a:lnTo>
                    <a:pt x="1472" y="56"/>
                  </a:lnTo>
                  <a:lnTo>
                    <a:pt x="1463" y="53"/>
                  </a:lnTo>
                  <a:lnTo>
                    <a:pt x="1454" y="47"/>
                  </a:lnTo>
                  <a:lnTo>
                    <a:pt x="1445" y="44"/>
                  </a:lnTo>
                  <a:lnTo>
                    <a:pt x="1436" y="44"/>
                  </a:lnTo>
                  <a:lnTo>
                    <a:pt x="1427" y="41"/>
                  </a:lnTo>
                  <a:lnTo>
                    <a:pt x="1418" y="38"/>
                  </a:lnTo>
                  <a:lnTo>
                    <a:pt x="1409" y="32"/>
                  </a:lnTo>
                  <a:lnTo>
                    <a:pt x="1400" y="32"/>
                  </a:lnTo>
                  <a:lnTo>
                    <a:pt x="1391" y="26"/>
                  </a:lnTo>
                  <a:lnTo>
                    <a:pt x="1382" y="23"/>
                  </a:lnTo>
                  <a:lnTo>
                    <a:pt x="1373" y="23"/>
                  </a:lnTo>
                  <a:lnTo>
                    <a:pt x="1364" y="20"/>
                  </a:lnTo>
                  <a:lnTo>
                    <a:pt x="1355" y="20"/>
                  </a:lnTo>
                  <a:lnTo>
                    <a:pt x="1343" y="17"/>
                  </a:lnTo>
                  <a:lnTo>
                    <a:pt x="1334" y="14"/>
                  </a:lnTo>
                  <a:lnTo>
                    <a:pt x="1325" y="14"/>
                  </a:lnTo>
                  <a:lnTo>
                    <a:pt x="1316" y="14"/>
                  </a:lnTo>
                  <a:lnTo>
                    <a:pt x="1307" y="14"/>
                  </a:lnTo>
                  <a:lnTo>
                    <a:pt x="1298" y="14"/>
                  </a:lnTo>
                  <a:lnTo>
                    <a:pt x="1289" y="17"/>
                  </a:lnTo>
                  <a:lnTo>
                    <a:pt x="1280" y="23"/>
                  </a:lnTo>
                  <a:lnTo>
                    <a:pt x="1271" y="32"/>
                  </a:lnTo>
                  <a:lnTo>
                    <a:pt x="1262" y="38"/>
                  </a:lnTo>
                  <a:lnTo>
                    <a:pt x="1253" y="44"/>
                  </a:lnTo>
                  <a:lnTo>
                    <a:pt x="1244" y="50"/>
                  </a:lnTo>
                  <a:lnTo>
                    <a:pt x="1235" y="53"/>
                  </a:lnTo>
                  <a:lnTo>
                    <a:pt x="1226" y="53"/>
                  </a:lnTo>
                  <a:lnTo>
                    <a:pt x="1217" y="53"/>
                  </a:lnTo>
                  <a:lnTo>
                    <a:pt x="1208" y="56"/>
                  </a:lnTo>
                  <a:lnTo>
                    <a:pt x="1196" y="56"/>
                  </a:lnTo>
                  <a:lnTo>
                    <a:pt x="1187" y="59"/>
                  </a:lnTo>
                  <a:lnTo>
                    <a:pt x="1175" y="62"/>
                  </a:lnTo>
                  <a:lnTo>
                    <a:pt x="1166" y="65"/>
                  </a:lnTo>
                  <a:lnTo>
                    <a:pt x="1157" y="65"/>
                  </a:lnTo>
                  <a:lnTo>
                    <a:pt x="1148" y="68"/>
                  </a:lnTo>
                  <a:lnTo>
                    <a:pt x="1139" y="68"/>
                  </a:lnTo>
                  <a:lnTo>
                    <a:pt x="1130" y="68"/>
                  </a:lnTo>
                  <a:lnTo>
                    <a:pt x="1121" y="68"/>
                  </a:lnTo>
                  <a:lnTo>
                    <a:pt x="1112" y="68"/>
                  </a:lnTo>
                  <a:lnTo>
                    <a:pt x="1103" y="65"/>
                  </a:lnTo>
                  <a:lnTo>
                    <a:pt x="1097" y="56"/>
                  </a:lnTo>
                  <a:lnTo>
                    <a:pt x="1085" y="47"/>
                  </a:lnTo>
                  <a:lnTo>
                    <a:pt x="1076" y="44"/>
                  </a:lnTo>
                  <a:lnTo>
                    <a:pt x="1064" y="38"/>
                  </a:lnTo>
                  <a:lnTo>
                    <a:pt x="1055" y="32"/>
                  </a:lnTo>
                  <a:lnTo>
                    <a:pt x="1043" y="32"/>
                  </a:lnTo>
                  <a:lnTo>
                    <a:pt x="1034" y="29"/>
                  </a:lnTo>
                  <a:lnTo>
                    <a:pt x="1025" y="23"/>
                  </a:lnTo>
                  <a:lnTo>
                    <a:pt x="1016" y="23"/>
                  </a:lnTo>
                  <a:lnTo>
                    <a:pt x="1007" y="20"/>
                  </a:lnTo>
                  <a:lnTo>
                    <a:pt x="995" y="26"/>
                  </a:lnTo>
                  <a:lnTo>
                    <a:pt x="986" y="32"/>
                  </a:lnTo>
                  <a:lnTo>
                    <a:pt x="977" y="38"/>
                  </a:lnTo>
                  <a:lnTo>
                    <a:pt x="968" y="41"/>
                  </a:lnTo>
                  <a:lnTo>
                    <a:pt x="959" y="44"/>
                  </a:lnTo>
                  <a:lnTo>
                    <a:pt x="947" y="50"/>
                  </a:lnTo>
                  <a:lnTo>
                    <a:pt x="938" y="53"/>
                  </a:lnTo>
                  <a:lnTo>
                    <a:pt x="929" y="59"/>
                  </a:lnTo>
                  <a:lnTo>
                    <a:pt x="920" y="59"/>
                  </a:lnTo>
                  <a:lnTo>
                    <a:pt x="911" y="59"/>
                  </a:lnTo>
                  <a:lnTo>
                    <a:pt x="899" y="56"/>
                  </a:lnTo>
                  <a:lnTo>
                    <a:pt x="893" y="47"/>
                  </a:lnTo>
                  <a:lnTo>
                    <a:pt x="884" y="41"/>
                  </a:lnTo>
                  <a:lnTo>
                    <a:pt x="875" y="35"/>
                  </a:lnTo>
                  <a:lnTo>
                    <a:pt x="866" y="26"/>
                  </a:lnTo>
                  <a:lnTo>
                    <a:pt x="857" y="20"/>
                  </a:lnTo>
                  <a:lnTo>
                    <a:pt x="848" y="14"/>
                  </a:lnTo>
                  <a:lnTo>
                    <a:pt x="839" y="11"/>
                  </a:lnTo>
                  <a:lnTo>
                    <a:pt x="830" y="11"/>
                  </a:lnTo>
                  <a:lnTo>
                    <a:pt x="821" y="11"/>
                  </a:lnTo>
                  <a:lnTo>
                    <a:pt x="812" y="14"/>
                  </a:lnTo>
                  <a:lnTo>
                    <a:pt x="803" y="14"/>
                  </a:lnTo>
                  <a:lnTo>
                    <a:pt x="794" y="14"/>
                  </a:lnTo>
                  <a:lnTo>
                    <a:pt x="785" y="14"/>
                  </a:lnTo>
                  <a:lnTo>
                    <a:pt x="776" y="14"/>
                  </a:lnTo>
                  <a:lnTo>
                    <a:pt x="767" y="17"/>
                  </a:lnTo>
                  <a:lnTo>
                    <a:pt x="758" y="17"/>
                  </a:lnTo>
                  <a:lnTo>
                    <a:pt x="749" y="17"/>
                  </a:lnTo>
                  <a:lnTo>
                    <a:pt x="740" y="17"/>
                  </a:lnTo>
                  <a:lnTo>
                    <a:pt x="731" y="20"/>
                  </a:lnTo>
                  <a:lnTo>
                    <a:pt x="722" y="20"/>
                  </a:lnTo>
                  <a:lnTo>
                    <a:pt x="713" y="20"/>
                  </a:lnTo>
                  <a:lnTo>
                    <a:pt x="704" y="20"/>
                  </a:lnTo>
                  <a:lnTo>
                    <a:pt x="695" y="20"/>
                  </a:lnTo>
                  <a:lnTo>
                    <a:pt x="686" y="20"/>
                  </a:lnTo>
                  <a:lnTo>
                    <a:pt x="677" y="23"/>
                  </a:lnTo>
                  <a:lnTo>
                    <a:pt x="668" y="29"/>
                  </a:lnTo>
                  <a:lnTo>
                    <a:pt x="659" y="32"/>
                  </a:lnTo>
                  <a:lnTo>
                    <a:pt x="650" y="38"/>
                  </a:lnTo>
                  <a:lnTo>
                    <a:pt x="641" y="41"/>
                  </a:lnTo>
                  <a:lnTo>
                    <a:pt x="632" y="50"/>
                  </a:lnTo>
                  <a:lnTo>
                    <a:pt x="623" y="53"/>
                  </a:lnTo>
                  <a:lnTo>
                    <a:pt x="614" y="56"/>
                  </a:lnTo>
                  <a:lnTo>
                    <a:pt x="602" y="59"/>
                  </a:lnTo>
                  <a:lnTo>
                    <a:pt x="593" y="62"/>
                  </a:lnTo>
                  <a:lnTo>
                    <a:pt x="584" y="65"/>
                  </a:lnTo>
                  <a:lnTo>
                    <a:pt x="575" y="65"/>
                  </a:lnTo>
                  <a:lnTo>
                    <a:pt x="566" y="65"/>
                  </a:lnTo>
                  <a:lnTo>
                    <a:pt x="557" y="59"/>
                  </a:lnTo>
                  <a:lnTo>
                    <a:pt x="548" y="53"/>
                  </a:lnTo>
                  <a:lnTo>
                    <a:pt x="539" y="50"/>
                  </a:lnTo>
                  <a:lnTo>
                    <a:pt x="530" y="44"/>
                  </a:lnTo>
                  <a:lnTo>
                    <a:pt x="518" y="44"/>
                  </a:lnTo>
                  <a:lnTo>
                    <a:pt x="506" y="41"/>
                  </a:lnTo>
                  <a:lnTo>
                    <a:pt x="503" y="32"/>
                  </a:lnTo>
                  <a:lnTo>
                    <a:pt x="494" y="29"/>
                  </a:lnTo>
                  <a:lnTo>
                    <a:pt x="485" y="29"/>
                  </a:lnTo>
                  <a:lnTo>
                    <a:pt x="473" y="29"/>
                  </a:lnTo>
                  <a:lnTo>
                    <a:pt x="464" y="29"/>
                  </a:lnTo>
                  <a:lnTo>
                    <a:pt x="455" y="29"/>
                  </a:lnTo>
                  <a:lnTo>
                    <a:pt x="455" y="38"/>
                  </a:lnTo>
                  <a:lnTo>
                    <a:pt x="455" y="47"/>
                  </a:lnTo>
                  <a:lnTo>
                    <a:pt x="464" y="53"/>
                  </a:lnTo>
                  <a:lnTo>
                    <a:pt x="470" y="62"/>
                  </a:lnTo>
                  <a:lnTo>
                    <a:pt x="479" y="71"/>
                  </a:lnTo>
                  <a:lnTo>
                    <a:pt x="485" y="80"/>
                  </a:lnTo>
                  <a:lnTo>
                    <a:pt x="491" y="89"/>
                  </a:lnTo>
                  <a:lnTo>
                    <a:pt x="497" y="98"/>
                  </a:lnTo>
                  <a:lnTo>
                    <a:pt x="488" y="92"/>
                  </a:lnTo>
                  <a:lnTo>
                    <a:pt x="479" y="83"/>
                  </a:lnTo>
                  <a:lnTo>
                    <a:pt x="470" y="77"/>
                  </a:lnTo>
                  <a:lnTo>
                    <a:pt x="461" y="71"/>
                  </a:lnTo>
                  <a:lnTo>
                    <a:pt x="452" y="65"/>
                  </a:lnTo>
                  <a:lnTo>
                    <a:pt x="443" y="56"/>
                  </a:lnTo>
                  <a:lnTo>
                    <a:pt x="434" y="47"/>
                  </a:lnTo>
                  <a:lnTo>
                    <a:pt x="425" y="41"/>
                  </a:lnTo>
                  <a:lnTo>
                    <a:pt x="416" y="38"/>
                  </a:lnTo>
                  <a:lnTo>
                    <a:pt x="404" y="35"/>
                  </a:lnTo>
                  <a:lnTo>
                    <a:pt x="395" y="35"/>
                  </a:lnTo>
                  <a:lnTo>
                    <a:pt x="386" y="35"/>
                  </a:lnTo>
                  <a:lnTo>
                    <a:pt x="377" y="35"/>
                  </a:lnTo>
                  <a:lnTo>
                    <a:pt x="368" y="32"/>
                  </a:lnTo>
                  <a:lnTo>
                    <a:pt x="359" y="32"/>
                  </a:lnTo>
                  <a:lnTo>
                    <a:pt x="350" y="32"/>
                  </a:lnTo>
                  <a:lnTo>
                    <a:pt x="341" y="32"/>
                  </a:lnTo>
                  <a:lnTo>
                    <a:pt x="329" y="32"/>
                  </a:lnTo>
                  <a:lnTo>
                    <a:pt x="320" y="32"/>
                  </a:lnTo>
                  <a:lnTo>
                    <a:pt x="311" y="35"/>
                  </a:lnTo>
                  <a:lnTo>
                    <a:pt x="302" y="35"/>
                  </a:lnTo>
                  <a:lnTo>
                    <a:pt x="290" y="35"/>
                  </a:lnTo>
                  <a:lnTo>
                    <a:pt x="278" y="35"/>
                  </a:lnTo>
                  <a:lnTo>
                    <a:pt x="269" y="35"/>
                  </a:lnTo>
                  <a:lnTo>
                    <a:pt x="260" y="35"/>
                  </a:lnTo>
                  <a:lnTo>
                    <a:pt x="251" y="41"/>
                  </a:lnTo>
                  <a:lnTo>
                    <a:pt x="242" y="44"/>
                  </a:lnTo>
                  <a:lnTo>
                    <a:pt x="239" y="53"/>
                  </a:lnTo>
                  <a:lnTo>
                    <a:pt x="239" y="62"/>
                  </a:lnTo>
                  <a:lnTo>
                    <a:pt x="230" y="71"/>
                  </a:lnTo>
                  <a:lnTo>
                    <a:pt x="221" y="74"/>
                  </a:lnTo>
                  <a:lnTo>
                    <a:pt x="212" y="74"/>
                  </a:lnTo>
                  <a:lnTo>
                    <a:pt x="203" y="74"/>
                  </a:lnTo>
                  <a:lnTo>
                    <a:pt x="194" y="74"/>
                  </a:lnTo>
                  <a:lnTo>
                    <a:pt x="185" y="77"/>
                  </a:lnTo>
                  <a:lnTo>
                    <a:pt x="176" y="80"/>
                  </a:lnTo>
                  <a:lnTo>
                    <a:pt x="164" y="80"/>
                  </a:lnTo>
                  <a:lnTo>
                    <a:pt x="155" y="80"/>
                  </a:lnTo>
                  <a:lnTo>
                    <a:pt x="146" y="80"/>
                  </a:lnTo>
                  <a:lnTo>
                    <a:pt x="137" y="77"/>
                  </a:lnTo>
                  <a:lnTo>
                    <a:pt x="131" y="68"/>
                  </a:lnTo>
                  <a:lnTo>
                    <a:pt x="122" y="65"/>
                  </a:lnTo>
                  <a:lnTo>
                    <a:pt x="113" y="59"/>
                  </a:lnTo>
                  <a:lnTo>
                    <a:pt x="104" y="56"/>
                  </a:lnTo>
                  <a:lnTo>
                    <a:pt x="95" y="53"/>
                  </a:lnTo>
                  <a:lnTo>
                    <a:pt x="86" y="53"/>
                  </a:lnTo>
                  <a:lnTo>
                    <a:pt x="77" y="50"/>
                  </a:lnTo>
                  <a:lnTo>
                    <a:pt x="68" y="44"/>
                  </a:lnTo>
                  <a:lnTo>
                    <a:pt x="59" y="41"/>
                  </a:lnTo>
                  <a:lnTo>
                    <a:pt x="50" y="35"/>
                  </a:lnTo>
                  <a:lnTo>
                    <a:pt x="41" y="32"/>
                  </a:lnTo>
                  <a:lnTo>
                    <a:pt x="32" y="29"/>
                  </a:lnTo>
                  <a:lnTo>
                    <a:pt x="23" y="23"/>
                  </a:lnTo>
                  <a:lnTo>
                    <a:pt x="14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Freeform 20">
              <a:extLst>
                <a:ext uri="{FF2B5EF4-FFF2-40B4-BE49-F238E27FC236}">
                  <a16:creationId xmlns:a16="http://schemas.microsoft.com/office/drawing/2014/main" id="{78B5F5B6-7FED-6992-F3AB-98E393BE1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" y="1306"/>
              <a:ext cx="2220" cy="81"/>
            </a:xfrm>
            <a:custGeom>
              <a:avLst/>
              <a:gdLst>
                <a:gd name="T0" fmla="*/ 0 w 2220"/>
                <a:gd name="T1" fmla="*/ 80 h 81"/>
                <a:gd name="T2" fmla="*/ 48 w 2220"/>
                <a:gd name="T3" fmla="*/ 55 h 81"/>
                <a:gd name="T4" fmla="*/ 92 w 2220"/>
                <a:gd name="T5" fmla="*/ 31 h 81"/>
                <a:gd name="T6" fmla="*/ 128 w 2220"/>
                <a:gd name="T7" fmla="*/ 23 h 81"/>
                <a:gd name="T8" fmla="*/ 164 w 2220"/>
                <a:gd name="T9" fmla="*/ 27 h 81"/>
                <a:gd name="T10" fmla="*/ 200 w 2220"/>
                <a:gd name="T11" fmla="*/ 43 h 81"/>
                <a:gd name="T12" fmla="*/ 236 w 2220"/>
                <a:gd name="T13" fmla="*/ 55 h 81"/>
                <a:gd name="T14" fmla="*/ 276 w 2220"/>
                <a:gd name="T15" fmla="*/ 31 h 81"/>
                <a:gd name="T16" fmla="*/ 312 w 2220"/>
                <a:gd name="T17" fmla="*/ 23 h 81"/>
                <a:gd name="T18" fmla="*/ 348 w 2220"/>
                <a:gd name="T19" fmla="*/ 39 h 81"/>
                <a:gd name="T20" fmla="*/ 383 w 2220"/>
                <a:gd name="T21" fmla="*/ 59 h 81"/>
                <a:gd name="T22" fmla="*/ 419 w 2220"/>
                <a:gd name="T23" fmla="*/ 39 h 81"/>
                <a:gd name="T24" fmla="*/ 459 w 2220"/>
                <a:gd name="T25" fmla="*/ 27 h 81"/>
                <a:gd name="T26" fmla="*/ 495 w 2220"/>
                <a:gd name="T27" fmla="*/ 23 h 81"/>
                <a:gd name="T28" fmla="*/ 535 w 2220"/>
                <a:gd name="T29" fmla="*/ 15 h 81"/>
                <a:gd name="T30" fmla="*/ 579 w 2220"/>
                <a:gd name="T31" fmla="*/ 23 h 81"/>
                <a:gd name="T32" fmla="*/ 611 w 2220"/>
                <a:gd name="T33" fmla="*/ 51 h 81"/>
                <a:gd name="T34" fmla="*/ 651 w 2220"/>
                <a:gd name="T35" fmla="*/ 39 h 81"/>
                <a:gd name="T36" fmla="*/ 695 w 2220"/>
                <a:gd name="T37" fmla="*/ 31 h 81"/>
                <a:gd name="T38" fmla="*/ 735 w 2220"/>
                <a:gd name="T39" fmla="*/ 19 h 81"/>
                <a:gd name="T40" fmla="*/ 770 w 2220"/>
                <a:gd name="T41" fmla="*/ 19 h 81"/>
                <a:gd name="T42" fmla="*/ 806 w 2220"/>
                <a:gd name="T43" fmla="*/ 43 h 81"/>
                <a:gd name="T44" fmla="*/ 842 w 2220"/>
                <a:gd name="T45" fmla="*/ 51 h 81"/>
                <a:gd name="T46" fmla="*/ 878 w 2220"/>
                <a:gd name="T47" fmla="*/ 43 h 81"/>
                <a:gd name="T48" fmla="*/ 918 w 2220"/>
                <a:gd name="T49" fmla="*/ 35 h 81"/>
                <a:gd name="T50" fmla="*/ 954 w 2220"/>
                <a:gd name="T51" fmla="*/ 35 h 81"/>
                <a:gd name="T52" fmla="*/ 994 w 2220"/>
                <a:gd name="T53" fmla="*/ 31 h 81"/>
                <a:gd name="T54" fmla="*/ 1030 w 2220"/>
                <a:gd name="T55" fmla="*/ 15 h 81"/>
                <a:gd name="T56" fmla="*/ 1074 w 2220"/>
                <a:gd name="T57" fmla="*/ 15 h 81"/>
                <a:gd name="T58" fmla="*/ 1109 w 2220"/>
                <a:gd name="T59" fmla="*/ 39 h 81"/>
                <a:gd name="T60" fmla="*/ 1145 w 2220"/>
                <a:gd name="T61" fmla="*/ 47 h 81"/>
                <a:gd name="T62" fmla="*/ 1185 w 2220"/>
                <a:gd name="T63" fmla="*/ 31 h 81"/>
                <a:gd name="T64" fmla="*/ 1229 w 2220"/>
                <a:gd name="T65" fmla="*/ 11 h 81"/>
                <a:gd name="T66" fmla="*/ 1269 w 2220"/>
                <a:gd name="T67" fmla="*/ 7 h 81"/>
                <a:gd name="T68" fmla="*/ 1301 w 2220"/>
                <a:gd name="T69" fmla="*/ 15 h 81"/>
                <a:gd name="T70" fmla="*/ 1337 w 2220"/>
                <a:gd name="T71" fmla="*/ 43 h 81"/>
                <a:gd name="T72" fmla="*/ 1373 w 2220"/>
                <a:gd name="T73" fmla="*/ 55 h 81"/>
                <a:gd name="T74" fmla="*/ 1409 w 2220"/>
                <a:gd name="T75" fmla="*/ 31 h 81"/>
                <a:gd name="T76" fmla="*/ 1449 w 2220"/>
                <a:gd name="T77" fmla="*/ 19 h 81"/>
                <a:gd name="T78" fmla="*/ 1484 w 2220"/>
                <a:gd name="T79" fmla="*/ 15 h 81"/>
                <a:gd name="T80" fmla="*/ 1524 w 2220"/>
                <a:gd name="T81" fmla="*/ 11 h 81"/>
                <a:gd name="T82" fmla="*/ 1572 w 2220"/>
                <a:gd name="T83" fmla="*/ 39 h 81"/>
                <a:gd name="T84" fmla="*/ 1608 w 2220"/>
                <a:gd name="T85" fmla="*/ 59 h 81"/>
                <a:gd name="T86" fmla="*/ 1648 w 2220"/>
                <a:gd name="T87" fmla="*/ 47 h 81"/>
                <a:gd name="T88" fmla="*/ 1684 w 2220"/>
                <a:gd name="T89" fmla="*/ 27 h 81"/>
                <a:gd name="T90" fmla="*/ 1724 w 2220"/>
                <a:gd name="T91" fmla="*/ 15 h 81"/>
                <a:gd name="T92" fmla="*/ 1760 w 2220"/>
                <a:gd name="T93" fmla="*/ 7 h 81"/>
                <a:gd name="T94" fmla="*/ 1804 w 2220"/>
                <a:gd name="T95" fmla="*/ 27 h 81"/>
                <a:gd name="T96" fmla="*/ 1840 w 2220"/>
                <a:gd name="T97" fmla="*/ 39 h 81"/>
                <a:gd name="T98" fmla="*/ 1875 w 2220"/>
                <a:gd name="T99" fmla="*/ 27 h 81"/>
                <a:gd name="T100" fmla="*/ 1911 w 2220"/>
                <a:gd name="T101" fmla="*/ 7 h 81"/>
                <a:gd name="T102" fmla="*/ 1951 w 2220"/>
                <a:gd name="T103" fmla="*/ 0 h 81"/>
                <a:gd name="T104" fmla="*/ 1995 w 2220"/>
                <a:gd name="T105" fmla="*/ 7 h 81"/>
                <a:gd name="T106" fmla="*/ 2031 w 2220"/>
                <a:gd name="T107" fmla="*/ 23 h 81"/>
                <a:gd name="T108" fmla="*/ 2071 w 2220"/>
                <a:gd name="T109" fmla="*/ 35 h 81"/>
                <a:gd name="T110" fmla="*/ 2103 w 2220"/>
                <a:gd name="T111" fmla="*/ 15 h 81"/>
                <a:gd name="T112" fmla="*/ 2143 w 2220"/>
                <a:gd name="T113" fmla="*/ 35 h 81"/>
                <a:gd name="T114" fmla="*/ 2175 w 2220"/>
                <a:gd name="T115" fmla="*/ 55 h 81"/>
                <a:gd name="T116" fmla="*/ 2211 w 2220"/>
                <a:gd name="T117" fmla="*/ 6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20" h="81">
                  <a:moveTo>
                    <a:pt x="0" y="77"/>
                  </a:moveTo>
                  <a:lnTo>
                    <a:pt x="0" y="71"/>
                  </a:lnTo>
                  <a:lnTo>
                    <a:pt x="0" y="80"/>
                  </a:lnTo>
                  <a:lnTo>
                    <a:pt x="24" y="47"/>
                  </a:lnTo>
                  <a:lnTo>
                    <a:pt x="36" y="47"/>
                  </a:lnTo>
                  <a:lnTo>
                    <a:pt x="48" y="55"/>
                  </a:lnTo>
                  <a:lnTo>
                    <a:pt x="64" y="47"/>
                  </a:lnTo>
                  <a:lnTo>
                    <a:pt x="80" y="35"/>
                  </a:lnTo>
                  <a:lnTo>
                    <a:pt x="92" y="31"/>
                  </a:lnTo>
                  <a:lnTo>
                    <a:pt x="104" y="31"/>
                  </a:lnTo>
                  <a:lnTo>
                    <a:pt x="116" y="27"/>
                  </a:lnTo>
                  <a:lnTo>
                    <a:pt x="128" y="23"/>
                  </a:lnTo>
                  <a:lnTo>
                    <a:pt x="140" y="23"/>
                  </a:lnTo>
                  <a:lnTo>
                    <a:pt x="152" y="27"/>
                  </a:lnTo>
                  <a:lnTo>
                    <a:pt x="164" y="27"/>
                  </a:lnTo>
                  <a:lnTo>
                    <a:pt x="176" y="31"/>
                  </a:lnTo>
                  <a:lnTo>
                    <a:pt x="188" y="39"/>
                  </a:lnTo>
                  <a:lnTo>
                    <a:pt x="200" y="43"/>
                  </a:lnTo>
                  <a:lnTo>
                    <a:pt x="212" y="47"/>
                  </a:lnTo>
                  <a:lnTo>
                    <a:pt x="224" y="51"/>
                  </a:lnTo>
                  <a:lnTo>
                    <a:pt x="236" y="55"/>
                  </a:lnTo>
                  <a:lnTo>
                    <a:pt x="252" y="51"/>
                  </a:lnTo>
                  <a:lnTo>
                    <a:pt x="268" y="43"/>
                  </a:lnTo>
                  <a:lnTo>
                    <a:pt x="276" y="31"/>
                  </a:lnTo>
                  <a:lnTo>
                    <a:pt x="288" y="31"/>
                  </a:lnTo>
                  <a:lnTo>
                    <a:pt x="300" y="27"/>
                  </a:lnTo>
                  <a:lnTo>
                    <a:pt x="312" y="23"/>
                  </a:lnTo>
                  <a:lnTo>
                    <a:pt x="324" y="19"/>
                  </a:lnTo>
                  <a:lnTo>
                    <a:pt x="336" y="31"/>
                  </a:lnTo>
                  <a:lnTo>
                    <a:pt x="348" y="39"/>
                  </a:lnTo>
                  <a:lnTo>
                    <a:pt x="360" y="51"/>
                  </a:lnTo>
                  <a:lnTo>
                    <a:pt x="371" y="59"/>
                  </a:lnTo>
                  <a:lnTo>
                    <a:pt x="383" y="59"/>
                  </a:lnTo>
                  <a:lnTo>
                    <a:pt x="395" y="51"/>
                  </a:lnTo>
                  <a:lnTo>
                    <a:pt x="407" y="47"/>
                  </a:lnTo>
                  <a:lnTo>
                    <a:pt x="419" y="39"/>
                  </a:lnTo>
                  <a:lnTo>
                    <a:pt x="431" y="35"/>
                  </a:lnTo>
                  <a:lnTo>
                    <a:pt x="443" y="31"/>
                  </a:lnTo>
                  <a:lnTo>
                    <a:pt x="459" y="27"/>
                  </a:lnTo>
                  <a:lnTo>
                    <a:pt x="471" y="27"/>
                  </a:lnTo>
                  <a:lnTo>
                    <a:pt x="483" y="23"/>
                  </a:lnTo>
                  <a:lnTo>
                    <a:pt x="495" y="23"/>
                  </a:lnTo>
                  <a:lnTo>
                    <a:pt x="507" y="23"/>
                  </a:lnTo>
                  <a:lnTo>
                    <a:pt x="519" y="19"/>
                  </a:lnTo>
                  <a:lnTo>
                    <a:pt x="535" y="15"/>
                  </a:lnTo>
                  <a:lnTo>
                    <a:pt x="551" y="15"/>
                  </a:lnTo>
                  <a:lnTo>
                    <a:pt x="567" y="11"/>
                  </a:lnTo>
                  <a:lnTo>
                    <a:pt x="579" y="23"/>
                  </a:lnTo>
                  <a:lnTo>
                    <a:pt x="587" y="35"/>
                  </a:lnTo>
                  <a:lnTo>
                    <a:pt x="595" y="47"/>
                  </a:lnTo>
                  <a:lnTo>
                    <a:pt x="611" y="51"/>
                  </a:lnTo>
                  <a:lnTo>
                    <a:pt x="623" y="47"/>
                  </a:lnTo>
                  <a:lnTo>
                    <a:pt x="639" y="43"/>
                  </a:lnTo>
                  <a:lnTo>
                    <a:pt x="651" y="39"/>
                  </a:lnTo>
                  <a:lnTo>
                    <a:pt x="667" y="35"/>
                  </a:lnTo>
                  <a:lnTo>
                    <a:pt x="683" y="35"/>
                  </a:lnTo>
                  <a:lnTo>
                    <a:pt x="695" y="31"/>
                  </a:lnTo>
                  <a:lnTo>
                    <a:pt x="707" y="27"/>
                  </a:lnTo>
                  <a:lnTo>
                    <a:pt x="723" y="23"/>
                  </a:lnTo>
                  <a:lnTo>
                    <a:pt x="735" y="19"/>
                  </a:lnTo>
                  <a:lnTo>
                    <a:pt x="746" y="15"/>
                  </a:lnTo>
                  <a:lnTo>
                    <a:pt x="758" y="11"/>
                  </a:lnTo>
                  <a:lnTo>
                    <a:pt x="770" y="19"/>
                  </a:lnTo>
                  <a:lnTo>
                    <a:pt x="782" y="27"/>
                  </a:lnTo>
                  <a:lnTo>
                    <a:pt x="794" y="35"/>
                  </a:lnTo>
                  <a:lnTo>
                    <a:pt x="806" y="43"/>
                  </a:lnTo>
                  <a:lnTo>
                    <a:pt x="818" y="51"/>
                  </a:lnTo>
                  <a:lnTo>
                    <a:pt x="830" y="51"/>
                  </a:lnTo>
                  <a:lnTo>
                    <a:pt x="842" y="51"/>
                  </a:lnTo>
                  <a:lnTo>
                    <a:pt x="854" y="47"/>
                  </a:lnTo>
                  <a:lnTo>
                    <a:pt x="866" y="43"/>
                  </a:lnTo>
                  <a:lnTo>
                    <a:pt x="878" y="43"/>
                  </a:lnTo>
                  <a:lnTo>
                    <a:pt x="890" y="39"/>
                  </a:lnTo>
                  <a:lnTo>
                    <a:pt x="906" y="39"/>
                  </a:lnTo>
                  <a:lnTo>
                    <a:pt x="918" y="35"/>
                  </a:lnTo>
                  <a:lnTo>
                    <a:pt x="930" y="35"/>
                  </a:lnTo>
                  <a:lnTo>
                    <a:pt x="942" y="35"/>
                  </a:lnTo>
                  <a:lnTo>
                    <a:pt x="954" y="35"/>
                  </a:lnTo>
                  <a:lnTo>
                    <a:pt x="966" y="35"/>
                  </a:lnTo>
                  <a:lnTo>
                    <a:pt x="978" y="35"/>
                  </a:lnTo>
                  <a:lnTo>
                    <a:pt x="994" y="31"/>
                  </a:lnTo>
                  <a:lnTo>
                    <a:pt x="1006" y="27"/>
                  </a:lnTo>
                  <a:lnTo>
                    <a:pt x="1018" y="19"/>
                  </a:lnTo>
                  <a:lnTo>
                    <a:pt x="1030" y="15"/>
                  </a:lnTo>
                  <a:lnTo>
                    <a:pt x="1042" y="11"/>
                  </a:lnTo>
                  <a:lnTo>
                    <a:pt x="1058" y="7"/>
                  </a:lnTo>
                  <a:lnTo>
                    <a:pt x="1074" y="15"/>
                  </a:lnTo>
                  <a:lnTo>
                    <a:pt x="1086" y="27"/>
                  </a:lnTo>
                  <a:lnTo>
                    <a:pt x="1098" y="35"/>
                  </a:lnTo>
                  <a:lnTo>
                    <a:pt x="1109" y="39"/>
                  </a:lnTo>
                  <a:lnTo>
                    <a:pt x="1121" y="47"/>
                  </a:lnTo>
                  <a:lnTo>
                    <a:pt x="1133" y="47"/>
                  </a:lnTo>
                  <a:lnTo>
                    <a:pt x="1145" y="47"/>
                  </a:lnTo>
                  <a:lnTo>
                    <a:pt x="1161" y="43"/>
                  </a:lnTo>
                  <a:lnTo>
                    <a:pt x="1173" y="39"/>
                  </a:lnTo>
                  <a:lnTo>
                    <a:pt x="1185" y="31"/>
                  </a:lnTo>
                  <a:lnTo>
                    <a:pt x="1201" y="23"/>
                  </a:lnTo>
                  <a:lnTo>
                    <a:pt x="1213" y="19"/>
                  </a:lnTo>
                  <a:lnTo>
                    <a:pt x="1229" y="11"/>
                  </a:lnTo>
                  <a:lnTo>
                    <a:pt x="1241" y="11"/>
                  </a:lnTo>
                  <a:lnTo>
                    <a:pt x="1253" y="11"/>
                  </a:lnTo>
                  <a:lnTo>
                    <a:pt x="1269" y="7"/>
                  </a:lnTo>
                  <a:lnTo>
                    <a:pt x="1281" y="3"/>
                  </a:lnTo>
                  <a:lnTo>
                    <a:pt x="1293" y="3"/>
                  </a:lnTo>
                  <a:lnTo>
                    <a:pt x="1301" y="15"/>
                  </a:lnTo>
                  <a:lnTo>
                    <a:pt x="1313" y="23"/>
                  </a:lnTo>
                  <a:lnTo>
                    <a:pt x="1325" y="31"/>
                  </a:lnTo>
                  <a:lnTo>
                    <a:pt x="1337" y="43"/>
                  </a:lnTo>
                  <a:lnTo>
                    <a:pt x="1349" y="51"/>
                  </a:lnTo>
                  <a:lnTo>
                    <a:pt x="1361" y="55"/>
                  </a:lnTo>
                  <a:lnTo>
                    <a:pt x="1373" y="55"/>
                  </a:lnTo>
                  <a:lnTo>
                    <a:pt x="1385" y="47"/>
                  </a:lnTo>
                  <a:lnTo>
                    <a:pt x="1397" y="39"/>
                  </a:lnTo>
                  <a:lnTo>
                    <a:pt x="1409" y="31"/>
                  </a:lnTo>
                  <a:lnTo>
                    <a:pt x="1421" y="27"/>
                  </a:lnTo>
                  <a:lnTo>
                    <a:pt x="1433" y="23"/>
                  </a:lnTo>
                  <a:lnTo>
                    <a:pt x="1449" y="19"/>
                  </a:lnTo>
                  <a:lnTo>
                    <a:pt x="1461" y="19"/>
                  </a:lnTo>
                  <a:lnTo>
                    <a:pt x="1473" y="19"/>
                  </a:lnTo>
                  <a:lnTo>
                    <a:pt x="1484" y="15"/>
                  </a:lnTo>
                  <a:lnTo>
                    <a:pt x="1496" y="15"/>
                  </a:lnTo>
                  <a:lnTo>
                    <a:pt x="1508" y="7"/>
                  </a:lnTo>
                  <a:lnTo>
                    <a:pt x="1524" y="11"/>
                  </a:lnTo>
                  <a:lnTo>
                    <a:pt x="1544" y="23"/>
                  </a:lnTo>
                  <a:lnTo>
                    <a:pt x="1556" y="27"/>
                  </a:lnTo>
                  <a:lnTo>
                    <a:pt x="1572" y="39"/>
                  </a:lnTo>
                  <a:lnTo>
                    <a:pt x="1584" y="43"/>
                  </a:lnTo>
                  <a:lnTo>
                    <a:pt x="1596" y="51"/>
                  </a:lnTo>
                  <a:lnTo>
                    <a:pt x="1608" y="59"/>
                  </a:lnTo>
                  <a:lnTo>
                    <a:pt x="1620" y="59"/>
                  </a:lnTo>
                  <a:lnTo>
                    <a:pt x="1632" y="55"/>
                  </a:lnTo>
                  <a:lnTo>
                    <a:pt x="1648" y="47"/>
                  </a:lnTo>
                  <a:lnTo>
                    <a:pt x="1660" y="35"/>
                  </a:lnTo>
                  <a:lnTo>
                    <a:pt x="1672" y="31"/>
                  </a:lnTo>
                  <a:lnTo>
                    <a:pt x="1684" y="27"/>
                  </a:lnTo>
                  <a:lnTo>
                    <a:pt x="1696" y="23"/>
                  </a:lnTo>
                  <a:lnTo>
                    <a:pt x="1712" y="19"/>
                  </a:lnTo>
                  <a:lnTo>
                    <a:pt x="1724" y="15"/>
                  </a:lnTo>
                  <a:lnTo>
                    <a:pt x="1736" y="11"/>
                  </a:lnTo>
                  <a:lnTo>
                    <a:pt x="1748" y="7"/>
                  </a:lnTo>
                  <a:lnTo>
                    <a:pt x="1760" y="7"/>
                  </a:lnTo>
                  <a:lnTo>
                    <a:pt x="1772" y="11"/>
                  </a:lnTo>
                  <a:lnTo>
                    <a:pt x="1792" y="19"/>
                  </a:lnTo>
                  <a:lnTo>
                    <a:pt x="1804" y="27"/>
                  </a:lnTo>
                  <a:lnTo>
                    <a:pt x="1816" y="31"/>
                  </a:lnTo>
                  <a:lnTo>
                    <a:pt x="1828" y="35"/>
                  </a:lnTo>
                  <a:lnTo>
                    <a:pt x="1840" y="39"/>
                  </a:lnTo>
                  <a:lnTo>
                    <a:pt x="1851" y="39"/>
                  </a:lnTo>
                  <a:lnTo>
                    <a:pt x="1863" y="31"/>
                  </a:lnTo>
                  <a:lnTo>
                    <a:pt x="1875" y="27"/>
                  </a:lnTo>
                  <a:lnTo>
                    <a:pt x="1887" y="19"/>
                  </a:lnTo>
                  <a:lnTo>
                    <a:pt x="1899" y="11"/>
                  </a:lnTo>
                  <a:lnTo>
                    <a:pt x="1911" y="7"/>
                  </a:lnTo>
                  <a:lnTo>
                    <a:pt x="1927" y="3"/>
                  </a:lnTo>
                  <a:lnTo>
                    <a:pt x="1939" y="0"/>
                  </a:lnTo>
                  <a:lnTo>
                    <a:pt x="1951" y="0"/>
                  </a:lnTo>
                  <a:lnTo>
                    <a:pt x="1967" y="0"/>
                  </a:lnTo>
                  <a:lnTo>
                    <a:pt x="1979" y="3"/>
                  </a:lnTo>
                  <a:lnTo>
                    <a:pt x="1995" y="7"/>
                  </a:lnTo>
                  <a:lnTo>
                    <a:pt x="2007" y="11"/>
                  </a:lnTo>
                  <a:lnTo>
                    <a:pt x="2019" y="19"/>
                  </a:lnTo>
                  <a:lnTo>
                    <a:pt x="2031" y="23"/>
                  </a:lnTo>
                  <a:lnTo>
                    <a:pt x="2047" y="27"/>
                  </a:lnTo>
                  <a:lnTo>
                    <a:pt x="2059" y="35"/>
                  </a:lnTo>
                  <a:lnTo>
                    <a:pt x="2071" y="35"/>
                  </a:lnTo>
                  <a:lnTo>
                    <a:pt x="2079" y="23"/>
                  </a:lnTo>
                  <a:lnTo>
                    <a:pt x="2091" y="15"/>
                  </a:lnTo>
                  <a:lnTo>
                    <a:pt x="2103" y="15"/>
                  </a:lnTo>
                  <a:lnTo>
                    <a:pt x="2115" y="19"/>
                  </a:lnTo>
                  <a:lnTo>
                    <a:pt x="2131" y="27"/>
                  </a:lnTo>
                  <a:lnTo>
                    <a:pt x="2143" y="35"/>
                  </a:lnTo>
                  <a:lnTo>
                    <a:pt x="2155" y="39"/>
                  </a:lnTo>
                  <a:lnTo>
                    <a:pt x="2163" y="51"/>
                  </a:lnTo>
                  <a:lnTo>
                    <a:pt x="2175" y="55"/>
                  </a:lnTo>
                  <a:lnTo>
                    <a:pt x="2187" y="59"/>
                  </a:lnTo>
                  <a:lnTo>
                    <a:pt x="2199" y="67"/>
                  </a:lnTo>
                  <a:lnTo>
                    <a:pt x="2211" y="67"/>
                  </a:lnTo>
                  <a:lnTo>
                    <a:pt x="2219" y="75"/>
                  </a:lnTo>
                  <a:lnTo>
                    <a:pt x="2214" y="73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167" name="Group 23">
              <a:extLst>
                <a:ext uri="{FF2B5EF4-FFF2-40B4-BE49-F238E27FC236}">
                  <a16:creationId xmlns:a16="http://schemas.microsoft.com/office/drawing/2014/main" id="{2A11FF69-573B-934B-F4A5-20C9D48651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" y="594"/>
              <a:ext cx="2448" cy="151"/>
              <a:chOff x="20" y="594"/>
              <a:chExt cx="2448" cy="151"/>
            </a:xfrm>
          </p:grpSpPr>
          <p:sp>
            <p:nvSpPr>
              <p:cNvPr id="6165" name="Freeform 21">
                <a:extLst>
                  <a:ext uri="{FF2B5EF4-FFF2-40B4-BE49-F238E27FC236}">
                    <a16:creationId xmlns:a16="http://schemas.microsoft.com/office/drawing/2014/main" id="{90569DD7-D14A-F5A7-3386-2D55B3DC9C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" y="594"/>
                <a:ext cx="2420" cy="151"/>
              </a:xfrm>
              <a:custGeom>
                <a:avLst/>
                <a:gdLst>
                  <a:gd name="T0" fmla="*/ 75 w 2420"/>
                  <a:gd name="T1" fmla="*/ 48 h 151"/>
                  <a:gd name="T2" fmla="*/ 163 w 2420"/>
                  <a:gd name="T3" fmla="*/ 39 h 151"/>
                  <a:gd name="T4" fmla="*/ 241 w 2420"/>
                  <a:gd name="T5" fmla="*/ 33 h 151"/>
                  <a:gd name="T6" fmla="*/ 319 w 2420"/>
                  <a:gd name="T7" fmla="*/ 48 h 151"/>
                  <a:gd name="T8" fmla="*/ 404 w 2420"/>
                  <a:gd name="T9" fmla="*/ 42 h 151"/>
                  <a:gd name="T10" fmla="*/ 489 w 2420"/>
                  <a:gd name="T11" fmla="*/ 18 h 151"/>
                  <a:gd name="T12" fmla="*/ 571 w 2420"/>
                  <a:gd name="T13" fmla="*/ 45 h 151"/>
                  <a:gd name="T14" fmla="*/ 652 w 2420"/>
                  <a:gd name="T15" fmla="*/ 27 h 151"/>
                  <a:gd name="T16" fmla="*/ 741 w 2420"/>
                  <a:gd name="T17" fmla="*/ 33 h 151"/>
                  <a:gd name="T18" fmla="*/ 822 w 2420"/>
                  <a:gd name="T19" fmla="*/ 21 h 151"/>
                  <a:gd name="T20" fmla="*/ 907 w 2420"/>
                  <a:gd name="T21" fmla="*/ 42 h 151"/>
                  <a:gd name="T22" fmla="*/ 985 w 2420"/>
                  <a:gd name="T23" fmla="*/ 60 h 151"/>
                  <a:gd name="T24" fmla="*/ 1064 w 2420"/>
                  <a:gd name="T25" fmla="*/ 30 h 151"/>
                  <a:gd name="T26" fmla="*/ 1136 w 2420"/>
                  <a:gd name="T27" fmla="*/ 57 h 151"/>
                  <a:gd name="T28" fmla="*/ 1217 w 2420"/>
                  <a:gd name="T29" fmla="*/ 24 h 151"/>
                  <a:gd name="T30" fmla="*/ 1305 w 2420"/>
                  <a:gd name="T31" fmla="*/ 51 h 151"/>
                  <a:gd name="T32" fmla="*/ 1390 w 2420"/>
                  <a:gd name="T33" fmla="*/ 42 h 151"/>
                  <a:gd name="T34" fmla="*/ 1482 w 2420"/>
                  <a:gd name="T35" fmla="*/ 27 h 151"/>
                  <a:gd name="T36" fmla="*/ 1566 w 2420"/>
                  <a:gd name="T37" fmla="*/ 42 h 151"/>
                  <a:gd name="T38" fmla="*/ 1651 w 2420"/>
                  <a:gd name="T39" fmla="*/ 33 h 151"/>
                  <a:gd name="T40" fmla="*/ 1723 w 2420"/>
                  <a:gd name="T41" fmla="*/ 54 h 151"/>
                  <a:gd name="T42" fmla="*/ 1808 w 2420"/>
                  <a:gd name="T43" fmla="*/ 81 h 151"/>
                  <a:gd name="T44" fmla="*/ 1880 w 2420"/>
                  <a:gd name="T45" fmla="*/ 39 h 151"/>
                  <a:gd name="T46" fmla="*/ 1952 w 2420"/>
                  <a:gd name="T47" fmla="*/ 45 h 151"/>
                  <a:gd name="T48" fmla="*/ 2030 w 2420"/>
                  <a:gd name="T49" fmla="*/ 54 h 151"/>
                  <a:gd name="T50" fmla="*/ 2125 w 2420"/>
                  <a:gd name="T51" fmla="*/ 57 h 151"/>
                  <a:gd name="T52" fmla="*/ 2206 w 2420"/>
                  <a:gd name="T53" fmla="*/ 15 h 151"/>
                  <a:gd name="T54" fmla="*/ 2288 w 2420"/>
                  <a:gd name="T55" fmla="*/ 45 h 151"/>
                  <a:gd name="T56" fmla="*/ 2370 w 2420"/>
                  <a:gd name="T57" fmla="*/ 39 h 151"/>
                  <a:gd name="T58" fmla="*/ 2399 w 2420"/>
                  <a:gd name="T59" fmla="*/ 105 h 151"/>
                  <a:gd name="T60" fmla="*/ 2327 w 2420"/>
                  <a:gd name="T61" fmla="*/ 93 h 151"/>
                  <a:gd name="T62" fmla="*/ 2255 w 2420"/>
                  <a:gd name="T63" fmla="*/ 93 h 151"/>
                  <a:gd name="T64" fmla="*/ 2174 w 2420"/>
                  <a:gd name="T65" fmla="*/ 84 h 151"/>
                  <a:gd name="T66" fmla="*/ 2095 w 2420"/>
                  <a:gd name="T67" fmla="*/ 99 h 151"/>
                  <a:gd name="T68" fmla="*/ 2010 w 2420"/>
                  <a:gd name="T69" fmla="*/ 87 h 151"/>
                  <a:gd name="T70" fmla="*/ 1932 w 2420"/>
                  <a:gd name="T71" fmla="*/ 105 h 151"/>
                  <a:gd name="T72" fmla="*/ 1850 w 2420"/>
                  <a:gd name="T73" fmla="*/ 108 h 151"/>
                  <a:gd name="T74" fmla="*/ 1766 w 2420"/>
                  <a:gd name="T75" fmla="*/ 96 h 151"/>
                  <a:gd name="T76" fmla="*/ 1677 w 2420"/>
                  <a:gd name="T77" fmla="*/ 123 h 151"/>
                  <a:gd name="T78" fmla="*/ 1602 w 2420"/>
                  <a:gd name="T79" fmla="*/ 102 h 151"/>
                  <a:gd name="T80" fmla="*/ 1524 w 2420"/>
                  <a:gd name="T81" fmla="*/ 90 h 151"/>
                  <a:gd name="T82" fmla="*/ 1452 w 2420"/>
                  <a:gd name="T83" fmla="*/ 111 h 151"/>
                  <a:gd name="T84" fmla="*/ 1371 w 2420"/>
                  <a:gd name="T85" fmla="*/ 96 h 151"/>
                  <a:gd name="T86" fmla="*/ 1286 w 2420"/>
                  <a:gd name="T87" fmla="*/ 84 h 151"/>
                  <a:gd name="T88" fmla="*/ 1211 w 2420"/>
                  <a:gd name="T89" fmla="*/ 123 h 151"/>
                  <a:gd name="T90" fmla="*/ 1122 w 2420"/>
                  <a:gd name="T91" fmla="*/ 93 h 151"/>
                  <a:gd name="T92" fmla="*/ 1044 w 2420"/>
                  <a:gd name="T93" fmla="*/ 78 h 151"/>
                  <a:gd name="T94" fmla="*/ 953 w 2420"/>
                  <a:gd name="T95" fmla="*/ 93 h 151"/>
                  <a:gd name="T96" fmla="*/ 878 w 2420"/>
                  <a:gd name="T97" fmla="*/ 96 h 151"/>
                  <a:gd name="T98" fmla="*/ 786 w 2420"/>
                  <a:gd name="T99" fmla="*/ 81 h 151"/>
                  <a:gd name="T100" fmla="*/ 695 w 2420"/>
                  <a:gd name="T101" fmla="*/ 96 h 151"/>
                  <a:gd name="T102" fmla="*/ 623 w 2420"/>
                  <a:gd name="T103" fmla="*/ 72 h 151"/>
                  <a:gd name="T104" fmla="*/ 538 w 2420"/>
                  <a:gd name="T105" fmla="*/ 84 h 151"/>
                  <a:gd name="T106" fmla="*/ 457 w 2420"/>
                  <a:gd name="T107" fmla="*/ 72 h 151"/>
                  <a:gd name="T108" fmla="*/ 378 w 2420"/>
                  <a:gd name="T109" fmla="*/ 93 h 151"/>
                  <a:gd name="T110" fmla="*/ 287 w 2420"/>
                  <a:gd name="T111" fmla="*/ 84 h 151"/>
                  <a:gd name="T112" fmla="*/ 202 w 2420"/>
                  <a:gd name="T113" fmla="*/ 102 h 151"/>
                  <a:gd name="T114" fmla="*/ 124 w 2420"/>
                  <a:gd name="T115" fmla="*/ 108 h 151"/>
                  <a:gd name="T116" fmla="*/ 39 w 2420"/>
                  <a:gd name="T117" fmla="*/ 12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20" h="151">
                    <a:moveTo>
                      <a:pt x="3" y="0"/>
                    </a:moveTo>
                    <a:lnTo>
                      <a:pt x="16" y="9"/>
                    </a:lnTo>
                    <a:lnTo>
                      <a:pt x="22" y="18"/>
                    </a:lnTo>
                    <a:lnTo>
                      <a:pt x="32" y="21"/>
                    </a:lnTo>
                    <a:lnTo>
                      <a:pt x="42" y="30"/>
                    </a:lnTo>
                    <a:lnTo>
                      <a:pt x="52" y="36"/>
                    </a:lnTo>
                    <a:lnTo>
                      <a:pt x="62" y="45"/>
                    </a:lnTo>
                    <a:lnTo>
                      <a:pt x="75" y="48"/>
                    </a:lnTo>
                    <a:lnTo>
                      <a:pt x="91" y="54"/>
                    </a:lnTo>
                    <a:lnTo>
                      <a:pt x="104" y="57"/>
                    </a:lnTo>
                    <a:lnTo>
                      <a:pt x="114" y="63"/>
                    </a:lnTo>
                    <a:lnTo>
                      <a:pt x="124" y="66"/>
                    </a:lnTo>
                    <a:lnTo>
                      <a:pt x="133" y="60"/>
                    </a:lnTo>
                    <a:lnTo>
                      <a:pt x="143" y="54"/>
                    </a:lnTo>
                    <a:lnTo>
                      <a:pt x="153" y="48"/>
                    </a:lnTo>
                    <a:lnTo>
                      <a:pt x="163" y="39"/>
                    </a:lnTo>
                    <a:lnTo>
                      <a:pt x="169" y="30"/>
                    </a:lnTo>
                    <a:lnTo>
                      <a:pt x="179" y="30"/>
                    </a:lnTo>
                    <a:lnTo>
                      <a:pt x="186" y="42"/>
                    </a:lnTo>
                    <a:lnTo>
                      <a:pt x="189" y="51"/>
                    </a:lnTo>
                    <a:lnTo>
                      <a:pt x="202" y="45"/>
                    </a:lnTo>
                    <a:lnTo>
                      <a:pt x="215" y="39"/>
                    </a:lnTo>
                    <a:lnTo>
                      <a:pt x="231" y="36"/>
                    </a:lnTo>
                    <a:lnTo>
                      <a:pt x="241" y="33"/>
                    </a:lnTo>
                    <a:lnTo>
                      <a:pt x="251" y="33"/>
                    </a:lnTo>
                    <a:lnTo>
                      <a:pt x="261" y="27"/>
                    </a:lnTo>
                    <a:lnTo>
                      <a:pt x="270" y="27"/>
                    </a:lnTo>
                    <a:lnTo>
                      <a:pt x="280" y="36"/>
                    </a:lnTo>
                    <a:lnTo>
                      <a:pt x="290" y="45"/>
                    </a:lnTo>
                    <a:lnTo>
                      <a:pt x="300" y="48"/>
                    </a:lnTo>
                    <a:lnTo>
                      <a:pt x="310" y="48"/>
                    </a:lnTo>
                    <a:lnTo>
                      <a:pt x="319" y="48"/>
                    </a:lnTo>
                    <a:lnTo>
                      <a:pt x="332" y="51"/>
                    </a:lnTo>
                    <a:lnTo>
                      <a:pt x="342" y="51"/>
                    </a:lnTo>
                    <a:lnTo>
                      <a:pt x="352" y="51"/>
                    </a:lnTo>
                    <a:lnTo>
                      <a:pt x="362" y="51"/>
                    </a:lnTo>
                    <a:lnTo>
                      <a:pt x="372" y="48"/>
                    </a:lnTo>
                    <a:lnTo>
                      <a:pt x="385" y="45"/>
                    </a:lnTo>
                    <a:lnTo>
                      <a:pt x="395" y="45"/>
                    </a:lnTo>
                    <a:lnTo>
                      <a:pt x="404" y="42"/>
                    </a:lnTo>
                    <a:lnTo>
                      <a:pt x="414" y="39"/>
                    </a:lnTo>
                    <a:lnTo>
                      <a:pt x="424" y="36"/>
                    </a:lnTo>
                    <a:lnTo>
                      <a:pt x="434" y="36"/>
                    </a:lnTo>
                    <a:lnTo>
                      <a:pt x="443" y="33"/>
                    </a:lnTo>
                    <a:lnTo>
                      <a:pt x="453" y="27"/>
                    </a:lnTo>
                    <a:lnTo>
                      <a:pt x="463" y="24"/>
                    </a:lnTo>
                    <a:lnTo>
                      <a:pt x="476" y="24"/>
                    </a:lnTo>
                    <a:lnTo>
                      <a:pt x="489" y="18"/>
                    </a:lnTo>
                    <a:lnTo>
                      <a:pt x="499" y="18"/>
                    </a:lnTo>
                    <a:lnTo>
                      <a:pt x="509" y="15"/>
                    </a:lnTo>
                    <a:lnTo>
                      <a:pt x="522" y="18"/>
                    </a:lnTo>
                    <a:lnTo>
                      <a:pt x="532" y="24"/>
                    </a:lnTo>
                    <a:lnTo>
                      <a:pt x="541" y="27"/>
                    </a:lnTo>
                    <a:lnTo>
                      <a:pt x="551" y="33"/>
                    </a:lnTo>
                    <a:lnTo>
                      <a:pt x="561" y="39"/>
                    </a:lnTo>
                    <a:lnTo>
                      <a:pt x="571" y="45"/>
                    </a:lnTo>
                    <a:lnTo>
                      <a:pt x="581" y="45"/>
                    </a:lnTo>
                    <a:lnTo>
                      <a:pt x="590" y="45"/>
                    </a:lnTo>
                    <a:lnTo>
                      <a:pt x="600" y="42"/>
                    </a:lnTo>
                    <a:lnTo>
                      <a:pt x="610" y="39"/>
                    </a:lnTo>
                    <a:lnTo>
                      <a:pt x="620" y="36"/>
                    </a:lnTo>
                    <a:lnTo>
                      <a:pt x="633" y="33"/>
                    </a:lnTo>
                    <a:lnTo>
                      <a:pt x="643" y="30"/>
                    </a:lnTo>
                    <a:lnTo>
                      <a:pt x="652" y="27"/>
                    </a:lnTo>
                    <a:lnTo>
                      <a:pt x="662" y="24"/>
                    </a:lnTo>
                    <a:lnTo>
                      <a:pt x="672" y="18"/>
                    </a:lnTo>
                    <a:lnTo>
                      <a:pt x="685" y="12"/>
                    </a:lnTo>
                    <a:lnTo>
                      <a:pt x="695" y="12"/>
                    </a:lnTo>
                    <a:lnTo>
                      <a:pt x="705" y="9"/>
                    </a:lnTo>
                    <a:lnTo>
                      <a:pt x="718" y="15"/>
                    </a:lnTo>
                    <a:lnTo>
                      <a:pt x="731" y="27"/>
                    </a:lnTo>
                    <a:lnTo>
                      <a:pt x="741" y="33"/>
                    </a:lnTo>
                    <a:lnTo>
                      <a:pt x="750" y="39"/>
                    </a:lnTo>
                    <a:lnTo>
                      <a:pt x="760" y="45"/>
                    </a:lnTo>
                    <a:lnTo>
                      <a:pt x="770" y="45"/>
                    </a:lnTo>
                    <a:lnTo>
                      <a:pt x="780" y="45"/>
                    </a:lnTo>
                    <a:lnTo>
                      <a:pt x="790" y="36"/>
                    </a:lnTo>
                    <a:lnTo>
                      <a:pt x="799" y="36"/>
                    </a:lnTo>
                    <a:lnTo>
                      <a:pt x="812" y="27"/>
                    </a:lnTo>
                    <a:lnTo>
                      <a:pt x="822" y="21"/>
                    </a:lnTo>
                    <a:lnTo>
                      <a:pt x="835" y="15"/>
                    </a:lnTo>
                    <a:lnTo>
                      <a:pt x="845" y="12"/>
                    </a:lnTo>
                    <a:lnTo>
                      <a:pt x="855" y="9"/>
                    </a:lnTo>
                    <a:lnTo>
                      <a:pt x="865" y="12"/>
                    </a:lnTo>
                    <a:lnTo>
                      <a:pt x="874" y="18"/>
                    </a:lnTo>
                    <a:lnTo>
                      <a:pt x="884" y="24"/>
                    </a:lnTo>
                    <a:lnTo>
                      <a:pt x="897" y="33"/>
                    </a:lnTo>
                    <a:lnTo>
                      <a:pt x="907" y="42"/>
                    </a:lnTo>
                    <a:lnTo>
                      <a:pt x="917" y="48"/>
                    </a:lnTo>
                    <a:lnTo>
                      <a:pt x="927" y="54"/>
                    </a:lnTo>
                    <a:lnTo>
                      <a:pt x="936" y="63"/>
                    </a:lnTo>
                    <a:lnTo>
                      <a:pt x="946" y="63"/>
                    </a:lnTo>
                    <a:lnTo>
                      <a:pt x="956" y="63"/>
                    </a:lnTo>
                    <a:lnTo>
                      <a:pt x="966" y="63"/>
                    </a:lnTo>
                    <a:lnTo>
                      <a:pt x="976" y="60"/>
                    </a:lnTo>
                    <a:lnTo>
                      <a:pt x="985" y="60"/>
                    </a:lnTo>
                    <a:lnTo>
                      <a:pt x="995" y="51"/>
                    </a:lnTo>
                    <a:lnTo>
                      <a:pt x="1005" y="45"/>
                    </a:lnTo>
                    <a:lnTo>
                      <a:pt x="1015" y="42"/>
                    </a:lnTo>
                    <a:lnTo>
                      <a:pt x="1025" y="36"/>
                    </a:lnTo>
                    <a:lnTo>
                      <a:pt x="1034" y="36"/>
                    </a:lnTo>
                    <a:lnTo>
                      <a:pt x="1044" y="30"/>
                    </a:lnTo>
                    <a:lnTo>
                      <a:pt x="1054" y="30"/>
                    </a:lnTo>
                    <a:lnTo>
                      <a:pt x="1064" y="30"/>
                    </a:lnTo>
                    <a:lnTo>
                      <a:pt x="1067" y="39"/>
                    </a:lnTo>
                    <a:lnTo>
                      <a:pt x="1077" y="48"/>
                    </a:lnTo>
                    <a:lnTo>
                      <a:pt x="1087" y="51"/>
                    </a:lnTo>
                    <a:lnTo>
                      <a:pt x="1096" y="57"/>
                    </a:lnTo>
                    <a:lnTo>
                      <a:pt x="1106" y="66"/>
                    </a:lnTo>
                    <a:lnTo>
                      <a:pt x="1116" y="69"/>
                    </a:lnTo>
                    <a:lnTo>
                      <a:pt x="1126" y="63"/>
                    </a:lnTo>
                    <a:lnTo>
                      <a:pt x="1136" y="57"/>
                    </a:lnTo>
                    <a:lnTo>
                      <a:pt x="1149" y="48"/>
                    </a:lnTo>
                    <a:lnTo>
                      <a:pt x="1158" y="45"/>
                    </a:lnTo>
                    <a:lnTo>
                      <a:pt x="1168" y="39"/>
                    </a:lnTo>
                    <a:lnTo>
                      <a:pt x="1178" y="36"/>
                    </a:lnTo>
                    <a:lnTo>
                      <a:pt x="1188" y="33"/>
                    </a:lnTo>
                    <a:lnTo>
                      <a:pt x="1198" y="30"/>
                    </a:lnTo>
                    <a:lnTo>
                      <a:pt x="1207" y="27"/>
                    </a:lnTo>
                    <a:lnTo>
                      <a:pt x="1217" y="24"/>
                    </a:lnTo>
                    <a:lnTo>
                      <a:pt x="1227" y="18"/>
                    </a:lnTo>
                    <a:lnTo>
                      <a:pt x="1237" y="21"/>
                    </a:lnTo>
                    <a:lnTo>
                      <a:pt x="1253" y="30"/>
                    </a:lnTo>
                    <a:lnTo>
                      <a:pt x="1266" y="39"/>
                    </a:lnTo>
                    <a:lnTo>
                      <a:pt x="1276" y="42"/>
                    </a:lnTo>
                    <a:lnTo>
                      <a:pt x="1286" y="51"/>
                    </a:lnTo>
                    <a:lnTo>
                      <a:pt x="1296" y="54"/>
                    </a:lnTo>
                    <a:lnTo>
                      <a:pt x="1305" y="51"/>
                    </a:lnTo>
                    <a:lnTo>
                      <a:pt x="1318" y="42"/>
                    </a:lnTo>
                    <a:lnTo>
                      <a:pt x="1331" y="36"/>
                    </a:lnTo>
                    <a:lnTo>
                      <a:pt x="1341" y="36"/>
                    </a:lnTo>
                    <a:lnTo>
                      <a:pt x="1351" y="36"/>
                    </a:lnTo>
                    <a:lnTo>
                      <a:pt x="1361" y="33"/>
                    </a:lnTo>
                    <a:lnTo>
                      <a:pt x="1371" y="39"/>
                    </a:lnTo>
                    <a:lnTo>
                      <a:pt x="1380" y="42"/>
                    </a:lnTo>
                    <a:lnTo>
                      <a:pt x="1390" y="42"/>
                    </a:lnTo>
                    <a:lnTo>
                      <a:pt x="1400" y="42"/>
                    </a:lnTo>
                    <a:lnTo>
                      <a:pt x="1410" y="45"/>
                    </a:lnTo>
                    <a:lnTo>
                      <a:pt x="1420" y="45"/>
                    </a:lnTo>
                    <a:lnTo>
                      <a:pt x="1433" y="45"/>
                    </a:lnTo>
                    <a:lnTo>
                      <a:pt x="1442" y="45"/>
                    </a:lnTo>
                    <a:lnTo>
                      <a:pt x="1452" y="42"/>
                    </a:lnTo>
                    <a:lnTo>
                      <a:pt x="1462" y="36"/>
                    </a:lnTo>
                    <a:lnTo>
                      <a:pt x="1482" y="27"/>
                    </a:lnTo>
                    <a:lnTo>
                      <a:pt x="1495" y="21"/>
                    </a:lnTo>
                    <a:lnTo>
                      <a:pt x="1508" y="21"/>
                    </a:lnTo>
                    <a:lnTo>
                      <a:pt x="1521" y="15"/>
                    </a:lnTo>
                    <a:lnTo>
                      <a:pt x="1531" y="15"/>
                    </a:lnTo>
                    <a:lnTo>
                      <a:pt x="1537" y="24"/>
                    </a:lnTo>
                    <a:lnTo>
                      <a:pt x="1547" y="30"/>
                    </a:lnTo>
                    <a:lnTo>
                      <a:pt x="1557" y="39"/>
                    </a:lnTo>
                    <a:lnTo>
                      <a:pt x="1566" y="42"/>
                    </a:lnTo>
                    <a:lnTo>
                      <a:pt x="1573" y="51"/>
                    </a:lnTo>
                    <a:lnTo>
                      <a:pt x="1583" y="54"/>
                    </a:lnTo>
                    <a:lnTo>
                      <a:pt x="1593" y="60"/>
                    </a:lnTo>
                    <a:lnTo>
                      <a:pt x="1602" y="57"/>
                    </a:lnTo>
                    <a:lnTo>
                      <a:pt x="1612" y="51"/>
                    </a:lnTo>
                    <a:lnTo>
                      <a:pt x="1628" y="45"/>
                    </a:lnTo>
                    <a:lnTo>
                      <a:pt x="1642" y="36"/>
                    </a:lnTo>
                    <a:lnTo>
                      <a:pt x="1651" y="33"/>
                    </a:lnTo>
                    <a:lnTo>
                      <a:pt x="1661" y="30"/>
                    </a:lnTo>
                    <a:lnTo>
                      <a:pt x="1671" y="27"/>
                    </a:lnTo>
                    <a:lnTo>
                      <a:pt x="1674" y="36"/>
                    </a:lnTo>
                    <a:lnTo>
                      <a:pt x="1684" y="42"/>
                    </a:lnTo>
                    <a:lnTo>
                      <a:pt x="1694" y="45"/>
                    </a:lnTo>
                    <a:lnTo>
                      <a:pt x="1704" y="51"/>
                    </a:lnTo>
                    <a:lnTo>
                      <a:pt x="1713" y="54"/>
                    </a:lnTo>
                    <a:lnTo>
                      <a:pt x="1723" y="54"/>
                    </a:lnTo>
                    <a:lnTo>
                      <a:pt x="1733" y="54"/>
                    </a:lnTo>
                    <a:lnTo>
                      <a:pt x="1743" y="54"/>
                    </a:lnTo>
                    <a:lnTo>
                      <a:pt x="1756" y="66"/>
                    </a:lnTo>
                    <a:lnTo>
                      <a:pt x="1766" y="69"/>
                    </a:lnTo>
                    <a:lnTo>
                      <a:pt x="1775" y="72"/>
                    </a:lnTo>
                    <a:lnTo>
                      <a:pt x="1785" y="75"/>
                    </a:lnTo>
                    <a:lnTo>
                      <a:pt x="1798" y="78"/>
                    </a:lnTo>
                    <a:lnTo>
                      <a:pt x="1808" y="81"/>
                    </a:lnTo>
                    <a:lnTo>
                      <a:pt x="1818" y="81"/>
                    </a:lnTo>
                    <a:lnTo>
                      <a:pt x="1824" y="72"/>
                    </a:lnTo>
                    <a:lnTo>
                      <a:pt x="1834" y="66"/>
                    </a:lnTo>
                    <a:lnTo>
                      <a:pt x="1841" y="57"/>
                    </a:lnTo>
                    <a:lnTo>
                      <a:pt x="1850" y="54"/>
                    </a:lnTo>
                    <a:lnTo>
                      <a:pt x="1860" y="51"/>
                    </a:lnTo>
                    <a:lnTo>
                      <a:pt x="1870" y="45"/>
                    </a:lnTo>
                    <a:lnTo>
                      <a:pt x="1880" y="39"/>
                    </a:lnTo>
                    <a:lnTo>
                      <a:pt x="1890" y="33"/>
                    </a:lnTo>
                    <a:lnTo>
                      <a:pt x="1899" y="30"/>
                    </a:lnTo>
                    <a:lnTo>
                      <a:pt x="1909" y="30"/>
                    </a:lnTo>
                    <a:lnTo>
                      <a:pt x="1913" y="39"/>
                    </a:lnTo>
                    <a:lnTo>
                      <a:pt x="1916" y="48"/>
                    </a:lnTo>
                    <a:lnTo>
                      <a:pt x="1926" y="54"/>
                    </a:lnTo>
                    <a:lnTo>
                      <a:pt x="1935" y="54"/>
                    </a:lnTo>
                    <a:lnTo>
                      <a:pt x="1952" y="45"/>
                    </a:lnTo>
                    <a:lnTo>
                      <a:pt x="1961" y="45"/>
                    </a:lnTo>
                    <a:lnTo>
                      <a:pt x="1975" y="42"/>
                    </a:lnTo>
                    <a:lnTo>
                      <a:pt x="1984" y="39"/>
                    </a:lnTo>
                    <a:lnTo>
                      <a:pt x="1994" y="36"/>
                    </a:lnTo>
                    <a:lnTo>
                      <a:pt x="2004" y="39"/>
                    </a:lnTo>
                    <a:lnTo>
                      <a:pt x="2010" y="48"/>
                    </a:lnTo>
                    <a:lnTo>
                      <a:pt x="2020" y="51"/>
                    </a:lnTo>
                    <a:lnTo>
                      <a:pt x="2030" y="54"/>
                    </a:lnTo>
                    <a:lnTo>
                      <a:pt x="2040" y="57"/>
                    </a:lnTo>
                    <a:lnTo>
                      <a:pt x="2050" y="60"/>
                    </a:lnTo>
                    <a:lnTo>
                      <a:pt x="2059" y="60"/>
                    </a:lnTo>
                    <a:lnTo>
                      <a:pt x="2076" y="60"/>
                    </a:lnTo>
                    <a:lnTo>
                      <a:pt x="2089" y="57"/>
                    </a:lnTo>
                    <a:lnTo>
                      <a:pt x="2102" y="57"/>
                    </a:lnTo>
                    <a:lnTo>
                      <a:pt x="2115" y="57"/>
                    </a:lnTo>
                    <a:lnTo>
                      <a:pt x="2125" y="57"/>
                    </a:lnTo>
                    <a:lnTo>
                      <a:pt x="2134" y="51"/>
                    </a:lnTo>
                    <a:lnTo>
                      <a:pt x="2144" y="42"/>
                    </a:lnTo>
                    <a:lnTo>
                      <a:pt x="2157" y="33"/>
                    </a:lnTo>
                    <a:lnTo>
                      <a:pt x="2170" y="27"/>
                    </a:lnTo>
                    <a:lnTo>
                      <a:pt x="2180" y="18"/>
                    </a:lnTo>
                    <a:lnTo>
                      <a:pt x="2190" y="12"/>
                    </a:lnTo>
                    <a:lnTo>
                      <a:pt x="2200" y="6"/>
                    </a:lnTo>
                    <a:lnTo>
                      <a:pt x="2206" y="15"/>
                    </a:lnTo>
                    <a:lnTo>
                      <a:pt x="2216" y="21"/>
                    </a:lnTo>
                    <a:lnTo>
                      <a:pt x="2223" y="33"/>
                    </a:lnTo>
                    <a:lnTo>
                      <a:pt x="2232" y="39"/>
                    </a:lnTo>
                    <a:lnTo>
                      <a:pt x="2242" y="45"/>
                    </a:lnTo>
                    <a:lnTo>
                      <a:pt x="2255" y="51"/>
                    </a:lnTo>
                    <a:lnTo>
                      <a:pt x="2265" y="51"/>
                    </a:lnTo>
                    <a:lnTo>
                      <a:pt x="2278" y="48"/>
                    </a:lnTo>
                    <a:lnTo>
                      <a:pt x="2288" y="45"/>
                    </a:lnTo>
                    <a:lnTo>
                      <a:pt x="2298" y="45"/>
                    </a:lnTo>
                    <a:lnTo>
                      <a:pt x="2308" y="42"/>
                    </a:lnTo>
                    <a:lnTo>
                      <a:pt x="2317" y="42"/>
                    </a:lnTo>
                    <a:lnTo>
                      <a:pt x="2327" y="42"/>
                    </a:lnTo>
                    <a:lnTo>
                      <a:pt x="2337" y="42"/>
                    </a:lnTo>
                    <a:lnTo>
                      <a:pt x="2347" y="42"/>
                    </a:lnTo>
                    <a:lnTo>
                      <a:pt x="2360" y="39"/>
                    </a:lnTo>
                    <a:lnTo>
                      <a:pt x="2370" y="39"/>
                    </a:lnTo>
                    <a:lnTo>
                      <a:pt x="2379" y="36"/>
                    </a:lnTo>
                    <a:lnTo>
                      <a:pt x="2389" y="36"/>
                    </a:lnTo>
                    <a:lnTo>
                      <a:pt x="2399" y="33"/>
                    </a:lnTo>
                    <a:lnTo>
                      <a:pt x="2409" y="30"/>
                    </a:lnTo>
                    <a:lnTo>
                      <a:pt x="2419" y="30"/>
                    </a:lnTo>
                    <a:lnTo>
                      <a:pt x="2419" y="114"/>
                    </a:lnTo>
                    <a:lnTo>
                      <a:pt x="2409" y="108"/>
                    </a:lnTo>
                    <a:lnTo>
                      <a:pt x="2399" y="105"/>
                    </a:lnTo>
                    <a:lnTo>
                      <a:pt x="2389" y="99"/>
                    </a:lnTo>
                    <a:lnTo>
                      <a:pt x="2383" y="90"/>
                    </a:lnTo>
                    <a:lnTo>
                      <a:pt x="2376" y="81"/>
                    </a:lnTo>
                    <a:lnTo>
                      <a:pt x="2366" y="72"/>
                    </a:lnTo>
                    <a:lnTo>
                      <a:pt x="2356" y="81"/>
                    </a:lnTo>
                    <a:lnTo>
                      <a:pt x="2350" y="90"/>
                    </a:lnTo>
                    <a:lnTo>
                      <a:pt x="2340" y="96"/>
                    </a:lnTo>
                    <a:lnTo>
                      <a:pt x="2327" y="93"/>
                    </a:lnTo>
                    <a:lnTo>
                      <a:pt x="2324" y="84"/>
                    </a:lnTo>
                    <a:lnTo>
                      <a:pt x="2314" y="81"/>
                    </a:lnTo>
                    <a:lnTo>
                      <a:pt x="2304" y="72"/>
                    </a:lnTo>
                    <a:lnTo>
                      <a:pt x="2294" y="72"/>
                    </a:lnTo>
                    <a:lnTo>
                      <a:pt x="2285" y="81"/>
                    </a:lnTo>
                    <a:lnTo>
                      <a:pt x="2275" y="87"/>
                    </a:lnTo>
                    <a:lnTo>
                      <a:pt x="2265" y="90"/>
                    </a:lnTo>
                    <a:lnTo>
                      <a:pt x="2255" y="93"/>
                    </a:lnTo>
                    <a:lnTo>
                      <a:pt x="2245" y="93"/>
                    </a:lnTo>
                    <a:lnTo>
                      <a:pt x="2236" y="93"/>
                    </a:lnTo>
                    <a:lnTo>
                      <a:pt x="2226" y="90"/>
                    </a:lnTo>
                    <a:lnTo>
                      <a:pt x="2216" y="87"/>
                    </a:lnTo>
                    <a:lnTo>
                      <a:pt x="2206" y="84"/>
                    </a:lnTo>
                    <a:lnTo>
                      <a:pt x="2197" y="81"/>
                    </a:lnTo>
                    <a:lnTo>
                      <a:pt x="2187" y="81"/>
                    </a:lnTo>
                    <a:lnTo>
                      <a:pt x="2174" y="84"/>
                    </a:lnTo>
                    <a:lnTo>
                      <a:pt x="2164" y="87"/>
                    </a:lnTo>
                    <a:lnTo>
                      <a:pt x="2154" y="87"/>
                    </a:lnTo>
                    <a:lnTo>
                      <a:pt x="2144" y="87"/>
                    </a:lnTo>
                    <a:lnTo>
                      <a:pt x="2134" y="87"/>
                    </a:lnTo>
                    <a:lnTo>
                      <a:pt x="2125" y="90"/>
                    </a:lnTo>
                    <a:lnTo>
                      <a:pt x="2115" y="93"/>
                    </a:lnTo>
                    <a:lnTo>
                      <a:pt x="2105" y="96"/>
                    </a:lnTo>
                    <a:lnTo>
                      <a:pt x="2095" y="99"/>
                    </a:lnTo>
                    <a:lnTo>
                      <a:pt x="2082" y="108"/>
                    </a:lnTo>
                    <a:lnTo>
                      <a:pt x="2069" y="114"/>
                    </a:lnTo>
                    <a:lnTo>
                      <a:pt x="2059" y="117"/>
                    </a:lnTo>
                    <a:lnTo>
                      <a:pt x="2050" y="114"/>
                    </a:lnTo>
                    <a:lnTo>
                      <a:pt x="2043" y="105"/>
                    </a:lnTo>
                    <a:lnTo>
                      <a:pt x="2033" y="99"/>
                    </a:lnTo>
                    <a:lnTo>
                      <a:pt x="2020" y="90"/>
                    </a:lnTo>
                    <a:lnTo>
                      <a:pt x="2010" y="87"/>
                    </a:lnTo>
                    <a:lnTo>
                      <a:pt x="1997" y="96"/>
                    </a:lnTo>
                    <a:lnTo>
                      <a:pt x="1994" y="105"/>
                    </a:lnTo>
                    <a:lnTo>
                      <a:pt x="1988" y="114"/>
                    </a:lnTo>
                    <a:lnTo>
                      <a:pt x="1978" y="120"/>
                    </a:lnTo>
                    <a:lnTo>
                      <a:pt x="1965" y="120"/>
                    </a:lnTo>
                    <a:lnTo>
                      <a:pt x="1955" y="117"/>
                    </a:lnTo>
                    <a:lnTo>
                      <a:pt x="1945" y="111"/>
                    </a:lnTo>
                    <a:lnTo>
                      <a:pt x="1932" y="105"/>
                    </a:lnTo>
                    <a:lnTo>
                      <a:pt x="1922" y="102"/>
                    </a:lnTo>
                    <a:lnTo>
                      <a:pt x="1913" y="96"/>
                    </a:lnTo>
                    <a:lnTo>
                      <a:pt x="1903" y="90"/>
                    </a:lnTo>
                    <a:lnTo>
                      <a:pt x="1890" y="90"/>
                    </a:lnTo>
                    <a:lnTo>
                      <a:pt x="1880" y="93"/>
                    </a:lnTo>
                    <a:lnTo>
                      <a:pt x="1870" y="99"/>
                    </a:lnTo>
                    <a:lnTo>
                      <a:pt x="1860" y="105"/>
                    </a:lnTo>
                    <a:lnTo>
                      <a:pt x="1850" y="108"/>
                    </a:lnTo>
                    <a:lnTo>
                      <a:pt x="1841" y="108"/>
                    </a:lnTo>
                    <a:lnTo>
                      <a:pt x="1824" y="108"/>
                    </a:lnTo>
                    <a:lnTo>
                      <a:pt x="1815" y="108"/>
                    </a:lnTo>
                    <a:lnTo>
                      <a:pt x="1805" y="108"/>
                    </a:lnTo>
                    <a:lnTo>
                      <a:pt x="1795" y="102"/>
                    </a:lnTo>
                    <a:lnTo>
                      <a:pt x="1785" y="102"/>
                    </a:lnTo>
                    <a:lnTo>
                      <a:pt x="1775" y="99"/>
                    </a:lnTo>
                    <a:lnTo>
                      <a:pt x="1766" y="96"/>
                    </a:lnTo>
                    <a:lnTo>
                      <a:pt x="1756" y="96"/>
                    </a:lnTo>
                    <a:lnTo>
                      <a:pt x="1743" y="96"/>
                    </a:lnTo>
                    <a:lnTo>
                      <a:pt x="1730" y="93"/>
                    </a:lnTo>
                    <a:lnTo>
                      <a:pt x="1717" y="93"/>
                    </a:lnTo>
                    <a:lnTo>
                      <a:pt x="1704" y="96"/>
                    </a:lnTo>
                    <a:lnTo>
                      <a:pt x="1694" y="105"/>
                    </a:lnTo>
                    <a:lnTo>
                      <a:pt x="1687" y="117"/>
                    </a:lnTo>
                    <a:lnTo>
                      <a:pt x="1677" y="123"/>
                    </a:lnTo>
                    <a:lnTo>
                      <a:pt x="1664" y="120"/>
                    </a:lnTo>
                    <a:lnTo>
                      <a:pt x="1651" y="114"/>
                    </a:lnTo>
                    <a:lnTo>
                      <a:pt x="1642" y="105"/>
                    </a:lnTo>
                    <a:lnTo>
                      <a:pt x="1638" y="96"/>
                    </a:lnTo>
                    <a:lnTo>
                      <a:pt x="1628" y="87"/>
                    </a:lnTo>
                    <a:lnTo>
                      <a:pt x="1619" y="84"/>
                    </a:lnTo>
                    <a:lnTo>
                      <a:pt x="1609" y="93"/>
                    </a:lnTo>
                    <a:lnTo>
                      <a:pt x="1602" y="102"/>
                    </a:lnTo>
                    <a:lnTo>
                      <a:pt x="1593" y="105"/>
                    </a:lnTo>
                    <a:lnTo>
                      <a:pt x="1583" y="105"/>
                    </a:lnTo>
                    <a:lnTo>
                      <a:pt x="1573" y="102"/>
                    </a:lnTo>
                    <a:lnTo>
                      <a:pt x="1563" y="102"/>
                    </a:lnTo>
                    <a:lnTo>
                      <a:pt x="1553" y="99"/>
                    </a:lnTo>
                    <a:lnTo>
                      <a:pt x="1544" y="96"/>
                    </a:lnTo>
                    <a:lnTo>
                      <a:pt x="1534" y="93"/>
                    </a:lnTo>
                    <a:lnTo>
                      <a:pt x="1524" y="90"/>
                    </a:lnTo>
                    <a:lnTo>
                      <a:pt x="1514" y="90"/>
                    </a:lnTo>
                    <a:lnTo>
                      <a:pt x="1508" y="99"/>
                    </a:lnTo>
                    <a:lnTo>
                      <a:pt x="1501" y="108"/>
                    </a:lnTo>
                    <a:lnTo>
                      <a:pt x="1491" y="111"/>
                    </a:lnTo>
                    <a:lnTo>
                      <a:pt x="1482" y="111"/>
                    </a:lnTo>
                    <a:lnTo>
                      <a:pt x="1472" y="111"/>
                    </a:lnTo>
                    <a:lnTo>
                      <a:pt x="1462" y="111"/>
                    </a:lnTo>
                    <a:lnTo>
                      <a:pt x="1452" y="111"/>
                    </a:lnTo>
                    <a:lnTo>
                      <a:pt x="1439" y="111"/>
                    </a:lnTo>
                    <a:lnTo>
                      <a:pt x="1429" y="114"/>
                    </a:lnTo>
                    <a:lnTo>
                      <a:pt x="1420" y="114"/>
                    </a:lnTo>
                    <a:lnTo>
                      <a:pt x="1410" y="117"/>
                    </a:lnTo>
                    <a:lnTo>
                      <a:pt x="1400" y="114"/>
                    </a:lnTo>
                    <a:lnTo>
                      <a:pt x="1390" y="108"/>
                    </a:lnTo>
                    <a:lnTo>
                      <a:pt x="1380" y="102"/>
                    </a:lnTo>
                    <a:lnTo>
                      <a:pt x="1371" y="96"/>
                    </a:lnTo>
                    <a:lnTo>
                      <a:pt x="1361" y="93"/>
                    </a:lnTo>
                    <a:lnTo>
                      <a:pt x="1348" y="90"/>
                    </a:lnTo>
                    <a:lnTo>
                      <a:pt x="1338" y="90"/>
                    </a:lnTo>
                    <a:lnTo>
                      <a:pt x="1328" y="90"/>
                    </a:lnTo>
                    <a:lnTo>
                      <a:pt x="1318" y="90"/>
                    </a:lnTo>
                    <a:lnTo>
                      <a:pt x="1309" y="87"/>
                    </a:lnTo>
                    <a:lnTo>
                      <a:pt x="1296" y="84"/>
                    </a:lnTo>
                    <a:lnTo>
                      <a:pt x="1286" y="84"/>
                    </a:lnTo>
                    <a:lnTo>
                      <a:pt x="1276" y="84"/>
                    </a:lnTo>
                    <a:lnTo>
                      <a:pt x="1266" y="84"/>
                    </a:lnTo>
                    <a:lnTo>
                      <a:pt x="1253" y="84"/>
                    </a:lnTo>
                    <a:lnTo>
                      <a:pt x="1243" y="87"/>
                    </a:lnTo>
                    <a:lnTo>
                      <a:pt x="1237" y="96"/>
                    </a:lnTo>
                    <a:lnTo>
                      <a:pt x="1230" y="105"/>
                    </a:lnTo>
                    <a:lnTo>
                      <a:pt x="1220" y="117"/>
                    </a:lnTo>
                    <a:lnTo>
                      <a:pt x="1211" y="123"/>
                    </a:lnTo>
                    <a:lnTo>
                      <a:pt x="1198" y="117"/>
                    </a:lnTo>
                    <a:lnTo>
                      <a:pt x="1191" y="108"/>
                    </a:lnTo>
                    <a:lnTo>
                      <a:pt x="1181" y="105"/>
                    </a:lnTo>
                    <a:lnTo>
                      <a:pt x="1171" y="102"/>
                    </a:lnTo>
                    <a:lnTo>
                      <a:pt x="1162" y="102"/>
                    </a:lnTo>
                    <a:lnTo>
                      <a:pt x="1149" y="99"/>
                    </a:lnTo>
                    <a:lnTo>
                      <a:pt x="1132" y="96"/>
                    </a:lnTo>
                    <a:lnTo>
                      <a:pt x="1122" y="93"/>
                    </a:lnTo>
                    <a:lnTo>
                      <a:pt x="1113" y="96"/>
                    </a:lnTo>
                    <a:lnTo>
                      <a:pt x="1103" y="102"/>
                    </a:lnTo>
                    <a:lnTo>
                      <a:pt x="1093" y="102"/>
                    </a:lnTo>
                    <a:lnTo>
                      <a:pt x="1083" y="96"/>
                    </a:lnTo>
                    <a:lnTo>
                      <a:pt x="1074" y="90"/>
                    </a:lnTo>
                    <a:lnTo>
                      <a:pt x="1064" y="84"/>
                    </a:lnTo>
                    <a:lnTo>
                      <a:pt x="1054" y="78"/>
                    </a:lnTo>
                    <a:lnTo>
                      <a:pt x="1044" y="78"/>
                    </a:lnTo>
                    <a:lnTo>
                      <a:pt x="1038" y="87"/>
                    </a:lnTo>
                    <a:lnTo>
                      <a:pt x="1031" y="96"/>
                    </a:lnTo>
                    <a:lnTo>
                      <a:pt x="1021" y="102"/>
                    </a:lnTo>
                    <a:lnTo>
                      <a:pt x="1008" y="102"/>
                    </a:lnTo>
                    <a:lnTo>
                      <a:pt x="992" y="102"/>
                    </a:lnTo>
                    <a:lnTo>
                      <a:pt x="979" y="102"/>
                    </a:lnTo>
                    <a:lnTo>
                      <a:pt x="966" y="96"/>
                    </a:lnTo>
                    <a:lnTo>
                      <a:pt x="953" y="93"/>
                    </a:lnTo>
                    <a:lnTo>
                      <a:pt x="943" y="93"/>
                    </a:lnTo>
                    <a:lnTo>
                      <a:pt x="933" y="93"/>
                    </a:lnTo>
                    <a:lnTo>
                      <a:pt x="920" y="84"/>
                    </a:lnTo>
                    <a:lnTo>
                      <a:pt x="910" y="81"/>
                    </a:lnTo>
                    <a:lnTo>
                      <a:pt x="901" y="78"/>
                    </a:lnTo>
                    <a:lnTo>
                      <a:pt x="887" y="81"/>
                    </a:lnTo>
                    <a:lnTo>
                      <a:pt x="887" y="90"/>
                    </a:lnTo>
                    <a:lnTo>
                      <a:pt x="878" y="96"/>
                    </a:lnTo>
                    <a:lnTo>
                      <a:pt x="868" y="102"/>
                    </a:lnTo>
                    <a:lnTo>
                      <a:pt x="858" y="105"/>
                    </a:lnTo>
                    <a:lnTo>
                      <a:pt x="848" y="99"/>
                    </a:lnTo>
                    <a:lnTo>
                      <a:pt x="835" y="90"/>
                    </a:lnTo>
                    <a:lnTo>
                      <a:pt x="825" y="84"/>
                    </a:lnTo>
                    <a:lnTo>
                      <a:pt x="812" y="81"/>
                    </a:lnTo>
                    <a:lnTo>
                      <a:pt x="799" y="81"/>
                    </a:lnTo>
                    <a:lnTo>
                      <a:pt x="786" y="81"/>
                    </a:lnTo>
                    <a:lnTo>
                      <a:pt x="776" y="87"/>
                    </a:lnTo>
                    <a:lnTo>
                      <a:pt x="760" y="87"/>
                    </a:lnTo>
                    <a:lnTo>
                      <a:pt x="747" y="90"/>
                    </a:lnTo>
                    <a:lnTo>
                      <a:pt x="734" y="99"/>
                    </a:lnTo>
                    <a:lnTo>
                      <a:pt x="718" y="102"/>
                    </a:lnTo>
                    <a:lnTo>
                      <a:pt x="708" y="105"/>
                    </a:lnTo>
                    <a:lnTo>
                      <a:pt x="698" y="108"/>
                    </a:lnTo>
                    <a:lnTo>
                      <a:pt x="695" y="96"/>
                    </a:lnTo>
                    <a:lnTo>
                      <a:pt x="695" y="87"/>
                    </a:lnTo>
                    <a:lnTo>
                      <a:pt x="685" y="84"/>
                    </a:lnTo>
                    <a:lnTo>
                      <a:pt x="672" y="81"/>
                    </a:lnTo>
                    <a:lnTo>
                      <a:pt x="662" y="81"/>
                    </a:lnTo>
                    <a:lnTo>
                      <a:pt x="652" y="81"/>
                    </a:lnTo>
                    <a:lnTo>
                      <a:pt x="643" y="81"/>
                    </a:lnTo>
                    <a:lnTo>
                      <a:pt x="633" y="72"/>
                    </a:lnTo>
                    <a:lnTo>
                      <a:pt x="623" y="72"/>
                    </a:lnTo>
                    <a:lnTo>
                      <a:pt x="613" y="72"/>
                    </a:lnTo>
                    <a:lnTo>
                      <a:pt x="603" y="72"/>
                    </a:lnTo>
                    <a:lnTo>
                      <a:pt x="594" y="72"/>
                    </a:lnTo>
                    <a:lnTo>
                      <a:pt x="581" y="72"/>
                    </a:lnTo>
                    <a:lnTo>
                      <a:pt x="571" y="78"/>
                    </a:lnTo>
                    <a:lnTo>
                      <a:pt x="561" y="78"/>
                    </a:lnTo>
                    <a:lnTo>
                      <a:pt x="548" y="81"/>
                    </a:lnTo>
                    <a:lnTo>
                      <a:pt x="538" y="84"/>
                    </a:lnTo>
                    <a:lnTo>
                      <a:pt x="528" y="84"/>
                    </a:lnTo>
                    <a:lnTo>
                      <a:pt x="519" y="81"/>
                    </a:lnTo>
                    <a:lnTo>
                      <a:pt x="509" y="75"/>
                    </a:lnTo>
                    <a:lnTo>
                      <a:pt x="499" y="72"/>
                    </a:lnTo>
                    <a:lnTo>
                      <a:pt x="489" y="72"/>
                    </a:lnTo>
                    <a:lnTo>
                      <a:pt x="479" y="72"/>
                    </a:lnTo>
                    <a:lnTo>
                      <a:pt x="470" y="72"/>
                    </a:lnTo>
                    <a:lnTo>
                      <a:pt x="457" y="72"/>
                    </a:lnTo>
                    <a:lnTo>
                      <a:pt x="447" y="72"/>
                    </a:lnTo>
                    <a:lnTo>
                      <a:pt x="437" y="72"/>
                    </a:lnTo>
                    <a:lnTo>
                      <a:pt x="427" y="72"/>
                    </a:lnTo>
                    <a:lnTo>
                      <a:pt x="414" y="72"/>
                    </a:lnTo>
                    <a:lnTo>
                      <a:pt x="404" y="78"/>
                    </a:lnTo>
                    <a:lnTo>
                      <a:pt x="395" y="81"/>
                    </a:lnTo>
                    <a:lnTo>
                      <a:pt x="388" y="90"/>
                    </a:lnTo>
                    <a:lnTo>
                      <a:pt x="378" y="93"/>
                    </a:lnTo>
                    <a:lnTo>
                      <a:pt x="362" y="93"/>
                    </a:lnTo>
                    <a:lnTo>
                      <a:pt x="352" y="87"/>
                    </a:lnTo>
                    <a:lnTo>
                      <a:pt x="342" y="84"/>
                    </a:lnTo>
                    <a:lnTo>
                      <a:pt x="332" y="84"/>
                    </a:lnTo>
                    <a:lnTo>
                      <a:pt x="323" y="84"/>
                    </a:lnTo>
                    <a:lnTo>
                      <a:pt x="313" y="84"/>
                    </a:lnTo>
                    <a:lnTo>
                      <a:pt x="303" y="84"/>
                    </a:lnTo>
                    <a:lnTo>
                      <a:pt x="287" y="84"/>
                    </a:lnTo>
                    <a:lnTo>
                      <a:pt x="277" y="84"/>
                    </a:lnTo>
                    <a:lnTo>
                      <a:pt x="267" y="84"/>
                    </a:lnTo>
                    <a:lnTo>
                      <a:pt x="257" y="84"/>
                    </a:lnTo>
                    <a:lnTo>
                      <a:pt x="248" y="84"/>
                    </a:lnTo>
                    <a:lnTo>
                      <a:pt x="238" y="78"/>
                    </a:lnTo>
                    <a:lnTo>
                      <a:pt x="228" y="81"/>
                    </a:lnTo>
                    <a:lnTo>
                      <a:pt x="215" y="93"/>
                    </a:lnTo>
                    <a:lnTo>
                      <a:pt x="202" y="102"/>
                    </a:lnTo>
                    <a:lnTo>
                      <a:pt x="192" y="102"/>
                    </a:lnTo>
                    <a:lnTo>
                      <a:pt x="182" y="102"/>
                    </a:lnTo>
                    <a:lnTo>
                      <a:pt x="173" y="99"/>
                    </a:lnTo>
                    <a:lnTo>
                      <a:pt x="159" y="96"/>
                    </a:lnTo>
                    <a:lnTo>
                      <a:pt x="150" y="96"/>
                    </a:lnTo>
                    <a:lnTo>
                      <a:pt x="140" y="96"/>
                    </a:lnTo>
                    <a:lnTo>
                      <a:pt x="133" y="105"/>
                    </a:lnTo>
                    <a:lnTo>
                      <a:pt x="124" y="108"/>
                    </a:lnTo>
                    <a:lnTo>
                      <a:pt x="114" y="111"/>
                    </a:lnTo>
                    <a:lnTo>
                      <a:pt x="104" y="114"/>
                    </a:lnTo>
                    <a:lnTo>
                      <a:pt x="94" y="114"/>
                    </a:lnTo>
                    <a:lnTo>
                      <a:pt x="78" y="117"/>
                    </a:lnTo>
                    <a:lnTo>
                      <a:pt x="68" y="117"/>
                    </a:lnTo>
                    <a:lnTo>
                      <a:pt x="58" y="117"/>
                    </a:lnTo>
                    <a:lnTo>
                      <a:pt x="48" y="117"/>
                    </a:lnTo>
                    <a:lnTo>
                      <a:pt x="39" y="120"/>
                    </a:lnTo>
                    <a:lnTo>
                      <a:pt x="29" y="126"/>
                    </a:lnTo>
                    <a:lnTo>
                      <a:pt x="19" y="132"/>
                    </a:lnTo>
                    <a:lnTo>
                      <a:pt x="13" y="141"/>
                    </a:lnTo>
                    <a:lnTo>
                      <a:pt x="3" y="144"/>
                    </a:lnTo>
                    <a:lnTo>
                      <a:pt x="0" y="15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6" name="Rectangle 22">
                <a:extLst>
                  <a:ext uri="{FF2B5EF4-FFF2-40B4-BE49-F238E27FC236}">
                    <a16:creationId xmlns:a16="http://schemas.microsoft.com/office/drawing/2014/main" id="{A5FA7141-CF17-898A-3BB5-52AE5BD61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2" y="604"/>
                <a:ext cx="26" cy="1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176" name="Group 32">
            <a:extLst>
              <a:ext uri="{FF2B5EF4-FFF2-40B4-BE49-F238E27FC236}">
                <a16:creationId xmlns:a16="http://schemas.microsoft.com/office/drawing/2014/main" id="{75799DFE-BBBF-BA7E-CCE6-2BFB7E01D8D1}"/>
              </a:ext>
            </a:extLst>
          </p:cNvPr>
          <p:cNvGrpSpPr>
            <a:grpSpLocks/>
          </p:cNvGrpSpPr>
          <p:nvPr/>
        </p:nvGrpSpPr>
        <p:grpSpPr bwMode="auto">
          <a:xfrm>
            <a:off x="0" y="2698750"/>
            <a:ext cx="1225550" cy="444500"/>
            <a:chOff x="0" y="1700"/>
            <a:chExt cx="772" cy="280"/>
          </a:xfrm>
        </p:grpSpPr>
        <p:sp>
          <p:nvSpPr>
            <p:cNvPr id="6169" name="Rectangle 25">
              <a:extLst>
                <a:ext uri="{FF2B5EF4-FFF2-40B4-BE49-F238E27FC236}">
                  <a16:creationId xmlns:a16="http://schemas.microsoft.com/office/drawing/2014/main" id="{D9E28E47-0392-90EB-4D29-D42DD45FC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00"/>
              <a:ext cx="77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b" anchorCtr="1">
              <a:spAutoFit/>
            </a:bodyPr>
            <a:lstStyle>
              <a:lvl1pPr marL="190500" indent="-190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3000"/>
                </a:lnSpc>
                <a:spcAft>
                  <a:spcPct val="52000"/>
                </a:spcAft>
              </a:pPr>
              <a:r>
                <a:rPr lang="en-US" altLang="en-US" sz="1200" b="1">
                  <a:latin typeface="Courier New" panose="02070309020205020404" pitchFamily="49" charset="0"/>
                </a:rPr>
                <a:t>OtherName</a:t>
              </a:r>
            </a:p>
          </p:txBody>
        </p:sp>
        <p:sp>
          <p:nvSpPr>
            <p:cNvPr id="6170" name="Rectangle 26">
              <a:extLst>
                <a:ext uri="{FF2B5EF4-FFF2-40B4-BE49-F238E27FC236}">
                  <a16:creationId xmlns:a16="http://schemas.microsoft.com/office/drawing/2014/main" id="{25509DCD-FAF6-ECD5-0E47-EB96E07C6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1" name="Rectangle 27">
              <a:extLst>
                <a:ext uri="{FF2B5EF4-FFF2-40B4-BE49-F238E27FC236}">
                  <a16:creationId xmlns:a16="http://schemas.microsoft.com/office/drawing/2014/main" id="{7BCFFC8F-9953-FC46-98F5-4EF233102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2" name="Rectangle 28">
              <a:extLst>
                <a:ext uri="{FF2B5EF4-FFF2-40B4-BE49-F238E27FC236}">
                  <a16:creationId xmlns:a16="http://schemas.microsoft.com/office/drawing/2014/main" id="{933120AF-338D-14D4-F21A-5F72CC5CA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3" name="Rectangle 29">
              <a:extLst>
                <a:ext uri="{FF2B5EF4-FFF2-40B4-BE49-F238E27FC236}">
                  <a16:creationId xmlns:a16="http://schemas.microsoft.com/office/drawing/2014/main" id="{B841A3EF-785E-81E0-314D-79683E5CF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6174" name="Rectangle 30">
              <a:extLst>
                <a:ext uri="{FF2B5EF4-FFF2-40B4-BE49-F238E27FC236}">
                  <a16:creationId xmlns:a16="http://schemas.microsoft.com/office/drawing/2014/main" id="{30720BE8-8408-6975-54D2-2A2A6B9E5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o</a:t>
              </a:r>
            </a:p>
          </p:txBody>
        </p:sp>
        <p:sp>
          <p:nvSpPr>
            <p:cNvPr id="6175" name="Rectangle 31">
              <a:extLst>
                <a:ext uri="{FF2B5EF4-FFF2-40B4-BE49-F238E27FC236}">
                  <a16:creationId xmlns:a16="http://schemas.microsoft.com/office/drawing/2014/main" id="{B3865FA1-B461-EBC1-DA57-8BF50AC4A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</p:grpSp>
      <p:sp>
        <p:nvSpPr>
          <p:cNvPr id="6177" name="Rectangle 33">
            <a:extLst>
              <a:ext uri="{FF2B5EF4-FFF2-40B4-BE49-F238E27FC236}">
                <a16:creationId xmlns:a16="http://schemas.microsoft.com/office/drawing/2014/main" id="{2AE36FE9-3400-2E37-AF8C-441B247EA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3025775"/>
            <a:ext cx="2730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178" name="Rectangle 34">
            <a:extLst>
              <a:ext uri="{FF2B5EF4-FFF2-40B4-BE49-F238E27FC236}">
                <a16:creationId xmlns:a16="http://schemas.microsoft.com/office/drawing/2014/main" id="{D92F8BB3-48EA-4F3B-C193-CAE3121BD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3330575"/>
            <a:ext cx="2730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6183" name="Group 39">
            <a:extLst>
              <a:ext uri="{FF2B5EF4-FFF2-40B4-BE49-F238E27FC236}">
                <a16:creationId xmlns:a16="http://schemas.microsoft.com/office/drawing/2014/main" id="{44FC2FFA-8286-5498-7874-ADF1FC1EF643}"/>
              </a:ext>
            </a:extLst>
          </p:cNvPr>
          <p:cNvGrpSpPr>
            <a:grpSpLocks/>
          </p:cNvGrpSpPr>
          <p:nvPr/>
        </p:nvGrpSpPr>
        <p:grpSpPr bwMode="auto">
          <a:xfrm>
            <a:off x="3000375" y="3394075"/>
            <a:ext cx="1487488" cy="342900"/>
            <a:chOff x="1890" y="2138"/>
            <a:chExt cx="937" cy="216"/>
          </a:xfrm>
        </p:grpSpPr>
        <p:grpSp>
          <p:nvGrpSpPr>
            <p:cNvPr id="6181" name="Group 37">
              <a:extLst>
                <a:ext uri="{FF2B5EF4-FFF2-40B4-BE49-F238E27FC236}">
                  <a16:creationId xmlns:a16="http://schemas.microsoft.com/office/drawing/2014/main" id="{DFBA4674-6C61-DBF1-6B62-98881461B7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0" y="2207"/>
              <a:ext cx="937" cy="147"/>
              <a:chOff x="1890" y="2207"/>
              <a:chExt cx="937" cy="147"/>
            </a:xfrm>
          </p:grpSpPr>
          <p:sp>
            <p:nvSpPr>
              <p:cNvPr id="6179" name="Freeform 35">
                <a:extLst>
                  <a:ext uri="{FF2B5EF4-FFF2-40B4-BE49-F238E27FC236}">
                    <a16:creationId xmlns:a16="http://schemas.microsoft.com/office/drawing/2014/main" id="{C610D3C3-96A1-B4E2-5B41-E0C8D8BD8A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2207"/>
                <a:ext cx="937" cy="81"/>
              </a:xfrm>
              <a:custGeom>
                <a:avLst/>
                <a:gdLst>
                  <a:gd name="T0" fmla="*/ 0 w 937"/>
                  <a:gd name="T1" fmla="*/ 80 h 81"/>
                  <a:gd name="T2" fmla="*/ 936 w 937"/>
                  <a:gd name="T3" fmla="*/ 80 h 81"/>
                  <a:gd name="T4" fmla="*/ 881 w 937"/>
                  <a:gd name="T5" fmla="*/ 0 h 81"/>
                  <a:gd name="T6" fmla="*/ 56 w 937"/>
                  <a:gd name="T7" fmla="*/ 0 h 81"/>
                  <a:gd name="T8" fmla="*/ 0 w 937"/>
                  <a:gd name="T9" fmla="*/ 8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7" h="81">
                    <a:moveTo>
                      <a:pt x="0" y="80"/>
                    </a:moveTo>
                    <a:lnTo>
                      <a:pt x="936" y="80"/>
                    </a:lnTo>
                    <a:lnTo>
                      <a:pt x="881" y="0"/>
                    </a:lnTo>
                    <a:lnTo>
                      <a:pt x="56" y="0"/>
                    </a:lnTo>
                    <a:lnTo>
                      <a:pt x="0" y="80"/>
                    </a:lnTo>
                  </a:path>
                </a:pathLst>
              </a:custGeom>
              <a:solidFill>
                <a:srgbClr val="C0C0C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0" name="Rectangle 36">
                <a:extLst>
                  <a:ext uri="{FF2B5EF4-FFF2-40B4-BE49-F238E27FC236}">
                    <a16:creationId xmlns:a16="http://schemas.microsoft.com/office/drawing/2014/main" id="{CB728C06-9808-76E1-0784-A17D5B175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2" y="2287"/>
                <a:ext cx="927" cy="67"/>
              </a:xfrm>
              <a:prstGeom prst="rect">
                <a:avLst/>
              </a:prstGeom>
              <a:solidFill>
                <a:srgbClr val="C0C0C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82" name="Freeform 38">
              <a:extLst>
                <a:ext uri="{FF2B5EF4-FFF2-40B4-BE49-F238E27FC236}">
                  <a16:creationId xmlns:a16="http://schemas.microsoft.com/office/drawing/2014/main" id="{F402005C-21A6-08BC-B34C-3F24B0A9E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2138"/>
              <a:ext cx="498" cy="148"/>
            </a:xfrm>
            <a:custGeom>
              <a:avLst/>
              <a:gdLst>
                <a:gd name="T0" fmla="*/ 0 w 498"/>
                <a:gd name="T1" fmla="*/ 82 h 148"/>
                <a:gd name="T2" fmla="*/ 0 w 498"/>
                <a:gd name="T3" fmla="*/ 0 h 148"/>
                <a:gd name="T4" fmla="*/ 497 w 498"/>
                <a:gd name="T5" fmla="*/ 0 h 148"/>
                <a:gd name="T6" fmla="*/ 497 w 498"/>
                <a:gd name="T7" fmla="*/ 84 h 148"/>
                <a:gd name="T8" fmla="*/ 494 w 498"/>
                <a:gd name="T9" fmla="*/ 92 h 148"/>
                <a:gd name="T10" fmla="*/ 490 w 498"/>
                <a:gd name="T11" fmla="*/ 99 h 148"/>
                <a:gd name="T12" fmla="*/ 480 w 498"/>
                <a:gd name="T13" fmla="*/ 106 h 148"/>
                <a:gd name="T14" fmla="*/ 469 w 498"/>
                <a:gd name="T15" fmla="*/ 112 h 148"/>
                <a:gd name="T16" fmla="*/ 455 w 498"/>
                <a:gd name="T17" fmla="*/ 118 h 148"/>
                <a:gd name="T18" fmla="*/ 442 w 498"/>
                <a:gd name="T19" fmla="*/ 123 h 148"/>
                <a:gd name="T20" fmla="*/ 426 w 498"/>
                <a:gd name="T21" fmla="*/ 127 h 148"/>
                <a:gd name="T22" fmla="*/ 407 w 498"/>
                <a:gd name="T23" fmla="*/ 131 h 148"/>
                <a:gd name="T24" fmla="*/ 391 w 498"/>
                <a:gd name="T25" fmla="*/ 134 h 148"/>
                <a:gd name="T26" fmla="*/ 366 w 498"/>
                <a:gd name="T27" fmla="*/ 139 h 148"/>
                <a:gd name="T28" fmla="*/ 344 w 498"/>
                <a:gd name="T29" fmla="*/ 141 h 148"/>
                <a:gd name="T30" fmla="*/ 322 w 498"/>
                <a:gd name="T31" fmla="*/ 144 h 148"/>
                <a:gd name="T32" fmla="*/ 298 w 498"/>
                <a:gd name="T33" fmla="*/ 145 h 148"/>
                <a:gd name="T34" fmla="*/ 271 w 498"/>
                <a:gd name="T35" fmla="*/ 147 h 148"/>
                <a:gd name="T36" fmla="*/ 235 w 498"/>
                <a:gd name="T37" fmla="*/ 147 h 148"/>
                <a:gd name="T38" fmla="*/ 203 w 498"/>
                <a:gd name="T39" fmla="*/ 145 h 148"/>
                <a:gd name="T40" fmla="*/ 173 w 498"/>
                <a:gd name="T41" fmla="*/ 144 h 148"/>
                <a:gd name="T42" fmla="*/ 145 w 498"/>
                <a:gd name="T43" fmla="*/ 141 h 148"/>
                <a:gd name="T44" fmla="*/ 122 w 498"/>
                <a:gd name="T45" fmla="*/ 138 h 148"/>
                <a:gd name="T46" fmla="*/ 104 w 498"/>
                <a:gd name="T47" fmla="*/ 134 h 148"/>
                <a:gd name="T48" fmla="*/ 81 w 498"/>
                <a:gd name="T49" fmla="*/ 130 h 148"/>
                <a:gd name="T50" fmla="*/ 62 w 498"/>
                <a:gd name="T51" fmla="*/ 125 h 148"/>
                <a:gd name="T52" fmla="*/ 45 w 498"/>
                <a:gd name="T53" fmla="*/ 120 h 148"/>
                <a:gd name="T54" fmla="*/ 30 w 498"/>
                <a:gd name="T55" fmla="*/ 113 h 148"/>
                <a:gd name="T56" fmla="*/ 20 w 498"/>
                <a:gd name="T57" fmla="*/ 108 h 148"/>
                <a:gd name="T58" fmla="*/ 12 w 498"/>
                <a:gd name="T59" fmla="*/ 103 h 148"/>
                <a:gd name="T60" fmla="*/ 7 w 498"/>
                <a:gd name="T61" fmla="*/ 96 h 148"/>
                <a:gd name="T62" fmla="*/ 2 w 498"/>
                <a:gd name="T63" fmla="*/ 90 h 148"/>
                <a:gd name="T64" fmla="*/ 0 w 498"/>
                <a:gd name="T65" fmla="*/ 82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98" h="148">
                  <a:moveTo>
                    <a:pt x="0" y="82"/>
                  </a:moveTo>
                  <a:lnTo>
                    <a:pt x="0" y="0"/>
                  </a:lnTo>
                  <a:lnTo>
                    <a:pt x="497" y="0"/>
                  </a:lnTo>
                  <a:lnTo>
                    <a:pt x="497" y="84"/>
                  </a:lnTo>
                  <a:lnTo>
                    <a:pt x="494" y="92"/>
                  </a:lnTo>
                  <a:lnTo>
                    <a:pt x="490" y="99"/>
                  </a:lnTo>
                  <a:lnTo>
                    <a:pt x="480" y="106"/>
                  </a:lnTo>
                  <a:lnTo>
                    <a:pt x="469" y="112"/>
                  </a:lnTo>
                  <a:lnTo>
                    <a:pt x="455" y="118"/>
                  </a:lnTo>
                  <a:lnTo>
                    <a:pt x="442" y="123"/>
                  </a:lnTo>
                  <a:lnTo>
                    <a:pt x="426" y="127"/>
                  </a:lnTo>
                  <a:lnTo>
                    <a:pt x="407" y="131"/>
                  </a:lnTo>
                  <a:lnTo>
                    <a:pt x="391" y="134"/>
                  </a:lnTo>
                  <a:lnTo>
                    <a:pt x="366" y="139"/>
                  </a:lnTo>
                  <a:lnTo>
                    <a:pt x="344" y="141"/>
                  </a:lnTo>
                  <a:lnTo>
                    <a:pt x="322" y="144"/>
                  </a:lnTo>
                  <a:lnTo>
                    <a:pt x="298" y="145"/>
                  </a:lnTo>
                  <a:lnTo>
                    <a:pt x="271" y="147"/>
                  </a:lnTo>
                  <a:lnTo>
                    <a:pt x="235" y="147"/>
                  </a:lnTo>
                  <a:lnTo>
                    <a:pt x="203" y="145"/>
                  </a:lnTo>
                  <a:lnTo>
                    <a:pt x="173" y="144"/>
                  </a:lnTo>
                  <a:lnTo>
                    <a:pt x="145" y="141"/>
                  </a:lnTo>
                  <a:lnTo>
                    <a:pt x="122" y="138"/>
                  </a:lnTo>
                  <a:lnTo>
                    <a:pt x="104" y="134"/>
                  </a:lnTo>
                  <a:lnTo>
                    <a:pt x="81" y="130"/>
                  </a:lnTo>
                  <a:lnTo>
                    <a:pt x="62" y="125"/>
                  </a:lnTo>
                  <a:lnTo>
                    <a:pt x="45" y="120"/>
                  </a:lnTo>
                  <a:lnTo>
                    <a:pt x="30" y="113"/>
                  </a:lnTo>
                  <a:lnTo>
                    <a:pt x="20" y="108"/>
                  </a:lnTo>
                  <a:lnTo>
                    <a:pt x="12" y="103"/>
                  </a:lnTo>
                  <a:lnTo>
                    <a:pt x="7" y="96"/>
                  </a:lnTo>
                  <a:lnTo>
                    <a:pt x="2" y="90"/>
                  </a:lnTo>
                  <a:lnTo>
                    <a:pt x="0" y="82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84" name="AutoShape 40">
            <a:extLst>
              <a:ext uri="{FF2B5EF4-FFF2-40B4-BE49-F238E27FC236}">
                <a16:creationId xmlns:a16="http://schemas.microsoft.com/office/drawing/2014/main" id="{FE9EEA53-B86B-E5B4-0585-F162420BF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575" y="1876425"/>
            <a:ext cx="1830388" cy="1557338"/>
          </a:xfrm>
          <a:prstGeom prst="roundRect">
            <a:avLst>
              <a:gd name="adj" fmla="val 12250"/>
            </a:avLst>
          </a:prstGeom>
          <a:solidFill>
            <a:srgbClr val="C0C0C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" name="AutoShape 41">
            <a:extLst>
              <a:ext uri="{FF2B5EF4-FFF2-40B4-BE49-F238E27FC236}">
                <a16:creationId xmlns:a16="http://schemas.microsoft.com/office/drawing/2014/main" id="{C8320FA7-BABA-0748-6A4C-3F0E6F86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1984375"/>
            <a:ext cx="1625600" cy="1295400"/>
          </a:xfrm>
          <a:prstGeom prst="roundRect">
            <a:avLst>
              <a:gd name="adj" fmla="val 12167"/>
            </a:avLst>
          </a:prstGeom>
          <a:solidFill>
            <a:srgbClr val="0099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038" rIns="0" bIns="46038" anchor="ctr"/>
          <a:lstStyle/>
          <a:p>
            <a:r>
              <a:rPr lang="en-US" altLang="en-US" sz="1400" b="1">
                <a:solidFill>
                  <a:srgbClr val="FFFF00"/>
                </a:solidFill>
                <a:latin typeface="Arial" panose="020B0604020202020204" pitchFamily="34" charset="0"/>
              </a:rPr>
              <a:t>My name is</a:t>
            </a:r>
            <a:r>
              <a:rPr lang="en-US" altLang="en-US" sz="1400" b="1">
                <a:latin typeface="Arial" panose="020B0604020202020204" pitchFamily="34" charset="0"/>
              </a:rPr>
              <a:t> </a:t>
            </a:r>
            <a:r>
              <a:rPr lang="en-US" altLang="en-US" sz="1400" b="1">
                <a:solidFill>
                  <a:srgbClr val="FFFF00"/>
                </a:solidFill>
                <a:latin typeface="Arial" panose="020B0604020202020204" pitchFamily="34" charset="0"/>
              </a:rPr>
              <a:t>John</a:t>
            </a:r>
          </a:p>
        </p:txBody>
      </p:sp>
      <p:sp>
        <p:nvSpPr>
          <p:cNvPr id="6186" name="Rectangle 42">
            <a:extLst>
              <a:ext uri="{FF2B5EF4-FFF2-40B4-BE49-F238E27FC236}">
                <a16:creationId xmlns:a16="http://schemas.microsoft.com/office/drawing/2014/main" id="{089A657C-2B58-778A-D8F0-F6C3FC5BB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863" y="3354388"/>
            <a:ext cx="42862" cy="12700"/>
          </a:xfrm>
          <a:prstGeom prst="rect">
            <a:avLst/>
          </a:prstGeom>
          <a:solidFill>
            <a:srgbClr val="FF330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7" name="Rectangle 43">
            <a:extLst>
              <a:ext uri="{FF2B5EF4-FFF2-40B4-BE49-F238E27FC236}">
                <a16:creationId xmlns:a16="http://schemas.microsoft.com/office/drawing/2014/main" id="{997943FC-3ED8-086C-9052-DBBD1F3B7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3189288"/>
            <a:ext cx="122555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 anchorCtr="1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ShopTotal</a:t>
            </a:r>
          </a:p>
        </p:txBody>
      </p:sp>
      <p:sp>
        <p:nvSpPr>
          <p:cNvPr id="6188" name="Rectangle 44">
            <a:extLst>
              <a:ext uri="{FF2B5EF4-FFF2-40B4-BE49-F238E27FC236}">
                <a16:creationId xmlns:a16="http://schemas.microsoft.com/office/drawing/2014/main" id="{1453993D-8EF2-D752-2B40-52B88046B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9" name="Rectangle 45">
            <a:extLst>
              <a:ext uri="{FF2B5EF4-FFF2-40B4-BE49-F238E27FC236}">
                <a16:creationId xmlns:a16="http://schemas.microsoft.com/office/drawing/2014/main" id="{6B5A0435-1781-4766-6D3C-21E9E0A6E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0" name="Rectangle 46">
            <a:extLst>
              <a:ext uri="{FF2B5EF4-FFF2-40B4-BE49-F238E27FC236}">
                <a16:creationId xmlns:a16="http://schemas.microsoft.com/office/drawing/2014/main" id="{B0006643-E6FB-9216-BDD8-4FE67F1BF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1" name="Rectangle 47">
            <a:extLst>
              <a:ext uri="{FF2B5EF4-FFF2-40B4-BE49-F238E27FC236}">
                <a16:creationId xmlns:a16="http://schemas.microsoft.com/office/drawing/2014/main" id="{37ADE81C-A11D-F9D8-F81E-87B6CD0FA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2" name="Rectangle 48">
            <a:extLst>
              <a:ext uri="{FF2B5EF4-FFF2-40B4-BE49-F238E27FC236}">
                <a16:creationId xmlns:a16="http://schemas.microsoft.com/office/drawing/2014/main" id="{8977853A-6947-4FD3-0BF3-52A51170A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3" name="Rectangle 49">
            <a:extLst>
              <a:ext uri="{FF2B5EF4-FFF2-40B4-BE49-F238E27FC236}">
                <a16:creationId xmlns:a16="http://schemas.microsoft.com/office/drawing/2014/main" id="{75E8D3D1-0A28-B8E4-BA4D-069777FD6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200" name="Group 56">
            <a:extLst>
              <a:ext uri="{FF2B5EF4-FFF2-40B4-BE49-F238E27FC236}">
                <a16:creationId xmlns:a16="http://schemas.microsoft.com/office/drawing/2014/main" id="{13095951-1984-A0B6-41E5-DFA40A1E880E}"/>
              </a:ext>
            </a:extLst>
          </p:cNvPr>
          <p:cNvGrpSpPr>
            <a:grpSpLocks/>
          </p:cNvGrpSpPr>
          <p:nvPr/>
        </p:nvGrpSpPr>
        <p:grpSpPr bwMode="auto">
          <a:xfrm>
            <a:off x="200025" y="3416300"/>
            <a:ext cx="1590675" cy="241300"/>
            <a:chOff x="126" y="2152"/>
            <a:chExt cx="1002" cy="152"/>
          </a:xfrm>
        </p:grpSpPr>
        <p:sp>
          <p:nvSpPr>
            <p:cNvPr id="6194" name="Rectangle 50">
              <a:extLst>
                <a:ext uri="{FF2B5EF4-FFF2-40B4-BE49-F238E27FC236}">
                  <a16:creationId xmlns:a16="http://schemas.microsoft.com/office/drawing/2014/main" id="{6F3D7D18-6FE0-7A34-9E79-2FC98ADE8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6195" name="Rectangle 51">
              <a:extLst>
                <a:ext uri="{FF2B5EF4-FFF2-40B4-BE49-F238E27FC236}">
                  <a16:creationId xmlns:a16="http://schemas.microsoft.com/office/drawing/2014/main" id="{397EAC41-F439-A86B-1EAA-99D6C5056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6196" name="Rectangle 52">
              <a:extLst>
                <a:ext uri="{FF2B5EF4-FFF2-40B4-BE49-F238E27FC236}">
                  <a16:creationId xmlns:a16="http://schemas.microsoft.com/office/drawing/2014/main" id="{10FA181D-5CD2-B299-F0C9-CDA8DA7EC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6197" name="Rectangle 53">
              <a:extLst>
                <a:ext uri="{FF2B5EF4-FFF2-40B4-BE49-F238E27FC236}">
                  <a16:creationId xmlns:a16="http://schemas.microsoft.com/office/drawing/2014/main" id="{3478ED33-348B-D482-BBB2-92995A4A7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 3</a:t>
              </a:r>
            </a:p>
          </p:txBody>
        </p:sp>
        <p:sp>
          <p:nvSpPr>
            <p:cNvPr id="6198" name="Rectangle 54">
              <a:extLst>
                <a:ext uri="{FF2B5EF4-FFF2-40B4-BE49-F238E27FC236}">
                  <a16:creationId xmlns:a16="http://schemas.microsoft.com/office/drawing/2014/main" id="{CA42D8C0-896C-988B-3B82-5F0A99465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 4</a:t>
              </a:r>
            </a:p>
          </p:txBody>
        </p:sp>
        <p:sp>
          <p:nvSpPr>
            <p:cNvPr id="6199" name="Rectangle 55">
              <a:extLst>
                <a:ext uri="{FF2B5EF4-FFF2-40B4-BE49-F238E27FC236}">
                  <a16:creationId xmlns:a16="http://schemas.microsoft.com/office/drawing/2014/main" id="{CAD57794-0A7F-8F21-0D14-1B54B0539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7 </a:t>
              </a:r>
            </a:p>
          </p:txBody>
        </p:sp>
      </p:grpSp>
      <p:sp>
        <p:nvSpPr>
          <p:cNvPr id="6201" name="Rectangle 57">
            <a:extLst>
              <a:ext uri="{FF2B5EF4-FFF2-40B4-BE49-F238E27FC236}">
                <a16:creationId xmlns:a16="http://schemas.microsoft.com/office/drawing/2014/main" id="{41BCA534-E700-C5EE-71AB-C898CEF57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3425825"/>
            <a:ext cx="260350" cy="22542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6202" name="Rectangle 58">
            <a:extLst>
              <a:ext uri="{FF2B5EF4-FFF2-40B4-BE49-F238E27FC236}">
                <a16:creationId xmlns:a16="http://schemas.microsoft.com/office/drawing/2014/main" id="{1F979E5A-D4E0-EFE0-0F29-B03A0DCAF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3679825"/>
            <a:ext cx="746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000" b="1">
                <a:latin typeface="Arial" panose="020B0604020202020204" pitchFamily="34" charset="0"/>
              </a:rPr>
              <a:t>^</a:t>
            </a:r>
          </a:p>
        </p:txBody>
      </p:sp>
      <p:sp>
        <p:nvSpPr>
          <p:cNvPr id="6203" name="Arc 59">
            <a:extLst>
              <a:ext uri="{FF2B5EF4-FFF2-40B4-BE49-F238E27FC236}">
                <a16:creationId xmlns:a16="http://schemas.microsoft.com/office/drawing/2014/main" id="{FA8810E8-D6E2-3C52-2FBC-F9E7DC9D65C1}"/>
              </a:ext>
            </a:extLst>
          </p:cNvPr>
          <p:cNvSpPr>
            <a:spLocks/>
          </p:cNvSpPr>
          <p:nvPr/>
        </p:nvSpPr>
        <p:spPr bwMode="auto">
          <a:xfrm>
            <a:off x="1497013" y="1485900"/>
            <a:ext cx="1485900" cy="1104900"/>
          </a:xfrm>
          <a:custGeom>
            <a:avLst/>
            <a:gdLst>
              <a:gd name="G0" fmla="+- 21600 0 0"/>
              <a:gd name="G1" fmla="+- 0 0 0"/>
              <a:gd name="G2" fmla="+- 21600 0 0"/>
              <a:gd name="T0" fmla="*/ 2160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</a:path>
              <a:path w="21600" h="21600" stroke="0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4" name="Arc 60">
            <a:extLst>
              <a:ext uri="{FF2B5EF4-FFF2-40B4-BE49-F238E27FC236}">
                <a16:creationId xmlns:a16="http://schemas.microsoft.com/office/drawing/2014/main" id="{EA2FF0E0-D1EA-63EC-0BD4-F502EE38479C}"/>
              </a:ext>
            </a:extLst>
          </p:cNvPr>
          <p:cNvSpPr>
            <a:spLocks/>
          </p:cNvSpPr>
          <p:nvPr/>
        </p:nvSpPr>
        <p:spPr bwMode="auto">
          <a:xfrm>
            <a:off x="1168400" y="2619375"/>
            <a:ext cx="3005138" cy="619125"/>
          </a:xfrm>
          <a:custGeom>
            <a:avLst/>
            <a:gdLst>
              <a:gd name="G0" fmla="+- 21600 0 0"/>
              <a:gd name="G1" fmla="+- 0 0 0"/>
              <a:gd name="G2" fmla="+- 21600 0 0"/>
              <a:gd name="T0" fmla="*/ 42807 w 42807"/>
              <a:gd name="T1" fmla="*/ 4101 h 21600"/>
              <a:gd name="T2" fmla="*/ 0 w 42807"/>
              <a:gd name="T3" fmla="*/ 0 h 21600"/>
              <a:gd name="T4" fmla="*/ 21600 w 42807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807" h="21600" fill="none" extrusionOk="0">
                <a:moveTo>
                  <a:pt x="42807" y="4101"/>
                </a:moveTo>
                <a:cubicBezTo>
                  <a:pt x="40842" y="14260"/>
                  <a:pt x="31948" y="21599"/>
                  <a:pt x="21600" y="21599"/>
                </a:cubicBezTo>
                <a:cubicBezTo>
                  <a:pt x="9670" y="21599"/>
                  <a:pt x="-1" y="11929"/>
                  <a:pt x="-1" y="-1"/>
                </a:cubicBezTo>
              </a:path>
              <a:path w="42807" h="21600" stroke="0" extrusionOk="0">
                <a:moveTo>
                  <a:pt x="42807" y="4101"/>
                </a:moveTo>
                <a:cubicBezTo>
                  <a:pt x="40842" y="14260"/>
                  <a:pt x="31948" y="21599"/>
                  <a:pt x="21600" y="21599"/>
                </a:cubicBezTo>
                <a:cubicBezTo>
                  <a:pt x="9670" y="21599"/>
                  <a:pt x="-1" y="11929"/>
                  <a:pt x="-1" y="-1"/>
                </a:cubicBez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5" name="Group 17">
            <a:extLst>
              <a:ext uri="{FF2B5EF4-FFF2-40B4-BE49-F238E27FC236}">
                <a16:creationId xmlns:a16="http://schemas.microsoft.com/office/drawing/2014/main" id="{3D096D47-2673-CA6C-DDB1-FD7EA8A4D8CB}"/>
              </a:ext>
            </a:extLst>
          </p:cNvPr>
          <p:cNvGrpSpPr>
            <a:grpSpLocks/>
          </p:cNvGrpSpPr>
          <p:nvPr/>
        </p:nvGrpSpPr>
        <p:grpSpPr bwMode="auto">
          <a:xfrm>
            <a:off x="106363" y="2184400"/>
            <a:ext cx="1693862" cy="444500"/>
            <a:chOff x="67" y="1376"/>
            <a:chExt cx="1067" cy="280"/>
          </a:xfrm>
        </p:grpSpPr>
        <p:sp>
          <p:nvSpPr>
            <p:cNvPr id="7170" name="Rectangle 2">
              <a:extLst>
                <a:ext uri="{FF2B5EF4-FFF2-40B4-BE49-F238E27FC236}">
                  <a16:creationId xmlns:a16="http://schemas.microsoft.com/office/drawing/2014/main" id="{4AA3378F-4E24-10B5-41D0-28E26217B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" y="1376"/>
              <a:ext cx="77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b" anchorCtr="1">
              <a:spAutoFit/>
            </a:bodyPr>
            <a:lstStyle>
              <a:lvl1pPr marL="190500" indent="-190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3000"/>
                </a:lnSpc>
                <a:spcAft>
                  <a:spcPct val="52000"/>
                </a:spcAft>
              </a:pPr>
              <a:r>
                <a:rPr lang="en-US" altLang="en-US" sz="1200" b="1">
                  <a:latin typeface="Courier New" panose="02070309020205020404" pitchFamily="49" charset="0"/>
                </a:rPr>
                <a:t>StudentName</a:t>
              </a:r>
            </a:p>
          </p:txBody>
        </p:sp>
        <p:grpSp>
          <p:nvGrpSpPr>
            <p:cNvPr id="7177" name="Group 9">
              <a:extLst>
                <a:ext uri="{FF2B5EF4-FFF2-40B4-BE49-F238E27FC236}">
                  <a16:creationId xmlns:a16="http://schemas.microsoft.com/office/drawing/2014/main" id="{A4999584-4F8D-3C4E-6968-F76C605AE7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" y="1508"/>
              <a:ext cx="994" cy="144"/>
              <a:chOff x="136" y="1508"/>
              <a:chExt cx="994" cy="144"/>
            </a:xfrm>
          </p:grpSpPr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EB1554B4-E949-ECF2-7846-7B1C75D2C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2" name="Rectangle 4">
                <a:extLst>
                  <a:ext uri="{FF2B5EF4-FFF2-40B4-BE49-F238E27FC236}">
                    <a16:creationId xmlns:a16="http://schemas.microsoft.com/office/drawing/2014/main" id="{231921D6-A4E0-CD9F-1ADA-F12B7B4EA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3" name="Rectangle 5">
                <a:extLst>
                  <a:ext uri="{FF2B5EF4-FFF2-40B4-BE49-F238E27FC236}">
                    <a16:creationId xmlns:a16="http://schemas.microsoft.com/office/drawing/2014/main" id="{4C50CFD6-F520-6030-F53F-7629DE511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4" name="Rectangle 6">
                <a:extLst>
                  <a:ext uri="{FF2B5EF4-FFF2-40B4-BE49-F238E27FC236}">
                    <a16:creationId xmlns:a16="http://schemas.microsoft.com/office/drawing/2014/main" id="{CFF46F8C-FB29-3D5A-99B4-D96568890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5" name="Rectangle 7">
                <a:extLst>
                  <a:ext uri="{FF2B5EF4-FFF2-40B4-BE49-F238E27FC236}">
                    <a16:creationId xmlns:a16="http://schemas.microsoft.com/office/drawing/2014/main" id="{9D2FD23C-2DE8-F099-43FA-F01957972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0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6" name="Rectangle 8">
                <a:extLst>
                  <a:ext uri="{FF2B5EF4-FFF2-40B4-BE49-F238E27FC236}">
                    <a16:creationId xmlns:a16="http://schemas.microsoft.com/office/drawing/2014/main" id="{34B64299-FD28-9A8C-1AF3-AF3859D6A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184" name="Group 16">
              <a:extLst>
                <a:ext uri="{FF2B5EF4-FFF2-40B4-BE49-F238E27FC236}">
                  <a16:creationId xmlns:a16="http://schemas.microsoft.com/office/drawing/2014/main" id="{92165229-43FA-52C8-74C1-D64F1DD008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" y="1504"/>
              <a:ext cx="1002" cy="152"/>
              <a:chOff x="132" y="1504"/>
              <a:chExt cx="1002" cy="152"/>
            </a:xfrm>
          </p:grpSpPr>
          <p:sp>
            <p:nvSpPr>
              <p:cNvPr id="7178" name="Rectangle 10">
                <a:extLst>
                  <a:ext uri="{FF2B5EF4-FFF2-40B4-BE49-F238E27FC236}">
                    <a16:creationId xmlns:a16="http://schemas.microsoft.com/office/drawing/2014/main" id="{7C6CF404-CDCF-B977-9E3C-F8B3835E5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7179" name="Rectangle 11">
                <a:extLst>
                  <a:ext uri="{FF2B5EF4-FFF2-40B4-BE49-F238E27FC236}">
                    <a16:creationId xmlns:a16="http://schemas.microsoft.com/office/drawing/2014/main" id="{3ACD85A1-A39C-779A-A4B8-BDFA70FFB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7180" name="Rectangle 12">
                <a:extLst>
                  <a:ext uri="{FF2B5EF4-FFF2-40B4-BE49-F238E27FC236}">
                    <a16:creationId xmlns:a16="http://schemas.microsoft.com/office/drawing/2014/main" id="{BA8AC714-7250-F3EC-CBEC-EC3EFB991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7181" name="Rectangle 13">
                <a:extLst>
                  <a:ext uri="{FF2B5EF4-FFF2-40B4-BE49-F238E27FC236}">
                    <a16:creationId xmlns:a16="http://schemas.microsoft.com/office/drawing/2014/main" id="{764CD5C1-1860-538B-9DA3-D5359C81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82" name="Rectangle 14">
                <a:extLst>
                  <a:ext uri="{FF2B5EF4-FFF2-40B4-BE49-F238E27FC236}">
                    <a16:creationId xmlns:a16="http://schemas.microsoft.com/office/drawing/2014/main" id="{02625B1D-F32F-BD72-366A-4D3C5077D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6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  </a:t>
                </a:r>
              </a:p>
            </p:txBody>
          </p:sp>
          <p:sp>
            <p:nvSpPr>
              <p:cNvPr id="7183" name="Rectangle 15">
                <a:extLst>
                  <a:ext uri="{FF2B5EF4-FFF2-40B4-BE49-F238E27FC236}">
                    <a16:creationId xmlns:a16="http://schemas.microsoft.com/office/drawing/2014/main" id="{C0D6519C-1CE5-98CC-541F-8259DC77D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  </a:t>
                </a:r>
              </a:p>
            </p:txBody>
          </p:sp>
        </p:grpSp>
      </p:grpSp>
      <p:grpSp>
        <p:nvGrpSpPr>
          <p:cNvPr id="7192" name="Group 24">
            <a:extLst>
              <a:ext uri="{FF2B5EF4-FFF2-40B4-BE49-F238E27FC236}">
                <a16:creationId xmlns:a16="http://schemas.microsoft.com/office/drawing/2014/main" id="{04CE55F2-D748-5978-AD15-F60DB4F94632}"/>
              </a:ext>
            </a:extLst>
          </p:cNvPr>
          <p:cNvGrpSpPr>
            <a:grpSpLocks/>
          </p:cNvGrpSpPr>
          <p:nvPr/>
        </p:nvGrpSpPr>
        <p:grpSpPr bwMode="auto">
          <a:xfrm>
            <a:off x="31750" y="30163"/>
            <a:ext cx="3886200" cy="2171700"/>
            <a:chOff x="20" y="19"/>
            <a:chExt cx="2448" cy="1368"/>
          </a:xfrm>
        </p:grpSpPr>
        <p:sp>
          <p:nvSpPr>
            <p:cNvPr id="7186" name="Rectangle 18">
              <a:extLst>
                <a:ext uri="{FF2B5EF4-FFF2-40B4-BE49-F238E27FC236}">
                  <a16:creationId xmlns:a16="http://schemas.microsoft.com/office/drawing/2014/main" id="{FCC510FC-B788-B712-AF2C-8D166EF5A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" y="26"/>
              <a:ext cx="2392" cy="1350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StudentName PIC X(6) VALUE ZEROS.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OtherName   PIC X(3) VALUE "Tom".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ShopTotal   PIC 9(5)V99 VALUE 534.75.</a:t>
              </a:r>
            </a:p>
            <a:p>
              <a:endParaRPr lang="en-US" altLang="en-US" sz="10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endParaRPr lang="en-US" altLang="en-US" sz="10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"John" TO StudentName.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DISPLAY "My name is ", StudentName.</a:t>
              </a:r>
            </a:p>
            <a:p>
              <a:r>
                <a:rPr lang="en-US" altLang="en-US" sz="1200" b="1">
                  <a:solidFill>
                    <a:srgbClr val="CC0000"/>
                  </a:solidFill>
                  <a:latin typeface="Courier New" panose="02070309020205020404" pitchFamily="49" charset="0"/>
                </a:rPr>
                <a:t>MOVE OtherName TO StudentName.</a:t>
              </a:r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ZEROS TO ShopTotal.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ALL "-" TO StudentName.</a:t>
              </a:r>
            </a:p>
          </p:txBody>
        </p:sp>
        <p:sp>
          <p:nvSpPr>
            <p:cNvPr id="7187" name="Freeform 19">
              <a:extLst>
                <a:ext uri="{FF2B5EF4-FFF2-40B4-BE49-F238E27FC236}">
                  <a16:creationId xmlns:a16="http://schemas.microsoft.com/office/drawing/2014/main" id="{1148DB2D-1093-7A79-A625-39B3CE8D9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" y="19"/>
              <a:ext cx="2223" cy="99"/>
            </a:xfrm>
            <a:custGeom>
              <a:avLst/>
              <a:gdLst>
                <a:gd name="T0" fmla="*/ 2216 w 2223"/>
                <a:gd name="T1" fmla="*/ 5 h 99"/>
                <a:gd name="T2" fmla="*/ 2159 w 2223"/>
                <a:gd name="T3" fmla="*/ 35 h 99"/>
                <a:gd name="T4" fmla="*/ 2114 w 2223"/>
                <a:gd name="T5" fmla="*/ 35 h 99"/>
                <a:gd name="T6" fmla="*/ 2075 w 2223"/>
                <a:gd name="T7" fmla="*/ 62 h 99"/>
                <a:gd name="T8" fmla="*/ 2027 w 2223"/>
                <a:gd name="T9" fmla="*/ 41 h 99"/>
                <a:gd name="T10" fmla="*/ 1979 w 2223"/>
                <a:gd name="T11" fmla="*/ 29 h 99"/>
                <a:gd name="T12" fmla="*/ 1934 w 2223"/>
                <a:gd name="T13" fmla="*/ 17 h 99"/>
                <a:gd name="T14" fmla="*/ 1889 w 2223"/>
                <a:gd name="T15" fmla="*/ 38 h 99"/>
                <a:gd name="T16" fmla="*/ 1850 w 2223"/>
                <a:gd name="T17" fmla="*/ 56 h 99"/>
                <a:gd name="T18" fmla="*/ 1805 w 2223"/>
                <a:gd name="T19" fmla="*/ 74 h 99"/>
                <a:gd name="T20" fmla="*/ 1757 w 2223"/>
                <a:gd name="T21" fmla="*/ 59 h 99"/>
                <a:gd name="T22" fmla="*/ 1712 w 2223"/>
                <a:gd name="T23" fmla="*/ 44 h 99"/>
                <a:gd name="T24" fmla="*/ 1661 w 2223"/>
                <a:gd name="T25" fmla="*/ 35 h 99"/>
                <a:gd name="T26" fmla="*/ 1616 w 2223"/>
                <a:gd name="T27" fmla="*/ 29 h 99"/>
                <a:gd name="T28" fmla="*/ 1568 w 2223"/>
                <a:gd name="T29" fmla="*/ 26 h 99"/>
                <a:gd name="T30" fmla="*/ 1526 w 2223"/>
                <a:gd name="T31" fmla="*/ 35 h 99"/>
                <a:gd name="T32" fmla="*/ 1481 w 2223"/>
                <a:gd name="T33" fmla="*/ 56 h 99"/>
                <a:gd name="T34" fmla="*/ 1436 w 2223"/>
                <a:gd name="T35" fmla="*/ 44 h 99"/>
                <a:gd name="T36" fmla="*/ 1391 w 2223"/>
                <a:gd name="T37" fmla="*/ 26 h 99"/>
                <a:gd name="T38" fmla="*/ 1343 w 2223"/>
                <a:gd name="T39" fmla="*/ 17 h 99"/>
                <a:gd name="T40" fmla="*/ 1298 w 2223"/>
                <a:gd name="T41" fmla="*/ 14 h 99"/>
                <a:gd name="T42" fmla="*/ 1253 w 2223"/>
                <a:gd name="T43" fmla="*/ 44 h 99"/>
                <a:gd name="T44" fmla="*/ 1208 w 2223"/>
                <a:gd name="T45" fmla="*/ 56 h 99"/>
                <a:gd name="T46" fmla="*/ 1157 w 2223"/>
                <a:gd name="T47" fmla="*/ 65 h 99"/>
                <a:gd name="T48" fmla="*/ 1112 w 2223"/>
                <a:gd name="T49" fmla="*/ 68 h 99"/>
                <a:gd name="T50" fmla="*/ 1064 w 2223"/>
                <a:gd name="T51" fmla="*/ 38 h 99"/>
                <a:gd name="T52" fmla="*/ 1016 w 2223"/>
                <a:gd name="T53" fmla="*/ 23 h 99"/>
                <a:gd name="T54" fmla="*/ 968 w 2223"/>
                <a:gd name="T55" fmla="*/ 41 h 99"/>
                <a:gd name="T56" fmla="*/ 920 w 2223"/>
                <a:gd name="T57" fmla="*/ 59 h 99"/>
                <a:gd name="T58" fmla="*/ 875 w 2223"/>
                <a:gd name="T59" fmla="*/ 35 h 99"/>
                <a:gd name="T60" fmla="*/ 830 w 2223"/>
                <a:gd name="T61" fmla="*/ 11 h 99"/>
                <a:gd name="T62" fmla="*/ 785 w 2223"/>
                <a:gd name="T63" fmla="*/ 14 h 99"/>
                <a:gd name="T64" fmla="*/ 740 w 2223"/>
                <a:gd name="T65" fmla="*/ 17 h 99"/>
                <a:gd name="T66" fmla="*/ 695 w 2223"/>
                <a:gd name="T67" fmla="*/ 20 h 99"/>
                <a:gd name="T68" fmla="*/ 650 w 2223"/>
                <a:gd name="T69" fmla="*/ 38 h 99"/>
                <a:gd name="T70" fmla="*/ 602 w 2223"/>
                <a:gd name="T71" fmla="*/ 59 h 99"/>
                <a:gd name="T72" fmla="*/ 557 w 2223"/>
                <a:gd name="T73" fmla="*/ 59 h 99"/>
                <a:gd name="T74" fmla="*/ 506 w 2223"/>
                <a:gd name="T75" fmla="*/ 41 h 99"/>
                <a:gd name="T76" fmla="*/ 464 w 2223"/>
                <a:gd name="T77" fmla="*/ 29 h 99"/>
                <a:gd name="T78" fmla="*/ 470 w 2223"/>
                <a:gd name="T79" fmla="*/ 62 h 99"/>
                <a:gd name="T80" fmla="*/ 488 w 2223"/>
                <a:gd name="T81" fmla="*/ 92 h 99"/>
                <a:gd name="T82" fmla="*/ 443 w 2223"/>
                <a:gd name="T83" fmla="*/ 56 h 99"/>
                <a:gd name="T84" fmla="*/ 395 w 2223"/>
                <a:gd name="T85" fmla="*/ 35 h 99"/>
                <a:gd name="T86" fmla="*/ 350 w 2223"/>
                <a:gd name="T87" fmla="*/ 32 h 99"/>
                <a:gd name="T88" fmla="*/ 302 w 2223"/>
                <a:gd name="T89" fmla="*/ 35 h 99"/>
                <a:gd name="T90" fmla="*/ 251 w 2223"/>
                <a:gd name="T91" fmla="*/ 41 h 99"/>
                <a:gd name="T92" fmla="*/ 221 w 2223"/>
                <a:gd name="T93" fmla="*/ 74 h 99"/>
                <a:gd name="T94" fmla="*/ 176 w 2223"/>
                <a:gd name="T95" fmla="*/ 80 h 99"/>
                <a:gd name="T96" fmla="*/ 131 w 2223"/>
                <a:gd name="T97" fmla="*/ 68 h 99"/>
                <a:gd name="T98" fmla="*/ 86 w 2223"/>
                <a:gd name="T99" fmla="*/ 53 h 99"/>
                <a:gd name="T100" fmla="*/ 41 w 2223"/>
                <a:gd name="T101" fmla="*/ 32 h 99"/>
                <a:gd name="T102" fmla="*/ 2 w 2223"/>
                <a:gd name="T103" fmla="*/ 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23" h="99">
                  <a:moveTo>
                    <a:pt x="2222" y="2"/>
                  </a:moveTo>
                  <a:lnTo>
                    <a:pt x="2222" y="0"/>
                  </a:lnTo>
                  <a:lnTo>
                    <a:pt x="2222" y="2"/>
                  </a:lnTo>
                  <a:lnTo>
                    <a:pt x="2221" y="5"/>
                  </a:lnTo>
                  <a:lnTo>
                    <a:pt x="2216" y="5"/>
                  </a:lnTo>
                  <a:lnTo>
                    <a:pt x="2198" y="14"/>
                  </a:lnTo>
                  <a:lnTo>
                    <a:pt x="2186" y="23"/>
                  </a:lnTo>
                  <a:lnTo>
                    <a:pt x="2177" y="32"/>
                  </a:lnTo>
                  <a:lnTo>
                    <a:pt x="2168" y="32"/>
                  </a:lnTo>
                  <a:lnTo>
                    <a:pt x="2159" y="35"/>
                  </a:lnTo>
                  <a:lnTo>
                    <a:pt x="2150" y="35"/>
                  </a:lnTo>
                  <a:lnTo>
                    <a:pt x="2141" y="35"/>
                  </a:lnTo>
                  <a:lnTo>
                    <a:pt x="2132" y="35"/>
                  </a:lnTo>
                  <a:lnTo>
                    <a:pt x="2123" y="35"/>
                  </a:lnTo>
                  <a:lnTo>
                    <a:pt x="2114" y="35"/>
                  </a:lnTo>
                  <a:lnTo>
                    <a:pt x="2105" y="41"/>
                  </a:lnTo>
                  <a:lnTo>
                    <a:pt x="2099" y="50"/>
                  </a:lnTo>
                  <a:lnTo>
                    <a:pt x="2093" y="59"/>
                  </a:lnTo>
                  <a:lnTo>
                    <a:pt x="2084" y="62"/>
                  </a:lnTo>
                  <a:lnTo>
                    <a:pt x="2075" y="62"/>
                  </a:lnTo>
                  <a:lnTo>
                    <a:pt x="2066" y="56"/>
                  </a:lnTo>
                  <a:lnTo>
                    <a:pt x="2054" y="50"/>
                  </a:lnTo>
                  <a:lnTo>
                    <a:pt x="2045" y="50"/>
                  </a:lnTo>
                  <a:lnTo>
                    <a:pt x="2036" y="47"/>
                  </a:lnTo>
                  <a:lnTo>
                    <a:pt x="2027" y="41"/>
                  </a:lnTo>
                  <a:lnTo>
                    <a:pt x="2018" y="38"/>
                  </a:lnTo>
                  <a:lnTo>
                    <a:pt x="2006" y="38"/>
                  </a:lnTo>
                  <a:lnTo>
                    <a:pt x="1997" y="35"/>
                  </a:lnTo>
                  <a:lnTo>
                    <a:pt x="1988" y="32"/>
                  </a:lnTo>
                  <a:lnTo>
                    <a:pt x="1979" y="29"/>
                  </a:lnTo>
                  <a:lnTo>
                    <a:pt x="1970" y="29"/>
                  </a:lnTo>
                  <a:lnTo>
                    <a:pt x="1961" y="26"/>
                  </a:lnTo>
                  <a:lnTo>
                    <a:pt x="1952" y="23"/>
                  </a:lnTo>
                  <a:lnTo>
                    <a:pt x="1943" y="20"/>
                  </a:lnTo>
                  <a:lnTo>
                    <a:pt x="1934" y="17"/>
                  </a:lnTo>
                  <a:lnTo>
                    <a:pt x="1931" y="26"/>
                  </a:lnTo>
                  <a:lnTo>
                    <a:pt x="1919" y="29"/>
                  </a:lnTo>
                  <a:lnTo>
                    <a:pt x="1907" y="29"/>
                  </a:lnTo>
                  <a:lnTo>
                    <a:pt x="1898" y="32"/>
                  </a:lnTo>
                  <a:lnTo>
                    <a:pt x="1889" y="38"/>
                  </a:lnTo>
                  <a:lnTo>
                    <a:pt x="1886" y="47"/>
                  </a:lnTo>
                  <a:lnTo>
                    <a:pt x="1877" y="50"/>
                  </a:lnTo>
                  <a:lnTo>
                    <a:pt x="1868" y="50"/>
                  </a:lnTo>
                  <a:lnTo>
                    <a:pt x="1859" y="50"/>
                  </a:lnTo>
                  <a:lnTo>
                    <a:pt x="1850" y="56"/>
                  </a:lnTo>
                  <a:lnTo>
                    <a:pt x="1841" y="59"/>
                  </a:lnTo>
                  <a:lnTo>
                    <a:pt x="1832" y="62"/>
                  </a:lnTo>
                  <a:lnTo>
                    <a:pt x="1823" y="65"/>
                  </a:lnTo>
                  <a:lnTo>
                    <a:pt x="1814" y="71"/>
                  </a:lnTo>
                  <a:lnTo>
                    <a:pt x="1805" y="74"/>
                  </a:lnTo>
                  <a:lnTo>
                    <a:pt x="1796" y="74"/>
                  </a:lnTo>
                  <a:lnTo>
                    <a:pt x="1787" y="71"/>
                  </a:lnTo>
                  <a:lnTo>
                    <a:pt x="1778" y="65"/>
                  </a:lnTo>
                  <a:lnTo>
                    <a:pt x="1766" y="62"/>
                  </a:lnTo>
                  <a:lnTo>
                    <a:pt x="1757" y="59"/>
                  </a:lnTo>
                  <a:lnTo>
                    <a:pt x="1748" y="56"/>
                  </a:lnTo>
                  <a:lnTo>
                    <a:pt x="1739" y="53"/>
                  </a:lnTo>
                  <a:lnTo>
                    <a:pt x="1730" y="53"/>
                  </a:lnTo>
                  <a:lnTo>
                    <a:pt x="1721" y="47"/>
                  </a:lnTo>
                  <a:lnTo>
                    <a:pt x="1712" y="44"/>
                  </a:lnTo>
                  <a:lnTo>
                    <a:pt x="1703" y="44"/>
                  </a:lnTo>
                  <a:lnTo>
                    <a:pt x="1694" y="41"/>
                  </a:lnTo>
                  <a:lnTo>
                    <a:pt x="1685" y="41"/>
                  </a:lnTo>
                  <a:lnTo>
                    <a:pt x="1673" y="38"/>
                  </a:lnTo>
                  <a:lnTo>
                    <a:pt x="1661" y="35"/>
                  </a:lnTo>
                  <a:lnTo>
                    <a:pt x="1652" y="32"/>
                  </a:lnTo>
                  <a:lnTo>
                    <a:pt x="1643" y="29"/>
                  </a:lnTo>
                  <a:lnTo>
                    <a:pt x="1634" y="29"/>
                  </a:lnTo>
                  <a:lnTo>
                    <a:pt x="1625" y="29"/>
                  </a:lnTo>
                  <a:lnTo>
                    <a:pt x="1616" y="29"/>
                  </a:lnTo>
                  <a:lnTo>
                    <a:pt x="1607" y="29"/>
                  </a:lnTo>
                  <a:lnTo>
                    <a:pt x="1598" y="29"/>
                  </a:lnTo>
                  <a:lnTo>
                    <a:pt x="1589" y="29"/>
                  </a:lnTo>
                  <a:lnTo>
                    <a:pt x="1577" y="29"/>
                  </a:lnTo>
                  <a:lnTo>
                    <a:pt x="1568" y="26"/>
                  </a:lnTo>
                  <a:lnTo>
                    <a:pt x="1559" y="20"/>
                  </a:lnTo>
                  <a:lnTo>
                    <a:pt x="1550" y="20"/>
                  </a:lnTo>
                  <a:lnTo>
                    <a:pt x="1541" y="20"/>
                  </a:lnTo>
                  <a:lnTo>
                    <a:pt x="1535" y="29"/>
                  </a:lnTo>
                  <a:lnTo>
                    <a:pt x="1526" y="35"/>
                  </a:lnTo>
                  <a:lnTo>
                    <a:pt x="1517" y="38"/>
                  </a:lnTo>
                  <a:lnTo>
                    <a:pt x="1508" y="47"/>
                  </a:lnTo>
                  <a:lnTo>
                    <a:pt x="1499" y="50"/>
                  </a:lnTo>
                  <a:lnTo>
                    <a:pt x="1490" y="53"/>
                  </a:lnTo>
                  <a:lnTo>
                    <a:pt x="1481" y="56"/>
                  </a:lnTo>
                  <a:lnTo>
                    <a:pt x="1472" y="56"/>
                  </a:lnTo>
                  <a:lnTo>
                    <a:pt x="1463" y="53"/>
                  </a:lnTo>
                  <a:lnTo>
                    <a:pt x="1454" y="47"/>
                  </a:lnTo>
                  <a:lnTo>
                    <a:pt x="1445" y="44"/>
                  </a:lnTo>
                  <a:lnTo>
                    <a:pt x="1436" y="44"/>
                  </a:lnTo>
                  <a:lnTo>
                    <a:pt x="1427" y="41"/>
                  </a:lnTo>
                  <a:lnTo>
                    <a:pt x="1418" y="38"/>
                  </a:lnTo>
                  <a:lnTo>
                    <a:pt x="1409" y="32"/>
                  </a:lnTo>
                  <a:lnTo>
                    <a:pt x="1400" y="32"/>
                  </a:lnTo>
                  <a:lnTo>
                    <a:pt x="1391" y="26"/>
                  </a:lnTo>
                  <a:lnTo>
                    <a:pt x="1382" y="23"/>
                  </a:lnTo>
                  <a:lnTo>
                    <a:pt x="1373" y="23"/>
                  </a:lnTo>
                  <a:lnTo>
                    <a:pt x="1364" y="20"/>
                  </a:lnTo>
                  <a:lnTo>
                    <a:pt x="1355" y="20"/>
                  </a:lnTo>
                  <a:lnTo>
                    <a:pt x="1343" y="17"/>
                  </a:lnTo>
                  <a:lnTo>
                    <a:pt x="1334" y="14"/>
                  </a:lnTo>
                  <a:lnTo>
                    <a:pt x="1325" y="14"/>
                  </a:lnTo>
                  <a:lnTo>
                    <a:pt x="1316" y="14"/>
                  </a:lnTo>
                  <a:lnTo>
                    <a:pt x="1307" y="14"/>
                  </a:lnTo>
                  <a:lnTo>
                    <a:pt x="1298" y="14"/>
                  </a:lnTo>
                  <a:lnTo>
                    <a:pt x="1289" y="17"/>
                  </a:lnTo>
                  <a:lnTo>
                    <a:pt x="1280" y="23"/>
                  </a:lnTo>
                  <a:lnTo>
                    <a:pt x="1271" y="32"/>
                  </a:lnTo>
                  <a:lnTo>
                    <a:pt x="1262" y="38"/>
                  </a:lnTo>
                  <a:lnTo>
                    <a:pt x="1253" y="44"/>
                  </a:lnTo>
                  <a:lnTo>
                    <a:pt x="1244" y="50"/>
                  </a:lnTo>
                  <a:lnTo>
                    <a:pt x="1235" y="53"/>
                  </a:lnTo>
                  <a:lnTo>
                    <a:pt x="1226" y="53"/>
                  </a:lnTo>
                  <a:lnTo>
                    <a:pt x="1217" y="53"/>
                  </a:lnTo>
                  <a:lnTo>
                    <a:pt x="1208" y="56"/>
                  </a:lnTo>
                  <a:lnTo>
                    <a:pt x="1196" y="56"/>
                  </a:lnTo>
                  <a:lnTo>
                    <a:pt x="1187" y="59"/>
                  </a:lnTo>
                  <a:lnTo>
                    <a:pt x="1175" y="62"/>
                  </a:lnTo>
                  <a:lnTo>
                    <a:pt x="1166" y="65"/>
                  </a:lnTo>
                  <a:lnTo>
                    <a:pt x="1157" y="65"/>
                  </a:lnTo>
                  <a:lnTo>
                    <a:pt x="1148" y="68"/>
                  </a:lnTo>
                  <a:lnTo>
                    <a:pt x="1139" y="68"/>
                  </a:lnTo>
                  <a:lnTo>
                    <a:pt x="1130" y="68"/>
                  </a:lnTo>
                  <a:lnTo>
                    <a:pt x="1121" y="68"/>
                  </a:lnTo>
                  <a:lnTo>
                    <a:pt x="1112" y="68"/>
                  </a:lnTo>
                  <a:lnTo>
                    <a:pt x="1103" y="65"/>
                  </a:lnTo>
                  <a:lnTo>
                    <a:pt x="1097" y="56"/>
                  </a:lnTo>
                  <a:lnTo>
                    <a:pt x="1085" y="47"/>
                  </a:lnTo>
                  <a:lnTo>
                    <a:pt x="1076" y="44"/>
                  </a:lnTo>
                  <a:lnTo>
                    <a:pt x="1064" y="38"/>
                  </a:lnTo>
                  <a:lnTo>
                    <a:pt x="1055" y="32"/>
                  </a:lnTo>
                  <a:lnTo>
                    <a:pt x="1043" y="32"/>
                  </a:lnTo>
                  <a:lnTo>
                    <a:pt x="1034" y="29"/>
                  </a:lnTo>
                  <a:lnTo>
                    <a:pt x="1025" y="23"/>
                  </a:lnTo>
                  <a:lnTo>
                    <a:pt x="1016" y="23"/>
                  </a:lnTo>
                  <a:lnTo>
                    <a:pt x="1007" y="20"/>
                  </a:lnTo>
                  <a:lnTo>
                    <a:pt x="995" y="26"/>
                  </a:lnTo>
                  <a:lnTo>
                    <a:pt x="986" y="32"/>
                  </a:lnTo>
                  <a:lnTo>
                    <a:pt x="977" y="38"/>
                  </a:lnTo>
                  <a:lnTo>
                    <a:pt x="968" y="41"/>
                  </a:lnTo>
                  <a:lnTo>
                    <a:pt x="959" y="44"/>
                  </a:lnTo>
                  <a:lnTo>
                    <a:pt x="947" y="50"/>
                  </a:lnTo>
                  <a:lnTo>
                    <a:pt x="938" y="53"/>
                  </a:lnTo>
                  <a:lnTo>
                    <a:pt x="929" y="59"/>
                  </a:lnTo>
                  <a:lnTo>
                    <a:pt x="920" y="59"/>
                  </a:lnTo>
                  <a:lnTo>
                    <a:pt x="911" y="59"/>
                  </a:lnTo>
                  <a:lnTo>
                    <a:pt x="899" y="56"/>
                  </a:lnTo>
                  <a:lnTo>
                    <a:pt x="893" y="47"/>
                  </a:lnTo>
                  <a:lnTo>
                    <a:pt x="884" y="41"/>
                  </a:lnTo>
                  <a:lnTo>
                    <a:pt x="875" y="35"/>
                  </a:lnTo>
                  <a:lnTo>
                    <a:pt x="866" y="26"/>
                  </a:lnTo>
                  <a:lnTo>
                    <a:pt x="857" y="20"/>
                  </a:lnTo>
                  <a:lnTo>
                    <a:pt x="848" y="14"/>
                  </a:lnTo>
                  <a:lnTo>
                    <a:pt x="839" y="11"/>
                  </a:lnTo>
                  <a:lnTo>
                    <a:pt x="830" y="11"/>
                  </a:lnTo>
                  <a:lnTo>
                    <a:pt x="821" y="11"/>
                  </a:lnTo>
                  <a:lnTo>
                    <a:pt x="812" y="14"/>
                  </a:lnTo>
                  <a:lnTo>
                    <a:pt x="803" y="14"/>
                  </a:lnTo>
                  <a:lnTo>
                    <a:pt x="794" y="14"/>
                  </a:lnTo>
                  <a:lnTo>
                    <a:pt x="785" y="14"/>
                  </a:lnTo>
                  <a:lnTo>
                    <a:pt x="776" y="14"/>
                  </a:lnTo>
                  <a:lnTo>
                    <a:pt x="767" y="17"/>
                  </a:lnTo>
                  <a:lnTo>
                    <a:pt x="758" y="17"/>
                  </a:lnTo>
                  <a:lnTo>
                    <a:pt x="749" y="17"/>
                  </a:lnTo>
                  <a:lnTo>
                    <a:pt x="740" y="17"/>
                  </a:lnTo>
                  <a:lnTo>
                    <a:pt x="731" y="20"/>
                  </a:lnTo>
                  <a:lnTo>
                    <a:pt x="722" y="20"/>
                  </a:lnTo>
                  <a:lnTo>
                    <a:pt x="713" y="20"/>
                  </a:lnTo>
                  <a:lnTo>
                    <a:pt x="704" y="20"/>
                  </a:lnTo>
                  <a:lnTo>
                    <a:pt x="695" y="20"/>
                  </a:lnTo>
                  <a:lnTo>
                    <a:pt x="686" y="20"/>
                  </a:lnTo>
                  <a:lnTo>
                    <a:pt x="677" y="23"/>
                  </a:lnTo>
                  <a:lnTo>
                    <a:pt x="668" y="29"/>
                  </a:lnTo>
                  <a:lnTo>
                    <a:pt x="659" y="32"/>
                  </a:lnTo>
                  <a:lnTo>
                    <a:pt x="650" y="38"/>
                  </a:lnTo>
                  <a:lnTo>
                    <a:pt x="641" y="41"/>
                  </a:lnTo>
                  <a:lnTo>
                    <a:pt x="632" y="50"/>
                  </a:lnTo>
                  <a:lnTo>
                    <a:pt x="623" y="53"/>
                  </a:lnTo>
                  <a:lnTo>
                    <a:pt x="614" y="56"/>
                  </a:lnTo>
                  <a:lnTo>
                    <a:pt x="602" y="59"/>
                  </a:lnTo>
                  <a:lnTo>
                    <a:pt x="593" y="62"/>
                  </a:lnTo>
                  <a:lnTo>
                    <a:pt x="584" y="65"/>
                  </a:lnTo>
                  <a:lnTo>
                    <a:pt x="575" y="65"/>
                  </a:lnTo>
                  <a:lnTo>
                    <a:pt x="566" y="65"/>
                  </a:lnTo>
                  <a:lnTo>
                    <a:pt x="557" y="59"/>
                  </a:lnTo>
                  <a:lnTo>
                    <a:pt x="548" y="53"/>
                  </a:lnTo>
                  <a:lnTo>
                    <a:pt x="539" y="50"/>
                  </a:lnTo>
                  <a:lnTo>
                    <a:pt x="530" y="44"/>
                  </a:lnTo>
                  <a:lnTo>
                    <a:pt x="518" y="44"/>
                  </a:lnTo>
                  <a:lnTo>
                    <a:pt x="506" y="41"/>
                  </a:lnTo>
                  <a:lnTo>
                    <a:pt x="503" y="32"/>
                  </a:lnTo>
                  <a:lnTo>
                    <a:pt x="494" y="29"/>
                  </a:lnTo>
                  <a:lnTo>
                    <a:pt x="485" y="29"/>
                  </a:lnTo>
                  <a:lnTo>
                    <a:pt x="473" y="29"/>
                  </a:lnTo>
                  <a:lnTo>
                    <a:pt x="464" y="29"/>
                  </a:lnTo>
                  <a:lnTo>
                    <a:pt x="455" y="29"/>
                  </a:lnTo>
                  <a:lnTo>
                    <a:pt x="455" y="38"/>
                  </a:lnTo>
                  <a:lnTo>
                    <a:pt x="455" y="47"/>
                  </a:lnTo>
                  <a:lnTo>
                    <a:pt x="464" y="53"/>
                  </a:lnTo>
                  <a:lnTo>
                    <a:pt x="470" y="62"/>
                  </a:lnTo>
                  <a:lnTo>
                    <a:pt x="479" y="71"/>
                  </a:lnTo>
                  <a:lnTo>
                    <a:pt x="485" y="80"/>
                  </a:lnTo>
                  <a:lnTo>
                    <a:pt x="491" y="89"/>
                  </a:lnTo>
                  <a:lnTo>
                    <a:pt x="497" y="98"/>
                  </a:lnTo>
                  <a:lnTo>
                    <a:pt x="488" y="92"/>
                  </a:lnTo>
                  <a:lnTo>
                    <a:pt x="479" y="83"/>
                  </a:lnTo>
                  <a:lnTo>
                    <a:pt x="470" y="77"/>
                  </a:lnTo>
                  <a:lnTo>
                    <a:pt x="461" y="71"/>
                  </a:lnTo>
                  <a:lnTo>
                    <a:pt x="452" y="65"/>
                  </a:lnTo>
                  <a:lnTo>
                    <a:pt x="443" y="56"/>
                  </a:lnTo>
                  <a:lnTo>
                    <a:pt x="434" y="47"/>
                  </a:lnTo>
                  <a:lnTo>
                    <a:pt x="425" y="41"/>
                  </a:lnTo>
                  <a:lnTo>
                    <a:pt x="416" y="38"/>
                  </a:lnTo>
                  <a:lnTo>
                    <a:pt x="404" y="35"/>
                  </a:lnTo>
                  <a:lnTo>
                    <a:pt x="395" y="35"/>
                  </a:lnTo>
                  <a:lnTo>
                    <a:pt x="386" y="35"/>
                  </a:lnTo>
                  <a:lnTo>
                    <a:pt x="377" y="35"/>
                  </a:lnTo>
                  <a:lnTo>
                    <a:pt x="368" y="32"/>
                  </a:lnTo>
                  <a:lnTo>
                    <a:pt x="359" y="32"/>
                  </a:lnTo>
                  <a:lnTo>
                    <a:pt x="350" y="32"/>
                  </a:lnTo>
                  <a:lnTo>
                    <a:pt x="341" y="32"/>
                  </a:lnTo>
                  <a:lnTo>
                    <a:pt x="329" y="32"/>
                  </a:lnTo>
                  <a:lnTo>
                    <a:pt x="320" y="32"/>
                  </a:lnTo>
                  <a:lnTo>
                    <a:pt x="311" y="35"/>
                  </a:lnTo>
                  <a:lnTo>
                    <a:pt x="302" y="35"/>
                  </a:lnTo>
                  <a:lnTo>
                    <a:pt x="290" y="35"/>
                  </a:lnTo>
                  <a:lnTo>
                    <a:pt x="278" y="35"/>
                  </a:lnTo>
                  <a:lnTo>
                    <a:pt x="269" y="35"/>
                  </a:lnTo>
                  <a:lnTo>
                    <a:pt x="260" y="35"/>
                  </a:lnTo>
                  <a:lnTo>
                    <a:pt x="251" y="41"/>
                  </a:lnTo>
                  <a:lnTo>
                    <a:pt x="242" y="44"/>
                  </a:lnTo>
                  <a:lnTo>
                    <a:pt x="239" y="53"/>
                  </a:lnTo>
                  <a:lnTo>
                    <a:pt x="239" y="62"/>
                  </a:lnTo>
                  <a:lnTo>
                    <a:pt x="230" y="71"/>
                  </a:lnTo>
                  <a:lnTo>
                    <a:pt x="221" y="74"/>
                  </a:lnTo>
                  <a:lnTo>
                    <a:pt x="212" y="74"/>
                  </a:lnTo>
                  <a:lnTo>
                    <a:pt x="203" y="74"/>
                  </a:lnTo>
                  <a:lnTo>
                    <a:pt x="194" y="74"/>
                  </a:lnTo>
                  <a:lnTo>
                    <a:pt x="185" y="77"/>
                  </a:lnTo>
                  <a:lnTo>
                    <a:pt x="176" y="80"/>
                  </a:lnTo>
                  <a:lnTo>
                    <a:pt x="164" y="80"/>
                  </a:lnTo>
                  <a:lnTo>
                    <a:pt x="155" y="80"/>
                  </a:lnTo>
                  <a:lnTo>
                    <a:pt x="146" y="80"/>
                  </a:lnTo>
                  <a:lnTo>
                    <a:pt x="137" y="77"/>
                  </a:lnTo>
                  <a:lnTo>
                    <a:pt x="131" y="68"/>
                  </a:lnTo>
                  <a:lnTo>
                    <a:pt x="122" y="65"/>
                  </a:lnTo>
                  <a:lnTo>
                    <a:pt x="113" y="59"/>
                  </a:lnTo>
                  <a:lnTo>
                    <a:pt x="104" y="56"/>
                  </a:lnTo>
                  <a:lnTo>
                    <a:pt x="95" y="53"/>
                  </a:lnTo>
                  <a:lnTo>
                    <a:pt x="86" y="53"/>
                  </a:lnTo>
                  <a:lnTo>
                    <a:pt x="77" y="50"/>
                  </a:lnTo>
                  <a:lnTo>
                    <a:pt x="68" y="44"/>
                  </a:lnTo>
                  <a:lnTo>
                    <a:pt x="59" y="41"/>
                  </a:lnTo>
                  <a:lnTo>
                    <a:pt x="50" y="35"/>
                  </a:lnTo>
                  <a:lnTo>
                    <a:pt x="41" y="32"/>
                  </a:lnTo>
                  <a:lnTo>
                    <a:pt x="32" y="29"/>
                  </a:lnTo>
                  <a:lnTo>
                    <a:pt x="23" y="23"/>
                  </a:lnTo>
                  <a:lnTo>
                    <a:pt x="14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8" name="Freeform 20">
              <a:extLst>
                <a:ext uri="{FF2B5EF4-FFF2-40B4-BE49-F238E27FC236}">
                  <a16:creationId xmlns:a16="http://schemas.microsoft.com/office/drawing/2014/main" id="{FB8F3A2F-E9EE-B154-3C90-F06655383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" y="1306"/>
              <a:ext cx="2220" cy="81"/>
            </a:xfrm>
            <a:custGeom>
              <a:avLst/>
              <a:gdLst>
                <a:gd name="T0" fmla="*/ 0 w 2220"/>
                <a:gd name="T1" fmla="*/ 80 h 81"/>
                <a:gd name="T2" fmla="*/ 48 w 2220"/>
                <a:gd name="T3" fmla="*/ 55 h 81"/>
                <a:gd name="T4" fmla="*/ 92 w 2220"/>
                <a:gd name="T5" fmla="*/ 31 h 81"/>
                <a:gd name="T6" fmla="*/ 128 w 2220"/>
                <a:gd name="T7" fmla="*/ 23 h 81"/>
                <a:gd name="T8" fmla="*/ 164 w 2220"/>
                <a:gd name="T9" fmla="*/ 27 h 81"/>
                <a:gd name="T10" fmla="*/ 200 w 2220"/>
                <a:gd name="T11" fmla="*/ 43 h 81"/>
                <a:gd name="T12" fmla="*/ 236 w 2220"/>
                <a:gd name="T13" fmla="*/ 55 h 81"/>
                <a:gd name="T14" fmla="*/ 276 w 2220"/>
                <a:gd name="T15" fmla="*/ 31 h 81"/>
                <a:gd name="T16" fmla="*/ 312 w 2220"/>
                <a:gd name="T17" fmla="*/ 23 h 81"/>
                <a:gd name="T18" fmla="*/ 348 w 2220"/>
                <a:gd name="T19" fmla="*/ 39 h 81"/>
                <a:gd name="T20" fmla="*/ 383 w 2220"/>
                <a:gd name="T21" fmla="*/ 59 h 81"/>
                <a:gd name="T22" fmla="*/ 419 w 2220"/>
                <a:gd name="T23" fmla="*/ 39 h 81"/>
                <a:gd name="T24" fmla="*/ 459 w 2220"/>
                <a:gd name="T25" fmla="*/ 27 h 81"/>
                <a:gd name="T26" fmla="*/ 495 w 2220"/>
                <a:gd name="T27" fmla="*/ 23 h 81"/>
                <a:gd name="T28" fmla="*/ 535 w 2220"/>
                <a:gd name="T29" fmla="*/ 15 h 81"/>
                <a:gd name="T30" fmla="*/ 579 w 2220"/>
                <a:gd name="T31" fmla="*/ 23 h 81"/>
                <a:gd name="T32" fmla="*/ 611 w 2220"/>
                <a:gd name="T33" fmla="*/ 51 h 81"/>
                <a:gd name="T34" fmla="*/ 651 w 2220"/>
                <a:gd name="T35" fmla="*/ 39 h 81"/>
                <a:gd name="T36" fmla="*/ 695 w 2220"/>
                <a:gd name="T37" fmla="*/ 31 h 81"/>
                <a:gd name="T38" fmla="*/ 735 w 2220"/>
                <a:gd name="T39" fmla="*/ 19 h 81"/>
                <a:gd name="T40" fmla="*/ 770 w 2220"/>
                <a:gd name="T41" fmla="*/ 19 h 81"/>
                <a:gd name="T42" fmla="*/ 806 w 2220"/>
                <a:gd name="T43" fmla="*/ 43 h 81"/>
                <a:gd name="T44" fmla="*/ 842 w 2220"/>
                <a:gd name="T45" fmla="*/ 51 h 81"/>
                <a:gd name="T46" fmla="*/ 878 w 2220"/>
                <a:gd name="T47" fmla="*/ 43 h 81"/>
                <a:gd name="T48" fmla="*/ 918 w 2220"/>
                <a:gd name="T49" fmla="*/ 35 h 81"/>
                <a:gd name="T50" fmla="*/ 954 w 2220"/>
                <a:gd name="T51" fmla="*/ 35 h 81"/>
                <a:gd name="T52" fmla="*/ 994 w 2220"/>
                <a:gd name="T53" fmla="*/ 31 h 81"/>
                <a:gd name="T54" fmla="*/ 1030 w 2220"/>
                <a:gd name="T55" fmla="*/ 15 h 81"/>
                <a:gd name="T56" fmla="*/ 1074 w 2220"/>
                <a:gd name="T57" fmla="*/ 15 h 81"/>
                <a:gd name="T58" fmla="*/ 1109 w 2220"/>
                <a:gd name="T59" fmla="*/ 39 h 81"/>
                <a:gd name="T60" fmla="*/ 1145 w 2220"/>
                <a:gd name="T61" fmla="*/ 47 h 81"/>
                <a:gd name="T62" fmla="*/ 1185 w 2220"/>
                <a:gd name="T63" fmla="*/ 31 h 81"/>
                <a:gd name="T64" fmla="*/ 1229 w 2220"/>
                <a:gd name="T65" fmla="*/ 11 h 81"/>
                <a:gd name="T66" fmla="*/ 1269 w 2220"/>
                <a:gd name="T67" fmla="*/ 7 h 81"/>
                <a:gd name="T68" fmla="*/ 1301 w 2220"/>
                <a:gd name="T69" fmla="*/ 15 h 81"/>
                <a:gd name="T70" fmla="*/ 1337 w 2220"/>
                <a:gd name="T71" fmla="*/ 43 h 81"/>
                <a:gd name="T72" fmla="*/ 1373 w 2220"/>
                <a:gd name="T73" fmla="*/ 55 h 81"/>
                <a:gd name="T74" fmla="*/ 1409 w 2220"/>
                <a:gd name="T75" fmla="*/ 31 h 81"/>
                <a:gd name="T76" fmla="*/ 1449 w 2220"/>
                <a:gd name="T77" fmla="*/ 19 h 81"/>
                <a:gd name="T78" fmla="*/ 1484 w 2220"/>
                <a:gd name="T79" fmla="*/ 15 h 81"/>
                <a:gd name="T80" fmla="*/ 1524 w 2220"/>
                <a:gd name="T81" fmla="*/ 11 h 81"/>
                <a:gd name="T82" fmla="*/ 1572 w 2220"/>
                <a:gd name="T83" fmla="*/ 39 h 81"/>
                <a:gd name="T84" fmla="*/ 1608 w 2220"/>
                <a:gd name="T85" fmla="*/ 59 h 81"/>
                <a:gd name="T86" fmla="*/ 1648 w 2220"/>
                <a:gd name="T87" fmla="*/ 47 h 81"/>
                <a:gd name="T88" fmla="*/ 1684 w 2220"/>
                <a:gd name="T89" fmla="*/ 27 h 81"/>
                <a:gd name="T90" fmla="*/ 1724 w 2220"/>
                <a:gd name="T91" fmla="*/ 15 h 81"/>
                <a:gd name="T92" fmla="*/ 1760 w 2220"/>
                <a:gd name="T93" fmla="*/ 7 h 81"/>
                <a:gd name="T94" fmla="*/ 1804 w 2220"/>
                <a:gd name="T95" fmla="*/ 27 h 81"/>
                <a:gd name="T96" fmla="*/ 1840 w 2220"/>
                <a:gd name="T97" fmla="*/ 39 h 81"/>
                <a:gd name="T98" fmla="*/ 1875 w 2220"/>
                <a:gd name="T99" fmla="*/ 27 h 81"/>
                <a:gd name="T100" fmla="*/ 1911 w 2220"/>
                <a:gd name="T101" fmla="*/ 7 h 81"/>
                <a:gd name="T102" fmla="*/ 1951 w 2220"/>
                <a:gd name="T103" fmla="*/ 0 h 81"/>
                <a:gd name="T104" fmla="*/ 1995 w 2220"/>
                <a:gd name="T105" fmla="*/ 7 h 81"/>
                <a:gd name="T106" fmla="*/ 2031 w 2220"/>
                <a:gd name="T107" fmla="*/ 23 h 81"/>
                <a:gd name="T108" fmla="*/ 2071 w 2220"/>
                <a:gd name="T109" fmla="*/ 35 h 81"/>
                <a:gd name="T110" fmla="*/ 2103 w 2220"/>
                <a:gd name="T111" fmla="*/ 15 h 81"/>
                <a:gd name="T112" fmla="*/ 2143 w 2220"/>
                <a:gd name="T113" fmla="*/ 35 h 81"/>
                <a:gd name="T114" fmla="*/ 2175 w 2220"/>
                <a:gd name="T115" fmla="*/ 55 h 81"/>
                <a:gd name="T116" fmla="*/ 2211 w 2220"/>
                <a:gd name="T117" fmla="*/ 6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20" h="81">
                  <a:moveTo>
                    <a:pt x="0" y="77"/>
                  </a:moveTo>
                  <a:lnTo>
                    <a:pt x="0" y="71"/>
                  </a:lnTo>
                  <a:lnTo>
                    <a:pt x="0" y="80"/>
                  </a:lnTo>
                  <a:lnTo>
                    <a:pt x="24" y="47"/>
                  </a:lnTo>
                  <a:lnTo>
                    <a:pt x="36" y="47"/>
                  </a:lnTo>
                  <a:lnTo>
                    <a:pt x="48" y="55"/>
                  </a:lnTo>
                  <a:lnTo>
                    <a:pt x="64" y="47"/>
                  </a:lnTo>
                  <a:lnTo>
                    <a:pt x="80" y="35"/>
                  </a:lnTo>
                  <a:lnTo>
                    <a:pt x="92" y="31"/>
                  </a:lnTo>
                  <a:lnTo>
                    <a:pt x="104" y="31"/>
                  </a:lnTo>
                  <a:lnTo>
                    <a:pt x="116" y="27"/>
                  </a:lnTo>
                  <a:lnTo>
                    <a:pt x="128" y="23"/>
                  </a:lnTo>
                  <a:lnTo>
                    <a:pt x="140" y="23"/>
                  </a:lnTo>
                  <a:lnTo>
                    <a:pt x="152" y="27"/>
                  </a:lnTo>
                  <a:lnTo>
                    <a:pt x="164" y="27"/>
                  </a:lnTo>
                  <a:lnTo>
                    <a:pt x="176" y="31"/>
                  </a:lnTo>
                  <a:lnTo>
                    <a:pt x="188" y="39"/>
                  </a:lnTo>
                  <a:lnTo>
                    <a:pt x="200" y="43"/>
                  </a:lnTo>
                  <a:lnTo>
                    <a:pt x="212" y="47"/>
                  </a:lnTo>
                  <a:lnTo>
                    <a:pt x="224" y="51"/>
                  </a:lnTo>
                  <a:lnTo>
                    <a:pt x="236" y="55"/>
                  </a:lnTo>
                  <a:lnTo>
                    <a:pt x="252" y="51"/>
                  </a:lnTo>
                  <a:lnTo>
                    <a:pt x="268" y="43"/>
                  </a:lnTo>
                  <a:lnTo>
                    <a:pt x="276" y="31"/>
                  </a:lnTo>
                  <a:lnTo>
                    <a:pt x="288" y="31"/>
                  </a:lnTo>
                  <a:lnTo>
                    <a:pt x="300" y="27"/>
                  </a:lnTo>
                  <a:lnTo>
                    <a:pt x="312" y="23"/>
                  </a:lnTo>
                  <a:lnTo>
                    <a:pt x="324" y="19"/>
                  </a:lnTo>
                  <a:lnTo>
                    <a:pt x="336" y="31"/>
                  </a:lnTo>
                  <a:lnTo>
                    <a:pt x="348" y="39"/>
                  </a:lnTo>
                  <a:lnTo>
                    <a:pt x="360" y="51"/>
                  </a:lnTo>
                  <a:lnTo>
                    <a:pt x="371" y="59"/>
                  </a:lnTo>
                  <a:lnTo>
                    <a:pt x="383" y="59"/>
                  </a:lnTo>
                  <a:lnTo>
                    <a:pt x="395" y="51"/>
                  </a:lnTo>
                  <a:lnTo>
                    <a:pt x="407" y="47"/>
                  </a:lnTo>
                  <a:lnTo>
                    <a:pt x="419" y="39"/>
                  </a:lnTo>
                  <a:lnTo>
                    <a:pt x="431" y="35"/>
                  </a:lnTo>
                  <a:lnTo>
                    <a:pt x="443" y="31"/>
                  </a:lnTo>
                  <a:lnTo>
                    <a:pt x="459" y="27"/>
                  </a:lnTo>
                  <a:lnTo>
                    <a:pt x="471" y="27"/>
                  </a:lnTo>
                  <a:lnTo>
                    <a:pt x="483" y="23"/>
                  </a:lnTo>
                  <a:lnTo>
                    <a:pt x="495" y="23"/>
                  </a:lnTo>
                  <a:lnTo>
                    <a:pt x="507" y="23"/>
                  </a:lnTo>
                  <a:lnTo>
                    <a:pt x="519" y="19"/>
                  </a:lnTo>
                  <a:lnTo>
                    <a:pt x="535" y="15"/>
                  </a:lnTo>
                  <a:lnTo>
                    <a:pt x="551" y="15"/>
                  </a:lnTo>
                  <a:lnTo>
                    <a:pt x="567" y="11"/>
                  </a:lnTo>
                  <a:lnTo>
                    <a:pt x="579" y="23"/>
                  </a:lnTo>
                  <a:lnTo>
                    <a:pt x="587" y="35"/>
                  </a:lnTo>
                  <a:lnTo>
                    <a:pt x="595" y="47"/>
                  </a:lnTo>
                  <a:lnTo>
                    <a:pt x="611" y="51"/>
                  </a:lnTo>
                  <a:lnTo>
                    <a:pt x="623" y="47"/>
                  </a:lnTo>
                  <a:lnTo>
                    <a:pt x="639" y="43"/>
                  </a:lnTo>
                  <a:lnTo>
                    <a:pt x="651" y="39"/>
                  </a:lnTo>
                  <a:lnTo>
                    <a:pt x="667" y="35"/>
                  </a:lnTo>
                  <a:lnTo>
                    <a:pt x="683" y="35"/>
                  </a:lnTo>
                  <a:lnTo>
                    <a:pt x="695" y="31"/>
                  </a:lnTo>
                  <a:lnTo>
                    <a:pt x="707" y="27"/>
                  </a:lnTo>
                  <a:lnTo>
                    <a:pt x="723" y="23"/>
                  </a:lnTo>
                  <a:lnTo>
                    <a:pt x="735" y="19"/>
                  </a:lnTo>
                  <a:lnTo>
                    <a:pt x="746" y="15"/>
                  </a:lnTo>
                  <a:lnTo>
                    <a:pt x="758" y="11"/>
                  </a:lnTo>
                  <a:lnTo>
                    <a:pt x="770" y="19"/>
                  </a:lnTo>
                  <a:lnTo>
                    <a:pt x="782" y="27"/>
                  </a:lnTo>
                  <a:lnTo>
                    <a:pt x="794" y="35"/>
                  </a:lnTo>
                  <a:lnTo>
                    <a:pt x="806" y="43"/>
                  </a:lnTo>
                  <a:lnTo>
                    <a:pt x="818" y="51"/>
                  </a:lnTo>
                  <a:lnTo>
                    <a:pt x="830" y="51"/>
                  </a:lnTo>
                  <a:lnTo>
                    <a:pt x="842" y="51"/>
                  </a:lnTo>
                  <a:lnTo>
                    <a:pt x="854" y="47"/>
                  </a:lnTo>
                  <a:lnTo>
                    <a:pt x="866" y="43"/>
                  </a:lnTo>
                  <a:lnTo>
                    <a:pt x="878" y="43"/>
                  </a:lnTo>
                  <a:lnTo>
                    <a:pt x="890" y="39"/>
                  </a:lnTo>
                  <a:lnTo>
                    <a:pt x="906" y="39"/>
                  </a:lnTo>
                  <a:lnTo>
                    <a:pt x="918" y="35"/>
                  </a:lnTo>
                  <a:lnTo>
                    <a:pt x="930" y="35"/>
                  </a:lnTo>
                  <a:lnTo>
                    <a:pt x="942" y="35"/>
                  </a:lnTo>
                  <a:lnTo>
                    <a:pt x="954" y="35"/>
                  </a:lnTo>
                  <a:lnTo>
                    <a:pt x="966" y="35"/>
                  </a:lnTo>
                  <a:lnTo>
                    <a:pt x="978" y="35"/>
                  </a:lnTo>
                  <a:lnTo>
                    <a:pt x="994" y="31"/>
                  </a:lnTo>
                  <a:lnTo>
                    <a:pt x="1006" y="27"/>
                  </a:lnTo>
                  <a:lnTo>
                    <a:pt x="1018" y="19"/>
                  </a:lnTo>
                  <a:lnTo>
                    <a:pt x="1030" y="15"/>
                  </a:lnTo>
                  <a:lnTo>
                    <a:pt x="1042" y="11"/>
                  </a:lnTo>
                  <a:lnTo>
                    <a:pt x="1058" y="7"/>
                  </a:lnTo>
                  <a:lnTo>
                    <a:pt x="1074" y="15"/>
                  </a:lnTo>
                  <a:lnTo>
                    <a:pt x="1086" y="27"/>
                  </a:lnTo>
                  <a:lnTo>
                    <a:pt x="1098" y="35"/>
                  </a:lnTo>
                  <a:lnTo>
                    <a:pt x="1109" y="39"/>
                  </a:lnTo>
                  <a:lnTo>
                    <a:pt x="1121" y="47"/>
                  </a:lnTo>
                  <a:lnTo>
                    <a:pt x="1133" y="47"/>
                  </a:lnTo>
                  <a:lnTo>
                    <a:pt x="1145" y="47"/>
                  </a:lnTo>
                  <a:lnTo>
                    <a:pt x="1161" y="43"/>
                  </a:lnTo>
                  <a:lnTo>
                    <a:pt x="1173" y="39"/>
                  </a:lnTo>
                  <a:lnTo>
                    <a:pt x="1185" y="31"/>
                  </a:lnTo>
                  <a:lnTo>
                    <a:pt x="1201" y="23"/>
                  </a:lnTo>
                  <a:lnTo>
                    <a:pt x="1213" y="19"/>
                  </a:lnTo>
                  <a:lnTo>
                    <a:pt x="1229" y="11"/>
                  </a:lnTo>
                  <a:lnTo>
                    <a:pt x="1241" y="11"/>
                  </a:lnTo>
                  <a:lnTo>
                    <a:pt x="1253" y="11"/>
                  </a:lnTo>
                  <a:lnTo>
                    <a:pt x="1269" y="7"/>
                  </a:lnTo>
                  <a:lnTo>
                    <a:pt x="1281" y="3"/>
                  </a:lnTo>
                  <a:lnTo>
                    <a:pt x="1293" y="3"/>
                  </a:lnTo>
                  <a:lnTo>
                    <a:pt x="1301" y="15"/>
                  </a:lnTo>
                  <a:lnTo>
                    <a:pt x="1313" y="23"/>
                  </a:lnTo>
                  <a:lnTo>
                    <a:pt x="1325" y="31"/>
                  </a:lnTo>
                  <a:lnTo>
                    <a:pt x="1337" y="43"/>
                  </a:lnTo>
                  <a:lnTo>
                    <a:pt x="1349" y="51"/>
                  </a:lnTo>
                  <a:lnTo>
                    <a:pt x="1361" y="55"/>
                  </a:lnTo>
                  <a:lnTo>
                    <a:pt x="1373" y="55"/>
                  </a:lnTo>
                  <a:lnTo>
                    <a:pt x="1385" y="47"/>
                  </a:lnTo>
                  <a:lnTo>
                    <a:pt x="1397" y="39"/>
                  </a:lnTo>
                  <a:lnTo>
                    <a:pt x="1409" y="31"/>
                  </a:lnTo>
                  <a:lnTo>
                    <a:pt x="1421" y="27"/>
                  </a:lnTo>
                  <a:lnTo>
                    <a:pt x="1433" y="23"/>
                  </a:lnTo>
                  <a:lnTo>
                    <a:pt x="1449" y="19"/>
                  </a:lnTo>
                  <a:lnTo>
                    <a:pt x="1461" y="19"/>
                  </a:lnTo>
                  <a:lnTo>
                    <a:pt x="1473" y="19"/>
                  </a:lnTo>
                  <a:lnTo>
                    <a:pt x="1484" y="15"/>
                  </a:lnTo>
                  <a:lnTo>
                    <a:pt x="1496" y="15"/>
                  </a:lnTo>
                  <a:lnTo>
                    <a:pt x="1508" y="7"/>
                  </a:lnTo>
                  <a:lnTo>
                    <a:pt x="1524" y="11"/>
                  </a:lnTo>
                  <a:lnTo>
                    <a:pt x="1544" y="23"/>
                  </a:lnTo>
                  <a:lnTo>
                    <a:pt x="1556" y="27"/>
                  </a:lnTo>
                  <a:lnTo>
                    <a:pt x="1572" y="39"/>
                  </a:lnTo>
                  <a:lnTo>
                    <a:pt x="1584" y="43"/>
                  </a:lnTo>
                  <a:lnTo>
                    <a:pt x="1596" y="51"/>
                  </a:lnTo>
                  <a:lnTo>
                    <a:pt x="1608" y="59"/>
                  </a:lnTo>
                  <a:lnTo>
                    <a:pt x="1620" y="59"/>
                  </a:lnTo>
                  <a:lnTo>
                    <a:pt x="1632" y="55"/>
                  </a:lnTo>
                  <a:lnTo>
                    <a:pt x="1648" y="47"/>
                  </a:lnTo>
                  <a:lnTo>
                    <a:pt x="1660" y="35"/>
                  </a:lnTo>
                  <a:lnTo>
                    <a:pt x="1672" y="31"/>
                  </a:lnTo>
                  <a:lnTo>
                    <a:pt x="1684" y="27"/>
                  </a:lnTo>
                  <a:lnTo>
                    <a:pt x="1696" y="23"/>
                  </a:lnTo>
                  <a:lnTo>
                    <a:pt x="1712" y="19"/>
                  </a:lnTo>
                  <a:lnTo>
                    <a:pt x="1724" y="15"/>
                  </a:lnTo>
                  <a:lnTo>
                    <a:pt x="1736" y="11"/>
                  </a:lnTo>
                  <a:lnTo>
                    <a:pt x="1748" y="7"/>
                  </a:lnTo>
                  <a:lnTo>
                    <a:pt x="1760" y="7"/>
                  </a:lnTo>
                  <a:lnTo>
                    <a:pt x="1772" y="11"/>
                  </a:lnTo>
                  <a:lnTo>
                    <a:pt x="1792" y="19"/>
                  </a:lnTo>
                  <a:lnTo>
                    <a:pt x="1804" y="27"/>
                  </a:lnTo>
                  <a:lnTo>
                    <a:pt x="1816" y="31"/>
                  </a:lnTo>
                  <a:lnTo>
                    <a:pt x="1828" y="35"/>
                  </a:lnTo>
                  <a:lnTo>
                    <a:pt x="1840" y="39"/>
                  </a:lnTo>
                  <a:lnTo>
                    <a:pt x="1851" y="39"/>
                  </a:lnTo>
                  <a:lnTo>
                    <a:pt x="1863" y="31"/>
                  </a:lnTo>
                  <a:lnTo>
                    <a:pt x="1875" y="27"/>
                  </a:lnTo>
                  <a:lnTo>
                    <a:pt x="1887" y="19"/>
                  </a:lnTo>
                  <a:lnTo>
                    <a:pt x="1899" y="11"/>
                  </a:lnTo>
                  <a:lnTo>
                    <a:pt x="1911" y="7"/>
                  </a:lnTo>
                  <a:lnTo>
                    <a:pt x="1927" y="3"/>
                  </a:lnTo>
                  <a:lnTo>
                    <a:pt x="1939" y="0"/>
                  </a:lnTo>
                  <a:lnTo>
                    <a:pt x="1951" y="0"/>
                  </a:lnTo>
                  <a:lnTo>
                    <a:pt x="1967" y="0"/>
                  </a:lnTo>
                  <a:lnTo>
                    <a:pt x="1979" y="3"/>
                  </a:lnTo>
                  <a:lnTo>
                    <a:pt x="1995" y="7"/>
                  </a:lnTo>
                  <a:lnTo>
                    <a:pt x="2007" y="11"/>
                  </a:lnTo>
                  <a:lnTo>
                    <a:pt x="2019" y="19"/>
                  </a:lnTo>
                  <a:lnTo>
                    <a:pt x="2031" y="23"/>
                  </a:lnTo>
                  <a:lnTo>
                    <a:pt x="2047" y="27"/>
                  </a:lnTo>
                  <a:lnTo>
                    <a:pt x="2059" y="35"/>
                  </a:lnTo>
                  <a:lnTo>
                    <a:pt x="2071" y="35"/>
                  </a:lnTo>
                  <a:lnTo>
                    <a:pt x="2079" y="23"/>
                  </a:lnTo>
                  <a:lnTo>
                    <a:pt x="2091" y="15"/>
                  </a:lnTo>
                  <a:lnTo>
                    <a:pt x="2103" y="15"/>
                  </a:lnTo>
                  <a:lnTo>
                    <a:pt x="2115" y="19"/>
                  </a:lnTo>
                  <a:lnTo>
                    <a:pt x="2131" y="27"/>
                  </a:lnTo>
                  <a:lnTo>
                    <a:pt x="2143" y="35"/>
                  </a:lnTo>
                  <a:lnTo>
                    <a:pt x="2155" y="39"/>
                  </a:lnTo>
                  <a:lnTo>
                    <a:pt x="2163" y="51"/>
                  </a:lnTo>
                  <a:lnTo>
                    <a:pt x="2175" y="55"/>
                  </a:lnTo>
                  <a:lnTo>
                    <a:pt x="2187" y="59"/>
                  </a:lnTo>
                  <a:lnTo>
                    <a:pt x="2199" y="67"/>
                  </a:lnTo>
                  <a:lnTo>
                    <a:pt x="2211" y="67"/>
                  </a:lnTo>
                  <a:lnTo>
                    <a:pt x="2219" y="75"/>
                  </a:lnTo>
                  <a:lnTo>
                    <a:pt x="2214" y="73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91" name="Group 23">
              <a:extLst>
                <a:ext uri="{FF2B5EF4-FFF2-40B4-BE49-F238E27FC236}">
                  <a16:creationId xmlns:a16="http://schemas.microsoft.com/office/drawing/2014/main" id="{E72A36FC-273F-9A12-58F2-4B2EFC233A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" y="594"/>
              <a:ext cx="2448" cy="151"/>
              <a:chOff x="20" y="594"/>
              <a:chExt cx="2448" cy="151"/>
            </a:xfrm>
          </p:grpSpPr>
          <p:sp>
            <p:nvSpPr>
              <p:cNvPr id="7189" name="Freeform 21">
                <a:extLst>
                  <a:ext uri="{FF2B5EF4-FFF2-40B4-BE49-F238E27FC236}">
                    <a16:creationId xmlns:a16="http://schemas.microsoft.com/office/drawing/2014/main" id="{722BD153-561B-2626-0616-C2F6B49F2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" y="594"/>
                <a:ext cx="2420" cy="151"/>
              </a:xfrm>
              <a:custGeom>
                <a:avLst/>
                <a:gdLst>
                  <a:gd name="T0" fmla="*/ 75 w 2420"/>
                  <a:gd name="T1" fmla="*/ 48 h 151"/>
                  <a:gd name="T2" fmla="*/ 163 w 2420"/>
                  <a:gd name="T3" fmla="*/ 39 h 151"/>
                  <a:gd name="T4" fmla="*/ 241 w 2420"/>
                  <a:gd name="T5" fmla="*/ 33 h 151"/>
                  <a:gd name="T6" fmla="*/ 319 w 2420"/>
                  <a:gd name="T7" fmla="*/ 48 h 151"/>
                  <a:gd name="T8" fmla="*/ 404 w 2420"/>
                  <a:gd name="T9" fmla="*/ 42 h 151"/>
                  <a:gd name="T10" fmla="*/ 489 w 2420"/>
                  <a:gd name="T11" fmla="*/ 18 h 151"/>
                  <a:gd name="T12" fmla="*/ 571 w 2420"/>
                  <a:gd name="T13" fmla="*/ 45 h 151"/>
                  <a:gd name="T14" fmla="*/ 652 w 2420"/>
                  <a:gd name="T15" fmla="*/ 27 h 151"/>
                  <a:gd name="T16" fmla="*/ 741 w 2420"/>
                  <a:gd name="T17" fmla="*/ 33 h 151"/>
                  <a:gd name="T18" fmla="*/ 822 w 2420"/>
                  <a:gd name="T19" fmla="*/ 21 h 151"/>
                  <a:gd name="T20" fmla="*/ 907 w 2420"/>
                  <a:gd name="T21" fmla="*/ 42 h 151"/>
                  <a:gd name="T22" fmla="*/ 985 w 2420"/>
                  <a:gd name="T23" fmla="*/ 60 h 151"/>
                  <a:gd name="T24" fmla="*/ 1064 w 2420"/>
                  <a:gd name="T25" fmla="*/ 30 h 151"/>
                  <a:gd name="T26" fmla="*/ 1136 w 2420"/>
                  <a:gd name="T27" fmla="*/ 57 h 151"/>
                  <a:gd name="T28" fmla="*/ 1217 w 2420"/>
                  <a:gd name="T29" fmla="*/ 24 h 151"/>
                  <a:gd name="T30" fmla="*/ 1305 w 2420"/>
                  <a:gd name="T31" fmla="*/ 51 h 151"/>
                  <a:gd name="T32" fmla="*/ 1390 w 2420"/>
                  <a:gd name="T33" fmla="*/ 42 h 151"/>
                  <a:gd name="T34" fmla="*/ 1482 w 2420"/>
                  <a:gd name="T35" fmla="*/ 27 h 151"/>
                  <a:gd name="T36" fmla="*/ 1566 w 2420"/>
                  <a:gd name="T37" fmla="*/ 42 h 151"/>
                  <a:gd name="T38" fmla="*/ 1651 w 2420"/>
                  <a:gd name="T39" fmla="*/ 33 h 151"/>
                  <a:gd name="T40" fmla="*/ 1723 w 2420"/>
                  <a:gd name="T41" fmla="*/ 54 h 151"/>
                  <a:gd name="T42" fmla="*/ 1808 w 2420"/>
                  <a:gd name="T43" fmla="*/ 81 h 151"/>
                  <a:gd name="T44" fmla="*/ 1880 w 2420"/>
                  <a:gd name="T45" fmla="*/ 39 h 151"/>
                  <a:gd name="T46" fmla="*/ 1952 w 2420"/>
                  <a:gd name="T47" fmla="*/ 45 h 151"/>
                  <a:gd name="T48" fmla="*/ 2030 w 2420"/>
                  <a:gd name="T49" fmla="*/ 54 h 151"/>
                  <a:gd name="T50" fmla="*/ 2125 w 2420"/>
                  <a:gd name="T51" fmla="*/ 57 h 151"/>
                  <a:gd name="T52" fmla="*/ 2206 w 2420"/>
                  <a:gd name="T53" fmla="*/ 15 h 151"/>
                  <a:gd name="T54" fmla="*/ 2288 w 2420"/>
                  <a:gd name="T55" fmla="*/ 45 h 151"/>
                  <a:gd name="T56" fmla="*/ 2370 w 2420"/>
                  <a:gd name="T57" fmla="*/ 39 h 151"/>
                  <a:gd name="T58" fmla="*/ 2399 w 2420"/>
                  <a:gd name="T59" fmla="*/ 105 h 151"/>
                  <a:gd name="T60" fmla="*/ 2327 w 2420"/>
                  <a:gd name="T61" fmla="*/ 93 h 151"/>
                  <a:gd name="T62" fmla="*/ 2255 w 2420"/>
                  <a:gd name="T63" fmla="*/ 93 h 151"/>
                  <a:gd name="T64" fmla="*/ 2174 w 2420"/>
                  <a:gd name="T65" fmla="*/ 84 h 151"/>
                  <a:gd name="T66" fmla="*/ 2095 w 2420"/>
                  <a:gd name="T67" fmla="*/ 99 h 151"/>
                  <a:gd name="T68" fmla="*/ 2010 w 2420"/>
                  <a:gd name="T69" fmla="*/ 87 h 151"/>
                  <a:gd name="T70" fmla="*/ 1932 w 2420"/>
                  <a:gd name="T71" fmla="*/ 105 h 151"/>
                  <a:gd name="T72" fmla="*/ 1850 w 2420"/>
                  <a:gd name="T73" fmla="*/ 108 h 151"/>
                  <a:gd name="T74" fmla="*/ 1766 w 2420"/>
                  <a:gd name="T75" fmla="*/ 96 h 151"/>
                  <a:gd name="T76" fmla="*/ 1677 w 2420"/>
                  <a:gd name="T77" fmla="*/ 123 h 151"/>
                  <a:gd name="T78" fmla="*/ 1602 w 2420"/>
                  <a:gd name="T79" fmla="*/ 102 h 151"/>
                  <a:gd name="T80" fmla="*/ 1524 w 2420"/>
                  <a:gd name="T81" fmla="*/ 90 h 151"/>
                  <a:gd name="T82" fmla="*/ 1452 w 2420"/>
                  <a:gd name="T83" fmla="*/ 111 h 151"/>
                  <a:gd name="T84" fmla="*/ 1371 w 2420"/>
                  <a:gd name="T85" fmla="*/ 96 h 151"/>
                  <a:gd name="T86" fmla="*/ 1286 w 2420"/>
                  <a:gd name="T87" fmla="*/ 84 h 151"/>
                  <a:gd name="T88" fmla="*/ 1211 w 2420"/>
                  <a:gd name="T89" fmla="*/ 123 h 151"/>
                  <a:gd name="T90" fmla="*/ 1122 w 2420"/>
                  <a:gd name="T91" fmla="*/ 93 h 151"/>
                  <a:gd name="T92" fmla="*/ 1044 w 2420"/>
                  <a:gd name="T93" fmla="*/ 78 h 151"/>
                  <a:gd name="T94" fmla="*/ 953 w 2420"/>
                  <a:gd name="T95" fmla="*/ 93 h 151"/>
                  <a:gd name="T96" fmla="*/ 878 w 2420"/>
                  <a:gd name="T97" fmla="*/ 96 h 151"/>
                  <a:gd name="T98" fmla="*/ 786 w 2420"/>
                  <a:gd name="T99" fmla="*/ 81 h 151"/>
                  <a:gd name="T100" fmla="*/ 695 w 2420"/>
                  <a:gd name="T101" fmla="*/ 96 h 151"/>
                  <a:gd name="T102" fmla="*/ 623 w 2420"/>
                  <a:gd name="T103" fmla="*/ 72 h 151"/>
                  <a:gd name="T104" fmla="*/ 538 w 2420"/>
                  <a:gd name="T105" fmla="*/ 84 h 151"/>
                  <a:gd name="T106" fmla="*/ 457 w 2420"/>
                  <a:gd name="T107" fmla="*/ 72 h 151"/>
                  <a:gd name="T108" fmla="*/ 378 w 2420"/>
                  <a:gd name="T109" fmla="*/ 93 h 151"/>
                  <a:gd name="T110" fmla="*/ 287 w 2420"/>
                  <a:gd name="T111" fmla="*/ 84 h 151"/>
                  <a:gd name="T112" fmla="*/ 202 w 2420"/>
                  <a:gd name="T113" fmla="*/ 102 h 151"/>
                  <a:gd name="T114" fmla="*/ 124 w 2420"/>
                  <a:gd name="T115" fmla="*/ 108 h 151"/>
                  <a:gd name="T116" fmla="*/ 39 w 2420"/>
                  <a:gd name="T117" fmla="*/ 12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20" h="151">
                    <a:moveTo>
                      <a:pt x="3" y="0"/>
                    </a:moveTo>
                    <a:lnTo>
                      <a:pt x="16" y="9"/>
                    </a:lnTo>
                    <a:lnTo>
                      <a:pt x="22" y="18"/>
                    </a:lnTo>
                    <a:lnTo>
                      <a:pt x="32" y="21"/>
                    </a:lnTo>
                    <a:lnTo>
                      <a:pt x="42" y="30"/>
                    </a:lnTo>
                    <a:lnTo>
                      <a:pt x="52" y="36"/>
                    </a:lnTo>
                    <a:lnTo>
                      <a:pt x="62" y="45"/>
                    </a:lnTo>
                    <a:lnTo>
                      <a:pt x="75" y="48"/>
                    </a:lnTo>
                    <a:lnTo>
                      <a:pt x="91" y="54"/>
                    </a:lnTo>
                    <a:lnTo>
                      <a:pt x="104" y="57"/>
                    </a:lnTo>
                    <a:lnTo>
                      <a:pt x="114" y="63"/>
                    </a:lnTo>
                    <a:lnTo>
                      <a:pt x="124" y="66"/>
                    </a:lnTo>
                    <a:lnTo>
                      <a:pt x="133" y="60"/>
                    </a:lnTo>
                    <a:lnTo>
                      <a:pt x="143" y="54"/>
                    </a:lnTo>
                    <a:lnTo>
                      <a:pt x="153" y="48"/>
                    </a:lnTo>
                    <a:lnTo>
                      <a:pt x="163" y="39"/>
                    </a:lnTo>
                    <a:lnTo>
                      <a:pt x="169" y="30"/>
                    </a:lnTo>
                    <a:lnTo>
                      <a:pt x="179" y="30"/>
                    </a:lnTo>
                    <a:lnTo>
                      <a:pt x="186" y="42"/>
                    </a:lnTo>
                    <a:lnTo>
                      <a:pt x="189" y="51"/>
                    </a:lnTo>
                    <a:lnTo>
                      <a:pt x="202" y="45"/>
                    </a:lnTo>
                    <a:lnTo>
                      <a:pt x="215" y="39"/>
                    </a:lnTo>
                    <a:lnTo>
                      <a:pt x="231" y="36"/>
                    </a:lnTo>
                    <a:lnTo>
                      <a:pt x="241" y="33"/>
                    </a:lnTo>
                    <a:lnTo>
                      <a:pt x="251" y="33"/>
                    </a:lnTo>
                    <a:lnTo>
                      <a:pt x="261" y="27"/>
                    </a:lnTo>
                    <a:lnTo>
                      <a:pt x="270" y="27"/>
                    </a:lnTo>
                    <a:lnTo>
                      <a:pt x="280" y="36"/>
                    </a:lnTo>
                    <a:lnTo>
                      <a:pt x="290" y="45"/>
                    </a:lnTo>
                    <a:lnTo>
                      <a:pt x="300" y="48"/>
                    </a:lnTo>
                    <a:lnTo>
                      <a:pt x="310" y="48"/>
                    </a:lnTo>
                    <a:lnTo>
                      <a:pt x="319" y="48"/>
                    </a:lnTo>
                    <a:lnTo>
                      <a:pt x="332" y="51"/>
                    </a:lnTo>
                    <a:lnTo>
                      <a:pt x="342" y="51"/>
                    </a:lnTo>
                    <a:lnTo>
                      <a:pt x="352" y="51"/>
                    </a:lnTo>
                    <a:lnTo>
                      <a:pt x="362" y="51"/>
                    </a:lnTo>
                    <a:lnTo>
                      <a:pt x="372" y="48"/>
                    </a:lnTo>
                    <a:lnTo>
                      <a:pt x="385" y="45"/>
                    </a:lnTo>
                    <a:lnTo>
                      <a:pt x="395" y="45"/>
                    </a:lnTo>
                    <a:lnTo>
                      <a:pt x="404" y="42"/>
                    </a:lnTo>
                    <a:lnTo>
                      <a:pt x="414" y="39"/>
                    </a:lnTo>
                    <a:lnTo>
                      <a:pt x="424" y="36"/>
                    </a:lnTo>
                    <a:lnTo>
                      <a:pt x="434" y="36"/>
                    </a:lnTo>
                    <a:lnTo>
                      <a:pt x="443" y="33"/>
                    </a:lnTo>
                    <a:lnTo>
                      <a:pt x="453" y="27"/>
                    </a:lnTo>
                    <a:lnTo>
                      <a:pt x="463" y="24"/>
                    </a:lnTo>
                    <a:lnTo>
                      <a:pt x="476" y="24"/>
                    </a:lnTo>
                    <a:lnTo>
                      <a:pt x="489" y="18"/>
                    </a:lnTo>
                    <a:lnTo>
                      <a:pt x="499" y="18"/>
                    </a:lnTo>
                    <a:lnTo>
                      <a:pt x="509" y="15"/>
                    </a:lnTo>
                    <a:lnTo>
                      <a:pt x="522" y="18"/>
                    </a:lnTo>
                    <a:lnTo>
                      <a:pt x="532" y="24"/>
                    </a:lnTo>
                    <a:lnTo>
                      <a:pt x="541" y="27"/>
                    </a:lnTo>
                    <a:lnTo>
                      <a:pt x="551" y="33"/>
                    </a:lnTo>
                    <a:lnTo>
                      <a:pt x="561" y="39"/>
                    </a:lnTo>
                    <a:lnTo>
                      <a:pt x="571" y="45"/>
                    </a:lnTo>
                    <a:lnTo>
                      <a:pt x="581" y="45"/>
                    </a:lnTo>
                    <a:lnTo>
                      <a:pt x="590" y="45"/>
                    </a:lnTo>
                    <a:lnTo>
                      <a:pt x="600" y="42"/>
                    </a:lnTo>
                    <a:lnTo>
                      <a:pt x="610" y="39"/>
                    </a:lnTo>
                    <a:lnTo>
                      <a:pt x="620" y="36"/>
                    </a:lnTo>
                    <a:lnTo>
                      <a:pt x="633" y="33"/>
                    </a:lnTo>
                    <a:lnTo>
                      <a:pt x="643" y="30"/>
                    </a:lnTo>
                    <a:lnTo>
                      <a:pt x="652" y="27"/>
                    </a:lnTo>
                    <a:lnTo>
                      <a:pt x="662" y="24"/>
                    </a:lnTo>
                    <a:lnTo>
                      <a:pt x="672" y="18"/>
                    </a:lnTo>
                    <a:lnTo>
                      <a:pt x="685" y="12"/>
                    </a:lnTo>
                    <a:lnTo>
                      <a:pt x="695" y="12"/>
                    </a:lnTo>
                    <a:lnTo>
                      <a:pt x="705" y="9"/>
                    </a:lnTo>
                    <a:lnTo>
                      <a:pt x="718" y="15"/>
                    </a:lnTo>
                    <a:lnTo>
                      <a:pt x="731" y="27"/>
                    </a:lnTo>
                    <a:lnTo>
                      <a:pt x="741" y="33"/>
                    </a:lnTo>
                    <a:lnTo>
                      <a:pt x="750" y="39"/>
                    </a:lnTo>
                    <a:lnTo>
                      <a:pt x="760" y="45"/>
                    </a:lnTo>
                    <a:lnTo>
                      <a:pt x="770" y="45"/>
                    </a:lnTo>
                    <a:lnTo>
                      <a:pt x="780" y="45"/>
                    </a:lnTo>
                    <a:lnTo>
                      <a:pt x="790" y="36"/>
                    </a:lnTo>
                    <a:lnTo>
                      <a:pt x="799" y="36"/>
                    </a:lnTo>
                    <a:lnTo>
                      <a:pt x="812" y="27"/>
                    </a:lnTo>
                    <a:lnTo>
                      <a:pt x="822" y="21"/>
                    </a:lnTo>
                    <a:lnTo>
                      <a:pt x="835" y="15"/>
                    </a:lnTo>
                    <a:lnTo>
                      <a:pt x="845" y="12"/>
                    </a:lnTo>
                    <a:lnTo>
                      <a:pt x="855" y="9"/>
                    </a:lnTo>
                    <a:lnTo>
                      <a:pt x="865" y="12"/>
                    </a:lnTo>
                    <a:lnTo>
                      <a:pt x="874" y="18"/>
                    </a:lnTo>
                    <a:lnTo>
                      <a:pt x="884" y="24"/>
                    </a:lnTo>
                    <a:lnTo>
                      <a:pt x="897" y="33"/>
                    </a:lnTo>
                    <a:lnTo>
                      <a:pt x="907" y="42"/>
                    </a:lnTo>
                    <a:lnTo>
                      <a:pt x="917" y="48"/>
                    </a:lnTo>
                    <a:lnTo>
                      <a:pt x="927" y="54"/>
                    </a:lnTo>
                    <a:lnTo>
                      <a:pt x="936" y="63"/>
                    </a:lnTo>
                    <a:lnTo>
                      <a:pt x="946" y="63"/>
                    </a:lnTo>
                    <a:lnTo>
                      <a:pt x="956" y="63"/>
                    </a:lnTo>
                    <a:lnTo>
                      <a:pt x="966" y="63"/>
                    </a:lnTo>
                    <a:lnTo>
                      <a:pt x="976" y="60"/>
                    </a:lnTo>
                    <a:lnTo>
                      <a:pt x="985" y="60"/>
                    </a:lnTo>
                    <a:lnTo>
                      <a:pt x="995" y="51"/>
                    </a:lnTo>
                    <a:lnTo>
                      <a:pt x="1005" y="45"/>
                    </a:lnTo>
                    <a:lnTo>
                      <a:pt x="1015" y="42"/>
                    </a:lnTo>
                    <a:lnTo>
                      <a:pt x="1025" y="36"/>
                    </a:lnTo>
                    <a:lnTo>
                      <a:pt x="1034" y="36"/>
                    </a:lnTo>
                    <a:lnTo>
                      <a:pt x="1044" y="30"/>
                    </a:lnTo>
                    <a:lnTo>
                      <a:pt x="1054" y="30"/>
                    </a:lnTo>
                    <a:lnTo>
                      <a:pt x="1064" y="30"/>
                    </a:lnTo>
                    <a:lnTo>
                      <a:pt x="1067" y="39"/>
                    </a:lnTo>
                    <a:lnTo>
                      <a:pt x="1077" y="48"/>
                    </a:lnTo>
                    <a:lnTo>
                      <a:pt x="1087" y="51"/>
                    </a:lnTo>
                    <a:lnTo>
                      <a:pt x="1096" y="57"/>
                    </a:lnTo>
                    <a:lnTo>
                      <a:pt x="1106" y="66"/>
                    </a:lnTo>
                    <a:lnTo>
                      <a:pt x="1116" y="69"/>
                    </a:lnTo>
                    <a:lnTo>
                      <a:pt x="1126" y="63"/>
                    </a:lnTo>
                    <a:lnTo>
                      <a:pt x="1136" y="57"/>
                    </a:lnTo>
                    <a:lnTo>
                      <a:pt x="1149" y="48"/>
                    </a:lnTo>
                    <a:lnTo>
                      <a:pt x="1158" y="45"/>
                    </a:lnTo>
                    <a:lnTo>
                      <a:pt x="1168" y="39"/>
                    </a:lnTo>
                    <a:lnTo>
                      <a:pt x="1178" y="36"/>
                    </a:lnTo>
                    <a:lnTo>
                      <a:pt x="1188" y="33"/>
                    </a:lnTo>
                    <a:lnTo>
                      <a:pt x="1198" y="30"/>
                    </a:lnTo>
                    <a:lnTo>
                      <a:pt x="1207" y="27"/>
                    </a:lnTo>
                    <a:lnTo>
                      <a:pt x="1217" y="24"/>
                    </a:lnTo>
                    <a:lnTo>
                      <a:pt x="1227" y="18"/>
                    </a:lnTo>
                    <a:lnTo>
                      <a:pt x="1237" y="21"/>
                    </a:lnTo>
                    <a:lnTo>
                      <a:pt x="1253" y="30"/>
                    </a:lnTo>
                    <a:lnTo>
                      <a:pt x="1266" y="39"/>
                    </a:lnTo>
                    <a:lnTo>
                      <a:pt x="1276" y="42"/>
                    </a:lnTo>
                    <a:lnTo>
                      <a:pt x="1286" y="51"/>
                    </a:lnTo>
                    <a:lnTo>
                      <a:pt x="1296" y="54"/>
                    </a:lnTo>
                    <a:lnTo>
                      <a:pt x="1305" y="51"/>
                    </a:lnTo>
                    <a:lnTo>
                      <a:pt x="1318" y="42"/>
                    </a:lnTo>
                    <a:lnTo>
                      <a:pt x="1331" y="36"/>
                    </a:lnTo>
                    <a:lnTo>
                      <a:pt x="1341" y="36"/>
                    </a:lnTo>
                    <a:lnTo>
                      <a:pt x="1351" y="36"/>
                    </a:lnTo>
                    <a:lnTo>
                      <a:pt x="1361" y="33"/>
                    </a:lnTo>
                    <a:lnTo>
                      <a:pt x="1371" y="39"/>
                    </a:lnTo>
                    <a:lnTo>
                      <a:pt x="1380" y="42"/>
                    </a:lnTo>
                    <a:lnTo>
                      <a:pt x="1390" y="42"/>
                    </a:lnTo>
                    <a:lnTo>
                      <a:pt x="1400" y="42"/>
                    </a:lnTo>
                    <a:lnTo>
                      <a:pt x="1410" y="45"/>
                    </a:lnTo>
                    <a:lnTo>
                      <a:pt x="1420" y="45"/>
                    </a:lnTo>
                    <a:lnTo>
                      <a:pt x="1433" y="45"/>
                    </a:lnTo>
                    <a:lnTo>
                      <a:pt x="1442" y="45"/>
                    </a:lnTo>
                    <a:lnTo>
                      <a:pt x="1452" y="42"/>
                    </a:lnTo>
                    <a:lnTo>
                      <a:pt x="1462" y="36"/>
                    </a:lnTo>
                    <a:lnTo>
                      <a:pt x="1482" y="27"/>
                    </a:lnTo>
                    <a:lnTo>
                      <a:pt x="1495" y="21"/>
                    </a:lnTo>
                    <a:lnTo>
                      <a:pt x="1508" y="21"/>
                    </a:lnTo>
                    <a:lnTo>
                      <a:pt x="1521" y="15"/>
                    </a:lnTo>
                    <a:lnTo>
                      <a:pt x="1531" y="15"/>
                    </a:lnTo>
                    <a:lnTo>
                      <a:pt x="1537" y="24"/>
                    </a:lnTo>
                    <a:lnTo>
                      <a:pt x="1547" y="30"/>
                    </a:lnTo>
                    <a:lnTo>
                      <a:pt x="1557" y="39"/>
                    </a:lnTo>
                    <a:lnTo>
                      <a:pt x="1566" y="42"/>
                    </a:lnTo>
                    <a:lnTo>
                      <a:pt x="1573" y="51"/>
                    </a:lnTo>
                    <a:lnTo>
                      <a:pt x="1583" y="54"/>
                    </a:lnTo>
                    <a:lnTo>
                      <a:pt x="1593" y="60"/>
                    </a:lnTo>
                    <a:lnTo>
                      <a:pt x="1602" y="57"/>
                    </a:lnTo>
                    <a:lnTo>
                      <a:pt x="1612" y="51"/>
                    </a:lnTo>
                    <a:lnTo>
                      <a:pt x="1628" y="45"/>
                    </a:lnTo>
                    <a:lnTo>
                      <a:pt x="1642" y="36"/>
                    </a:lnTo>
                    <a:lnTo>
                      <a:pt x="1651" y="33"/>
                    </a:lnTo>
                    <a:lnTo>
                      <a:pt x="1661" y="30"/>
                    </a:lnTo>
                    <a:lnTo>
                      <a:pt x="1671" y="27"/>
                    </a:lnTo>
                    <a:lnTo>
                      <a:pt x="1674" y="36"/>
                    </a:lnTo>
                    <a:lnTo>
                      <a:pt x="1684" y="42"/>
                    </a:lnTo>
                    <a:lnTo>
                      <a:pt x="1694" y="45"/>
                    </a:lnTo>
                    <a:lnTo>
                      <a:pt x="1704" y="51"/>
                    </a:lnTo>
                    <a:lnTo>
                      <a:pt x="1713" y="54"/>
                    </a:lnTo>
                    <a:lnTo>
                      <a:pt x="1723" y="54"/>
                    </a:lnTo>
                    <a:lnTo>
                      <a:pt x="1733" y="54"/>
                    </a:lnTo>
                    <a:lnTo>
                      <a:pt x="1743" y="54"/>
                    </a:lnTo>
                    <a:lnTo>
                      <a:pt x="1756" y="66"/>
                    </a:lnTo>
                    <a:lnTo>
                      <a:pt x="1766" y="69"/>
                    </a:lnTo>
                    <a:lnTo>
                      <a:pt x="1775" y="72"/>
                    </a:lnTo>
                    <a:lnTo>
                      <a:pt x="1785" y="75"/>
                    </a:lnTo>
                    <a:lnTo>
                      <a:pt x="1798" y="78"/>
                    </a:lnTo>
                    <a:lnTo>
                      <a:pt x="1808" y="81"/>
                    </a:lnTo>
                    <a:lnTo>
                      <a:pt x="1818" y="81"/>
                    </a:lnTo>
                    <a:lnTo>
                      <a:pt x="1824" y="72"/>
                    </a:lnTo>
                    <a:lnTo>
                      <a:pt x="1834" y="66"/>
                    </a:lnTo>
                    <a:lnTo>
                      <a:pt x="1841" y="57"/>
                    </a:lnTo>
                    <a:lnTo>
                      <a:pt x="1850" y="54"/>
                    </a:lnTo>
                    <a:lnTo>
                      <a:pt x="1860" y="51"/>
                    </a:lnTo>
                    <a:lnTo>
                      <a:pt x="1870" y="45"/>
                    </a:lnTo>
                    <a:lnTo>
                      <a:pt x="1880" y="39"/>
                    </a:lnTo>
                    <a:lnTo>
                      <a:pt x="1890" y="33"/>
                    </a:lnTo>
                    <a:lnTo>
                      <a:pt x="1899" y="30"/>
                    </a:lnTo>
                    <a:lnTo>
                      <a:pt x="1909" y="30"/>
                    </a:lnTo>
                    <a:lnTo>
                      <a:pt x="1913" y="39"/>
                    </a:lnTo>
                    <a:lnTo>
                      <a:pt x="1916" y="48"/>
                    </a:lnTo>
                    <a:lnTo>
                      <a:pt x="1926" y="54"/>
                    </a:lnTo>
                    <a:lnTo>
                      <a:pt x="1935" y="54"/>
                    </a:lnTo>
                    <a:lnTo>
                      <a:pt x="1952" y="45"/>
                    </a:lnTo>
                    <a:lnTo>
                      <a:pt x="1961" y="45"/>
                    </a:lnTo>
                    <a:lnTo>
                      <a:pt x="1975" y="42"/>
                    </a:lnTo>
                    <a:lnTo>
                      <a:pt x="1984" y="39"/>
                    </a:lnTo>
                    <a:lnTo>
                      <a:pt x="1994" y="36"/>
                    </a:lnTo>
                    <a:lnTo>
                      <a:pt x="2004" y="39"/>
                    </a:lnTo>
                    <a:lnTo>
                      <a:pt x="2010" y="48"/>
                    </a:lnTo>
                    <a:lnTo>
                      <a:pt x="2020" y="51"/>
                    </a:lnTo>
                    <a:lnTo>
                      <a:pt x="2030" y="54"/>
                    </a:lnTo>
                    <a:lnTo>
                      <a:pt x="2040" y="57"/>
                    </a:lnTo>
                    <a:lnTo>
                      <a:pt x="2050" y="60"/>
                    </a:lnTo>
                    <a:lnTo>
                      <a:pt x="2059" y="60"/>
                    </a:lnTo>
                    <a:lnTo>
                      <a:pt x="2076" y="60"/>
                    </a:lnTo>
                    <a:lnTo>
                      <a:pt x="2089" y="57"/>
                    </a:lnTo>
                    <a:lnTo>
                      <a:pt x="2102" y="57"/>
                    </a:lnTo>
                    <a:lnTo>
                      <a:pt x="2115" y="57"/>
                    </a:lnTo>
                    <a:lnTo>
                      <a:pt x="2125" y="57"/>
                    </a:lnTo>
                    <a:lnTo>
                      <a:pt x="2134" y="51"/>
                    </a:lnTo>
                    <a:lnTo>
                      <a:pt x="2144" y="42"/>
                    </a:lnTo>
                    <a:lnTo>
                      <a:pt x="2157" y="33"/>
                    </a:lnTo>
                    <a:lnTo>
                      <a:pt x="2170" y="27"/>
                    </a:lnTo>
                    <a:lnTo>
                      <a:pt x="2180" y="18"/>
                    </a:lnTo>
                    <a:lnTo>
                      <a:pt x="2190" y="12"/>
                    </a:lnTo>
                    <a:lnTo>
                      <a:pt x="2200" y="6"/>
                    </a:lnTo>
                    <a:lnTo>
                      <a:pt x="2206" y="15"/>
                    </a:lnTo>
                    <a:lnTo>
                      <a:pt x="2216" y="21"/>
                    </a:lnTo>
                    <a:lnTo>
                      <a:pt x="2223" y="33"/>
                    </a:lnTo>
                    <a:lnTo>
                      <a:pt x="2232" y="39"/>
                    </a:lnTo>
                    <a:lnTo>
                      <a:pt x="2242" y="45"/>
                    </a:lnTo>
                    <a:lnTo>
                      <a:pt x="2255" y="51"/>
                    </a:lnTo>
                    <a:lnTo>
                      <a:pt x="2265" y="51"/>
                    </a:lnTo>
                    <a:lnTo>
                      <a:pt x="2278" y="48"/>
                    </a:lnTo>
                    <a:lnTo>
                      <a:pt x="2288" y="45"/>
                    </a:lnTo>
                    <a:lnTo>
                      <a:pt x="2298" y="45"/>
                    </a:lnTo>
                    <a:lnTo>
                      <a:pt x="2308" y="42"/>
                    </a:lnTo>
                    <a:lnTo>
                      <a:pt x="2317" y="42"/>
                    </a:lnTo>
                    <a:lnTo>
                      <a:pt x="2327" y="42"/>
                    </a:lnTo>
                    <a:lnTo>
                      <a:pt x="2337" y="42"/>
                    </a:lnTo>
                    <a:lnTo>
                      <a:pt x="2347" y="42"/>
                    </a:lnTo>
                    <a:lnTo>
                      <a:pt x="2360" y="39"/>
                    </a:lnTo>
                    <a:lnTo>
                      <a:pt x="2370" y="39"/>
                    </a:lnTo>
                    <a:lnTo>
                      <a:pt x="2379" y="36"/>
                    </a:lnTo>
                    <a:lnTo>
                      <a:pt x="2389" y="36"/>
                    </a:lnTo>
                    <a:lnTo>
                      <a:pt x="2399" y="33"/>
                    </a:lnTo>
                    <a:lnTo>
                      <a:pt x="2409" y="30"/>
                    </a:lnTo>
                    <a:lnTo>
                      <a:pt x="2419" y="30"/>
                    </a:lnTo>
                    <a:lnTo>
                      <a:pt x="2419" y="114"/>
                    </a:lnTo>
                    <a:lnTo>
                      <a:pt x="2409" y="108"/>
                    </a:lnTo>
                    <a:lnTo>
                      <a:pt x="2399" y="105"/>
                    </a:lnTo>
                    <a:lnTo>
                      <a:pt x="2389" y="99"/>
                    </a:lnTo>
                    <a:lnTo>
                      <a:pt x="2383" y="90"/>
                    </a:lnTo>
                    <a:lnTo>
                      <a:pt x="2376" y="81"/>
                    </a:lnTo>
                    <a:lnTo>
                      <a:pt x="2366" y="72"/>
                    </a:lnTo>
                    <a:lnTo>
                      <a:pt x="2356" y="81"/>
                    </a:lnTo>
                    <a:lnTo>
                      <a:pt x="2350" y="90"/>
                    </a:lnTo>
                    <a:lnTo>
                      <a:pt x="2340" y="96"/>
                    </a:lnTo>
                    <a:lnTo>
                      <a:pt x="2327" y="93"/>
                    </a:lnTo>
                    <a:lnTo>
                      <a:pt x="2324" y="84"/>
                    </a:lnTo>
                    <a:lnTo>
                      <a:pt x="2314" y="81"/>
                    </a:lnTo>
                    <a:lnTo>
                      <a:pt x="2304" y="72"/>
                    </a:lnTo>
                    <a:lnTo>
                      <a:pt x="2294" y="72"/>
                    </a:lnTo>
                    <a:lnTo>
                      <a:pt x="2285" y="81"/>
                    </a:lnTo>
                    <a:lnTo>
                      <a:pt x="2275" y="87"/>
                    </a:lnTo>
                    <a:lnTo>
                      <a:pt x="2265" y="90"/>
                    </a:lnTo>
                    <a:lnTo>
                      <a:pt x="2255" y="93"/>
                    </a:lnTo>
                    <a:lnTo>
                      <a:pt x="2245" y="93"/>
                    </a:lnTo>
                    <a:lnTo>
                      <a:pt x="2236" y="93"/>
                    </a:lnTo>
                    <a:lnTo>
                      <a:pt x="2226" y="90"/>
                    </a:lnTo>
                    <a:lnTo>
                      <a:pt x="2216" y="87"/>
                    </a:lnTo>
                    <a:lnTo>
                      <a:pt x="2206" y="84"/>
                    </a:lnTo>
                    <a:lnTo>
                      <a:pt x="2197" y="81"/>
                    </a:lnTo>
                    <a:lnTo>
                      <a:pt x="2187" y="81"/>
                    </a:lnTo>
                    <a:lnTo>
                      <a:pt x="2174" y="84"/>
                    </a:lnTo>
                    <a:lnTo>
                      <a:pt x="2164" y="87"/>
                    </a:lnTo>
                    <a:lnTo>
                      <a:pt x="2154" y="87"/>
                    </a:lnTo>
                    <a:lnTo>
                      <a:pt x="2144" y="87"/>
                    </a:lnTo>
                    <a:lnTo>
                      <a:pt x="2134" y="87"/>
                    </a:lnTo>
                    <a:lnTo>
                      <a:pt x="2125" y="90"/>
                    </a:lnTo>
                    <a:lnTo>
                      <a:pt x="2115" y="93"/>
                    </a:lnTo>
                    <a:lnTo>
                      <a:pt x="2105" y="96"/>
                    </a:lnTo>
                    <a:lnTo>
                      <a:pt x="2095" y="99"/>
                    </a:lnTo>
                    <a:lnTo>
                      <a:pt x="2082" y="108"/>
                    </a:lnTo>
                    <a:lnTo>
                      <a:pt x="2069" y="114"/>
                    </a:lnTo>
                    <a:lnTo>
                      <a:pt x="2059" y="117"/>
                    </a:lnTo>
                    <a:lnTo>
                      <a:pt x="2050" y="114"/>
                    </a:lnTo>
                    <a:lnTo>
                      <a:pt x="2043" y="105"/>
                    </a:lnTo>
                    <a:lnTo>
                      <a:pt x="2033" y="99"/>
                    </a:lnTo>
                    <a:lnTo>
                      <a:pt x="2020" y="90"/>
                    </a:lnTo>
                    <a:lnTo>
                      <a:pt x="2010" y="87"/>
                    </a:lnTo>
                    <a:lnTo>
                      <a:pt x="1997" y="96"/>
                    </a:lnTo>
                    <a:lnTo>
                      <a:pt x="1994" y="105"/>
                    </a:lnTo>
                    <a:lnTo>
                      <a:pt x="1988" y="114"/>
                    </a:lnTo>
                    <a:lnTo>
                      <a:pt x="1978" y="120"/>
                    </a:lnTo>
                    <a:lnTo>
                      <a:pt x="1965" y="120"/>
                    </a:lnTo>
                    <a:lnTo>
                      <a:pt x="1955" y="117"/>
                    </a:lnTo>
                    <a:lnTo>
                      <a:pt x="1945" y="111"/>
                    </a:lnTo>
                    <a:lnTo>
                      <a:pt x="1932" y="105"/>
                    </a:lnTo>
                    <a:lnTo>
                      <a:pt x="1922" y="102"/>
                    </a:lnTo>
                    <a:lnTo>
                      <a:pt x="1913" y="96"/>
                    </a:lnTo>
                    <a:lnTo>
                      <a:pt x="1903" y="90"/>
                    </a:lnTo>
                    <a:lnTo>
                      <a:pt x="1890" y="90"/>
                    </a:lnTo>
                    <a:lnTo>
                      <a:pt x="1880" y="93"/>
                    </a:lnTo>
                    <a:lnTo>
                      <a:pt x="1870" y="99"/>
                    </a:lnTo>
                    <a:lnTo>
                      <a:pt x="1860" y="105"/>
                    </a:lnTo>
                    <a:lnTo>
                      <a:pt x="1850" y="108"/>
                    </a:lnTo>
                    <a:lnTo>
                      <a:pt x="1841" y="108"/>
                    </a:lnTo>
                    <a:lnTo>
                      <a:pt x="1824" y="108"/>
                    </a:lnTo>
                    <a:lnTo>
                      <a:pt x="1815" y="108"/>
                    </a:lnTo>
                    <a:lnTo>
                      <a:pt x="1805" y="108"/>
                    </a:lnTo>
                    <a:lnTo>
                      <a:pt x="1795" y="102"/>
                    </a:lnTo>
                    <a:lnTo>
                      <a:pt x="1785" y="102"/>
                    </a:lnTo>
                    <a:lnTo>
                      <a:pt x="1775" y="99"/>
                    </a:lnTo>
                    <a:lnTo>
                      <a:pt x="1766" y="96"/>
                    </a:lnTo>
                    <a:lnTo>
                      <a:pt x="1756" y="96"/>
                    </a:lnTo>
                    <a:lnTo>
                      <a:pt x="1743" y="96"/>
                    </a:lnTo>
                    <a:lnTo>
                      <a:pt x="1730" y="93"/>
                    </a:lnTo>
                    <a:lnTo>
                      <a:pt x="1717" y="93"/>
                    </a:lnTo>
                    <a:lnTo>
                      <a:pt x="1704" y="96"/>
                    </a:lnTo>
                    <a:lnTo>
                      <a:pt x="1694" y="105"/>
                    </a:lnTo>
                    <a:lnTo>
                      <a:pt x="1687" y="117"/>
                    </a:lnTo>
                    <a:lnTo>
                      <a:pt x="1677" y="123"/>
                    </a:lnTo>
                    <a:lnTo>
                      <a:pt x="1664" y="120"/>
                    </a:lnTo>
                    <a:lnTo>
                      <a:pt x="1651" y="114"/>
                    </a:lnTo>
                    <a:lnTo>
                      <a:pt x="1642" y="105"/>
                    </a:lnTo>
                    <a:lnTo>
                      <a:pt x="1638" y="96"/>
                    </a:lnTo>
                    <a:lnTo>
                      <a:pt x="1628" y="87"/>
                    </a:lnTo>
                    <a:lnTo>
                      <a:pt x="1619" y="84"/>
                    </a:lnTo>
                    <a:lnTo>
                      <a:pt x="1609" y="93"/>
                    </a:lnTo>
                    <a:lnTo>
                      <a:pt x="1602" y="102"/>
                    </a:lnTo>
                    <a:lnTo>
                      <a:pt x="1593" y="105"/>
                    </a:lnTo>
                    <a:lnTo>
                      <a:pt x="1583" y="105"/>
                    </a:lnTo>
                    <a:lnTo>
                      <a:pt x="1573" y="102"/>
                    </a:lnTo>
                    <a:lnTo>
                      <a:pt x="1563" y="102"/>
                    </a:lnTo>
                    <a:lnTo>
                      <a:pt x="1553" y="99"/>
                    </a:lnTo>
                    <a:lnTo>
                      <a:pt x="1544" y="96"/>
                    </a:lnTo>
                    <a:lnTo>
                      <a:pt x="1534" y="93"/>
                    </a:lnTo>
                    <a:lnTo>
                      <a:pt x="1524" y="90"/>
                    </a:lnTo>
                    <a:lnTo>
                      <a:pt x="1514" y="90"/>
                    </a:lnTo>
                    <a:lnTo>
                      <a:pt x="1508" y="99"/>
                    </a:lnTo>
                    <a:lnTo>
                      <a:pt x="1501" y="108"/>
                    </a:lnTo>
                    <a:lnTo>
                      <a:pt x="1491" y="111"/>
                    </a:lnTo>
                    <a:lnTo>
                      <a:pt x="1482" y="111"/>
                    </a:lnTo>
                    <a:lnTo>
                      <a:pt x="1472" y="111"/>
                    </a:lnTo>
                    <a:lnTo>
                      <a:pt x="1462" y="111"/>
                    </a:lnTo>
                    <a:lnTo>
                      <a:pt x="1452" y="111"/>
                    </a:lnTo>
                    <a:lnTo>
                      <a:pt x="1439" y="111"/>
                    </a:lnTo>
                    <a:lnTo>
                      <a:pt x="1429" y="114"/>
                    </a:lnTo>
                    <a:lnTo>
                      <a:pt x="1420" y="114"/>
                    </a:lnTo>
                    <a:lnTo>
                      <a:pt x="1410" y="117"/>
                    </a:lnTo>
                    <a:lnTo>
                      <a:pt x="1400" y="114"/>
                    </a:lnTo>
                    <a:lnTo>
                      <a:pt x="1390" y="108"/>
                    </a:lnTo>
                    <a:lnTo>
                      <a:pt x="1380" y="102"/>
                    </a:lnTo>
                    <a:lnTo>
                      <a:pt x="1371" y="96"/>
                    </a:lnTo>
                    <a:lnTo>
                      <a:pt x="1361" y="93"/>
                    </a:lnTo>
                    <a:lnTo>
                      <a:pt x="1348" y="90"/>
                    </a:lnTo>
                    <a:lnTo>
                      <a:pt x="1338" y="90"/>
                    </a:lnTo>
                    <a:lnTo>
                      <a:pt x="1328" y="90"/>
                    </a:lnTo>
                    <a:lnTo>
                      <a:pt x="1318" y="90"/>
                    </a:lnTo>
                    <a:lnTo>
                      <a:pt x="1309" y="87"/>
                    </a:lnTo>
                    <a:lnTo>
                      <a:pt x="1296" y="84"/>
                    </a:lnTo>
                    <a:lnTo>
                      <a:pt x="1286" y="84"/>
                    </a:lnTo>
                    <a:lnTo>
                      <a:pt x="1276" y="84"/>
                    </a:lnTo>
                    <a:lnTo>
                      <a:pt x="1266" y="84"/>
                    </a:lnTo>
                    <a:lnTo>
                      <a:pt x="1253" y="84"/>
                    </a:lnTo>
                    <a:lnTo>
                      <a:pt x="1243" y="87"/>
                    </a:lnTo>
                    <a:lnTo>
                      <a:pt x="1237" y="96"/>
                    </a:lnTo>
                    <a:lnTo>
                      <a:pt x="1230" y="105"/>
                    </a:lnTo>
                    <a:lnTo>
                      <a:pt x="1220" y="117"/>
                    </a:lnTo>
                    <a:lnTo>
                      <a:pt x="1211" y="123"/>
                    </a:lnTo>
                    <a:lnTo>
                      <a:pt x="1198" y="117"/>
                    </a:lnTo>
                    <a:lnTo>
                      <a:pt x="1191" y="108"/>
                    </a:lnTo>
                    <a:lnTo>
                      <a:pt x="1181" y="105"/>
                    </a:lnTo>
                    <a:lnTo>
                      <a:pt x="1171" y="102"/>
                    </a:lnTo>
                    <a:lnTo>
                      <a:pt x="1162" y="102"/>
                    </a:lnTo>
                    <a:lnTo>
                      <a:pt x="1149" y="99"/>
                    </a:lnTo>
                    <a:lnTo>
                      <a:pt x="1132" y="96"/>
                    </a:lnTo>
                    <a:lnTo>
                      <a:pt x="1122" y="93"/>
                    </a:lnTo>
                    <a:lnTo>
                      <a:pt x="1113" y="96"/>
                    </a:lnTo>
                    <a:lnTo>
                      <a:pt x="1103" y="102"/>
                    </a:lnTo>
                    <a:lnTo>
                      <a:pt x="1093" y="102"/>
                    </a:lnTo>
                    <a:lnTo>
                      <a:pt x="1083" y="96"/>
                    </a:lnTo>
                    <a:lnTo>
                      <a:pt x="1074" y="90"/>
                    </a:lnTo>
                    <a:lnTo>
                      <a:pt x="1064" y="84"/>
                    </a:lnTo>
                    <a:lnTo>
                      <a:pt x="1054" y="78"/>
                    </a:lnTo>
                    <a:lnTo>
                      <a:pt x="1044" y="78"/>
                    </a:lnTo>
                    <a:lnTo>
                      <a:pt x="1038" y="87"/>
                    </a:lnTo>
                    <a:lnTo>
                      <a:pt x="1031" y="96"/>
                    </a:lnTo>
                    <a:lnTo>
                      <a:pt x="1021" y="102"/>
                    </a:lnTo>
                    <a:lnTo>
                      <a:pt x="1008" y="102"/>
                    </a:lnTo>
                    <a:lnTo>
                      <a:pt x="992" y="102"/>
                    </a:lnTo>
                    <a:lnTo>
                      <a:pt x="979" y="102"/>
                    </a:lnTo>
                    <a:lnTo>
                      <a:pt x="966" y="96"/>
                    </a:lnTo>
                    <a:lnTo>
                      <a:pt x="953" y="93"/>
                    </a:lnTo>
                    <a:lnTo>
                      <a:pt x="943" y="93"/>
                    </a:lnTo>
                    <a:lnTo>
                      <a:pt x="933" y="93"/>
                    </a:lnTo>
                    <a:lnTo>
                      <a:pt x="920" y="84"/>
                    </a:lnTo>
                    <a:lnTo>
                      <a:pt x="910" y="81"/>
                    </a:lnTo>
                    <a:lnTo>
                      <a:pt x="901" y="78"/>
                    </a:lnTo>
                    <a:lnTo>
                      <a:pt x="887" y="81"/>
                    </a:lnTo>
                    <a:lnTo>
                      <a:pt x="887" y="90"/>
                    </a:lnTo>
                    <a:lnTo>
                      <a:pt x="878" y="96"/>
                    </a:lnTo>
                    <a:lnTo>
                      <a:pt x="868" y="102"/>
                    </a:lnTo>
                    <a:lnTo>
                      <a:pt x="858" y="105"/>
                    </a:lnTo>
                    <a:lnTo>
                      <a:pt x="848" y="99"/>
                    </a:lnTo>
                    <a:lnTo>
                      <a:pt x="835" y="90"/>
                    </a:lnTo>
                    <a:lnTo>
                      <a:pt x="825" y="84"/>
                    </a:lnTo>
                    <a:lnTo>
                      <a:pt x="812" y="81"/>
                    </a:lnTo>
                    <a:lnTo>
                      <a:pt x="799" y="81"/>
                    </a:lnTo>
                    <a:lnTo>
                      <a:pt x="786" y="81"/>
                    </a:lnTo>
                    <a:lnTo>
                      <a:pt x="776" y="87"/>
                    </a:lnTo>
                    <a:lnTo>
                      <a:pt x="760" y="87"/>
                    </a:lnTo>
                    <a:lnTo>
                      <a:pt x="747" y="90"/>
                    </a:lnTo>
                    <a:lnTo>
                      <a:pt x="734" y="99"/>
                    </a:lnTo>
                    <a:lnTo>
                      <a:pt x="718" y="102"/>
                    </a:lnTo>
                    <a:lnTo>
                      <a:pt x="708" y="105"/>
                    </a:lnTo>
                    <a:lnTo>
                      <a:pt x="698" y="108"/>
                    </a:lnTo>
                    <a:lnTo>
                      <a:pt x="695" y="96"/>
                    </a:lnTo>
                    <a:lnTo>
                      <a:pt x="695" y="87"/>
                    </a:lnTo>
                    <a:lnTo>
                      <a:pt x="685" y="84"/>
                    </a:lnTo>
                    <a:lnTo>
                      <a:pt x="672" y="81"/>
                    </a:lnTo>
                    <a:lnTo>
                      <a:pt x="662" y="81"/>
                    </a:lnTo>
                    <a:lnTo>
                      <a:pt x="652" y="81"/>
                    </a:lnTo>
                    <a:lnTo>
                      <a:pt x="643" y="81"/>
                    </a:lnTo>
                    <a:lnTo>
                      <a:pt x="633" y="72"/>
                    </a:lnTo>
                    <a:lnTo>
                      <a:pt x="623" y="72"/>
                    </a:lnTo>
                    <a:lnTo>
                      <a:pt x="613" y="72"/>
                    </a:lnTo>
                    <a:lnTo>
                      <a:pt x="603" y="72"/>
                    </a:lnTo>
                    <a:lnTo>
                      <a:pt x="594" y="72"/>
                    </a:lnTo>
                    <a:lnTo>
                      <a:pt x="581" y="72"/>
                    </a:lnTo>
                    <a:lnTo>
                      <a:pt x="571" y="78"/>
                    </a:lnTo>
                    <a:lnTo>
                      <a:pt x="561" y="78"/>
                    </a:lnTo>
                    <a:lnTo>
                      <a:pt x="548" y="81"/>
                    </a:lnTo>
                    <a:lnTo>
                      <a:pt x="538" y="84"/>
                    </a:lnTo>
                    <a:lnTo>
                      <a:pt x="528" y="84"/>
                    </a:lnTo>
                    <a:lnTo>
                      <a:pt x="519" y="81"/>
                    </a:lnTo>
                    <a:lnTo>
                      <a:pt x="509" y="75"/>
                    </a:lnTo>
                    <a:lnTo>
                      <a:pt x="499" y="72"/>
                    </a:lnTo>
                    <a:lnTo>
                      <a:pt x="489" y="72"/>
                    </a:lnTo>
                    <a:lnTo>
                      <a:pt x="479" y="72"/>
                    </a:lnTo>
                    <a:lnTo>
                      <a:pt x="470" y="72"/>
                    </a:lnTo>
                    <a:lnTo>
                      <a:pt x="457" y="72"/>
                    </a:lnTo>
                    <a:lnTo>
                      <a:pt x="447" y="72"/>
                    </a:lnTo>
                    <a:lnTo>
                      <a:pt x="437" y="72"/>
                    </a:lnTo>
                    <a:lnTo>
                      <a:pt x="427" y="72"/>
                    </a:lnTo>
                    <a:lnTo>
                      <a:pt x="414" y="72"/>
                    </a:lnTo>
                    <a:lnTo>
                      <a:pt x="404" y="78"/>
                    </a:lnTo>
                    <a:lnTo>
                      <a:pt x="395" y="81"/>
                    </a:lnTo>
                    <a:lnTo>
                      <a:pt x="388" y="90"/>
                    </a:lnTo>
                    <a:lnTo>
                      <a:pt x="378" y="93"/>
                    </a:lnTo>
                    <a:lnTo>
                      <a:pt x="362" y="93"/>
                    </a:lnTo>
                    <a:lnTo>
                      <a:pt x="352" y="87"/>
                    </a:lnTo>
                    <a:lnTo>
                      <a:pt x="342" y="84"/>
                    </a:lnTo>
                    <a:lnTo>
                      <a:pt x="332" y="84"/>
                    </a:lnTo>
                    <a:lnTo>
                      <a:pt x="323" y="84"/>
                    </a:lnTo>
                    <a:lnTo>
                      <a:pt x="313" y="84"/>
                    </a:lnTo>
                    <a:lnTo>
                      <a:pt x="303" y="84"/>
                    </a:lnTo>
                    <a:lnTo>
                      <a:pt x="287" y="84"/>
                    </a:lnTo>
                    <a:lnTo>
                      <a:pt x="277" y="84"/>
                    </a:lnTo>
                    <a:lnTo>
                      <a:pt x="267" y="84"/>
                    </a:lnTo>
                    <a:lnTo>
                      <a:pt x="257" y="84"/>
                    </a:lnTo>
                    <a:lnTo>
                      <a:pt x="248" y="84"/>
                    </a:lnTo>
                    <a:lnTo>
                      <a:pt x="238" y="78"/>
                    </a:lnTo>
                    <a:lnTo>
                      <a:pt x="228" y="81"/>
                    </a:lnTo>
                    <a:lnTo>
                      <a:pt x="215" y="93"/>
                    </a:lnTo>
                    <a:lnTo>
                      <a:pt x="202" y="102"/>
                    </a:lnTo>
                    <a:lnTo>
                      <a:pt x="192" y="102"/>
                    </a:lnTo>
                    <a:lnTo>
                      <a:pt x="182" y="102"/>
                    </a:lnTo>
                    <a:lnTo>
                      <a:pt x="173" y="99"/>
                    </a:lnTo>
                    <a:lnTo>
                      <a:pt x="159" y="96"/>
                    </a:lnTo>
                    <a:lnTo>
                      <a:pt x="150" y="96"/>
                    </a:lnTo>
                    <a:lnTo>
                      <a:pt x="140" y="96"/>
                    </a:lnTo>
                    <a:lnTo>
                      <a:pt x="133" y="105"/>
                    </a:lnTo>
                    <a:lnTo>
                      <a:pt x="124" y="108"/>
                    </a:lnTo>
                    <a:lnTo>
                      <a:pt x="114" y="111"/>
                    </a:lnTo>
                    <a:lnTo>
                      <a:pt x="104" y="114"/>
                    </a:lnTo>
                    <a:lnTo>
                      <a:pt x="94" y="114"/>
                    </a:lnTo>
                    <a:lnTo>
                      <a:pt x="78" y="117"/>
                    </a:lnTo>
                    <a:lnTo>
                      <a:pt x="68" y="117"/>
                    </a:lnTo>
                    <a:lnTo>
                      <a:pt x="58" y="117"/>
                    </a:lnTo>
                    <a:lnTo>
                      <a:pt x="48" y="117"/>
                    </a:lnTo>
                    <a:lnTo>
                      <a:pt x="39" y="120"/>
                    </a:lnTo>
                    <a:lnTo>
                      <a:pt x="29" y="126"/>
                    </a:lnTo>
                    <a:lnTo>
                      <a:pt x="19" y="132"/>
                    </a:lnTo>
                    <a:lnTo>
                      <a:pt x="13" y="141"/>
                    </a:lnTo>
                    <a:lnTo>
                      <a:pt x="3" y="144"/>
                    </a:lnTo>
                    <a:lnTo>
                      <a:pt x="0" y="15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0" name="Rectangle 22">
                <a:extLst>
                  <a:ext uri="{FF2B5EF4-FFF2-40B4-BE49-F238E27FC236}">
                    <a16:creationId xmlns:a16="http://schemas.microsoft.com/office/drawing/2014/main" id="{3300A42F-5F9B-322E-3B09-0330D0502F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2" y="604"/>
                <a:ext cx="26" cy="1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200" name="Group 32">
            <a:extLst>
              <a:ext uri="{FF2B5EF4-FFF2-40B4-BE49-F238E27FC236}">
                <a16:creationId xmlns:a16="http://schemas.microsoft.com/office/drawing/2014/main" id="{AF02D219-F3A6-05A3-FE96-93BB954A03FC}"/>
              </a:ext>
            </a:extLst>
          </p:cNvPr>
          <p:cNvGrpSpPr>
            <a:grpSpLocks/>
          </p:cNvGrpSpPr>
          <p:nvPr/>
        </p:nvGrpSpPr>
        <p:grpSpPr bwMode="auto">
          <a:xfrm>
            <a:off x="0" y="2698750"/>
            <a:ext cx="1225550" cy="444500"/>
            <a:chOff x="0" y="1700"/>
            <a:chExt cx="772" cy="280"/>
          </a:xfrm>
        </p:grpSpPr>
        <p:sp>
          <p:nvSpPr>
            <p:cNvPr id="7193" name="Rectangle 25">
              <a:extLst>
                <a:ext uri="{FF2B5EF4-FFF2-40B4-BE49-F238E27FC236}">
                  <a16:creationId xmlns:a16="http://schemas.microsoft.com/office/drawing/2014/main" id="{A151A42B-BB59-73D1-7679-97B3DF719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00"/>
              <a:ext cx="77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b" anchorCtr="1">
              <a:spAutoFit/>
            </a:bodyPr>
            <a:lstStyle>
              <a:lvl1pPr marL="190500" indent="-190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3000"/>
                </a:lnSpc>
                <a:spcAft>
                  <a:spcPct val="52000"/>
                </a:spcAft>
              </a:pPr>
              <a:r>
                <a:rPr lang="en-US" altLang="en-US" sz="1200" b="1">
                  <a:latin typeface="Courier New" panose="02070309020205020404" pitchFamily="49" charset="0"/>
                </a:rPr>
                <a:t>OtherName</a:t>
              </a:r>
            </a:p>
          </p:txBody>
        </p:sp>
        <p:sp>
          <p:nvSpPr>
            <p:cNvPr id="7194" name="Rectangle 26">
              <a:extLst>
                <a:ext uri="{FF2B5EF4-FFF2-40B4-BE49-F238E27FC236}">
                  <a16:creationId xmlns:a16="http://schemas.microsoft.com/office/drawing/2014/main" id="{7E1D7181-61F0-6D88-0A76-50C0DCB29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5" name="Rectangle 27">
              <a:extLst>
                <a:ext uri="{FF2B5EF4-FFF2-40B4-BE49-F238E27FC236}">
                  <a16:creationId xmlns:a16="http://schemas.microsoft.com/office/drawing/2014/main" id="{71AFFEA2-646B-7BE0-F61F-A282B7B1A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Rectangle 28">
              <a:extLst>
                <a:ext uri="{FF2B5EF4-FFF2-40B4-BE49-F238E27FC236}">
                  <a16:creationId xmlns:a16="http://schemas.microsoft.com/office/drawing/2014/main" id="{B3B0BC8A-FE54-10F6-AD79-F4A4708CA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Rectangle 29">
              <a:extLst>
                <a:ext uri="{FF2B5EF4-FFF2-40B4-BE49-F238E27FC236}">
                  <a16:creationId xmlns:a16="http://schemas.microsoft.com/office/drawing/2014/main" id="{05A1CB04-CE27-E4AD-6666-D7417B83C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7198" name="Rectangle 30">
              <a:extLst>
                <a:ext uri="{FF2B5EF4-FFF2-40B4-BE49-F238E27FC236}">
                  <a16:creationId xmlns:a16="http://schemas.microsoft.com/office/drawing/2014/main" id="{1CAE357A-29EF-2351-A6D8-837918E6B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o</a:t>
              </a:r>
            </a:p>
          </p:txBody>
        </p:sp>
        <p:sp>
          <p:nvSpPr>
            <p:cNvPr id="7199" name="Rectangle 31">
              <a:extLst>
                <a:ext uri="{FF2B5EF4-FFF2-40B4-BE49-F238E27FC236}">
                  <a16:creationId xmlns:a16="http://schemas.microsoft.com/office/drawing/2014/main" id="{311FC01F-C98E-BCB7-5943-AC72003DD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</p:grpSp>
      <p:sp>
        <p:nvSpPr>
          <p:cNvPr id="7201" name="Rectangle 33">
            <a:extLst>
              <a:ext uri="{FF2B5EF4-FFF2-40B4-BE49-F238E27FC236}">
                <a16:creationId xmlns:a16="http://schemas.microsoft.com/office/drawing/2014/main" id="{4BA8EFB0-79A4-92CC-2872-9E4523B96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3025775"/>
            <a:ext cx="2730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202" name="Rectangle 34">
            <a:extLst>
              <a:ext uri="{FF2B5EF4-FFF2-40B4-BE49-F238E27FC236}">
                <a16:creationId xmlns:a16="http://schemas.microsoft.com/office/drawing/2014/main" id="{E2783EA1-13CA-1A91-365A-00330393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3330575"/>
            <a:ext cx="2730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7207" name="Group 39">
            <a:extLst>
              <a:ext uri="{FF2B5EF4-FFF2-40B4-BE49-F238E27FC236}">
                <a16:creationId xmlns:a16="http://schemas.microsoft.com/office/drawing/2014/main" id="{B7887794-3315-FE41-0AB5-4C2B37768209}"/>
              </a:ext>
            </a:extLst>
          </p:cNvPr>
          <p:cNvGrpSpPr>
            <a:grpSpLocks/>
          </p:cNvGrpSpPr>
          <p:nvPr/>
        </p:nvGrpSpPr>
        <p:grpSpPr bwMode="auto">
          <a:xfrm>
            <a:off x="3000375" y="3394075"/>
            <a:ext cx="1487488" cy="342900"/>
            <a:chOff x="1890" y="2138"/>
            <a:chExt cx="937" cy="216"/>
          </a:xfrm>
        </p:grpSpPr>
        <p:grpSp>
          <p:nvGrpSpPr>
            <p:cNvPr id="7205" name="Group 37">
              <a:extLst>
                <a:ext uri="{FF2B5EF4-FFF2-40B4-BE49-F238E27FC236}">
                  <a16:creationId xmlns:a16="http://schemas.microsoft.com/office/drawing/2014/main" id="{2C6AEBFA-FA1F-AA41-AEEE-8581914649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0" y="2207"/>
              <a:ext cx="937" cy="147"/>
              <a:chOff x="1890" y="2207"/>
              <a:chExt cx="937" cy="147"/>
            </a:xfrm>
          </p:grpSpPr>
          <p:sp>
            <p:nvSpPr>
              <p:cNvPr id="7203" name="Freeform 35">
                <a:extLst>
                  <a:ext uri="{FF2B5EF4-FFF2-40B4-BE49-F238E27FC236}">
                    <a16:creationId xmlns:a16="http://schemas.microsoft.com/office/drawing/2014/main" id="{149864BB-4532-7BC8-35B6-421BECDA5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2207"/>
                <a:ext cx="937" cy="81"/>
              </a:xfrm>
              <a:custGeom>
                <a:avLst/>
                <a:gdLst>
                  <a:gd name="T0" fmla="*/ 0 w 937"/>
                  <a:gd name="T1" fmla="*/ 80 h 81"/>
                  <a:gd name="T2" fmla="*/ 936 w 937"/>
                  <a:gd name="T3" fmla="*/ 80 h 81"/>
                  <a:gd name="T4" fmla="*/ 881 w 937"/>
                  <a:gd name="T5" fmla="*/ 0 h 81"/>
                  <a:gd name="T6" fmla="*/ 56 w 937"/>
                  <a:gd name="T7" fmla="*/ 0 h 81"/>
                  <a:gd name="T8" fmla="*/ 0 w 937"/>
                  <a:gd name="T9" fmla="*/ 8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7" h="81">
                    <a:moveTo>
                      <a:pt x="0" y="80"/>
                    </a:moveTo>
                    <a:lnTo>
                      <a:pt x="936" y="80"/>
                    </a:lnTo>
                    <a:lnTo>
                      <a:pt x="881" y="0"/>
                    </a:lnTo>
                    <a:lnTo>
                      <a:pt x="56" y="0"/>
                    </a:lnTo>
                    <a:lnTo>
                      <a:pt x="0" y="80"/>
                    </a:lnTo>
                  </a:path>
                </a:pathLst>
              </a:custGeom>
              <a:solidFill>
                <a:srgbClr val="C0C0C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4" name="Rectangle 36">
                <a:extLst>
                  <a:ext uri="{FF2B5EF4-FFF2-40B4-BE49-F238E27FC236}">
                    <a16:creationId xmlns:a16="http://schemas.microsoft.com/office/drawing/2014/main" id="{9D8658CC-D061-9F64-0230-E6943FA6E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2" y="2287"/>
                <a:ext cx="927" cy="67"/>
              </a:xfrm>
              <a:prstGeom prst="rect">
                <a:avLst/>
              </a:prstGeom>
              <a:solidFill>
                <a:srgbClr val="C0C0C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206" name="Freeform 38">
              <a:extLst>
                <a:ext uri="{FF2B5EF4-FFF2-40B4-BE49-F238E27FC236}">
                  <a16:creationId xmlns:a16="http://schemas.microsoft.com/office/drawing/2014/main" id="{AC1DAEFA-BF6D-E23D-F77B-A0A6F9C32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2138"/>
              <a:ext cx="498" cy="148"/>
            </a:xfrm>
            <a:custGeom>
              <a:avLst/>
              <a:gdLst>
                <a:gd name="T0" fmla="*/ 0 w 498"/>
                <a:gd name="T1" fmla="*/ 82 h 148"/>
                <a:gd name="T2" fmla="*/ 0 w 498"/>
                <a:gd name="T3" fmla="*/ 0 h 148"/>
                <a:gd name="T4" fmla="*/ 497 w 498"/>
                <a:gd name="T5" fmla="*/ 0 h 148"/>
                <a:gd name="T6" fmla="*/ 497 w 498"/>
                <a:gd name="T7" fmla="*/ 84 h 148"/>
                <a:gd name="T8" fmla="*/ 494 w 498"/>
                <a:gd name="T9" fmla="*/ 92 h 148"/>
                <a:gd name="T10" fmla="*/ 490 w 498"/>
                <a:gd name="T11" fmla="*/ 99 h 148"/>
                <a:gd name="T12" fmla="*/ 480 w 498"/>
                <a:gd name="T13" fmla="*/ 106 h 148"/>
                <a:gd name="T14" fmla="*/ 469 w 498"/>
                <a:gd name="T15" fmla="*/ 112 h 148"/>
                <a:gd name="T16" fmla="*/ 455 w 498"/>
                <a:gd name="T17" fmla="*/ 118 h 148"/>
                <a:gd name="T18" fmla="*/ 442 w 498"/>
                <a:gd name="T19" fmla="*/ 123 h 148"/>
                <a:gd name="T20" fmla="*/ 426 w 498"/>
                <a:gd name="T21" fmla="*/ 127 h 148"/>
                <a:gd name="T22" fmla="*/ 407 w 498"/>
                <a:gd name="T23" fmla="*/ 131 h 148"/>
                <a:gd name="T24" fmla="*/ 391 w 498"/>
                <a:gd name="T25" fmla="*/ 134 h 148"/>
                <a:gd name="T26" fmla="*/ 366 w 498"/>
                <a:gd name="T27" fmla="*/ 139 h 148"/>
                <a:gd name="T28" fmla="*/ 344 w 498"/>
                <a:gd name="T29" fmla="*/ 141 h 148"/>
                <a:gd name="T30" fmla="*/ 322 w 498"/>
                <a:gd name="T31" fmla="*/ 144 h 148"/>
                <a:gd name="T32" fmla="*/ 298 w 498"/>
                <a:gd name="T33" fmla="*/ 145 h 148"/>
                <a:gd name="T34" fmla="*/ 271 w 498"/>
                <a:gd name="T35" fmla="*/ 147 h 148"/>
                <a:gd name="T36" fmla="*/ 235 w 498"/>
                <a:gd name="T37" fmla="*/ 147 h 148"/>
                <a:gd name="T38" fmla="*/ 203 w 498"/>
                <a:gd name="T39" fmla="*/ 145 h 148"/>
                <a:gd name="T40" fmla="*/ 173 w 498"/>
                <a:gd name="T41" fmla="*/ 144 h 148"/>
                <a:gd name="T42" fmla="*/ 145 w 498"/>
                <a:gd name="T43" fmla="*/ 141 h 148"/>
                <a:gd name="T44" fmla="*/ 122 w 498"/>
                <a:gd name="T45" fmla="*/ 138 h 148"/>
                <a:gd name="T46" fmla="*/ 104 w 498"/>
                <a:gd name="T47" fmla="*/ 134 h 148"/>
                <a:gd name="T48" fmla="*/ 81 w 498"/>
                <a:gd name="T49" fmla="*/ 130 h 148"/>
                <a:gd name="T50" fmla="*/ 62 w 498"/>
                <a:gd name="T51" fmla="*/ 125 h 148"/>
                <a:gd name="T52" fmla="*/ 45 w 498"/>
                <a:gd name="T53" fmla="*/ 120 h 148"/>
                <a:gd name="T54" fmla="*/ 30 w 498"/>
                <a:gd name="T55" fmla="*/ 113 h 148"/>
                <a:gd name="T56" fmla="*/ 20 w 498"/>
                <a:gd name="T57" fmla="*/ 108 h 148"/>
                <a:gd name="T58" fmla="*/ 12 w 498"/>
                <a:gd name="T59" fmla="*/ 103 h 148"/>
                <a:gd name="T60" fmla="*/ 7 w 498"/>
                <a:gd name="T61" fmla="*/ 96 h 148"/>
                <a:gd name="T62" fmla="*/ 2 w 498"/>
                <a:gd name="T63" fmla="*/ 90 h 148"/>
                <a:gd name="T64" fmla="*/ 0 w 498"/>
                <a:gd name="T65" fmla="*/ 82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98" h="148">
                  <a:moveTo>
                    <a:pt x="0" y="82"/>
                  </a:moveTo>
                  <a:lnTo>
                    <a:pt x="0" y="0"/>
                  </a:lnTo>
                  <a:lnTo>
                    <a:pt x="497" y="0"/>
                  </a:lnTo>
                  <a:lnTo>
                    <a:pt x="497" y="84"/>
                  </a:lnTo>
                  <a:lnTo>
                    <a:pt x="494" y="92"/>
                  </a:lnTo>
                  <a:lnTo>
                    <a:pt x="490" y="99"/>
                  </a:lnTo>
                  <a:lnTo>
                    <a:pt x="480" y="106"/>
                  </a:lnTo>
                  <a:lnTo>
                    <a:pt x="469" y="112"/>
                  </a:lnTo>
                  <a:lnTo>
                    <a:pt x="455" y="118"/>
                  </a:lnTo>
                  <a:lnTo>
                    <a:pt x="442" y="123"/>
                  </a:lnTo>
                  <a:lnTo>
                    <a:pt x="426" y="127"/>
                  </a:lnTo>
                  <a:lnTo>
                    <a:pt x="407" y="131"/>
                  </a:lnTo>
                  <a:lnTo>
                    <a:pt x="391" y="134"/>
                  </a:lnTo>
                  <a:lnTo>
                    <a:pt x="366" y="139"/>
                  </a:lnTo>
                  <a:lnTo>
                    <a:pt x="344" y="141"/>
                  </a:lnTo>
                  <a:lnTo>
                    <a:pt x="322" y="144"/>
                  </a:lnTo>
                  <a:lnTo>
                    <a:pt x="298" y="145"/>
                  </a:lnTo>
                  <a:lnTo>
                    <a:pt x="271" y="147"/>
                  </a:lnTo>
                  <a:lnTo>
                    <a:pt x="235" y="147"/>
                  </a:lnTo>
                  <a:lnTo>
                    <a:pt x="203" y="145"/>
                  </a:lnTo>
                  <a:lnTo>
                    <a:pt x="173" y="144"/>
                  </a:lnTo>
                  <a:lnTo>
                    <a:pt x="145" y="141"/>
                  </a:lnTo>
                  <a:lnTo>
                    <a:pt x="122" y="138"/>
                  </a:lnTo>
                  <a:lnTo>
                    <a:pt x="104" y="134"/>
                  </a:lnTo>
                  <a:lnTo>
                    <a:pt x="81" y="130"/>
                  </a:lnTo>
                  <a:lnTo>
                    <a:pt x="62" y="125"/>
                  </a:lnTo>
                  <a:lnTo>
                    <a:pt x="45" y="120"/>
                  </a:lnTo>
                  <a:lnTo>
                    <a:pt x="30" y="113"/>
                  </a:lnTo>
                  <a:lnTo>
                    <a:pt x="20" y="108"/>
                  </a:lnTo>
                  <a:lnTo>
                    <a:pt x="12" y="103"/>
                  </a:lnTo>
                  <a:lnTo>
                    <a:pt x="7" y="96"/>
                  </a:lnTo>
                  <a:lnTo>
                    <a:pt x="2" y="90"/>
                  </a:lnTo>
                  <a:lnTo>
                    <a:pt x="0" y="82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08" name="AutoShape 40">
            <a:extLst>
              <a:ext uri="{FF2B5EF4-FFF2-40B4-BE49-F238E27FC236}">
                <a16:creationId xmlns:a16="http://schemas.microsoft.com/office/drawing/2014/main" id="{4A40510E-8221-3CDD-76DD-2A8043427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575" y="1876425"/>
            <a:ext cx="1830388" cy="1557338"/>
          </a:xfrm>
          <a:prstGeom prst="roundRect">
            <a:avLst>
              <a:gd name="adj" fmla="val 12250"/>
            </a:avLst>
          </a:prstGeom>
          <a:solidFill>
            <a:srgbClr val="C0C0C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09" name="AutoShape 41">
            <a:extLst>
              <a:ext uri="{FF2B5EF4-FFF2-40B4-BE49-F238E27FC236}">
                <a16:creationId xmlns:a16="http://schemas.microsoft.com/office/drawing/2014/main" id="{5F4738C9-C295-E141-123A-D75916BE7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1984375"/>
            <a:ext cx="1625600" cy="1295400"/>
          </a:xfrm>
          <a:prstGeom prst="roundRect">
            <a:avLst>
              <a:gd name="adj" fmla="val 12167"/>
            </a:avLst>
          </a:prstGeom>
          <a:solidFill>
            <a:srgbClr val="0099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038" rIns="0" bIns="46038" anchor="ctr"/>
          <a:lstStyle/>
          <a:p>
            <a:r>
              <a:rPr lang="en-US" altLang="en-US" sz="1400" b="1">
                <a:solidFill>
                  <a:srgbClr val="FFFF00"/>
                </a:solidFill>
                <a:latin typeface="Arial" panose="020B0604020202020204" pitchFamily="34" charset="0"/>
              </a:rPr>
              <a:t>My name is</a:t>
            </a:r>
            <a:r>
              <a:rPr lang="en-US" altLang="en-US" sz="1400" b="1">
                <a:latin typeface="Arial" panose="020B0604020202020204" pitchFamily="34" charset="0"/>
              </a:rPr>
              <a:t> </a:t>
            </a:r>
            <a:r>
              <a:rPr lang="en-US" altLang="en-US" sz="1400" b="1">
                <a:solidFill>
                  <a:srgbClr val="FFFF00"/>
                </a:solidFill>
                <a:latin typeface="Arial" panose="020B0604020202020204" pitchFamily="34" charset="0"/>
              </a:rPr>
              <a:t>John</a:t>
            </a:r>
          </a:p>
        </p:txBody>
      </p:sp>
      <p:sp>
        <p:nvSpPr>
          <p:cNvPr id="7210" name="Rectangle 42">
            <a:extLst>
              <a:ext uri="{FF2B5EF4-FFF2-40B4-BE49-F238E27FC236}">
                <a16:creationId xmlns:a16="http://schemas.microsoft.com/office/drawing/2014/main" id="{853D80C3-5421-D7C5-DB3A-6F3E5E9DA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863" y="3354388"/>
            <a:ext cx="42862" cy="12700"/>
          </a:xfrm>
          <a:prstGeom prst="rect">
            <a:avLst/>
          </a:prstGeom>
          <a:solidFill>
            <a:srgbClr val="FF330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1" name="Rectangle 43">
            <a:extLst>
              <a:ext uri="{FF2B5EF4-FFF2-40B4-BE49-F238E27FC236}">
                <a16:creationId xmlns:a16="http://schemas.microsoft.com/office/drawing/2014/main" id="{89C6954E-0B93-3053-3D7B-EE4C953D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3189288"/>
            <a:ext cx="122555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 anchorCtr="1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ShopTotal</a:t>
            </a:r>
          </a:p>
        </p:txBody>
      </p:sp>
      <p:sp>
        <p:nvSpPr>
          <p:cNvPr id="7212" name="Rectangle 44">
            <a:extLst>
              <a:ext uri="{FF2B5EF4-FFF2-40B4-BE49-F238E27FC236}">
                <a16:creationId xmlns:a16="http://schemas.microsoft.com/office/drawing/2014/main" id="{F18EDC20-73D0-560B-3FE8-8A13555AE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3" name="Rectangle 45">
            <a:extLst>
              <a:ext uri="{FF2B5EF4-FFF2-40B4-BE49-F238E27FC236}">
                <a16:creationId xmlns:a16="http://schemas.microsoft.com/office/drawing/2014/main" id="{4BE7310C-101B-9F76-5B2F-8C6A74475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4" name="Rectangle 46">
            <a:extLst>
              <a:ext uri="{FF2B5EF4-FFF2-40B4-BE49-F238E27FC236}">
                <a16:creationId xmlns:a16="http://schemas.microsoft.com/office/drawing/2014/main" id="{C5207B1E-67A2-DE0D-B30E-52DA30D68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5" name="Rectangle 47">
            <a:extLst>
              <a:ext uri="{FF2B5EF4-FFF2-40B4-BE49-F238E27FC236}">
                <a16:creationId xmlns:a16="http://schemas.microsoft.com/office/drawing/2014/main" id="{5CCB2595-2183-D61D-F693-754BC6C2B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6" name="Rectangle 48">
            <a:extLst>
              <a:ext uri="{FF2B5EF4-FFF2-40B4-BE49-F238E27FC236}">
                <a16:creationId xmlns:a16="http://schemas.microsoft.com/office/drawing/2014/main" id="{488CAFB2-6979-7DE4-61C5-8FE2BADD7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7" name="Rectangle 49">
            <a:extLst>
              <a:ext uri="{FF2B5EF4-FFF2-40B4-BE49-F238E27FC236}">
                <a16:creationId xmlns:a16="http://schemas.microsoft.com/office/drawing/2014/main" id="{77893C2D-DB28-4005-6788-33833F5D0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224" name="Group 56">
            <a:extLst>
              <a:ext uri="{FF2B5EF4-FFF2-40B4-BE49-F238E27FC236}">
                <a16:creationId xmlns:a16="http://schemas.microsoft.com/office/drawing/2014/main" id="{FDA23B5B-C6A6-DF7F-F4F2-6D1BCE9FB249}"/>
              </a:ext>
            </a:extLst>
          </p:cNvPr>
          <p:cNvGrpSpPr>
            <a:grpSpLocks/>
          </p:cNvGrpSpPr>
          <p:nvPr/>
        </p:nvGrpSpPr>
        <p:grpSpPr bwMode="auto">
          <a:xfrm>
            <a:off x="200025" y="3416300"/>
            <a:ext cx="1590675" cy="241300"/>
            <a:chOff x="126" y="2152"/>
            <a:chExt cx="1002" cy="152"/>
          </a:xfrm>
        </p:grpSpPr>
        <p:sp>
          <p:nvSpPr>
            <p:cNvPr id="7218" name="Rectangle 50">
              <a:extLst>
                <a:ext uri="{FF2B5EF4-FFF2-40B4-BE49-F238E27FC236}">
                  <a16:creationId xmlns:a16="http://schemas.microsoft.com/office/drawing/2014/main" id="{FFD2A5E5-CF84-C27C-ACF9-F253D46F4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7219" name="Rectangle 51">
              <a:extLst>
                <a:ext uri="{FF2B5EF4-FFF2-40B4-BE49-F238E27FC236}">
                  <a16:creationId xmlns:a16="http://schemas.microsoft.com/office/drawing/2014/main" id="{66A74C46-E74C-09B1-5414-AF42D1A9C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7220" name="Rectangle 52">
              <a:extLst>
                <a:ext uri="{FF2B5EF4-FFF2-40B4-BE49-F238E27FC236}">
                  <a16:creationId xmlns:a16="http://schemas.microsoft.com/office/drawing/2014/main" id="{4341E35E-FE48-2386-34E5-A6604BA0F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221" name="Rectangle 53">
              <a:extLst>
                <a:ext uri="{FF2B5EF4-FFF2-40B4-BE49-F238E27FC236}">
                  <a16:creationId xmlns:a16="http://schemas.microsoft.com/office/drawing/2014/main" id="{7769E44C-C28F-CEF5-D75F-B797CB003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 3</a:t>
              </a:r>
            </a:p>
          </p:txBody>
        </p:sp>
        <p:sp>
          <p:nvSpPr>
            <p:cNvPr id="7222" name="Rectangle 54">
              <a:extLst>
                <a:ext uri="{FF2B5EF4-FFF2-40B4-BE49-F238E27FC236}">
                  <a16:creationId xmlns:a16="http://schemas.microsoft.com/office/drawing/2014/main" id="{F24D5304-1861-B8E8-78B4-0B23201BE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 4</a:t>
              </a:r>
            </a:p>
          </p:txBody>
        </p:sp>
        <p:sp>
          <p:nvSpPr>
            <p:cNvPr id="7223" name="Rectangle 55">
              <a:extLst>
                <a:ext uri="{FF2B5EF4-FFF2-40B4-BE49-F238E27FC236}">
                  <a16:creationId xmlns:a16="http://schemas.microsoft.com/office/drawing/2014/main" id="{71905F15-EC78-9D17-C932-644DDA416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7 </a:t>
              </a:r>
            </a:p>
          </p:txBody>
        </p:sp>
      </p:grpSp>
      <p:sp>
        <p:nvSpPr>
          <p:cNvPr id="7225" name="Rectangle 57">
            <a:extLst>
              <a:ext uri="{FF2B5EF4-FFF2-40B4-BE49-F238E27FC236}">
                <a16:creationId xmlns:a16="http://schemas.microsoft.com/office/drawing/2014/main" id="{52D2AC29-5BFF-27F9-2490-C93667E3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3425825"/>
            <a:ext cx="260350" cy="22542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226" name="Rectangle 58">
            <a:extLst>
              <a:ext uri="{FF2B5EF4-FFF2-40B4-BE49-F238E27FC236}">
                <a16:creationId xmlns:a16="http://schemas.microsoft.com/office/drawing/2014/main" id="{EF81A8B1-1684-E849-519A-E3575B454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3679825"/>
            <a:ext cx="746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000" b="1">
                <a:latin typeface="Arial" panose="020B0604020202020204" pitchFamily="34" charset="0"/>
              </a:rPr>
              <a:t>^</a:t>
            </a:r>
          </a:p>
        </p:txBody>
      </p:sp>
      <p:sp>
        <p:nvSpPr>
          <p:cNvPr id="7227" name="Arc 59">
            <a:extLst>
              <a:ext uri="{FF2B5EF4-FFF2-40B4-BE49-F238E27FC236}">
                <a16:creationId xmlns:a16="http://schemas.microsoft.com/office/drawing/2014/main" id="{828E0795-4BD6-A870-A1A1-D6EC48651ACE}"/>
              </a:ext>
            </a:extLst>
          </p:cNvPr>
          <p:cNvSpPr>
            <a:spLocks/>
          </p:cNvSpPr>
          <p:nvPr/>
        </p:nvSpPr>
        <p:spPr bwMode="auto">
          <a:xfrm>
            <a:off x="9525" y="2487613"/>
            <a:ext cx="285750" cy="531812"/>
          </a:xfrm>
          <a:custGeom>
            <a:avLst/>
            <a:gdLst>
              <a:gd name="G0" fmla="+- 21600 0 0"/>
              <a:gd name="G1" fmla="+- 21467 0 0"/>
              <a:gd name="G2" fmla="+- 21600 0 0"/>
              <a:gd name="T0" fmla="*/ 19432 w 21600"/>
              <a:gd name="T1" fmla="*/ 42958 h 42958"/>
              <a:gd name="T2" fmla="*/ 19208 w 21600"/>
              <a:gd name="T3" fmla="*/ 0 h 42958"/>
              <a:gd name="T4" fmla="*/ 21600 w 21600"/>
              <a:gd name="T5" fmla="*/ 21467 h 429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2958" fill="none" extrusionOk="0">
                <a:moveTo>
                  <a:pt x="19432" y="42957"/>
                </a:moveTo>
                <a:cubicBezTo>
                  <a:pt x="8398" y="41844"/>
                  <a:pt x="0" y="32556"/>
                  <a:pt x="0" y="21467"/>
                </a:cubicBezTo>
                <a:cubicBezTo>
                  <a:pt x="0" y="10463"/>
                  <a:pt x="8271" y="1218"/>
                  <a:pt x="19207" y="-1"/>
                </a:cubicBezTo>
              </a:path>
              <a:path w="21600" h="42958" stroke="0" extrusionOk="0">
                <a:moveTo>
                  <a:pt x="19432" y="42957"/>
                </a:moveTo>
                <a:cubicBezTo>
                  <a:pt x="8398" y="41844"/>
                  <a:pt x="0" y="32556"/>
                  <a:pt x="0" y="21467"/>
                </a:cubicBezTo>
                <a:cubicBezTo>
                  <a:pt x="0" y="10463"/>
                  <a:pt x="8271" y="1218"/>
                  <a:pt x="19207" y="-1"/>
                </a:cubicBezTo>
                <a:lnTo>
                  <a:pt x="21600" y="21467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9" name="Group 17">
            <a:extLst>
              <a:ext uri="{FF2B5EF4-FFF2-40B4-BE49-F238E27FC236}">
                <a16:creationId xmlns:a16="http://schemas.microsoft.com/office/drawing/2014/main" id="{23904E25-EB04-9721-0B64-8BD56ED005AA}"/>
              </a:ext>
            </a:extLst>
          </p:cNvPr>
          <p:cNvGrpSpPr>
            <a:grpSpLocks/>
          </p:cNvGrpSpPr>
          <p:nvPr/>
        </p:nvGrpSpPr>
        <p:grpSpPr bwMode="auto">
          <a:xfrm>
            <a:off x="106363" y="2184400"/>
            <a:ext cx="1693862" cy="444500"/>
            <a:chOff x="67" y="1376"/>
            <a:chExt cx="1067" cy="280"/>
          </a:xfrm>
        </p:grpSpPr>
        <p:sp>
          <p:nvSpPr>
            <p:cNvPr id="8194" name="Rectangle 2">
              <a:extLst>
                <a:ext uri="{FF2B5EF4-FFF2-40B4-BE49-F238E27FC236}">
                  <a16:creationId xmlns:a16="http://schemas.microsoft.com/office/drawing/2014/main" id="{A75B0C8B-2D23-9AD0-9B1D-D35989BEC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" y="1376"/>
              <a:ext cx="77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b" anchorCtr="1">
              <a:spAutoFit/>
            </a:bodyPr>
            <a:lstStyle>
              <a:lvl1pPr marL="190500" indent="-190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3000"/>
                </a:lnSpc>
                <a:spcAft>
                  <a:spcPct val="52000"/>
                </a:spcAft>
              </a:pPr>
              <a:r>
                <a:rPr lang="en-US" altLang="en-US" sz="1200" b="1">
                  <a:latin typeface="Courier New" panose="02070309020205020404" pitchFamily="49" charset="0"/>
                </a:rPr>
                <a:t>StudentName</a:t>
              </a:r>
            </a:p>
          </p:txBody>
        </p:sp>
        <p:grpSp>
          <p:nvGrpSpPr>
            <p:cNvPr id="8201" name="Group 9">
              <a:extLst>
                <a:ext uri="{FF2B5EF4-FFF2-40B4-BE49-F238E27FC236}">
                  <a16:creationId xmlns:a16="http://schemas.microsoft.com/office/drawing/2014/main" id="{594B089B-79FD-5DE6-176F-CAE7DEBC6D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" y="1508"/>
              <a:ext cx="994" cy="144"/>
              <a:chOff x="136" y="1508"/>
              <a:chExt cx="994" cy="144"/>
            </a:xfrm>
          </p:grpSpPr>
          <p:sp>
            <p:nvSpPr>
              <p:cNvPr id="8195" name="Rectangle 3">
                <a:extLst>
                  <a:ext uri="{FF2B5EF4-FFF2-40B4-BE49-F238E27FC236}">
                    <a16:creationId xmlns:a16="http://schemas.microsoft.com/office/drawing/2014/main" id="{94DFC75B-0A0C-E7F7-311D-29EAF4B998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96" name="Rectangle 4">
                <a:extLst>
                  <a:ext uri="{FF2B5EF4-FFF2-40B4-BE49-F238E27FC236}">
                    <a16:creationId xmlns:a16="http://schemas.microsoft.com/office/drawing/2014/main" id="{F7B5483B-02BD-C8D1-3B1A-1CD0DD7AE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97" name="Rectangle 5">
                <a:extLst>
                  <a:ext uri="{FF2B5EF4-FFF2-40B4-BE49-F238E27FC236}">
                    <a16:creationId xmlns:a16="http://schemas.microsoft.com/office/drawing/2014/main" id="{AF2529A3-2F30-B2D0-4231-F259A7DBC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98" name="Rectangle 6">
                <a:extLst>
                  <a:ext uri="{FF2B5EF4-FFF2-40B4-BE49-F238E27FC236}">
                    <a16:creationId xmlns:a16="http://schemas.microsoft.com/office/drawing/2014/main" id="{FE6A2771-3B32-3286-BD67-987245A05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99" name="Rectangle 7">
                <a:extLst>
                  <a:ext uri="{FF2B5EF4-FFF2-40B4-BE49-F238E27FC236}">
                    <a16:creationId xmlns:a16="http://schemas.microsoft.com/office/drawing/2014/main" id="{86F2C8A6-1A56-528C-23CB-7DEE807A0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0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00" name="Rectangle 8">
                <a:extLst>
                  <a:ext uri="{FF2B5EF4-FFF2-40B4-BE49-F238E27FC236}">
                    <a16:creationId xmlns:a16="http://schemas.microsoft.com/office/drawing/2014/main" id="{9B163282-6677-C1B5-E4F7-A661C9545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08" name="Group 16">
              <a:extLst>
                <a:ext uri="{FF2B5EF4-FFF2-40B4-BE49-F238E27FC236}">
                  <a16:creationId xmlns:a16="http://schemas.microsoft.com/office/drawing/2014/main" id="{270DFAD1-2E7D-97F5-217E-1FE158615D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" y="1504"/>
              <a:ext cx="1002" cy="152"/>
              <a:chOff x="132" y="1504"/>
              <a:chExt cx="1002" cy="152"/>
            </a:xfrm>
          </p:grpSpPr>
          <p:sp>
            <p:nvSpPr>
              <p:cNvPr id="8202" name="Rectangle 10">
                <a:extLst>
                  <a:ext uri="{FF2B5EF4-FFF2-40B4-BE49-F238E27FC236}">
                    <a16:creationId xmlns:a16="http://schemas.microsoft.com/office/drawing/2014/main" id="{9722E122-2D9B-EFD2-A01F-B0FDD181D3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8203" name="Rectangle 11">
                <a:extLst>
                  <a:ext uri="{FF2B5EF4-FFF2-40B4-BE49-F238E27FC236}">
                    <a16:creationId xmlns:a16="http://schemas.microsoft.com/office/drawing/2014/main" id="{7E3D5D8D-E8EE-9512-718C-07B865177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8204" name="Rectangle 12">
                <a:extLst>
                  <a:ext uri="{FF2B5EF4-FFF2-40B4-BE49-F238E27FC236}">
                    <a16:creationId xmlns:a16="http://schemas.microsoft.com/office/drawing/2014/main" id="{DDE2E4D0-F062-07D2-FD93-9B9087A4C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m</a:t>
                </a:r>
              </a:p>
            </p:txBody>
          </p:sp>
          <p:sp>
            <p:nvSpPr>
              <p:cNvPr id="8205" name="Rectangle 13">
                <a:extLst>
                  <a:ext uri="{FF2B5EF4-FFF2-40B4-BE49-F238E27FC236}">
                    <a16:creationId xmlns:a16="http://schemas.microsoft.com/office/drawing/2014/main" id="{C814ABF6-4377-0819-4AC0-364A445D9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06" name="Rectangle 14">
                <a:extLst>
                  <a:ext uri="{FF2B5EF4-FFF2-40B4-BE49-F238E27FC236}">
                    <a16:creationId xmlns:a16="http://schemas.microsoft.com/office/drawing/2014/main" id="{719259F6-8C58-4DA5-75B0-88E95EDBC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6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  </a:t>
                </a:r>
              </a:p>
            </p:txBody>
          </p:sp>
          <p:sp>
            <p:nvSpPr>
              <p:cNvPr id="8207" name="Rectangle 15">
                <a:extLst>
                  <a:ext uri="{FF2B5EF4-FFF2-40B4-BE49-F238E27FC236}">
                    <a16:creationId xmlns:a16="http://schemas.microsoft.com/office/drawing/2014/main" id="{7D396AE5-BB56-6D39-E3CB-797AB8FCBA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1504"/>
                <a:ext cx="172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2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  </a:t>
                </a:r>
              </a:p>
            </p:txBody>
          </p:sp>
        </p:grpSp>
      </p:grpSp>
      <p:grpSp>
        <p:nvGrpSpPr>
          <p:cNvPr id="8216" name="Group 24">
            <a:extLst>
              <a:ext uri="{FF2B5EF4-FFF2-40B4-BE49-F238E27FC236}">
                <a16:creationId xmlns:a16="http://schemas.microsoft.com/office/drawing/2014/main" id="{695344CB-E908-AD2A-F548-7EC766F52BAA}"/>
              </a:ext>
            </a:extLst>
          </p:cNvPr>
          <p:cNvGrpSpPr>
            <a:grpSpLocks/>
          </p:cNvGrpSpPr>
          <p:nvPr/>
        </p:nvGrpSpPr>
        <p:grpSpPr bwMode="auto">
          <a:xfrm>
            <a:off x="31750" y="30163"/>
            <a:ext cx="3886200" cy="2171700"/>
            <a:chOff x="20" y="19"/>
            <a:chExt cx="2448" cy="1368"/>
          </a:xfrm>
        </p:grpSpPr>
        <p:sp>
          <p:nvSpPr>
            <p:cNvPr id="8210" name="Rectangle 18">
              <a:extLst>
                <a:ext uri="{FF2B5EF4-FFF2-40B4-BE49-F238E27FC236}">
                  <a16:creationId xmlns:a16="http://schemas.microsoft.com/office/drawing/2014/main" id="{EEBA6688-9A42-4A06-3752-F6FDEE74F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" y="26"/>
              <a:ext cx="2392" cy="1350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StudentName PIC X(6) VALUE ZEROS.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OtherName   PIC X(3) VALUE "Tom".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ShopTotal   PIC 9(5)V99 VALUE 534.75.</a:t>
              </a:r>
            </a:p>
            <a:p>
              <a:endParaRPr lang="en-US" altLang="en-US" sz="10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endParaRPr lang="en-US" altLang="en-US" sz="10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"John" TO StudentName.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DISPLAY "My name is ", StudentName.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OtherName TO StudentName.</a:t>
              </a:r>
            </a:p>
            <a:p>
              <a:r>
                <a:rPr lang="en-US" altLang="en-US" sz="1200" b="1">
                  <a:solidFill>
                    <a:srgbClr val="CC0000"/>
                  </a:solidFill>
                  <a:latin typeface="Courier New" panose="02070309020205020404" pitchFamily="49" charset="0"/>
                </a:rPr>
                <a:t>MOVE ZEROS TO ShopTotal.</a:t>
              </a:r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ALL "-" TO StudentName.</a:t>
              </a:r>
            </a:p>
          </p:txBody>
        </p:sp>
        <p:sp>
          <p:nvSpPr>
            <p:cNvPr id="8211" name="Freeform 19">
              <a:extLst>
                <a:ext uri="{FF2B5EF4-FFF2-40B4-BE49-F238E27FC236}">
                  <a16:creationId xmlns:a16="http://schemas.microsoft.com/office/drawing/2014/main" id="{04EC0CFA-43F4-ED43-AB65-D6C0822D5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" y="19"/>
              <a:ext cx="2223" cy="99"/>
            </a:xfrm>
            <a:custGeom>
              <a:avLst/>
              <a:gdLst>
                <a:gd name="T0" fmla="*/ 2216 w 2223"/>
                <a:gd name="T1" fmla="*/ 5 h 99"/>
                <a:gd name="T2" fmla="*/ 2159 w 2223"/>
                <a:gd name="T3" fmla="*/ 35 h 99"/>
                <a:gd name="T4" fmla="*/ 2114 w 2223"/>
                <a:gd name="T5" fmla="*/ 35 h 99"/>
                <a:gd name="T6" fmla="*/ 2075 w 2223"/>
                <a:gd name="T7" fmla="*/ 62 h 99"/>
                <a:gd name="T8" fmla="*/ 2027 w 2223"/>
                <a:gd name="T9" fmla="*/ 41 h 99"/>
                <a:gd name="T10" fmla="*/ 1979 w 2223"/>
                <a:gd name="T11" fmla="*/ 29 h 99"/>
                <a:gd name="T12" fmla="*/ 1934 w 2223"/>
                <a:gd name="T13" fmla="*/ 17 h 99"/>
                <a:gd name="T14" fmla="*/ 1889 w 2223"/>
                <a:gd name="T15" fmla="*/ 38 h 99"/>
                <a:gd name="T16" fmla="*/ 1850 w 2223"/>
                <a:gd name="T17" fmla="*/ 56 h 99"/>
                <a:gd name="T18" fmla="*/ 1805 w 2223"/>
                <a:gd name="T19" fmla="*/ 74 h 99"/>
                <a:gd name="T20" fmla="*/ 1757 w 2223"/>
                <a:gd name="T21" fmla="*/ 59 h 99"/>
                <a:gd name="T22" fmla="*/ 1712 w 2223"/>
                <a:gd name="T23" fmla="*/ 44 h 99"/>
                <a:gd name="T24" fmla="*/ 1661 w 2223"/>
                <a:gd name="T25" fmla="*/ 35 h 99"/>
                <a:gd name="T26" fmla="*/ 1616 w 2223"/>
                <a:gd name="T27" fmla="*/ 29 h 99"/>
                <a:gd name="T28" fmla="*/ 1568 w 2223"/>
                <a:gd name="T29" fmla="*/ 26 h 99"/>
                <a:gd name="T30" fmla="*/ 1526 w 2223"/>
                <a:gd name="T31" fmla="*/ 35 h 99"/>
                <a:gd name="T32" fmla="*/ 1481 w 2223"/>
                <a:gd name="T33" fmla="*/ 56 h 99"/>
                <a:gd name="T34" fmla="*/ 1436 w 2223"/>
                <a:gd name="T35" fmla="*/ 44 h 99"/>
                <a:gd name="T36" fmla="*/ 1391 w 2223"/>
                <a:gd name="T37" fmla="*/ 26 h 99"/>
                <a:gd name="T38" fmla="*/ 1343 w 2223"/>
                <a:gd name="T39" fmla="*/ 17 h 99"/>
                <a:gd name="T40" fmla="*/ 1298 w 2223"/>
                <a:gd name="T41" fmla="*/ 14 h 99"/>
                <a:gd name="T42" fmla="*/ 1253 w 2223"/>
                <a:gd name="T43" fmla="*/ 44 h 99"/>
                <a:gd name="T44" fmla="*/ 1208 w 2223"/>
                <a:gd name="T45" fmla="*/ 56 h 99"/>
                <a:gd name="T46" fmla="*/ 1157 w 2223"/>
                <a:gd name="T47" fmla="*/ 65 h 99"/>
                <a:gd name="T48" fmla="*/ 1112 w 2223"/>
                <a:gd name="T49" fmla="*/ 68 h 99"/>
                <a:gd name="T50" fmla="*/ 1064 w 2223"/>
                <a:gd name="T51" fmla="*/ 38 h 99"/>
                <a:gd name="T52" fmla="*/ 1016 w 2223"/>
                <a:gd name="T53" fmla="*/ 23 h 99"/>
                <a:gd name="T54" fmla="*/ 968 w 2223"/>
                <a:gd name="T55" fmla="*/ 41 h 99"/>
                <a:gd name="T56" fmla="*/ 920 w 2223"/>
                <a:gd name="T57" fmla="*/ 59 h 99"/>
                <a:gd name="T58" fmla="*/ 875 w 2223"/>
                <a:gd name="T59" fmla="*/ 35 h 99"/>
                <a:gd name="T60" fmla="*/ 830 w 2223"/>
                <a:gd name="T61" fmla="*/ 11 h 99"/>
                <a:gd name="T62" fmla="*/ 785 w 2223"/>
                <a:gd name="T63" fmla="*/ 14 h 99"/>
                <a:gd name="T64" fmla="*/ 740 w 2223"/>
                <a:gd name="T65" fmla="*/ 17 h 99"/>
                <a:gd name="T66" fmla="*/ 695 w 2223"/>
                <a:gd name="T67" fmla="*/ 20 h 99"/>
                <a:gd name="T68" fmla="*/ 650 w 2223"/>
                <a:gd name="T69" fmla="*/ 38 h 99"/>
                <a:gd name="T70" fmla="*/ 602 w 2223"/>
                <a:gd name="T71" fmla="*/ 59 h 99"/>
                <a:gd name="T72" fmla="*/ 557 w 2223"/>
                <a:gd name="T73" fmla="*/ 59 h 99"/>
                <a:gd name="T74" fmla="*/ 506 w 2223"/>
                <a:gd name="T75" fmla="*/ 41 h 99"/>
                <a:gd name="T76" fmla="*/ 464 w 2223"/>
                <a:gd name="T77" fmla="*/ 29 h 99"/>
                <a:gd name="T78" fmla="*/ 470 w 2223"/>
                <a:gd name="T79" fmla="*/ 62 h 99"/>
                <a:gd name="T80" fmla="*/ 488 w 2223"/>
                <a:gd name="T81" fmla="*/ 92 h 99"/>
                <a:gd name="T82" fmla="*/ 443 w 2223"/>
                <a:gd name="T83" fmla="*/ 56 h 99"/>
                <a:gd name="T84" fmla="*/ 395 w 2223"/>
                <a:gd name="T85" fmla="*/ 35 h 99"/>
                <a:gd name="T86" fmla="*/ 350 w 2223"/>
                <a:gd name="T87" fmla="*/ 32 h 99"/>
                <a:gd name="T88" fmla="*/ 302 w 2223"/>
                <a:gd name="T89" fmla="*/ 35 h 99"/>
                <a:gd name="T90" fmla="*/ 251 w 2223"/>
                <a:gd name="T91" fmla="*/ 41 h 99"/>
                <a:gd name="T92" fmla="*/ 221 w 2223"/>
                <a:gd name="T93" fmla="*/ 74 h 99"/>
                <a:gd name="T94" fmla="*/ 176 w 2223"/>
                <a:gd name="T95" fmla="*/ 80 h 99"/>
                <a:gd name="T96" fmla="*/ 131 w 2223"/>
                <a:gd name="T97" fmla="*/ 68 h 99"/>
                <a:gd name="T98" fmla="*/ 86 w 2223"/>
                <a:gd name="T99" fmla="*/ 53 h 99"/>
                <a:gd name="T100" fmla="*/ 41 w 2223"/>
                <a:gd name="T101" fmla="*/ 32 h 99"/>
                <a:gd name="T102" fmla="*/ 2 w 2223"/>
                <a:gd name="T103" fmla="*/ 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23" h="99">
                  <a:moveTo>
                    <a:pt x="2222" y="2"/>
                  </a:moveTo>
                  <a:lnTo>
                    <a:pt x="2222" y="0"/>
                  </a:lnTo>
                  <a:lnTo>
                    <a:pt x="2222" y="2"/>
                  </a:lnTo>
                  <a:lnTo>
                    <a:pt x="2221" y="5"/>
                  </a:lnTo>
                  <a:lnTo>
                    <a:pt x="2216" y="5"/>
                  </a:lnTo>
                  <a:lnTo>
                    <a:pt x="2198" y="14"/>
                  </a:lnTo>
                  <a:lnTo>
                    <a:pt x="2186" y="23"/>
                  </a:lnTo>
                  <a:lnTo>
                    <a:pt x="2177" y="32"/>
                  </a:lnTo>
                  <a:lnTo>
                    <a:pt x="2168" y="32"/>
                  </a:lnTo>
                  <a:lnTo>
                    <a:pt x="2159" y="35"/>
                  </a:lnTo>
                  <a:lnTo>
                    <a:pt x="2150" y="35"/>
                  </a:lnTo>
                  <a:lnTo>
                    <a:pt x="2141" y="35"/>
                  </a:lnTo>
                  <a:lnTo>
                    <a:pt x="2132" y="35"/>
                  </a:lnTo>
                  <a:lnTo>
                    <a:pt x="2123" y="35"/>
                  </a:lnTo>
                  <a:lnTo>
                    <a:pt x="2114" y="35"/>
                  </a:lnTo>
                  <a:lnTo>
                    <a:pt x="2105" y="41"/>
                  </a:lnTo>
                  <a:lnTo>
                    <a:pt x="2099" y="50"/>
                  </a:lnTo>
                  <a:lnTo>
                    <a:pt x="2093" y="59"/>
                  </a:lnTo>
                  <a:lnTo>
                    <a:pt x="2084" y="62"/>
                  </a:lnTo>
                  <a:lnTo>
                    <a:pt x="2075" y="62"/>
                  </a:lnTo>
                  <a:lnTo>
                    <a:pt x="2066" y="56"/>
                  </a:lnTo>
                  <a:lnTo>
                    <a:pt x="2054" y="50"/>
                  </a:lnTo>
                  <a:lnTo>
                    <a:pt x="2045" y="50"/>
                  </a:lnTo>
                  <a:lnTo>
                    <a:pt x="2036" y="47"/>
                  </a:lnTo>
                  <a:lnTo>
                    <a:pt x="2027" y="41"/>
                  </a:lnTo>
                  <a:lnTo>
                    <a:pt x="2018" y="38"/>
                  </a:lnTo>
                  <a:lnTo>
                    <a:pt x="2006" y="38"/>
                  </a:lnTo>
                  <a:lnTo>
                    <a:pt x="1997" y="35"/>
                  </a:lnTo>
                  <a:lnTo>
                    <a:pt x="1988" y="32"/>
                  </a:lnTo>
                  <a:lnTo>
                    <a:pt x="1979" y="29"/>
                  </a:lnTo>
                  <a:lnTo>
                    <a:pt x="1970" y="29"/>
                  </a:lnTo>
                  <a:lnTo>
                    <a:pt x="1961" y="26"/>
                  </a:lnTo>
                  <a:lnTo>
                    <a:pt x="1952" y="23"/>
                  </a:lnTo>
                  <a:lnTo>
                    <a:pt x="1943" y="20"/>
                  </a:lnTo>
                  <a:lnTo>
                    <a:pt x="1934" y="17"/>
                  </a:lnTo>
                  <a:lnTo>
                    <a:pt x="1931" y="26"/>
                  </a:lnTo>
                  <a:lnTo>
                    <a:pt x="1919" y="29"/>
                  </a:lnTo>
                  <a:lnTo>
                    <a:pt x="1907" y="29"/>
                  </a:lnTo>
                  <a:lnTo>
                    <a:pt x="1898" y="32"/>
                  </a:lnTo>
                  <a:lnTo>
                    <a:pt x="1889" y="38"/>
                  </a:lnTo>
                  <a:lnTo>
                    <a:pt x="1886" y="47"/>
                  </a:lnTo>
                  <a:lnTo>
                    <a:pt x="1877" y="50"/>
                  </a:lnTo>
                  <a:lnTo>
                    <a:pt x="1868" y="50"/>
                  </a:lnTo>
                  <a:lnTo>
                    <a:pt x="1859" y="50"/>
                  </a:lnTo>
                  <a:lnTo>
                    <a:pt x="1850" y="56"/>
                  </a:lnTo>
                  <a:lnTo>
                    <a:pt x="1841" y="59"/>
                  </a:lnTo>
                  <a:lnTo>
                    <a:pt x="1832" y="62"/>
                  </a:lnTo>
                  <a:lnTo>
                    <a:pt x="1823" y="65"/>
                  </a:lnTo>
                  <a:lnTo>
                    <a:pt x="1814" y="71"/>
                  </a:lnTo>
                  <a:lnTo>
                    <a:pt x="1805" y="74"/>
                  </a:lnTo>
                  <a:lnTo>
                    <a:pt x="1796" y="74"/>
                  </a:lnTo>
                  <a:lnTo>
                    <a:pt x="1787" y="71"/>
                  </a:lnTo>
                  <a:lnTo>
                    <a:pt x="1778" y="65"/>
                  </a:lnTo>
                  <a:lnTo>
                    <a:pt x="1766" y="62"/>
                  </a:lnTo>
                  <a:lnTo>
                    <a:pt x="1757" y="59"/>
                  </a:lnTo>
                  <a:lnTo>
                    <a:pt x="1748" y="56"/>
                  </a:lnTo>
                  <a:lnTo>
                    <a:pt x="1739" y="53"/>
                  </a:lnTo>
                  <a:lnTo>
                    <a:pt x="1730" y="53"/>
                  </a:lnTo>
                  <a:lnTo>
                    <a:pt x="1721" y="47"/>
                  </a:lnTo>
                  <a:lnTo>
                    <a:pt x="1712" y="44"/>
                  </a:lnTo>
                  <a:lnTo>
                    <a:pt x="1703" y="44"/>
                  </a:lnTo>
                  <a:lnTo>
                    <a:pt x="1694" y="41"/>
                  </a:lnTo>
                  <a:lnTo>
                    <a:pt x="1685" y="41"/>
                  </a:lnTo>
                  <a:lnTo>
                    <a:pt x="1673" y="38"/>
                  </a:lnTo>
                  <a:lnTo>
                    <a:pt x="1661" y="35"/>
                  </a:lnTo>
                  <a:lnTo>
                    <a:pt x="1652" y="32"/>
                  </a:lnTo>
                  <a:lnTo>
                    <a:pt x="1643" y="29"/>
                  </a:lnTo>
                  <a:lnTo>
                    <a:pt x="1634" y="29"/>
                  </a:lnTo>
                  <a:lnTo>
                    <a:pt x="1625" y="29"/>
                  </a:lnTo>
                  <a:lnTo>
                    <a:pt x="1616" y="29"/>
                  </a:lnTo>
                  <a:lnTo>
                    <a:pt x="1607" y="29"/>
                  </a:lnTo>
                  <a:lnTo>
                    <a:pt x="1598" y="29"/>
                  </a:lnTo>
                  <a:lnTo>
                    <a:pt x="1589" y="29"/>
                  </a:lnTo>
                  <a:lnTo>
                    <a:pt x="1577" y="29"/>
                  </a:lnTo>
                  <a:lnTo>
                    <a:pt x="1568" y="26"/>
                  </a:lnTo>
                  <a:lnTo>
                    <a:pt x="1559" y="20"/>
                  </a:lnTo>
                  <a:lnTo>
                    <a:pt x="1550" y="20"/>
                  </a:lnTo>
                  <a:lnTo>
                    <a:pt x="1541" y="20"/>
                  </a:lnTo>
                  <a:lnTo>
                    <a:pt x="1535" y="29"/>
                  </a:lnTo>
                  <a:lnTo>
                    <a:pt x="1526" y="35"/>
                  </a:lnTo>
                  <a:lnTo>
                    <a:pt x="1517" y="38"/>
                  </a:lnTo>
                  <a:lnTo>
                    <a:pt x="1508" y="47"/>
                  </a:lnTo>
                  <a:lnTo>
                    <a:pt x="1499" y="50"/>
                  </a:lnTo>
                  <a:lnTo>
                    <a:pt x="1490" y="53"/>
                  </a:lnTo>
                  <a:lnTo>
                    <a:pt x="1481" y="56"/>
                  </a:lnTo>
                  <a:lnTo>
                    <a:pt x="1472" y="56"/>
                  </a:lnTo>
                  <a:lnTo>
                    <a:pt x="1463" y="53"/>
                  </a:lnTo>
                  <a:lnTo>
                    <a:pt x="1454" y="47"/>
                  </a:lnTo>
                  <a:lnTo>
                    <a:pt x="1445" y="44"/>
                  </a:lnTo>
                  <a:lnTo>
                    <a:pt x="1436" y="44"/>
                  </a:lnTo>
                  <a:lnTo>
                    <a:pt x="1427" y="41"/>
                  </a:lnTo>
                  <a:lnTo>
                    <a:pt x="1418" y="38"/>
                  </a:lnTo>
                  <a:lnTo>
                    <a:pt x="1409" y="32"/>
                  </a:lnTo>
                  <a:lnTo>
                    <a:pt x="1400" y="32"/>
                  </a:lnTo>
                  <a:lnTo>
                    <a:pt x="1391" y="26"/>
                  </a:lnTo>
                  <a:lnTo>
                    <a:pt x="1382" y="23"/>
                  </a:lnTo>
                  <a:lnTo>
                    <a:pt x="1373" y="23"/>
                  </a:lnTo>
                  <a:lnTo>
                    <a:pt x="1364" y="20"/>
                  </a:lnTo>
                  <a:lnTo>
                    <a:pt x="1355" y="20"/>
                  </a:lnTo>
                  <a:lnTo>
                    <a:pt x="1343" y="17"/>
                  </a:lnTo>
                  <a:lnTo>
                    <a:pt x="1334" y="14"/>
                  </a:lnTo>
                  <a:lnTo>
                    <a:pt x="1325" y="14"/>
                  </a:lnTo>
                  <a:lnTo>
                    <a:pt x="1316" y="14"/>
                  </a:lnTo>
                  <a:lnTo>
                    <a:pt x="1307" y="14"/>
                  </a:lnTo>
                  <a:lnTo>
                    <a:pt x="1298" y="14"/>
                  </a:lnTo>
                  <a:lnTo>
                    <a:pt x="1289" y="17"/>
                  </a:lnTo>
                  <a:lnTo>
                    <a:pt x="1280" y="23"/>
                  </a:lnTo>
                  <a:lnTo>
                    <a:pt x="1271" y="32"/>
                  </a:lnTo>
                  <a:lnTo>
                    <a:pt x="1262" y="38"/>
                  </a:lnTo>
                  <a:lnTo>
                    <a:pt x="1253" y="44"/>
                  </a:lnTo>
                  <a:lnTo>
                    <a:pt x="1244" y="50"/>
                  </a:lnTo>
                  <a:lnTo>
                    <a:pt x="1235" y="53"/>
                  </a:lnTo>
                  <a:lnTo>
                    <a:pt x="1226" y="53"/>
                  </a:lnTo>
                  <a:lnTo>
                    <a:pt x="1217" y="53"/>
                  </a:lnTo>
                  <a:lnTo>
                    <a:pt x="1208" y="56"/>
                  </a:lnTo>
                  <a:lnTo>
                    <a:pt x="1196" y="56"/>
                  </a:lnTo>
                  <a:lnTo>
                    <a:pt x="1187" y="59"/>
                  </a:lnTo>
                  <a:lnTo>
                    <a:pt x="1175" y="62"/>
                  </a:lnTo>
                  <a:lnTo>
                    <a:pt x="1166" y="65"/>
                  </a:lnTo>
                  <a:lnTo>
                    <a:pt x="1157" y="65"/>
                  </a:lnTo>
                  <a:lnTo>
                    <a:pt x="1148" y="68"/>
                  </a:lnTo>
                  <a:lnTo>
                    <a:pt x="1139" y="68"/>
                  </a:lnTo>
                  <a:lnTo>
                    <a:pt x="1130" y="68"/>
                  </a:lnTo>
                  <a:lnTo>
                    <a:pt x="1121" y="68"/>
                  </a:lnTo>
                  <a:lnTo>
                    <a:pt x="1112" y="68"/>
                  </a:lnTo>
                  <a:lnTo>
                    <a:pt x="1103" y="65"/>
                  </a:lnTo>
                  <a:lnTo>
                    <a:pt x="1097" y="56"/>
                  </a:lnTo>
                  <a:lnTo>
                    <a:pt x="1085" y="47"/>
                  </a:lnTo>
                  <a:lnTo>
                    <a:pt x="1076" y="44"/>
                  </a:lnTo>
                  <a:lnTo>
                    <a:pt x="1064" y="38"/>
                  </a:lnTo>
                  <a:lnTo>
                    <a:pt x="1055" y="32"/>
                  </a:lnTo>
                  <a:lnTo>
                    <a:pt x="1043" y="32"/>
                  </a:lnTo>
                  <a:lnTo>
                    <a:pt x="1034" y="29"/>
                  </a:lnTo>
                  <a:lnTo>
                    <a:pt x="1025" y="23"/>
                  </a:lnTo>
                  <a:lnTo>
                    <a:pt x="1016" y="23"/>
                  </a:lnTo>
                  <a:lnTo>
                    <a:pt x="1007" y="20"/>
                  </a:lnTo>
                  <a:lnTo>
                    <a:pt x="995" y="26"/>
                  </a:lnTo>
                  <a:lnTo>
                    <a:pt x="986" y="32"/>
                  </a:lnTo>
                  <a:lnTo>
                    <a:pt x="977" y="38"/>
                  </a:lnTo>
                  <a:lnTo>
                    <a:pt x="968" y="41"/>
                  </a:lnTo>
                  <a:lnTo>
                    <a:pt x="959" y="44"/>
                  </a:lnTo>
                  <a:lnTo>
                    <a:pt x="947" y="50"/>
                  </a:lnTo>
                  <a:lnTo>
                    <a:pt x="938" y="53"/>
                  </a:lnTo>
                  <a:lnTo>
                    <a:pt x="929" y="59"/>
                  </a:lnTo>
                  <a:lnTo>
                    <a:pt x="920" y="59"/>
                  </a:lnTo>
                  <a:lnTo>
                    <a:pt x="911" y="59"/>
                  </a:lnTo>
                  <a:lnTo>
                    <a:pt x="899" y="56"/>
                  </a:lnTo>
                  <a:lnTo>
                    <a:pt x="893" y="47"/>
                  </a:lnTo>
                  <a:lnTo>
                    <a:pt x="884" y="41"/>
                  </a:lnTo>
                  <a:lnTo>
                    <a:pt x="875" y="35"/>
                  </a:lnTo>
                  <a:lnTo>
                    <a:pt x="866" y="26"/>
                  </a:lnTo>
                  <a:lnTo>
                    <a:pt x="857" y="20"/>
                  </a:lnTo>
                  <a:lnTo>
                    <a:pt x="848" y="14"/>
                  </a:lnTo>
                  <a:lnTo>
                    <a:pt x="839" y="11"/>
                  </a:lnTo>
                  <a:lnTo>
                    <a:pt x="830" y="11"/>
                  </a:lnTo>
                  <a:lnTo>
                    <a:pt x="821" y="11"/>
                  </a:lnTo>
                  <a:lnTo>
                    <a:pt x="812" y="14"/>
                  </a:lnTo>
                  <a:lnTo>
                    <a:pt x="803" y="14"/>
                  </a:lnTo>
                  <a:lnTo>
                    <a:pt x="794" y="14"/>
                  </a:lnTo>
                  <a:lnTo>
                    <a:pt x="785" y="14"/>
                  </a:lnTo>
                  <a:lnTo>
                    <a:pt x="776" y="14"/>
                  </a:lnTo>
                  <a:lnTo>
                    <a:pt x="767" y="17"/>
                  </a:lnTo>
                  <a:lnTo>
                    <a:pt x="758" y="17"/>
                  </a:lnTo>
                  <a:lnTo>
                    <a:pt x="749" y="17"/>
                  </a:lnTo>
                  <a:lnTo>
                    <a:pt x="740" y="17"/>
                  </a:lnTo>
                  <a:lnTo>
                    <a:pt x="731" y="20"/>
                  </a:lnTo>
                  <a:lnTo>
                    <a:pt x="722" y="20"/>
                  </a:lnTo>
                  <a:lnTo>
                    <a:pt x="713" y="20"/>
                  </a:lnTo>
                  <a:lnTo>
                    <a:pt x="704" y="20"/>
                  </a:lnTo>
                  <a:lnTo>
                    <a:pt x="695" y="20"/>
                  </a:lnTo>
                  <a:lnTo>
                    <a:pt x="686" y="20"/>
                  </a:lnTo>
                  <a:lnTo>
                    <a:pt x="677" y="23"/>
                  </a:lnTo>
                  <a:lnTo>
                    <a:pt x="668" y="29"/>
                  </a:lnTo>
                  <a:lnTo>
                    <a:pt x="659" y="32"/>
                  </a:lnTo>
                  <a:lnTo>
                    <a:pt x="650" y="38"/>
                  </a:lnTo>
                  <a:lnTo>
                    <a:pt x="641" y="41"/>
                  </a:lnTo>
                  <a:lnTo>
                    <a:pt x="632" y="50"/>
                  </a:lnTo>
                  <a:lnTo>
                    <a:pt x="623" y="53"/>
                  </a:lnTo>
                  <a:lnTo>
                    <a:pt x="614" y="56"/>
                  </a:lnTo>
                  <a:lnTo>
                    <a:pt x="602" y="59"/>
                  </a:lnTo>
                  <a:lnTo>
                    <a:pt x="593" y="62"/>
                  </a:lnTo>
                  <a:lnTo>
                    <a:pt x="584" y="65"/>
                  </a:lnTo>
                  <a:lnTo>
                    <a:pt x="575" y="65"/>
                  </a:lnTo>
                  <a:lnTo>
                    <a:pt x="566" y="65"/>
                  </a:lnTo>
                  <a:lnTo>
                    <a:pt x="557" y="59"/>
                  </a:lnTo>
                  <a:lnTo>
                    <a:pt x="548" y="53"/>
                  </a:lnTo>
                  <a:lnTo>
                    <a:pt x="539" y="50"/>
                  </a:lnTo>
                  <a:lnTo>
                    <a:pt x="530" y="44"/>
                  </a:lnTo>
                  <a:lnTo>
                    <a:pt x="518" y="44"/>
                  </a:lnTo>
                  <a:lnTo>
                    <a:pt x="506" y="41"/>
                  </a:lnTo>
                  <a:lnTo>
                    <a:pt x="503" y="32"/>
                  </a:lnTo>
                  <a:lnTo>
                    <a:pt x="494" y="29"/>
                  </a:lnTo>
                  <a:lnTo>
                    <a:pt x="485" y="29"/>
                  </a:lnTo>
                  <a:lnTo>
                    <a:pt x="473" y="29"/>
                  </a:lnTo>
                  <a:lnTo>
                    <a:pt x="464" y="29"/>
                  </a:lnTo>
                  <a:lnTo>
                    <a:pt x="455" y="29"/>
                  </a:lnTo>
                  <a:lnTo>
                    <a:pt x="455" y="38"/>
                  </a:lnTo>
                  <a:lnTo>
                    <a:pt x="455" y="47"/>
                  </a:lnTo>
                  <a:lnTo>
                    <a:pt x="464" y="53"/>
                  </a:lnTo>
                  <a:lnTo>
                    <a:pt x="470" y="62"/>
                  </a:lnTo>
                  <a:lnTo>
                    <a:pt x="479" y="71"/>
                  </a:lnTo>
                  <a:lnTo>
                    <a:pt x="485" y="80"/>
                  </a:lnTo>
                  <a:lnTo>
                    <a:pt x="491" y="89"/>
                  </a:lnTo>
                  <a:lnTo>
                    <a:pt x="497" y="98"/>
                  </a:lnTo>
                  <a:lnTo>
                    <a:pt x="488" y="92"/>
                  </a:lnTo>
                  <a:lnTo>
                    <a:pt x="479" y="83"/>
                  </a:lnTo>
                  <a:lnTo>
                    <a:pt x="470" y="77"/>
                  </a:lnTo>
                  <a:lnTo>
                    <a:pt x="461" y="71"/>
                  </a:lnTo>
                  <a:lnTo>
                    <a:pt x="452" y="65"/>
                  </a:lnTo>
                  <a:lnTo>
                    <a:pt x="443" y="56"/>
                  </a:lnTo>
                  <a:lnTo>
                    <a:pt x="434" y="47"/>
                  </a:lnTo>
                  <a:lnTo>
                    <a:pt x="425" y="41"/>
                  </a:lnTo>
                  <a:lnTo>
                    <a:pt x="416" y="38"/>
                  </a:lnTo>
                  <a:lnTo>
                    <a:pt x="404" y="35"/>
                  </a:lnTo>
                  <a:lnTo>
                    <a:pt x="395" y="35"/>
                  </a:lnTo>
                  <a:lnTo>
                    <a:pt x="386" y="35"/>
                  </a:lnTo>
                  <a:lnTo>
                    <a:pt x="377" y="35"/>
                  </a:lnTo>
                  <a:lnTo>
                    <a:pt x="368" y="32"/>
                  </a:lnTo>
                  <a:lnTo>
                    <a:pt x="359" y="32"/>
                  </a:lnTo>
                  <a:lnTo>
                    <a:pt x="350" y="32"/>
                  </a:lnTo>
                  <a:lnTo>
                    <a:pt x="341" y="32"/>
                  </a:lnTo>
                  <a:lnTo>
                    <a:pt x="329" y="32"/>
                  </a:lnTo>
                  <a:lnTo>
                    <a:pt x="320" y="32"/>
                  </a:lnTo>
                  <a:lnTo>
                    <a:pt x="311" y="35"/>
                  </a:lnTo>
                  <a:lnTo>
                    <a:pt x="302" y="35"/>
                  </a:lnTo>
                  <a:lnTo>
                    <a:pt x="290" y="35"/>
                  </a:lnTo>
                  <a:lnTo>
                    <a:pt x="278" y="35"/>
                  </a:lnTo>
                  <a:lnTo>
                    <a:pt x="269" y="35"/>
                  </a:lnTo>
                  <a:lnTo>
                    <a:pt x="260" y="35"/>
                  </a:lnTo>
                  <a:lnTo>
                    <a:pt x="251" y="41"/>
                  </a:lnTo>
                  <a:lnTo>
                    <a:pt x="242" y="44"/>
                  </a:lnTo>
                  <a:lnTo>
                    <a:pt x="239" y="53"/>
                  </a:lnTo>
                  <a:lnTo>
                    <a:pt x="239" y="62"/>
                  </a:lnTo>
                  <a:lnTo>
                    <a:pt x="230" y="71"/>
                  </a:lnTo>
                  <a:lnTo>
                    <a:pt x="221" y="74"/>
                  </a:lnTo>
                  <a:lnTo>
                    <a:pt x="212" y="74"/>
                  </a:lnTo>
                  <a:lnTo>
                    <a:pt x="203" y="74"/>
                  </a:lnTo>
                  <a:lnTo>
                    <a:pt x="194" y="74"/>
                  </a:lnTo>
                  <a:lnTo>
                    <a:pt x="185" y="77"/>
                  </a:lnTo>
                  <a:lnTo>
                    <a:pt x="176" y="80"/>
                  </a:lnTo>
                  <a:lnTo>
                    <a:pt x="164" y="80"/>
                  </a:lnTo>
                  <a:lnTo>
                    <a:pt x="155" y="80"/>
                  </a:lnTo>
                  <a:lnTo>
                    <a:pt x="146" y="80"/>
                  </a:lnTo>
                  <a:lnTo>
                    <a:pt x="137" y="77"/>
                  </a:lnTo>
                  <a:lnTo>
                    <a:pt x="131" y="68"/>
                  </a:lnTo>
                  <a:lnTo>
                    <a:pt x="122" y="65"/>
                  </a:lnTo>
                  <a:lnTo>
                    <a:pt x="113" y="59"/>
                  </a:lnTo>
                  <a:lnTo>
                    <a:pt x="104" y="56"/>
                  </a:lnTo>
                  <a:lnTo>
                    <a:pt x="95" y="53"/>
                  </a:lnTo>
                  <a:lnTo>
                    <a:pt x="86" y="53"/>
                  </a:lnTo>
                  <a:lnTo>
                    <a:pt x="77" y="50"/>
                  </a:lnTo>
                  <a:lnTo>
                    <a:pt x="68" y="44"/>
                  </a:lnTo>
                  <a:lnTo>
                    <a:pt x="59" y="41"/>
                  </a:lnTo>
                  <a:lnTo>
                    <a:pt x="50" y="35"/>
                  </a:lnTo>
                  <a:lnTo>
                    <a:pt x="41" y="32"/>
                  </a:lnTo>
                  <a:lnTo>
                    <a:pt x="32" y="29"/>
                  </a:lnTo>
                  <a:lnTo>
                    <a:pt x="23" y="23"/>
                  </a:lnTo>
                  <a:lnTo>
                    <a:pt x="14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2" name="Freeform 20">
              <a:extLst>
                <a:ext uri="{FF2B5EF4-FFF2-40B4-BE49-F238E27FC236}">
                  <a16:creationId xmlns:a16="http://schemas.microsoft.com/office/drawing/2014/main" id="{4058DAE3-F82B-363C-BDD4-F5EEC4CDD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" y="1306"/>
              <a:ext cx="2220" cy="81"/>
            </a:xfrm>
            <a:custGeom>
              <a:avLst/>
              <a:gdLst>
                <a:gd name="T0" fmla="*/ 0 w 2220"/>
                <a:gd name="T1" fmla="*/ 80 h 81"/>
                <a:gd name="T2" fmla="*/ 48 w 2220"/>
                <a:gd name="T3" fmla="*/ 55 h 81"/>
                <a:gd name="T4" fmla="*/ 92 w 2220"/>
                <a:gd name="T5" fmla="*/ 31 h 81"/>
                <a:gd name="T6" fmla="*/ 128 w 2220"/>
                <a:gd name="T7" fmla="*/ 23 h 81"/>
                <a:gd name="T8" fmla="*/ 164 w 2220"/>
                <a:gd name="T9" fmla="*/ 27 h 81"/>
                <a:gd name="T10" fmla="*/ 200 w 2220"/>
                <a:gd name="T11" fmla="*/ 43 h 81"/>
                <a:gd name="T12" fmla="*/ 236 w 2220"/>
                <a:gd name="T13" fmla="*/ 55 h 81"/>
                <a:gd name="T14" fmla="*/ 276 w 2220"/>
                <a:gd name="T15" fmla="*/ 31 h 81"/>
                <a:gd name="T16" fmla="*/ 312 w 2220"/>
                <a:gd name="T17" fmla="*/ 23 h 81"/>
                <a:gd name="T18" fmla="*/ 348 w 2220"/>
                <a:gd name="T19" fmla="*/ 39 h 81"/>
                <a:gd name="T20" fmla="*/ 383 w 2220"/>
                <a:gd name="T21" fmla="*/ 59 h 81"/>
                <a:gd name="T22" fmla="*/ 419 w 2220"/>
                <a:gd name="T23" fmla="*/ 39 h 81"/>
                <a:gd name="T24" fmla="*/ 459 w 2220"/>
                <a:gd name="T25" fmla="*/ 27 h 81"/>
                <a:gd name="T26" fmla="*/ 495 w 2220"/>
                <a:gd name="T27" fmla="*/ 23 h 81"/>
                <a:gd name="T28" fmla="*/ 535 w 2220"/>
                <a:gd name="T29" fmla="*/ 15 h 81"/>
                <a:gd name="T30" fmla="*/ 579 w 2220"/>
                <a:gd name="T31" fmla="*/ 23 h 81"/>
                <a:gd name="T32" fmla="*/ 611 w 2220"/>
                <a:gd name="T33" fmla="*/ 51 h 81"/>
                <a:gd name="T34" fmla="*/ 651 w 2220"/>
                <a:gd name="T35" fmla="*/ 39 h 81"/>
                <a:gd name="T36" fmla="*/ 695 w 2220"/>
                <a:gd name="T37" fmla="*/ 31 h 81"/>
                <a:gd name="T38" fmla="*/ 735 w 2220"/>
                <a:gd name="T39" fmla="*/ 19 h 81"/>
                <a:gd name="T40" fmla="*/ 770 w 2220"/>
                <a:gd name="T41" fmla="*/ 19 h 81"/>
                <a:gd name="T42" fmla="*/ 806 w 2220"/>
                <a:gd name="T43" fmla="*/ 43 h 81"/>
                <a:gd name="T44" fmla="*/ 842 w 2220"/>
                <a:gd name="T45" fmla="*/ 51 h 81"/>
                <a:gd name="T46" fmla="*/ 878 w 2220"/>
                <a:gd name="T47" fmla="*/ 43 h 81"/>
                <a:gd name="T48" fmla="*/ 918 w 2220"/>
                <a:gd name="T49" fmla="*/ 35 h 81"/>
                <a:gd name="T50" fmla="*/ 954 w 2220"/>
                <a:gd name="T51" fmla="*/ 35 h 81"/>
                <a:gd name="T52" fmla="*/ 994 w 2220"/>
                <a:gd name="T53" fmla="*/ 31 h 81"/>
                <a:gd name="T54" fmla="*/ 1030 w 2220"/>
                <a:gd name="T55" fmla="*/ 15 h 81"/>
                <a:gd name="T56" fmla="*/ 1074 w 2220"/>
                <a:gd name="T57" fmla="*/ 15 h 81"/>
                <a:gd name="T58" fmla="*/ 1109 w 2220"/>
                <a:gd name="T59" fmla="*/ 39 h 81"/>
                <a:gd name="T60" fmla="*/ 1145 w 2220"/>
                <a:gd name="T61" fmla="*/ 47 h 81"/>
                <a:gd name="T62" fmla="*/ 1185 w 2220"/>
                <a:gd name="T63" fmla="*/ 31 h 81"/>
                <a:gd name="T64" fmla="*/ 1229 w 2220"/>
                <a:gd name="T65" fmla="*/ 11 h 81"/>
                <a:gd name="T66" fmla="*/ 1269 w 2220"/>
                <a:gd name="T67" fmla="*/ 7 h 81"/>
                <a:gd name="T68" fmla="*/ 1301 w 2220"/>
                <a:gd name="T69" fmla="*/ 15 h 81"/>
                <a:gd name="T70" fmla="*/ 1337 w 2220"/>
                <a:gd name="T71" fmla="*/ 43 h 81"/>
                <a:gd name="T72" fmla="*/ 1373 w 2220"/>
                <a:gd name="T73" fmla="*/ 55 h 81"/>
                <a:gd name="T74" fmla="*/ 1409 w 2220"/>
                <a:gd name="T75" fmla="*/ 31 h 81"/>
                <a:gd name="T76" fmla="*/ 1449 w 2220"/>
                <a:gd name="T77" fmla="*/ 19 h 81"/>
                <a:gd name="T78" fmla="*/ 1484 w 2220"/>
                <a:gd name="T79" fmla="*/ 15 h 81"/>
                <a:gd name="T80" fmla="*/ 1524 w 2220"/>
                <a:gd name="T81" fmla="*/ 11 h 81"/>
                <a:gd name="T82" fmla="*/ 1572 w 2220"/>
                <a:gd name="T83" fmla="*/ 39 h 81"/>
                <a:gd name="T84" fmla="*/ 1608 w 2220"/>
                <a:gd name="T85" fmla="*/ 59 h 81"/>
                <a:gd name="T86" fmla="*/ 1648 w 2220"/>
                <a:gd name="T87" fmla="*/ 47 h 81"/>
                <a:gd name="T88" fmla="*/ 1684 w 2220"/>
                <a:gd name="T89" fmla="*/ 27 h 81"/>
                <a:gd name="T90" fmla="*/ 1724 w 2220"/>
                <a:gd name="T91" fmla="*/ 15 h 81"/>
                <a:gd name="T92" fmla="*/ 1760 w 2220"/>
                <a:gd name="T93" fmla="*/ 7 h 81"/>
                <a:gd name="T94" fmla="*/ 1804 w 2220"/>
                <a:gd name="T95" fmla="*/ 27 h 81"/>
                <a:gd name="T96" fmla="*/ 1840 w 2220"/>
                <a:gd name="T97" fmla="*/ 39 h 81"/>
                <a:gd name="T98" fmla="*/ 1875 w 2220"/>
                <a:gd name="T99" fmla="*/ 27 h 81"/>
                <a:gd name="T100" fmla="*/ 1911 w 2220"/>
                <a:gd name="T101" fmla="*/ 7 h 81"/>
                <a:gd name="T102" fmla="*/ 1951 w 2220"/>
                <a:gd name="T103" fmla="*/ 0 h 81"/>
                <a:gd name="T104" fmla="*/ 1995 w 2220"/>
                <a:gd name="T105" fmla="*/ 7 h 81"/>
                <a:gd name="T106" fmla="*/ 2031 w 2220"/>
                <a:gd name="T107" fmla="*/ 23 h 81"/>
                <a:gd name="T108" fmla="*/ 2071 w 2220"/>
                <a:gd name="T109" fmla="*/ 35 h 81"/>
                <a:gd name="T110" fmla="*/ 2103 w 2220"/>
                <a:gd name="T111" fmla="*/ 15 h 81"/>
                <a:gd name="T112" fmla="*/ 2143 w 2220"/>
                <a:gd name="T113" fmla="*/ 35 h 81"/>
                <a:gd name="T114" fmla="*/ 2175 w 2220"/>
                <a:gd name="T115" fmla="*/ 55 h 81"/>
                <a:gd name="T116" fmla="*/ 2211 w 2220"/>
                <a:gd name="T117" fmla="*/ 6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20" h="81">
                  <a:moveTo>
                    <a:pt x="0" y="77"/>
                  </a:moveTo>
                  <a:lnTo>
                    <a:pt x="0" y="71"/>
                  </a:lnTo>
                  <a:lnTo>
                    <a:pt x="0" y="80"/>
                  </a:lnTo>
                  <a:lnTo>
                    <a:pt x="24" y="47"/>
                  </a:lnTo>
                  <a:lnTo>
                    <a:pt x="36" y="47"/>
                  </a:lnTo>
                  <a:lnTo>
                    <a:pt x="48" y="55"/>
                  </a:lnTo>
                  <a:lnTo>
                    <a:pt x="64" y="47"/>
                  </a:lnTo>
                  <a:lnTo>
                    <a:pt x="80" y="35"/>
                  </a:lnTo>
                  <a:lnTo>
                    <a:pt x="92" y="31"/>
                  </a:lnTo>
                  <a:lnTo>
                    <a:pt x="104" y="31"/>
                  </a:lnTo>
                  <a:lnTo>
                    <a:pt x="116" y="27"/>
                  </a:lnTo>
                  <a:lnTo>
                    <a:pt x="128" y="23"/>
                  </a:lnTo>
                  <a:lnTo>
                    <a:pt x="140" y="23"/>
                  </a:lnTo>
                  <a:lnTo>
                    <a:pt x="152" y="27"/>
                  </a:lnTo>
                  <a:lnTo>
                    <a:pt x="164" y="27"/>
                  </a:lnTo>
                  <a:lnTo>
                    <a:pt x="176" y="31"/>
                  </a:lnTo>
                  <a:lnTo>
                    <a:pt x="188" y="39"/>
                  </a:lnTo>
                  <a:lnTo>
                    <a:pt x="200" y="43"/>
                  </a:lnTo>
                  <a:lnTo>
                    <a:pt x="212" y="47"/>
                  </a:lnTo>
                  <a:lnTo>
                    <a:pt x="224" y="51"/>
                  </a:lnTo>
                  <a:lnTo>
                    <a:pt x="236" y="55"/>
                  </a:lnTo>
                  <a:lnTo>
                    <a:pt x="252" y="51"/>
                  </a:lnTo>
                  <a:lnTo>
                    <a:pt x="268" y="43"/>
                  </a:lnTo>
                  <a:lnTo>
                    <a:pt x="276" y="31"/>
                  </a:lnTo>
                  <a:lnTo>
                    <a:pt x="288" y="31"/>
                  </a:lnTo>
                  <a:lnTo>
                    <a:pt x="300" y="27"/>
                  </a:lnTo>
                  <a:lnTo>
                    <a:pt x="312" y="23"/>
                  </a:lnTo>
                  <a:lnTo>
                    <a:pt x="324" y="19"/>
                  </a:lnTo>
                  <a:lnTo>
                    <a:pt x="336" y="31"/>
                  </a:lnTo>
                  <a:lnTo>
                    <a:pt x="348" y="39"/>
                  </a:lnTo>
                  <a:lnTo>
                    <a:pt x="360" y="51"/>
                  </a:lnTo>
                  <a:lnTo>
                    <a:pt x="371" y="59"/>
                  </a:lnTo>
                  <a:lnTo>
                    <a:pt x="383" y="59"/>
                  </a:lnTo>
                  <a:lnTo>
                    <a:pt x="395" y="51"/>
                  </a:lnTo>
                  <a:lnTo>
                    <a:pt x="407" y="47"/>
                  </a:lnTo>
                  <a:lnTo>
                    <a:pt x="419" y="39"/>
                  </a:lnTo>
                  <a:lnTo>
                    <a:pt x="431" y="35"/>
                  </a:lnTo>
                  <a:lnTo>
                    <a:pt x="443" y="31"/>
                  </a:lnTo>
                  <a:lnTo>
                    <a:pt x="459" y="27"/>
                  </a:lnTo>
                  <a:lnTo>
                    <a:pt x="471" y="27"/>
                  </a:lnTo>
                  <a:lnTo>
                    <a:pt x="483" y="23"/>
                  </a:lnTo>
                  <a:lnTo>
                    <a:pt x="495" y="23"/>
                  </a:lnTo>
                  <a:lnTo>
                    <a:pt x="507" y="23"/>
                  </a:lnTo>
                  <a:lnTo>
                    <a:pt x="519" y="19"/>
                  </a:lnTo>
                  <a:lnTo>
                    <a:pt x="535" y="15"/>
                  </a:lnTo>
                  <a:lnTo>
                    <a:pt x="551" y="15"/>
                  </a:lnTo>
                  <a:lnTo>
                    <a:pt x="567" y="11"/>
                  </a:lnTo>
                  <a:lnTo>
                    <a:pt x="579" y="23"/>
                  </a:lnTo>
                  <a:lnTo>
                    <a:pt x="587" y="35"/>
                  </a:lnTo>
                  <a:lnTo>
                    <a:pt x="595" y="47"/>
                  </a:lnTo>
                  <a:lnTo>
                    <a:pt x="611" y="51"/>
                  </a:lnTo>
                  <a:lnTo>
                    <a:pt x="623" y="47"/>
                  </a:lnTo>
                  <a:lnTo>
                    <a:pt x="639" y="43"/>
                  </a:lnTo>
                  <a:lnTo>
                    <a:pt x="651" y="39"/>
                  </a:lnTo>
                  <a:lnTo>
                    <a:pt x="667" y="35"/>
                  </a:lnTo>
                  <a:lnTo>
                    <a:pt x="683" y="35"/>
                  </a:lnTo>
                  <a:lnTo>
                    <a:pt x="695" y="31"/>
                  </a:lnTo>
                  <a:lnTo>
                    <a:pt x="707" y="27"/>
                  </a:lnTo>
                  <a:lnTo>
                    <a:pt x="723" y="23"/>
                  </a:lnTo>
                  <a:lnTo>
                    <a:pt x="735" y="19"/>
                  </a:lnTo>
                  <a:lnTo>
                    <a:pt x="746" y="15"/>
                  </a:lnTo>
                  <a:lnTo>
                    <a:pt x="758" y="11"/>
                  </a:lnTo>
                  <a:lnTo>
                    <a:pt x="770" y="19"/>
                  </a:lnTo>
                  <a:lnTo>
                    <a:pt x="782" y="27"/>
                  </a:lnTo>
                  <a:lnTo>
                    <a:pt x="794" y="35"/>
                  </a:lnTo>
                  <a:lnTo>
                    <a:pt x="806" y="43"/>
                  </a:lnTo>
                  <a:lnTo>
                    <a:pt x="818" y="51"/>
                  </a:lnTo>
                  <a:lnTo>
                    <a:pt x="830" y="51"/>
                  </a:lnTo>
                  <a:lnTo>
                    <a:pt x="842" y="51"/>
                  </a:lnTo>
                  <a:lnTo>
                    <a:pt x="854" y="47"/>
                  </a:lnTo>
                  <a:lnTo>
                    <a:pt x="866" y="43"/>
                  </a:lnTo>
                  <a:lnTo>
                    <a:pt x="878" y="43"/>
                  </a:lnTo>
                  <a:lnTo>
                    <a:pt x="890" y="39"/>
                  </a:lnTo>
                  <a:lnTo>
                    <a:pt x="906" y="39"/>
                  </a:lnTo>
                  <a:lnTo>
                    <a:pt x="918" y="35"/>
                  </a:lnTo>
                  <a:lnTo>
                    <a:pt x="930" y="35"/>
                  </a:lnTo>
                  <a:lnTo>
                    <a:pt x="942" y="35"/>
                  </a:lnTo>
                  <a:lnTo>
                    <a:pt x="954" y="35"/>
                  </a:lnTo>
                  <a:lnTo>
                    <a:pt x="966" y="35"/>
                  </a:lnTo>
                  <a:lnTo>
                    <a:pt x="978" y="35"/>
                  </a:lnTo>
                  <a:lnTo>
                    <a:pt x="994" y="31"/>
                  </a:lnTo>
                  <a:lnTo>
                    <a:pt x="1006" y="27"/>
                  </a:lnTo>
                  <a:lnTo>
                    <a:pt x="1018" y="19"/>
                  </a:lnTo>
                  <a:lnTo>
                    <a:pt x="1030" y="15"/>
                  </a:lnTo>
                  <a:lnTo>
                    <a:pt x="1042" y="11"/>
                  </a:lnTo>
                  <a:lnTo>
                    <a:pt x="1058" y="7"/>
                  </a:lnTo>
                  <a:lnTo>
                    <a:pt x="1074" y="15"/>
                  </a:lnTo>
                  <a:lnTo>
                    <a:pt x="1086" y="27"/>
                  </a:lnTo>
                  <a:lnTo>
                    <a:pt x="1098" y="35"/>
                  </a:lnTo>
                  <a:lnTo>
                    <a:pt x="1109" y="39"/>
                  </a:lnTo>
                  <a:lnTo>
                    <a:pt x="1121" y="47"/>
                  </a:lnTo>
                  <a:lnTo>
                    <a:pt x="1133" y="47"/>
                  </a:lnTo>
                  <a:lnTo>
                    <a:pt x="1145" y="47"/>
                  </a:lnTo>
                  <a:lnTo>
                    <a:pt x="1161" y="43"/>
                  </a:lnTo>
                  <a:lnTo>
                    <a:pt x="1173" y="39"/>
                  </a:lnTo>
                  <a:lnTo>
                    <a:pt x="1185" y="31"/>
                  </a:lnTo>
                  <a:lnTo>
                    <a:pt x="1201" y="23"/>
                  </a:lnTo>
                  <a:lnTo>
                    <a:pt x="1213" y="19"/>
                  </a:lnTo>
                  <a:lnTo>
                    <a:pt x="1229" y="11"/>
                  </a:lnTo>
                  <a:lnTo>
                    <a:pt x="1241" y="11"/>
                  </a:lnTo>
                  <a:lnTo>
                    <a:pt x="1253" y="11"/>
                  </a:lnTo>
                  <a:lnTo>
                    <a:pt x="1269" y="7"/>
                  </a:lnTo>
                  <a:lnTo>
                    <a:pt x="1281" y="3"/>
                  </a:lnTo>
                  <a:lnTo>
                    <a:pt x="1293" y="3"/>
                  </a:lnTo>
                  <a:lnTo>
                    <a:pt x="1301" y="15"/>
                  </a:lnTo>
                  <a:lnTo>
                    <a:pt x="1313" y="23"/>
                  </a:lnTo>
                  <a:lnTo>
                    <a:pt x="1325" y="31"/>
                  </a:lnTo>
                  <a:lnTo>
                    <a:pt x="1337" y="43"/>
                  </a:lnTo>
                  <a:lnTo>
                    <a:pt x="1349" y="51"/>
                  </a:lnTo>
                  <a:lnTo>
                    <a:pt x="1361" y="55"/>
                  </a:lnTo>
                  <a:lnTo>
                    <a:pt x="1373" y="55"/>
                  </a:lnTo>
                  <a:lnTo>
                    <a:pt x="1385" y="47"/>
                  </a:lnTo>
                  <a:lnTo>
                    <a:pt x="1397" y="39"/>
                  </a:lnTo>
                  <a:lnTo>
                    <a:pt x="1409" y="31"/>
                  </a:lnTo>
                  <a:lnTo>
                    <a:pt x="1421" y="27"/>
                  </a:lnTo>
                  <a:lnTo>
                    <a:pt x="1433" y="23"/>
                  </a:lnTo>
                  <a:lnTo>
                    <a:pt x="1449" y="19"/>
                  </a:lnTo>
                  <a:lnTo>
                    <a:pt x="1461" y="19"/>
                  </a:lnTo>
                  <a:lnTo>
                    <a:pt x="1473" y="19"/>
                  </a:lnTo>
                  <a:lnTo>
                    <a:pt x="1484" y="15"/>
                  </a:lnTo>
                  <a:lnTo>
                    <a:pt x="1496" y="15"/>
                  </a:lnTo>
                  <a:lnTo>
                    <a:pt x="1508" y="7"/>
                  </a:lnTo>
                  <a:lnTo>
                    <a:pt x="1524" y="11"/>
                  </a:lnTo>
                  <a:lnTo>
                    <a:pt x="1544" y="23"/>
                  </a:lnTo>
                  <a:lnTo>
                    <a:pt x="1556" y="27"/>
                  </a:lnTo>
                  <a:lnTo>
                    <a:pt x="1572" y="39"/>
                  </a:lnTo>
                  <a:lnTo>
                    <a:pt x="1584" y="43"/>
                  </a:lnTo>
                  <a:lnTo>
                    <a:pt x="1596" y="51"/>
                  </a:lnTo>
                  <a:lnTo>
                    <a:pt x="1608" y="59"/>
                  </a:lnTo>
                  <a:lnTo>
                    <a:pt x="1620" y="59"/>
                  </a:lnTo>
                  <a:lnTo>
                    <a:pt x="1632" y="55"/>
                  </a:lnTo>
                  <a:lnTo>
                    <a:pt x="1648" y="47"/>
                  </a:lnTo>
                  <a:lnTo>
                    <a:pt x="1660" y="35"/>
                  </a:lnTo>
                  <a:lnTo>
                    <a:pt x="1672" y="31"/>
                  </a:lnTo>
                  <a:lnTo>
                    <a:pt x="1684" y="27"/>
                  </a:lnTo>
                  <a:lnTo>
                    <a:pt x="1696" y="23"/>
                  </a:lnTo>
                  <a:lnTo>
                    <a:pt x="1712" y="19"/>
                  </a:lnTo>
                  <a:lnTo>
                    <a:pt x="1724" y="15"/>
                  </a:lnTo>
                  <a:lnTo>
                    <a:pt x="1736" y="11"/>
                  </a:lnTo>
                  <a:lnTo>
                    <a:pt x="1748" y="7"/>
                  </a:lnTo>
                  <a:lnTo>
                    <a:pt x="1760" y="7"/>
                  </a:lnTo>
                  <a:lnTo>
                    <a:pt x="1772" y="11"/>
                  </a:lnTo>
                  <a:lnTo>
                    <a:pt x="1792" y="19"/>
                  </a:lnTo>
                  <a:lnTo>
                    <a:pt x="1804" y="27"/>
                  </a:lnTo>
                  <a:lnTo>
                    <a:pt x="1816" y="31"/>
                  </a:lnTo>
                  <a:lnTo>
                    <a:pt x="1828" y="35"/>
                  </a:lnTo>
                  <a:lnTo>
                    <a:pt x="1840" y="39"/>
                  </a:lnTo>
                  <a:lnTo>
                    <a:pt x="1851" y="39"/>
                  </a:lnTo>
                  <a:lnTo>
                    <a:pt x="1863" y="31"/>
                  </a:lnTo>
                  <a:lnTo>
                    <a:pt x="1875" y="27"/>
                  </a:lnTo>
                  <a:lnTo>
                    <a:pt x="1887" y="19"/>
                  </a:lnTo>
                  <a:lnTo>
                    <a:pt x="1899" y="11"/>
                  </a:lnTo>
                  <a:lnTo>
                    <a:pt x="1911" y="7"/>
                  </a:lnTo>
                  <a:lnTo>
                    <a:pt x="1927" y="3"/>
                  </a:lnTo>
                  <a:lnTo>
                    <a:pt x="1939" y="0"/>
                  </a:lnTo>
                  <a:lnTo>
                    <a:pt x="1951" y="0"/>
                  </a:lnTo>
                  <a:lnTo>
                    <a:pt x="1967" y="0"/>
                  </a:lnTo>
                  <a:lnTo>
                    <a:pt x="1979" y="3"/>
                  </a:lnTo>
                  <a:lnTo>
                    <a:pt x="1995" y="7"/>
                  </a:lnTo>
                  <a:lnTo>
                    <a:pt x="2007" y="11"/>
                  </a:lnTo>
                  <a:lnTo>
                    <a:pt x="2019" y="19"/>
                  </a:lnTo>
                  <a:lnTo>
                    <a:pt x="2031" y="23"/>
                  </a:lnTo>
                  <a:lnTo>
                    <a:pt x="2047" y="27"/>
                  </a:lnTo>
                  <a:lnTo>
                    <a:pt x="2059" y="35"/>
                  </a:lnTo>
                  <a:lnTo>
                    <a:pt x="2071" y="35"/>
                  </a:lnTo>
                  <a:lnTo>
                    <a:pt x="2079" y="23"/>
                  </a:lnTo>
                  <a:lnTo>
                    <a:pt x="2091" y="15"/>
                  </a:lnTo>
                  <a:lnTo>
                    <a:pt x="2103" y="15"/>
                  </a:lnTo>
                  <a:lnTo>
                    <a:pt x="2115" y="19"/>
                  </a:lnTo>
                  <a:lnTo>
                    <a:pt x="2131" y="27"/>
                  </a:lnTo>
                  <a:lnTo>
                    <a:pt x="2143" y="35"/>
                  </a:lnTo>
                  <a:lnTo>
                    <a:pt x="2155" y="39"/>
                  </a:lnTo>
                  <a:lnTo>
                    <a:pt x="2163" y="51"/>
                  </a:lnTo>
                  <a:lnTo>
                    <a:pt x="2175" y="55"/>
                  </a:lnTo>
                  <a:lnTo>
                    <a:pt x="2187" y="59"/>
                  </a:lnTo>
                  <a:lnTo>
                    <a:pt x="2199" y="67"/>
                  </a:lnTo>
                  <a:lnTo>
                    <a:pt x="2211" y="67"/>
                  </a:lnTo>
                  <a:lnTo>
                    <a:pt x="2219" y="75"/>
                  </a:lnTo>
                  <a:lnTo>
                    <a:pt x="2214" y="73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215" name="Group 23">
              <a:extLst>
                <a:ext uri="{FF2B5EF4-FFF2-40B4-BE49-F238E27FC236}">
                  <a16:creationId xmlns:a16="http://schemas.microsoft.com/office/drawing/2014/main" id="{3379748E-BB37-FFFA-BB59-6EB478818B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" y="594"/>
              <a:ext cx="2448" cy="151"/>
              <a:chOff x="20" y="594"/>
              <a:chExt cx="2448" cy="151"/>
            </a:xfrm>
          </p:grpSpPr>
          <p:sp>
            <p:nvSpPr>
              <p:cNvPr id="8213" name="Freeform 21">
                <a:extLst>
                  <a:ext uri="{FF2B5EF4-FFF2-40B4-BE49-F238E27FC236}">
                    <a16:creationId xmlns:a16="http://schemas.microsoft.com/office/drawing/2014/main" id="{055EE1AF-3834-6CA3-B562-F9850BA76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" y="594"/>
                <a:ext cx="2420" cy="151"/>
              </a:xfrm>
              <a:custGeom>
                <a:avLst/>
                <a:gdLst>
                  <a:gd name="T0" fmla="*/ 75 w 2420"/>
                  <a:gd name="T1" fmla="*/ 48 h 151"/>
                  <a:gd name="T2" fmla="*/ 163 w 2420"/>
                  <a:gd name="T3" fmla="*/ 39 h 151"/>
                  <a:gd name="T4" fmla="*/ 241 w 2420"/>
                  <a:gd name="T5" fmla="*/ 33 h 151"/>
                  <a:gd name="T6" fmla="*/ 319 w 2420"/>
                  <a:gd name="T7" fmla="*/ 48 h 151"/>
                  <a:gd name="T8" fmla="*/ 404 w 2420"/>
                  <a:gd name="T9" fmla="*/ 42 h 151"/>
                  <a:gd name="T10" fmla="*/ 489 w 2420"/>
                  <a:gd name="T11" fmla="*/ 18 h 151"/>
                  <a:gd name="T12" fmla="*/ 571 w 2420"/>
                  <a:gd name="T13" fmla="*/ 45 h 151"/>
                  <a:gd name="T14" fmla="*/ 652 w 2420"/>
                  <a:gd name="T15" fmla="*/ 27 h 151"/>
                  <a:gd name="T16" fmla="*/ 741 w 2420"/>
                  <a:gd name="T17" fmla="*/ 33 h 151"/>
                  <a:gd name="T18" fmla="*/ 822 w 2420"/>
                  <a:gd name="T19" fmla="*/ 21 h 151"/>
                  <a:gd name="T20" fmla="*/ 907 w 2420"/>
                  <a:gd name="T21" fmla="*/ 42 h 151"/>
                  <a:gd name="T22" fmla="*/ 985 w 2420"/>
                  <a:gd name="T23" fmla="*/ 60 h 151"/>
                  <a:gd name="T24" fmla="*/ 1064 w 2420"/>
                  <a:gd name="T25" fmla="*/ 30 h 151"/>
                  <a:gd name="T26" fmla="*/ 1136 w 2420"/>
                  <a:gd name="T27" fmla="*/ 57 h 151"/>
                  <a:gd name="T28" fmla="*/ 1217 w 2420"/>
                  <a:gd name="T29" fmla="*/ 24 h 151"/>
                  <a:gd name="T30" fmla="*/ 1305 w 2420"/>
                  <a:gd name="T31" fmla="*/ 51 h 151"/>
                  <a:gd name="T32" fmla="*/ 1390 w 2420"/>
                  <a:gd name="T33" fmla="*/ 42 h 151"/>
                  <a:gd name="T34" fmla="*/ 1482 w 2420"/>
                  <a:gd name="T35" fmla="*/ 27 h 151"/>
                  <a:gd name="T36" fmla="*/ 1566 w 2420"/>
                  <a:gd name="T37" fmla="*/ 42 h 151"/>
                  <a:gd name="T38" fmla="*/ 1651 w 2420"/>
                  <a:gd name="T39" fmla="*/ 33 h 151"/>
                  <a:gd name="T40" fmla="*/ 1723 w 2420"/>
                  <a:gd name="T41" fmla="*/ 54 h 151"/>
                  <a:gd name="T42" fmla="*/ 1808 w 2420"/>
                  <a:gd name="T43" fmla="*/ 81 h 151"/>
                  <a:gd name="T44" fmla="*/ 1880 w 2420"/>
                  <a:gd name="T45" fmla="*/ 39 h 151"/>
                  <a:gd name="T46" fmla="*/ 1952 w 2420"/>
                  <a:gd name="T47" fmla="*/ 45 h 151"/>
                  <a:gd name="T48" fmla="*/ 2030 w 2420"/>
                  <a:gd name="T49" fmla="*/ 54 h 151"/>
                  <a:gd name="T50" fmla="*/ 2125 w 2420"/>
                  <a:gd name="T51" fmla="*/ 57 h 151"/>
                  <a:gd name="T52" fmla="*/ 2206 w 2420"/>
                  <a:gd name="T53" fmla="*/ 15 h 151"/>
                  <a:gd name="T54" fmla="*/ 2288 w 2420"/>
                  <a:gd name="T55" fmla="*/ 45 h 151"/>
                  <a:gd name="T56" fmla="*/ 2370 w 2420"/>
                  <a:gd name="T57" fmla="*/ 39 h 151"/>
                  <a:gd name="T58" fmla="*/ 2399 w 2420"/>
                  <a:gd name="T59" fmla="*/ 105 h 151"/>
                  <a:gd name="T60" fmla="*/ 2327 w 2420"/>
                  <a:gd name="T61" fmla="*/ 93 h 151"/>
                  <a:gd name="T62" fmla="*/ 2255 w 2420"/>
                  <a:gd name="T63" fmla="*/ 93 h 151"/>
                  <a:gd name="T64" fmla="*/ 2174 w 2420"/>
                  <a:gd name="T65" fmla="*/ 84 h 151"/>
                  <a:gd name="T66" fmla="*/ 2095 w 2420"/>
                  <a:gd name="T67" fmla="*/ 99 h 151"/>
                  <a:gd name="T68" fmla="*/ 2010 w 2420"/>
                  <a:gd name="T69" fmla="*/ 87 h 151"/>
                  <a:gd name="T70" fmla="*/ 1932 w 2420"/>
                  <a:gd name="T71" fmla="*/ 105 h 151"/>
                  <a:gd name="T72" fmla="*/ 1850 w 2420"/>
                  <a:gd name="T73" fmla="*/ 108 h 151"/>
                  <a:gd name="T74" fmla="*/ 1766 w 2420"/>
                  <a:gd name="T75" fmla="*/ 96 h 151"/>
                  <a:gd name="T76" fmla="*/ 1677 w 2420"/>
                  <a:gd name="T77" fmla="*/ 123 h 151"/>
                  <a:gd name="T78" fmla="*/ 1602 w 2420"/>
                  <a:gd name="T79" fmla="*/ 102 h 151"/>
                  <a:gd name="T80" fmla="*/ 1524 w 2420"/>
                  <a:gd name="T81" fmla="*/ 90 h 151"/>
                  <a:gd name="T82" fmla="*/ 1452 w 2420"/>
                  <a:gd name="T83" fmla="*/ 111 h 151"/>
                  <a:gd name="T84" fmla="*/ 1371 w 2420"/>
                  <a:gd name="T85" fmla="*/ 96 h 151"/>
                  <a:gd name="T86" fmla="*/ 1286 w 2420"/>
                  <a:gd name="T87" fmla="*/ 84 h 151"/>
                  <a:gd name="T88" fmla="*/ 1211 w 2420"/>
                  <a:gd name="T89" fmla="*/ 123 h 151"/>
                  <a:gd name="T90" fmla="*/ 1122 w 2420"/>
                  <a:gd name="T91" fmla="*/ 93 h 151"/>
                  <a:gd name="T92" fmla="*/ 1044 w 2420"/>
                  <a:gd name="T93" fmla="*/ 78 h 151"/>
                  <a:gd name="T94" fmla="*/ 953 w 2420"/>
                  <a:gd name="T95" fmla="*/ 93 h 151"/>
                  <a:gd name="T96" fmla="*/ 878 w 2420"/>
                  <a:gd name="T97" fmla="*/ 96 h 151"/>
                  <a:gd name="T98" fmla="*/ 786 w 2420"/>
                  <a:gd name="T99" fmla="*/ 81 h 151"/>
                  <a:gd name="T100" fmla="*/ 695 w 2420"/>
                  <a:gd name="T101" fmla="*/ 96 h 151"/>
                  <a:gd name="T102" fmla="*/ 623 w 2420"/>
                  <a:gd name="T103" fmla="*/ 72 h 151"/>
                  <a:gd name="T104" fmla="*/ 538 w 2420"/>
                  <a:gd name="T105" fmla="*/ 84 h 151"/>
                  <a:gd name="T106" fmla="*/ 457 w 2420"/>
                  <a:gd name="T107" fmla="*/ 72 h 151"/>
                  <a:gd name="T108" fmla="*/ 378 w 2420"/>
                  <a:gd name="T109" fmla="*/ 93 h 151"/>
                  <a:gd name="T110" fmla="*/ 287 w 2420"/>
                  <a:gd name="T111" fmla="*/ 84 h 151"/>
                  <a:gd name="T112" fmla="*/ 202 w 2420"/>
                  <a:gd name="T113" fmla="*/ 102 h 151"/>
                  <a:gd name="T114" fmla="*/ 124 w 2420"/>
                  <a:gd name="T115" fmla="*/ 108 h 151"/>
                  <a:gd name="T116" fmla="*/ 39 w 2420"/>
                  <a:gd name="T117" fmla="*/ 12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20" h="151">
                    <a:moveTo>
                      <a:pt x="3" y="0"/>
                    </a:moveTo>
                    <a:lnTo>
                      <a:pt x="16" y="9"/>
                    </a:lnTo>
                    <a:lnTo>
                      <a:pt x="22" y="18"/>
                    </a:lnTo>
                    <a:lnTo>
                      <a:pt x="32" y="21"/>
                    </a:lnTo>
                    <a:lnTo>
                      <a:pt x="42" y="30"/>
                    </a:lnTo>
                    <a:lnTo>
                      <a:pt x="52" y="36"/>
                    </a:lnTo>
                    <a:lnTo>
                      <a:pt x="62" y="45"/>
                    </a:lnTo>
                    <a:lnTo>
                      <a:pt x="75" y="48"/>
                    </a:lnTo>
                    <a:lnTo>
                      <a:pt x="91" y="54"/>
                    </a:lnTo>
                    <a:lnTo>
                      <a:pt x="104" y="57"/>
                    </a:lnTo>
                    <a:lnTo>
                      <a:pt x="114" y="63"/>
                    </a:lnTo>
                    <a:lnTo>
                      <a:pt x="124" y="66"/>
                    </a:lnTo>
                    <a:lnTo>
                      <a:pt x="133" y="60"/>
                    </a:lnTo>
                    <a:lnTo>
                      <a:pt x="143" y="54"/>
                    </a:lnTo>
                    <a:lnTo>
                      <a:pt x="153" y="48"/>
                    </a:lnTo>
                    <a:lnTo>
                      <a:pt x="163" y="39"/>
                    </a:lnTo>
                    <a:lnTo>
                      <a:pt x="169" y="30"/>
                    </a:lnTo>
                    <a:lnTo>
                      <a:pt x="179" y="30"/>
                    </a:lnTo>
                    <a:lnTo>
                      <a:pt x="186" y="42"/>
                    </a:lnTo>
                    <a:lnTo>
                      <a:pt x="189" y="51"/>
                    </a:lnTo>
                    <a:lnTo>
                      <a:pt x="202" y="45"/>
                    </a:lnTo>
                    <a:lnTo>
                      <a:pt x="215" y="39"/>
                    </a:lnTo>
                    <a:lnTo>
                      <a:pt x="231" y="36"/>
                    </a:lnTo>
                    <a:lnTo>
                      <a:pt x="241" y="33"/>
                    </a:lnTo>
                    <a:lnTo>
                      <a:pt x="251" y="33"/>
                    </a:lnTo>
                    <a:lnTo>
                      <a:pt x="261" y="27"/>
                    </a:lnTo>
                    <a:lnTo>
                      <a:pt x="270" y="27"/>
                    </a:lnTo>
                    <a:lnTo>
                      <a:pt x="280" y="36"/>
                    </a:lnTo>
                    <a:lnTo>
                      <a:pt x="290" y="45"/>
                    </a:lnTo>
                    <a:lnTo>
                      <a:pt x="300" y="48"/>
                    </a:lnTo>
                    <a:lnTo>
                      <a:pt x="310" y="48"/>
                    </a:lnTo>
                    <a:lnTo>
                      <a:pt x="319" y="48"/>
                    </a:lnTo>
                    <a:lnTo>
                      <a:pt x="332" y="51"/>
                    </a:lnTo>
                    <a:lnTo>
                      <a:pt x="342" y="51"/>
                    </a:lnTo>
                    <a:lnTo>
                      <a:pt x="352" y="51"/>
                    </a:lnTo>
                    <a:lnTo>
                      <a:pt x="362" y="51"/>
                    </a:lnTo>
                    <a:lnTo>
                      <a:pt x="372" y="48"/>
                    </a:lnTo>
                    <a:lnTo>
                      <a:pt x="385" y="45"/>
                    </a:lnTo>
                    <a:lnTo>
                      <a:pt x="395" y="45"/>
                    </a:lnTo>
                    <a:lnTo>
                      <a:pt x="404" y="42"/>
                    </a:lnTo>
                    <a:lnTo>
                      <a:pt x="414" y="39"/>
                    </a:lnTo>
                    <a:lnTo>
                      <a:pt x="424" y="36"/>
                    </a:lnTo>
                    <a:lnTo>
                      <a:pt x="434" y="36"/>
                    </a:lnTo>
                    <a:lnTo>
                      <a:pt x="443" y="33"/>
                    </a:lnTo>
                    <a:lnTo>
                      <a:pt x="453" y="27"/>
                    </a:lnTo>
                    <a:lnTo>
                      <a:pt x="463" y="24"/>
                    </a:lnTo>
                    <a:lnTo>
                      <a:pt x="476" y="24"/>
                    </a:lnTo>
                    <a:lnTo>
                      <a:pt x="489" y="18"/>
                    </a:lnTo>
                    <a:lnTo>
                      <a:pt x="499" y="18"/>
                    </a:lnTo>
                    <a:lnTo>
                      <a:pt x="509" y="15"/>
                    </a:lnTo>
                    <a:lnTo>
                      <a:pt x="522" y="18"/>
                    </a:lnTo>
                    <a:lnTo>
                      <a:pt x="532" y="24"/>
                    </a:lnTo>
                    <a:lnTo>
                      <a:pt x="541" y="27"/>
                    </a:lnTo>
                    <a:lnTo>
                      <a:pt x="551" y="33"/>
                    </a:lnTo>
                    <a:lnTo>
                      <a:pt x="561" y="39"/>
                    </a:lnTo>
                    <a:lnTo>
                      <a:pt x="571" y="45"/>
                    </a:lnTo>
                    <a:lnTo>
                      <a:pt x="581" y="45"/>
                    </a:lnTo>
                    <a:lnTo>
                      <a:pt x="590" y="45"/>
                    </a:lnTo>
                    <a:lnTo>
                      <a:pt x="600" y="42"/>
                    </a:lnTo>
                    <a:lnTo>
                      <a:pt x="610" y="39"/>
                    </a:lnTo>
                    <a:lnTo>
                      <a:pt x="620" y="36"/>
                    </a:lnTo>
                    <a:lnTo>
                      <a:pt x="633" y="33"/>
                    </a:lnTo>
                    <a:lnTo>
                      <a:pt x="643" y="30"/>
                    </a:lnTo>
                    <a:lnTo>
                      <a:pt x="652" y="27"/>
                    </a:lnTo>
                    <a:lnTo>
                      <a:pt x="662" y="24"/>
                    </a:lnTo>
                    <a:lnTo>
                      <a:pt x="672" y="18"/>
                    </a:lnTo>
                    <a:lnTo>
                      <a:pt x="685" y="12"/>
                    </a:lnTo>
                    <a:lnTo>
                      <a:pt x="695" y="12"/>
                    </a:lnTo>
                    <a:lnTo>
                      <a:pt x="705" y="9"/>
                    </a:lnTo>
                    <a:lnTo>
                      <a:pt x="718" y="15"/>
                    </a:lnTo>
                    <a:lnTo>
                      <a:pt x="731" y="27"/>
                    </a:lnTo>
                    <a:lnTo>
                      <a:pt x="741" y="33"/>
                    </a:lnTo>
                    <a:lnTo>
                      <a:pt x="750" y="39"/>
                    </a:lnTo>
                    <a:lnTo>
                      <a:pt x="760" y="45"/>
                    </a:lnTo>
                    <a:lnTo>
                      <a:pt x="770" y="45"/>
                    </a:lnTo>
                    <a:lnTo>
                      <a:pt x="780" y="45"/>
                    </a:lnTo>
                    <a:lnTo>
                      <a:pt x="790" y="36"/>
                    </a:lnTo>
                    <a:lnTo>
                      <a:pt x="799" y="36"/>
                    </a:lnTo>
                    <a:lnTo>
                      <a:pt x="812" y="27"/>
                    </a:lnTo>
                    <a:lnTo>
                      <a:pt x="822" y="21"/>
                    </a:lnTo>
                    <a:lnTo>
                      <a:pt x="835" y="15"/>
                    </a:lnTo>
                    <a:lnTo>
                      <a:pt x="845" y="12"/>
                    </a:lnTo>
                    <a:lnTo>
                      <a:pt x="855" y="9"/>
                    </a:lnTo>
                    <a:lnTo>
                      <a:pt x="865" y="12"/>
                    </a:lnTo>
                    <a:lnTo>
                      <a:pt x="874" y="18"/>
                    </a:lnTo>
                    <a:lnTo>
                      <a:pt x="884" y="24"/>
                    </a:lnTo>
                    <a:lnTo>
                      <a:pt x="897" y="33"/>
                    </a:lnTo>
                    <a:lnTo>
                      <a:pt x="907" y="42"/>
                    </a:lnTo>
                    <a:lnTo>
                      <a:pt x="917" y="48"/>
                    </a:lnTo>
                    <a:lnTo>
                      <a:pt x="927" y="54"/>
                    </a:lnTo>
                    <a:lnTo>
                      <a:pt x="936" y="63"/>
                    </a:lnTo>
                    <a:lnTo>
                      <a:pt x="946" y="63"/>
                    </a:lnTo>
                    <a:lnTo>
                      <a:pt x="956" y="63"/>
                    </a:lnTo>
                    <a:lnTo>
                      <a:pt x="966" y="63"/>
                    </a:lnTo>
                    <a:lnTo>
                      <a:pt x="976" y="60"/>
                    </a:lnTo>
                    <a:lnTo>
                      <a:pt x="985" y="60"/>
                    </a:lnTo>
                    <a:lnTo>
                      <a:pt x="995" y="51"/>
                    </a:lnTo>
                    <a:lnTo>
                      <a:pt x="1005" y="45"/>
                    </a:lnTo>
                    <a:lnTo>
                      <a:pt x="1015" y="42"/>
                    </a:lnTo>
                    <a:lnTo>
                      <a:pt x="1025" y="36"/>
                    </a:lnTo>
                    <a:lnTo>
                      <a:pt x="1034" y="36"/>
                    </a:lnTo>
                    <a:lnTo>
                      <a:pt x="1044" y="30"/>
                    </a:lnTo>
                    <a:lnTo>
                      <a:pt x="1054" y="30"/>
                    </a:lnTo>
                    <a:lnTo>
                      <a:pt x="1064" y="30"/>
                    </a:lnTo>
                    <a:lnTo>
                      <a:pt x="1067" y="39"/>
                    </a:lnTo>
                    <a:lnTo>
                      <a:pt x="1077" y="48"/>
                    </a:lnTo>
                    <a:lnTo>
                      <a:pt x="1087" y="51"/>
                    </a:lnTo>
                    <a:lnTo>
                      <a:pt x="1096" y="57"/>
                    </a:lnTo>
                    <a:lnTo>
                      <a:pt x="1106" y="66"/>
                    </a:lnTo>
                    <a:lnTo>
                      <a:pt x="1116" y="69"/>
                    </a:lnTo>
                    <a:lnTo>
                      <a:pt x="1126" y="63"/>
                    </a:lnTo>
                    <a:lnTo>
                      <a:pt x="1136" y="57"/>
                    </a:lnTo>
                    <a:lnTo>
                      <a:pt x="1149" y="48"/>
                    </a:lnTo>
                    <a:lnTo>
                      <a:pt x="1158" y="45"/>
                    </a:lnTo>
                    <a:lnTo>
                      <a:pt x="1168" y="39"/>
                    </a:lnTo>
                    <a:lnTo>
                      <a:pt x="1178" y="36"/>
                    </a:lnTo>
                    <a:lnTo>
                      <a:pt x="1188" y="33"/>
                    </a:lnTo>
                    <a:lnTo>
                      <a:pt x="1198" y="30"/>
                    </a:lnTo>
                    <a:lnTo>
                      <a:pt x="1207" y="27"/>
                    </a:lnTo>
                    <a:lnTo>
                      <a:pt x="1217" y="24"/>
                    </a:lnTo>
                    <a:lnTo>
                      <a:pt x="1227" y="18"/>
                    </a:lnTo>
                    <a:lnTo>
                      <a:pt x="1237" y="21"/>
                    </a:lnTo>
                    <a:lnTo>
                      <a:pt x="1253" y="30"/>
                    </a:lnTo>
                    <a:lnTo>
                      <a:pt x="1266" y="39"/>
                    </a:lnTo>
                    <a:lnTo>
                      <a:pt x="1276" y="42"/>
                    </a:lnTo>
                    <a:lnTo>
                      <a:pt x="1286" y="51"/>
                    </a:lnTo>
                    <a:lnTo>
                      <a:pt x="1296" y="54"/>
                    </a:lnTo>
                    <a:lnTo>
                      <a:pt x="1305" y="51"/>
                    </a:lnTo>
                    <a:lnTo>
                      <a:pt x="1318" y="42"/>
                    </a:lnTo>
                    <a:lnTo>
                      <a:pt x="1331" y="36"/>
                    </a:lnTo>
                    <a:lnTo>
                      <a:pt x="1341" y="36"/>
                    </a:lnTo>
                    <a:lnTo>
                      <a:pt x="1351" y="36"/>
                    </a:lnTo>
                    <a:lnTo>
                      <a:pt x="1361" y="33"/>
                    </a:lnTo>
                    <a:lnTo>
                      <a:pt x="1371" y="39"/>
                    </a:lnTo>
                    <a:lnTo>
                      <a:pt x="1380" y="42"/>
                    </a:lnTo>
                    <a:lnTo>
                      <a:pt x="1390" y="42"/>
                    </a:lnTo>
                    <a:lnTo>
                      <a:pt x="1400" y="42"/>
                    </a:lnTo>
                    <a:lnTo>
                      <a:pt x="1410" y="45"/>
                    </a:lnTo>
                    <a:lnTo>
                      <a:pt x="1420" y="45"/>
                    </a:lnTo>
                    <a:lnTo>
                      <a:pt x="1433" y="45"/>
                    </a:lnTo>
                    <a:lnTo>
                      <a:pt x="1442" y="45"/>
                    </a:lnTo>
                    <a:lnTo>
                      <a:pt x="1452" y="42"/>
                    </a:lnTo>
                    <a:lnTo>
                      <a:pt x="1462" y="36"/>
                    </a:lnTo>
                    <a:lnTo>
                      <a:pt x="1482" y="27"/>
                    </a:lnTo>
                    <a:lnTo>
                      <a:pt x="1495" y="21"/>
                    </a:lnTo>
                    <a:lnTo>
                      <a:pt x="1508" y="21"/>
                    </a:lnTo>
                    <a:lnTo>
                      <a:pt x="1521" y="15"/>
                    </a:lnTo>
                    <a:lnTo>
                      <a:pt x="1531" y="15"/>
                    </a:lnTo>
                    <a:lnTo>
                      <a:pt x="1537" y="24"/>
                    </a:lnTo>
                    <a:lnTo>
                      <a:pt x="1547" y="30"/>
                    </a:lnTo>
                    <a:lnTo>
                      <a:pt x="1557" y="39"/>
                    </a:lnTo>
                    <a:lnTo>
                      <a:pt x="1566" y="42"/>
                    </a:lnTo>
                    <a:lnTo>
                      <a:pt x="1573" y="51"/>
                    </a:lnTo>
                    <a:lnTo>
                      <a:pt x="1583" y="54"/>
                    </a:lnTo>
                    <a:lnTo>
                      <a:pt x="1593" y="60"/>
                    </a:lnTo>
                    <a:lnTo>
                      <a:pt x="1602" y="57"/>
                    </a:lnTo>
                    <a:lnTo>
                      <a:pt x="1612" y="51"/>
                    </a:lnTo>
                    <a:lnTo>
                      <a:pt x="1628" y="45"/>
                    </a:lnTo>
                    <a:lnTo>
                      <a:pt x="1642" y="36"/>
                    </a:lnTo>
                    <a:lnTo>
                      <a:pt x="1651" y="33"/>
                    </a:lnTo>
                    <a:lnTo>
                      <a:pt x="1661" y="30"/>
                    </a:lnTo>
                    <a:lnTo>
                      <a:pt x="1671" y="27"/>
                    </a:lnTo>
                    <a:lnTo>
                      <a:pt x="1674" y="36"/>
                    </a:lnTo>
                    <a:lnTo>
                      <a:pt x="1684" y="42"/>
                    </a:lnTo>
                    <a:lnTo>
                      <a:pt x="1694" y="45"/>
                    </a:lnTo>
                    <a:lnTo>
                      <a:pt x="1704" y="51"/>
                    </a:lnTo>
                    <a:lnTo>
                      <a:pt x="1713" y="54"/>
                    </a:lnTo>
                    <a:lnTo>
                      <a:pt x="1723" y="54"/>
                    </a:lnTo>
                    <a:lnTo>
                      <a:pt x="1733" y="54"/>
                    </a:lnTo>
                    <a:lnTo>
                      <a:pt x="1743" y="54"/>
                    </a:lnTo>
                    <a:lnTo>
                      <a:pt x="1756" y="66"/>
                    </a:lnTo>
                    <a:lnTo>
                      <a:pt x="1766" y="69"/>
                    </a:lnTo>
                    <a:lnTo>
                      <a:pt x="1775" y="72"/>
                    </a:lnTo>
                    <a:lnTo>
                      <a:pt x="1785" y="75"/>
                    </a:lnTo>
                    <a:lnTo>
                      <a:pt x="1798" y="78"/>
                    </a:lnTo>
                    <a:lnTo>
                      <a:pt x="1808" y="81"/>
                    </a:lnTo>
                    <a:lnTo>
                      <a:pt x="1818" y="81"/>
                    </a:lnTo>
                    <a:lnTo>
                      <a:pt x="1824" y="72"/>
                    </a:lnTo>
                    <a:lnTo>
                      <a:pt x="1834" y="66"/>
                    </a:lnTo>
                    <a:lnTo>
                      <a:pt x="1841" y="57"/>
                    </a:lnTo>
                    <a:lnTo>
                      <a:pt x="1850" y="54"/>
                    </a:lnTo>
                    <a:lnTo>
                      <a:pt x="1860" y="51"/>
                    </a:lnTo>
                    <a:lnTo>
                      <a:pt x="1870" y="45"/>
                    </a:lnTo>
                    <a:lnTo>
                      <a:pt x="1880" y="39"/>
                    </a:lnTo>
                    <a:lnTo>
                      <a:pt x="1890" y="33"/>
                    </a:lnTo>
                    <a:lnTo>
                      <a:pt x="1899" y="30"/>
                    </a:lnTo>
                    <a:lnTo>
                      <a:pt x="1909" y="30"/>
                    </a:lnTo>
                    <a:lnTo>
                      <a:pt x="1913" y="39"/>
                    </a:lnTo>
                    <a:lnTo>
                      <a:pt x="1916" y="48"/>
                    </a:lnTo>
                    <a:lnTo>
                      <a:pt x="1926" y="54"/>
                    </a:lnTo>
                    <a:lnTo>
                      <a:pt x="1935" y="54"/>
                    </a:lnTo>
                    <a:lnTo>
                      <a:pt x="1952" y="45"/>
                    </a:lnTo>
                    <a:lnTo>
                      <a:pt x="1961" y="45"/>
                    </a:lnTo>
                    <a:lnTo>
                      <a:pt x="1975" y="42"/>
                    </a:lnTo>
                    <a:lnTo>
                      <a:pt x="1984" y="39"/>
                    </a:lnTo>
                    <a:lnTo>
                      <a:pt x="1994" y="36"/>
                    </a:lnTo>
                    <a:lnTo>
                      <a:pt x="2004" y="39"/>
                    </a:lnTo>
                    <a:lnTo>
                      <a:pt x="2010" y="48"/>
                    </a:lnTo>
                    <a:lnTo>
                      <a:pt x="2020" y="51"/>
                    </a:lnTo>
                    <a:lnTo>
                      <a:pt x="2030" y="54"/>
                    </a:lnTo>
                    <a:lnTo>
                      <a:pt x="2040" y="57"/>
                    </a:lnTo>
                    <a:lnTo>
                      <a:pt x="2050" y="60"/>
                    </a:lnTo>
                    <a:lnTo>
                      <a:pt x="2059" y="60"/>
                    </a:lnTo>
                    <a:lnTo>
                      <a:pt x="2076" y="60"/>
                    </a:lnTo>
                    <a:lnTo>
                      <a:pt x="2089" y="57"/>
                    </a:lnTo>
                    <a:lnTo>
                      <a:pt x="2102" y="57"/>
                    </a:lnTo>
                    <a:lnTo>
                      <a:pt x="2115" y="57"/>
                    </a:lnTo>
                    <a:lnTo>
                      <a:pt x="2125" y="57"/>
                    </a:lnTo>
                    <a:lnTo>
                      <a:pt x="2134" y="51"/>
                    </a:lnTo>
                    <a:lnTo>
                      <a:pt x="2144" y="42"/>
                    </a:lnTo>
                    <a:lnTo>
                      <a:pt x="2157" y="33"/>
                    </a:lnTo>
                    <a:lnTo>
                      <a:pt x="2170" y="27"/>
                    </a:lnTo>
                    <a:lnTo>
                      <a:pt x="2180" y="18"/>
                    </a:lnTo>
                    <a:lnTo>
                      <a:pt x="2190" y="12"/>
                    </a:lnTo>
                    <a:lnTo>
                      <a:pt x="2200" y="6"/>
                    </a:lnTo>
                    <a:lnTo>
                      <a:pt x="2206" y="15"/>
                    </a:lnTo>
                    <a:lnTo>
                      <a:pt x="2216" y="21"/>
                    </a:lnTo>
                    <a:lnTo>
                      <a:pt x="2223" y="33"/>
                    </a:lnTo>
                    <a:lnTo>
                      <a:pt x="2232" y="39"/>
                    </a:lnTo>
                    <a:lnTo>
                      <a:pt x="2242" y="45"/>
                    </a:lnTo>
                    <a:lnTo>
                      <a:pt x="2255" y="51"/>
                    </a:lnTo>
                    <a:lnTo>
                      <a:pt x="2265" y="51"/>
                    </a:lnTo>
                    <a:lnTo>
                      <a:pt x="2278" y="48"/>
                    </a:lnTo>
                    <a:lnTo>
                      <a:pt x="2288" y="45"/>
                    </a:lnTo>
                    <a:lnTo>
                      <a:pt x="2298" y="45"/>
                    </a:lnTo>
                    <a:lnTo>
                      <a:pt x="2308" y="42"/>
                    </a:lnTo>
                    <a:lnTo>
                      <a:pt x="2317" y="42"/>
                    </a:lnTo>
                    <a:lnTo>
                      <a:pt x="2327" y="42"/>
                    </a:lnTo>
                    <a:lnTo>
                      <a:pt x="2337" y="42"/>
                    </a:lnTo>
                    <a:lnTo>
                      <a:pt x="2347" y="42"/>
                    </a:lnTo>
                    <a:lnTo>
                      <a:pt x="2360" y="39"/>
                    </a:lnTo>
                    <a:lnTo>
                      <a:pt x="2370" y="39"/>
                    </a:lnTo>
                    <a:lnTo>
                      <a:pt x="2379" y="36"/>
                    </a:lnTo>
                    <a:lnTo>
                      <a:pt x="2389" y="36"/>
                    </a:lnTo>
                    <a:lnTo>
                      <a:pt x="2399" y="33"/>
                    </a:lnTo>
                    <a:lnTo>
                      <a:pt x="2409" y="30"/>
                    </a:lnTo>
                    <a:lnTo>
                      <a:pt x="2419" y="30"/>
                    </a:lnTo>
                    <a:lnTo>
                      <a:pt x="2419" y="114"/>
                    </a:lnTo>
                    <a:lnTo>
                      <a:pt x="2409" y="108"/>
                    </a:lnTo>
                    <a:lnTo>
                      <a:pt x="2399" y="105"/>
                    </a:lnTo>
                    <a:lnTo>
                      <a:pt x="2389" y="99"/>
                    </a:lnTo>
                    <a:lnTo>
                      <a:pt x="2383" y="90"/>
                    </a:lnTo>
                    <a:lnTo>
                      <a:pt x="2376" y="81"/>
                    </a:lnTo>
                    <a:lnTo>
                      <a:pt x="2366" y="72"/>
                    </a:lnTo>
                    <a:lnTo>
                      <a:pt x="2356" y="81"/>
                    </a:lnTo>
                    <a:lnTo>
                      <a:pt x="2350" y="90"/>
                    </a:lnTo>
                    <a:lnTo>
                      <a:pt x="2340" y="96"/>
                    </a:lnTo>
                    <a:lnTo>
                      <a:pt x="2327" y="93"/>
                    </a:lnTo>
                    <a:lnTo>
                      <a:pt x="2324" y="84"/>
                    </a:lnTo>
                    <a:lnTo>
                      <a:pt x="2314" y="81"/>
                    </a:lnTo>
                    <a:lnTo>
                      <a:pt x="2304" y="72"/>
                    </a:lnTo>
                    <a:lnTo>
                      <a:pt x="2294" y="72"/>
                    </a:lnTo>
                    <a:lnTo>
                      <a:pt x="2285" y="81"/>
                    </a:lnTo>
                    <a:lnTo>
                      <a:pt x="2275" y="87"/>
                    </a:lnTo>
                    <a:lnTo>
                      <a:pt x="2265" y="90"/>
                    </a:lnTo>
                    <a:lnTo>
                      <a:pt x="2255" y="93"/>
                    </a:lnTo>
                    <a:lnTo>
                      <a:pt x="2245" y="93"/>
                    </a:lnTo>
                    <a:lnTo>
                      <a:pt x="2236" y="93"/>
                    </a:lnTo>
                    <a:lnTo>
                      <a:pt x="2226" y="90"/>
                    </a:lnTo>
                    <a:lnTo>
                      <a:pt x="2216" y="87"/>
                    </a:lnTo>
                    <a:lnTo>
                      <a:pt x="2206" y="84"/>
                    </a:lnTo>
                    <a:lnTo>
                      <a:pt x="2197" y="81"/>
                    </a:lnTo>
                    <a:lnTo>
                      <a:pt x="2187" y="81"/>
                    </a:lnTo>
                    <a:lnTo>
                      <a:pt x="2174" y="84"/>
                    </a:lnTo>
                    <a:lnTo>
                      <a:pt x="2164" y="87"/>
                    </a:lnTo>
                    <a:lnTo>
                      <a:pt x="2154" y="87"/>
                    </a:lnTo>
                    <a:lnTo>
                      <a:pt x="2144" y="87"/>
                    </a:lnTo>
                    <a:lnTo>
                      <a:pt x="2134" y="87"/>
                    </a:lnTo>
                    <a:lnTo>
                      <a:pt x="2125" y="90"/>
                    </a:lnTo>
                    <a:lnTo>
                      <a:pt x="2115" y="93"/>
                    </a:lnTo>
                    <a:lnTo>
                      <a:pt x="2105" y="96"/>
                    </a:lnTo>
                    <a:lnTo>
                      <a:pt x="2095" y="99"/>
                    </a:lnTo>
                    <a:lnTo>
                      <a:pt x="2082" y="108"/>
                    </a:lnTo>
                    <a:lnTo>
                      <a:pt x="2069" y="114"/>
                    </a:lnTo>
                    <a:lnTo>
                      <a:pt x="2059" y="117"/>
                    </a:lnTo>
                    <a:lnTo>
                      <a:pt x="2050" y="114"/>
                    </a:lnTo>
                    <a:lnTo>
                      <a:pt x="2043" y="105"/>
                    </a:lnTo>
                    <a:lnTo>
                      <a:pt x="2033" y="99"/>
                    </a:lnTo>
                    <a:lnTo>
                      <a:pt x="2020" y="90"/>
                    </a:lnTo>
                    <a:lnTo>
                      <a:pt x="2010" y="87"/>
                    </a:lnTo>
                    <a:lnTo>
                      <a:pt x="1997" y="96"/>
                    </a:lnTo>
                    <a:lnTo>
                      <a:pt x="1994" y="105"/>
                    </a:lnTo>
                    <a:lnTo>
                      <a:pt x="1988" y="114"/>
                    </a:lnTo>
                    <a:lnTo>
                      <a:pt x="1978" y="120"/>
                    </a:lnTo>
                    <a:lnTo>
                      <a:pt x="1965" y="120"/>
                    </a:lnTo>
                    <a:lnTo>
                      <a:pt x="1955" y="117"/>
                    </a:lnTo>
                    <a:lnTo>
                      <a:pt x="1945" y="111"/>
                    </a:lnTo>
                    <a:lnTo>
                      <a:pt x="1932" y="105"/>
                    </a:lnTo>
                    <a:lnTo>
                      <a:pt x="1922" y="102"/>
                    </a:lnTo>
                    <a:lnTo>
                      <a:pt x="1913" y="96"/>
                    </a:lnTo>
                    <a:lnTo>
                      <a:pt x="1903" y="90"/>
                    </a:lnTo>
                    <a:lnTo>
                      <a:pt x="1890" y="90"/>
                    </a:lnTo>
                    <a:lnTo>
                      <a:pt x="1880" y="93"/>
                    </a:lnTo>
                    <a:lnTo>
                      <a:pt x="1870" y="99"/>
                    </a:lnTo>
                    <a:lnTo>
                      <a:pt x="1860" y="105"/>
                    </a:lnTo>
                    <a:lnTo>
                      <a:pt x="1850" y="108"/>
                    </a:lnTo>
                    <a:lnTo>
                      <a:pt x="1841" y="108"/>
                    </a:lnTo>
                    <a:lnTo>
                      <a:pt x="1824" y="108"/>
                    </a:lnTo>
                    <a:lnTo>
                      <a:pt x="1815" y="108"/>
                    </a:lnTo>
                    <a:lnTo>
                      <a:pt x="1805" y="108"/>
                    </a:lnTo>
                    <a:lnTo>
                      <a:pt x="1795" y="102"/>
                    </a:lnTo>
                    <a:lnTo>
                      <a:pt x="1785" y="102"/>
                    </a:lnTo>
                    <a:lnTo>
                      <a:pt x="1775" y="99"/>
                    </a:lnTo>
                    <a:lnTo>
                      <a:pt x="1766" y="96"/>
                    </a:lnTo>
                    <a:lnTo>
                      <a:pt x="1756" y="96"/>
                    </a:lnTo>
                    <a:lnTo>
                      <a:pt x="1743" y="96"/>
                    </a:lnTo>
                    <a:lnTo>
                      <a:pt x="1730" y="93"/>
                    </a:lnTo>
                    <a:lnTo>
                      <a:pt x="1717" y="93"/>
                    </a:lnTo>
                    <a:lnTo>
                      <a:pt x="1704" y="96"/>
                    </a:lnTo>
                    <a:lnTo>
                      <a:pt x="1694" y="105"/>
                    </a:lnTo>
                    <a:lnTo>
                      <a:pt x="1687" y="117"/>
                    </a:lnTo>
                    <a:lnTo>
                      <a:pt x="1677" y="123"/>
                    </a:lnTo>
                    <a:lnTo>
                      <a:pt x="1664" y="120"/>
                    </a:lnTo>
                    <a:lnTo>
                      <a:pt x="1651" y="114"/>
                    </a:lnTo>
                    <a:lnTo>
                      <a:pt x="1642" y="105"/>
                    </a:lnTo>
                    <a:lnTo>
                      <a:pt x="1638" y="96"/>
                    </a:lnTo>
                    <a:lnTo>
                      <a:pt x="1628" y="87"/>
                    </a:lnTo>
                    <a:lnTo>
                      <a:pt x="1619" y="84"/>
                    </a:lnTo>
                    <a:lnTo>
                      <a:pt x="1609" y="93"/>
                    </a:lnTo>
                    <a:lnTo>
                      <a:pt x="1602" y="102"/>
                    </a:lnTo>
                    <a:lnTo>
                      <a:pt x="1593" y="105"/>
                    </a:lnTo>
                    <a:lnTo>
                      <a:pt x="1583" y="105"/>
                    </a:lnTo>
                    <a:lnTo>
                      <a:pt x="1573" y="102"/>
                    </a:lnTo>
                    <a:lnTo>
                      <a:pt x="1563" y="102"/>
                    </a:lnTo>
                    <a:lnTo>
                      <a:pt x="1553" y="99"/>
                    </a:lnTo>
                    <a:lnTo>
                      <a:pt x="1544" y="96"/>
                    </a:lnTo>
                    <a:lnTo>
                      <a:pt x="1534" y="93"/>
                    </a:lnTo>
                    <a:lnTo>
                      <a:pt x="1524" y="90"/>
                    </a:lnTo>
                    <a:lnTo>
                      <a:pt x="1514" y="90"/>
                    </a:lnTo>
                    <a:lnTo>
                      <a:pt x="1508" y="99"/>
                    </a:lnTo>
                    <a:lnTo>
                      <a:pt x="1501" y="108"/>
                    </a:lnTo>
                    <a:lnTo>
                      <a:pt x="1491" y="111"/>
                    </a:lnTo>
                    <a:lnTo>
                      <a:pt x="1482" y="111"/>
                    </a:lnTo>
                    <a:lnTo>
                      <a:pt x="1472" y="111"/>
                    </a:lnTo>
                    <a:lnTo>
                      <a:pt x="1462" y="111"/>
                    </a:lnTo>
                    <a:lnTo>
                      <a:pt x="1452" y="111"/>
                    </a:lnTo>
                    <a:lnTo>
                      <a:pt x="1439" y="111"/>
                    </a:lnTo>
                    <a:lnTo>
                      <a:pt x="1429" y="114"/>
                    </a:lnTo>
                    <a:lnTo>
                      <a:pt x="1420" y="114"/>
                    </a:lnTo>
                    <a:lnTo>
                      <a:pt x="1410" y="117"/>
                    </a:lnTo>
                    <a:lnTo>
                      <a:pt x="1400" y="114"/>
                    </a:lnTo>
                    <a:lnTo>
                      <a:pt x="1390" y="108"/>
                    </a:lnTo>
                    <a:lnTo>
                      <a:pt x="1380" y="102"/>
                    </a:lnTo>
                    <a:lnTo>
                      <a:pt x="1371" y="96"/>
                    </a:lnTo>
                    <a:lnTo>
                      <a:pt x="1361" y="93"/>
                    </a:lnTo>
                    <a:lnTo>
                      <a:pt x="1348" y="90"/>
                    </a:lnTo>
                    <a:lnTo>
                      <a:pt x="1338" y="90"/>
                    </a:lnTo>
                    <a:lnTo>
                      <a:pt x="1328" y="90"/>
                    </a:lnTo>
                    <a:lnTo>
                      <a:pt x="1318" y="90"/>
                    </a:lnTo>
                    <a:lnTo>
                      <a:pt x="1309" y="87"/>
                    </a:lnTo>
                    <a:lnTo>
                      <a:pt x="1296" y="84"/>
                    </a:lnTo>
                    <a:lnTo>
                      <a:pt x="1286" y="84"/>
                    </a:lnTo>
                    <a:lnTo>
                      <a:pt x="1276" y="84"/>
                    </a:lnTo>
                    <a:lnTo>
                      <a:pt x="1266" y="84"/>
                    </a:lnTo>
                    <a:lnTo>
                      <a:pt x="1253" y="84"/>
                    </a:lnTo>
                    <a:lnTo>
                      <a:pt x="1243" y="87"/>
                    </a:lnTo>
                    <a:lnTo>
                      <a:pt x="1237" y="96"/>
                    </a:lnTo>
                    <a:lnTo>
                      <a:pt x="1230" y="105"/>
                    </a:lnTo>
                    <a:lnTo>
                      <a:pt x="1220" y="117"/>
                    </a:lnTo>
                    <a:lnTo>
                      <a:pt x="1211" y="123"/>
                    </a:lnTo>
                    <a:lnTo>
                      <a:pt x="1198" y="117"/>
                    </a:lnTo>
                    <a:lnTo>
                      <a:pt x="1191" y="108"/>
                    </a:lnTo>
                    <a:lnTo>
                      <a:pt x="1181" y="105"/>
                    </a:lnTo>
                    <a:lnTo>
                      <a:pt x="1171" y="102"/>
                    </a:lnTo>
                    <a:lnTo>
                      <a:pt x="1162" y="102"/>
                    </a:lnTo>
                    <a:lnTo>
                      <a:pt x="1149" y="99"/>
                    </a:lnTo>
                    <a:lnTo>
                      <a:pt x="1132" y="96"/>
                    </a:lnTo>
                    <a:lnTo>
                      <a:pt x="1122" y="93"/>
                    </a:lnTo>
                    <a:lnTo>
                      <a:pt x="1113" y="96"/>
                    </a:lnTo>
                    <a:lnTo>
                      <a:pt x="1103" y="102"/>
                    </a:lnTo>
                    <a:lnTo>
                      <a:pt x="1093" y="102"/>
                    </a:lnTo>
                    <a:lnTo>
                      <a:pt x="1083" y="96"/>
                    </a:lnTo>
                    <a:lnTo>
                      <a:pt x="1074" y="90"/>
                    </a:lnTo>
                    <a:lnTo>
                      <a:pt x="1064" y="84"/>
                    </a:lnTo>
                    <a:lnTo>
                      <a:pt x="1054" y="78"/>
                    </a:lnTo>
                    <a:lnTo>
                      <a:pt x="1044" y="78"/>
                    </a:lnTo>
                    <a:lnTo>
                      <a:pt x="1038" y="87"/>
                    </a:lnTo>
                    <a:lnTo>
                      <a:pt x="1031" y="96"/>
                    </a:lnTo>
                    <a:lnTo>
                      <a:pt x="1021" y="102"/>
                    </a:lnTo>
                    <a:lnTo>
                      <a:pt x="1008" y="102"/>
                    </a:lnTo>
                    <a:lnTo>
                      <a:pt x="992" y="102"/>
                    </a:lnTo>
                    <a:lnTo>
                      <a:pt x="979" y="102"/>
                    </a:lnTo>
                    <a:lnTo>
                      <a:pt x="966" y="96"/>
                    </a:lnTo>
                    <a:lnTo>
                      <a:pt x="953" y="93"/>
                    </a:lnTo>
                    <a:lnTo>
                      <a:pt x="943" y="93"/>
                    </a:lnTo>
                    <a:lnTo>
                      <a:pt x="933" y="93"/>
                    </a:lnTo>
                    <a:lnTo>
                      <a:pt x="920" y="84"/>
                    </a:lnTo>
                    <a:lnTo>
                      <a:pt x="910" y="81"/>
                    </a:lnTo>
                    <a:lnTo>
                      <a:pt x="901" y="78"/>
                    </a:lnTo>
                    <a:lnTo>
                      <a:pt x="887" y="81"/>
                    </a:lnTo>
                    <a:lnTo>
                      <a:pt x="887" y="90"/>
                    </a:lnTo>
                    <a:lnTo>
                      <a:pt x="878" y="96"/>
                    </a:lnTo>
                    <a:lnTo>
                      <a:pt x="868" y="102"/>
                    </a:lnTo>
                    <a:lnTo>
                      <a:pt x="858" y="105"/>
                    </a:lnTo>
                    <a:lnTo>
                      <a:pt x="848" y="99"/>
                    </a:lnTo>
                    <a:lnTo>
                      <a:pt x="835" y="90"/>
                    </a:lnTo>
                    <a:lnTo>
                      <a:pt x="825" y="84"/>
                    </a:lnTo>
                    <a:lnTo>
                      <a:pt x="812" y="81"/>
                    </a:lnTo>
                    <a:lnTo>
                      <a:pt x="799" y="81"/>
                    </a:lnTo>
                    <a:lnTo>
                      <a:pt x="786" y="81"/>
                    </a:lnTo>
                    <a:lnTo>
                      <a:pt x="776" y="87"/>
                    </a:lnTo>
                    <a:lnTo>
                      <a:pt x="760" y="87"/>
                    </a:lnTo>
                    <a:lnTo>
                      <a:pt x="747" y="90"/>
                    </a:lnTo>
                    <a:lnTo>
                      <a:pt x="734" y="99"/>
                    </a:lnTo>
                    <a:lnTo>
                      <a:pt x="718" y="102"/>
                    </a:lnTo>
                    <a:lnTo>
                      <a:pt x="708" y="105"/>
                    </a:lnTo>
                    <a:lnTo>
                      <a:pt x="698" y="108"/>
                    </a:lnTo>
                    <a:lnTo>
                      <a:pt x="695" y="96"/>
                    </a:lnTo>
                    <a:lnTo>
                      <a:pt x="695" y="87"/>
                    </a:lnTo>
                    <a:lnTo>
                      <a:pt x="685" y="84"/>
                    </a:lnTo>
                    <a:lnTo>
                      <a:pt x="672" y="81"/>
                    </a:lnTo>
                    <a:lnTo>
                      <a:pt x="662" y="81"/>
                    </a:lnTo>
                    <a:lnTo>
                      <a:pt x="652" y="81"/>
                    </a:lnTo>
                    <a:lnTo>
                      <a:pt x="643" y="81"/>
                    </a:lnTo>
                    <a:lnTo>
                      <a:pt x="633" y="72"/>
                    </a:lnTo>
                    <a:lnTo>
                      <a:pt x="623" y="72"/>
                    </a:lnTo>
                    <a:lnTo>
                      <a:pt x="613" y="72"/>
                    </a:lnTo>
                    <a:lnTo>
                      <a:pt x="603" y="72"/>
                    </a:lnTo>
                    <a:lnTo>
                      <a:pt x="594" y="72"/>
                    </a:lnTo>
                    <a:lnTo>
                      <a:pt x="581" y="72"/>
                    </a:lnTo>
                    <a:lnTo>
                      <a:pt x="571" y="78"/>
                    </a:lnTo>
                    <a:lnTo>
                      <a:pt x="561" y="78"/>
                    </a:lnTo>
                    <a:lnTo>
                      <a:pt x="548" y="81"/>
                    </a:lnTo>
                    <a:lnTo>
                      <a:pt x="538" y="84"/>
                    </a:lnTo>
                    <a:lnTo>
                      <a:pt x="528" y="84"/>
                    </a:lnTo>
                    <a:lnTo>
                      <a:pt x="519" y="81"/>
                    </a:lnTo>
                    <a:lnTo>
                      <a:pt x="509" y="75"/>
                    </a:lnTo>
                    <a:lnTo>
                      <a:pt x="499" y="72"/>
                    </a:lnTo>
                    <a:lnTo>
                      <a:pt x="489" y="72"/>
                    </a:lnTo>
                    <a:lnTo>
                      <a:pt x="479" y="72"/>
                    </a:lnTo>
                    <a:lnTo>
                      <a:pt x="470" y="72"/>
                    </a:lnTo>
                    <a:lnTo>
                      <a:pt x="457" y="72"/>
                    </a:lnTo>
                    <a:lnTo>
                      <a:pt x="447" y="72"/>
                    </a:lnTo>
                    <a:lnTo>
                      <a:pt x="437" y="72"/>
                    </a:lnTo>
                    <a:lnTo>
                      <a:pt x="427" y="72"/>
                    </a:lnTo>
                    <a:lnTo>
                      <a:pt x="414" y="72"/>
                    </a:lnTo>
                    <a:lnTo>
                      <a:pt x="404" y="78"/>
                    </a:lnTo>
                    <a:lnTo>
                      <a:pt x="395" y="81"/>
                    </a:lnTo>
                    <a:lnTo>
                      <a:pt x="388" y="90"/>
                    </a:lnTo>
                    <a:lnTo>
                      <a:pt x="378" y="93"/>
                    </a:lnTo>
                    <a:lnTo>
                      <a:pt x="362" y="93"/>
                    </a:lnTo>
                    <a:lnTo>
                      <a:pt x="352" y="87"/>
                    </a:lnTo>
                    <a:lnTo>
                      <a:pt x="342" y="84"/>
                    </a:lnTo>
                    <a:lnTo>
                      <a:pt x="332" y="84"/>
                    </a:lnTo>
                    <a:lnTo>
                      <a:pt x="323" y="84"/>
                    </a:lnTo>
                    <a:lnTo>
                      <a:pt x="313" y="84"/>
                    </a:lnTo>
                    <a:lnTo>
                      <a:pt x="303" y="84"/>
                    </a:lnTo>
                    <a:lnTo>
                      <a:pt x="287" y="84"/>
                    </a:lnTo>
                    <a:lnTo>
                      <a:pt x="277" y="84"/>
                    </a:lnTo>
                    <a:lnTo>
                      <a:pt x="267" y="84"/>
                    </a:lnTo>
                    <a:lnTo>
                      <a:pt x="257" y="84"/>
                    </a:lnTo>
                    <a:lnTo>
                      <a:pt x="248" y="84"/>
                    </a:lnTo>
                    <a:lnTo>
                      <a:pt x="238" y="78"/>
                    </a:lnTo>
                    <a:lnTo>
                      <a:pt x="228" y="81"/>
                    </a:lnTo>
                    <a:lnTo>
                      <a:pt x="215" y="93"/>
                    </a:lnTo>
                    <a:lnTo>
                      <a:pt x="202" y="102"/>
                    </a:lnTo>
                    <a:lnTo>
                      <a:pt x="192" y="102"/>
                    </a:lnTo>
                    <a:lnTo>
                      <a:pt x="182" y="102"/>
                    </a:lnTo>
                    <a:lnTo>
                      <a:pt x="173" y="99"/>
                    </a:lnTo>
                    <a:lnTo>
                      <a:pt x="159" y="96"/>
                    </a:lnTo>
                    <a:lnTo>
                      <a:pt x="150" y="96"/>
                    </a:lnTo>
                    <a:lnTo>
                      <a:pt x="140" y="96"/>
                    </a:lnTo>
                    <a:lnTo>
                      <a:pt x="133" y="105"/>
                    </a:lnTo>
                    <a:lnTo>
                      <a:pt x="124" y="108"/>
                    </a:lnTo>
                    <a:lnTo>
                      <a:pt x="114" y="111"/>
                    </a:lnTo>
                    <a:lnTo>
                      <a:pt x="104" y="114"/>
                    </a:lnTo>
                    <a:lnTo>
                      <a:pt x="94" y="114"/>
                    </a:lnTo>
                    <a:lnTo>
                      <a:pt x="78" y="117"/>
                    </a:lnTo>
                    <a:lnTo>
                      <a:pt x="68" y="117"/>
                    </a:lnTo>
                    <a:lnTo>
                      <a:pt x="58" y="117"/>
                    </a:lnTo>
                    <a:lnTo>
                      <a:pt x="48" y="117"/>
                    </a:lnTo>
                    <a:lnTo>
                      <a:pt x="39" y="120"/>
                    </a:lnTo>
                    <a:lnTo>
                      <a:pt x="29" y="126"/>
                    </a:lnTo>
                    <a:lnTo>
                      <a:pt x="19" y="132"/>
                    </a:lnTo>
                    <a:lnTo>
                      <a:pt x="13" y="141"/>
                    </a:lnTo>
                    <a:lnTo>
                      <a:pt x="3" y="144"/>
                    </a:lnTo>
                    <a:lnTo>
                      <a:pt x="0" y="15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4" name="Rectangle 22">
                <a:extLst>
                  <a:ext uri="{FF2B5EF4-FFF2-40B4-BE49-F238E27FC236}">
                    <a16:creationId xmlns:a16="http://schemas.microsoft.com/office/drawing/2014/main" id="{DBB8758D-8B0C-F724-6B70-D10B69CED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2" y="604"/>
                <a:ext cx="26" cy="1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8224" name="Group 32">
            <a:extLst>
              <a:ext uri="{FF2B5EF4-FFF2-40B4-BE49-F238E27FC236}">
                <a16:creationId xmlns:a16="http://schemas.microsoft.com/office/drawing/2014/main" id="{6AC26AF0-DEA6-AB1B-2495-D16AF26F8FC9}"/>
              </a:ext>
            </a:extLst>
          </p:cNvPr>
          <p:cNvGrpSpPr>
            <a:grpSpLocks/>
          </p:cNvGrpSpPr>
          <p:nvPr/>
        </p:nvGrpSpPr>
        <p:grpSpPr bwMode="auto">
          <a:xfrm>
            <a:off x="0" y="2698750"/>
            <a:ext cx="1225550" cy="444500"/>
            <a:chOff x="0" y="1700"/>
            <a:chExt cx="772" cy="280"/>
          </a:xfrm>
        </p:grpSpPr>
        <p:sp>
          <p:nvSpPr>
            <p:cNvPr id="8217" name="Rectangle 25">
              <a:extLst>
                <a:ext uri="{FF2B5EF4-FFF2-40B4-BE49-F238E27FC236}">
                  <a16:creationId xmlns:a16="http://schemas.microsoft.com/office/drawing/2014/main" id="{1ABCB7C8-2663-9665-13A2-254A50C38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00"/>
              <a:ext cx="77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b" anchorCtr="1">
              <a:spAutoFit/>
            </a:bodyPr>
            <a:lstStyle>
              <a:lvl1pPr marL="190500" indent="-190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3000"/>
                </a:lnSpc>
                <a:spcAft>
                  <a:spcPct val="52000"/>
                </a:spcAft>
              </a:pPr>
              <a:r>
                <a:rPr lang="en-US" altLang="en-US" sz="1200" b="1">
                  <a:latin typeface="Courier New" panose="02070309020205020404" pitchFamily="49" charset="0"/>
                </a:rPr>
                <a:t>OtherName</a:t>
              </a:r>
            </a:p>
          </p:txBody>
        </p:sp>
        <p:sp>
          <p:nvSpPr>
            <p:cNvPr id="8218" name="Rectangle 26">
              <a:extLst>
                <a:ext uri="{FF2B5EF4-FFF2-40B4-BE49-F238E27FC236}">
                  <a16:creationId xmlns:a16="http://schemas.microsoft.com/office/drawing/2014/main" id="{6A22D563-4F2D-3CED-2B0B-0907FC3DD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9" name="Rectangle 27">
              <a:extLst>
                <a:ext uri="{FF2B5EF4-FFF2-40B4-BE49-F238E27FC236}">
                  <a16:creationId xmlns:a16="http://schemas.microsoft.com/office/drawing/2014/main" id="{228E446D-E76A-A473-72EC-69416292F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0" name="Rectangle 28">
              <a:extLst>
                <a:ext uri="{FF2B5EF4-FFF2-40B4-BE49-F238E27FC236}">
                  <a16:creationId xmlns:a16="http://schemas.microsoft.com/office/drawing/2014/main" id="{CB6D8B3D-8620-F836-D4B8-A03F1563E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1" name="Rectangle 29">
              <a:extLst>
                <a:ext uri="{FF2B5EF4-FFF2-40B4-BE49-F238E27FC236}">
                  <a16:creationId xmlns:a16="http://schemas.microsoft.com/office/drawing/2014/main" id="{4588C336-6FE9-DC87-487E-071DB8768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8222" name="Rectangle 30">
              <a:extLst>
                <a:ext uri="{FF2B5EF4-FFF2-40B4-BE49-F238E27FC236}">
                  <a16:creationId xmlns:a16="http://schemas.microsoft.com/office/drawing/2014/main" id="{6B0EB2CE-3986-4518-DA73-B90BEB726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o</a:t>
              </a:r>
            </a:p>
          </p:txBody>
        </p:sp>
        <p:sp>
          <p:nvSpPr>
            <p:cNvPr id="8223" name="Rectangle 31">
              <a:extLst>
                <a:ext uri="{FF2B5EF4-FFF2-40B4-BE49-F238E27FC236}">
                  <a16:creationId xmlns:a16="http://schemas.microsoft.com/office/drawing/2014/main" id="{BED17237-2A65-C28F-C9A4-7FBFE2440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</p:grpSp>
      <p:sp>
        <p:nvSpPr>
          <p:cNvPr id="8225" name="Rectangle 33">
            <a:extLst>
              <a:ext uri="{FF2B5EF4-FFF2-40B4-BE49-F238E27FC236}">
                <a16:creationId xmlns:a16="http://schemas.microsoft.com/office/drawing/2014/main" id="{8C520321-2416-F37F-6904-86D98C3BD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3025775"/>
            <a:ext cx="2730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226" name="Rectangle 34">
            <a:extLst>
              <a:ext uri="{FF2B5EF4-FFF2-40B4-BE49-F238E27FC236}">
                <a16:creationId xmlns:a16="http://schemas.microsoft.com/office/drawing/2014/main" id="{2690835B-91D2-0E8B-F50E-AC6358487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3330575"/>
            <a:ext cx="2730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8231" name="Group 39">
            <a:extLst>
              <a:ext uri="{FF2B5EF4-FFF2-40B4-BE49-F238E27FC236}">
                <a16:creationId xmlns:a16="http://schemas.microsoft.com/office/drawing/2014/main" id="{17425C0C-6906-03F0-AC3A-53A05008DB43}"/>
              </a:ext>
            </a:extLst>
          </p:cNvPr>
          <p:cNvGrpSpPr>
            <a:grpSpLocks/>
          </p:cNvGrpSpPr>
          <p:nvPr/>
        </p:nvGrpSpPr>
        <p:grpSpPr bwMode="auto">
          <a:xfrm>
            <a:off x="3000375" y="3394075"/>
            <a:ext cx="1487488" cy="342900"/>
            <a:chOff x="1890" y="2138"/>
            <a:chExt cx="937" cy="216"/>
          </a:xfrm>
        </p:grpSpPr>
        <p:grpSp>
          <p:nvGrpSpPr>
            <p:cNvPr id="8229" name="Group 37">
              <a:extLst>
                <a:ext uri="{FF2B5EF4-FFF2-40B4-BE49-F238E27FC236}">
                  <a16:creationId xmlns:a16="http://schemas.microsoft.com/office/drawing/2014/main" id="{1699A668-8C96-84CC-D2BD-AAAEAB3A68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0" y="2207"/>
              <a:ext cx="937" cy="147"/>
              <a:chOff x="1890" y="2207"/>
              <a:chExt cx="937" cy="147"/>
            </a:xfrm>
          </p:grpSpPr>
          <p:sp>
            <p:nvSpPr>
              <p:cNvPr id="8227" name="Freeform 35">
                <a:extLst>
                  <a:ext uri="{FF2B5EF4-FFF2-40B4-BE49-F238E27FC236}">
                    <a16:creationId xmlns:a16="http://schemas.microsoft.com/office/drawing/2014/main" id="{7BAB05C9-D709-FB39-6ACB-98AD71DE7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2207"/>
                <a:ext cx="937" cy="81"/>
              </a:xfrm>
              <a:custGeom>
                <a:avLst/>
                <a:gdLst>
                  <a:gd name="T0" fmla="*/ 0 w 937"/>
                  <a:gd name="T1" fmla="*/ 80 h 81"/>
                  <a:gd name="T2" fmla="*/ 936 w 937"/>
                  <a:gd name="T3" fmla="*/ 80 h 81"/>
                  <a:gd name="T4" fmla="*/ 881 w 937"/>
                  <a:gd name="T5" fmla="*/ 0 h 81"/>
                  <a:gd name="T6" fmla="*/ 56 w 937"/>
                  <a:gd name="T7" fmla="*/ 0 h 81"/>
                  <a:gd name="T8" fmla="*/ 0 w 937"/>
                  <a:gd name="T9" fmla="*/ 8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7" h="81">
                    <a:moveTo>
                      <a:pt x="0" y="80"/>
                    </a:moveTo>
                    <a:lnTo>
                      <a:pt x="936" y="80"/>
                    </a:lnTo>
                    <a:lnTo>
                      <a:pt x="881" y="0"/>
                    </a:lnTo>
                    <a:lnTo>
                      <a:pt x="56" y="0"/>
                    </a:lnTo>
                    <a:lnTo>
                      <a:pt x="0" y="80"/>
                    </a:lnTo>
                  </a:path>
                </a:pathLst>
              </a:custGeom>
              <a:solidFill>
                <a:srgbClr val="C0C0C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8" name="Rectangle 36">
                <a:extLst>
                  <a:ext uri="{FF2B5EF4-FFF2-40B4-BE49-F238E27FC236}">
                    <a16:creationId xmlns:a16="http://schemas.microsoft.com/office/drawing/2014/main" id="{843A56C8-C3AE-418E-76C4-273165A057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2" y="2287"/>
                <a:ext cx="927" cy="67"/>
              </a:xfrm>
              <a:prstGeom prst="rect">
                <a:avLst/>
              </a:prstGeom>
              <a:solidFill>
                <a:srgbClr val="C0C0C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30" name="Freeform 38">
              <a:extLst>
                <a:ext uri="{FF2B5EF4-FFF2-40B4-BE49-F238E27FC236}">
                  <a16:creationId xmlns:a16="http://schemas.microsoft.com/office/drawing/2014/main" id="{39AAA7F8-A0AC-1968-3E4B-277C2CF16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2138"/>
              <a:ext cx="498" cy="148"/>
            </a:xfrm>
            <a:custGeom>
              <a:avLst/>
              <a:gdLst>
                <a:gd name="T0" fmla="*/ 0 w 498"/>
                <a:gd name="T1" fmla="*/ 82 h 148"/>
                <a:gd name="T2" fmla="*/ 0 w 498"/>
                <a:gd name="T3" fmla="*/ 0 h 148"/>
                <a:gd name="T4" fmla="*/ 497 w 498"/>
                <a:gd name="T5" fmla="*/ 0 h 148"/>
                <a:gd name="T6" fmla="*/ 497 w 498"/>
                <a:gd name="T7" fmla="*/ 84 h 148"/>
                <a:gd name="T8" fmla="*/ 494 w 498"/>
                <a:gd name="T9" fmla="*/ 92 h 148"/>
                <a:gd name="T10" fmla="*/ 490 w 498"/>
                <a:gd name="T11" fmla="*/ 99 h 148"/>
                <a:gd name="T12" fmla="*/ 480 w 498"/>
                <a:gd name="T13" fmla="*/ 106 h 148"/>
                <a:gd name="T14" fmla="*/ 469 w 498"/>
                <a:gd name="T15" fmla="*/ 112 h 148"/>
                <a:gd name="T16" fmla="*/ 455 w 498"/>
                <a:gd name="T17" fmla="*/ 118 h 148"/>
                <a:gd name="T18" fmla="*/ 442 w 498"/>
                <a:gd name="T19" fmla="*/ 123 h 148"/>
                <a:gd name="T20" fmla="*/ 426 w 498"/>
                <a:gd name="T21" fmla="*/ 127 h 148"/>
                <a:gd name="T22" fmla="*/ 407 w 498"/>
                <a:gd name="T23" fmla="*/ 131 h 148"/>
                <a:gd name="T24" fmla="*/ 391 w 498"/>
                <a:gd name="T25" fmla="*/ 134 h 148"/>
                <a:gd name="T26" fmla="*/ 366 w 498"/>
                <a:gd name="T27" fmla="*/ 139 h 148"/>
                <a:gd name="T28" fmla="*/ 344 w 498"/>
                <a:gd name="T29" fmla="*/ 141 h 148"/>
                <a:gd name="T30" fmla="*/ 322 w 498"/>
                <a:gd name="T31" fmla="*/ 144 h 148"/>
                <a:gd name="T32" fmla="*/ 298 w 498"/>
                <a:gd name="T33" fmla="*/ 145 h 148"/>
                <a:gd name="T34" fmla="*/ 271 w 498"/>
                <a:gd name="T35" fmla="*/ 147 h 148"/>
                <a:gd name="T36" fmla="*/ 235 w 498"/>
                <a:gd name="T37" fmla="*/ 147 h 148"/>
                <a:gd name="T38" fmla="*/ 203 w 498"/>
                <a:gd name="T39" fmla="*/ 145 h 148"/>
                <a:gd name="T40" fmla="*/ 173 w 498"/>
                <a:gd name="T41" fmla="*/ 144 h 148"/>
                <a:gd name="T42" fmla="*/ 145 w 498"/>
                <a:gd name="T43" fmla="*/ 141 h 148"/>
                <a:gd name="T44" fmla="*/ 122 w 498"/>
                <a:gd name="T45" fmla="*/ 138 h 148"/>
                <a:gd name="T46" fmla="*/ 104 w 498"/>
                <a:gd name="T47" fmla="*/ 134 h 148"/>
                <a:gd name="T48" fmla="*/ 81 w 498"/>
                <a:gd name="T49" fmla="*/ 130 h 148"/>
                <a:gd name="T50" fmla="*/ 62 w 498"/>
                <a:gd name="T51" fmla="*/ 125 h 148"/>
                <a:gd name="T52" fmla="*/ 45 w 498"/>
                <a:gd name="T53" fmla="*/ 120 h 148"/>
                <a:gd name="T54" fmla="*/ 30 w 498"/>
                <a:gd name="T55" fmla="*/ 113 h 148"/>
                <a:gd name="T56" fmla="*/ 20 w 498"/>
                <a:gd name="T57" fmla="*/ 108 h 148"/>
                <a:gd name="T58" fmla="*/ 12 w 498"/>
                <a:gd name="T59" fmla="*/ 103 h 148"/>
                <a:gd name="T60" fmla="*/ 7 w 498"/>
                <a:gd name="T61" fmla="*/ 96 h 148"/>
                <a:gd name="T62" fmla="*/ 2 w 498"/>
                <a:gd name="T63" fmla="*/ 90 h 148"/>
                <a:gd name="T64" fmla="*/ 0 w 498"/>
                <a:gd name="T65" fmla="*/ 82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98" h="148">
                  <a:moveTo>
                    <a:pt x="0" y="82"/>
                  </a:moveTo>
                  <a:lnTo>
                    <a:pt x="0" y="0"/>
                  </a:lnTo>
                  <a:lnTo>
                    <a:pt x="497" y="0"/>
                  </a:lnTo>
                  <a:lnTo>
                    <a:pt x="497" y="84"/>
                  </a:lnTo>
                  <a:lnTo>
                    <a:pt x="494" y="92"/>
                  </a:lnTo>
                  <a:lnTo>
                    <a:pt x="490" y="99"/>
                  </a:lnTo>
                  <a:lnTo>
                    <a:pt x="480" y="106"/>
                  </a:lnTo>
                  <a:lnTo>
                    <a:pt x="469" y="112"/>
                  </a:lnTo>
                  <a:lnTo>
                    <a:pt x="455" y="118"/>
                  </a:lnTo>
                  <a:lnTo>
                    <a:pt x="442" y="123"/>
                  </a:lnTo>
                  <a:lnTo>
                    <a:pt x="426" y="127"/>
                  </a:lnTo>
                  <a:lnTo>
                    <a:pt x="407" y="131"/>
                  </a:lnTo>
                  <a:lnTo>
                    <a:pt x="391" y="134"/>
                  </a:lnTo>
                  <a:lnTo>
                    <a:pt x="366" y="139"/>
                  </a:lnTo>
                  <a:lnTo>
                    <a:pt x="344" y="141"/>
                  </a:lnTo>
                  <a:lnTo>
                    <a:pt x="322" y="144"/>
                  </a:lnTo>
                  <a:lnTo>
                    <a:pt x="298" y="145"/>
                  </a:lnTo>
                  <a:lnTo>
                    <a:pt x="271" y="147"/>
                  </a:lnTo>
                  <a:lnTo>
                    <a:pt x="235" y="147"/>
                  </a:lnTo>
                  <a:lnTo>
                    <a:pt x="203" y="145"/>
                  </a:lnTo>
                  <a:lnTo>
                    <a:pt x="173" y="144"/>
                  </a:lnTo>
                  <a:lnTo>
                    <a:pt x="145" y="141"/>
                  </a:lnTo>
                  <a:lnTo>
                    <a:pt x="122" y="138"/>
                  </a:lnTo>
                  <a:lnTo>
                    <a:pt x="104" y="134"/>
                  </a:lnTo>
                  <a:lnTo>
                    <a:pt x="81" y="130"/>
                  </a:lnTo>
                  <a:lnTo>
                    <a:pt x="62" y="125"/>
                  </a:lnTo>
                  <a:lnTo>
                    <a:pt x="45" y="120"/>
                  </a:lnTo>
                  <a:lnTo>
                    <a:pt x="30" y="113"/>
                  </a:lnTo>
                  <a:lnTo>
                    <a:pt x="20" y="108"/>
                  </a:lnTo>
                  <a:lnTo>
                    <a:pt x="12" y="103"/>
                  </a:lnTo>
                  <a:lnTo>
                    <a:pt x="7" y="96"/>
                  </a:lnTo>
                  <a:lnTo>
                    <a:pt x="2" y="90"/>
                  </a:lnTo>
                  <a:lnTo>
                    <a:pt x="0" y="82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32" name="AutoShape 40">
            <a:extLst>
              <a:ext uri="{FF2B5EF4-FFF2-40B4-BE49-F238E27FC236}">
                <a16:creationId xmlns:a16="http://schemas.microsoft.com/office/drawing/2014/main" id="{25061E8F-33F9-1C8D-011A-AEF93F6A1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575" y="1876425"/>
            <a:ext cx="1830388" cy="1557338"/>
          </a:xfrm>
          <a:prstGeom prst="roundRect">
            <a:avLst>
              <a:gd name="adj" fmla="val 12250"/>
            </a:avLst>
          </a:prstGeom>
          <a:solidFill>
            <a:srgbClr val="C0C0C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33" name="AutoShape 41">
            <a:extLst>
              <a:ext uri="{FF2B5EF4-FFF2-40B4-BE49-F238E27FC236}">
                <a16:creationId xmlns:a16="http://schemas.microsoft.com/office/drawing/2014/main" id="{AEB97C94-C281-5683-09AE-EDB0BE076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1984375"/>
            <a:ext cx="1625600" cy="1295400"/>
          </a:xfrm>
          <a:prstGeom prst="roundRect">
            <a:avLst>
              <a:gd name="adj" fmla="val 12167"/>
            </a:avLst>
          </a:prstGeom>
          <a:solidFill>
            <a:srgbClr val="0099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038" rIns="0" bIns="46038" anchor="ctr"/>
          <a:lstStyle/>
          <a:p>
            <a:r>
              <a:rPr lang="en-US" altLang="en-US" sz="1400" b="1">
                <a:solidFill>
                  <a:srgbClr val="FFFF00"/>
                </a:solidFill>
                <a:latin typeface="Arial" panose="020B0604020202020204" pitchFamily="34" charset="0"/>
              </a:rPr>
              <a:t>My name is</a:t>
            </a:r>
            <a:r>
              <a:rPr lang="en-US" altLang="en-US" sz="1400" b="1">
                <a:latin typeface="Arial" panose="020B0604020202020204" pitchFamily="34" charset="0"/>
              </a:rPr>
              <a:t> </a:t>
            </a:r>
            <a:r>
              <a:rPr lang="en-US" altLang="en-US" sz="1400" b="1">
                <a:solidFill>
                  <a:srgbClr val="FFFF00"/>
                </a:solidFill>
                <a:latin typeface="Arial" panose="020B0604020202020204" pitchFamily="34" charset="0"/>
              </a:rPr>
              <a:t>John</a:t>
            </a:r>
          </a:p>
        </p:txBody>
      </p:sp>
      <p:sp>
        <p:nvSpPr>
          <p:cNvPr id="8234" name="Rectangle 42">
            <a:extLst>
              <a:ext uri="{FF2B5EF4-FFF2-40B4-BE49-F238E27FC236}">
                <a16:creationId xmlns:a16="http://schemas.microsoft.com/office/drawing/2014/main" id="{6618A056-FDC4-8F18-FC41-8781E2EAD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863" y="3354388"/>
            <a:ext cx="42862" cy="12700"/>
          </a:xfrm>
          <a:prstGeom prst="rect">
            <a:avLst/>
          </a:prstGeom>
          <a:solidFill>
            <a:srgbClr val="FF330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35" name="Rectangle 43">
            <a:extLst>
              <a:ext uri="{FF2B5EF4-FFF2-40B4-BE49-F238E27FC236}">
                <a16:creationId xmlns:a16="http://schemas.microsoft.com/office/drawing/2014/main" id="{A1332D27-C820-363C-4729-63641C40B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3189288"/>
            <a:ext cx="122555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 anchorCtr="1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ShopTotal</a:t>
            </a:r>
          </a:p>
        </p:txBody>
      </p:sp>
      <p:sp>
        <p:nvSpPr>
          <p:cNvPr id="8236" name="Rectangle 44">
            <a:extLst>
              <a:ext uri="{FF2B5EF4-FFF2-40B4-BE49-F238E27FC236}">
                <a16:creationId xmlns:a16="http://schemas.microsoft.com/office/drawing/2014/main" id="{78C10AEE-8650-B541-5342-DF7ACBDAF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37" name="Rectangle 45">
            <a:extLst>
              <a:ext uri="{FF2B5EF4-FFF2-40B4-BE49-F238E27FC236}">
                <a16:creationId xmlns:a16="http://schemas.microsoft.com/office/drawing/2014/main" id="{246E4186-B79F-1731-2201-8A3B61C8B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38" name="Rectangle 46">
            <a:extLst>
              <a:ext uri="{FF2B5EF4-FFF2-40B4-BE49-F238E27FC236}">
                <a16:creationId xmlns:a16="http://schemas.microsoft.com/office/drawing/2014/main" id="{B6EF27E6-B87D-7C6C-0D39-3A541C2F2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39" name="Rectangle 47">
            <a:extLst>
              <a:ext uri="{FF2B5EF4-FFF2-40B4-BE49-F238E27FC236}">
                <a16:creationId xmlns:a16="http://schemas.microsoft.com/office/drawing/2014/main" id="{40C4EB06-2CA6-FDF6-B6AA-AA797BD8D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0" name="Rectangle 48">
            <a:extLst>
              <a:ext uri="{FF2B5EF4-FFF2-40B4-BE49-F238E27FC236}">
                <a16:creationId xmlns:a16="http://schemas.microsoft.com/office/drawing/2014/main" id="{7868EF21-84BE-BF01-2C0F-3F2291CCE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1" name="Rectangle 49">
            <a:extLst>
              <a:ext uri="{FF2B5EF4-FFF2-40B4-BE49-F238E27FC236}">
                <a16:creationId xmlns:a16="http://schemas.microsoft.com/office/drawing/2014/main" id="{2DCC5175-B150-77E0-0480-A21615257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48" name="Group 56">
            <a:extLst>
              <a:ext uri="{FF2B5EF4-FFF2-40B4-BE49-F238E27FC236}">
                <a16:creationId xmlns:a16="http://schemas.microsoft.com/office/drawing/2014/main" id="{A3DB2A3D-7011-7571-A528-41D85196B113}"/>
              </a:ext>
            </a:extLst>
          </p:cNvPr>
          <p:cNvGrpSpPr>
            <a:grpSpLocks/>
          </p:cNvGrpSpPr>
          <p:nvPr/>
        </p:nvGrpSpPr>
        <p:grpSpPr bwMode="auto">
          <a:xfrm>
            <a:off x="200025" y="3416300"/>
            <a:ext cx="1590675" cy="241300"/>
            <a:chOff x="126" y="2152"/>
            <a:chExt cx="1002" cy="152"/>
          </a:xfrm>
        </p:grpSpPr>
        <p:sp>
          <p:nvSpPr>
            <p:cNvPr id="8242" name="Rectangle 50">
              <a:extLst>
                <a:ext uri="{FF2B5EF4-FFF2-40B4-BE49-F238E27FC236}">
                  <a16:creationId xmlns:a16="http://schemas.microsoft.com/office/drawing/2014/main" id="{1EB8364C-0E4D-028C-B361-2D2F414F6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8243" name="Rectangle 51">
              <a:extLst>
                <a:ext uri="{FF2B5EF4-FFF2-40B4-BE49-F238E27FC236}">
                  <a16:creationId xmlns:a16="http://schemas.microsoft.com/office/drawing/2014/main" id="{F97CF17D-A487-05D2-EDB9-49256532D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8244" name="Rectangle 52">
              <a:extLst>
                <a:ext uri="{FF2B5EF4-FFF2-40B4-BE49-F238E27FC236}">
                  <a16:creationId xmlns:a16="http://schemas.microsoft.com/office/drawing/2014/main" id="{F89A4471-C461-FD22-FFF0-48076A128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8245" name="Rectangle 53">
              <a:extLst>
                <a:ext uri="{FF2B5EF4-FFF2-40B4-BE49-F238E27FC236}">
                  <a16:creationId xmlns:a16="http://schemas.microsoft.com/office/drawing/2014/main" id="{01BB4159-268A-CA4B-3762-6E6A455AF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8246" name="Rectangle 54">
              <a:extLst>
                <a:ext uri="{FF2B5EF4-FFF2-40B4-BE49-F238E27FC236}">
                  <a16:creationId xmlns:a16="http://schemas.microsoft.com/office/drawing/2014/main" id="{3144D250-81E4-2E57-5BEA-80A7E603E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8247" name="Rectangle 55">
              <a:extLst>
                <a:ext uri="{FF2B5EF4-FFF2-40B4-BE49-F238E27FC236}">
                  <a16:creationId xmlns:a16="http://schemas.microsoft.com/office/drawing/2014/main" id="{813FA771-A3CC-2D93-3362-48DE4DF85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0</a:t>
              </a:r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8249" name="Rectangle 57">
            <a:extLst>
              <a:ext uri="{FF2B5EF4-FFF2-40B4-BE49-F238E27FC236}">
                <a16:creationId xmlns:a16="http://schemas.microsoft.com/office/drawing/2014/main" id="{A3A2D51C-C461-8104-6553-2ACA08D85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3425825"/>
            <a:ext cx="260350" cy="22542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8250" name="Rectangle 58">
            <a:extLst>
              <a:ext uri="{FF2B5EF4-FFF2-40B4-BE49-F238E27FC236}">
                <a16:creationId xmlns:a16="http://schemas.microsoft.com/office/drawing/2014/main" id="{5776D11E-9495-4097-687E-349BBD11F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3679825"/>
            <a:ext cx="746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000" b="1">
                <a:latin typeface="Arial" panose="020B0604020202020204" pitchFamily="34" charset="0"/>
              </a:rPr>
              <a:t>^</a:t>
            </a:r>
          </a:p>
        </p:txBody>
      </p:sp>
      <p:sp>
        <p:nvSpPr>
          <p:cNvPr id="8251" name="AutoShape 59">
            <a:extLst>
              <a:ext uri="{FF2B5EF4-FFF2-40B4-BE49-F238E27FC236}">
                <a16:creationId xmlns:a16="http://schemas.microsoft.com/office/drawing/2014/main" id="{453BF98E-1D5B-35F1-D1CA-E0DC32243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850" y="2908300"/>
            <a:ext cx="1522413" cy="398198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 anchor="ctr">
            <a:spAutoFit/>
          </a:bodyPr>
          <a:lstStyle/>
          <a:p>
            <a:pPr algn="ctr"/>
            <a:r>
              <a:rPr lang="en-US" altLang="en-US" sz="1000">
                <a:solidFill>
                  <a:schemeClr val="tx1"/>
                </a:solidFill>
              </a:rPr>
              <a:t>Fills the field with the Figurative Constant Zeros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3" name="Group 17">
            <a:extLst>
              <a:ext uri="{FF2B5EF4-FFF2-40B4-BE49-F238E27FC236}">
                <a16:creationId xmlns:a16="http://schemas.microsoft.com/office/drawing/2014/main" id="{01C99262-186E-BE21-53FC-DA9F7FF2B55B}"/>
              </a:ext>
            </a:extLst>
          </p:cNvPr>
          <p:cNvGrpSpPr>
            <a:grpSpLocks/>
          </p:cNvGrpSpPr>
          <p:nvPr/>
        </p:nvGrpSpPr>
        <p:grpSpPr bwMode="auto">
          <a:xfrm>
            <a:off x="106363" y="2184400"/>
            <a:ext cx="1693862" cy="444500"/>
            <a:chOff x="67" y="1376"/>
            <a:chExt cx="1067" cy="280"/>
          </a:xfrm>
        </p:grpSpPr>
        <p:sp>
          <p:nvSpPr>
            <p:cNvPr id="9218" name="Rectangle 2">
              <a:extLst>
                <a:ext uri="{FF2B5EF4-FFF2-40B4-BE49-F238E27FC236}">
                  <a16:creationId xmlns:a16="http://schemas.microsoft.com/office/drawing/2014/main" id="{A348469E-F362-3C1A-3B2E-C6E6FC21A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" y="1376"/>
              <a:ext cx="77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b" anchorCtr="1">
              <a:spAutoFit/>
            </a:bodyPr>
            <a:lstStyle>
              <a:lvl1pPr marL="190500" indent="-190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3000"/>
                </a:lnSpc>
                <a:spcAft>
                  <a:spcPct val="52000"/>
                </a:spcAft>
              </a:pPr>
              <a:r>
                <a:rPr lang="en-US" altLang="en-US" sz="1200" b="1">
                  <a:latin typeface="Courier New" panose="02070309020205020404" pitchFamily="49" charset="0"/>
                </a:rPr>
                <a:t>StudentName</a:t>
              </a:r>
            </a:p>
          </p:txBody>
        </p:sp>
        <p:grpSp>
          <p:nvGrpSpPr>
            <p:cNvPr id="9232" name="Group 16">
              <a:extLst>
                <a:ext uri="{FF2B5EF4-FFF2-40B4-BE49-F238E27FC236}">
                  <a16:creationId xmlns:a16="http://schemas.microsoft.com/office/drawing/2014/main" id="{EC1605B8-208A-EEC6-D8FC-731E7A4509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" y="1504"/>
              <a:ext cx="1002" cy="152"/>
              <a:chOff x="132" y="1504"/>
              <a:chExt cx="1002" cy="152"/>
            </a:xfrm>
          </p:grpSpPr>
          <p:sp>
            <p:nvSpPr>
              <p:cNvPr id="9219" name="Rectangle 3">
                <a:extLst>
                  <a:ext uri="{FF2B5EF4-FFF2-40B4-BE49-F238E27FC236}">
                    <a16:creationId xmlns:a16="http://schemas.microsoft.com/office/drawing/2014/main" id="{84F0FA30-C561-B63A-158E-9F692AA0E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20" name="Rectangle 4">
                <a:extLst>
                  <a:ext uri="{FF2B5EF4-FFF2-40B4-BE49-F238E27FC236}">
                    <a16:creationId xmlns:a16="http://schemas.microsoft.com/office/drawing/2014/main" id="{023FFDBE-BB50-51E2-9A43-8EF7C91CF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21" name="Rectangle 5">
                <a:extLst>
                  <a:ext uri="{FF2B5EF4-FFF2-40B4-BE49-F238E27FC236}">
                    <a16:creationId xmlns:a16="http://schemas.microsoft.com/office/drawing/2014/main" id="{6388EE1B-87B4-A0A4-6C29-4631A3D47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22" name="Rectangle 6">
                <a:extLst>
                  <a:ext uri="{FF2B5EF4-FFF2-40B4-BE49-F238E27FC236}">
                    <a16:creationId xmlns:a16="http://schemas.microsoft.com/office/drawing/2014/main" id="{4B53975F-443B-F0E7-F6F9-4E61E004F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8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9223" name="Rectangle 7">
                <a:extLst>
                  <a:ext uri="{FF2B5EF4-FFF2-40B4-BE49-F238E27FC236}">
                    <a16:creationId xmlns:a16="http://schemas.microsoft.com/office/drawing/2014/main" id="{F1477A8F-8941-068D-C138-840AFB51A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0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24" name="Rectangle 8">
                <a:extLst>
                  <a:ext uri="{FF2B5EF4-FFF2-40B4-BE49-F238E27FC236}">
                    <a16:creationId xmlns:a16="http://schemas.microsoft.com/office/drawing/2014/main" id="{035A384E-C37D-CA78-46B8-E8B5F2BDBE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" y="1508"/>
                <a:ext cx="164" cy="144"/>
              </a:xfrm>
              <a:prstGeom prst="rect">
                <a:avLst/>
              </a:prstGeom>
              <a:solidFill>
                <a:srgbClr val="EAEAEA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231" name="Group 15">
                <a:extLst>
                  <a:ext uri="{FF2B5EF4-FFF2-40B4-BE49-F238E27FC236}">
                    <a16:creationId xmlns:a16="http://schemas.microsoft.com/office/drawing/2014/main" id="{D089A94F-3E18-1D4E-18C5-B73EC85F0E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" y="1504"/>
                <a:ext cx="1002" cy="152"/>
                <a:chOff x="132" y="1504"/>
                <a:chExt cx="1002" cy="152"/>
              </a:xfrm>
            </p:grpSpPr>
            <p:sp>
              <p:nvSpPr>
                <p:cNvPr id="9225" name="Rectangle 9">
                  <a:extLst>
                    <a:ext uri="{FF2B5EF4-FFF2-40B4-BE49-F238E27FC236}">
                      <a16:creationId xmlns:a16="http://schemas.microsoft.com/office/drawing/2014/main" id="{93994A54-16BC-965C-9E8E-E6DDAFE01E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2" y="1504"/>
                  <a:ext cx="172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pPr algn="ctr"/>
                  <a:r>
                    <a:rPr lang="en-US" altLang="en-US" sz="18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9226" name="Rectangle 10">
                  <a:extLst>
                    <a:ext uri="{FF2B5EF4-FFF2-40B4-BE49-F238E27FC236}">
                      <a16:creationId xmlns:a16="http://schemas.microsoft.com/office/drawing/2014/main" id="{4456669A-2915-8D04-D288-003B198870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" y="1504"/>
                  <a:ext cx="172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pPr algn="ctr"/>
                  <a:r>
                    <a:rPr lang="en-US" altLang="en-US" sz="18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9227" name="Rectangle 11">
                  <a:extLst>
                    <a:ext uri="{FF2B5EF4-FFF2-40B4-BE49-F238E27FC236}">
                      <a16:creationId xmlns:a16="http://schemas.microsoft.com/office/drawing/2014/main" id="{3D1EDE63-64B4-7223-4672-32EF74F0A6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" y="1504"/>
                  <a:ext cx="172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pPr algn="ctr"/>
                  <a:r>
                    <a:rPr lang="en-US" altLang="en-US" sz="18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9228" name="Rectangle 12">
                  <a:extLst>
                    <a:ext uri="{FF2B5EF4-FFF2-40B4-BE49-F238E27FC236}">
                      <a16:creationId xmlns:a16="http://schemas.microsoft.com/office/drawing/2014/main" id="{ABD46CFF-F86E-B0CF-9720-34404A6642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1504"/>
                  <a:ext cx="172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29" name="Rectangle 13">
                  <a:extLst>
                    <a:ext uri="{FF2B5EF4-FFF2-40B4-BE49-F238E27FC236}">
                      <a16:creationId xmlns:a16="http://schemas.microsoft.com/office/drawing/2014/main" id="{EB5CD750-CC55-245B-AE1C-B61D254DE1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6" y="1504"/>
                  <a:ext cx="172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pPr algn="ctr"/>
                  <a:r>
                    <a:rPr lang="en-US" altLang="en-US" sz="18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9230" name="Rectangle 14">
                  <a:extLst>
                    <a:ext uri="{FF2B5EF4-FFF2-40B4-BE49-F238E27FC236}">
                      <a16:creationId xmlns:a16="http://schemas.microsoft.com/office/drawing/2014/main" id="{1C7010A6-BB85-C810-9E2F-C1B2305F3F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2" y="1504"/>
                  <a:ext cx="172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pPr algn="ctr"/>
                  <a:r>
                    <a:rPr lang="en-US" altLang="en-US" sz="1200" b="1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 </a:t>
                  </a:r>
                  <a:r>
                    <a:rPr lang="en-US" altLang="en-US" sz="1800" b="1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Arial" panose="020B0604020202020204" pitchFamily="34" charset="0"/>
                    </a:rPr>
                    <a:t>-</a:t>
                  </a:r>
                  <a:r>
                    <a:rPr lang="en-US" altLang="en-US" sz="1200" b="1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 </a:t>
                  </a:r>
                </a:p>
              </p:txBody>
            </p:sp>
          </p:grpSp>
        </p:grpSp>
      </p:grpSp>
      <p:grpSp>
        <p:nvGrpSpPr>
          <p:cNvPr id="9240" name="Group 24">
            <a:extLst>
              <a:ext uri="{FF2B5EF4-FFF2-40B4-BE49-F238E27FC236}">
                <a16:creationId xmlns:a16="http://schemas.microsoft.com/office/drawing/2014/main" id="{29CDFA08-1149-6C50-43FF-98DF9D6839DD}"/>
              </a:ext>
            </a:extLst>
          </p:cNvPr>
          <p:cNvGrpSpPr>
            <a:grpSpLocks/>
          </p:cNvGrpSpPr>
          <p:nvPr/>
        </p:nvGrpSpPr>
        <p:grpSpPr bwMode="auto">
          <a:xfrm>
            <a:off x="31750" y="30163"/>
            <a:ext cx="3886200" cy="2171700"/>
            <a:chOff x="20" y="19"/>
            <a:chExt cx="2448" cy="1368"/>
          </a:xfrm>
        </p:grpSpPr>
        <p:sp>
          <p:nvSpPr>
            <p:cNvPr id="9234" name="Rectangle 18">
              <a:extLst>
                <a:ext uri="{FF2B5EF4-FFF2-40B4-BE49-F238E27FC236}">
                  <a16:creationId xmlns:a16="http://schemas.microsoft.com/office/drawing/2014/main" id="{84EEC97D-FB24-FB74-4639-79395812C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" y="26"/>
              <a:ext cx="2392" cy="1350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StudentName PIC X(6) VALUE ZEROS.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OtherName   PIC X(3) VALUE "Tom".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ShopTotal   PIC 9(5)V99 VALUE 534.75.</a:t>
              </a:r>
            </a:p>
            <a:p>
              <a:endParaRPr lang="en-US" altLang="en-US" sz="10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endParaRPr lang="en-US" altLang="en-US" sz="10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"John" TO StudentName.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DISPLAY "My name is ", StudentName.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OtherName TO StudentName.</a:t>
              </a:r>
            </a:p>
            <a:p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ZEROS TO ShopTotal.</a:t>
              </a:r>
            </a:p>
            <a:p>
              <a:r>
                <a:rPr lang="en-US" altLang="en-US" sz="1200" b="1">
                  <a:solidFill>
                    <a:srgbClr val="CC0000"/>
                  </a:solidFill>
                  <a:latin typeface="Courier New" panose="02070309020205020404" pitchFamily="49" charset="0"/>
                </a:rPr>
                <a:t>MOVE ALL "-" TO StudentName.</a:t>
              </a:r>
            </a:p>
          </p:txBody>
        </p:sp>
        <p:sp>
          <p:nvSpPr>
            <p:cNvPr id="9235" name="Freeform 19">
              <a:extLst>
                <a:ext uri="{FF2B5EF4-FFF2-40B4-BE49-F238E27FC236}">
                  <a16:creationId xmlns:a16="http://schemas.microsoft.com/office/drawing/2014/main" id="{B4AF8C50-3598-4083-EA86-CD0CA365D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" y="19"/>
              <a:ext cx="2223" cy="99"/>
            </a:xfrm>
            <a:custGeom>
              <a:avLst/>
              <a:gdLst>
                <a:gd name="T0" fmla="*/ 2216 w 2223"/>
                <a:gd name="T1" fmla="*/ 5 h 99"/>
                <a:gd name="T2" fmla="*/ 2159 w 2223"/>
                <a:gd name="T3" fmla="*/ 35 h 99"/>
                <a:gd name="T4" fmla="*/ 2114 w 2223"/>
                <a:gd name="T5" fmla="*/ 35 h 99"/>
                <a:gd name="T6" fmla="*/ 2075 w 2223"/>
                <a:gd name="T7" fmla="*/ 62 h 99"/>
                <a:gd name="T8" fmla="*/ 2027 w 2223"/>
                <a:gd name="T9" fmla="*/ 41 h 99"/>
                <a:gd name="T10" fmla="*/ 1979 w 2223"/>
                <a:gd name="T11" fmla="*/ 29 h 99"/>
                <a:gd name="T12" fmla="*/ 1934 w 2223"/>
                <a:gd name="T13" fmla="*/ 17 h 99"/>
                <a:gd name="T14" fmla="*/ 1889 w 2223"/>
                <a:gd name="T15" fmla="*/ 38 h 99"/>
                <a:gd name="T16" fmla="*/ 1850 w 2223"/>
                <a:gd name="T17" fmla="*/ 56 h 99"/>
                <a:gd name="T18" fmla="*/ 1805 w 2223"/>
                <a:gd name="T19" fmla="*/ 74 h 99"/>
                <a:gd name="T20" fmla="*/ 1757 w 2223"/>
                <a:gd name="T21" fmla="*/ 59 h 99"/>
                <a:gd name="T22" fmla="*/ 1712 w 2223"/>
                <a:gd name="T23" fmla="*/ 44 h 99"/>
                <a:gd name="T24" fmla="*/ 1661 w 2223"/>
                <a:gd name="T25" fmla="*/ 35 h 99"/>
                <a:gd name="T26" fmla="*/ 1616 w 2223"/>
                <a:gd name="T27" fmla="*/ 29 h 99"/>
                <a:gd name="T28" fmla="*/ 1568 w 2223"/>
                <a:gd name="T29" fmla="*/ 26 h 99"/>
                <a:gd name="T30" fmla="*/ 1526 w 2223"/>
                <a:gd name="T31" fmla="*/ 35 h 99"/>
                <a:gd name="T32" fmla="*/ 1481 w 2223"/>
                <a:gd name="T33" fmla="*/ 56 h 99"/>
                <a:gd name="T34" fmla="*/ 1436 w 2223"/>
                <a:gd name="T35" fmla="*/ 44 h 99"/>
                <a:gd name="T36" fmla="*/ 1391 w 2223"/>
                <a:gd name="T37" fmla="*/ 26 h 99"/>
                <a:gd name="T38" fmla="*/ 1343 w 2223"/>
                <a:gd name="T39" fmla="*/ 17 h 99"/>
                <a:gd name="T40" fmla="*/ 1298 w 2223"/>
                <a:gd name="T41" fmla="*/ 14 h 99"/>
                <a:gd name="T42" fmla="*/ 1253 w 2223"/>
                <a:gd name="T43" fmla="*/ 44 h 99"/>
                <a:gd name="T44" fmla="*/ 1208 w 2223"/>
                <a:gd name="T45" fmla="*/ 56 h 99"/>
                <a:gd name="T46" fmla="*/ 1157 w 2223"/>
                <a:gd name="T47" fmla="*/ 65 h 99"/>
                <a:gd name="T48" fmla="*/ 1112 w 2223"/>
                <a:gd name="T49" fmla="*/ 68 h 99"/>
                <a:gd name="T50" fmla="*/ 1064 w 2223"/>
                <a:gd name="T51" fmla="*/ 38 h 99"/>
                <a:gd name="T52" fmla="*/ 1016 w 2223"/>
                <a:gd name="T53" fmla="*/ 23 h 99"/>
                <a:gd name="T54" fmla="*/ 968 w 2223"/>
                <a:gd name="T55" fmla="*/ 41 h 99"/>
                <a:gd name="T56" fmla="*/ 920 w 2223"/>
                <a:gd name="T57" fmla="*/ 59 h 99"/>
                <a:gd name="T58" fmla="*/ 875 w 2223"/>
                <a:gd name="T59" fmla="*/ 35 h 99"/>
                <a:gd name="T60" fmla="*/ 830 w 2223"/>
                <a:gd name="T61" fmla="*/ 11 h 99"/>
                <a:gd name="T62" fmla="*/ 785 w 2223"/>
                <a:gd name="T63" fmla="*/ 14 h 99"/>
                <a:gd name="T64" fmla="*/ 740 w 2223"/>
                <a:gd name="T65" fmla="*/ 17 h 99"/>
                <a:gd name="T66" fmla="*/ 695 w 2223"/>
                <a:gd name="T67" fmla="*/ 20 h 99"/>
                <a:gd name="T68" fmla="*/ 650 w 2223"/>
                <a:gd name="T69" fmla="*/ 38 h 99"/>
                <a:gd name="T70" fmla="*/ 602 w 2223"/>
                <a:gd name="T71" fmla="*/ 59 h 99"/>
                <a:gd name="T72" fmla="*/ 557 w 2223"/>
                <a:gd name="T73" fmla="*/ 59 h 99"/>
                <a:gd name="T74" fmla="*/ 506 w 2223"/>
                <a:gd name="T75" fmla="*/ 41 h 99"/>
                <a:gd name="T76" fmla="*/ 464 w 2223"/>
                <a:gd name="T77" fmla="*/ 29 h 99"/>
                <a:gd name="T78" fmla="*/ 470 w 2223"/>
                <a:gd name="T79" fmla="*/ 62 h 99"/>
                <a:gd name="T80" fmla="*/ 488 w 2223"/>
                <a:gd name="T81" fmla="*/ 92 h 99"/>
                <a:gd name="T82" fmla="*/ 443 w 2223"/>
                <a:gd name="T83" fmla="*/ 56 h 99"/>
                <a:gd name="T84" fmla="*/ 395 w 2223"/>
                <a:gd name="T85" fmla="*/ 35 h 99"/>
                <a:gd name="T86" fmla="*/ 350 w 2223"/>
                <a:gd name="T87" fmla="*/ 32 h 99"/>
                <a:gd name="T88" fmla="*/ 302 w 2223"/>
                <a:gd name="T89" fmla="*/ 35 h 99"/>
                <a:gd name="T90" fmla="*/ 251 w 2223"/>
                <a:gd name="T91" fmla="*/ 41 h 99"/>
                <a:gd name="T92" fmla="*/ 221 w 2223"/>
                <a:gd name="T93" fmla="*/ 74 h 99"/>
                <a:gd name="T94" fmla="*/ 176 w 2223"/>
                <a:gd name="T95" fmla="*/ 80 h 99"/>
                <a:gd name="T96" fmla="*/ 131 w 2223"/>
                <a:gd name="T97" fmla="*/ 68 h 99"/>
                <a:gd name="T98" fmla="*/ 86 w 2223"/>
                <a:gd name="T99" fmla="*/ 53 h 99"/>
                <a:gd name="T100" fmla="*/ 41 w 2223"/>
                <a:gd name="T101" fmla="*/ 32 h 99"/>
                <a:gd name="T102" fmla="*/ 2 w 2223"/>
                <a:gd name="T103" fmla="*/ 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23" h="99">
                  <a:moveTo>
                    <a:pt x="2222" y="2"/>
                  </a:moveTo>
                  <a:lnTo>
                    <a:pt x="2222" y="0"/>
                  </a:lnTo>
                  <a:lnTo>
                    <a:pt x="2222" y="2"/>
                  </a:lnTo>
                  <a:lnTo>
                    <a:pt x="2221" y="5"/>
                  </a:lnTo>
                  <a:lnTo>
                    <a:pt x="2216" y="5"/>
                  </a:lnTo>
                  <a:lnTo>
                    <a:pt x="2198" y="14"/>
                  </a:lnTo>
                  <a:lnTo>
                    <a:pt x="2186" y="23"/>
                  </a:lnTo>
                  <a:lnTo>
                    <a:pt x="2177" y="32"/>
                  </a:lnTo>
                  <a:lnTo>
                    <a:pt x="2168" y="32"/>
                  </a:lnTo>
                  <a:lnTo>
                    <a:pt x="2159" y="35"/>
                  </a:lnTo>
                  <a:lnTo>
                    <a:pt x="2150" y="35"/>
                  </a:lnTo>
                  <a:lnTo>
                    <a:pt x="2141" y="35"/>
                  </a:lnTo>
                  <a:lnTo>
                    <a:pt x="2132" y="35"/>
                  </a:lnTo>
                  <a:lnTo>
                    <a:pt x="2123" y="35"/>
                  </a:lnTo>
                  <a:lnTo>
                    <a:pt x="2114" y="35"/>
                  </a:lnTo>
                  <a:lnTo>
                    <a:pt x="2105" y="41"/>
                  </a:lnTo>
                  <a:lnTo>
                    <a:pt x="2099" y="50"/>
                  </a:lnTo>
                  <a:lnTo>
                    <a:pt x="2093" y="59"/>
                  </a:lnTo>
                  <a:lnTo>
                    <a:pt x="2084" y="62"/>
                  </a:lnTo>
                  <a:lnTo>
                    <a:pt x="2075" y="62"/>
                  </a:lnTo>
                  <a:lnTo>
                    <a:pt x="2066" y="56"/>
                  </a:lnTo>
                  <a:lnTo>
                    <a:pt x="2054" y="50"/>
                  </a:lnTo>
                  <a:lnTo>
                    <a:pt x="2045" y="50"/>
                  </a:lnTo>
                  <a:lnTo>
                    <a:pt x="2036" y="47"/>
                  </a:lnTo>
                  <a:lnTo>
                    <a:pt x="2027" y="41"/>
                  </a:lnTo>
                  <a:lnTo>
                    <a:pt x="2018" y="38"/>
                  </a:lnTo>
                  <a:lnTo>
                    <a:pt x="2006" y="38"/>
                  </a:lnTo>
                  <a:lnTo>
                    <a:pt x="1997" y="35"/>
                  </a:lnTo>
                  <a:lnTo>
                    <a:pt x="1988" y="32"/>
                  </a:lnTo>
                  <a:lnTo>
                    <a:pt x="1979" y="29"/>
                  </a:lnTo>
                  <a:lnTo>
                    <a:pt x="1970" y="29"/>
                  </a:lnTo>
                  <a:lnTo>
                    <a:pt x="1961" y="26"/>
                  </a:lnTo>
                  <a:lnTo>
                    <a:pt x="1952" y="23"/>
                  </a:lnTo>
                  <a:lnTo>
                    <a:pt x="1943" y="20"/>
                  </a:lnTo>
                  <a:lnTo>
                    <a:pt x="1934" y="17"/>
                  </a:lnTo>
                  <a:lnTo>
                    <a:pt x="1931" y="26"/>
                  </a:lnTo>
                  <a:lnTo>
                    <a:pt x="1919" y="29"/>
                  </a:lnTo>
                  <a:lnTo>
                    <a:pt x="1907" y="29"/>
                  </a:lnTo>
                  <a:lnTo>
                    <a:pt x="1898" y="32"/>
                  </a:lnTo>
                  <a:lnTo>
                    <a:pt x="1889" y="38"/>
                  </a:lnTo>
                  <a:lnTo>
                    <a:pt x="1886" y="47"/>
                  </a:lnTo>
                  <a:lnTo>
                    <a:pt x="1877" y="50"/>
                  </a:lnTo>
                  <a:lnTo>
                    <a:pt x="1868" y="50"/>
                  </a:lnTo>
                  <a:lnTo>
                    <a:pt x="1859" y="50"/>
                  </a:lnTo>
                  <a:lnTo>
                    <a:pt x="1850" y="56"/>
                  </a:lnTo>
                  <a:lnTo>
                    <a:pt x="1841" y="59"/>
                  </a:lnTo>
                  <a:lnTo>
                    <a:pt x="1832" y="62"/>
                  </a:lnTo>
                  <a:lnTo>
                    <a:pt x="1823" y="65"/>
                  </a:lnTo>
                  <a:lnTo>
                    <a:pt x="1814" y="71"/>
                  </a:lnTo>
                  <a:lnTo>
                    <a:pt x="1805" y="74"/>
                  </a:lnTo>
                  <a:lnTo>
                    <a:pt x="1796" y="74"/>
                  </a:lnTo>
                  <a:lnTo>
                    <a:pt x="1787" y="71"/>
                  </a:lnTo>
                  <a:lnTo>
                    <a:pt x="1778" y="65"/>
                  </a:lnTo>
                  <a:lnTo>
                    <a:pt x="1766" y="62"/>
                  </a:lnTo>
                  <a:lnTo>
                    <a:pt x="1757" y="59"/>
                  </a:lnTo>
                  <a:lnTo>
                    <a:pt x="1748" y="56"/>
                  </a:lnTo>
                  <a:lnTo>
                    <a:pt x="1739" y="53"/>
                  </a:lnTo>
                  <a:lnTo>
                    <a:pt x="1730" y="53"/>
                  </a:lnTo>
                  <a:lnTo>
                    <a:pt x="1721" y="47"/>
                  </a:lnTo>
                  <a:lnTo>
                    <a:pt x="1712" y="44"/>
                  </a:lnTo>
                  <a:lnTo>
                    <a:pt x="1703" y="44"/>
                  </a:lnTo>
                  <a:lnTo>
                    <a:pt x="1694" y="41"/>
                  </a:lnTo>
                  <a:lnTo>
                    <a:pt x="1685" y="41"/>
                  </a:lnTo>
                  <a:lnTo>
                    <a:pt x="1673" y="38"/>
                  </a:lnTo>
                  <a:lnTo>
                    <a:pt x="1661" y="35"/>
                  </a:lnTo>
                  <a:lnTo>
                    <a:pt x="1652" y="32"/>
                  </a:lnTo>
                  <a:lnTo>
                    <a:pt x="1643" y="29"/>
                  </a:lnTo>
                  <a:lnTo>
                    <a:pt x="1634" y="29"/>
                  </a:lnTo>
                  <a:lnTo>
                    <a:pt x="1625" y="29"/>
                  </a:lnTo>
                  <a:lnTo>
                    <a:pt x="1616" y="29"/>
                  </a:lnTo>
                  <a:lnTo>
                    <a:pt x="1607" y="29"/>
                  </a:lnTo>
                  <a:lnTo>
                    <a:pt x="1598" y="29"/>
                  </a:lnTo>
                  <a:lnTo>
                    <a:pt x="1589" y="29"/>
                  </a:lnTo>
                  <a:lnTo>
                    <a:pt x="1577" y="29"/>
                  </a:lnTo>
                  <a:lnTo>
                    <a:pt x="1568" y="26"/>
                  </a:lnTo>
                  <a:lnTo>
                    <a:pt x="1559" y="20"/>
                  </a:lnTo>
                  <a:lnTo>
                    <a:pt x="1550" y="20"/>
                  </a:lnTo>
                  <a:lnTo>
                    <a:pt x="1541" y="20"/>
                  </a:lnTo>
                  <a:lnTo>
                    <a:pt x="1535" y="29"/>
                  </a:lnTo>
                  <a:lnTo>
                    <a:pt x="1526" y="35"/>
                  </a:lnTo>
                  <a:lnTo>
                    <a:pt x="1517" y="38"/>
                  </a:lnTo>
                  <a:lnTo>
                    <a:pt x="1508" y="47"/>
                  </a:lnTo>
                  <a:lnTo>
                    <a:pt x="1499" y="50"/>
                  </a:lnTo>
                  <a:lnTo>
                    <a:pt x="1490" y="53"/>
                  </a:lnTo>
                  <a:lnTo>
                    <a:pt x="1481" y="56"/>
                  </a:lnTo>
                  <a:lnTo>
                    <a:pt x="1472" y="56"/>
                  </a:lnTo>
                  <a:lnTo>
                    <a:pt x="1463" y="53"/>
                  </a:lnTo>
                  <a:lnTo>
                    <a:pt x="1454" y="47"/>
                  </a:lnTo>
                  <a:lnTo>
                    <a:pt x="1445" y="44"/>
                  </a:lnTo>
                  <a:lnTo>
                    <a:pt x="1436" y="44"/>
                  </a:lnTo>
                  <a:lnTo>
                    <a:pt x="1427" y="41"/>
                  </a:lnTo>
                  <a:lnTo>
                    <a:pt x="1418" y="38"/>
                  </a:lnTo>
                  <a:lnTo>
                    <a:pt x="1409" y="32"/>
                  </a:lnTo>
                  <a:lnTo>
                    <a:pt x="1400" y="32"/>
                  </a:lnTo>
                  <a:lnTo>
                    <a:pt x="1391" y="26"/>
                  </a:lnTo>
                  <a:lnTo>
                    <a:pt x="1382" y="23"/>
                  </a:lnTo>
                  <a:lnTo>
                    <a:pt x="1373" y="23"/>
                  </a:lnTo>
                  <a:lnTo>
                    <a:pt x="1364" y="20"/>
                  </a:lnTo>
                  <a:lnTo>
                    <a:pt x="1355" y="20"/>
                  </a:lnTo>
                  <a:lnTo>
                    <a:pt x="1343" y="17"/>
                  </a:lnTo>
                  <a:lnTo>
                    <a:pt x="1334" y="14"/>
                  </a:lnTo>
                  <a:lnTo>
                    <a:pt x="1325" y="14"/>
                  </a:lnTo>
                  <a:lnTo>
                    <a:pt x="1316" y="14"/>
                  </a:lnTo>
                  <a:lnTo>
                    <a:pt x="1307" y="14"/>
                  </a:lnTo>
                  <a:lnTo>
                    <a:pt x="1298" y="14"/>
                  </a:lnTo>
                  <a:lnTo>
                    <a:pt x="1289" y="17"/>
                  </a:lnTo>
                  <a:lnTo>
                    <a:pt x="1280" y="23"/>
                  </a:lnTo>
                  <a:lnTo>
                    <a:pt x="1271" y="32"/>
                  </a:lnTo>
                  <a:lnTo>
                    <a:pt x="1262" y="38"/>
                  </a:lnTo>
                  <a:lnTo>
                    <a:pt x="1253" y="44"/>
                  </a:lnTo>
                  <a:lnTo>
                    <a:pt x="1244" y="50"/>
                  </a:lnTo>
                  <a:lnTo>
                    <a:pt x="1235" y="53"/>
                  </a:lnTo>
                  <a:lnTo>
                    <a:pt x="1226" y="53"/>
                  </a:lnTo>
                  <a:lnTo>
                    <a:pt x="1217" y="53"/>
                  </a:lnTo>
                  <a:lnTo>
                    <a:pt x="1208" y="56"/>
                  </a:lnTo>
                  <a:lnTo>
                    <a:pt x="1196" y="56"/>
                  </a:lnTo>
                  <a:lnTo>
                    <a:pt x="1187" y="59"/>
                  </a:lnTo>
                  <a:lnTo>
                    <a:pt x="1175" y="62"/>
                  </a:lnTo>
                  <a:lnTo>
                    <a:pt x="1166" y="65"/>
                  </a:lnTo>
                  <a:lnTo>
                    <a:pt x="1157" y="65"/>
                  </a:lnTo>
                  <a:lnTo>
                    <a:pt x="1148" y="68"/>
                  </a:lnTo>
                  <a:lnTo>
                    <a:pt x="1139" y="68"/>
                  </a:lnTo>
                  <a:lnTo>
                    <a:pt x="1130" y="68"/>
                  </a:lnTo>
                  <a:lnTo>
                    <a:pt x="1121" y="68"/>
                  </a:lnTo>
                  <a:lnTo>
                    <a:pt x="1112" y="68"/>
                  </a:lnTo>
                  <a:lnTo>
                    <a:pt x="1103" y="65"/>
                  </a:lnTo>
                  <a:lnTo>
                    <a:pt x="1097" y="56"/>
                  </a:lnTo>
                  <a:lnTo>
                    <a:pt x="1085" y="47"/>
                  </a:lnTo>
                  <a:lnTo>
                    <a:pt x="1076" y="44"/>
                  </a:lnTo>
                  <a:lnTo>
                    <a:pt x="1064" y="38"/>
                  </a:lnTo>
                  <a:lnTo>
                    <a:pt x="1055" y="32"/>
                  </a:lnTo>
                  <a:lnTo>
                    <a:pt x="1043" y="32"/>
                  </a:lnTo>
                  <a:lnTo>
                    <a:pt x="1034" y="29"/>
                  </a:lnTo>
                  <a:lnTo>
                    <a:pt x="1025" y="23"/>
                  </a:lnTo>
                  <a:lnTo>
                    <a:pt x="1016" y="23"/>
                  </a:lnTo>
                  <a:lnTo>
                    <a:pt x="1007" y="20"/>
                  </a:lnTo>
                  <a:lnTo>
                    <a:pt x="995" y="26"/>
                  </a:lnTo>
                  <a:lnTo>
                    <a:pt x="986" y="32"/>
                  </a:lnTo>
                  <a:lnTo>
                    <a:pt x="977" y="38"/>
                  </a:lnTo>
                  <a:lnTo>
                    <a:pt x="968" y="41"/>
                  </a:lnTo>
                  <a:lnTo>
                    <a:pt x="959" y="44"/>
                  </a:lnTo>
                  <a:lnTo>
                    <a:pt x="947" y="50"/>
                  </a:lnTo>
                  <a:lnTo>
                    <a:pt x="938" y="53"/>
                  </a:lnTo>
                  <a:lnTo>
                    <a:pt x="929" y="59"/>
                  </a:lnTo>
                  <a:lnTo>
                    <a:pt x="920" y="59"/>
                  </a:lnTo>
                  <a:lnTo>
                    <a:pt x="911" y="59"/>
                  </a:lnTo>
                  <a:lnTo>
                    <a:pt x="899" y="56"/>
                  </a:lnTo>
                  <a:lnTo>
                    <a:pt x="893" y="47"/>
                  </a:lnTo>
                  <a:lnTo>
                    <a:pt x="884" y="41"/>
                  </a:lnTo>
                  <a:lnTo>
                    <a:pt x="875" y="35"/>
                  </a:lnTo>
                  <a:lnTo>
                    <a:pt x="866" y="26"/>
                  </a:lnTo>
                  <a:lnTo>
                    <a:pt x="857" y="20"/>
                  </a:lnTo>
                  <a:lnTo>
                    <a:pt x="848" y="14"/>
                  </a:lnTo>
                  <a:lnTo>
                    <a:pt x="839" y="11"/>
                  </a:lnTo>
                  <a:lnTo>
                    <a:pt x="830" y="11"/>
                  </a:lnTo>
                  <a:lnTo>
                    <a:pt x="821" y="11"/>
                  </a:lnTo>
                  <a:lnTo>
                    <a:pt x="812" y="14"/>
                  </a:lnTo>
                  <a:lnTo>
                    <a:pt x="803" y="14"/>
                  </a:lnTo>
                  <a:lnTo>
                    <a:pt x="794" y="14"/>
                  </a:lnTo>
                  <a:lnTo>
                    <a:pt x="785" y="14"/>
                  </a:lnTo>
                  <a:lnTo>
                    <a:pt x="776" y="14"/>
                  </a:lnTo>
                  <a:lnTo>
                    <a:pt x="767" y="17"/>
                  </a:lnTo>
                  <a:lnTo>
                    <a:pt x="758" y="17"/>
                  </a:lnTo>
                  <a:lnTo>
                    <a:pt x="749" y="17"/>
                  </a:lnTo>
                  <a:lnTo>
                    <a:pt x="740" y="17"/>
                  </a:lnTo>
                  <a:lnTo>
                    <a:pt x="731" y="20"/>
                  </a:lnTo>
                  <a:lnTo>
                    <a:pt x="722" y="20"/>
                  </a:lnTo>
                  <a:lnTo>
                    <a:pt x="713" y="20"/>
                  </a:lnTo>
                  <a:lnTo>
                    <a:pt x="704" y="20"/>
                  </a:lnTo>
                  <a:lnTo>
                    <a:pt x="695" y="20"/>
                  </a:lnTo>
                  <a:lnTo>
                    <a:pt x="686" y="20"/>
                  </a:lnTo>
                  <a:lnTo>
                    <a:pt x="677" y="23"/>
                  </a:lnTo>
                  <a:lnTo>
                    <a:pt x="668" y="29"/>
                  </a:lnTo>
                  <a:lnTo>
                    <a:pt x="659" y="32"/>
                  </a:lnTo>
                  <a:lnTo>
                    <a:pt x="650" y="38"/>
                  </a:lnTo>
                  <a:lnTo>
                    <a:pt x="641" y="41"/>
                  </a:lnTo>
                  <a:lnTo>
                    <a:pt x="632" y="50"/>
                  </a:lnTo>
                  <a:lnTo>
                    <a:pt x="623" y="53"/>
                  </a:lnTo>
                  <a:lnTo>
                    <a:pt x="614" y="56"/>
                  </a:lnTo>
                  <a:lnTo>
                    <a:pt x="602" y="59"/>
                  </a:lnTo>
                  <a:lnTo>
                    <a:pt x="593" y="62"/>
                  </a:lnTo>
                  <a:lnTo>
                    <a:pt x="584" y="65"/>
                  </a:lnTo>
                  <a:lnTo>
                    <a:pt x="575" y="65"/>
                  </a:lnTo>
                  <a:lnTo>
                    <a:pt x="566" y="65"/>
                  </a:lnTo>
                  <a:lnTo>
                    <a:pt x="557" y="59"/>
                  </a:lnTo>
                  <a:lnTo>
                    <a:pt x="548" y="53"/>
                  </a:lnTo>
                  <a:lnTo>
                    <a:pt x="539" y="50"/>
                  </a:lnTo>
                  <a:lnTo>
                    <a:pt x="530" y="44"/>
                  </a:lnTo>
                  <a:lnTo>
                    <a:pt x="518" y="44"/>
                  </a:lnTo>
                  <a:lnTo>
                    <a:pt x="506" y="41"/>
                  </a:lnTo>
                  <a:lnTo>
                    <a:pt x="503" y="32"/>
                  </a:lnTo>
                  <a:lnTo>
                    <a:pt x="494" y="29"/>
                  </a:lnTo>
                  <a:lnTo>
                    <a:pt x="485" y="29"/>
                  </a:lnTo>
                  <a:lnTo>
                    <a:pt x="473" y="29"/>
                  </a:lnTo>
                  <a:lnTo>
                    <a:pt x="464" y="29"/>
                  </a:lnTo>
                  <a:lnTo>
                    <a:pt x="455" y="29"/>
                  </a:lnTo>
                  <a:lnTo>
                    <a:pt x="455" y="38"/>
                  </a:lnTo>
                  <a:lnTo>
                    <a:pt x="455" y="47"/>
                  </a:lnTo>
                  <a:lnTo>
                    <a:pt x="464" y="53"/>
                  </a:lnTo>
                  <a:lnTo>
                    <a:pt x="470" y="62"/>
                  </a:lnTo>
                  <a:lnTo>
                    <a:pt x="479" y="71"/>
                  </a:lnTo>
                  <a:lnTo>
                    <a:pt x="485" y="80"/>
                  </a:lnTo>
                  <a:lnTo>
                    <a:pt x="491" y="89"/>
                  </a:lnTo>
                  <a:lnTo>
                    <a:pt x="497" y="98"/>
                  </a:lnTo>
                  <a:lnTo>
                    <a:pt x="488" y="92"/>
                  </a:lnTo>
                  <a:lnTo>
                    <a:pt x="479" y="83"/>
                  </a:lnTo>
                  <a:lnTo>
                    <a:pt x="470" y="77"/>
                  </a:lnTo>
                  <a:lnTo>
                    <a:pt x="461" y="71"/>
                  </a:lnTo>
                  <a:lnTo>
                    <a:pt x="452" y="65"/>
                  </a:lnTo>
                  <a:lnTo>
                    <a:pt x="443" y="56"/>
                  </a:lnTo>
                  <a:lnTo>
                    <a:pt x="434" y="47"/>
                  </a:lnTo>
                  <a:lnTo>
                    <a:pt x="425" y="41"/>
                  </a:lnTo>
                  <a:lnTo>
                    <a:pt x="416" y="38"/>
                  </a:lnTo>
                  <a:lnTo>
                    <a:pt x="404" y="35"/>
                  </a:lnTo>
                  <a:lnTo>
                    <a:pt x="395" y="35"/>
                  </a:lnTo>
                  <a:lnTo>
                    <a:pt x="386" y="35"/>
                  </a:lnTo>
                  <a:lnTo>
                    <a:pt x="377" y="35"/>
                  </a:lnTo>
                  <a:lnTo>
                    <a:pt x="368" y="32"/>
                  </a:lnTo>
                  <a:lnTo>
                    <a:pt x="359" y="32"/>
                  </a:lnTo>
                  <a:lnTo>
                    <a:pt x="350" y="32"/>
                  </a:lnTo>
                  <a:lnTo>
                    <a:pt x="341" y="32"/>
                  </a:lnTo>
                  <a:lnTo>
                    <a:pt x="329" y="32"/>
                  </a:lnTo>
                  <a:lnTo>
                    <a:pt x="320" y="32"/>
                  </a:lnTo>
                  <a:lnTo>
                    <a:pt x="311" y="35"/>
                  </a:lnTo>
                  <a:lnTo>
                    <a:pt x="302" y="35"/>
                  </a:lnTo>
                  <a:lnTo>
                    <a:pt x="290" y="35"/>
                  </a:lnTo>
                  <a:lnTo>
                    <a:pt x="278" y="35"/>
                  </a:lnTo>
                  <a:lnTo>
                    <a:pt x="269" y="35"/>
                  </a:lnTo>
                  <a:lnTo>
                    <a:pt x="260" y="35"/>
                  </a:lnTo>
                  <a:lnTo>
                    <a:pt x="251" y="41"/>
                  </a:lnTo>
                  <a:lnTo>
                    <a:pt x="242" y="44"/>
                  </a:lnTo>
                  <a:lnTo>
                    <a:pt x="239" y="53"/>
                  </a:lnTo>
                  <a:lnTo>
                    <a:pt x="239" y="62"/>
                  </a:lnTo>
                  <a:lnTo>
                    <a:pt x="230" y="71"/>
                  </a:lnTo>
                  <a:lnTo>
                    <a:pt x="221" y="74"/>
                  </a:lnTo>
                  <a:lnTo>
                    <a:pt x="212" y="74"/>
                  </a:lnTo>
                  <a:lnTo>
                    <a:pt x="203" y="74"/>
                  </a:lnTo>
                  <a:lnTo>
                    <a:pt x="194" y="74"/>
                  </a:lnTo>
                  <a:lnTo>
                    <a:pt x="185" y="77"/>
                  </a:lnTo>
                  <a:lnTo>
                    <a:pt x="176" y="80"/>
                  </a:lnTo>
                  <a:lnTo>
                    <a:pt x="164" y="80"/>
                  </a:lnTo>
                  <a:lnTo>
                    <a:pt x="155" y="80"/>
                  </a:lnTo>
                  <a:lnTo>
                    <a:pt x="146" y="80"/>
                  </a:lnTo>
                  <a:lnTo>
                    <a:pt x="137" y="77"/>
                  </a:lnTo>
                  <a:lnTo>
                    <a:pt x="131" y="68"/>
                  </a:lnTo>
                  <a:lnTo>
                    <a:pt x="122" y="65"/>
                  </a:lnTo>
                  <a:lnTo>
                    <a:pt x="113" y="59"/>
                  </a:lnTo>
                  <a:lnTo>
                    <a:pt x="104" y="56"/>
                  </a:lnTo>
                  <a:lnTo>
                    <a:pt x="95" y="53"/>
                  </a:lnTo>
                  <a:lnTo>
                    <a:pt x="86" y="53"/>
                  </a:lnTo>
                  <a:lnTo>
                    <a:pt x="77" y="50"/>
                  </a:lnTo>
                  <a:lnTo>
                    <a:pt x="68" y="44"/>
                  </a:lnTo>
                  <a:lnTo>
                    <a:pt x="59" y="41"/>
                  </a:lnTo>
                  <a:lnTo>
                    <a:pt x="50" y="35"/>
                  </a:lnTo>
                  <a:lnTo>
                    <a:pt x="41" y="32"/>
                  </a:lnTo>
                  <a:lnTo>
                    <a:pt x="32" y="29"/>
                  </a:lnTo>
                  <a:lnTo>
                    <a:pt x="23" y="23"/>
                  </a:lnTo>
                  <a:lnTo>
                    <a:pt x="14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6" name="Freeform 20">
              <a:extLst>
                <a:ext uri="{FF2B5EF4-FFF2-40B4-BE49-F238E27FC236}">
                  <a16:creationId xmlns:a16="http://schemas.microsoft.com/office/drawing/2014/main" id="{CA23DF59-2C56-933E-6DA9-BBA819FC8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" y="1306"/>
              <a:ext cx="2220" cy="81"/>
            </a:xfrm>
            <a:custGeom>
              <a:avLst/>
              <a:gdLst>
                <a:gd name="T0" fmla="*/ 0 w 2220"/>
                <a:gd name="T1" fmla="*/ 80 h 81"/>
                <a:gd name="T2" fmla="*/ 48 w 2220"/>
                <a:gd name="T3" fmla="*/ 55 h 81"/>
                <a:gd name="T4" fmla="*/ 92 w 2220"/>
                <a:gd name="T5" fmla="*/ 31 h 81"/>
                <a:gd name="T6" fmla="*/ 128 w 2220"/>
                <a:gd name="T7" fmla="*/ 23 h 81"/>
                <a:gd name="T8" fmla="*/ 164 w 2220"/>
                <a:gd name="T9" fmla="*/ 27 h 81"/>
                <a:gd name="T10" fmla="*/ 200 w 2220"/>
                <a:gd name="T11" fmla="*/ 43 h 81"/>
                <a:gd name="T12" fmla="*/ 236 w 2220"/>
                <a:gd name="T13" fmla="*/ 55 h 81"/>
                <a:gd name="T14" fmla="*/ 276 w 2220"/>
                <a:gd name="T15" fmla="*/ 31 h 81"/>
                <a:gd name="T16" fmla="*/ 312 w 2220"/>
                <a:gd name="T17" fmla="*/ 23 h 81"/>
                <a:gd name="T18" fmla="*/ 348 w 2220"/>
                <a:gd name="T19" fmla="*/ 39 h 81"/>
                <a:gd name="T20" fmla="*/ 383 w 2220"/>
                <a:gd name="T21" fmla="*/ 59 h 81"/>
                <a:gd name="T22" fmla="*/ 419 w 2220"/>
                <a:gd name="T23" fmla="*/ 39 h 81"/>
                <a:gd name="T24" fmla="*/ 459 w 2220"/>
                <a:gd name="T25" fmla="*/ 27 h 81"/>
                <a:gd name="T26" fmla="*/ 495 w 2220"/>
                <a:gd name="T27" fmla="*/ 23 h 81"/>
                <a:gd name="T28" fmla="*/ 535 w 2220"/>
                <a:gd name="T29" fmla="*/ 15 h 81"/>
                <a:gd name="T30" fmla="*/ 579 w 2220"/>
                <a:gd name="T31" fmla="*/ 23 h 81"/>
                <a:gd name="T32" fmla="*/ 611 w 2220"/>
                <a:gd name="T33" fmla="*/ 51 h 81"/>
                <a:gd name="T34" fmla="*/ 651 w 2220"/>
                <a:gd name="T35" fmla="*/ 39 h 81"/>
                <a:gd name="T36" fmla="*/ 695 w 2220"/>
                <a:gd name="T37" fmla="*/ 31 h 81"/>
                <a:gd name="T38" fmla="*/ 735 w 2220"/>
                <a:gd name="T39" fmla="*/ 19 h 81"/>
                <a:gd name="T40" fmla="*/ 770 w 2220"/>
                <a:gd name="T41" fmla="*/ 19 h 81"/>
                <a:gd name="T42" fmla="*/ 806 w 2220"/>
                <a:gd name="T43" fmla="*/ 43 h 81"/>
                <a:gd name="T44" fmla="*/ 842 w 2220"/>
                <a:gd name="T45" fmla="*/ 51 h 81"/>
                <a:gd name="T46" fmla="*/ 878 w 2220"/>
                <a:gd name="T47" fmla="*/ 43 h 81"/>
                <a:gd name="T48" fmla="*/ 918 w 2220"/>
                <a:gd name="T49" fmla="*/ 35 h 81"/>
                <a:gd name="T50" fmla="*/ 954 w 2220"/>
                <a:gd name="T51" fmla="*/ 35 h 81"/>
                <a:gd name="T52" fmla="*/ 994 w 2220"/>
                <a:gd name="T53" fmla="*/ 31 h 81"/>
                <a:gd name="T54" fmla="*/ 1030 w 2220"/>
                <a:gd name="T55" fmla="*/ 15 h 81"/>
                <a:gd name="T56" fmla="*/ 1074 w 2220"/>
                <a:gd name="T57" fmla="*/ 15 h 81"/>
                <a:gd name="T58" fmla="*/ 1109 w 2220"/>
                <a:gd name="T59" fmla="*/ 39 h 81"/>
                <a:gd name="T60" fmla="*/ 1145 w 2220"/>
                <a:gd name="T61" fmla="*/ 47 h 81"/>
                <a:gd name="T62" fmla="*/ 1185 w 2220"/>
                <a:gd name="T63" fmla="*/ 31 h 81"/>
                <a:gd name="T64" fmla="*/ 1229 w 2220"/>
                <a:gd name="T65" fmla="*/ 11 h 81"/>
                <a:gd name="T66" fmla="*/ 1269 w 2220"/>
                <a:gd name="T67" fmla="*/ 7 h 81"/>
                <a:gd name="T68" fmla="*/ 1301 w 2220"/>
                <a:gd name="T69" fmla="*/ 15 h 81"/>
                <a:gd name="T70" fmla="*/ 1337 w 2220"/>
                <a:gd name="T71" fmla="*/ 43 h 81"/>
                <a:gd name="T72" fmla="*/ 1373 w 2220"/>
                <a:gd name="T73" fmla="*/ 55 h 81"/>
                <a:gd name="T74" fmla="*/ 1409 w 2220"/>
                <a:gd name="T75" fmla="*/ 31 h 81"/>
                <a:gd name="T76" fmla="*/ 1449 w 2220"/>
                <a:gd name="T77" fmla="*/ 19 h 81"/>
                <a:gd name="T78" fmla="*/ 1484 w 2220"/>
                <a:gd name="T79" fmla="*/ 15 h 81"/>
                <a:gd name="T80" fmla="*/ 1524 w 2220"/>
                <a:gd name="T81" fmla="*/ 11 h 81"/>
                <a:gd name="T82" fmla="*/ 1572 w 2220"/>
                <a:gd name="T83" fmla="*/ 39 h 81"/>
                <a:gd name="T84" fmla="*/ 1608 w 2220"/>
                <a:gd name="T85" fmla="*/ 59 h 81"/>
                <a:gd name="T86" fmla="*/ 1648 w 2220"/>
                <a:gd name="T87" fmla="*/ 47 h 81"/>
                <a:gd name="T88" fmla="*/ 1684 w 2220"/>
                <a:gd name="T89" fmla="*/ 27 h 81"/>
                <a:gd name="T90" fmla="*/ 1724 w 2220"/>
                <a:gd name="T91" fmla="*/ 15 h 81"/>
                <a:gd name="T92" fmla="*/ 1760 w 2220"/>
                <a:gd name="T93" fmla="*/ 7 h 81"/>
                <a:gd name="T94" fmla="*/ 1804 w 2220"/>
                <a:gd name="T95" fmla="*/ 27 h 81"/>
                <a:gd name="T96" fmla="*/ 1840 w 2220"/>
                <a:gd name="T97" fmla="*/ 39 h 81"/>
                <a:gd name="T98" fmla="*/ 1875 w 2220"/>
                <a:gd name="T99" fmla="*/ 27 h 81"/>
                <a:gd name="T100" fmla="*/ 1911 w 2220"/>
                <a:gd name="T101" fmla="*/ 7 h 81"/>
                <a:gd name="T102" fmla="*/ 1951 w 2220"/>
                <a:gd name="T103" fmla="*/ 0 h 81"/>
                <a:gd name="T104" fmla="*/ 1995 w 2220"/>
                <a:gd name="T105" fmla="*/ 7 h 81"/>
                <a:gd name="T106" fmla="*/ 2031 w 2220"/>
                <a:gd name="T107" fmla="*/ 23 h 81"/>
                <a:gd name="T108" fmla="*/ 2071 w 2220"/>
                <a:gd name="T109" fmla="*/ 35 h 81"/>
                <a:gd name="T110" fmla="*/ 2103 w 2220"/>
                <a:gd name="T111" fmla="*/ 15 h 81"/>
                <a:gd name="T112" fmla="*/ 2143 w 2220"/>
                <a:gd name="T113" fmla="*/ 35 h 81"/>
                <a:gd name="T114" fmla="*/ 2175 w 2220"/>
                <a:gd name="T115" fmla="*/ 55 h 81"/>
                <a:gd name="T116" fmla="*/ 2211 w 2220"/>
                <a:gd name="T117" fmla="*/ 6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20" h="81">
                  <a:moveTo>
                    <a:pt x="0" y="77"/>
                  </a:moveTo>
                  <a:lnTo>
                    <a:pt x="0" y="71"/>
                  </a:lnTo>
                  <a:lnTo>
                    <a:pt x="0" y="80"/>
                  </a:lnTo>
                  <a:lnTo>
                    <a:pt x="24" y="47"/>
                  </a:lnTo>
                  <a:lnTo>
                    <a:pt x="36" y="47"/>
                  </a:lnTo>
                  <a:lnTo>
                    <a:pt x="48" y="55"/>
                  </a:lnTo>
                  <a:lnTo>
                    <a:pt x="64" y="47"/>
                  </a:lnTo>
                  <a:lnTo>
                    <a:pt x="80" y="35"/>
                  </a:lnTo>
                  <a:lnTo>
                    <a:pt x="92" y="31"/>
                  </a:lnTo>
                  <a:lnTo>
                    <a:pt x="104" y="31"/>
                  </a:lnTo>
                  <a:lnTo>
                    <a:pt x="116" y="27"/>
                  </a:lnTo>
                  <a:lnTo>
                    <a:pt x="128" y="23"/>
                  </a:lnTo>
                  <a:lnTo>
                    <a:pt x="140" y="23"/>
                  </a:lnTo>
                  <a:lnTo>
                    <a:pt x="152" y="27"/>
                  </a:lnTo>
                  <a:lnTo>
                    <a:pt x="164" y="27"/>
                  </a:lnTo>
                  <a:lnTo>
                    <a:pt x="176" y="31"/>
                  </a:lnTo>
                  <a:lnTo>
                    <a:pt x="188" y="39"/>
                  </a:lnTo>
                  <a:lnTo>
                    <a:pt x="200" y="43"/>
                  </a:lnTo>
                  <a:lnTo>
                    <a:pt x="212" y="47"/>
                  </a:lnTo>
                  <a:lnTo>
                    <a:pt x="224" y="51"/>
                  </a:lnTo>
                  <a:lnTo>
                    <a:pt x="236" y="55"/>
                  </a:lnTo>
                  <a:lnTo>
                    <a:pt x="252" y="51"/>
                  </a:lnTo>
                  <a:lnTo>
                    <a:pt x="268" y="43"/>
                  </a:lnTo>
                  <a:lnTo>
                    <a:pt x="276" y="31"/>
                  </a:lnTo>
                  <a:lnTo>
                    <a:pt x="288" y="31"/>
                  </a:lnTo>
                  <a:lnTo>
                    <a:pt x="300" y="27"/>
                  </a:lnTo>
                  <a:lnTo>
                    <a:pt x="312" y="23"/>
                  </a:lnTo>
                  <a:lnTo>
                    <a:pt x="324" y="19"/>
                  </a:lnTo>
                  <a:lnTo>
                    <a:pt x="336" y="31"/>
                  </a:lnTo>
                  <a:lnTo>
                    <a:pt x="348" y="39"/>
                  </a:lnTo>
                  <a:lnTo>
                    <a:pt x="360" y="51"/>
                  </a:lnTo>
                  <a:lnTo>
                    <a:pt x="371" y="59"/>
                  </a:lnTo>
                  <a:lnTo>
                    <a:pt x="383" y="59"/>
                  </a:lnTo>
                  <a:lnTo>
                    <a:pt x="395" y="51"/>
                  </a:lnTo>
                  <a:lnTo>
                    <a:pt x="407" y="47"/>
                  </a:lnTo>
                  <a:lnTo>
                    <a:pt x="419" y="39"/>
                  </a:lnTo>
                  <a:lnTo>
                    <a:pt x="431" y="35"/>
                  </a:lnTo>
                  <a:lnTo>
                    <a:pt x="443" y="31"/>
                  </a:lnTo>
                  <a:lnTo>
                    <a:pt x="459" y="27"/>
                  </a:lnTo>
                  <a:lnTo>
                    <a:pt x="471" y="27"/>
                  </a:lnTo>
                  <a:lnTo>
                    <a:pt x="483" y="23"/>
                  </a:lnTo>
                  <a:lnTo>
                    <a:pt x="495" y="23"/>
                  </a:lnTo>
                  <a:lnTo>
                    <a:pt x="507" y="23"/>
                  </a:lnTo>
                  <a:lnTo>
                    <a:pt x="519" y="19"/>
                  </a:lnTo>
                  <a:lnTo>
                    <a:pt x="535" y="15"/>
                  </a:lnTo>
                  <a:lnTo>
                    <a:pt x="551" y="15"/>
                  </a:lnTo>
                  <a:lnTo>
                    <a:pt x="567" y="11"/>
                  </a:lnTo>
                  <a:lnTo>
                    <a:pt x="579" y="23"/>
                  </a:lnTo>
                  <a:lnTo>
                    <a:pt x="587" y="35"/>
                  </a:lnTo>
                  <a:lnTo>
                    <a:pt x="595" y="47"/>
                  </a:lnTo>
                  <a:lnTo>
                    <a:pt x="611" y="51"/>
                  </a:lnTo>
                  <a:lnTo>
                    <a:pt x="623" y="47"/>
                  </a:lnTo>
                  <a:lnTo>
                    <a:pt x="639" y="43"/>
                  </a:lnTo>
                  <a:lnTo>
                    <a:pt x="651" y="39"/>
                  </a:lnTo>
                  <a:lnTo>
                    <a:pt x="667" y="35"/>
                  </a:lnTo>
                  <a:lnTo>
                    <a:pt x="683" y="35"/>
                  </a:lnTo>
                  <a:lnTo>
                    <a:pt x="695" y="31"/>
                  </a:lnTo>
                  <a:lnTo>
                    <a:pt x="707" y="27"/>
                  </a:lnTo>
                  <a:lnTo>
                    <a:pt x="723" y="23"/>
                  </a:lnTo>
                  <a:lnTo>
                    <a:pt x="735" y="19"/>
                  </a:lnTo>
                  <a:lnTo>
                    <a:pt x="746" y="15"/>
                  </a:lnTo>
                  <a:lnTo>
                    <a:pt x="758" y="11"/>
                  </a:lnTo>
                  <a:lnTo>
                    <a:pt x="770" y="19"/>
                  </a:lnTo>
                  <a:lnTo>
                    <a:pt x="782" y="27"/>
                  </a:lnTo>
                  <a:lnTo>
                    <a:pt x="794" y="35"/>
                  </a:lnTo>
                  <a:lnTo>
                    <a:pt x="806" y="43"/>
                  </a:lnTo>
                  <a:lnTo>
                    <a:pt x="818" y="51"/>
                  </a:lnTo>
                  <a:lnTo>
                    <a:pt x="830" y="51"/>
                  </a:lnTo>
                  <a:lnTo>
                    <a:pt x="842" y="51"/>
                  </a:lnTo>
                  <a:lnTo>
                    <a:pt x="854" y="47"/>
                  </a:lnTo>
                  <a:lnTo>
                    <a:pt x="866" y="43"/>
                  </a:lnTo>
                  <a:lnTo>
                    <a:pt x="878" y="43"/>
                  </a:lnTo>
                  <a:lnTo>
                    <a:pt x="890" y="39"/>
                  </a:lnTo>
                  <a:lnTo>
                    <a:pt x="906" y="39"/>
                  </a:lnTo>
                  <a:lnTo>
                    <a:pt x="918" y="35"/>
                  </a:lnTo>
                  <a:lnTo>
                    <a:pt x="930" y="35"/>
                  </a:lnTo>
                  <a:lnTo>
                    <a:pt x="942" y="35"/>
                  </a:lnTo>
                  <a:lnTo>
                    <a:pt x="954" y="35"/>
                  </a:lnTo>
                  <a:lnTo>
                    <a:pt x="966" y="35"/>
                  </a:lnTo>
                  <a:lnTo>
                    <a:pt x="978" y="35"/>
                  </a:lnTo>
                  <a:lnTo>
                    <a:pt x="994" y="31"/>
                  </a:lnTo>
                  <a:lnTo>
                    <a:pt x="1006" y="27"/>
                  </a:lnTo>
                  <a:lnTo>
                    <a:pt x="1018" y="19"/>
                  </a:lnTo>
                  <a:lnTo>
                    <a:pt x="1030" y="15"/>
                  </a:lnTo>
                  <a:lnTo>
                    <a:pt x="1042" y="11"/>
                  </a:lnTo>
                  <a:lnTo>
                    <a:pt x="1058" y="7"/>
                  </a:lnTo>
                  <a:lnTo>
                    <a:pt x="1074" y="15"/>
                  </a:lnTo>
                  <a:lnTo>
                    <a:pt x="1086" y="27"/>
                  </a:lnTo>
                  <a:lnTo>
                    <a:pt x="1098" y="35"/>
                  </a:lnTo>
                  <a:lnTo>
                    <a:pt x="1109" y="39"/>
                  </a:lnTo>
                  <a:lnTo>
                    <a:pt x="1121" y="47"/>
                  </a:lnTo>
                  <a:lnTo>
                    <a:pt x="1133" y="47"/>
                  </a:lnTo>
                  <a:lnTo>
                    <a:pt x="1145" y="47"/>
                  </a:lnTo>
                  <a:lnTo>
                    <a:pt x="1161" y="43"/>
                  </a:lnTo>
                  <a:lnTo>
                    <a:pt x="1173" y="39"/>
                  </a:lnTo>
                  <a:lnTo>
                    <a:pt x="1185" y="31"/>
                  </a:lnTo>
                  <a:lnTo>
                    <a:pt x="1201" y="23"/>
                  </a:lnTo>
                  <a:lnTo>
                    <a:pt x="1213" y="19"/>
                  </a:lnTo>
                  <a:lnTo>
                    <a:pt x="1229" y="11"/>
                  </a:lnTo>
                  <a:lnTo>
                    <a:pt x="1241" y="11"/>
                  </a:lnTo>
                  <a:lnTo>
                    <a:pt x="1253" y="11"/>
                  </a:lnTo>
                  <a:lnTo>
                    <a:pt x="1269" y="7"/>
                  </a:lnTo>
                  <a:lnTo>
                    <a:pt x="1281" y="3"/>
                  </a:lnTo>
                  <a:lnTo>
                    <a:pt x="1293" y="3"/>
                  </a:lnTo>
                  <a:lnTo>
                    <a:pt x="1301" y="15"/>
                  </a:lnTo>
                  <a:lnTo>
                    <a:pt x="1313" y="23"/>
                  </a:lnTo>
                  <a:lnTo>
                    <a:pt x="1325" y="31"/>
                  </a:lnTo>
                  <a:lnTo>
                    <a:pt x="1337" y="43"/>
                  </a:lnTo>
                  <a:lnTo>
                    <a:pt x="1349" y="51"/>
                  </a:lnTo>
                  <a:lnTo>
                    <a:pt x="1361" y="55"/>
                  </a:lnTo>
                  <a:lnTo>
                    <a:pt x="1373" y="55"/>
                  </a:lnTo>
                  <a:lnTo>
                    <a:pt x="1385" y="47"/>
                  </a:lnTo>
                  <a:lnTo>
                    <a:pt x="1397" y="39"/>
                  </a:lnTo>
                  <a:lnTo>
                    <a:pt x="1409" y="31"/>
                  </a:lnTo>
                  <a:lnTo>
                    <a:pt x="1421" y="27"/>
                  </a:lnTo>
                  <a:lnTo>
                    <a:pt x="1433" y="23"/>
                  </a:lnTo>
                  <a:lnTo>
                    <a:pt x="1449" y="19"/>
                  </a:lnTo>
                  <a:lnTo>
                    <a:pt x="1461" y="19"/>
                  </a:lnTo>
                  <a:lnTo>
                    <a:pt x="1473" y="19"/>
                  </a:lnTo>
                  <a:lnTo>
                    <a:pt x="1484" y="15"/>
                  </a:lnTo>
                  <a:lnTo>
                    <a:pt x="1496" y="15"/>
                  </a:lnTo>
                  <a:lnTo>
                    <a:pt x="1508" y="7"/>
                  </a:lnTo>
                  <a:lnTo>
                    <a:pt x="1524" y="11"/>
                  </a:lnTo>
                  <a:lnTo>
                    <a:pt x="1544" y="23"/>
                  </a:lnTo>
                  <a:lnTo>
                    <a:pt x="1556" y="27"/>
                  </a:lnTo>
                  <a:lnTo>
                    <a:pt x="1572" y="39"/>
                  </a:lnTo>
                  <a:lnTo>
                    <a:pt x="1584" y="43"/>
                  </a:lnTo>
                  <a:lnTo>
                    <a:pt x="1596" y="51"/>
                  </a:lnTo>
                  <a:lnTo>
                    <a:pt x="1608" y="59"/>
                  </a:lnTo>
                  <a:lnTo>
                    <a:pt x="1620" y="59"/>
                  </a:lnTo>
                  <a:lnTo>
                    <a:pt x="1632" y="55"/>
                  </a:lnTo>
                  <a:lnTo>
                    <a:pt x="1648" y="47"/>
                  </a:lnTo>
                  <a:lnTo>
                    <a:pt x="1660" y="35"/>
                  </a:lnTo>
                  <a:lnTo>
                    <a:pt x="1672" y="31"/>
                  </a:lnTo>
                  <a:lnTo>
                    <a:pt x="1684" y="27"/>
                  </a:lnTo>
                  <a:lnTo>
                    <a:pt x="1696" y="23"/>
                  </a:lnTo>
                  <a:lnTo>
                    <a:pt x="1712" y="19"/>
                  </a:lnTo>
                  <a:lnTo>
                    <a:pt x="1724" y="15"/>
                  </a:lnTo>
                  <a:lnTo>
                    <a:pt x="1736" y="11"/>
                  </a:lnTo>
                  <a:lnTo>
                    <a:pt x="1748" y="7"/>
                  </a:lnTo>
                  <a:lnTo>
                    <a:pt x="1760" y="7"/>
                  </a:lnTo>
                  <a:lnTo>
                    <a:pt x="1772" y="11"/>
                  </a:lnTo>
                  <a:lnTo>
                    <a:pt x="1792" y="19"/>
                  </a:lnTo>
                  <a:lnTo>
                    <a:pt x="1804" y="27"/>
                  </a:lnTo>
                  <a:lnTo>
                    <a:pt x="1816" y="31"/>
                  </a:lnTo>
                  <a:lnTo>
                    <a:pt x="1828" y="35"/>
                  </a:lnTo>
                  <a:lnTo>
                    <a:pt x="1840" y="39"/>
                  </a:lnTo>
                  <a:lnTo>
                    <a:pt x="1851" y="39"/>
                  </a:lnTo>
                  <a:lnTo>
                    <a:pt x="1863" y="31"/>
                  </a:lnTo>
                  <a:lnTo>
                    <a:pt x="1875" y="27"/>
                  </a:lnTo>
                  <a:lnTo>
                    <a:pt x="1887" y="19"/>
                  </a:lnTo>
                  <a:lnTo>
                    <a:pt x="1899" y="11"/>
                  </a:lnTo>
                  <a:lnTo>
                    <a:pt x="1911" y="7"/>
                  </a:lnTo>
                  <a:lnTo>
                    <a:pt x="1927" y="3"/>
                  </a:lnTo>
                  <a:lnTo>
                    <a:pt x="1939" y="0"/>
                  </a:lnTo>
                  <a:lnTo>
                    <a:pt x="1951" y="0"/>
                  </a:lnTo>
                  <a:lnTo>
                    <a:pt x="1967" y="0"/>
                  </a:lnTo>
                  <a:lnTo>
                    <a:pt x="1979" y="3"/>
                  </a:lnTo>
                  <a:lnTo>
                    <a:pt x="1995" y="7"/>
                  </a:lnTo>
                  <a:lnTo>
                    <a:pt x="2007" y="11"/>
                  </a:lnTo>
                  <a:lnTo>
                    <a:pt x="2019" y="19"/>
                  </a:lnTo>
                  <a:lnTo>
                    <a:pt x="2031" y="23"/>
                  </a:lnTo>
                  <a:lnTo>
                    <a:pt x="2047" y="27"/>
                  </a:lnTo>
                  <a:lnTo>
                    <a:pt x="2059" y="35"/>
                  </a:lnTo>
                  <a:lnTo>
                    <a:pt x="2071" y="35"/>
                  </a:lnTo>
                  <a:lnTo>
                    <a:pt x="2079" y="23"/>
                  </a:lnTo>
                  <a:lnTo>
                    <a:pt x="2091" y="15"/>
                  </a:lnTo>
                  <a:lnTo>
                    <a:pt x="2103" y="15"/>
                  </a:lnTo>
                  <a:lnTo>
                    <a:pt x="2115" y="19"/>
                  </a:lnTo>
                  <a:lnTo>
                    <a:pt x="2131" y="27"/>
                  </a:lnTo>
                  <a:lnTo>
                    <a:pt x="2143" y="35"/>
                  </a:lnTo>
                  <a:lnTo>
                    <a:pt x="2155" y="39"/>
                  </a:lnTo>
                  <a:lnTo>
                    <a:pt x="2163" y="51"/>
                  </a:lnTo>
                  <a:lnTo>
                    <a:pt x="2175" y="55"/>
                  </a:lnTo>
                  <a:lnTo>
                    <a:pt x="2187" y="59"/>
                  </a:lnTo>
                  <a:lnTo>
                    <a:pt x="2199" y="67"/>
                  </a:lnTo>
                  <a:lnTo>
                    <a:pt x="2211" y="67"/>
                  </a:lnTo>
                  <a:lnTo>
                    <a:pt x="2219" y="75"/>
                  </a:lnTo>
                  <a:lnTo>
                    <a:pt x="2214" y="73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239" name="Group 23">
              <a:extLst>
                <a:ext uri="{FF2B5EF4-FFF2-40B4-BE49-F238E27FC236}">
                  <a16:creationId xmlns:a16="http://schemas.microsoft.com/office/drawing/2014/main" id="{C7C3CD8D-728F-D3A3-73A3-35008B7D95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" y="594"/>
              <a:ext cx="2448" cy="151"/>
              <a:chOff x="20" y="594"/>
              <a:chExt cx="2448" cy="151"/>
            </a:xfrm>
          </p:grpSpPr>
          <p:sp>
            <p:nvSpPr>
              <p:cNvPr id="9237" name="Freeform 21">
                <a:extLst>
                  <a:ext uri="{FF2B5EF4-FFF2-40B4-BE49-F238E27FC236}">
                    <a16:creationId xmlns:a16="http://schemas.microsoft.com/office/drawing/2014/main" id="{EA46C804-B70B-51C3-0FFD-E1B347F76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" y="594"/>
                <a:ext cx="2420" cy="151"/>
              </a:xfrm>
              <a:custGeom>
                <a:avLst/>
                <a:gdLst>
                  <a:gd name="T0" fmla="*/ 75 w 2420"/>
                  <a:gd name="T1" fmla="*/ 48 h 151"/>
                  <a:gd name="T2" fmla="*/ 163 w 2420"/>
                  <a:gd name="T3" fmla="*/ 39 h 151"/>
                  <a:gd name="T4" fmla="*/ 241 w 2420"/>
                  <a:gd name="T5" fmla="*/ 33 h 151"/>
                  <a:gd name="T6" fmla="*/ 319 w 2420"/>
                  <a:gd name="T7" fmla="*/ 48 h 151"/>
                  <a:gd name="T8" fmla="*/ 404 w 2420"/>
                  <a:gd name="T9" fmla="*/ 42 h 151"/>
                  <a:gd name="T10" fmla="*/ 489 w 2420"/>
                  <a:gd name="T11" fmla="*/ 18 h 151"/>
                  <a:gd name="T12" fmla="*/ 571 w 2420"/>
                  <a:gd name="T13" fmla="*/ 45 h 151"/>
                  <a:gd name="T14" fmla="*/ 652 w 2420"/>
                  <a:gd name="T15" fmla="*/ 27 h 151"/>
                  <a:gd name="T16" fmla="*/ 741 w 2420"/>
                  <a:gd name="T17" fmla="*/ 33 h 151"/>
                  <a:gd name="T18" fmla="*/ 822 w 2420"/>
                  <a:gd name="T19" fmla="*/ 21 h 151"/>
                  <a:gd name="T20" fmla="*/ 907 w 2420"/>
                  <a:gd name="T21" fmla="*/ 42 h 151"/>
                  <a:gd name="T22" fmla="*/ 985 w 2420"/>
                  <a:gd name="T23" fmla="*/ 60 h 151"/>
                  <a:gd name="T24" fmla="*/ 1064 w 2420"/>
                  <a:gd name="T25" fmla="*/ 30 h 151"/>
                  <a:gd name="T26" fmla="*/ 1136 w 2420"/>
                  <a:gd name="T27" fmla="*/ 57 h 151"/>
                  <a:gd name="T28" fmla="*/ 1217 w 2420"/>
                  <a:gd name="T29" fmla="*/ 24 h 151"/>
                  <a:gd name="T30" fmla="*/ 1305 w 2420"/>
                  <a:gd name="T31" fmla="*/ 51 h 151"/>
                  <a:gd name="T32" fmla="*/ 1390 w 2420"/>
                  <a:gd name="T33" fmla="*/ 42 h 151"/>
                  <a:gd name="T34" fmla="*/ 1482 w 2420"/>
                  <a:gd name="T35" fmla="*/ 27 h 151"/>
                  <a:gd name="T36" fmla="*/ 1566 w 2420"/>
                  <a:gd name="T37" fmla="*/ 42 h 151"/>
                  <a:gd name="T38" fmla="*/ 1651 w 2420"/>
                  <a:gd name="T39" fmla="*/ 33 h 151"/>
                  <a:gd name="T40" fmla="*/ 1723 w 2420"/>
                  <a:gd name="T41" fmla="*/ 54 h 151"/>
                  <a:gd name="T42" fmla="*/ 1808 w 2420"/>
                  <a:gd name="T43" fmla="*/ 81 h 151"/>
                  <a:gd name="T44" fmla="*/ 1880 w 2420"/>
                  <a:gd name="T45" fmla="*/ 39 h 151"/>
                  <a:gd name="T46" fmla="*/ 1952 w 2420"/>
                  <a:gd name="T47" fmla="*/ 45 h 151"/>
                  <a:gd name="T48" fmla="*/ 2030 w 2420"/>
                  <a:gd name="T49" fmla="*/ 54 h 151"/>
                  <a:gd name="T50" fmla="*/ 2125 w 2420"/>
                  <a:gd name="T51" fmla="*/ 57 h 151"/>
                  <a:gd name="T52" fmla="*/ 2206 w 2420"/>
                  <a:gd name="T53" fmla="*/ 15 h 151"/>
                  <a:gd name="T54" fmla="*/ 2288 w 2420"/>
                  <a:gd name="T55" fmla="*/ 45 h 151"/>
                  <a:gd name="T56" fmla="*/ 2370 w 2420"/>
                  <a:gd name="T57" fmla="*/ 39 h 151"/>
                  <a:gd name="T58" fmla="*/ 2399 w 2420"/>
                  <a:gd name="T59" fmla="*/ 105 h 151"/>
                  <a:gd name="T60" fmla="*/ 2327 w 2420"/>
                  <a:gd name="T61" fmla="*/ 93 h 151"/>
                  <a:gd name="T62" fmla="*/ 2255 w 2420"/>
                  <a:gd name="T63" fmla="*/ 93 h 151"/>
                  <a:gd name="T64" fmla="*/ 2174 w 2420"/>
                  <a:gd name="T65" fmla="*/ 84 h 151"/>
                  <a:gd name="T66" fmla="*/ 2095 w 2420"/>
                  <a:gd name="T67" fmla="*/ 99 h 151"/>
                  <a:gd name="T68" fmla="*/ 2010 w 2420"/>
                  <a:gd name="T69" fmla="*/ 87 h 151"/>
                  <a:gd name="T70" fmla="*/ 1932 w 2420"/>
                  <a:gd name="T71" fmla="*/ 105 h 151"/>
                  <a:gd name="T72" fmla="*/ 1850 w 2420"/>
                  <a:gd name="T73" fmla="*/ 108 h 151"/>
                  <a:gd name="T74" fmla="*/ 1766 w 2420"/>
                  <a:gd name="T75" fmla="*/ 96 h 151"/>
                  <a:gd name="T76" fmla="*/ 1677 w 2420"/>
                  <a:gd name="T77" fmla="*/ 123 h 151"/>
                  <a:gd name="T78" fmla="*/ 1602 w 2420"/>
                  <a:gd name="T79" fmla="*/ 102 h 151"/>
                  <a:gd name="T80" fmla="*/ 1524 w 2420"/>
                  <a:gd name="T81" fmla="*/ 90 h 151"/>
                  <a:gd name="T82" fmla="*/ 1452 w 2420"/>
                  <a:gd name="T83" fmla="*/ 111 h 151"/>
                  <a:gd name="T84" fmla="*/ 1371 w 2420"/>
                  <a:gd name="T85" fmla="*/ 96 h 151"/>
                  <a:gd name="T86" fmla="*/ 1286 w 2420"/>
                  <a:gd name="T87" fmla="*/ 84 h 151"/>
                  <a:gd name="T88" fmla="*/ 1211 w 2420"/>
                  <a:gd name="T89" fmla="*/ 123 h 151"/>
                  <a:gd name="T90" fmla="*/ 1122 w 2420"/>
                  <a:gd name="T91" fmla="*/ 93 h 151"/>
                  <a:gd name="T92" fmla="*/ 1044 w 2420"/>
                  <a:gd name="T93" fmla="*/ 78 h 151"/>
                  <a:gd name="T94" fmla="*/ 953 w 2420"/>
                  <a:gd name="T95" fmla="*/ 93 h 151"/>
                  <a:gd name="T96" fmla="*/ 878 w 2420"/>
                  <a:gd name="T97" fmla="*/ 96 h 151"/>
                  <a:gd name="T98" fmla="*/ 786 w 2420"/>
                  <a:gd name="T99" fmla="*/ 81 h 151"/>
                  <a:gd name="T100" fmla="*/ 695 w 2420"/>
                  <a:gd name="T101" fmla="*/ 96 h 151"/>
                  <a:gd name="T102" fmla="*/ 623 w 2420"/>
                  <a:gd name="T103" fmla="*/ 72 h 151"/>
                  <a:gd name="T104" fmla="*/ 538 w 2420"/>
                  <a:gd name="T105" fmla="*/ 84 h 151"/>
                  <a:gd name="T106" fmla="*/ 457 w 2420"/>
                  <a:gd name="T107" fmla="*/ 72 h 151"/>
                  <a:gd name="T108" fmla="*/ 378 w 2420"/>
                  <a:gd name="T109" fmla="*/ 93 h 151"/>
                  <a:gd name="T110" fmla="*/ 287 w 2420"/>
                  <a:gd name="T111" fmla="*/ 84 h 151"/>
                  <a:gd name="T112" fmla="*/ 202 w 2420"/>
                  <a:gd name="T113" fmla="*/ 102 h 151"/>
                  <a:gd name="T114" fmla="*/ 124 w 2420"/>
                  <a:gd name="T115" fmla="*/ 108 h 151"/>
                  <a:gd name="T116" fmla="*/ 39 w 2420"/>
                  <a:gd name="T117" fmla="*/ 12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20" h="151">
                    <a:moveTo>
                      <a:pt x="3" y="0"/>
                    </a:moveTo>
                    <a:lnTo>
                      <a:pt x="16" y="9"/>
                    </a:lnTo>
                    <a:lnTo>
                      <a:pt x="22" y="18"/>
                    </a:lnTo>
                    <a:lnTo>
                      <a:pt x="32" y="21"/>
                    </a:lnTo>
                    <a:lnTo>
                      <a:pt x="42" y="30"/>
                    </a:lnTo>
                    <a:lnTo>
                      <a:pt x="52" y="36"/>
                    </a:lnTo>
                    <a:lnTo>
                      <a:pt x="62" y="45"/>
                    </a:lnTo>
                    <a:lnTo>
                      <a:pt x="75" y="48"/>
                    </a:lnTo>
                    <a:lnTo>
                      <a:pt x="91" y="54"/>
                    </a:lnTo>
                    <a:lnTo>
                      <a:pt x="104" y="57"/>
                    </a:lnTo>
                    <a:lnTo>
                      <a:pt x="114" y="63"/>
                    </a:lnTo>
                    <a:lnTo>
                      <a:pt x="124" y="66"/>
                    </a:lnTo>
                    <a:lnTo>
                      <a:pt x="133" y="60"/>
                    </a:lnTo>
                    <a:lnTo>
                      <a:pt x="143" y="54"/>
                    </a:lnTo>
                    <a:lnTo>
                      <a:pt x="153" y="48"/>
                    </a:lnTo>
                    <a:lnTo>
                      <a:pt x="163" y="39"/>
                    </a:lnTo>
                    <a:lnTo>
                      <a:pt x="169" y="30"/>
                    </a:lnTo>
                    <a:lnTo>
                      <a:pt x="179" y="30"/>
                    </a:lnTo>
                    <a:lnTo>
                      <a:pt x="186" y="42"/>
                    </a:lnTo>
                    <a:lnTo>
                      <a:pt x="189" y="51"/>
                    </a:lnTo>
                    <a:lnTo>
                      <a:pt x="202" y="45"/>
                    </a:lnTo>
                    <a:lnTo>
                      <a:pt x="215" y="39"/>
                    </a:lnTo>
                    <a:lnTo>
                      <a:pt x="231" y="36"/>
                    </a:lnTo>
                    <a:lnTo>
                      <a:pt x="241" y="33"/>
                    </a:lnTo>
                    <a:lnTo>
                      <a:pt x="251" y="33"/>
                    </a:lnTo>
                    <a:lnTo>
                      <a:pt x="261" y="27"/>
                    </a:lnTo>
                    <a:lnTo>
                      <a:pt x="270" y="27"/>
                    </a:lnTo>
                    <a:lnTo>
                      <a:pt x="280" y="36"/>
                    </a:lnTo>
                    <a:lnTo>
                      <a:pt x="290" y="45"/>
                    </a:lnTo>
                    <a:lnTo>
                      <a:pt x="300" y="48"/>
                    </a:lnTo>
                    <a:lnTo>
                      <a:pt x="310" y="48"/>
                    </a:lnTo>
                    <a:lnTo>
                      <a:pt x="319" y="48"/>
                    </a:lnTo>
                    <a:lnTo>
                      <a:pt x="332" y="51"/>
                    </a:lnTo>
                    <a:lnTo>
                      <a:pt x="342" y="51"/>
                    </a:lnTo>
                    <a:lnTo>
                      <a:pt x="352" y="51"/>
                    </a:lnTo>
                    <a:lnTo>
                      <a:pt x="362" y="51"/>
                    </a:lnTo>
                    <a:lnTo>
                      <a:pt x="372" y="48"/>
                    </a:lnTo>
                    <a:lnTo>
                      <a:pt x="385" y="45"/>
                    </a:lnTo>
                    <a:lnTo>
                      <a:pt x="395" y="45"/>
                    </a:lnTo>
                    <a:lnTo>
                      <a:pt x="404" y="42"/>
                    </a:lnTo>
                    <a:lnTo>
                      <a:pt x="414" y="39"/>
                    </a:lnTo>
                    <a:lnTo>
                      <a:pt x="424" y="36"/>
                    </a:lnTo>
                    <a:lnTo>
                      <a:pt x="434" y="36"/>
                    </a:lnTo>
                    <a:lnTo>
                      <a:pt x="443" y="33"/>
                    </a:lnTo>
                    <a:lnTo>
                      <a:pt x="453" y="27"/>
                    </a:lnTo>
                    <a:lnTo>
                      <a:pt x="463" y="24"/>
                    </a:lnTo>
                    <a:lnTo>
                      <a:pt x="476" y="24"/>
                    </a:lnTo>
                    <a:lnTo>
                      <a:pt x="489" y="18"/>
                    </a:lnTo>
                    <a:lnTo>
                      <a:pt x="499" y="18"/>
                    </a:lnTo>
                    <a:lnTo>
                      <a:pt x="509" y="15"/>
                    </a:lnTo>
                    <a:lnTo>
                      <a:pt x="522" y="18"/>
                    </a:lnTo>
                    <a:lnTo>
                      <a:pt x="532" y="24"/>
                    </a:lnTo>
                    <a:lnTo>
                      <a:pt x="541" y="27"/>
                    </a:lnTo>
                    <a:lnTo>
                      <a:pt x="551" y="33"/>
                    </a:lnTo>
                    <a:lnTo>
                      <a:pt x="561" y="39"/>
                    </a:lnTo>
                    <a:lnTo>
                      <a:pt x="571" y="45"/>
                    </a:lnTo>
                    <a:lnTo>
                      <a:pt x="581" y="45"/>
                    </a:lnTo>
                    <a:lnTo>
                      <a:pt x="590" y="45"/>
                    </a:lnTo>
                    <a:lnTo>
                      <a:pt x="600" y="42"/>
                    </a:lnTo>
                    <a:lnTo>
                      <a:pt x="610" y="39"/>
                    </a:lnTo>
                    <a:lnTo>
                      <a:pt x="620" y="36"/>
                    </a:lnTo>
                    <a:lnTo>
                      <a:pt x="633" y="33"/>
                    </a:lnTo>
                    <a:lnTo>
                      <a:pt x="643" y="30"/>
                    </a:lnTo>
                    <a:lnTo>
                      <a:pt x="652" y="27"/>
                    </a:lnTo>
                    <a:lnTo>
                      <a:pt x="662" y="24"/>
                    </a:lnTo>
                    <a:lnTo>
                      <a:pt x="672" y="18"/>
                    </a:lnTo>
                    <a:lnTo>
                      <a:pt x="685" y="12"/>
                    </a:lnTo>
                    <a:lnTo>
                      <a:pt x="695" y="12"/>
                    </a:lnTo>
                    <a:lnTo>
                      <a:pt x="705" y="9"/>
                    </a:lnTo>
                    <a:lnTo>
                      <a:pt x="718" y="15"/>
                    </a:lnTo>
                    <a:lnTo>
                      <a:pt x="731" y="27"/>
                    </a:lnTo>
                    <a:lnTo>
                      <a:pt x="741" y="33"/>
                    </a:lnTo>
                    <a:lnTo>
                      <a:pt x="750" y="39"/>
                    </a:lnTo>
                    <a:lnTo>
                      <a:pt x="760" y="45"/>
                    </a:lnTo>
                    <a:lnTo>
                      <a:pt x="770" y="45"/>
                    </a:lnTo>
                    <a:lnTo>
                      <a:pt x="780" y="45"/>
                    </a:lnTo>
                    <a:lnTo>
                      <a:pt x="790" y="36"/>
                    </a:lnTo>
                    <a:lnTo>
                      <a:pt x="799" y="36"/>
                    </a:lnTo>
                    <a:lnTo>
                      <a:pt x="812" y="27"/>
                    </a:lnTo>
                    <a:lnTo>
                      <a:pt x="822" y="21"/>
                    </a:lnTo>
                    <a:lnTo>
                      <a:pt x="835" y="15"/>
                    </a:lnTo>
                    <a:lnTo>
                      <a:pt x="845" y="12"/>
                    </a:lnTo>
                    <a:lnTo>
                      <a:pt x="855" y="9"/>
                    </a:lnTo>
                    <a:lnTo>
                      <a:pt x="865" y="12"/>
                    </a:lnTo>
                    <a:lnTo>
                      <a:pt x="874" y="18"/>
                    </a:lnTo>
                    <a:lnTo>
                      <a:pt x="884" y="24"/>
                    </a:lnTo>
                    <a:lnTo>
                      <a:pt x="897" y="33"/>
                    </a:lnTo>
                    <a:lnTo>
                      <a:pt x="907" y="42"/>
                    </a:lnTo>
                    <a:lnTo>
                      <a:pt x="917" y="48"/>
                    </a:lnTo>
                    <a:lnTo>
                      <a:pt x="927" y="54"/>
                    </a:lnTo>
                    <a:lnTo>
                      <a:pt x="936" y="63"/>
                    </a:lnTo>
                    <a:lnTo>
                      <a:pt x="946" y="63"/>
                    </a:lnTo>
                    <a:lnTo>
                      <a:pt x="956" y="63"/>
                    </a:lnTo>
                    <a:lnTo>
                      <a:pt x="966" y="63"/>
                    </a:lnTo>
                    <a:lnTo>
                      <a:pt x="976" y="60"/>
                    </a:lnTo>
                    <a:lnTo>
                      <a:pt x="985" y="60"/>
                    </a:lnTo>
                    <a:lnTo>
                      <a:pt x="995" y="51"/>
                    </a:lnTo>
                    <a:lnTo>
                      <a:pt x="1005" y="45"/>
                    </a:lnTo>
                    <a:lnTo>
                      <a:pt x="1015" y="42"/>
                    </a:lnTo>
                    <a:lnTo>
                      <a:pt x="1025" y="36"/>
                    </a:lnTo>
                    <a:lnTo>
                      <a:pt x="1034" y="36"/>
                    </a:lnTo>
                    <a:lnTo>
                      <a:pt x="1044" y="30"/>
                    </a:lnTo>
                    <a:lnTo>
                      <a:pt x="1054" y="30"/>
                    </a:lnTo>
                    <a:lnTo>
                      <a:pt x="1064" y="30"/>
                    </a:lnTo>
                    <a:lnTo>
                      <a:pt x="1067" y="39"/>
                    </a:lnTo>
                    <a:lnTo>
                      <a:pt x="1077" y="48"/>
                    </a:lnTo>
                    <a:lnTo>
                      <a:pt x="1087" y="51"/>
                    </a:lnTo>
                    <a:lnTo>
                      <a:pt x="1096" y="57"/>
                    </a:lnTo>
                    <a:lnTo>
                      <a:pt x="1106" y="66"/>
                    </a:lnTo>
                    <a:lnTo>
                      <a:pt x="1116" y="69"/>
                    </a:lnTo>
                    <a:lnTo>
                      <a:pt x="1126" y="63"/>
                    </a:lnTo>
                    <a:lnTo>
                      <a:pt x="1136" y="57"/>
                    </a:lnTo>
                    <a:lnTo>
                      <a:pt x="1149" y="48"/>
                    </a:lnTo>
                    <a:lnTo>
                      <a:pt x="1158" y="45"/>
                    </a:lnTo>
                    <a:lnTo>
                      <a:pt x="1168" y="39"/>
                    </a:lnTo>
                    <a:lnTo>
                      <a:pt x="1178" y="36"/>
                    </a:lnTo>
                    <a:lnTo>
                      <a:pt x="1188" y="33"/>
                    </a:lnTo>
                    <a:lnTo>
                      <a:pt x="1198" y="30"/>
                    </a:lnTo>
                    <a:lnTo>
                      <a:pt x="1207" y="27"/>
                    </a:lnTo>
                    <a:lnTo>
                      <a:pt x="1217" y="24"/>
                    </a:lnTo>
                    <a:lnTo>
                      <a:pt x="1227" y="18"/>
                    </a:lnTo>
                    <a:lnTo>
                      <a:pt x="1237" y="21"/>
                    </a:lnTo>
                    <a:lnTo>
                      <a:pt x="1253" y="30"/>
                    </a:lnTo>
                    <a:lnTo>
                      <a:pt x="1266" y="39"/>
                    </a:lnTo>
                    <a:lnTo>
                      <a:pt x="1276" y="42"/>
                    </a:lnTo>
                    <a:lnTo>
                      <a:pt x="1286" y="51"/>
                    </a:lnTo>
                    <a:lnTo>
                      <a:pt x="1296" y="54"/>
                    </a:lnTo>
                    <a:lnTo>
                      <a:pt x="1305" y="51"/>
                    </a:lnTo>
                    <a:lnTo>
                      <a:pt x="1318" y="42"/>
                    </a:lnTo>
                    <a:lnTo>
                      <a:pt x="1331" y="36"/>
                    </a:lnTo>
                    <a:lnTo>
                      <a:pt x="1341" y="36"/>
                    </a:lnTo>
                    <a:lnTo>
                      <a:pt x="1351" y="36"/>
                    </a:lnTo>
                    <a:lnTo>
                      <a:pt x="1361" y="33"/>
                    </a:lnTo>
                    <a:lnTo>
                      <a:pt x="1371" y="39"/>
                    </a:lnTo>
                    <a:lnTo>
                      <a:pt x="1380" y="42"/>
                    </a:lnTo>
                    <a:lnTo>
                      <a:pt x="1390" y="42"/>
                    </a:lnTo>
                    <a:lnTo>
                      <a:pt x="1400" y="42"/>
                    </a:lnTo>
                    <a:lnTo>
                      <a:pt x="1410" y="45"/>
                    </a:lnTo>
                    <a:lnTo>
                      <a:pt x="1420" y="45"/>
                    </a:lnTo>
                    <a:lnTo>
                      <a:pt x="1433" y="45"/>
                    </a:lnTo>
                    <a:lnTo>
                      <a:pt x="1442" y="45"/>
                    </a:lnTo>
                    <a:lnTo>
                      <a:pt x="1452" y="42"/>
                    </a:lnTo>
                    <a:lnTo>
                      <a:pt x="1462" y="36"/>
                    </a:lnTo>
                    <a:lnTo>
                      <a:pt x="1482" y="27"/>
                    </a:lnTo>
                    <a:lnTo>
                      <a:pt x="1495" y="21"/>
                    </a:lnTo>
                    <a:lnTo>
                      <a:pt x="1508" y="21"/>
                    </a:lnTo>
                    <a:lnTo>
                      <a:pt x="1521" y="15"/>
                    </a:lnTo>
                    <a:lnTo>
                      <a:pt x="1531" y="15"/>
                    </a:lnTo>
                    <a:lnTo>
                      <a:pt x="1537" y="24"/>
                    </a:lnTo>
                    <a:lnTo>
                      <a:pt x="1547" y="30"/>
                    </a:lnTo>
                    <a:lnTo>
                      <a:pt x="1557" y="39"/>
                    </a:lnTo>
                    <a:lnTo>
                      <a:pt x="1566" y="42"/>
                    </a:lnTo>
                    <a:lnTo>
                      <a:pt x="1573" y="51"/>
                    </a:lnTo>
                    <a:lnTo>
                      <a:pt x="1583" y="54"/>
                    </a:lnTo>
                    <a:lnTo>
                      <a:pt x="1593" y="60"/>
                    </a:lnTo>
                    <a:lnTo>
                      <a:pt x="1602" y="57"/>
                    </a:lnTo>
                    <a:lnTo>
                      <a:pt x="1612" y="51"/>
                    </a:lnTo>
                    <a:lnTo>
                      <a:pt x="1628" y="45"/>
                    </a:lnTo>
                    <a:lnTo>
                      <a:pt x="1642" y="36"/>
                    </a:lnTo>
                    <a:lnTo>
                      <a:pt x="1651" y="33"/>
                    </a:lnTo>
                    <a:lnTo>
                      <a:pt x="1661" y="30"/>
                    </a:lnTo>
                    <a:lnTo>
                      <a:pt x="1671" y="27"/>
                    </a:lnTo>
                    <a:lnTo>
                      <a:pt x="1674" y="36"/>
                    </a:lnTo>
                    <a:lnTo>
                      <a:pt x="1684" y="42"/>
                    </a:lnTo>
                    <a:lnTo>
                      <a:pt x="1694" y="45"/>
                    </a:lnTo>
                    <a:lnTo>
                      <a:pt x="1704" y="51"/>
                    </a:lnTo>
                    <a:lnTo>
                      <a:pt x="1713" y="54"/>
                    </a:lnTo>
                    <a:lnTo>
                      <a:pt x="1723" y="54"/>
                    </a:lnTo>
                    <a:lnTo>
                      <a:pt x="1733" y="54"/>
                    </a:lnTo>
                    <a:lnTo>
                      <a:pt x="1743" y="54"/>
                    </a:lnTo>
                    <a:lnTo>
                      <a:pt x="1756" y="66"/>
                    </a:lnTo>
                    <a:lnTo>
                      <a:pt x="1766" y="69"/>
                    </a:lnTo>
                    <a:lnTo>
                      <a:pt x="1775" y="72"/>
                    </a:lnTo>
                    <a:lnTo>
                      <a:pt x="1785" y="75"/>
                    </a:lnTo>
                    <a:lnTo>
                      <a:pt x="1798" y="78"/>
                    </a:lnTo>
                    <a:lnTo>
                      <a:pt x="1808" y="81"/>
                    </a:lnTo>
                    <a:lnTo>
                      <a:pt x="1818" y="81"/>
                    </a:lnTo>
                    <a:lnTo>
                      <a:pt x="1824" y="72"/>
                    </a:lnTo>
                    <a:lnTo>
                      <a:pt x="1834" y="66"/>
                    </a:lnTo>
                    <a:lnTo>
                      <a:pt x="1841" y="57"/>
                    </a:lnTo>
                    <a:lnTo>
                      <a:pt x="1850" y="54"/>
                    </a:lnTo>
                    <a:lnTo>
                      <a:pt x="1860" y="51"/>
                    </a:lnTo>
                    <a:lnTo>
                      <a:pt x="1870" y="45"/>
                    </a:lnTo>
                    <a:lnTo>
                      <a:pt x="1880" y="39"/>
                    </a:lnTo>
                    <a:lnTo>
                      <a:pt x="1890" y="33"/>
                    </a:lnTo>
                    <a:lnTo>
                      <a:pt x="1899" y="30"/>
                    </a:lnTo>
                    <a:lnTo>
                      <a:pt x="1909" y="30"/>
                    </a:lnTo>
                    <a:lnTo>
                      <a:pt x="1913" y="39"/>
                    </a:lnTo>
                    <a:lnTo>
                      <a:pt x="1916" y="48"/>
                    </a:lnTo>
                    <a:lnTo>
                      <a:pt x="1926" y="54"/>
                    </a:lnTo>
                    <a:lnTo>
                      <a:pt x="1935" y="54"/>
                    </a:lnTo>
                    <a:lnTo>
                      <a:pt x="1952" y="45"/>
                    </a:lnTo>
                    <a:lnTo>
                      <a:pt x="1961" y="45"/>
                    </a:lnTo>
                    <a:lnTo>
                      <a:pt x="1975" y="42"/>
                    </a:lnTo>
                    <a:lnTo>
                      <a:pt x="1984" y="39"/>
                    </a:lnTo>
                    <a:lnTo>
                      <a:pt x="1994" y="36"/>
                    </a:lnTo>
                    <a:lnTo>
                      <a:pt x="2004" y="39"/>
                    </a:lnTo>
                    <a:lnTo>
                      <a:pt x="2010" y="48"/>
                    </a:lnTo>
                    <a:lnTo>
                      <a:pt x="2020" y="51"/>
                    </a:lnTo>
                    <a:lnTo>
                      <a:pt x="2030" y="54"/>
                    </a:lnTo>
                    <a:lnTo>
                      <a:pt x="2040" y="57"/>
                    </a:lnTo>
                    <a:lnTo>
                      <a:pt x="2050" y="60"/>
                    </a:lnTo>
                    <a:lnTo>
                      <a:pt x="2059" y="60"/>
                    </a:lnTo>
                    <a:lnTo>
                      <a:pt x="2076" y="60"/>
                    </a:lnTo>
                    <a:lnTo>
                      <a:pt x="2089" y="57"/>
                    </a:lnTo>
                    <a:lnTo>
                      <a:pt x="2102" y="57"/>
                    </a:lnTo>
                    <a:lnTo>
                      <a:pt x="2115" y="57"/>
                    </a:lnTo>
                    <a:lnTo>
                      <a:pt x="2125" y="57"/>
                    </a:lnTo>
                    <a:lnTo>
                      <a:pt x="2134" y="51"/>
                    </a:lnTo>
                    <a:lnTo>
                      <a:pt x="2144" y="42"/>
                    </a:lnTo>
                    <a:lnTo>
                      <a:pt x="2157" y="33"/>
                    </a:lnTo>
                    <a:lnTo>
                      <a:pt x="2170" y="27"/>
                    </a:lnTo>
                    <a:lnTo>
                      <a:pt x="2180" y="18"/>
                    </a:lnTo>
                    <a:lnTo>
                      <a:pt x="2190" y="12"/>
                    </a:lnTo>
                    <a:lnTo>
                      <a:pt x="2200" y="6"/>
                    </a:lnTo>
                    <a:lnTo>
                      <a:pt x="2206" y="15"/>
                    </a:lnTo>
                    <a:lnTo>
                      <a:pt x="2216" y="21"/>
                    </a:lnTo>
                    <a:lnTo>
                      <a:pt x="2223" y="33"/>
                    </a:lnTo>
                    <a:lnTo>
                      <a:pt x="2232" y="39"/>
                    </a:lnTo>
                    <a:lnTo>
                      <a:pt x="2242" y="45"/>
                    </a:lnTo>
                    <a:lnTo>
                      <a:pt x="2255" y="51"/>
                    </a:lnTo>
                    <a:lnTo>
                      <a:pt x="2265" y="51"/>
                    </a:lnTo>
                    <a:lnTo>
                      <a:pt x="2278" y="48"/>
                    </a:lnTo>
                    <a:lnTo>
                      <a:pt x="2288" y="45"/>
                    </a:lnTo>
                    <a:lnTo>
                      <a:pt x="2298" y="45"/>
                    </a:lnTo>
                    <a:lnTo>
                      <a:pt x="2308" y="42"/>
                    </a:lnTo>
                    <a:lnTo>
                      <a:pt x="2317" y="42"/>
                    </a:lnTo>
                    <a:lnTo>
                      <a:pt x="2327" y="42"/>
                    </a:lnTo>
                    <a:lnTo>
                      <a:pt x="2337" y="42"/>
                    </a:lnTo>
                    <a:lnTo>
                      <a:pt x="2347" y="42"/>
                    </a:lnTo>
                    <a:lnTo>
                      <a:pt x="2360" y="39"/>
                    </a:lnTo>
                    <a:lnTo>
                      <a:pt x="2370" y="39"/>
                    </a:lnTo>
                    <a:lnTo>
                      <a:pt x="2379" y="36"/>
                    </a:lnTo>
                    <a:lnTo>
                      <a:pt x="2389" y="36"/>
                    </a:lnTo>
                    <a:lnTo>
                      <a:pt x="2399" y="33"/>
                    </a:lnTo>
                    <a:lnTo>
                      <a:pt x="2409" y="30"/>
                    </a:lnTo>
                    <a:lnTo>
                      <a:pt x="2419" y="30"/>
                    </a:lnTo>
                    <a:lnTo>
                      <a:pt x="2419" y="114"/>
                    </a:lnTo>
                    <a:lnTo>
                      <a:pt x="2409" y="108"/>
                    </a:lnTo>
                    <a:lnTo>
                      <a:pt x="2399" y="105"/>
                    </a:lnTo>
                    <a:lnTo>
                      <a:pt x="2389" y="99"/>
                    </a:lnTo>
                    <a:lnTo>
                      <a:pt x="2383" y="90"/>
                    </a:lnTo>
                    <a:lnTo>
                      <a:pt x="2376" y="81"/>
                    </a:lnTo>
                    <a:lnTo>
                      <a:pt x="2366" y="72"/>
                    </a:lnTo>
                    <a:lnTo>
                      <a:pt x="2356" y="81"/>
                    </a:lnTo>
                    <a:lnTo>
                      <a:pt x="2350" y="90"/>
                    </a:lnTo>
                    <a:lnTo>
                      <a:pt x="2340" y="96"/>
                    </a:lnTo>
                    <a:lnTo>
                      <a:pt x="2327" y="93"/>
                    </a:lnTo>
                    <a:lnTo>
                      <a:pt x="2324" y="84"/>
                    </a:lnTo>
                    <a:lnTo>
                      <a:pt x="2314" y="81"/>
                    </a:lnTo>
                    <a:lnTo>
                      <a:pt x="2304" y="72"/>
                    </a:lnTo>
                    <a:lnTo>
                      <a:pt x="2294" y="72"/>
                    </a:lnTo>
                    <a:lnTo>
                      <a:pt x="2285" y="81"/>
                    </a:lnTo>
                    <a:lnTo>
                      <a:pt x="2275" y="87"/>
                    </a:lnTo>
                    <a:lnTo>
                      <a:pt x="2265" y="90"/>
                    </a:lnTo>
                    <a:lnTo>
                      <a:pt x="2255" y="93"/>
                    </a:lnTo>
                    <a:lnTo>
                      <a:pt x="2245" y="93"/>
                    </a:lnTo>
                    <a:lnTo>
                      <a:pt x="2236" y="93"/>
                    </a:lnTo>
                    <a:lnTo>
                      <a:pt x="2226" y="90"/>
                    </a:lnTo>
                    <a:lnTo>
                      <a:pt x="2216" y="87"/>
                    </a:lnTo>
                    <a:lnTo>
                      <a:pt x="2206" y="84"/>
                    </a:lnTo>
                    <a:lnTo>
                      <a:pt x="2197" y="81"/>
                    </a:lnTo>
                    <a:lnTo>
                      <a:pt x="2187" y="81"/>
                    </a:lnTo>
                    <a:lnTo>
                      <a:pt x="2174" y="84"/>
                    </a:lnTo>
                    <a:lnTo>
                      <a:pt x="2164" y="87"/>
                    </a:lnTo>
                    <a:lnTo>
                      <a:pt x="2154" y="87"/>
                    </a:lnTo>
                    <a:lnTo>
                      <a:pt x="2144" y="87"/>
                    </a:lnTo>
                    <a:lnTo>
                      <a:pt x="2134" y="87"/>
                    </a:lnTo>
                    <a:lnTo>
                      <a:pt x="2125" y="90"/>
                    </a:lnTo>
                    <a:lnTo>
                      <a:pt x="2115" y="93"/>
                    </a:lnTo>
                    <a:lnTo>
                      <a:pt x="2105" y="96"/>
                    </a:lnTo>
                    <a:lnTo>
                      <a:pt x="2095" y="99"/>
                    </a:lnTo>
                    <a:lnTo>
                      <a:pt x="2082" y="108"/>
                    </a:lnTo>
                    <a:lnTo>
                      <a:pt x="2069" y="114"/>
                    </a:lnTo>
                    <a:lnTo>
                      <a:pt x="2059" y="117"/>
                    </a:lnTo>
                    <a:lnTo>
                      <a:pt x="2050" y="114"/>
                    </a:lnTo>
                    <a:lnTo>
                      <a:pt x="2043" y="105"/>
                    </a:lnTo>
                    <a:lnTo>
                      <a:pt x="2033" y="99"/>
                    </a:lnTo>
                    <a:lnTo>
                      <a:pt x="2020" y="90"/>
                    </a:lnTo>
                    <a:lnTo>
                      <a:pt x="2010" y="87"/>
                    </a:lnTo>
                    <a:lnTo>
                      <a:pt x="1997" y="96"/>
                    </a:lnTo>
                    <a:lnTo>
                      <a:pt x="1994" y="105"/>
                    </a:lnTo>
                    <a:lnTo>
                      <a:pt x="1988" y="114"/>
                    </a:lnTo>
                    <a:lnTo>
                      <a:pt x="1978" y="120"/>
                    </a:lnTo>
                    <a:lnTo>
                      <a:pt x="1965" y="120"/>
                    </a:lnTo>
                    <a:lnTo>
                      <a:pt x="1955" y="117"/>
                    </a:lnTo>
                    <a:lnTo>
                      <a:pt x="1945" y="111"/>
                    </a:lnTo>
                    <a:lnTo>
                      <a:pt x="1932" y="105"/>
                    </a:lnTo>
                    <a:lnTo>
                      <a:pt x="1922" y="102"/>
                    </a:lnTo>
                    <a:lnTo>
                      <a:pt x="1913" y="96"/>
                    </a:lnTo>
                    <a:lnTo>
                      <a:pt x="1903" y="90"/>
                    </a:lnTo>
                    <a:lnTo>
                      <a:pt x="1890" y="90"/>
                    </a:lnTo>
                    <a:lnTo>
                      <a:pt x="1880" y="93"/>
                    </a:lnTo>
                    <a:lnTo>
                      <a:pt x="1870" y="99"/>
                    </a:lnTo>
                    <a:lnTo>
                      <a:pt x="1860" y="105"/>
                    </a:lnTo>
                    <a:lnTo>
                      <a:pt x="1850" y="108"/>
                    </a:lnTo>
                    <a:lnTo>
                      <a:pt x="1841" y="108"/>
                    </a:lnTo>
                    <a:lnTo>
                      <a:pt x="1824" y="108"/>
                    </a:lnTo>
                    <a:lnTo>
                      <a:pt x="1815" y="108"/>
                    </a:lnTo>
                    <a:lnTo>
                      <a:pt x="1805" y="108"/>
                    </a:lnTo>
                    <a:lnTo>
                      <a:pt x="1795" y="102"/>
                    </a:lnTo>
                    <a:lnTo>
                      <a:pt x="1785" y="102"/>
                    </a:lnTo>
                    <a:lnTo>
                      <a:pt x="1775" y="99"/>
                    </a:lnTo>
                    <a:lnTo>
                      <a:pt x="1766" y="96"/>
                    </a:lnTo>
                    <a:lnTo>
                      <a:pt x="1756" y="96"/>
                    </a:lnTo>
                    <a:lnTo>
                      <a:pt x="1743" y="96"/>
                    </a:lnTo>
                    <a:lnTo>
                      <a:pt x="1730" y="93"/>
                    </a:lnTo>
                    <a:lnTo>
                      <a:pt x="1717" y="93"/>
                    </a:lnTo>
                    <a:lnTo>
                      <a:pt x="1704" y="96"/>
                    </a:lnTo>
                    <a:lnTo>
                      <a:pt x="1694" y="105"/>
                    </a:lnTo>
                    <a:lnTo>
                      <a:pt x="1687" y="117"/>
                    </a:lnTo>
                    <a:lnTo>
                      <a:pt x="1677" y="123"/>
                    </a:lnTo>
                    <a:lnTo>
                      <a:pt x="1664" y="120"/>
                    </a:lnTo>
                    <a:lnTo>
                      <a:pt x="1651" y="114"/>
                    </a:lnTo>
                    <a:lnTo>
                      <a:pt x="1642" y="105"/>
                    </a:lnTo>
                    <a:lnTo>
                      <a:pt x="1638" y="96"/>
                    </a:lnTo>
                    <a:lnTo>
                      <a:pt x="1628" y="87"/>
                    </a:lnTo>
                    <a:lnTo>
                      <a:pt x="1619" y="84"/>
                    </a:lnTo>
                    <a:lnTo>
                      <a:pt x="1609" y="93"/>
                    </a:lnTo>
                    <a:lnTo>
                      <a:pt x="1602" y="102"/>
                    </a:lnTo>
                    <a:lnTo>
                      <a:pt x="1593" y="105"/>
                    </a:lnTo>
                    <a:lnTo>
                      <a:pt x="1583" y="105"/>
                    </a:lnTo>
                    <a:lnTo>
                      <a:pt x="1573" y="102"/>
                    </a:lnTo>
                    <a:lnTo>
                      <a:pt x="1563" y="102"/>
                    </a:lnTo>
                    <a:lnTo>
                      <a:pt x="1553" y="99"/>
                    </a:lnTo>
                    <a:lnTo>
                      <a:pt x="1544" y="96"/>
                    </a:lnTo>
                    <a:lnTo>
                      <a:pt x="1534" y="93"/>
                    </a:lnTo>
                    <a:lnTo>
                      <a:pt x="1524" y="90"/>
                    </a:lnTo>
                    <a:lnTo>
                      <a:pt x="1514" y="90"/>
                    </a:lnTo>
                    <a:lnTo>
                      <a:pt x="1508" y="99"/>
                    </a:lnTo>
                    <a:lnTo>
                      <a:pt x="1501" y="108"/>
                    </a:lnTo>
                    <a:lnTo>
                      <a:pt x="1491" y="111"/>
                    </a:lnTo>
                    <a:lnTo>
                      <a:pt x="1482" y="111"/>
                    </a:lnTo>
                    <a:lnTo>
                      <a:pt x="1472" y="111"/>
                    </a:lnTo>
                    <a:lnTo>
                      <a:pt x="1462" y="111"/>
                    </a:lnTo>
                    <a:lnTo>
                      <a:pt x="1452" y="111"/>
                    </a:lnTo>
                    <a:lnTo>
                      <a:pt x="1439" y="111"/>
                    </a:lnTo>
                    <a:lnTo>
                      <a:pt x="1429" y="114"/>
                    </a:lnTo>
                    <a:lnTo>
                      <a:pt x="1420" y="114"/>
                    </a:lnTo>
                    <a:lnTo>
                      <a:pt x="1410" y="117"/>
                    </a:lnTo>
                    <a:lnTo>
                      <a:pt x="1400" y="114"/>
                    </a:lnTo>
                    <a:lnTo>
                      <a:pt x="1390" y="108"/>
                    </a:lnTo>
                    <a:lnTo>
                      <a:pt x="1380" y="102"/>
                    </a:lnTo>
                    <a:lnTo>
                      <a:pt x="1371" y="96"/>
                    </a:lnTo>
                    <a:lnTo>
                      <a:pt x="1361" y="93"/>
                    </a:lnTo>
                    <a:lnTo>
                      <a:pt x="1348" y="90"/>
                    </a:lnTo>
                    <a:lnTo>
                      <a:pt x="1338" y="90"/>
                    </a:lnTo>
                    <a:lnTo>
                      <a:pt x="1328" y="90"/>
                    </a:lnTo>
                    <a:lnTo>
                      <a:pt x="1318" y="90"/>
                    </a:lnTo>
                    <a:lnTo>
                      <a:pt x="1309" y="87"/>
                    </a:lnTo>
                    <a:lnTo>
                      <a:pt x="1296" y="84"/>
                    </a:lnTo>
                    <a:lnTo>
                      <a:pt x="1286" y="84"/>
                    </a:lnTo>
                    <a:lnTo>
                      <a:pt x="1276" y="84"/>
                    </a:lnTo>
                    <a:lnTo>
                      <a:pt x="1266" y="84"/>
                    </a:lnTo>
                    <a:lnTo>
                      <a:pt x="1253" y="84"/>
                    </a:lnTo>
                    <a:lnTo>
                      <a:pt x="1243" y="87"/>
                    </a:lnTo>
                    <a:lnTo>
                      <a:pt x="1237" y="96"/>
                    </a:lnTo>
                    <a:lnTo>
                      <a:pt x="1230" y="105"/>
                    </a:lnTo>
                    <a:lnTo>
                      <a:pt x="1220" y="117"/>
                    </a:lnTo>
                    <a:lnTo>
                      <a:pt x="1211" y="123"/>
                    </a:lnTo>
                    <a:lnTo>
                      <a:pt x="1198" y="117"/>
                    </a:lnTo>
                    <a:lnTo>
                      <a:pt x="1191" y="108"/>
                    </a:lnTo>
                    <a:lnTo>
                      <a:pt x="1181" y="105"/>
                    </a:lnTo>
                    <a:lnTo>
                      <a:pt x="1171" y="102"/>
                    </a:lnTo>
                    <a:lnTo>
                      <a:pt x="1162" y="102"/>
                    </a:lnTo>
                    <a:lnTo>
                      <a:pt x="1149" y="99"/>
                    </a:lnTo>
                    <a:lnTo>
                      <a:pt x="1132" y="96"/>
                    </a:lnTo>
                    <a:lnTo>
                      <a:pt x="1122" y="93"/>
                    </a:lnTo>
                    <a:lnTo>
                      <a:pt x="1113" y="96"/>
                    </a:lnTo>
                    <a:lnTo>
                      <a:pt x="1103" y="102"/>
                    </a:lnTo>
                    <a:lnTo>
                      <a:pt x="1093" y="102"/>
                    </a:lnTo>
                    <a:lnTo>
                      <a:pt x="1083" y="96"/>
                    </a:lnTo>
                    <a:lnTo>
                      <a:pt x="1074" y="90"/>
                    </a:lnTo>
                    <a:lnTo>
                      <a:pt x="1064" y="84"/>
                    </a:lnTo>
                    <a:lnTo>
                      <a:pt x="1054" y="78"/>
                    </a:lnTo>
                    <a:lnTo>
                      <a:pt x="1044" y="78"/>
                    </a:lnTo>
                    <a:lnTo>
                      <a:pt x="1038" y="87"/>
                    </a:lnTo>
                    <a:lnTo>
                      <a:pt x="1031" y="96"/>
                    </a:lnTo>
                    <a:lnTo>
                      <a:pt x="1021" y="102"/>
                    </a:lnTo>
                    <a:lnTo>
                      <a:pt x="1008" y="102"/>
                    </a:lnTo>
                    <a:lnTo>
                      <a:pt x="992" y="102"/>
                    </a:lnTo>
                    <a:lnTo>
                      <a:pt x="979" y="102"/>
                    </a:lnTo>
                    <a:lnTo>
                      <a:pt x="966" y="96"/>
                    </a:lnTo>
                    <a:lnTo>
                      <a:pt x="953" y="93"/>
                    </a:lnTo>
                    <a:lnTo>
                      <a:pt x="943" y="93"/>
                    </a:lnTo>
                    <a:lnTo>
                      <a:pt x="933" y="93"/>
                    </a:lnTo>
                    <a:lnTo>
                      <a:pt x="920" y="84"/>
                    </a:lnTo>
                    <a:lnTo>
                      <a:pt x="910" y="81"/>
                    </a:lnTo>
                    <a:lnTo>
                      <a:pt x="901" y="78"/>
                    </a:lnTo>
                    <a:lnTo>
                      <a:pt x="887" y="81"/>
                    </a:lnTo>
                    <a:lnTo>
                      <a:pt x="887" y="90"/>
                    </a:lnTo>
                    <a:lnTo>
                      <a:pt x="878" y="96"/>
                    </a:lnTo>
                    <a:lnTo>
                      <a:pt x="868" y="102"/>
                    </a:lnTo>
                    <a:lnTo>
                      <a:pt x="858" y="105"/>
                    </a:lnTo>
                    <a:lnTo>
                      <a:pt x="848" y="99"/>
                    </a:lnTo>
                    <a:lnTo>
                      <a:pt x="835" y="90"/>
                    </a:lnTo>
                    <a:lnTo>
                      <a:pt x="825" y="84"/>
                    </a:lnTo>
                    <a:lnTo>
                      <a:pt x="812" y="81"/>
                    </a:lnTo>
                    <a:lnTo>
                      <a:pt x="799" y="81"/>
                    </a:lnTo>
                    <a:lnTo>
                      <a:pt x="786" y="81"/>
                    </a:lnTo>
                    <a:lnTo>
                      <a:pt x="776" y="87"/>
                    </a:lnTo>
                    <a:lnTo>
                      <a:pt x="760" y="87"/>
                    </a:lnTo>
                    <a:lnTo>
                      <a:pt x="747" y="90"/>
                    </a:lnTo>
                    <a:lnTo>
                      <a:pt x="734" y="99"/>
                    </a:lnTo>
                    <a:lnTo>
                      <a:pt x="718" y="102"/>
                    </a:lnTo>
                    <a:lnTo>
                      <a:pt x="708" y="105"/>
                    </a:lnTo>
                    <a:lnTo>
                      <a:pt x="698" y="108"/>
                    </a:lnTo>
                    <a:lnTo>
                      <a:pt x="695" y="96"/>
                    </a:lnTo>
                    <a:lnTo>
                      <a:pt x="695" y="87"/>
                    </a:lnTo>
                    <a:lnTo>
                      <a:pt x="685" y="84"/>
                    </a:lnTo>
                    <a:lnTo>
                      <a:pt x="672" y="81"/>
                    </a:lnTo>
                    <a:lnTo>
                      <a:pt x="662" y="81"/>
                    </a:lnTo>
                    <a:lnTo>
                      <a:pt x="652" y="81"/>
                    </a:lnTo>
                    <a:lnTo>
                      <a:pt x="643" y="81"/>
                    </a:lnTo>
                    <a:lnTo>
                      <a:pt x="633" y="72"/>
                    </a:lnTo>
                    <a:lnTo>
                      <a:pt x="623" y="72"/>
                    </a:lnTo>
                    <a:lnTo>
                      <a:pt x="613" y="72"/>
                    </a:lnTo>
                    <a:lnTo>
                      <a:pt x="603" y="72"/>
                    </a:lnTo>
                    <a:lnTo>
                      <a:pt x="594" y="72"/>
                    </a:lnTo>
                    <a:lnTo>
                      <a:pt x="581" y="72"/>
                    </a:lnTo>
                    <a:lnTo>
                      <a:pt x="571" y="78"/>
                    </a:lnTo>
                    <a:lnTo>
                      <a:pt x="561" y="78"/>
                    </a:lnTo>
                    <a:lnTo>
                      <a:pt x="548" y="81"/>
                    </a:lnTo>
                    <a:lnTo>
                      <a:pt x="538" y="84"/>
                    </a:lnTo>
                    <a:lnTo>
                      <a:pt x="528" y="84"/>
                    </a:lnTo>
                    <a:lnTo>
                      <a:pt x="519" y="81"/>
                    </a:lnTo>
                    <a:lnTo>
                      <a:pt x="509" y="75"/>
                    </a:lnTo>
                    <a:lnTo>
                      <a:pt x="499" y="72"/>
                    </a:lnTo>
                    <a:lnTo>
                      <a:pt x="489" y="72"/>
                    </a:lnTo>
                    <a:lnTo>
                      <a:pt x="479" y="72"/>
                    </a:lnTo>
                    <a:lnTo>
                      <a:pt x="470" y="72"/>
                    </a:lnTo>
                    <a:lnTo>
                      <a:pt x="457" y="72"/>
                    </a:lnTo>
                    <a:lnTo>
                      <a:pt x="447" y="72"/>
                    </a:lnTo>
                    <a:lnTo>
                      <a:pt x="437" y="72"/>
                    </a:lnTo>
                    <a:lnTo>
                      <a:pt x="427" y="72"/>
                    </a:lnTo>
                    <a:lnTo>
                      <a:pt x="414" y="72"/>
                    </a:lnTo>
                    <a:lnTo>
                      <a:pt x="404" y="78"/>
                    </a:lnTo>
                    <a:lnTo>
                      <a:pt x="395" y="81"/>
                    </a:lnTo>
                    <a:lnTo>
                      <a:pt x="388" y="90"/>
                    </a:lnTo>
                    <a:lnTo>
                      <a:pt x="378" y="93"/>
                    </a:lnTo>
                    <a:lnTo>
                      <a:pt x="362" y="93"/>
                    </a:lnTo>
                    <a:lnTo>
                      <a:pt x="352" y="87"/>
                    </a:lnTo>
                    <a:lnTo>
                      <a:pt x="342" y="84"/>
                    </a:lnTo>
                    <a:lnTo>
                      <a:pt x="332" y="84"/>
                    </a:lnTo>
                    <a:lnTo>
                      <a:pt x="323" y="84"/>
                    </a:lnTo>
                    <a:lnTo>
                      <a:pt x="313" y="84"/>
                    </a:lnTo>
                    <a:lnTo>
                      <a:pt x="303" y="84"/>
                    </a:lnTo>
                    <a:lnTo>
                      <a:pt x="287" y="84"/>
                    </a:lnTo>
                    <a:lnTo>
                      <a:pt x="277" y="84"/>
                    </a:lnTo>
                    <a:lnTo>
                      <a:pt x="267" y="84"/>
                    </a:lnTo>
                    <a:lnTo>
                      <a:pt x="257" y="84"/>
                    </a:lnTo>
                    <a:lnTo>
                      <a:pt x="248" y="84"/>
                    </a:lnTo>
                    <a:lnTo>
                      <a:pt x="238" y="78"/>
                    </a:lnTo>
                    <a:lnTo>
                      <a:pt x="228" y="81"/>
                    </a:lnTo>
                    <a:lnTo>
                      <a:pt x="215" y="93"/>
                    </a:lnTo>
                    <a:lnTo>
                      <a:pt x="202" y="102"/>
                    </a:lnTo>
                    <a:lnTo>
                      <a:pt x="192" y="102"/>
                    </a:lnTo>
                    <a:lnTo>
                      <a:pt x="182" y="102"/>
                    </a:lnTo>
                    <a:lnTo>
                      <a:pt x="173" y="99"/>
                    </a:lnTo>
                    <a:lnTo>
                      <a:pt x="159" y="96"/>
                    </a:lnTo>
                    <a:lnTo>
                      <a:pt x="150" y="96"/>
                    </a:lnTo>
                    <a:lnTo>
                      <a:pt x="140" y="96"/>
                    </a:lnTo>
                    <a:lnTo>
                      <a:pt x="133" y="105"/>
                    </a:lnTo>
                    <a:lnTo>
                      <a:pt x="124" y="108"/>
                    </a:lnTo>
                    <a:lnTo>
                      <a:pt x="114" y="111"/>
                    </a:lnTo>
                    <a:lnTo>
                      <a:pt x="104" y="114"/>
                    </a:lnTo>
                    <a:lnTo>
                      <a:pt x="94" y="114"/>
                    </a:lnTo>
                    <a:lnTo>
                      <a:pt x="78" y="117"/>
                    </a:lnTo>
                    <a:lnTo>
                      <a:pt x="68" y="117"/>
                    </a:lnTo>
                    <a:lnTo>
                      <a:pt x="58" y="117"/>
                    </a:lnTo>
                    <a:lnTo>
                      <a:pt x="48" y="117"/>
                    </a:lnTo>
                    <a:lnTo>
                      <a:pt x="39" y="120"/>
                    </a:lnTo>
                    <a:lnTo>
                      <a:pt x="29" y="126"/>
                    </a:lnTo>
                    <a:lnTo>
                      <a:pt x="19" y="132"/>
                    </a:lnTo>
                    <a:lnTo>
                      <a:pt x="13" y="141"/>
                    </a:lnTo>
                    <a:lnTo>
                      <a:pt x="3" y="144"/>
                    </a:lnTo>
                    <a:lnTo>
                      <a:pt x="0" y="15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8" name="Rectangle 22">
                <a:extLst>
                  <a:ext uri="{FF2B5EF4-FFF2-40B4-BE49-F238E27FC236}">
                    <a16:creationId xmlns:a16="http://schemas.microsoft.com/office/drawing/2014/main" id="{8E546BE9-F3D7-CBF1-A638-189F2DF25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2" y="604"/>
                <a:ext cx="26" cy="1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9248" name="Group 32">
            <a:extLst>
              <a:ext uri="{FF2B5EF4-FFF2-40B4-BE49-F238E27FC236}">
                <a16:creationId xmlns:a16="http://schemas.microsoft.com/office/drawing/2014/main" id="{66214CCC-C5DE-489D-EF64-2C17B86B5D5C}"/>
              </a:ext>
            </a:extLst>
          </p:cNvPr>
          <p:cNvGrpSpPr>
            <a:grpSpLocks/>
          </p:cNvGrpSpPr>
          <p:nvPr/>
        </p:nvGrpSpPr>
        <p:grpSpPr bwMode="auto">
          <a:xfrm>
            <a:off x="0" y="2698750"/>
            <a:ext cx="1225550" cy="444500"/>
            <a:chOff x="0" y="1700"/>
            <a:chExt cx="772" cy="280"/>
          </a:xfrm>
        </p:grpSpPr>
        <p:sp>
          <p:nvSpPr>
            <p:cNvPr id="9241" name="Rectangle 25">
              <a:extLst>
                <a:ext uri="{FF2B5EF4-FFF2-40B4-BE49-F238E27FC236}">
                  <a16:creationId xmlns:a16="http://schemas.microsoft.com/office/drawing/2014/main" id="{580E33A3-5707-3484-EDE0-61A4F6694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00"/>
              <a:ext cx="77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b" anchorCtr="1">
              <a:spAutoFit/>
            </a:bodyPr>
            <a:lstStyle>
              <a:lvl1pPr marL="190500" indent="-190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3000"/>
                </a:lnSpc>
                <a:spcAft>
                  <a:spcPct val="52000"/>
                </a:spcAft>
              </a:pPr>
              <a:r>
                <a:rPr lang="en-US" altLang="en-US" sz="1200" b="1">
                  <a:latin typeface="Courier New" panose="02070309020205020404" pitchFamily="49" charset="0"/>
                </a:rPr>
                <a:t>OtherName</a:t>
              </a:r>
            </a:p>
          </p:txBody>
        </p:sp>
        <p:sp>
          <p:nvSpPr>
            <p:cNvPr id="9242" name="Rectangle 26">
              <a:extLst>
                <a:ext uri="{FF2B5EF4-FFF2-40B4-BE49-F238E27FC236}">
                  <a16:creationId xmlns:a16="http://schemas.microsoft.com/office/drawing/2014/main" id="{DA2FC493-2E99-14E0-610A-0A68F6DA7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3" name="Rectangle 27">
              <a:extLst>
                <a:ext uri="{FF2B5EF4-FFF2-40B4-BE49-F238E27FC236}">
                  <a16:creationId xmlns:a16="http://schemas.microsoft.com/office/drawing/2014/main" id="{BA420A1E-5DF2-EAE5-4CE2-9AA8D2B8F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4" name="Rectangle 28">
              <a:extLst>
                <a:ext uri="{FF2B5EF4-FFF2-40B4-BE49-F238E27FC236}">
                  <a16:creationId xmlns:a16="http://schemas.microsoft.com/office/drawing/2014/main" id="{EB45E0D5-F672-1CB3-D264-43509D134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" y="1832"/>
              <a:ext cx="164" cy="1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5" name="Rectangle 29">
              <a:extLst>
                <a:ext uri="{FF2B5EF4-FFF2-40B4-BE49-F238E27FC236}">
                  <a16:creationId xmlns:a16="http://schemas.microsoft.com/office/drawing/2014/main" id="{A88F19F7-1D65-1A96-A8D7-78292E2CB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9246" name="Rectangle 30">
              <a:extLst>
                <a:ext uri="{FF2B5EF4-FFF2-40B4-BE49-F238E27FC236}">
                  <a16:creationId xmlns:a16="http://schemas.microsoft.com/office/drawing/2014/main" id="{9FFF6140-B0B6-0619-EBDA-B8740CA69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o</a:t>
              </a:r>
            </a:p>
          </p:txBody>
        </p:sp>
        <p:sp>
          <p:nvSpPr>
            <p:cNvPr id="9247" name="Rectangle 31">
              <a:extLst>
                <a:ext uri="{FF2B5EF4-FFF2-40B4-BE49-F238E27FC236}">
                  <a16:creationId xmlns:a16="http://schemas.microsoft.com/office/drawing/2014/main" id="{9B2C9FE1-DE80-3705-77EB-3230BC12C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" y="1828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</p:grpSp>
      <p:sp>
        <p:nvSpPr>
          <p:cNvPr id="9249" name="Rectangle 33">
            <a:extLst>
              <a:ext uri="{FF2B5EF4-FFF2-40B4-BE49-F238E27FC236}">
                <a16:creationId xmlns:a16="http://schemas.microsoft.com/office/drawing/2014/main" id="{C911F760-7D23-5EE0-AC74-EA2A2FE94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3025775"/>
            <a:ext cx="2730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250" name="Rectangle 34">
            <a:extLst>
              <a:ext uri="{FF2B5EF4-FFF2-40B4-BE49-F238E27FC236}">
                <a16:creationId xmlns:a16="http://schemas.microsoft.com/office/drawing/2014/main" id="{F91C97C7-C973-E103-3DDD-49918584E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3330575"/>
            <a:ext cx="27305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9255" name="Group 39">
            <a:extLst>
              <a:ext uri="{FF2B5EF4-FFF2-40B4-BE49-F238E27FC236}">
                <a16:creationId xmlns:a16="http://schemas.microsoft.com/office/drawing/2014/main" id="{F723CEFA-73F8-50EE-6C5F-DF451A332D45}"/>
              </a:ext>
            </a:extLst>
          </p:cNvPr>
          <p:cNvGrpSpPr>
            <a:grpSpLocks/>
          </p:cNvGrpSpPr>
          <p:nvPr/>
        </p:nvGrpSpPr>
        <p:grpSpPr bwMode="auto">
          <a:xfrm>
            <a:off x="3000375" y="3394075"/>
            <a:ext cx="1487488" cy="342900"/>
            <a:chOff x="1890" y="2138"/>
            <a:chExt cx="937" cy="216"/>
          </a:xfrm>
        </p:grpSpPr>
        <p:grpSp>
          <p:nvGrpSpPr>
            <p:cNvPr id="9253" name="Group 37">
              <a:extLst>
                <a:ext uri="{FF2B5EF4-FFF2-40B4-BE49-F238E27FC236}">
                  <a16:creationId xmlns:a16="http://schemas.microsoft.com/office/drawing/2014/main" id="{A08BADB0-33CC-9477-FF7C-B36CA6B3B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0" y="2207"/>
              <a:ext cx="937" cy="147"/>
              <a:chOff x="1890" y="2207"/>
              <a:chExt cx="937" cy="147"/>
            </a:xfrm>
          </p:grpSpPr>
          <p:sp>
            <p:nvSpPr>
              <p:cNvPr id="9251" name="Freeform 35">
                <a:extLst>
                  <a:ext uri="{FF2B5EF4-FFF2-40B4-BE49-F238E27FC236}">
                    <a16:creationId xmlns:a16="http://schemas.microsoft.com/office/drawing/2014/main" id="{01AE3633-A22D-1C93-5948-77B10E665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2207"/>
                <a:ext cx="937" cy="81"/>
              </a:xfrm>
              <a:custGeom>
                <a:avLst/>
                <a:gdLst>
                  <a:gd name="T0" fmla="*/ 0 w 937"/>
                  <a:gd name="T1" fmla="*/ 80 h 81"/>
                  <a:gd name="T2" fmla="*/ 936 w 937"/>
                  <a:gd name="T3" fmla="*/ 80 h 81"/>
                  <a:gd name="T4" fmla="*/ 881 w 937"/>
                  <a:gd name="T5" fmla="*/ 0 h 81"/>
                  <a:gd name="T6" fmla="*/ 56 w 937"/>
                  <a:gd name="T7" fmla="*/ 0 h 81"/>
                  <a:gd name="T8" fmla="*/ 0 w 937"/>
                  <a:gd name="T9" fmla="*/ 8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7" h="81">
                    <a:moveTo>
                      <a:pt x="0" y="80"/>
                    </a:moveTo>
                    <a:lnTo>
                      <a:pt x="936" y="80"/>
                    </a:lnTo>
                    <a:lnTo>
                      <a:pt x="881" y="0"/>
                    </a:lnTo>
                    <a:lnTo>
                      <a:pt x="56" y="0"/>
                    </a:lnTo>
                    <a:lnTo>
                      <a:pt x="0" y="80"/>
                    </a:lnTo>
                  </a:path>
                </a:pathLst>
              </a:custGeom>
              <a:solidFill>
                <a:srgbClr val="C0C0C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2" name="Rectangle 36">
                <a:extLst>
                  <a:ext uri="{FF2B5EF4-FFF2-40B4-BE49-F238E27FC236}">
                    <a16:creationId xmlns:a16="http://schemas.microsoft.com/office/drawing/2014/main" id="{7B70B638-72EB-55FD-C2F9-1ABCFFE6A0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2" y="2287"/>
                <a:ext cx="927" cy="67"/>
              </a:xfrm>
              <a:prstGeom prst="rect">
                <a:avLst/>
              </a:prstGeom>
              <a:solidFill>
                <a:srgbClr val="C0C0C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254" name="Freeform 38">
              <a:extLst>
                <a:ext uri="{FF2B5EF4-FFF2-40B4-BE49-F238E27FC236}">
                  <a16:creationId xmlns:a16="http://schemas.microsoft.com/office/drawing/2014/main" id="{5F0DBDCC-39A1-2860-969B-4CF4D41AC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2138"/>
              <a:ext cx="498" cy="148"/>
            </a:xfrm>
            <a:custGeom>
              <a:avLst/>
              <a:gdLst>
                <a:gd name="T0" fmla="*/ 0 w 498"/>
                <a:gd name="T1" fmla="*/ 82 h 148"/>
                <a:gd name="T2" fmla="*/ 0 w 498"/>
                <a:gd name="T3" fmla="*/ 0 h 148"/>
                <a:gd name="T4" fmla="*/ 497 w 498"/>
                <a:gd name="T5" fmla="*/ 0 h 148"/>
                <a:gd name="T6" fmla="*/ 497 w 498"/>
                <a:gd name="T7" fmla="*/ 84 h 148"/>
                <a:gd name="T8" fmla="*/ 494 w 498"/>
                <a:gd name="T9" fmla="*/ 92 h 148"/>
                <a:gd name="T10" fmla="*/ 490 w 498"/>
                <a:gd name="T11" fmla="*/ 99 h 148"/>
                <a:gd name="T12" fmla="*/ 480 w 498"/>
                <a:gd name="T13" fmla="*/ 106 h 148"/>
                <a:gd name="T14" fmla="*/ 469 w 498"/>
                <a:gd name="T15" fmla="*/ 112 h 148"/>
                <a:gd name="T16" fmla="*/ 455 w 498"/>
                <a:gd name="T17" fmla="*/ 118 h 148"/>
                <a:gd name="T18" fmla="*/ 442 w 498"/>
                <a:gd name="T19" fmla="*/ 123 h 148"/>
                <a:gd name="T20" fmla="*/ 426 w 498"/>
                <a:gd name="T21" fmla="*/ 127 h 148"/>
                <a:gd name="T22" fmla="*/ 407 w 498"/>
                <a:gd name="T23" fmla="*/ 131 h 148"/>
                <a:gd name="T24" fmla="*/ 391 w 498"/>
                <a:gd name="T25" fmla="*/ 134 h 148"/>
                <a:gd name="T26" fmla="*/ 366 w 498"/>
                <a:gd name="T27" fmla="*/ 139 h 148"/>
                <a:gd name="T28" fmla="*/ 344 w 498"/>
                <a:gd name="T29" fmla="*/ 141 h 148"/>
                <a:gd name="T30" fmla="*/ 322 w 498"/>
                <a:gd name="T31" fmla="*/ 144 h 148"/>
                <a:gd name="T32" fmla="*/ 298 w 498"/>
                <a:gd name="T33" fmla="*/ 145 h 148"/>
                <a:gd name="T34" fmla="*/ 271 w 498"/>
                <a:gd name="T35" fmla="*/ 147 h 148"/>
                <a:gd name="T36" fmla="*/ 235 w 498"/>
                <a:gd name="T37" fmla="*/ 147 h 148"/>
                <a:gd name="T38" fmla="*/ 203 w 498"/>
                <a:gd name="T39" fmla="*/ 145 h 148"/>
                <a:gd name="T40" fmla="*/ 173 w 498"/>
                <a:gd name="T41" fmla="*/ 144 h 148"/>
                <a:gd name="T42" fmla="*/ 145 w 498"/>
                <a:gd name="T43" fmla="*/ 141 h 148"/>
                <a:gd name="T44" fmla="*/ 122 w 498"/>
                <a:gd name="T45" fmla="*/ 138 h 148"/>
                <a:gd name="T46" fmla="*/ 104 w 498"/>
                <a:gd name="T47" fmla="*/ 134 h 148"/>
                <a:gd name="T48" fmla="*/ 81 w 498"/>
                <a:gd name="T49" fmla="*/ 130 h 148"/>
                <a:gd name="T50" fmla="*/ 62 w 498"/>
                <a:gd name="T51" fmla="*/ 125 h 148"/>
                <a:gd name="T52" fmla="*/ 45 w 498"/>
                <a:gd name="T53" fmla="*/ 120 h 148"/>
                <a:gd name="T54" fmla="*/ 30 w 498"/>
                <a:gd name="T55" fmla="*/ 113 h 148"/>
                <a:gd name="T56" fmla="*/ 20 w 498"/>
                <a:gd name="T57" fmla="*/ 108 h 148"/>
                <a:gd name="T58" fmla="*/ 12 w 498"/>
                <a:gd name="T59" fmla="*/ 103 h 148"/>
                <a:gd name="T60" fmla="*/ 7 w 498"/>
                <a:gd name="T61" fmla="*/ 96 h 148"/>
                <a:gd name="T62" fmla="*/ 2 w 498"/>
                <a:gd name="T63" fmla="*/ 90 h 148"/>
                <a:gd name="T64" fmla="*/ 0 w 498"/>
                <a:gd name="T65" fmla="*/ 82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98" h="148">
                  <a:moveTo>
                    <a:pt x="0" y="82"/>
                  </a:moveTo>
                  <a:lnTo>
                    <a:pt x="0" y="0"/>
                  </a:lnTo>
                  <a:lnTo>
                    <a:pt x="497" y="0"/>
                  </a:lnTo>
                  <a:lnTo>
                    <a:pt x="497" y="84"/>
                  </a:lnTo>
                  <a:lnTo>
                    <a:pt x="494" y="92"/>
                  </a:lnTo>
                  <a:lnTo>
                    <a:pt x="490" y="99"/>
                  </a:lnTo>
                  <a:lnTo>
                    <a:pt x="480" y="106"/>
                  </a:lnTo>
                  <a:lnTo>
                    <a:pt x="469" y="112"/>
                  </a:lnTo>
                  <a:lnTo>
                    <a:pt x="455" y="118"/>
                  </a:lnTo>
                  <a:lnTo>
                    <a:pt x="442" y="123"/>
                  </a:lnTo>
                  <a:lnTo>
                    <a:pt x="426" y="127"/>
                  </a:lnTo>
                  <a:lnTo>
                    <a:pt x="407" y="131"/>
                  </a:lnTo>
                  <a:lnTo>
                    <a:pt x="391" y="134"/>
                  </a:lnTo>
                  <a:lnTo>
                    <a:pt x="366" y="139"/>
                  </a:lnTo>
                  <a:lnTo>
                    <a:pt x="344" y="141"/>
                  </a:lnTo>
                  <a:lnTo>
                    <a:pt x="322" y="144"/>
                  </a:lnTo>
                  <a:lnTo>
                    <a:pt x="298" y="145"/>
                  </a:lnTo>
                  <a:lnTo>
                    <a:pt x="271" y="147"/>
                  </a:lnTo>
                  <a:lnTo>
                    <a:pt x="235" y="147"/>
                  </a:lnTo>
                  <a:lnTo>
                    <a:pt x="203" y="145"/>
                  </a:lnTo>
                  <a:lnTo>
                    <a:pt x="173" y="144"/>
                  </a:lnTo>
                  <a:lnTo>
                    <a:pt x="145" y="141"/>
                  </a:lnTo>
                  <a:lnTo>
                    <a:pt x="122" y="138"/>
                  </a:lnTo>
                  <a:lnTo>
                    <a:pt x="104" y="134"/>
                  </a:lnTo>
                  <a:lnTo>
                    <a:pt x="81" y="130"/>
                  </a:lnTo>
                  <a:lnTo>
                    <a:pt x="62" y="125"/>
                  </a:lnTo>
                  <a:lnTo>
                    <a:pt x="45" y="120"/>
                  </a:lnTo>
                  <a:lnTo>
                    <a:pt x="30" y="113"/>
                  </a:lnTo>
                  <a:lnTo>
                    <a:pt x="20" y="108"/>
                  </a:lnTo>
                  <a:lnTo>
                    <a:pt x="12" y="103"/>
                  </a:lnTo>
                  <a:lnTo>
                    <a:pt x="7" y="96"/>
                  </a:lnTo>
                  <a:lnTo>
                    <a:pt x="2" y="90"/>
                  </a:lnTo>
                  <a:lnTo>
                    <a:pt x="0" y="82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56" name="AutoShape 40">
            <a:extLst>
              <a:ext uri="{FF2B5EF4-FFF2-40B4-BE49-F238E27FC236}">
                <a16:creationId xmlns:a16="http://schemas.microsoft.com/office/drawing/2014/main" id="{227607B7-83B2-5045-EED5-8C91D3A54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575" y="1876425"/>
            <a:ext cx="1830388" cy="1557338"/>
          </a:xfrm>
          <a:prstGeom prst="roundRect">
            <a:avLst>
              <a:gd name="adj" fmla="val 12250"/>
            </a:avLst>
          </a:prstGeom>
          <a:solidFill>
            <a:srgbClr val="C0C0C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7" name="AutoShape 41">
            <a:extLst>
              <a:ext uri="{FF2B5EF4-FFF2-40B4-BE49-F238E27FC236}">
                <a16:creationId xmlns:a16="http://schemas.microsoft.com/office/drawing/2014/main" id="{CE363F7E-7DF0-F226-30F9-279693C48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1984375"/>
            <a:ext cx="1625600" cy="1295400"/>
          </a:xfrm>
          <a:prstGeom prst="roundRect">
            <a:avLst>
              <a:gd name="adj" fmla="val 12167"/>
            </a:avLst>
          </a:prstGeom>
          <a:solidFill>
            <a:srgbClr val="0099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038" rIns="0" bIns="46038" anchor="ctr"/>
          <a:lstStyle/>
          <a:p>
            <a:r>
              <a:rPr lang="en-US" altLang="en-US" sz="1400" b="1">
                <a:solidFill>
                  <a:srgbClr val="FFFF00"/>
                </a:solidFill>
                <a:latin typeface="Arial" panose="020B0604020202020204" pitchFamily="34" charset="0"/>
              </a:rPr>
              <a:t>My name is</a:t>
            </a:r>
            <a:r>
              <a:rPr lang="en-US" altLang="en-US" sz="1400" b="1">
                <a:latin typeface="Arial" panose="020B0604020202020204" pitchFamily="34" charset="0"/>
              </a:rPr>
              <a:t> </a:t>
            </a:r>
            <a:r>
              <a:rPr lang="en-US" altLang="en-US" sz="1400" b="1">
                <a:solidFill>
                  <a:srgbClr val="FFFF00"/>
                </a:solidFill>
                <a:latin typeface="Arial" panose="020B0604020202020204" pitchFamily="34" charset="0"/>
              </a:rPr>
              <a:t>John</a:t>
            </a:r>
          </a:p>
        </p:txBody>
      </p:sp>
      <p:sp>
        <p:nvSpPr>
          <p:cNvPr id="9258" name="Rectangle 42">
            <a:extLst>
              <a:ext uri="{FF2B5EF4-FFF2-40B4-BE49-F238E27FC236}">
                <a16:creationId xmlns:a16="http://schemas.microsoft.com/office/drawing/2014/main" id="{E08BCB8A-106F-124F-77A3-EC639EBFE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863" y="3354388"/>
            <a:ext cx="42862" cy="12700"/>
          </a:xfrm>
          <a:prstGeom prst="rect">
            <a:avLst/>
          </a:prstGeom>
          <a:solidFill>
            <a:srgbClr val="FF330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9" name="Rectangle 43">
            <a:extLst>
              <a:ext uri="{FF2B5EF4-FFF2-40B4-BE49-F238E27FC236}">
                <a16:creationId xmlns:a16="http://schemas.microsoft.com/office/drawing/2014/main" id="{93F685E7-AFF4-98F3-558A-F03F89492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3189288"/>
            <a:ext cx="1225550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 anchorCtr="1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ShopTotal</a:t>
            </a:r>
          </a:p>
        </p:txBody>
      </p:sp>
      <p:sp>
        <p:nvSpPr>
          <p:cNvPr id="9260" name="Rectangle 44">
            <a:extLst>
              <a:ext uri="{FF2B5EF4-FFF2-40B4-BE49-F238E27FC236}">
                <a16:creationId xmlns:a16="http://schemas.microsoft.com/office/drawing/2014/main" id="{E05D10FE-0135-7D85-E0B0-E2BDE96EF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1" name="Rectangle 45">
            <a:extLst>
              <a:ext uri="{FF2B5EF4-FFF2-40B4-BE49-F238E27FC236}">
                <a16:creationId xmlns:a16="http://schemas.microsoft.com/office/drawing/2014/main" id="{C6C11493-43A6-5DEE-57A6-09A1E350E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2" name="Rectangle 46">
            <a:extLst>
              <a:ext uri="{FF2B5EF4-FFF2-40B4-BE49-F238E27FC236}">
                <a16:creationId xmlns:a16="http://schemas.microsoft.com/office/drawing/2014/main" id="{D622AA56-2E96-B16C-C88B-96C0C83E5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3" name="Rectangle 47">
            <a:extLst>
              <a:ext uri="{FF2B5EF4-FFF2-40B4-BE49-F238E27FC236}">
                <a16:creationId xmlns:a16="http://schemas.microsoft.com/office/drawing/2014/main" id="{7EBDE20F-6B11-D4FB-E2EE-4BDD8F703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4" name="Rectangle 48">
            <a:extLst>
              <a:ext uri="{FF2B5EF4-FFF2-40B4-BE49-F238E27FC236}">
                <a16:creationId xmlns:a16="http://schemas.microsoft.com/office/drawing/2014/main" id="{CB1C6871-9836-1765-5547-B549E76F7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5" name="Rectangle 49">
            <a:extLst>
              <a:ext uri="{FF2B5EF4-FFF2-40B4-BE49-F238E27FC236}">
                <a16:creationId xmlns:a16="http://schemas.microsoft.com/office/drawing/2014/main" id="{A3DF3F65-1C55-6C3A-ADF0-3E7FCA35C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422650"/>
            <a:ext cx="260350" cy="22860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72" name="Group 56">
            <a:extLst>
              <a:ext uri="{FF2B5EF4-FFF2-40B4-BE49-F238E27FC236}">
                <a16:creationId xmlns:a16="http://schemas.microsoft.com/office/drawing/2014/main" id="{1C64B79D-47E0-BE7F-CA12-747045CD8504}"/>
              </a:ext>
            </a:extLst>
          </p:cNvPr>
          <p:cNvGrpSpPr>
            <a:grpSpLocks/>
          </p:cNvGrpSpPr>
          <p:nvPr/>
        </p:nvGrpSpPr>
        <p:grpSpPr bwMode="auto">
          <a:xfrm>
            <a:off x="200025" y="3416300"/>
            <a:ext cx="1590675" cy="241300"/>
            <a:chOff x="126" y="2152"/>
            <a:chExt cx="1002" cy="152"/>
          </a:xfrm>
        </p:grpSpPr>
        <p:sp>
          <p:nvSpPr>
            <p:cNvPr id="9266" name="Rectangle 50">
              <a:extLst>
                <a:ext uri="{FF2B5EF4-FFF2-40B4-BE49-F238E27FC236}">
                  <a16:creationId xmlns:a16="http://schemas.microsoft.com/office/drawing/2014/main" id="{180F87B6-E4C7-4C76-949B-3632797E0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9267" name="Rectangle 51">
              <a:extLst>
                <a:ext uri="{FF2B5EF4-FFF2-40B4-BE49-F238E27FC236}">
                  <a16:creationId xmlns:a16="http://schemas.microsoft.com/office/drawing/2014/main" id="{96185190-54B3-1547-F5F2-C91E2464B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9268" name="Rectangle 52">
              <a:extLst>
                <a:ext uri="{FF2B5EF4-FFF2-40B4-BE49-F238E27FC236}">
                  <a16:creationId xmlns:a16="http://schemas.microsoft.com/office/drawing/2014/main" id="{B919F439-5E29-C2AE-6070-0107A9B3C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9269" name="Rectangle 53">
              <a:extLst>
                <a:ext uri="{FF2B5EF4-FFF2-40B4-BE49-F238E27FC236}">
                  <a16:creationId xmlns:a16="http://schemas.microsoft.com/office/drawing/2014/main" id="{062EC866-3CBC-833D-DA9E-C78EB6598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9270" name="Rectangle 54">
              <a:extLst>
                <a:ext uri="{FF2B5EF4-FFF2-40B4-BE49-F238E27FC236}">
                  <a16:creationId xmlns:a16="http://schemas.microsoft.com/office/drawing/2014/main" id="{B81410FC-5582-0CC8-8443-DEBD8FEF3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9271" name="Rectangle 55">
              <a:extLst>
                <a:ext uri="{FF2B5EF4-FFF2-40B4-BE49-F238E27FC236}">
                  <a16:creationId xmlns:a16="http://schemas.microsoft.com/office/drawing/2014/main" id="{CD9B35E0-C176-07AA-4707-FE4B1D636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" y="2152"/>
              <a:ext cx="172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 </a:t>
              </a:r>
            </a:p>
          </p:txBody>
        </p:sp>
      </p:grpSp>
      <p:sp>
        <p:nvSpPr>
          <p:cNvPr id="9273" name="Rectangle 57">
            <a:extLst>
              <a:ext uri="{FF2B5EF4-FFF2-40B4-BE49-F238E27FC236}">
                <a16:creationId xmlns:a16="http://schemas.microsoft.com/office/drawing/2014/main" id="{0FF8FDCE-2C98-2862-BEEB-704E5925E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3425825"/>
            <a:ext cx="260350" cy="22542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9274" name="Rectangle 58">
            <a:extLst>
              <a:ext uri="{FF2B5EF4-FFF2-40B4-BE49-F238E27FC236}">
                <a16:creationId xmlns:a16="http://schemas.microsoft.com/office/drawing/2014/main" id="{340C5167-14DB-0CD1-6418-B62C3158C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3679825"/>
            <a:ext cx="746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000" b="1">
                <a:latin typeface="Arial" panose="020B0604020202020204" pitchFamily="34" charset="0"/>
              </a:rPr>
              <a:t>^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405</TotalTime>
  <Words>609</Words>
  <Application>Microsoft Office PowerPoint</Application>
  <PresentationFormat>Custom</PresentationFormat>
  <Paragraphs>213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27</cp:revision>
  <dcterms:created xsi:type="dcterms:W3CDTF">1995-06-17T23:31:02Z</dcterms:created>
  <dcterms:modified xsi:type="dcterms:W3CDTF">2026-05-13T01:06:46Z</dcterms:modified>
</cp:coreProperties>
</file>