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517680"/>
            <a:ext cx="2933640" cy="252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Using Variables, Literals and Figurative Constants.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"/>
          <p:cNvGrpSpPr/>
          <p:nvPr/>
        </p:nvGrpSpPr>
        <p:grpSpPr>
          <a:xfrm>
            <a:off x="106200" y="2184480"/>
            <a:ext cx="1693800" cy="444240"/>
            <a:chOff x="106200" y="2184480"/>
            <a:chExt cx="1693800" cy="444240"/>
          </a:xfrm>
        </p:grpSpPr>
        <p:sp>
          <p:nvSpPr>
            <p:cNvPr id="10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12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8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19" name=""/>
              <p:cNvSpPr txBox="1"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"/>
              <p:cNvSpPr txBox="1"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"/>
              <p:cNvSpPr txBox="1"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"/>
              <p:cNvSpPr txBox="1"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"/>
              <p:cNvSpPr txBox="1"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"/>
              <p:cNvSpPr txBox="1"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0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5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26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30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32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33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2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43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44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58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5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4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7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3273480" y="100080"/>
            <a:ext cx="1022400" cy="216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Figurative Constant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313080" y="285840"/>
            <a:ext cx="852480" cy="216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String literal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3456000" y="422280"/>
            <a:ext cx="852480" cy="216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Numeric literal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2173320" y="96840"/>
            <a:ext cx="1274760" cy="5493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V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in the picture string marks the position of the decimal point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09640" y="1471680"/>
            <a:ext cx="1022400" cy="216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Figurative Constant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5240" y="1690560"/>
            <a:ext cx="1022400" cy="216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Figurative Constant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363680" y="3022560"/>
            <a:ext cx="1274760" cy="3826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position of the decimal point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"/>
          <p:cNvGrpSpPr/>
          <p:nvPr/>
        </p:nvGrpSpPr>
        <p:grpSpPr>
          <a:xfrm>
            <a:off x="106200" y="2184480"/>
            <a:ext cx="1693800" cy="444240"/>
            <a:chOff x="106200" y="2184480"/>
            <a:chExt cx="1693800" cy="444240"/>
          </a:xfrm>
        </p:grpSpPr>
        <p:sp>
          <p:nvSpPr>
            <p:cNvPr id="74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5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76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2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83" name=""/>
              <p:cNvSpPr txBox="1"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J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" name=""/>
              <p:cNvSpPr txBox="1"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o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" name=""/>
              <p:cNvSpPr txBox="1"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h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"/>
              <p:cNvSpPr txBox="1"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"/>
              <p:cNvSpPr txBox="1"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" name=""/>
              <p:cNvSpPr txBox="1"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89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90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94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96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97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4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107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108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1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1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122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5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4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7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8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04760" y="1266840"/>
            <a:ext cx="552960" cy="1019520"/>
          </a:xfrm>
          <a:custGeom>
            <a:avLst/>
            <a:gdLst/>
            <a:ahLst/>
            <a:rect l="0" t="0" r="r" b="b"/>
            <a:pathLst>
              <a:path fill="none" w="1536" h="2832">
                <a:moveTo>
                  <a:pt x="1536" y="0"/>
                </a:moveTo>
                <a:lnTo>
                  <a:pt x="1536" y="0"/>
                </a:lnTo>
                <a:lnTo>
                  <a:pt x="1536" y="0"/>
                </a:lnTo>
                <a:cubicBezTo>
                  <a:pt x="1266" y="0"/>
                  <a:pt x="1001" y="73"/>
                  <a:pt x="768" y="212"/>
                </a:cubicBezTo>
                <a:cubicBezTo>
                  <a:pt x="534" y="351"/>
                  <a:pt x="341" y="551"/>
                  <a:pt x="206" y="792"/>
                </a:cubicBezTo>
                <a:cubicBezTo>
                  <a:pt x="71" y="1033"/>
                  <a:pt x="0" y="1306"/>
                  <a:pt x="0" y="1584"/>
                </a:cubicBezTo>
                <a:cubicBezTo>
                  <a:pt x="0" y="1862"/>
                  <a:pt x="71" y="2135"/>
                  <a:pt x="206" y="2376"/>
                </a:cubicBezTo>
                <a:cubicBezTo>
                  <a:pt x="304" y="2552"/>
                  <a:pt x="435" y="2707"/>
                  <a:pt x="590" y="2832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"/>
          <p:cNvGrpSpPr/>
          <p:nvPr/>
        </p:nvGrpSpPr>
        <p:grpSpPr>
          <a:xfrm>
            <a:off x="106200" y="2184480"/>
            <a:ext cx="1693800" cy="444240"/>
            <a:chOff x="106200" y="2184480"/>
            <a:chExt cx="1693800" cy="444240"/>
          </a:xfrm>
        </p:grpSpPr>
        <p:sp>
          <p:nvSpPr>
            <p:cNvPr id="132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3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134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40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141" name=""/>
              <p:cNvSpPr txBox="1"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J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"/>
              <p:cNvSpPr txBox="1"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o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"/>
              <p:cNvSpPr txBox="1"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h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"/>
              <p:cNvSpPr txBox="1"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"/>
              <p:cNvSpPr txBox="1"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"/>
              <p:cNvSpPr txBox="1"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147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148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1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152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3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154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155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2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165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166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7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8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9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My name is</a:t>
            </a: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John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9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180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5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4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7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6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1495440" y="1486080"/>
            <a:ext cx="1486440" cy="1105200"/>
          </a:xfrm>
          <a:custGeom>
            <a:avLst/>
            <a:gdLst/>
            <a:ahLst/>
            <a:rect l="0" t="0" r="r" b="b"/>
            <a:pathLst>
              <a:path fill="none" w="4129" h="3070">
                <a:moveTo>
                  <a:pt x="0" y="0"/>
                </a:moveTo>
                <a:lnTo>
                  <a:pt x="0" y="0"/>
                </a:lnTo>
                <a:cubicBezTo>
                  <a:pt x="0" y="539"/>
                  <a:pt x="191" y="1068"/>
                  <a:pt x="553" y="1535"/>
                </a:cubicBezTo>
                <a:cubicBezTo>
                  <a:pt x="916" y="2002"/>
                  <a:pt x="1437" y="2389"/>
                  <a:pt x="2065" y="2659"/>
                </a:cubicBezTo>
                <a:cubicBezTo>
                  <a:pt x="2692" y="2928"/>
                  <a:pt x="3404" y="3070"/>
                  <a:pt x="4129" y="3070"/>
                </a:cubicBezTo>
              </a:path>
            </a:pathLst>
          </a:custGeom>
          <a:ln w="12600">
            <a:solidFill>
              <a:srgbClr val="00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168560" y="2619360"/>
            <a:ext cx="3004200" cy="619560"/>
          </a:xfrm>
          <a:custGeom>
            <a:avLst/>
            <a:gdLst/>
            <a:ahLst/>
            <a:rect l="0" t="0" r="r" b="b"/>
            <a:pathLst>
              <a:path fill="none" w="8345" h="1721">
                <a:moveTo>
                  <a:pt x="0" y="0"/>
                </a:moveTo>
                <a:lnTo>
                  <a:pt x="0" y="0"/>
                </a:lnTo>
                <a:cubicBezTo>
                  <a:pt x="0" y="302"/>
                  <a:pt x="195" y="599"/>
                  <a:pt x="564" y="860"/>
                </a:cubicBezTo>
                <a:cubicBezTo>
                  <a:pt x="934" y="1122"/>
                  <a:pt x="1466" y="1339"/>
                  <a:pt x="2106" y="1490"/>
                </a:cubicBezTo>
                <a:cubicBezTo>
                  <a:pt x="2746" y="1641"/>
                  <a:pt x="3472" y="1721"/>
                  <a:pt x="4212" y="1721"/>
                </a:cubicBezTo>
                <a:cubicBezTo>
                  <a:pt x="4951" y="1721"/>
                  <a:pt x="5677" y="1641"/>
                  <a:pt x="6317" y="1490"/>
                </a:cubicBezTo>
                <a:cubicBezTo>
                  <a:pt x="6957" y="1339"/>
                  <a:pt x="7489" y="1122"/>
                  <a:pt x="7859" y="860"/>
                </a:cubicBezTo>
                <a:cubicBezTo>
                  <a:pt x="8092" y="695"/>
                  <a:pt x="8256" y="516"/>
                  <a:pt x="8345" y="329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"/>
          <p:cNvGrpSpPr/>
          <p:nvPr/>
        </p:nvGrpSpPr>
        <p:grpSpPr>
          <a:xfrm>
            <a:off x="106200" y="2184480"/>
            <a:ext cx="1693800" cy="444240"/>
            <a:chOff x="106200" y="2184480"/>
            <a:chExt cx="1693800" cy="444240"/>
          </a:xfrm>
        </p:grpSpPr>
        <p:sp>
          <p:nvSpPr>
            <p:cNvPr id="191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2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193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4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5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7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8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99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200" name=""/>
              <p:cNvSpPr txBox="1"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T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1" name=""/>
              <p:cNvSpPr txBox="1"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o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2" name=""/>
              <p:cNvSpPr txBox="1"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m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3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4" name=""/>
              <p:cNvSpPr txBox="1"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5" name=""/>
              <p:cNvSpPr txBox="1"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06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207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10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211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13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214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3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224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225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27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My name is</a:t>
            </a: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John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8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239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5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4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7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5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9360" y="2486160"/>
            <a:ext cx="258480" cy="532440"/>
          </a:xfrm>
          <a:custGeom>
            <a:avLst/>
            <a:gdLst/>
            <a:ahLst/>
            <a:rect l="0" t="0" r="r" b="b"/>
            <a:pathLst>
              <a:path fill="none" w="718" h="1479">
                <a:moveTo>
                  <a:pt x="708" y="0"/>
                </a:moveTo>
                <a:lnTo>
                  <a:pt x="708" y="0"/>
                </a:lnTo>
                <a:cubicBezTo>
                  <a:pt x="599" y="11"/>
                  <a:pt x="493" y="44"/>
                  <a:pt x="398" y="95"/>
                </a:cubicBezTo>
                <a:cubicBezTo>
                  <a:pt x="277" y="160"/>
                  <a:pt x="176" y="254"/>
                  <a:pt x="107" y="367"/>
                </a:cubicBezTo>
                <a:cubicBezTo>
                  <a:pt x="37" y="480"/>
                  <a:pt x="0" y="609"/>
                  <a:pt x="0" y="739"/>
                </a:cubicBezTo>
                <a:cubicBezTo>
                  <a:pt x="0" y="870"/>
                  <a:pt x="37" y="998"/>
                  <a:pt x="107" y="1111"/>
                </a:cubicBezTo>
                <a:cubicBezTo>
                  <a:pt x="176" y="1224"/>
                  <a:pt x="277" y="1318"/>
                  <a:pt x="398" y="1383"/>
                </a:cubicBezTo>
                <a:cubicBezTo>
                  <a:pt x="496" y="1436"/>
                  <a:pt x="605" y="1469"/>
                  <a:pt x="718" y="1479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" name=""/>
          <p:cNvGrpSpPr/>
          <p:nvPr/>
        </p:nvGrpSpPr>
        <p:grpSpPr>
          <a:xfrm>
            <a:off x="106200" y="2184480"/>
            <a:ext cx="1693800" cy="444240"/>
            <a:chOff x="106200" y="2184480"/>
            <a:chExt cx="1693800" cy="444240"/>
          </a:xfrm>
        </p:grpSpPr>
        <p:sp>
          <p:nvSpPr>
            <p:cNvPr id="249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50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251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57" name=""/>
            <p:cNvGrpSpPr/>
            <p:nvPr/>
          </p:nvGrpSpPr>
          <p:grpSpPr>
            <a:xfrm>
              <a:off x="209520" y="2387520"/>
              <a:ext cx="1590480" cy="241200"/>
              <a:chOff x="209520" y="2387520"/>
              <a:chExt cx="1590480" cy="241200"/>
            </a:xfrm>
          </p:grpSpPr>
          <p:sp>
            <p:nvSpPr>
              <p:cNvPr id="258" name=""/>
              <p:cNvSpPr txBox="1"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T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"/>
              <p:cNvSpPr txBox="1"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o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"/>
              <p:cNvSpPr txBox="1"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m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"/>
              <p:cNvSpPr/>
              <p:nvPr/>
            </p:nvSpPr>
            <p:spPr>
              <a:xfrm>
                <a:off x="100008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"/>
              <p:cNvSpPr txBox="1"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"/>
              <p:cNvSpPr txBox="1"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2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 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64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265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7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68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269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71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272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3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4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7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8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9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1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282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283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5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6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My name is</a:t>
            </a: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John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6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297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8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9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2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3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206360" y="2901960"/>
            <a:ext cx="1535040" cy="4906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Fills the field with the Figurative Constant Zeros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"/>
          <p:cNvGrpSpPr/>
          <p:nvPr/>
        </p:nvGrpSpPr>
        <p:grpSpPr>
          <a:xfrm>
            <a:off x="106200" y="2184480"/>
            <a:ext cx="1693800" cy="459360"/>
            <a:chOff x="106200" y="2184480"/>
            <a:chExt cx="1693800" cy="459360"/>
          </a:xfrm>
        </p:grpSpPr>
        <p:sp>
          <p:nvSpPr>
            <p:cNvPr id="307" name=""/>
            <p:cNvSpPr txBox="1"/>
            <p:nvPr/>
          </p:nvSpPr>
          <p:spPr>
            <a:xfrm>
              <a:off x="106200" y="218448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08" name=""/>
            <p:cNvGrpSpPr/>
            <p:nvPr/>
          </p:nvGrpSpPr>
          <p:grpSpPr>
            <a:xfrm>
              <a:off x="209520" y="2387520"/>
              <a:ext cx="1590480" cy="256320"/>
              <a:chOff x="209520" y="2387520"/>
              <a:chExt cx="1590480" cy="256320"/>
            </a:xfrm>
          </p:grpSpPr>
          <p:sp>
            <p:nvSpPr>
              <p:cNvPr id="309" name=""/>
              <p:cNvSpPr/>
              <p:nvPr/>
            </p:nvSpPr>
            <p:spPr>
              <a:xfrm>
                <a:off x="2095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"/>
              <p:cNvSpPr/>
              <p:nvPr/>
            </p:nvSpPr>
            <p:spPr>
              <a:xfrm>
                <a:off x="47304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"/>
              <p:cNvSpPr/>
              <p:nvPr/>
            </p:nvSpPr>
            <p:spPr>
              <a:xfrm>
                <a:off x="73656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"/>
              <p:cNvSpPr txBox="1"/>
              <p:nvPr/>
            </p:nvSpPr>
            <p:spPr>
              <a:xfrm>
                <a:off x="1000080" y="2387520"/>
                <a:ext cx="272880" cy="25632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800" b="1" u="none" strike="noStrike">
                    <a:solidFill>
                      <a:srgbClr val="FF3300"/>
                    </a:solidFill>
                    <a:effectLst/>
                    <a:uFillTx/>
                    <a:latin typeface="Arial"/>
                    <a:ea typeface="Arial"/>
                  </a:rPr>
                  <a:t>-</a:t>
                </a: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"/>
              <p:cNvSpPr/>
              <p:nvPr/>
            </p:nvSpPr>
            <p:spPr>
              <a:xfrm>
                <a:off x="126360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"/>
              <p:cNvSpPr/>
              <p:nvPr/>
            </p:nvSpPr>
            <p:spPr>
              <a:xfrm>
                <a:off x="1527120" y="2387520"/>
                <a:ext cx="272880" cy="241200"/>
              </a:xfrm>
              <a:prstGeom prst="rect">
                <a:avLst/>
              </a:prstGeom>
              <a:solidFill>
                <a:srgbClr val="EAEAE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grpSp>
            <p:nvGrpSpPr>
              <p:cNvPr id="315" name=""/>
              <p:cNvGrpSpPr/>
              <p:nvPr/>
            </p:nvGrpSpPr>
            <p:grpSpPr>
              <a:xfrm>
                <a:off x="209520" y="2387520"/>
                <a:ext cx="1590480" cy="256320"/>
                <a:chOff x="209520" y="2387520"/>
                <a:chExt cx="1590480" cy="256320"/>
              </a:xfrm>
            </p:grpSpPr>
            <p:sp>
              <p:nvSpPr>
                <p:cNvPr id="316" name=""/>
                <p:cNvSpPr txBox="1"/>
                <p:nvPr/>
              </p:nvSpPr>
              <p:spPr>
                <a:xfrm>
                  <a:off x="209520" y="2387520"/>
                  <a:ext cx="272880" cy="256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0" tIns="0" rIns="0" bIns="0" anchor="t">
                  <a:spAutoFit/>
                </a:bodyPr>
                <a:p>
                  <a:pPr algn="ctr">
                    <a:lnSpc>
                      <a:spcPct val="100000"/>
                    </a:lnSpc>
                  </a:pPr>
                  <a:r>
                    <a:rPr lang="en-US" sz="1800" b="1" u="none" strike="noStrike">
                      <a:solidFill>
                        <a:srgbClr val="FF3300"/>
                      </a:solidFill>
                      <a:effectLst/>
                      <a:uFillTx/>
                      <a:latin typeface="Arial"/>
                      <a:ea typeface="Arial"/>
                    </a:rPr>
                    <a:t>-</a:t>
                  </a: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317" name=""/>
                <p:cNvSpPr txBox="1"/>
                <p:nvPr/>
              </p:nvSpPr>
              <p:spPr>
                <a:xfrm>
                  <a:off x="473040" y="2387520"/>
                  <a:ext cx="272880" cy="256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0" tIns="0" rIns="0" bIns="0" anchor="t">
                  <a:spAutoFit/>
                </a:bodyPr>
                <a:p>
                  <a:pPr algn="ctr">
                    <a:lnSpc>
                      <a:spcPct val="100000"/>
                    </a:lnSpc>
                  </a:pPr>
                  <a:r>
                    <a:rPr lang="en-US" sz="1800" b="1" u="none" strike="noStrike">
                      <a:solidFill>
                        <a:srgbClr val="FF3300"/>
                      </a:solidFill>
                      <a:effectLst/>
                      <a:uFillTx/>
                      <a:latin typeface="Arial"/>
                      <a:ea typeface="Arial"/>
                    </a:rPr>
                    <a:t>-</a:t>
                  </a: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318" name=""/>
                <p:cNvSpPr txBox="1"/>
                <p:nvPr/>
              </p:nvSpPr>
              <p:spPr>
                <a:xfrm>
                  <a:off x="736560" y="2387520"/>
                  <a:ext cx="272880" cy="256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0" tIns="0" rIns="0" bIns="0" anchor="t">
                  <a:spAutoFit/>
                </a:bodyPr>
                <a:p>
                  <a:pPr algn="ctr">
                    <a:lnSpc>
                      <a:spcPct val="100000"/>
                    </a:lnSpc>
                  </a:pPr>
                  <a:r>
                    <a:rPr lang="en-US" sz="1800" b="1" u="none" strike="noStrike">
                      <a:solidFill>
                        <a:srgbClr val="FF3300"/>
                      </a:solidFill>
                      <a:effectLst/>
                      <a:uFillTx/>
                      <a:latin typeface="Arial"/>
                      <a:ea typeface="Arial"/>
                    </a:rPr>
                    <a:t>-</a:t>
                  </a: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319" name=""/>
                <p:cNvSpPr/>
                <p:nvPr/>
              </p:nvSpPr>
              <p:spPr>
                <a:xfrm>
                  <a:off x="1000080" y="2387520"/>
                  <a:ext cx="272880" cy="2412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90000" tIns="45000" rIns="90000" bIns="4500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320" name=""/>
                <p:cNvSpPr txBox="1"/>
                <p:nvPr/>
              </p:nvSpPr>
              <p:spPr>
                <a:xfrm>
                  <a:off x="1263600" y="2387520"/>
                  <a:ext cx="272880" cy="256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0" tIns="0" rIns="0" bIns="0" anchor="t">
                  <a:spAutoFit/>
                </a:bodyPr>
                <a:p>
                  <a:pPr algn="ctr">
                    <a:lnSpc>
                      <a:spcPct val="100000"/>
                    </a:lnSpc>
                  </a:pPr>
                  <a:r>
                    <a:rPr lang="en-US" sz="1800" b="1" u="none" strike="noStrike">
                      <a:solidFill>
                        <a:srgbClr val="FF3300"/>
                      </a:solidFill>
                      <a:effectLst/>
                      <a:uFillTx/>
                      <a:latin typeface="Arial"/>
                      <a:ea typeface="Arial"/>
                    </a:rPr>
                    <a:t>-</a:t>
                  </a:r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321" name=""/>
                <p:cNvSpPr txBox="1"/>
                <p:nvPr/>
              </p:nvSpPr>
              <p:spPr>
                <a:xfrm>
                  <a:off x="1527120" y="2387520"/>
                  <a:ext cx="272880" cy="256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txBody>
                <a:bodyPr lIns="0" tIns="0" rIns="0" bIns="0" anchor="t">
                  <a:spAutoFit/>
                </a:bodyPr>
                <a:p>
                  <a:pPr algn="ctr">
                    <a:lnSpc>
                      <a:spcPct val="100000"/>
                    </a:lnSpc>
                  </a:pPr>
                  <a:r>
                    <a:rPr lang="en-US" sz="1800" b="1" u="none" strike="noStrike">
                      <a:solidFill>
                        <a:srgbClr val="FF3300"/>
                      </a:solidFill>
                      <a:effectLst/>
                      <a:uFillTx/>
                      <a:latin typeface="Arial"/>
                      <a:ea typeface="Arial"/>
                    </a:rPr>
                    <a:t>-</a:t>
                  </a:r>
                  <a:r>
                    <a:rPr lang="en-US" sz="1200" b="1" u="none" strike="noStrike">
                      <a:solidFill>
                        <a:srgbClr val="000000"/>
                      </a:solidFill>
                      <a:effectLst/>
                      <a:uFillTx/>
                      <a:latin typeface="Arial"/>
                      <a:ea typeface="Arial"/>
                    </a:rPr>
                    <a:t> </a:t>
                  </a:r>
                  <a:endParaRPr lang="en-US" sz="12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</p:grpSp>
      </p:grpSp>
      <p:grpSp>
        <p:nvGrpSpPr>
          <p:cNvPr id="322" name=""/>
          <p:cNvGrpSpPr/>
          <p:nvPr/>
        </p:nvGrpSpPr>
        <p:grpSpPr>
          <a:xfrm>
            <a:off x="31680" y="30240"/>
            <a:ext cx="3892680" cy="2170440"/>
            <a:chOff x="31680" y="30240"/>
            <a:chExt cx="3892680" cy="2170440"/>
          </a:xfrm>
        </p:grpSpPr>
        <p:sp>
          <p:nvSpPr>
            <p:cNvPr id="323" name=""/>
            <p:cNvSpPr txBox="1"/>
            <p:nvPr/>
          </p:nvSpPr>
          <p:spPr>
            <a:xfrm>
              <a:off x="47520" y="34920"/>
              <a:ext cx="3809880" cy="215568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 PIC X(6) VALUE ZEROS.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OtherName   PIC X(3) VALUE "Tom".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ShopTotal   PIC 9(5)V99 VALUE 534.75.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OtherName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ZEROS TO ShopTotal.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ALL "-" TO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"/>
            <p:cNvSpPr/>
            <p:nvPr/>
          </p:nvSpPr>
          <p:spPr>
            <a:xfrm>
              <a:off x="49320" y="30240"/>
              <a:ext cx="3527640" cy="155880"/>
            </a:xfrm>
            <a:custGeom>
              <a:avLst/>
              <a:gdLst/>
              <a:ahLst/>
              <a:rect l="0" t="0" r="r" b="b"/>
              <a:pathLst>
                <a:path w="9799" h="433">
                  <a:moveTo>
                    <a:pt x="9799" y="8"/>
                  </a:moveTo>
                  <a:lnTo>
                    <a:pt x="9799" y="0"/>
                  </a:lnTo>
                  <a:lnTo>
                    <a:pt x="9799" y="8"/>
                  </a:lnTo>
                  <a:lnTo>
                    <a:pt x="9794" y="22"/>
                  </a:lnTo>
                  <a:lnTo>
                    <a:pt x="9772" y="22"/>
                  </a:lnTo>
                  <a:lnTo>
                    <a:pt x="9693" y="61"/>
                  </a:lnTo>
                  <a:lnTo>
                    <a:pt x="9640" y="101"/>
                  </a:lnTo>
                  <a:lnTo>
                    <a:pt x="9600" y="141"/>
                  </a:lnTo>
                  <a:lnTo>
                    <a:pt x="9561" y="141"/>
                  </a:lnTo>
                  <a:lnTo>
                    <a:pt x="9521" y="154"/>
                  </a:lnTo>
                  <a:lnTo>
                    <a:pt x="9481" y="154"/>
                  </a:lnTo>
                  <a:lnTo>
                    <a:pt x="9442" y="154"/>
                  </a:lnTo>
                  <a:lnTo>
                    <a:pt x="9402" y="154"/>
                  </a:lnTo>
                  <a:lnTo>
                    <a:pt x="9362" y="154"/>
                  </a:lnTo>
                  <a:lnTo>
                    <a:pt x="9323" y="154"/>
                  </a:lnTo>
                  <a:lnTo>
                    <a:pt x="9283" y="180"/>
                  </a:lnTo>
                  <a:lnTo>
                    <a:pt x="9257" y="221"/>
                  </a:lnTo>
                  <a:lnTo>
                    <a:pt x="9230" y="261"/>
                  </a:lnTo>
                  <a:lnTo>
                    <a:pt x="9190" y="274"/>
                  </a:lnTo>
                  <a:lnTo>
                    <a:pt x="9151" y="274"/>
                  </a:lnTo>
                  <a:lnTo>
                    <a:pt x="9111" y="247"/>
                  </a:lnTo>
                  <a:lnTo>
                    <a:pt x="9058" y="221"/>
                  </a:lnTo>
                  <a:lnTo>
                    <a:pt x="9018" y="221"/>
                  </a:lnTo>
                  <a:lnTo>
                    <a:pt x="8979" y="207"/>
                  </a:lnTo>
                  <a:lnTo>
                    <a:pt x="8939" y="180"/>
                  </a:lnTo>
                  <a:lnTo>
                    <a:pt x="8899" y="167"/>
                  </a:lnTo>
                  <a:lnTo>
                    <a:pt x="8846" y="167"/>
                  </a:lnTo>
                  <a:lnTo>
                    <a:pt x="8807" y="154"/>
                  </a:lnTo>
                  <a:lnTo>
                    <a:pt x="8767" y="141"/>
                  </a:lnTo>
                  <a:lnTo>
                    <a:pt x="8727" y="127"/>
                  </a:lnTo>
                  <a:lnTo>
                    <a:pt x="8688" y="127"/>
                  </a:lnTo>
                  <a:lnTo>
                    <a:pt x="8648" y="114"/>
                  </a:lnTo>
                  <a:lnTo>
                    <a:pt x="8608" y="101"/>
                  </a:lnTo>
                  <a:lnTo>
                    <a:pt x="8569" y="88"/>
                  </a:lnTo>
                  <a:lnTo>
                    <a:pt x="8529" y="74"/>
                  </a:lnTo>
                  <a:lnTo>
                    <a:pt x="8516" y="114"/>
                  </a:lnTo>
                  <a:lnTo>
                    <a:pt x="8463" y="127"/>
                  </a:lnTo>
                  <a:lnTo>
                    <a:pt x="8410" y="127"/>
                  </a:lnTo>
                  <a:lnTo>
                    <a:pt x="8370" y="141"/>
                  </a:lnTo>
                  <a:lnTo>
                    <a:pt x="8330" y="167"/>
                  </a:lnTo>
                  <a:lnTo>
                    <a:pt x="8317" y="207"/>
                  </a:lnTo>
                  <a:lnTo>
                    <a:pt x="8278" y="221"/>
                  </a:lnTo>
                  <a:lnTo>
                    <a:pt x="8238" y="221"/>
                  </a:lnTo>
                  <a:lnTo>
                    <a:pt x="8198" y="221"/>
                  </a:lnTo>
                  <a:lnTo>
                    <a:pt x="8158" y="247"/>
                  </a:lnTo>
                  <a:lnTo>
                    <a:pt x="8119" y="261"/>
                  </a:lnTo>
                  <a:lnTo>
                    <a:pt x="8079" y="274"/>
                  </a:lnTo>
                  <a:lnTo>
                    <a:pt x="8039" y="287"/>
                  </a:lnTo>
                  <a:lnTo>
                    <a:pt x="8000" y="314"/>
                  </a:lnTo>
                  <a:lnTo>
                    <a:pt x="7960" y="327"/>
                  </a:lnTo>
                  <a:lnTo>
                    <a:pt x="7920" y="327"/>
                  </a:lnTo>
                  <a:lnTo>
                    <a:pt x="7881" y="314"/>
                  </a:lnTo>
                  <a:lnTo>
                    <a:pt x="7841" y="287"/>
                  </a:lnTo>
                  <a:lnTo>
                    <a:pt x="7788" y="274"/>
                  </a:lnTo>
                  <a:lnTo>
                    <a:pt x="7748" y="261"/>
                  </a:lnTo>
                  <a:lnTo>
                    <a:pt x="7709" y="247"/>
                  </a:lnTo>
                  <a:lnTo>
                    <a:pt x="7669" y="234"/>
                  </a:lnTo>
                  <a:lnTo>
                    <a:pt x="7629" y="234"/>
                  </a:lnTo>
                  <a:lnTo>
                    <a:pt x="7590" y="207"/>
                  </a:lnTo>
                  <a:lnTo>
                    <a:pt x="7550" y="194"/>
                  </a:lnTo>
                  <a:lnTo>
                    <a:pt x="7510" y="194"/>
                  </a:lnTo>
                  <a:lnTo>
                    <a:pt x="7471" y="180"/>
                  </a:lnTo>
                  <a:lnTo>
                    <a:pt x="7431" y="180"/>
                  </a:lnTo>
                  <a:lnTo>
                    <a:pt x="7378" y="167"/>
                  </a:lnTo>
                  <a:lnTo>
                    <a:pt x="7325" y="154"/>
                  </a:lnTo>
                  <a:lnTo>
                    <a:pt x="7285" y="141"/>
                  </a:lnTo>
                  <a:lnTo>
                    <a:pt x="7246" y="127"/>
                  </a:lnTo>
                  <a:lnTo>
                    <a:pt x="7206" y="127"/>
                  </a:lnTo>
                  <a:lnTo>
                    <a:pt x="7166" y="127"/>
                  </a:lnTo>
                  <a:lnTo>
                    <a:pt x="7127" y="127"/>
                  </a:lnTo>
                  <a:lnTo>
                    <a:pt x="7087" y="127"/>
                  </a:lnTo>
                  <a:lnTo>
                    <a:pt x="7047" y="127"/>
                  </a:lnTo>
                  <a:lnTo>
                    <a:pt x="7008" y="127"/>
                  </a:lnTo>
                  <a:lnTo>
                    <a:pt x="6955" y="127"/>
                  </a:lnTo>
                  <a:lnTo>
                    <a:pt x="6915" y="114"/>
                  </a:lnTo>
                  <a:lnTo>
                    <a:pt x="6875" y="88"/>
                  </a:lnTo>
                  <a:lnTo>
                    <a:pt x="6836" y="88"/>
                  </a:lnTo>
                  <a:lnTo>
                    <a:pt x="6796" y="88"/>
                  </a:lnTo>
                  <a:lnTo>
                    <a:pt x="6769" y="127"/>
                  </a:lnTo>
                  <a:lnTo>
                    <a:pt x="6730" y="154"/>
                  </a:lnTo>
                  <a:lnTo>
                    <a:pt x="6690" y="167"/>
                  </a:lnTo>
                  <a:lnTo>
                    <a:pt x="6650" y="207"/>
                  </a:lnTo>
                  <a:lnTo>
                    <a:pt x="6611" y="221"/>
                  </a:lnTo>
                  <a:lnTo>
                    <a:pt x="6571" y="234"/>
                  </a:lnTo>
                  <a:lnTo>
                    <a:pt x="6531" y="247"/>
                  </a:lnTo>
                  <a:lnTo>
                    <a:pt x="6492" y="247"/>
                  </a:lnTo>
                  <a:lnTo>
                    <a:pt x="6452" y="234"/>
                  </a:lnTo>
                  <a:lnTo>
                    <a:pt x="6412" y="207"/>
                  </a:lnTo>
                  <a:lnTo>
                    <a:pt x="6373" y="194"/>
                  </a:lnTo>
                  <a:lnTo>
                    <a:pt x="6333" y="194"/>
                  </a:lnTo>
                  <a:lnTo>
                    <a:pt x="6293" y="180"/>
                  </a:lnTo>
                  <a:lnTo>
                    <a:pt x="6253" y="167"/>
                  </a:lnTo>
                  <a:lnTo>
                    <a:pt x="6214" y="141"/>
                  </a:lnTo>
                  <a:lnTo>
                    <a:pt x="6174" y="141"/>
                  </a:lnTo>
                  <a:lnTo>
                    <a:pt x="6134" y="114"/>
                  </a:lnTo>
                  <a:lnTo>
                    <a:pt x="6095" y="101"/>
                  </a:lnTo>
                  <a:lnTo>
                    <a:pt x="6055" y="101"/>
                  </a:lnTo>
                  <a:lnTo>
                    <a:pt x="6015" y="88"/>
                  </a:lnTo>
                  <a:lnTo>
                    <a:pt x="5976" y="88"/>
                  </a:lnTo>
                  <a:lnTo>
                    <a:pt x="5923" y="74"/>
                  </a:lnTo>
                  <a:lnTo>
                    <a:pt x="5883" y="61"/>
                  </a:lnTo>
                  <a:lnTo>
                    <a:pt x="5843" y="61"/>
                  </a:lnTo>
                  <a:lnTo>
                    <a:pt x="5804" y="61"/>
                  </a:lnTo>
                  <a:lnTo>
                    <a:pt x="5764" y="61"/>
                  </a:lnTo>
                  <a:lnTo>
                    <a:pt x="5724" y="61"/>
                  </a:lnTo>
                  <a:lnTo>
                    <a:pt x="5685" y="74"/>
                  </a:lnTo>
                  <a:lnTo>
                    <a:pt x="5645" y="101"/>
                  </a:lnTo>
                  <a:lnTo>
                    <a:pt x="5605" y="141"/>
                  </a:lnTo>
                  <a:lnTo>
                    <a:pt x="5566" y="167"/>
                  </a:lnTo>
                  <a:lnTo>
                    <a:pt x="5526" y="194"/>
                  </a:lnTo>
                  <a:lnTo>
                    <a:pt x="5486" y="221"/>
                  </a:lnTo>
                  <a:lnTo>
                    <a:pt x="5447" y="234"/>
                  </a:lnTo>
                  <a:lnTo>
                    <a:pt x="5407" y="234"/>
                  </a:lnTo>
                  <a:lnTo>
                    <a:pt x="5367" y="234"/>
                  </a:lnTo>
                  <a:lnTo>
                    <a:pt x="5327" y="247"/>
                  </a:lnTo>
                  <a:lnTo>
                    <a:pt x="5275" y="247"/>
                  </a:lnTo>
                  <a:lnTo>
                    <a:pt x="5235" y="261"/>
                  </a:lnTo>
                  <a:lnTo>
                    <a:pt x="5182" y="274"/>
                  </a:lnTo>
                  <a:lnTo>
                    <a:pt x="5142" y="287"/>
                  </a:lnTo>
                  <a:lnTo>
                    <a:pt x="5103" y="287"/>
                  </a:lnTo>
                  <a:lnTo>
                    <a:pt x="5063" y="300"/>
                  </a:lnTo>
                  <a:lnTo>
                    <a:pt x="5023" y="300"/>
                  </a:lnTo>
                  <a:lnTo>
                    <a:pt x="4983" y="300"/>
                  </a:lnTo>
                  <a:lnTo>
                    <a:pt x="4944" y="300"/>
                  </a:lnTo>
                  <a:lnTo>
                    <a:pt x="4904" y="300"/>
                  </a:lnTo>
                  <a:lnTo>
                    <a:pt x="4863" y="287"/>
                  </a:lnTo>
                  <a:lnTo>
                    <a:pt x="4837" y="247"/>
                  </a:lnTo>
                  <a:lnTo>
                    <a:pt x="4784" y="207"/>
                  </a:lnTo>
                  <a:lnTo>
                    <a:pt x="4744" y="194"/>
                  </a:lnTo>
                  <a:lnTo>
                    <a:pt x="4691" y="167"/>
                  </a:lnTo>
                  <a:lnTo>
                    <a:pt x="4652" y="141"/>
                  </a:lnTo>
                  <a:lnTo>
                    <a:pt x="4599" y="141"/>
                  </a:lnTo>
                  <a:lnTo>
                    <a:pt x="4559" y="127"/>
                  </a:lnTo>
                  <a:lnTo>
                    <a:pt x="4519" y="101"/>
                  </a:lnTo>
                  <a:lnTo>
                    <a:pt x="4480" y="101"/>
                  </a:lnTo>
                  <a:lnTo>
                    <a:pt x="4440" y="88"/>
                  </a:lnTo>
                  <a:lnTo>
                    <a:pt x="4387" y="114"/>
                  </a:lnTo>
                  <a:lnTo>
                    <a:pt x="4347" y="141"/>
                  </a:lnTo>
                  <a:lnTo>
                    <a:pt x="4308" y="167"/>
                  </a:lnTo>
                  <a:lnTo>
                    <a:pt x="4268" y="180"/>
                  </a:lnTo>
                  <a:lnTo>
                    <a:pt x="4228" y="194"/>
                  </a:lnTo>
                  <a:lnTo>
                    <a:pt x="4176" y="221"/>
                  </a:lnTo>
                  <a:lnTo>
                    <a:pt x="4136" y="234"/>
                  </a:lnTo>
                  <a:lnTo>
                    <a:pt x="4096" y="261"/>
                  </a:lnTo>
                  <a:lnTo>
                    <a:pt x="4056" y="261"/>
                  </a:lnTo>
                  <a:lnTo>
                    <a:pt x="4017" y="261"/>
                  </a:lnTo>
                  <a:lnTo>
                    <a:pt x="3964" y="247"/>
                  </a:lnTo>
                  <a:lnTo>
                    <a:pt x="3937" y="207"/>
                  </a:lnTo>
                  <a:lnTo>
                    <a:pt x="3898" y="180"/>
                  </a:lnTo>
                  <a:lnTo>
                    <a:pt x="3858" y="154"/>
                  </a:lnTo>
                  <a:lnTo>
                    <a:pt x="3818" y="114"/>
                  </a:lnTo>
                  <a:lnTo>
                    <a:pt x="3779" y="88"/>
                  </a:lnTo>
                  <a:lnTo>
                    <a:pt x="3739" y="61"/>
                  </a:lnTo>
                  <a:lnTo>
                    <a:pt x="3699" y="48"/>
                  </a:lnTo>
                  <a:lnTo>
                    <a:pt x="3660" y="48"/>
                  </a:lnTo>
                  <a:lnTo>
                    <a:pt x="3620" y="48"/>
                  </a:lnTo>
                  <a:lnTo>
                    <a:pt x="3580" y="61"/>
                  </a:lnTo>
                  <a:lnTo>
                    <a:pt x="3541" y="61"/>
                  </a:lnTo>
                  <a:lnTo>
                    <a:pt x="3501" y="61"/>
                  </a:lnTo>
                  <a:lnTo>
                    <a:pt x="3461" y="61"/>
                  </a:lnTo>
                  <a:lnTo>
                    <a:pt x="3421" y="61"/>
                  </a:lnTo>
                  <a:lnTo>
                    <a:pt x="3382" y="74"/>
                  </a:lnTo>
                  <a:lnTo>
                    <a:pt x="3342" y="74"/>
                  </a:lnTo>
                  <a:lnTo>
                    <a:pt x="3302" y="74"/>
                  </a:lnTo>
                  <a:lnTo>
                    <a:pt x="3263" y="74"/>
                  </a:lnTo>
                  <a:lnTo>
                    <a:pt x="3223" y="88"/>
                  </a:lnTo>
                  <a:lnTo>
                    <a:pt x="3183" y="88"/>
                  </a:lnTo>
                  <a:lnTo>
                    <a:pt x="3144" y="88"/>
                  </a:lnTo>
                  <a:lnTo>
                    <a:pt x="3104" y="88"/>
                  </a:lnTo>
                  <a:lnTo>
                    <a:pt x="3064" y="88"/>
                  </a:lnTo>
                  <a:lnTo>
                    <a:pt x="3025" y="88"/>
                  </a:lnTo>
                  <a:lnTo>
                    <a:pt x="2985" y="101"/>
                  </a:lnTo>
                  <a:lnTo>
                    <a:pt x="2945" y="127"/>
                  </a:lnTo>
                  <a:lnTo>
                    <a:pt x="2906" y="141"/>
                  </a:lnTo>
                  <a:lnTo>
                    <a:pt x="2866" y="167"/>
                  </a:lnTo>
                  <a:lnTo>
                    <a:pt x="2826" y="180"/>
                  </a:lnTo>
                  <a:lnTo>
                    <a:pt x="2786" y="221"/>
                  </a:lnTo>
                  <a:lnTo>
                    <a:pt x="2747" y="234"/>
                  </a:lnTo>
                  <a:lnTo>
                    <a:pt x="2707" y="247"/>
                  </a:lnTo>
                  <a:lnTo>
                    <a:pt x="2654" y="261"/>
                  </a:lnTo>
                  <a:lnTo>
                    <a:pt x="2614" y="274"/>
                  </a:lnTo>
                  <a:lnTo>
                    <a:pt x="2575" y="287"/>
                  </a:lnTo>
                  <a:lnTo>
                    <a:pt x="2535" y="287"/>
                  </a:lnTo>
                  <a:lnTo>
                    <a:pt x="2495" y="287"/>
                  </a:lnTo>
                  <a:lnTo>
                    <a:pt x="2456" y="261"/>
                  </a:lnTo>
                  <a:lnTo>
                    <a:pt x="2416" y="234"/>
                  </a:lnTo>
                  <a:lnTo>
                    <a:pt x="2376" y="221"/>
                  </a:lnTo>
                  <a:lnTo>
                    <a:pt x="2337" y="194"/>
                  </a:lnTo>
                  <a:lnTo>
                    <a:pt x="2284" y="194"/>
                  </a:lnTo>
                  <a:lnTo>
                    <a:pt x="2231" y="180"/>
                  </a:lnTo>
                  <a:lnTo>
                    <a:pt x="2218" y="141"/>
                  </a:lnTo>
                  <a:lnTo>
                    <a:pt x="2178" y="127"/>
                  </a:lnTo>
                  <a:lnTo>
                    <a:pt x="2138" y="127"/>
                  </a:lnTo>
                  <a:lnTo>
                    <a:pt x="2085" y="127"/>
                  </a:lnTo>
                  <a:lnTo>
                    <a:pt x="2046" y="127"/>
                  </a:lnTo>
                  <a:lnTo>
                    <a:pt x="2006" y="127"/>
                  </a:lnTo>
                  <a:lnTo>
                    <a:pt x="2006" y="167"/>
                  </a:lnTo>
                  <a:lnTo>
                    <a:pt x="2006" y="207"/>
                  </a:lnTo>
                  <a:lnTo>
                    <a:pt x="2046" y="234"/>
                  </a:lnTo>
                  <a:lnTo>
                    <a:pt x="2072" y="274"/>
                  </a:lnTo>
                  <a:lnTo>
                    <a:pt x="2112" y="314"/>
                  </a:lnTo>
                  <a:lnTo>
                    <a:pt x="2138" y="353"/>
                  </a:lnTo>
                  <a:lnTo>
                    <a:pt x="2165" y="393"/>
                  </a:lnTo>
                  <a:lnTo>
                    <a:pt x="2191" y="433"/>
                  </a:lnTo>
                  <a:lnTo>
                    <a:pt x="2151" y="406"/>
                  </a:lnTo>
                  <a:lnTo>
                    <a:pt x="2112" y="367"/>
                  </a:lnTo>
                  <a:lnTo>
                    <a:pt x="2072" y="340"/>
                  </a:lnTo>
                  <a:lnTo>
                    <a:pt x="2032" y="314"/>
                  </a:lnTo>
                  <a:lnTo>
                    <a:pt x="1993" y="287"/>
                  </a:lnTo>
                  <a:lnTo>
                    <a:pt x="1953" y="247"/>
                  </a:lnTo>
                  <a:lnTo>
                    <a:pt x="1913" y="207"/>
                  </a:lnTo>
                  <a:lnTo>
                    <a:pt x="1874" y="180"/>
                  </a:lnTo>
                  <a:lnTo>
                    <a:pt x="1834" y="167"/>
                  </a:lnTo>
                  <a:lnTo>
                    <a:pt x="1781" y="154"/>
                  </a:lnTo>
                  <a:lnTo>
                    <a:pt x="1741" y="154"/>
                  </a:lnTo>
                  <a:lnTo>
                    <a:pt x="1702" y="154"/>
                  </a:lnTo>
                  <a:lnTo>
                    <a:pt x="1662" y="154"/>
                  </a:lnTo>
                  <a:lnTo>
                    <a:pt x="1622" y="141"/>
                  </a:lnTo>
                  <a:lnTo>
                    <a:pt x="1583" y="141"/>
                  </a:lnTo>
                  <a:lnTo>
                    <a:pt x="1543" y="141"/>
                  </a:lnTo>
                  <a:lnTo>
                    <a:pt x="1503" y="141"/>
                  </a:lnTo>
                  <a:lnTo>
                    <a:pt x="1450" y="141"/>
                  </a:lnTo>
                  <a:lnTo>
                    <a:pt x="1411" y="141"/>
                  </a:lnTo>
                  <a:lnTo>
                    <a:pt x="1371" y="154"/>
                  </a:lnTo>
                  <a:lnTo>
                    <a:pt x="1331" y="154"/>
                  </a:lnTo>
                  <a:lnTo>
                    <a:pt x="1278" y="154"/>
                  </a:lnTo>
                  <a:lnTo>
                    <a:pt x="1225" y="154"/>
                  </a:lnTo>
                  <a:lnTo>
                    <a:pt x="1186" y="154"/>
                  </a:lnTo>
                  <a:lnTo>
                    <a:pt x="1146" y="154"/>
                  </a:lnTo>
                  <a:lnTo>
                    <a:pt x="1106" y="180"/>
                  </a:lnTo>
                  <a:lnTo>
                    <a:pt x="1067" y="194"/>
                  </a:lnTo>
                  <a:lnTo>
                    <a:pt x="1053" y="234"/>
                  </a:lnTo>
                  <a:lnTo>
                    <a:pt x="1053" y="274"/>
                  </a:lnTo>
                  <a:lnTo>
                    <a:pt x="1014" y="314"/>
                  </a:lnTo>
                  <a:lnTo>
                    <a:pt x="974" y="327"/>
                  </a:lnTo>
                  <a:lnTo>
                    <a:pt x="934" y="327"/>
                  </a:lnTo>
                  <a:lnTo>
                    <a:pt x="895" y="327"/>
                  </a:lnTo>
                  <a:lnTo>
                    <a:pt x="855" y="327"/>
                  </a:lnTo>
                  <a:lnTo>
                    <a:pt x="815" y="340"/>
                  </a:lnTo>
                  <a:lnTo>
                    <a:pt x="776" y="353"/>
                  </a:lnTo>
                  <a:lnTo>
                    <a:pt x="723" y="353"/>
                  </a:lnTo>
                  <a:lnTo>
                    <a:pt x="683" y="353"/>
                  </a:lnTo>
                  <a:lnTo>
                    <a:pt x="643" y="353"/>
                  </a:lnTo>
                  <a:lnTo>
                    <a:pt x="604" y="340"/>
                  </a:lnTo>
                  <a:lnTo>
                    <a:pt x="577" y="300"/>
                  </a:lnTo>
                  <a:lnTo>
                    <a:pt x="537" y="287"/>
                  </a:lnTo>
                  <a:lnTo>
                    <a:pt x="498" y="261"/>
                  </a:lnTo>
                  <a:lnTo>
                    <a:pt x="458" y="247"/>
                  </a:lnTo>
                  <a:lnTo>
                    <a:pt x="418" y="234"/>
                  </a:lnTo>
                  <a:lnTo>
                    <a:pt x="379" y="234"/>
                  </a:lnTo>
                  <a:lnTo>
                    <a:pt x="339" y="221"/>
                  </a:lnTo>
                  <a:lnTo>
                    <a:pt x="299" y="194"/>
                  </a:lnTo>
                  <a:lnTo>
                    <a:pt x="260" y="180"/>
                  </a:lnTo>
                  <a:lnTo>
                    <a:pt x="220" y="154"/>
                  </a:lnTo>
                  <a:lnTo>
                    <a:pt x="180" y="141"/>
                  </a:lnTo>
                  <a:lnTo>
                    <a:pt x="141" y="127"/>
                  </a:lnTo>
                  <a:lnTo>
                    <a:pt x="101" y="101"/>
                  </a:lnTo>
                  <a:lnTo>
                    <a:pt x="61" y="88"/>
                  </a:lnTo>
                  <a:lnTo>
                    <a:pt x="8" y="22"/>
                  </a:lnTo>
                  <a:lnTo>
                    <a:pt x="8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8" y="26"/>
                  </a:lnTo>
                  <a:lnTo>
                    <a:pt x="8" y="8"/>
                  </a:lnTo>
                  <a:lnTo>
                    <a:pt x="9799" y="8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"/>
            <p:cNvSpPr/>
            <p:nvPr/>
          </p:nvSpPr>
          <p:spPr>
            <a:xfrm>
              <a:off x="52560" y="2073240"/>
              <a:ext cx="3522960" cy="127440"/>
            </a:xfrm>
            <a:custGeom>
              <a:avLst/>
              <a:gdLst/>
              <a:ahLst/>
              <a:rect l="0" t="0" r="r" b="b"/>
              <a:pathLst>
                <a:path w="9786" h="354">
                  <a:moveTo>
                    <a:pt x="0" y="341"/>
                  </a:moveTo>
                  <a:lnTo>
                    <a:pt x="4" y="315"/>
                  </a:lnTo>
                  <a:lnTo>
                    <a:pt x="0" y="354"/>
                  </a:lnTo>
                  <a:lnTo>
                    <a:pt x="109" y="210"/>
                  </a:lnTo>
                  <a:lnTo>
                    <a:pt x="162" y="210"/>
                  </a:lnTo>
                  <a:lnTo>
                    <a:pt x="215" y="244"/>
                  </a:lnTo>
                  <a:lnTo>
                    <a:pt x="285" y="210"/>
                  </a:lnTo>
                  <a:lnTo>
                    <a:pt x="356" y="157"/>
                  </a:lnTo>
                  <a:lnTo>
                    <a:pt x="408" y="140"/>
                  </a:lnTo>
                  <a:lnTo>
                    <a:pt x="461" y="140"/>
                  </a:lnTo>
                  <a:lnTo>
                    <a:pt x="514" y="122"/>
                  </a:lnTo>
                  <a:lnTo>
                    <a:pt x="567" y="105"/>
                  </a:lnTo>
                  <a:lnTo>
                    <a:pt x="620" y="105"/>
                  </a:lnTo>
                  <a:lnTo>
                    <a:pt x="672" y="122"/>
                  </a:lnTo>
                  <a:lnTo>
                    <a:pt x="725" y="122"/>
                  </a:lnTo>
                  <a:lnTo>
                    <a:pt x="778" y="140"/>
                  </a:lnTo>
                  <a:lnTo>
                    <a:pt x="831" y="175"/>
                  </a:lnTo>
                  <a:lnTo>
                    <a:pt x="883" y="192"/>
                  </a:lnTo>
                  <a:lnTo>
                    <a:pt x="936" y="210"/>
                  </a:lnTo>
                  <a:lnTo>
                    <a:pt x="989" y="227"/>
                  </a:lnTo>
                  <a:lnTo>
                    <a:pt x="1042" y="244"/>
                  </a:lnTo>
                  <a:lnTo>
                    <a:pt x="1112" y="227"/>
                  </a:lnTo>
                  <a:lnTo>
                    <a:pt x="1183" y="192"/>
                  </a:lnTo>
                  <a:lnTo>
                    <a:pt x="1218" y="140"/>
                  </a:lnTo>
                  <a:lnTo>
                    <a:pt x="1270" y="140"/>
                  </a:lnTo>
                  <a:lnTo>
                    <a:pt x="1323" y="122"/>
                  </a:lnTo>
                  <a:lnTo>
                    <a:pt x="1376" y="105"/>
                  </a:lnTo>
                  <a:lnTo>
                    <a:pt x="1429" y="87"/>
                  </a:lnTo>
                  <a:lnTo>
                    <a:pt x="1482" y="140"/>
                  </a:lnTo>
                  <a:lnTo>
                    <a:pt x="1534" y="175"/>
                  </a:lnTo>
                  <a:lnTo>
                    <a:pt x="1587" y="227"/>
                  </a:lnTo>
                  <a:lnTo>
                    <a:pt x="1640" y="262"/>
                  </a:lnTo>
                  <a:lnTo>
                    <a:pt x="1693" y="262"/>
                  </a:lnTo>
                  <a:lnTo>
                    <a:pt x="1745" y="227"/>
                  </a:lnTo>
                  <a:lnTo>
                    <a:pt x="1798" y="210"/>
                  </a:lnTo>
                  <a:lnTo>
                    <a:pt x="1851" y="175"/>
                  </a:lnTo>
                  <a:lnTo>
                    <a:pt x="1904" y="157"/>
                  </a:lnTo>
                  <a:lnTo>
                    <a:pt x="1957" y="140"/>
                  </a:lnTo>
                  <a:lnTo>
                    <a:pt x="2027" y="122"/>
                  </a:lnTo>
                  <a:lnTo>
                    <a:pt x="2080" y="122"/>
                  </a:lnTo>
                  <a:lnTo>
                    <a:pt x="2132" y="105"/>
                  </a:lnTo>
                  <a:lnTo>
                    <a:pt x="2185" y="105"/>
                  </a:lnTo>
                  <a:lnTo>
                    <a:pt x="2238" y="105"/>
                  </a:lnTo>
                  <a:lnTo>
                    <a:pt x="2291" y="87"/>
                  </a:lnTo>
                  <a:lnTo>
                    <a:pt x="2361" y="69"/>
                  </a:lnTo>
                  <a:lnTo>
                    <a:pt x="2432" y="69"/>
                  </a:lnTo>
                  <a:lnTo>
                    <a:pt x="2502" y="52"/>
                  </a:lnTo>
                  <a:lnTo>
                    <a:pt x="2555" y="105"/>
                  </a:lnTo>
                  <a:lnTo>
                    <a:pt x="2590" y="157"/>
                  </a:lnTo>
                  <a:lnTo>
                    <a:pt x="2625" y="210"/>
                  </a:lnTo>
                  <a:lnTo>
                    <a:pt x="2695" y="227"/>
                  </a:lnTo>
                  <a:lnTo>
                    <a:pt x="2748" y="210"/>
                  </a:lnTo>
                  <a:lnTo>
                    <a:pt x="2819" y="192"/>
                  </a:lnTo>
                  <a:lnTo>
                    <a:pt x="2871" y="175"/>
                  </a:lnTo>
                  <a:lnTo>
                    <a:pt x="2942" y="157"/>
                  </a:lnTo>
                  <a:lnTo>
                    <a:pt x="3012" y="157"/>
                  </a:lnTo>
                  <a:lnTo>
                    <a:pt x="3065" y="140"/>
                  </a:lnTo>
                  <a:lnTo>
                    <a:pt x="3118" y="122"/>
                  </a:lnTo>
                  <a:lnTo>
                    <a:pt x="3188" y="105"/>
                  </a:lnTo>
                  <a:lnTo>
                    <a:pt x="3241" y="87"/>
                  </a:lnTo>
                  <a:lnTo>
                    <a:pt x="3293" y="69"/>
                  </a:lnTo>
                  <a:lnTo>
                    <a:pt x="3346" y="52"/>
                  </a:lnTo>
                  <a:lnTo>
                    <a:pt x="3399" y="87"/>
                  </a:lnTo>
                  <a:lnTo>
                    <a:pt x="3452" y="122"/>
                  </a:lnTo>
                  <a:lnTo>
                    <a:pt x="3505" y="157"/>
                  </a:lnTo>
                  <a:lnTo>
                    <a:pt x="3557" y="192"/>
                  </a:lnTo>
                  <a:lnTo>
                    <a:pt x="3610" y="227"/>
                  </a:lnTo>
                  <a:lnTo>
                    <a:pt x="3663" y="227"/>
                  </a:lnTo>
                  <a:lnTo>
                    <a:pt x="3716" y="227"/>
                  </a:lnTo>
                  <a:lnTo>
                    <a:pt x="3768" y="210"/>
                  </a:lnTo>
                  <a:lnTo>
                    <a:pt x="3821" y="192"/>
                  </a:lnTo>
                  <a:lnTo>
                    <a:pt x="3874" y="192"/>
                  </a:lnTo>
                  <a:lnTo>
                    <a:pt x="3927" y="175"/>
                  </a:lnTo>
                  <a:lnTo>
                    <a:pt x="3997" y="175"/>
                  </a:lnTo>
                  <a:lnTo>
                    <a:pt x="4050" y="157"/>
                  </a:lnTo>
                  <a:lnTo>
                    <a:pt x="4103" y="157"/>
                  </a:lnTo>
                  <a:lnTo>
                    <a:pt x="4155" y="157"/>
                  </a:lnTo>
                  <a:lnTo>
                    <a:pt x="4208" y="157"/>
                  </a:lnTo>
                  <a:lnTo>
                    <a:pt x="4261" y="157"/>
                  </a:lnTo>
                  <a:lnTo>
                    <a:pt x="4314" y="157"/>
                  </a:lnTo>
                  <a:lnTo>
                    <a:pt x="4384" y="140"/>
                  </a:lnTo>
                  <a:lnTo>
                    <a:pt x="4437" y="122"/>
                  </a:lnTo>
                  <a:lnTo>
                    <a:pt x="4490" y="87"/>
                  </a:lnTo>
                  <a:lnTo>
                    <a:pt x="4542" y="69"/>
                  </a:lnTo>
                  <a:lnTo>
                    <a:pt x="4595" y="52"/>
                  </a:lnTo>
                  <a:lnTo>
                    <a:pt x="4666" y="34"/>
                  </a:lnTo>
                  <a:lnTo>
                    <a:pt x="4736" y="69"/>
                  </a:lnTo>
                  <a:lnTo>
                    <a:pt x="4789" y="122"/>
                  </a:lnTo>
                  <a:lnTo>
                    <a:pt x="4842" y="157"/>
                  </a:lnTo>
                  <a:lnTo>
                    <a:pt x="4895" y="175"/>
                  </a:lnTo>
                  <a:lnTo>
                    <a:pt x="4948" y="210"/>
                  </a:lnTo>
                  <a:lnTo>
                    <a:pt x="5001" y="210"/>
                  </a:lnTo>
                  <a:lnTo>
                    <a:pt x="5054" y="210"/>
                  </a:lnTo>
                  <a:lnTo>
                    <a:pt x="5124" y="192"/>
                  </a:lnTo>
                  <a:lnTo>
                    <a:pt x="5177" y="175"/>
                  </a:lnTo>
                  <a:lnTo>
                    <a:pt x="5230" y="140"/>
                  </a:lnTo>
                  <a:lnTo>
                    <a:pt x="5300" y="105"/>
                  </a:lnTo>
                  <a:lnTo>
                    <a:pt x="5353" y="87"/>
                  </a:lnTo>
                  <a:lnTo>
                    <a:pt x="5423" y="52"/>
                  </a:lnTo>
                  <a:lnTo>
                    <a:pt x="5476" y="52"/>
                  </a:lnTo>
                  <a:lnTo>
                    <a:pt x="5529" y="52"/>
                  </a:lnTo>
                  <a:lnTo>
                    <a:pt x="5599" y="34"/>
                  </a:lnTo>
                  <a:lnTo>
                    <a:pt x="5652" y="17"/>
                  </a:lnTo>
                  <a:lnTo>
                    <a:pt x="5704" y="17"/>
                  </a:lnTo>
                  <a:lnTo>
                    <a:pt x="5740" y="69"/>
                  </a:lnTo>
                  <a:lnTo>
                    <a:pt x="5792" y="105"/>
                  </a:lnTo>
                  <a:lnTo>
                    <a:pt x="5845" y="140"/>
                  </a:lnTo>
                  <a:lnTo>
                    <a:pt x="5898" y="192"/>
                  </a:lnTo>
                  <a:lnTo>
                    <a:pt x="5951" y="227"/>
                  </a:lnTo>
                  <a:lnTo>
                    <a:pt x="6004" y="244"/>
                  </a:lnTo>
                  <a:lnTo>
                    <a:pt x="6056" y="244"/>
                  </a:lnTo>
                  <a:lnTo>
                    <a:pt x="6109" y="210"/>
                  </a:lnTo>
                  <a:lnTo>
                    <a:pt x="6162" y="175"/>
                  </a:lnTo>
                  <a:lnTo>
                    <a:pt x="6215" y="140"/>
                  </a:lnTo>
                  <a:lnTo>
                    <a:pt x="6267" y="122"/>
                  </a:lnTo>
                  <a:lnTo>
                    <a:pt x="6320" y="105"/>
                  </a:lnTo>
                  <a:lnTo>
                    <a:pt x="6391" y="87"/>
                  </a:lnTo>
                  <a:lnTo>
                    <a:pt x="6443" y="87"/>
                  </a:lnTo>
                  <a:lnTo>
                    <a:pt x="6496" y="87"/>
                  </a:lnTo>
                  <a:lnTo>
                    <a:pt x="6549" y="69"/>
                  </a:lnTo>
                  <a:lnTo>
                    <a:pt x="6602" y="69"/>
                  </a:lnTo>
                  <a:lnTo>
                    <a:pt x="6654" y="34"/>
                  </a:lnTo>
                  <a:lnTo>
                    <a:pt x="6725" y="52"/>
                  </a:lnTo>
                  <a:lnTo>
                    <a:pt x="6813" y="105"/>
                  </a:lnTo>
                  <a:lnTo>
                    <a:pt x="6866" y="122"/>
                  </a:lnTo>
                  <a:lnTo>
                    <a:pt x="6936" y="175"/>
                  </a:lnTo>
                  <a:lnTo>
                    <a:pt x="6989" y="192"/>
                  </a:lnTo>
                  <a:lnTo>
                    <a:pt x="7041" y="227"/>
                  </a:lnTo>
                  <a:lnTo>
                    <a:pt x="7094" y="262"/>
                  </a:lnTo>
                  <a:lnTo>
                    <a:pt x="7147" y="262"/>
                  </a:lnTo>
                  <a:lnTo>
                    <a:pt x="7200" y="244"/>
                  </a:lnTo>
                  <a:lnTo>
                    <a:pt x="7270" y="210"/>
                  </a:lnTo>
                  <a:lnTo>
                    <a:pt x="7323" y="157"/>
                  </a:lnTo>
                  <a:lnTo>
                    <a:pt x="7376" y="140"/>
                  </a:lnTo>
                  <a:lnTo>
                    <a:pt x="7428" y="122"/>
                  </a:lnTo>
                  <a:lnTo>
                    <a:pt x="7481" y="105"/>
                  </a:lnTo>
                  <a:lnTo>
                    <a:pt x="7552" y="87"/>
                  </a:lnTo>
                  <a:lnTo>
                    <a:pt x="7604" y="69"/>
                  </a:lnTo>
                  <a:lnTo>
                    <a:pt x="7657" y="52"/>
                  </a:lnTo>
                  <a:lnTo>
                    <a:pt x="7710" y="34"/>
                  </a:lnTo>
                  <a:lnTo>
                    <a:pt x="7763" y="34"/>
                  </a:lnTo>
                  <a:lnTo>
                    <a:pt x="7815" y="52"/>
                  </a:lnTo>
                  <a:lnTo>
                    <a:pt x="7903" y="87"/>
                  </a:lnTo>
                  <a:lnTo>
                    <a:pt x="7956" y="122"/>
                  </a:lnTo>
                  <a:lnTo>
                    <a:pt x="8009" y="140"/>
                  </a:lnTo>
                  <a:lnTo>
                    <a:pt x="8062" y="157"/>
                  </a:lnTo>
                  <a:lnTo>
                    <a:pt x="8114" y="175"/>
                  </a:lnTo>
                  <a:lnTo>
                    <a:pt x="8167" y="175"/>
                  </a:lnTo>
                  <a:lnTo>
                    <a:pt x="8220" y="140"/>
                  </a:lnTo>
                  <a:lnTo>
                    <a:pt x="8273" y="122"/>
                  </a:lnTo>
                  <a:lnTo>
                    <a:pt x="8326" y="87"/>
                  </a:lnTo>
                  <a:lnTo>
                    <a:pt x="8378" y="52"/>
                  </a:lnTo>
                  <a:lnTo>
                    <a:pt x="8431" y="34"/>
                  </a:lnTo>
                  <a:lnTo>
                    <a:pt x="8502" y="17"/>
                  </a:lnTo>
                  <a:lnTo>
                    <a:pt x="8554" y="0"/>
                  </a:lnTo>
                  <a:lnTo>
                    <a:pt x="8607" y="0"/>
                  </a:lnTo>
                  <a:lnTo>
                    <a:pt x="8677" y="0"/>
                  </a:lnTo>
                  <a:lnTo>
                    <a:pt x="8730" y="17"/>
                  </a:lnTo>
                  <a:lnTo>
                    <a:pt x="8801" y="34"/>
                  </a:lnTo>
                  <a:lnTo>
                    <a:pt x="8853" y="52"/>
                  </a:lnTo>
                  <a:lnTo>
                    <a:pt x="8906" y="87"/>
                  </a:lnTo>
                  <a:lnTo>
                    <a:pt x="8959" y="105"/>
                  </a:lnTo>
                  <a:lnTo>
                    <a:pt x="9029" y="122"/>
                  </a:lnTo>
                  <a:lnTo>
                    <a:pt x="9082" y="157"/>
                  </a:lnTo>
                  <a:lnTo>
                    <a:pt x="9135" y="157"/>
                  </a:lnTo>
                  <a:lnTo>
                    <a:pt x="9170" y="105"/>
                  </a:lnTo>
                  <a:lnTo>
                    <a:pt x="9223" y="69"/>
                  </a:lnTo>
                  <a:lnTo>
                    <a:pt x="9276" y="69"/>
                  </a:lnTo>
                  <a:lnTo>
                    <a:pt x="9328" y="87"/>
                  </a:lnTo>
                  <a:lnTo>
                    <a:pt x="9399" y="122"/>
                  </a:lnTo>
                  <a:lnTo>
                    <a:pt x="9451" y="157"/>
                  </a:lnTo>
                  <a:lnTo>
                    <a:pt x="9504" y="175"/>
                  </a:lnTo>
                  <a:lnTo>
                    <a:pt x="9539" y="227"/>
                  </a:lnTo>
                  <a:lnTo>
                    <a:pt x="9592" y="244"/>
                  </a:lnTo>
                  <a:lnTo>
                    <a:pt x="9645" y="262"/>
                  </a:lnTo>
                  <a:lnTo>
                    <a:pt x="9698" y="298"/>
                  </a:lnTo>
                  <a:lnTo>
                    <a:pt x="9750" y="298"/>
                  </a:lnTo>
                  <a:lnTo>
                    <a:pt x="9786" y="333"/>
                  </a:lnTo>
                  <a:lnTo>
                    <a:pt x="9764" y="324"/>
                  </a:lnTo>
                  <a:lnTo>
                    <a:pt x="0" y="341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6" name=""/>
            <p:cNvGrpSpPr/>
            <p:nvPr/>
          </p:nvGrpSpPr>
          <p:grpSpPr>
            <a:xfrm>
              <a:off x="31680" y="942840"/>
              <a:ext cx="3892680" cy="238320"/>
              <a:chOff x="31680" y="942840"/>
              <a:chExt cx="3892680" cy="238320"/>
            </a:xfrm>
          </p:grpSpPr>
          <p:sp>
            <p:nvSpPr>
              <p:cNvPr id="327" name=""/>
              <p:cNvSpPr/>
              <p:nvPr/>
            </p:nvSpPr>
            <p:spPr>
              <a:xfrm>
                <a:off x="31680" y="942840"/>
                <a:ext cx="3840480" cy="238320"/>
              </a:xfrm>
              <a:custGeom>
                <a:avLst/>
                <a:gdLst/>
                <a:ahLst/>
                <a:rect l="0" t="0" r="r" b="b"/>
                <a:pathLst>
                  <a:path w="10668" h="662">
                    <a:moveTo>
                      <a:pt x="14" y="0"/>
                    </a:moveTo>
                    <a:lnTo>
                      <a:pt x="71" y="39"/>
                    </a:lnTo>
                    <a:lnTo>
                      <a:pt x="100" y="79"/>
                    </a:lnTo>
                    <a:lnTo>
                      <a:pt x="143" y="92"/>
                    </a:lnTo>
                    <a:lnTo>
                      <a:pt x="187" y="132"/>
                    </a:lnTo>
                    <a:lnTo>
                      <a:pt x="230" y="158"/>
                    </a:lnTo>
                    <a:lnTo>
                      <a:pt x="273" y="198"/>
                    </a:lnTo>
                    <a:lnTo>
                      <a:pt x="331" y="211"/>
                    </a:lnTo>
                    <a:lnTo>
                      <a:pt x="403" y="238"/>
                    </a:lnTo>
                    <a:lnTo>
                      <a:pt x="460" y="251"/>
                    </a:lnTo>
                    <a:lnTo>
                      <a:pt x="503" y="277"/>
                    </a:lnTo>
                    <a:lnTo>
                      <a:pt x="547" y="291"/>
                    </a:lnTo>
                    <a:lnTo>
                      <a:pt x="590" y="264"/>
                    </a:lnTo>
                    <a:lnTo>
                      <a:pt x="633" y="238"/>
                    </a:lnTo>
                    <a:lnTo>
                      <a:pt x="676" y="211"/>
                    </a:lnTo>
                    <a:lnTo>
                      <a:pt x="719" y="171"/>
                    </a:lnTo>
                    <a:lnTo>
                      <a:pt x="748" y="132"/>
                    </a:lnTo>
                    <a:lnTo>
                      <a:pt x="791" y="132"/>
                    </a:lnTo>
                    <a:lnTo>
                      <a:pt x="820" y="185"/>
                    </a:lnTo>
                    <a:lnTo>
                      <a:pt x="834" y="224"/>
                    </a:lnTo>
                    <a:lnTo>
                      <a:pt x="892" y="198"/>
                    </a:lnTo>
                    <a:lnTo>
                      <a:pt x="950" y="171"/>
                    </a:lnTo>
                    <a:lnTo>
                      <a:pt x="1022" y="158"/>
                    </a:lnTo>
                    <a:lnTo>
                      <a:pt x="1065" y="145"/>
                    </a:lnTo>
                    <a:lnTo>
                      <a:pt x="1108" y="145"/>
                    </a:lnTo>
                    <a:lnTo>
                      <a:pt x="1151" y="119"/>
                    </a:lnTo>
                    <a:lnTo>
                      <a:pt x="1194" y="119"/>
                    </a:lnTo>
                    <a:lnTo>
                      <a:pt x="1238" y="158"/>
                    </a:lnTo>
                    <a:lnTo>
                      <a:pt x="1281" y="198"/>
                    </a:lnTo>
                    <a:lnTo>
                      <a:pt x="1324" y="211"/>
                    </a:lnTo>
                    <a:lnTo>
                      <a:pt x="1367" y="211"/>
                    </a:lnTo>
                    <a:lnTo>
                      <a:pt x="1410" y="211"/>
                    </a:lnTo>
                    <a:lnTo>
                      <a:pt x="1468" y="224"/>
                    </a:lnTo>
                    <a:lnTo>
                      <a:pt x="1511" y="224"/>
                    </a:lnTo>
                    <a:lnTo>
                      <a:pt x="1554" y="224"/>
                    </a:lnTo>
                    <a:lnTo>
                      <a:pt x="1597" y="224"/>
                    </a:lnTo>
                    <a:lnTo>
                      <a:pt x="1641" y="211"/>
                    </a:lnTo>
                    <a:lnTo>
                      <a:pt x="1698" y="198"/>
                    </a:lnTo>
                    <a:lnTo>
                      <a:pt x="1741" y="198"/>
                    </a:lnTo>
                    <a:lnTo>
                      <a:pt x="1785" y="185"/>
                    </a:lnTo>
                    <a:lnTo>
                      <a:pt x="1828" y="171"/>
                    </a:lnTo>
                    <a:lnTo>
                      <a:pt x="1871" y="158"/>
                    </a:lnTo>
                    <a:lnTo>
                      <a:pt x="1914" y="158"/>
                    </a:lnTo>
                    <a:lnTo>
                      <a:pt x="1957" y="145"/>
                    </a:lnTo>
                    <a:lnTo>
                      <a:pt x="2000" y="119"/>
                    </a:lnTo>
                    <a:lnTo>
                      <a:pt x="2044" y="105"/>
                    </a:lnTo>
                    <a:lnTo>
                      <a:pt x="2101" y="105"/>
                    </a:lnTo>
                    <a:lnTo>
                      <a:pt x="2159" y="79"/>
                    </a:lnTo>
                    <a:lnTo>
                      <a:pt x="2202" y="79"/>
                    </a:lnTo>
                    <a:lnTo>
                      <a:pt x="2245" y="66"/>
                    </a:lnTo>
                    <a:lnTo>
                      <a:pt x="2303" y="79"/>
                    </a:lnTo>
                    <a:lnTo>
                      <a:pt x="2346" y="105"/>
                    </a:lnTo>
                    <a:lnTo>
                      <a:pt x="2389" y="119"/>
                    </a:lnTo>
                    <a:lnTo>
                      <a:pt x="2432" y="145"/>
                    </a:lnTo>
                    <a:lnTo>
                      <a:pt x="2476" y="171"/>
                    </a:lnTo>
                    <a:lnTo>
                      <a:pt x="2519" y="198"/>
                    </a:lnTo>
                    <a:lnTo>
                      <a:pt x="2562" y="198"/>
                    </a:lnTo>
                    <a:lnTo>
                      <a:pt x="2605" y="198"/>
                    </a:lnTo>
                    <a:lnTo>
                      <a:pt x="2648" y="185"/>
                    </a:lnTo>
                    <a:lnTo>
                      <a:pt x="2691" y="171"/>
                    </a:lnTo>
                    <a:lnTo>
                      <a:pt x="2735" y="158"/>
                    </a:lnTo>
                    <a:lnTo>
                      <a:pt x="2792" y="145"/>
                    </a:lnTo>
                    <a:lnTo>
                      <a:pt x="2835" y="132"/>
                    </a:lnTo>
                    <a:lnTo>
                      <a:pt x="2879" y="119"/>
                    </a:lnTo>
                    <a:lnTo>
                      <a:pt x="2922" y="105"/>
                    </a:lnTo>
                    <a:lnTo>
                      <a:pt x="2965" y="79"/>
                    </a:lnTo>
                    <a:lnTo>
                      <a:pt x="3023" y="52"/>
                    </a:lnTo>
                    <a:lnTo>
                      <a:pt x="3066" y="52"/>
                    </a:lnTo>
                    <a:lnTo>
                      <a:pt x="3109" y="39"/>
                    </a:lnTo>
                    <a:lnTo>
                      <a:pt x="3167" y="66"/>
                    </a:lnTo>
                    <a:lnTo>
                      <a:pt x="3224" y="119"/>
                    </a:lnTo>
                    <a:lnTo>
                      <a:pt x="3267" y="145"/>
                    </a:lnTo>
                    <a:lnTo>
                      <a:pt x="3310" y="171"/>
                    </a:lnTo>
                    <a:lnTo>
                      <a:pt x="3354" y="198"/>
                    </a:lnTo>
                    <a:lnTo>
                      <a:pt x="3397" y="198"/>
                    </a:lnTo>
                    <a:lnTo>
                      <a:pt x="3440" y="198"/>
                    </a:lnTo>
                    <a:lnTo>
                      <a:pt x="3483" y="158"/>
                    </a:lnTo>
                    <a:lnTo>
                      <a:pt x="3526" y="158"/>
                    </a:lnTo>
                    <a:lnTo>
                      <a:pt x="3584" y="119"/>
                    </a:lnTo>
                    <a:lnTo>
                      <a:pt x="3627" y="92"/>
                    </a:lnTo>
                    <a:lnTo>
                      <a:pt x="3685" y="66"/>
                    </a:lnTo>
                    <a:lnTo>
                      <a:pt x="3728" y="52"/>
                    </a:lnTo>
                    <a:lnTo>
                      <a:pt x="3771" y="39"/>
                    </a:lnTo>
                    <a:lnTo>
                      <a:pt x="3814" y="52"/>
                    </a:lnTo>
                    <a:lnTo>
                      <a:pt x="3858" y="79"/>
                    </a:lnTo>
                    <a:lnTo>
                      <a:pt x="3901" y="105"/>
                    </a:lnTo>
                    <a:lnTo>
                      <a:pt x="3958" y="145"/>
                    </a:lnTo>
                    <a:lnTo>
                      <a:pt x="4001" y="185"/>
                    </a:lnTo>
                    <a:lnTo>
                      <a:pt x="4045" y="211"/>
                    </a:lnTo>
                    <a:lnTo>
                      <a:pt x="4088" y="238"/>
                    </a:lnTo>
                    <a:lnTo>
                      <a:pt x="4131" y="277"/>
                    </a:lnTo>
                    <a:lnTo>
                      <a:pt x="4174" y="277"/>
                    </a:lnTo>
                    <a:lnTo>
                      <a:pt x="4217" y="277"/>
                    </a:lnTo>
                    <a:lnTo>
                      <a:pt x="4261" y="277"/>
                    </a:lnTo>
                    <a:lnTo>
                      <a:pt x="4304" y="264"/>
                    </a:lnTo>
                    <a:lnTo>
                      <a:pt x="4347" y="264"/>
                    </a:lnTo>
                    <a:lnTo>
                      <a:pt x="4390" y="224"/>
                    </a:lnTo>
                    <a:lnTo>
                      <a:pt x="4433" y="198"/>
                    </a:lnTo>
                    <a:lnTo>
                      <a:pt x="4477" y="185"/>
                    </a:lnTo>
                    <a:lnTo>
                      <a:pt x="4520" y="158"/>
                    </a:lnTo>
                    <a:lnTo>
                      <a:pt x="4563" y="158"/>
                    </a:lnTo>
                    <a:lnTo>
                      <a:pt x="4606" y="132"/>
                    </a:lnTo>
                    <a:lnTo>
                      <a:pt x="4649" y="132"/>
                    </a:lnTo>
                    <a:lnTo>
                      <a:pt x="4692" y="132"/>
                    </a:lnTo>
                    <a:lnTo>
                      <a:pt x="4707" y="171"/>
                    </a:lnTo>
                    <a:lnTo>
                      <a:pt x="4750" y="211"/>
                    </a:lnTo>
                    <a:lnTo>
                      <a:pt x="4793" y="224"/>
                    </a:lnTo>
                    <a:lnTo>
                      <a:pt x="4836" y="251"/>
                    </a:lnTo>
                    <a:lnTo>
                      <a:pt x="4880" y="291"/>
                    </a:lnTo>
                    <a:lnTo>
                      <a:pt x="4923" y="304"/>
                    </a:lnTo>
                    <a:lnTo>
                      <a:pt x="4966" y="277"/>
                    </a:lnTo>
                    <a:lnTo>
                      <a:pt x="5009" y="251"/>
                    </a:lnTo>
                    <a:lnTo>
                      <a:pt x="5067" y="211"/>
                    </a:lnTo>
                    <a:lnTo>
                      <a:pt x="5110" y="198"/>
                    </a:lnTo>
                    <a:lnTo>
                      <a:pt x="5153" y="171"/>
                    </a:lnTo>
                    <a:lnTo>
                      <a:pt x="5196" y="158"/>
                    </a:lnTo>
                    <a:lnTo>
                      <a:pt x="5239" y="145"/>
                    </a:lnTo>
                    <a:lnTo>
                      <a:pt x="5283" y="132"/>
                    </a:lnTo>
                    <a:lnTo>
                      <a:pt x="5326" y="119"/>
                    </a:lnTo>
                    <a:lnTo>
                      <a:pt x="5370" y="105"/>
                    </a:lnTo>
                    <a:lnTo>
                      <a:pt x="5413" y="79"/>
                    </a:lnTo>
                    <a:lnTo>
                      <a:pt x="5456" y="92"/>
                    </a:lnTo>
                    <a:lnTo>
                      <a:pt x="5528" y="132"/>
                    </a:lnTo>
                    <a:lnTo>
                      <a:pt x="5586" y="171"/>
                    </a:lnTo>
                    <a:lnTo>
                      <a:pt x="5629" y="185"/>
                    </a:lnTo>
                    <a:lnTo>
                      <a:pt x="5672" y="224"/>
                    </a:lnTo>
                    <a:lnTo>
                      <a:pt x="5716" y="238"/>
                    </a:lnTo>
                    <a:lnTo>
                      <a:pt x="5759" y="224"/>
                    </a:lnTo>
                    <a:lnTo>
                      <a:pt x="5816" y="185"/>
                    </a:lnTo>
                    <a:lnTo>
                      <a:pt x="5874" y="158"/>
                    </a:lnTo>
                    <a:lnTo>
                      <a:pt x="5917" y="158"/>
                    </a:lnTo>
                    <a:lnTo>
                      <a:pt x="5960" y="158"/>
                    </a:lnTo>
                    <a:lnTo>
                      <a:pt x="6003" y="145"/>
                    </a:lnTo>
                    <a:lnTo>
                      <a:pt x="6047" y="171"/>
                    </a:lnTo>
                    <a:lnTo>
                      <a:pt x="6090" y="185"/>
                    </a:lnTo>
                    <a:lnTo>
                      <a:pt x="6133" y="185"/>
                    </a:lnTo>
                    <a:lnTo>
                      <a:pt x="6176" y="185"/>
                    </a:lnTo>
                    <a:lnTo>
                      <a:pt x="6219" y="198"/>
                    </a:lnTo>
                    <a:lnTo>
                      <a:pt x="6263" y="198"/>
                    </a:lnTo>
                    <a:lnTo>
                      <a:pt x="6320" y="198"/>
                    </a:lnTo>
                    <a:lnTo>
                      <a:pt x="6363" y="198"/>
                    </a:lnTo>
                    <a:lnTo>
                      <a:pt x="6407" y="185"/>
                    </a:lnTo>
                    <a:lnTo>
                      <a:pt x="6450" y="158"/>
                    </a:lnTo>
                    <a:lnTo>
                      <a:pt x="6536" y="119"/>
                    </a:lnTo>
                    <a:lnTo>
                      <a:pt x="6594" y="92"/>
                    </a:lnTo>
                    <a:lnTo>
                      <a:pt x="6651" y="92"/>
                    </a:lnTo>
                    <a:lnTo>
                      <a:pt x="6709" y="66"/>
                    </a:lnTo>
                    <a:lnTo>
                      <a:pt x="6752" y="66"/>
                    </a:lnTo>
                    <a:lnTo>
                      <a:pt x="6781" y="105"/>
                    </a:lnTo>
                    <a:lnTo>
                      <a:pt x="6824" y="132"/>
                    </a:lnTo>
                    <a:lnTo>
                      <a:pt x="6867" y="171"/>
                    </a:lnTo>
                    <a:lnTo>
                      <a:pt x="6910" y="185"/>
                    </a:lnTo>
                    <a:lnTo>
                      <a:pt x="6939" y="224"/>
                    </a:lnTo>
                    <a:lnTo>
                      <a:pt x="6982" y="238"/>
                    </a:lnTo>
                    <a:lnTo>
                      <a:pt x="7026" y="264"/>
                    </a:lnTo>
                    <a:lnTo>
                      <a:pt x="7069" y="251"/>
                    </a:lnTo>
                    <a:lnTo>
                      <a:pt x="7112" y="224"/>
                    </a:lnTo>
                    <a:lnTo>
                      <a:pt x="7184" y="198"/>
                    </a:lnTo>
                    <a:lnTo>
                      <a:pt x="7241" y="158"/>
                    </a:lnTo>
                    <a:lnTo>
                      <a:pt x="7285" y="145"/>
                    </a:lnTo>
                    <a:lnTo>
                      <a:pt x="7328" y="132"/>
                    </a:lnTo>
                    <a:lnTo>
                      <a:pt x="7371" y="119"/>
                    </a:lnTo>
                    <a:lnTo>
                      <a:pt x="7385" y="158"/>
                    </a:lnTo>
                    <a:lnTo>
                      <a:pt x="7429" y="185"/>
                    </a:lnTo>
                    <a:lnTo>
                      <a:pt x="7472" y="198"/>
                    </a:lnTo>
                    <a:lnTo>
                      <a:pt x="7515" y="224"/>
                    </a:lnTo>
                    <a:lnTo>
                      <a:pt x="7558" y="238"/>
                    </a:lnTo>
                    <a:lnTo>
                      <a:pt x="7601" y="238"/>
                    </a:lnTo>
                    <a:lnTo>
                      <a:pt x="7645" y="238"/>
                    </a:lnTo>
                    <a:lnTo>
                      <a:pt x="7688" y="238"/>
                    </a:lnTo>
                    <a:lnTo>
                      <a:pt x="7745" y="291"/>
                    </a:lnTo>
                    <a:lnTo>
                      <a:pt x="7789" y="304"/>
                    </a:lnTo>
                    <a:lnTo>
                      <a:pt x="7832" y="317"/>
                    </a:lnTo>
                    <a:lnTo>
                      <a:pt x="7875" y="330"/>
                    </a:lnTo>
                    <a:lnTo>
                      <a:pt x="7932" y="344"/>
                    </a:lnTo>
                    <a:lnTo>
                      <a:pt x="7976" y="358"/>
                    </a:lnTo>
                    <a:lnTo>
                      <a:pt x="8019" y="358"/>
                    </a:lnTo>
                    <a:lnTo>
                      <a:pt x="8048" y="317"/>
                    </a:lnTo>
                    <a:lnTo>
                      <a:pt x="8091" y="291"/>
                    </a:lnTo>
                    <a:lnTo>
                      <a:pt x="8120" y="251"/>
                    </a:lnTo>
                    <a:lnTo>
                      <a:pt x="8163" y="238"/>
                    </a:lnTo>
                    <a:lnTo>
                      <a:pt x="8206" y="224"/>
                    </a:lnTo>
                    <a:lnTo>
                      <a:pt x="8249" y="198"/>
                    </a:lnTo>
                    <a:lnTo>
                      <a:pt x="8292" y="171"/>
                    </a:lnTo>
                    <a:lnTo>
                      <a:pt x="8336" y="145"/>
                    </a:lnTo>
                    <a:lnTo>
                      <a:pt x="8379" y="132"/>
                    </a:lnTo>
                    <a:lnTo>
                      <a:pt x="8422" y="132"/>
                    </a:lnTo>
                    <a:lnTo>
                      <a:pt x="8436" y="171"/>
                    </a:lnTo>
                    <a:lnTo>
                      <a:pt x="8451" y="211"/>
                    </a:lnTo>
                    <a:lnTo>
                      <a:pt x="8494" y="238"/>
                    </a:lnTo>
                    <a:lnTo>
                      <a:pt x="8537" y="238"/>
                    </a:lnTo>
                    <a:lnTo>
                      <a:pt x="8609" y="198"/>
                    </a:lnTo>
                    <a:lnTo>
                      <a:pt x="8652" y="198"/>
                    </a:lnTo>
                    <a:lnTo>
                      <a:pt x="8710" y="185"/>
                    </a:lnTo>
                    <a:lnTo>
                      <a:pt x="8753" y="171"/>
                    </a:lnTo>
                    <a:lnTo>
                      <a:pt x="8796" y="158"/>
                    </a:lnTo>
                    <a:lnTo>
                      <a:pt x="8839" y="171"/>
                    </a:lnTo>
                    <a:lnTo>
                      <a:pt x="8868" y="211"/>
                    </a:lnTo>
                    <a:lnTo>
                      <a:pt x="8911" y="224"/>
                    </a:lnTo>
                    <a:lnTo>
                      <a:pt x="8955" y="238"/>
                    </a:lnTo>
                    <a:lnTo>
                      <a:pt x="8998" y="251"/>
                    </a:lnTo>
                    <a:lnTo>
                      <a:pt x="9041" y="264"/>
                    </a:lnTo>
                    <a:lnTo>
                      <a:pt x="9084" y="264"/>
                    </a:lnTo>
                    <a:lnTo>
                      <a:pt x="9156" y="264"/>
                    </a:lnTo>
                    <a:lnTo>
                      <a:pt x="9214" y="251"/>
                    </a:lnTo>
                    <a:lnTo>
                      <a:pt x="9271" y="251"/>
                    </a:lnTo>
                    <a:lnTo>
                      <a:pt x="9329" y="251"/>
                    </a:lnTo>
                    <a:lnTo>
                      <a:pt x="9372" y="251"/>
                    </a:lnTo>
                    <a:lnTo>
                      <a:pt x="9415" y="224"/>
                    </a:lnTo>
                    <a:lnTo>
                      <a:pt x="9458" y="185"/>
                    </a:lnTo>
                    <a:lnTo>
                      <a:pt x="9516" y="145"/>
                    </a:lnTo>
                    <a:lnTo>
                      <a:pt x="9574" y="119"/>
                    </a:lnTo>
                    <a:lnTo>
                      <a:pt x="9617" y="79"/>
                    </a:lnTo>
                    <a:lnTo>
                      <a:pt x="9660" y="52"/>
                    </a:lnTo>
                    <a:lnTo>
                      <a:pt x="9703" y="26"/>
                    </a:lnTo>
                    <a:lnTo>
                      <a:pt x="9732" y="66"/>
                    </a:lnTo>
                    <a:lnTo>
                      <a:pt x="9775" y="92"/>
                    </a:lnTo>
                    <a:lnTo>
                      <a:pt x="9804" y="145"/>
                    </a:lnTo>
                    <a:lnTo>
                      <a:pt x="9847" y="171"/>
                    </a:lnTo>
                    <a:lnTo>
                      <a:pt x="9890" y="198"/>
                    </a:lnTo>
                    <a:lnTo>
                      <a:pt x="9948" y="224"/>
                    </a:lnTo>
                    <a:lnTo>
                      <a:pt x="9991" y="224"/>
                    </a:lnTo>
                    <a:lnTo>
                      <a:pt x="10049" y="211"/>
                    </a:lnTo>
                    <a:lnTo>
                      <a:pt x="10092" y="198"/>
                    </a:lnTo>
                    <a:lnTo>
                      <a:pt x="10135" y="198"/>
                    </a:lnTo>
                    <a:lnTo>
                      <a:pt x="10178" y="185"/>
                    </a:lnTo>
                    <a:lnTo>
                      <a:pt x="10221" y="185"/>
                    </a:lnTo>
                    <a:lnTo>
                      <a:pt x="10265" y="185"/>
                    </a:lnTo>
                    <a:lnTo>
                      <a:pt x="10308" y="185"/>
                    </a:lnTo>
                    <a:lnTo>
                      <a:pt x="10351" y="185"/>
                    </a:lnTo>
                    <a:lnTo>
                      <a:pt x="10408" y="171"/>
                    </a:lnTo>
                    <a:lnTo>
                      <a:pt x="10452" y="171"/>
                    </a:lnTo>
                    <a:lnTo>
                      <a:pt x="10495" y="158"/>
                    </a:lnTo>
                    <a:lnTo>
                      <a:pt x="10538" y="158"/>
                    </a:lnTo>
                    <a:lnTo>
                      <a:pt x="10581" y="145"/>
                    </a:lnTo>
                    <a:lnTo>
                      <a:pt x="10624" y="132"/>
                    </a:lnTo>
                    <a:lnTo>
                      <a:pt x="10668" y="132"/>
                    </a:lnTo>
                    <a:lnTo>
                      <a:pt x="10668" y="503"/>
                    </a:lnTo>
                    <a:lnTo>
                      <a:pt x="10624" y="477"/>
                    </a:lnTo>
                    <a:lnTo>
                      <a:pt x="10581" y="464"/>
                    </a:lnTo>
                    <a:lnTo>
                      <a:pt x="10538" y="437"/>
                    </a:lnTo>
                    <a:lnTo>
                      <a:pt x="10509" y="397"/>
                    </a:lnTo>
                    <a:lnTo>
                      <a:pt x="10480" y="358"/>
                    </a:lnTo>
                    <a:lnTo>
                      <a:pt x="10437" y="317"/>
                    </a:lnTo>
                    <a:lnTo>
                      <a:pt x="10394" y="358"/>
                    </a:lnTo>
                    <a:lnTo>
                      <a:pt x="10365" y="397"/>
                    </a:lnTo>
                    <a:lnTo>
                      <a:pt x="10322" y="424"/>
                    </a:lnTo>
                    <a:lnTo>
                      <a:pt x="10265" y="411"/>
                    </a:lnTo>
                    <a:lnTo>
                      <a:pt x="10250" y="371"/>
                    </a:lnTo>
                    <a:lnTo>
                      <a:pt x="10207" y="358"/>
                    </a:lnTo>
                    <a:lnTo>
                      <a:pt x="10164" y="317"/>
                    </a:lnTo>
                    <a:lnTo>
                      <a:pt x="10121" y="317"/>
                    </a:lnTo>
                    <a:lnTo>
                      <a:pt x="10077" y="358"/>
                    </a:lnTo>
                    <a:lnTo>
                      <a:pt x="10034" y="384"/>
                    </a:lnTo>
                    <a:lnTo>
                      <a:pt x="9991" y="397"/>
                    </a:lnTo>
                    <a:lnTo>
                      <a:pt x="9948" y="411"/>
                    </a:lnTo>
                    <a:lnTo>
                      <a:pt x="9905" y="411"/>
                    </a:lnTo>
                    <a:lnTo>
                      <a:pt x="9861" y="411"/>
                    </a:lnTo>
                    <a:lnTo>
                      <a:pt x="9818" y="397"/>
                    </a:lnTo>
                    <a:lnTo>
                      <a:pt x="9775" y="384"/>
                    </a:lnTo>
                    <a:lnTo>
                      <a:pt x="9732" y="371"/>
                    </a:lnTo>
                    <a:lnTo>
                      <a:pt x="9689" y="358"/>
                    </a:lnTo>
                    <a:lnTo>
                      <a:pt x="9646" y="358"/>
                    </a:lnTo>
                    <a:lnTo>
                      <a:pt x="9588" y="371"/>
                    </a:lnTo>
                    <a:lnTo>
                      <a:pt x="9545" y="384"/>
                    </a:lnTo>
                    <a:lnTo>
                      <a:pt x="9502" y="384"/>
                    </a:lnTo>
                    <a:lnTo>
                      <a:pt x="9458" y="384"/>
                    </a:lnTo>
                    <a:lnTo>
                      <a:pt x="9415" y="384"/>
                    </a:lnTo>
                    <a:lnTo>
                      <a:pt x="9372" y="397"/>
                    </a:lnTo>
                    <a:lnTo>
                      <a:pt x="9329" y="411"/>
                    </a:lnTo>
                    <a:lnTo>
                      <a:pt x="9286" y="424"/>
                    </a:lnTo>
                    <a:lnTo>
                      <a:pt x="9242" y="437"/>
                    </a:lnTo>
                    <a:lnTo>
                      <a:pt x="9185" y="477"/>
                    </a:lnTo>
                    <a:lnTo>
                      <a:pt x="9127" y="503"/>
                    </a:lnTo>
                    <a:lnTo>
                      <a:pt x="9084" y="516"/>
                    </a:lnTo>
                    <a:lnTo>
                      <a:pt x="9041" y="503"/>
                    </a:lnTo>
                    <a:lnTo>
                      <a:pt x="9012" y="464"/>
                    </a:lnTo>
                    <a:lnTo>
                      <a:pt x="8969" y="437"/>
                    </a:lnTo>
                    <a:lnTo>
                      <a:pt x="8911" y="397"/>
                    </a:lnTo>
                    <a:lnTo>
                      <a:pt x="8868" y="384"/>
                    </a:lnTo>
                    <a:lnTo>
                      <a:pt x="8811" y="424"/>
                    </a:lnTo>
                    <a:lnTo>
                      <a:pt x="8796" y="464"/>
                    </a:lnTo>
                    <a:lnTo>
                      <a:pt x="8767" y="503"/>
                    </a:lnTo>
                    <a:lnTo>
                      <a:pt x="8724" y="530"/>
                    </a:lnTo>
                    <a:lnTo>
                      <a:pt x="8667" y="530"/>
                    </a:lnTo>
                    <a:lnTo>
                      <a:pt x="8623" y="516"/>
                    </a:lnTo>
                    <a:lnTo>
                      <a:pt x="8580" y="490"/>
                    </a:lnTo>
                    <a:lnTo>
                      <a:pt x="8523" y="464"/>
                    </a:lnTo>
                    <a:lnTo>
                      <a:pt x="8479" y="450"/>
                    </a:lnTo>
                    <a:lnTo>
                      <a:pt x="8436" y="424"/>
                    </a:lnTo>
                    <a:lnTo>
                      <a:pt x="8393" y="397"/>
                    </a:lnTo>
                    <a:lnTo>
                      <a:pt x="8336" y="397"/>
                    </a:lnTo>
                    <a:lnTo>
                      <a:pt x="8292" y="411"/>
                    </a:lnTo>
                    <a:lnTo>
                      <a:pt x="8249" y="437"/>
                    </a:lnTo>
                    <a:lnTo>
                      <a:pt x="8206" y="464"/>
                    </a:lnTo>
                    <a:lnTo>
                      <a:pt x="8163" y="477"/>
                    </a:lnTo>
                    <a:lnTo>
                      <a:pt x="8120" y="477"/>
                    </a:lnTo>
                    <a:lnTo>
                      <a:pt x="8048" y="477"/>
                    </a:lnTo>
                    <a:lnTo>
                      <a:pt x="8004" y="477"/>
                    </a:lnTo>
                    <a:lnTo>
                      <a:pt x="7961" y="477"/>
                    </a:lnTo>
                    <a:lnTo>
                      <a:pt x="7918" y="450"/>
                    </a:lnTo>
                    <a:lnTo>
                      <a:pt x="7875" y="450"/>
                    </a:lnTo>
                    <a:lnTo>
                      <a:pt x="7832" y="437"/>
                    </a:lnTo>
                    <a:lnTo>
                      <a:pt x="7789" y="424"/>
                    </a:lnTo>
                    <a:lnTo>
                      <a:pt x="7745" y="424"/>
                    </a:lnTo>
                    <a:lnTo>
                      <a:pt x="7688" y="424"/>
                    </a:lnTo>
                    <a:lnTo>
                      <a:pt x="7630" y="411"/>
                    </a:lnTo>
                    <a:lnTo>
                      <a:pt x="7573" y="411"/>
                    </a:lnTo>
                    <a:lnTo>
                      <a:pt x="7515" y="424"/>
                    </a:lnTo>
                    <a:lnTo>
                      <a:pt x="7472" y="464"/>
                    </a:lnTo>
                    <a:lnTo>
                      <a:pt x="7443" y="516"/>
                    </a:lnTo>
                    <a:lnTo>
                      <a:pt x="7400" y="543"/>
                    </a:lnTo>
                    <a:lnTo>
                      <a:pt x="7342" y="530"/>
                    </a:lnTo>
                    <a:lnTo>
                      <a:pt x="7285" y="503"/>
                    </a:lnTo>
                    <a:lnTo>
                      <a:pt x="7241" y="464"/>
                    </a:lnTo>
                    <a:lnTo>
                      <a:pt x="7227" y="424"/>
                    </a:lnTo>
                    <a:lnTo>
                      <a:pt x="7184" y="384"/>
                    </a:lnTo>
                    <a:lnTo>
                      <a:pt x="7141" y="371"/>
                    </a:lnTo>
                    <a:lnTo>
                      <a:pt x="7098" y="411"/>
                    </a:lnTo>
                    <a:lnTo>
                      <a:pt x="7069" y="450"/>
                    </a:lnTo>
                    <a:lnTo>
                      <a:pt x="7026" y="464"/>
                    </a:lnTo>
                    <a:lnTo>
                      <a:pt x="6982" y="464"/>
                    </a:lnTo>
                    <a:lnTo>
                      <a:pt x="6939" y="450"/>
                    </a:lnTo>
                    <a:lnTo>
                      <a:pt x="6896" y="450"/>
                    </a:lnTo>
                    <a:lnTo>
                      <a:pt x="6853" y="437"/>
                    </a:lnTo>
                    <a:lnTo>
                      <a:pt x="6810" y="424"/>
                    </a:lnTo>
                    <a:lnTo>
                      <a:pt x="6766" y="411"/>
                    </a:lnTo>
                    <a:lnTo>
                      <a:pt x="6723" y="397"/>
                    </a:lnTo>
                    <a:lnTo>
                      <a:pt x="6680" y="397"/>
                    </a:lnTo>
                    <a:lnTo>
                      <a:pt x="6651" y="437"/>
                    </a:lnTo>
                    <a:lnTo>
                      <a:pt x="6622" y="477"/>
                    </a:lnTo>
                    <a:lnTo>
                      <a:pt x="6579" y="490"/>
                    </a:lnTo>
                    <a:lnTo>
                      <a:pt x="6536" y="490"/>
                    </a:lnTo>
                    <a:lnTo>
                      <a:pt x="6493" y="490"/>
                    </a:lnTo>
                    <a:lnTo>
                      <a:pt x="6450" y="490"/>
                    </a:lnTo>
                    <a:lnTo>
                      <a:pt x="6407" y="490"/>
                    </a:lnTo>
                    <a:lnTo>
                      <a:pt x="6349" y="490"/>
                    </a:lnTo>
                    <a:lnTo>
                      <a:pt x="6306" y="503"/>
                    </a:lnTo>
                    <a:lnTo>
                      <a:pt x="6263" y="503"/>
                    </a:lnTo>
                    <a:lnTo>
                      <a:pt x="6219" y="516"/>
                    </a:lnTo>
                    <a:lnTo>
                      <a:pt x="6176" y="503"/>
                    </a:lnTo>
                    <a:lnTo>
                      <a:pt x="6133" y="477"/>
                    </a:lnTo>
                    <a:lnTo>
                      <a:pt x="6090" y="450"/>
                    </a:lnTo>
                    <a:lnTo>
                      <a:pt x="6047" y="424"/>
                    </a:lnTo>
                    <a:lnTo>
                      <a:pt x="6003" y="411"/>
                    </a:lnTo>
                    <a:lnTo>
                      <a:pt x="5946" y="397"/>
                    </a:lnTo>
                    <a:lnTo>
                      <a:pt x="5903" y="397"/>
                    </a:lnTo>
                    <a:lnTo>
                      <a:pt x="5859" y="397"/>
                    </a:lnTo>
                    <a:lnTo>
                      <a:pt x="5816" y="397"/>
                    </a:lnTo>
                    <a:lnTo>
                      <a:pt x="5773" y="384"/>
                    </a:lnTo>
                    <a:lnTo>
                      <a:pt x="5716" y="371"/>
                    </a:lnTo>
                    <a:lnTo>
                      <a:pt x="5672" y="371"/>
                    </a:lnTo>
                    <a:lnTo>
                      <a:pt x="5629" y="371"/>
                    </a:lnTo>
                    <a:lnTo>
                      <a:pt x="5586" y="371"/>
                    </a:lnTo>
                    <a:lnTo>
                      <a:pt x="5528" y="371"/>
                    </a:lnTo>
                    <a:lnTo>
                      <a:pt x="5485" y="384"/>
                    </a:lnTo>
                    <a:lnTo>
                      <a:pt x="5456" y="424"/>
                    </a:lnTo>
                    <a:lnTo>
                      <a:pt x="5428" y="464"/>
                    </a:lnTo>
                    <a:lnTo>
                      <a:pt x="5384" y="516"/>
                    </a:lnTo>
                    <a:lnTo>
                      <a:pt x="5341" y="543"/>
                    </a:lnTo>
                    <a:lnTo>
                      <a:pt x="5283" y="516"/>
                    </a:lnTo>
                    <a:lnTo>
                      <a:pt x="5254" y="477"/>
                    </a:lnTo>
                    <a:lnTo>
                      <a:pt x="5211" y="464"/>
                    </a:lnTo>
                    <a:lnTo>
                      <a:pt x="5168" y="450"/>
                    </a:lnTo>
                    <a:lnTo>
                      <a:pt x="5124" y="450"/>
                    </a:lnTo>
                    <a:lnTo>
                      <a:pt x="5067" y="437"/>
                    </a:lnTo>
                    <a:lnTo>
                      <a:pt x="4995" y="424"/>
                    </a:lnTo>
                    <a:lnTo>
                      <a:pt x="4952" y="411"/>
                    </a:lnTo>
                    <a:lnTo>
                      <a:pt x="4908" y="424"/>
                    </a:lnTo>
                    <a:lnTo>
                      <a:pt x="4865" y="450"/>
                    </a:lnTo>
                    <a:lnTo>
                      <a:pt x="4822" y="450"/>
                    </a:lnTo>
                    <a:lnTo>
                      <a:pt x="4779" y="424"/>
                    </a:lnTo>
                    <a:lnTo>
                      <a:pt x="4736" y="397"/>
                    </a:lnTo>
                    <a:lnTo>
                      <a:pt x="4692" y="371"/>
                    </a:lnTo>
                    <a:lnTo>
                      <a:pt x="4649" y="344"/>
                    </a:lnTo>
                    <a:lnTo>
                      <a:pt x="4606" y="344"/>
                    </a:lnTo>
                    <a:lnTo>
                      <a:pt x="4577" y="384"/>
                    </a:lnTo>
                    <a:lnTo>
                      <a:pt x="4549" y="424"/>
                    </a:lnTo>
                    <a:lnTo>
                      <a:pt x="4505" y="450"/>
                    </a:lnTo>
                    <a:lnTo>
                      <a:pt x="4448" y="450"/>
                    </a:lnTo>
                    <a:lnTo>
                      <a:pt x="4376" y="450"/>
                    </a:lnTo>
                    <a:lnTo>
                      <a:pt x="4318" y="450"/>
                    </a:lnTo>
                    <a:lnTo>
                      <a:pt x="4261" y="424"/>
                    </a:lnTo>
                    <a:lnTo>
                      <a:pt x="4203" y="411"/>
                    </a:lnTo>
                    <a:lnTo>
                      <a:pt x="4160" y="411"/>
                    </a:lnTo>
                    <a:lnTo>
                      <a:pt x="4117" y="411"/>
                    </a:lnTo>
                    <a:lnTo>
                      <a:pt x="4059" y="371"/>
                    </a:lnTo>
                    <a:lnTo>
                      <a:pt x="4016" y="358"/>
                    </a:lnTo>
                    <a:lnTo>
                      <a:pt x="3973" y="344"/>
                    </a:lnTo>
                    <a:lnTo>
                      <a:pt x="3915" y="358"/>
                    </a:lnTo>
                    <a:lnTo>
                      <a:pt x="3915" y="397"/>
                    </a:lnTo>
                    <a:lnTo>
                      <a:pt x="3872" y="424"/>
                    </a:lnTo>
                    <a:lnTo>
                      <a:pt x="3829" y="450"/>
                    </a:lnTo>
                    <a:lnTo>
                      <a:pt x="3786" y="464"/>
                    </a:lnTo>
                    <a:lnTo>
                      <a:pt x="3742" y="437"/>
                    </a:lnTo>
                    <a:lnTo>
                      <a:pt x="3685" y="397"/>
                    </a:lnTo>
                    <a:lnTo>
                      <a:pt x="3642" y="371"/>
                    </a:lnTo>
                    <a:lnTo>
                      <a:pt x="3584" y="358"/>
                    </a:lnTo>
                    <a:lnTo>
                      <a:pt x="3526" y="358"/>
                    </a:lnTo>
                    <a:lnTo>
                      <a:pt x="3469" y="358"/>
                    </a:lnTo>
                    <a:lnTo>
                      <a:pt x="3426" y="384"/>
                    </a:lnTo>
                    <a:lnTo>
                      <a:pt x="3354" y="384"/>
                    </a:lnTo>
                    <a:lnTo>
                      <a:pt x="3296" y="397"/>
                    </a:lnTo>
                    <a:lnTo>
                      <a:pt x="3239" y="437"/>
                    </a:lnTo>
                    <a:lnTo>
                      <a:pt x="3167" y="450"/>
                    </a:lnTo>
                    <a:lnTo>
                      <a:pt x="3123" y="464"/>
                    </a:lnTo>
                    <a:lnTo>
                      <a:pt x="3080" y="477"/>
                    </a:lnTo>
                    <a:lnTo>
                      <a:pt x="3066" y="424"/>
                    </a:lnTo>
                    <a:lnTo>
                      <a:pt x="3066" y="384"/>
                    </a:lnTo>
                    <a:lnTo>
                      <a:pt x="3023" y="371"/>
                    </a:lnTo>
                    <a:lnTo>
                      <a:pt x="2965" y="358"/>
                    </a:lnTo>
                    <a:lnTo>
                      <a:pt x="2922" y="358"/>
                    </a:lnTo>
                    <a:lnTo>
                      <a:pt x="2879" y="358"/>
                    </a:lnTo>
                    <a:lnTo>
                      <a:pt x="2835" y="358"/>
                    </a:lnTo>
                    <a:lnTo>
                      <a:pt x="2792" y="317"/>
                    </a:lnTo>
                    <a:lnTo>
                      <a:pt x="2749" y="317"/>
                    </a:lnTo>
                    <a:lnTo>
                      <a:pt x="2706" y="317"/>
                    </a:lnTo>
                    <a:lnTo>
                      <a:pt x="2663" y="317"/>
                    </a:lnTo>
                    <a:lnTo>
                      <a:pt x="2619" y="317"/>
                    </a:lnTo>
                    <a:lnTo>
                      <a:pt x="2562" y="317"/>
                    </a:lnTo>
                    <a:lnTo>
                      <a:pt x="2519" y="344"/>
                    </a:lnTo>
                    <a:lnTo>
                      <a:pt x="2476" y="344"/>
                    </a:lnTo>
                    <a:lnTo>
                      <a:pt x="2418" y="358"/>
                    </a:lnTo>
                    <a:lnTo>
                      <a:pt x="2375" y="371"/>
                    </a:lnTo>
                    <a:lnTo>
                      <a:pt x="2332" y="371"/>
                    </a:lnTo>
                    <a:lnTo>
                      <a:pt x="2288" y="358"/>
                    </a:lnTo>
                    <a:lnTo>
                      <a:pt x="2245" y="330"/>
                    </a:lnTo>
                    <a:lnTo>
                      <a:pt x="2202" y="317"/>
                    </a:lnTo>
                    <a:lnTo>
                      <a:pt x="2159" y="317"/>
                    </a:lnTo>
                    <a:lnTo>
                      <a:pt x="2116" y="317"/>
                    </a:lnTo>
                    <a:lnTo>
                      <a:pt x="2072" y="317"/>
                    </a:lnTo>
                    <a:lnTo>
                      <a:pt x="2015" y="317"/>
                    </a:lnTo>
                    <a:lnTo>
                      <a:pt x="1972" y="317"/>
                    </a:lnTo>
                    <a:lnTo>
                      <a:pt x="1929" y="317"/>
                    </a:lnTo>
                    <a:lnTo>
                      <a:pt x="1885" y="317"/>
                    </a:lnTo>
                    <a:lnTo>
                      <a:pt x="1828" y="317"/>
                    </a:lnTo>
                    <a:lnTo>
                      <a:pt x="1785" y="344"/>
                    </a:lnTo>
                    <a:lnTo>
                      <a:pt x="1741" y="358"/>
                    </a:lnTo>
                    <a:lnTo>
                      <a:pt x="1713" y="397"/>
                    </a:lnTo>
                    <a:lnTo>
                      <a:pt x="1669" y="411"/>
                    </a:lnTo>
                    <a:lnTo>
                      <a:pt x="1597" y="411"/>
                    </a:lnTo>
                    <a:lnTo>
                      <a:pt x="1554" y="384"/>
                    </a:lnTo>
                    <a:lnTo>
                      <a:pt x="1511" y="371"/>
                    </a:lnTo>
                    <a:lnTo>
                      <a:pt x="1468" y="371"/>
                    </a:lnTo>
                    <a:lnTo>
                      <a:pt x="1425" y="371"/>
                    </a:lnTo>
                    <a:lnTo>
                      <a:pt x="1381" y="371"/>
                    </a:lnTo>
                    <a:lnTo>
                      <a:pt x="1338" y="371"/>
                    </a:lnTo>
                    <a:lnTo>
                      <a:pt x="1266" y="371"/>
                    </a:lnTo>
                    <a:lnTo>
                      <a:pt x="1223" y="371"/>
                    </a:lnTo>
                    <a:lnTo>
                      <a:pt x="1180" y="371"/>
                    </a:lnTo>
                    <a:lnTo>
                      <a:pt x="1137" y="371"/>
                    </a:lnTo>
                    <a:lnTo>
                      <a:pt x="1094" y="371"/>
                    </a:lnTo>
                    <a:lnTo>
                      <a:pt x="1050" y="344"/>
                    </a:lnTo>
                    <a:lnTo>
                      <a:pt x="1007" y="358"/>
                    </a:lnTo>
                    <a:lnTo>
                      <a:pt x="950" y="411"/>
                    </a:lnTo>
                    <a:lnTo>
                      <a:pt x="892" y="450"/>
                    </a:lnTo>
                    <a:lnTo>
                      <a:pt x="849" y="450"/>
                    </a:lnTo>
                    <a:lnTo>
                      <a:pt x="806" y="450"/>
                    </a:lnTo>
                    <a:lnTo>
                      <a:pt x="762" y="437"/>
                    </a:lnTo>
                    <a:lnTo>
                      <a:pt x="705" y="424"/>
                    </a:lnTo>
                    <a:lnTo>
                      <a:pt x="662" y="424"/>
                    </a:lnTo>
                    <a:lnTo>
                      <a:pt x="619" y="424"/>
                    </a:lnTo>
                    <a:lnTo>
                      <a:pt x="590" y="464"/>
                    </a:lnTo>
                    <a:lnTo>
                      <a:pt x="547" y="477"/>
                    </a:lnTo>
                    <a:lnTo>
                      <a:pt x="503" y="490"/>
                    </a:lnTo>
                    <a:lnTo>
                      <a:pt x="460" y="503"/>
                    </a:lnTo>
                    <a:lnTo>
                      <a:pt x="417" y="503"/>
                    </a:lnTo>
                    <a:lnTo>
                      <a:pt x="345" y="516"/>
                    </a:lnTo>
                    <a:lnTo>
                      <a:pt x="302" y="516"/>
                    </a:lnTo>
                    <a:lnTo>
                      <a:pt x="259" y="516"/>
                    </a:lnTo>
                    <a:lnTo>
                      <a:pt x="215" y="516"/>
                    </a:lnTo>
                    <a:lnTo>
                      <a:pt x="172" y="530"/>
                    </a:lnTo>
                    <a:lnTo>
                      <a:pt x="129" y="556"/>
                    </a:lnTo>
                    <a:lnTo>
                      <a:pt x="86" y="583"/>
                    </a:lnTo>
                    <a:lnTo>
                      <a:pt x="57" y="622"/>
                    </a:lnTo>
                    <a:lnTo>
                      <a:pt x="14" y="636"/>
                    </a:lnTo>
                    <a:lnTo>
                      <a:pt x="0" y="662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"/>
              <p:cNvSpPr/>
              <p:nvPr/>
            </p:nvSpPr>
            <p:spPr>
              <a:xfrm>
                <a:off x="3870360" y="952560"/>
                <a:ext cx="54000" cy="177840"/>
              </a:xfrm>
              <a:prstGeom prst="rect">
                <a:avLst/>
              </a:prstGeom>
              <a:solidFill>
                <a:srgbClr val="FFFFFF"/>
              </a:solidFill>
              <a:ln w="12600">
                <a:solidFill>
                  <a:srgbClr val="FFFFFF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329" name=""/>
          <p:cNvGrpSpPr/>
          <p:nvPr/>
        </p:nvGrpSpPr>
        <p:grpSpPr>
          <a:xfrm>
            <a:off x="0" y="2698920"/>
            <a:ext cx="1225440" cy="444240"/>
            <a:chOff x="0" y="2698920"/>
            <a:chExt cx="1225440" cy="444240"/>
          </a:xfrm>
        </p:grpSpPr>
        <p:sp>
          <p:nvSpPr>
            <p:cNvPr id="330" name=""/>
            <p:cNvSpPr txBox="1"/>
            <p:nvPr/>
          </p:nvSpPr>
          <p:spPr>
            <a:xfrm>
              <a:off x="0" y="2698920"/>
              <a:ext cx="1225440" cy="2793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OtherName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"/>
            <p:cNvSpPr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2" name=""/>
            <p:cNvSpPr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3" name=""/>
            <p:cNvSpPr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4" name=""/>
            <p:cNvSpPr txBox="1"/>
            <p:nvPr/>
          </p:nvSpPr>
          <p:spPr>
            <a:xfrm>
              <a:off x="21744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5" name=""/>
            <p:cNvSpPr txBox="1"/>
            <p:nvPr/>
          </p:nvSpPr>
          <p:spPr>
            <a:xfrm>
              <a:off x="48096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o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6" name=""/>
            <p:cNvSpPr txBox="1"/>
            <p:nvPr/>
          </p:nvSpPr>
          <p:spPr>
            <a:xfrm>
              <a:off x="744480" y="290196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7" name=""/>
          <p:cNvSpPr txBox="1"/>
          <p:nvPr/>
        </p:nvSpPr>
        <p:spPr>
          <a:xfrm>
            <a:off x="1549440" y="302580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822320" y="3330720"/>
            <a:ext cx="27288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9" name=""/>
          <p:cNvGrpSpPr/>
          <p:nvPr/>
        </p:nvGrpSpPr>
        <p:grpSpPr>
          <a:xfrm>
            <a:off x="2997360" y="3394080"/>
            <a:ext cx="1489320" cy="349200"/>
            <a:chOff x="2997360" y="3394080"/>
            <a:chExt cx="1489320" cy="349200"/>
          </a:xfrm>
        </p:grpSpPr>
        <p:grpSp>
          <p:nvGrpSpPr>
            <p:cNvPr id="340" name=""/>
            <p:cNvGrpSpPr/>
            <p:nvPr/>
          </p:nvGrpSpPr>
          <p:grpSpPr>
            <a:xfrm>
              <a:off x="2997360" y="3503520"/>
              <a:ext cx="1489320" cy="239760"/>
              <a:chOff x="2997360" y="3503520"/>
              <a:chExt cx="1489320" cy="239760"/>
            </a:xfrm>
          </p:grpSpPr>
          <p:sp>
            <p:nvSpPr>
              <p:cNvPr id="341" name=""/>
              <p:cNvSpPr/>
              <p:nvPr/>
            </p:nvSpPr>
            <p:spPr>
              <a:xfrm>
                <a:off x="3000240" y="3503520"/>
                <a:ext cx="1486440" cy="127440"/>
              </a:xfrm>
              <a:custGeom>
                <a:avLst/>
                <a:gdLst/>
                <a:ahLst/>
                <a:rect l="0" t="0" r="r" b="b"/>
                <a:pathLst>
                  <a:path w="4129" h="354">
                    <a:moveTo>
                      <a:pt x="0" y="354"/>
                    </a:moveTo>
                    <a:lnTo>
                      <a:pt x="4129" y="354"/>
                    </a:lnTo>
                    <a:lnTo>
                      <a:pt x="3890" y="0"/>
                    </a:lnTo>
                    <a:lnTo>
                      <a:pt x="248" y="0"/>
                    </a:lnTo>
                    <a:lnTo>
                      <a:pt x="0" y="354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"/>
              <p:cNvSpPr/>
              <p:nvPr/>
            </p:nvSpPr>
            <p:spPr>
              <a:xfrm>
                <a:off x="2997360" y="3624120"/>
                <a:ext cx="1484280" cy="11916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43" name=""/>
            <p:cNvSpPr/>
            <p:nvPr/>
          </p:nvSpPr>
          <p:spPr>
            <a:xfrm>
              <a:off x="3344760" y="3394080"/>
              <a:ext cx="789480" cy="233640"/>
            </a:xfrm>
            <a:custGeom>
              <a:avLst/>
              <a:gdLst/>
              <a:ahLst/>
              <a:rect l="0" t="0" r="r" b="b"/>
              <a:pathLst>
                <a:path w="2193" h="649">
                  <a:moveTo>
                    <a:pt x="0" y="365"/>
                  </a:moveTo>
                  <a:lnTo>
                    <a:pt x="0" y="0"/>
                  </a:lnTo>
                  <a:lnTo>
                    <a:pt x="2193" y="0"/>
                  </a:lnTo>
                  <a:lnTo>
                    <a:pt x="2193" y="373"/>
                  </a:lnTo>
                  <a:lnTo>
                    <a:pt x="2181" y="409"/>
                  </a:lnTo>
                  <a:lnTo>
                    <a:pt x="2164" y="439"/>
                  </a:lnTo>
                  <a:lnTo>
                    <a:pt x="2120" y="468"/>
                  </a:lnTo>
                  <a:lnTo>
                    <a:pt x="2071" y="495"/>
                  </a:lnTo>
                  <a:lnTo>
                    <a:pt x="2010" y="521"/>
                  </a:lnTo>
                  <a:lnTo>
                    <a:pt x="1954" y="545"/>
                  </a:lnTo>
                  <a:lnTo>
                    <a:pt x="1881" y="563"/>
                  </a:lnTo>
                  <a:lnTo>
                    <a:pt x="1799" y="581"/>
                  </a:lnTo>
                  <a:lnTo>
                    <a:pt x="1728" y="595"/>
                  </a:lnTo>
                  <a:lnTo>
                    <a:pt x="1615" y="616"/>
                  </a:lnTo>
                  <a:lnTo>
                    <a:pt x="1518" y="625"/>
                  </a:lnTo>
                  <a:lnTo>
                    <a:pt x="1423" y="640"/>
                  </a:lnTo>
                  <a:lnTo>
                    <a:pt x="1318" y="643"/>
                  </a:lnTo>
                  <a:lnTo>
                    <a:pt x="1196" y="649"/>
                  </a:lnTo>
                  <a:lnTo>
                    <a:pt x="1040" y="649"/>
                  </a:lnTo>
                  <a:lnTo>
                    <a:pt x="899" y="643"/>
                  </a:lnTo>
                  <a:lnTo>
                    <a:pt x="765" y="640"/>
                  </a:lnTo>
                  <a:lnTo>
                    <a:pt x="641" y="625"/>
                  </a:lnTo>
                  <a:lnTo>
                    <a:pt x="540" y="613"/>
                  </a:lnTo>
                  <a:lnTo>
                    <a:pt x="460" y="595"/>
                  </a:lnTo>
                  <a:lnTo>
                    <a:pt x="357" y="578"/>
                  </a:lnTo>
                  <a:lnTo>
                    <a:pt x="275" y="554"/>
                  </a:lnTo>
                  <a:lnTo>
                    <a:pt x="202" y="530"/>
                  </a:lnTo>
                  <a:lnTo>
                    <a:pt x="136" y="501"/>
                  </a:lnTo>
                  <a:lnTo>
                    <a:pt x="92" y="477"/>
                  </a:lnTo>
                  <a:lnTo>
                    <a:pt x="56" y="456"/>
                  </a:lnTo>
                  <a:lnTo>
                    <a:pt x="31" y="427"/>
                  </a:lnTo>
                  <a:lnTo>
                    <a:pt x="12" y="400"/>
                  </a:lnTo>
                  <a:lnTo>
                    <a:pt x="0" y="365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4" name=""/>
          <p:cNvSpPr/>
          <p:nvPr/>
        </p:nvSpPr>
        <p:spPr>
          <a:xfrm>
            <a:off x="2816280" y="1870200"/>
            <a:ext cx="1843200" cy="156996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917800" y="1978200"/>
            <a:ext cx="1638360" cy="1308240"/>
          </a:xfrm>
          <a:prstGeom prst="rect">
            <a:avLst/>
          </a:prstGeom>
          <a:solidFill>
            <a:srgbClr val="0099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My name is</a:t>
            </a: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1" u="none" strike="noStrike">
                <a:solidFill>
                  <a:srgbClr val="FFFF00"/>
                </a:solidFill>
                <a:effectLst/>
                <a:uFillTx/>
                <a:latin typeface="Arial"/>
                <a:ea typeface="Arial"/>
              </a:rPr>
              <a:t>John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4354560" y="3348000"/>
            <a:ext cx="55440" cy="25560"/>
          </a:xfrm>
          <a:prstGeom prst="rect">
            <a:avLst/>
          </a:prstGeom>
          <a:solidFill>
            <a:srgbClr val="FF33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4680" y="3189240"/>
            <a:ext cx="1225440" cy="27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ShopTotal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2001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46368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72720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99072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125424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1517760" y="3416400"/>
            <a:ext cx="272880" cy="2412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4" name=""/>
          <p:cNvGrpSpPr/>
          <p:nvPr/>
        </p:nvGrpSpPr>
        <p:grpSpPr>
          <a:xfrm>
            <a:off x="200160" y="3416400"/>
            <a:ext cx="1590480" cy="241200"/>
            <a:chOff x="200160" y="3416400"/>
            <a:chExt cx="1590480" cy="241200"/>
          </a:xfrm>
        </p:grpSpPr>
        <p:sp>
          <p:nvSpPr>
            <p:cNvPr id="355" name=""/>
            <p:cNvSpPr txBox="1"/>
            <p:nvPr/>
          </p:nvSpPr>
          <p:spPr>
            <a:xfrm>
              <a:off x="2001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"/>
            <p:cNvSpPr txBox="1"/>
            <p:nvPr/>
          </p:nvSpPr>
          <p:spPr>
            <a:xfrm>
              <a:off x="46368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"/>
            <p:cNvSpPr txBox="1"/>
            <p:nvPr/>
          </p:nvSpPr>
          <p:spPr>
            <a:xfrm>
              <a:off x="72720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"/>
            <p:cNvSpPr txBox="1"/>
            <p:nvPr/>
          </p:nvSpPr>
          <p:spPr>
            <a:xfrm>
              <a:off x="99072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9" name=""/>
            <p:cNvSpPr txBox="1"/>
            <p:nvPr/>
          </p:nvSpPr>
          <p:spPr>
            <a:xfrm>
              <a:off x="125424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0" name=""/>
            <p:cNvSpPr txBox="1"/>
            <p:nvPr/>
          </p:nvSpPr>
          <p:spPr>
            <a:xfrm>
              <a:off x="1517760" y="3416400"/>
              <a:ext cx="272880" cy="241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 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1" name=""/>
          <p:cNvSpPr txBox="1"/>
          <p:nvPr/>
        </p:nvSpPr>
        <p:spPr>
          <a:xfrm>
            <a:off x="1770120" y="3419640"/>
            <a:ext cx="272880" cy="23796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486080" y="3679920"/>
            <a:ext cx="7452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0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^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