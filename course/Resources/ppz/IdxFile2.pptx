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handoutMasterIdLst>
    <p:handoutMasterId r:id="rId6"/>
  </p:handoutMasterIdLst>
  <p:sldIdLst>
    <p:sldId id="259" r:id="rId2"/>
    <p:sldId id="256" r:id="rId3"/>
    <p:sldId id="258" r:id="rId4"/>
  </p:sldIdLst>
  <p:sldSz cx="4762500" cy="4953000"/>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1560">
          <p15:clr>
            <a:srgbClr val="A4A3A4"/>
          </p15:clr>
        </p15:guide>
        <p15:guide id="2" pos="1500">
          <p15:clr>
            <a:srgbClr val="A4A3A4"/>
          </p15:clr>
        </p15:guide>
      </p15:sldGuideLst>
    </p:ext>
    <p:ext uri="{2D200454-40CA-4A62-9FC3-DE9A4176ACB9}">
      <p15:notesGuideLst xmlns:p15="http://schemas.microsoft.com/office/powerpoint/2012/main">
        <p15:guide id="1" orient="horz" pos="1560">
          <p15:clr>
            <a:srgbClr val="A4A3A4"/>
          </p15:clr>
        </p15:guide>
        <p15:guide id="2" pos="150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00"/>
    <a:srgbClr val="336600"/>
    <a:srgbClr val="FFFF00"/>
    <a:srgbClr val="000099"/>
    <a:srgbClr val="A50021"/>
    <a:srgbClr val="FFFF99"/>
    <a:srgbClr val="CCFF99"/>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73" d="100"/>
          <a:sy n="173" d="100"/>
        </p:scale>
        <p:origin x="1302" y="138"/>
      </p:cViewPr>
      <p:guideLst>
        <p:guide orient="horz" pos="1560"/>
        <p:guide pos="1500"/>
      </p:guideLst>
    </p:cSldViewPr>
  </p:slideViewPr>
  <p:notesTextViewPr>
    <p:cViewPr>
      <p:scale>
        <a:sx n="100" d="100"/>
        <a:sy n="100" d="100"/>
      </p:scale>
      <p:origin x="0" y="0"/>
    </p:cViewPr>
  </p:notesTextViewPr>
  <p:notesViewPr>
    <p:cSldViewPr>
      <p:cViewPr varScale="1">
        <p:scale>
          <a:sx n="70" d="100"/>
          <a:sy n="70" d="100"/>
        </p:scale>
        <p:origin x="-1704" y="-78"/>
      </p:cViewPr>
      <p:guideLst>
        <p:guide orient="horz" pos="1560"/>
        <p:guide pos="150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EB2AF8C-86A4-847E-48D5-93B9D2FEC436}"/>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defRPr sz="1000" i="1"/>
            </a:lvl1pPr>
          </a:lstStyle>
          <a:p>
            <a:endParaRPr lang="en-US" altLang="en-US"/>
          </a:p>
        </p:txBody>
      </p:sp>
      <p:sp>
        <p:nvSpPr>
          <p:cNvPr id="2051" name="Rectangle 3">
            <a:extLst>
              <a:ext uri="{FF2B5EF4-FFF2-40B4-BE49-F238E27FC236}">
                <a16:creationId xmlns:a16="http://schemas.microsoft.com/office/drawing/2014/main" id="{B2B6A47F-06E3-87E6-BAF4-47D9BC3CD9F6}"/>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lgn="r">
              <a:defRPr sz="1000" i="1"/>
            </a:lvl1pPr>
          </a:lstStyle>
          <a:p>
            <a:endParaRPr lang="en-US" altLang="en-US"/>
          </a:p>
        </p:txBody>
      </p:sp>
      <p:sp>
        <p:nvSpPr>
          <p:cNvPr id="2052" name="Rectangle 4">
            <a:extLst>
              <a:ext uri="{FF2B5EF4-FFF2-40B4-BE49-F238E27FC236}">
                <a16:creationId xmlns:a16="http://schemas.microsoft.com/office/drawing/2014/main" id="{9E74D4EE-ACEA-29A1-6CD6-C76B86B137CB}"/>
              </a:ext>
            </a:extLst>
          </p:cNvPr>
          <p:cNvSpPr>
            <a:spLocks noRot="1" noChangeArrowheads="1" noTextEdit="1"/>
          </p:cNvSpPr>
          <p:nvPr>
            <p:ph type="sldImg" idx="2"/>
          </p:nvPr>
        </p:nvSpPr>
        <p:spPr bwMode="auto">
          <a:xfrm>
            <a:off x="1787525" y="692150"/>
            <a:ext cx="3282950" cy="3416300"/>
          </a:xfrm>
          <a:prstGeom prst="rect">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53" name="Rectangle 5">
            <a:extLst>
              <a:ext uri="{FF2B5EF4-FFF2-40B4-BE49-F238E27FC236}">
                <a16:creationId xmlns:a16="http://schemas.microsoft.com/office/drawing/2014/main" id="{480F4BA7-BF82-11E8-F495-158CBFD014FA}"/>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054" name="Rectangle 6">
            <a:extLst>
              <a:ext uri="{FF2B5EF4-FFF2-40B4-BE49-F238E27FC236}">
                <a16:creationId xmlns:a16="http://schemas.microsoft.com/office/drawing/2014/main" id="{9CAF8CF5-88C2-D774-1CAF-777C38BA17AA}"/>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defRPr sz="1000" i="1"/>
            </a:lvl1pPr>
          </a:lstStyle>
          <a:p>
            <a:endParaRPr lang="en-US" altLang="en-US"/>
          </a:p>
        </p:txBody>
      </p:sp>
      <p:sp>
        <p:nvSpPr>
          <p:cNvPr id="2055" name="Rectangle 7">
            <a:extLst>
              <a:ext uri="{FF2B5EF4-FFF2-40B4-BE49-F238E27FC236}">
                <a16:creationId xmlns:a16="http://schemas.microsoft.com/office/drawing/2014/main" id="{6669C006-EFAD-6B82-5163-F7B0C06B6B14}"/>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lgn="r">
              <a:defRPr sz="1000" i="1"/>
            </a:lvl1pPr>
          </a:lstStyle>
          <a:p>
            <a:fld id="{63BAE9B5-AC62-48DD-BB98-8672A2EAA02B}"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62038C5-C607-53EC-10C4-57EDA0B9904F}"/>
              </a:ext>
            </a:extLst>
          </p:cNvPr>
          <p:cNvSpPr>
            <a:spLocks noGrp="1" noChangeArrowheads="1"/>
          </p:cNvSpPr>
          <p:nvPr>
            <p:ph type="sldNum" sz="quarter" idx="5"/>
          </p:nvPr>
        </p:nvSpPr>
        <p:spPr>
          <a:ln/>
        </p:spPr>
        <p:txBody>
          <a:bodyPr/>
          <a:lstStyle/>
          <a:p>
            <a:fld id="{7B23E20E-3491-483E-836E-9DBCF6568588}" type="slidenum">
              <a:rPr lang="en-US" altLang="en-US"/>
              <a:pPr/>
              <a:t>2</a:t>
            </a:fld>
            <a:endParaRPr lang="en-US" altLang="en-US"/>
          </a:p>
        </p:txBody>
      </p:sp>
      <p:sp>
        <p:nvSpPr>
          <p:cNvPr id="5122" name="Rectangle 2">
            <a:extLst>
              <a:ext uri="{FF2B5EF4-FFF2-40B4-BE49-F238E27FC236}">
                <a16:creationId xmlns:a16="http://schemas.microsoft.com/office/drawing/2014/main" id="{BE4B3C39-F2D9-9060-A7BB-50DF6E5EB1BC}"/>
              </a:ext>
            </a:extLst>
          </p:cNvPr>
          <p:cNvSpPr>
            <a:spLocks noRot="1" noChangeArrowheads="1" noTextEdit="1"/>
          </p:cNvSpPr>
          <p:nvPr>
            <p:ph type="sldImg"/>
          </p:nvPr>
        </p:nvSpPr>
        <p:spPr>
          <a:ln cap="flat"/>
        </p:spPr>
      </p:sp>
      <p:sp>
        <p:nvSpPr>
          <p:cNvPr id="5123" name="Rectangle 3">
            <a:extLst>
              <a:ext uri="{FF2B5EF4-FFF2-40B4-BE49-F238E27FC236}">
                <a16:creationId xmlns:a16="http://schemas.microsoft.com/office/drawing/2014/main" id="{E1F290F7-6B9F-9BD4-6033-8545A17C19D7}"/>
              </a:ext>
            </a:extLst>
          </p:cNvPr>
          <p:cNvSpPr>
            <a:spLocks noGrp="1" noChangeArrowheads="1"/>
          </p:cNvSpPr>
          <p:nvPr>
            <p:ph type="body" idx="1"/>
          </p:nvPr>
        </p:nvSpPr>
        <p:spPr>
          <a:ln/>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4E6CD-47B4-D59F-9655-36EFD6C17C7B}"/>
              </a:ext>
            </a:extLst>
          </p:cNvPr>
          <p:cNvSpPr>
            <a:spLocks noGrp="1"/>
          </p:cNvSpPr>
          <p:nvPr>
            <p:ph type="ctrTitle"/>
          </p:nvPr>
        </p:nvSpPr>
        <p:spPr>
          <a:xfrm>
            <a:off x="595313" y="811213"/>
            <a:ext cx="3571875" cy="1724025"/>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8EDC6A0-F18D-B6DB-B03D-5510723AA239}"/>
              </a:ext>
            </a:extLst>
          </p:cNvPr>
          <p:cNvSpPr>
            <a:spLocks noGrp="1"/>
          </p:cNvSpPr>
          <p:nvPr>
            <p:ph type="subTitle" idx="1"/>
          </p:nvPr>
        </p:nvSpPr>
        <p:spPr>
          <a:xfrm>
            <a:off x="595313" y="2601913"/>
            <a:ext cx="3571875" cy="119538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5D4D14-D4C9-DC79-C784-B439A7ED5BEE}"/>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AD356218-9A64-1A24-5596-93E12804BD53}"/>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37CABE35-B941-2CC7-196C-F5BB7C95B14B}"/>
              </a:ext>
            </a:extLst>
          </p:cNvPr>
          <p:cNvSpPr>
            <a:spLocks noGrp="1"/>
          </p:cNvSpPr>
          <p:nvPr>
            <p:ph type="sldNum" sz="quarter" idx="12"/>
          </p:nvPr>
        </p:nvSpPr>
        <p:spPr/>
        <p:txBody>
          <a:bodyPr/>
          <a:lstStyle>
            <a:lvl1pPr>
              <a:defRPr/>
            </a:lvl1pPr>
          </a:lstStyle>
          <a:p>
            <a:fld id="{5CDA1B02-E8B5-45B5-87F1-7F96C4BCFF64}" type="slidenum">
              <a:rPr lang="en-US" altLang="en-US"/>
              <a:pPr/>
              <a:t>‹#›</a:t>
            </a:fld>
            <a:endParaRPr lang="en-US" altLang="en-US"/>
          </a:p>
        </p:txBody>
      </p:sp>
    </p:spTree>
    <p:extLst>
      <p:ext uri="{BB962C8B-B14F-4D97-AF65-F5344CB8AC3E}">
        <p14:creationId xmlns:p14="http://schemas.microsoft.com/office/powerpoint/2010/main" val="194899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26984-1F55-C12C-1169-08EB0BFE4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0993129-996E-6AD4-1B61-F6E6A442373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9D6DFA-E6D8-5DCA-EFE2-7918D57BFD15}"/>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A7797E2E-A2C2-A91D-1967-0FE0B1226BA6}"/>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6FF78A73-0BB7-111E-B223-20682644D006}"/>
              </a:ext>
            </a:extLst>
          </p:cNvPr>
          <p:cNvSpPr>
            <a:spLocks noGrp="1"/>
          </p:cNvSpPr>
          <p:nvPr>
            <p:ph type="sldNum" sz="quarter" idx="12"/>
          </p:nvPr>
        </p:nvSpPr>
        <p:spPr/>
        <p:txBody>
          <a:bodyPr/>
          <a:lstStyle>
            <a:lvl1pPr>
              <a:defRPr/>
            </a:lvl1pPr>
          </a:lstStyle>
          <a:p>
            <a:fld id="{0DD3BF8D-3C3A-4916-AAB7-C11380F3BA19}" type="slidenum">
              <a:rPr lang="en-US" altLang="en-US"/>
              <a:pPr/>
              <a:t>‹#›</a:t>
            </a:fld>
            <a:endParaRPr lang="en-US" altLang="en-US"/>
          </a:p>
        </p:txBody>
      </p:sp>
    </p:spTree>
    <p:extLst>
      <p:ext uri="{BB962C8B-B14F-4D97-AF65-F5344CB8AC3E}">
        <p14:creationId xmlns:p14="http://schemas.microsoft.com/office/powerpoint/2010/main" val="35219937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06316-D086-3096-BF0D-D27DC1F42301}"/>
              </a:ext>
            </a:extLst>
          </p:cNvPr>
          <p:cNvSpPr>
            <a:spLocks noGrp="1"/>
          </p:cNvSpPr>
          <p:nvPr>
            <p:ph type="title"/>
          </p:nvPr>
        </p:nvSpPr>
        <p:spPr>
          <a:xfrm>
            <a:off x="325438" y="1235075"/>
            <a:ext cx="4106862" cy="2060575"/>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BD1B872-A27F-3120-774E-A18BD6B1300F}"/>
              </a:ext>
            </a:extLst>
          </p:cNvPr>
          <p:cNvSpPr>
            <a:spLocks noGrp="1"/>
          </p:cNvSpPr>
          <p:nvPr>
            <p:ph type="body" idx="1"/>
          </p:nvPr>
        </p:nvSpPr>
        <p:spPr>
          <a:xfrm>
            <a:off x="325438" y="3314700"/>
            <a:ext cx="4106862" cy="1082675"/>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BF50C1A5-304E-FB1A-1B95-91273884529C}"/>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03854E6C-7D67-5559-5F0E-3596A0EB28F2}"/>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E4184985-4334-D452-8FA2-C7ED7C028FBD}"/>
              </a:ext>
            </a:extLst>
          </p:cNvPr>
          <p:cNvSpPr>
            <a:spLocks noGrp="1"/>
          </p:cNvSpPr>
          <p:nvPr>
            <p:ph type="sldNum" sz="quarter" idx="12"/>
          </p:nvPr>
        </p:nvSpPr>
        <p:spPr/>
        <p:txBody>
          <a:bodyPr/>
          <a:lstStyle>
            <a:lvl1pPr>
              <a:defRPr/>
            </a:lvl1pPr>
          </a:lstStyle>
          <a:p>
            <a:fld id="{36DAEA17-D2A0-40EE-A573-1143961CE296}" type="slidenum">
              <a:rPr lang="en-US" altLang="en-US"/>
              <a:pPr/>
              <a:t>‹#›</a:t>
            </a:fld>
            <a:endParaRPr lang="en-US" altLang="en-US"/>
          </a:p>
        </p:txBody>
      </p:sp>
    </p:spTree>
    <p:extLst>
      <p:ext uri="{BB962C8B-B14F-4D97-AF65-F5344CB8AC3E}">
        <p14:creationId xmlns:p14="http://schemas.microsoft.com/office/powerpoint/2010/main" val="268189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EB2D1-BD0D-4C8F-3E85-F443133B97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08DFD6-4956-C24A-D791-DAF5171F8E9C}"/>
              </a:ext>
            </a:extLst>
          </p:cNvPr>
          <p:cNvSpPr>
            <a:spLocks noGrp="1"/>
          </p:cNvSpPr>
          <p:nvPr>
            <p:ph sz="half" idx="1"/>
          </p:nvPr>
        </p:nvSpPr>
        <p:spPr>
          <a:xfrm>
            <a:off x="355600" y="1430338"/>
            <a:ext cx="1949450" cy="297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2E9C5C8-6767-BE65-5356-FC32C580F6E3}"/>
              </a:ext>
            </a:extLst>
          </p:cNvPr>
          <p:cNvSpPr>
            <a:spLocks noGrp="1"/>
          </p:cNvSpPr>
          <p:nvPr>
            <p:ph sz="half" idx="2"/>
          </p:nvPr>
        </p:nvSpPr>
        <p:spPr>
          <a:xfrm>
            <a:off x="2457450" y="1430338"/>
            <a:ext cx="1949450" cy="297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B5D69B9-1EBD-E3E5-B9C8-9C8DEBAA9905}"/>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582C8177-96BE-5522-9615-41AA4EA65EF1}"/>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BF6A06C4-465E-3731-F03C-B062D4BC0249}"/>
              </a:ext>
            </a:extLst>
          </p:cNvPr>
          <p:cNvSpPr>
            <a:spLocks noGrp="1"/>
          </p:cNvSpPr>
          <p:nvPr>
            <p:ph type="sldNum" sz="quarter" idx="12"/>
          </p:nvPr>
        </p:nvSpPr>
        <p:spPr/>
        <p:txBody>
          <a:bodyPr/>
          <a:lstStyle>
            <a:lvl1pPr>
              <a:defRPr/>
            </a:lvl1pPr>
          </a:lstStyle>
          <a:p>
            <a:fld id="{8A11D568-9E57-48D6-B118-DF2CA623859A}" type="slidenum">
              <a:rPr lang="en-US" altLang="en-US"/>
              <a:pPr/>
              <a:t>‹#›</a:t>
            </a:fld>
            <a:endParaRPr lang="en-US" altLang="en-US"/>
          </a:p>
        </p:txBody>
      </p:sp>
    </p:spTree>
    <p:extLst>
      <p:ext uri="{BB962C8B-B14F-4D97-AF65-F5344CB8AC3E}">
        <p14:creationId xmlns:p14="http://schemas.microsoft.com/office/powerpoint/2010/main" val="40830269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145D8-A4F9-BD29-F2DD-E381409001F2}"/>
              </a:ext>
            </a:extLst>
          </p:cNvPr>
          <p:cNvSpPr>
            <a:spLocks noGrp="1"/>
          </p:cNvSpPr>
          <p:nvPr>
            <p:ph type="title"/>
          </p:nvPr>
        </p:nvSpPr>
        <p:spPr>
          <a:xfrm>
            <a:off x="328613" y="263525"/>
            <a:ext cx="4106862" cy="9572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5242E87-FB59-D1AB-017C-E1E546B9C2B1}"/>
              </a:ext>
            </a:extLst>
          </p:cNvPr>
          <p:cNvSpPr>
            <a:spLocks noGrp="1"/>
          </p:cNvSpPr>
          <p:nvPr>
            <p:ph type="body" idx="1"/>
          </p:nvPr>
        </p:nvSpPr>
        <p:spPr>
          <a:xfrm>
            <a:off x="328613" y="1214438"/>
            <a:ext cx="2014537" cy="5953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1736FC-29A5-35AD-42FB-A5463B2E640C}"/>
              </a:ext>
            </a:extLst>
          </p:cNvPr>
          <p:cNvSpPr>
            <a:spLocks noGrp="1"/>
          </p:cNvSpPr>
          <p:nvPr>
            <p:ph sz="half" idx="2"/>
          </p:nvPr>
        </p:nvSpPr>
        <p:spPr>
          <a:xfrm>
            <a:off x="328613" y="1809750"/>
            <a:ext cx="2014537" cy="2660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EDCA7F2-50DA-8133-F6FB-E87F76833EF9}"/>
              </a:ext>
            </a:extLst>
          </p:cNvPr>
          <p:cNvSpPr>
            <a:spLocks noGrp="1"/>
          </p:cNvSpPr>
          <p:nvPr>
            <p:ph type="body" sz="quarter" idx="3"/>
          </p:nvPr>
        </p:nvSpPr>
        <p:spPr>
          <a:xfrm>
            <a:off x="2411413" y="1214438"/>
            <a:ext cx="2024062" cy="5953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73CCA88-388D-0781-D136-1281FA6B706E}"/>
              </a:ext>
            </a:extLst>
          </p:cNvPr>
          <p:cNvSpPr>
            <a:spLocks noGrp="1"/>
          </p:cNvSpPr>
          <p:nvPr>
            <p:ph sz="quarter" idx="4"/>
          </p:nvPr>
        </p:nvSpPr>
        <p:spPr>
          <a:xfrm>
            <a:off x="2411413" y="1809750"/>
            <a:ext cx="2024062" cy="2660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ADD2F52-5F88-FAC1-6C54-6728B6E34048}"/>
              </a:ext>
            </a:extLst>
          </p:cNvPr>
          <p:cNvSpPr>
            <a:spLocks noGrp="1"/>
          </p:cNvSpPr>
          <p:nvPr>
            <p:ph type="dt" sz="half"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B60426F1-7491-E13A-2B1E-FC17FD981490}"/>
              </a:ext>
            </a:extLst>
          </p:cNvPr>
          <p:cNvSpPr>
            <a:spLocks noGrp="1"/>
          </p:cNvSpPr>
          <p:nvPr>
            <p:ph type="ftr" sz="quarte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C784DB8F-4A2E-D1FB-D4BF-774064C8810E}"/>
              </a:ext>
            </a:extLst>
          </p:cNvPr>
          <p:cNvSpPr>
            <a:spLocks noGrp="1"/>
          </p:cNvSpPr>
          <p:nvPr>
            <p:ph type="sldNum" sz="quarter" idx="12"/>
          </p:nvPr>
        </p:nvSpPr>
        <p:spPr/>
        <p:txBody>
          <a:bodyPr/>
          <a:lstStyle>
            <a:lvl1pPr>
              <a:defRPr/>
            </a:lvl1pPr>
          </a:lstStyle>
          <a:p>
            <a:fld id="{2BAAF14C-DD0C-447B-916F-43D7C01BCED3}" type="slidenum">
              <a:rPr lang="en-US" altLang="en-US"/>
              <a:pPr/>
              <a:t>‹#›</a:t>
            </a:fld>
            <a:endParaRPr lang="en-US" altLang="en-US"/>
          </a:p>
        </p:txBody>
      </p:sp>
    </p:spTree>
    <p:extLst>
      <p:ext uri="{BB962C8B-B14F-4D97-AF65-F5344CB8AC3E}">
        <p14:creationId xmlns:p14="http://schemas.microsoft.com/office/powerpoint/2010/main" val="812237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24AC5-2856-D1E0-41A8-BD86DB1F65A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127A5BD-FBD8-8DBE-AF94-0CDE972A2D29}"/>
              </a:ext>
            </a:extLst>
          </p:cNvPr>
          <p:cNvSpPr>
            <a:spLocks noGrp="1"/>
          </p:cNvSpPr>
          <p:nvPr>
            <p:ph type="dt" sz="half"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2F9C39A4-557E-1706-58E0-68CA4BF77B1C}"/>
              </a:ext>
            </a:extLst>
          </p:cNvPr>
          <p:cNvSpPr>
            <a:spLocks noGrp="1"/>
          </p:cNvSpPr>
          <p:nvPr>
            <p:ph type="ftr" sz="quarte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90D07281-2C62-6649-E1AA-E72DDA6E0E89}"/>
              </a:ext>
            </a:extLst>
          </p:cNvPr>
          <p:cNvSpPr>
            <a:spLocks noGrp="1"/>
          </p:cNvSpPr>
          <p:nvPr>
            <p:ph type="sldNum" sz="quarter" idx="12"/>
          </p:nvPr>
        </p:nvSpPr>
        <p:spPr/>
        <p:txBody>
          <a:bodyPr/>
          <a:lstStyle>
            <a:lvl1pPr>
              <a:defRPr/>
            </a:lvl1pPr>
          </a:lstStyle>
          <a:p>
            <a:fld id="{0463815D-9AD3-418F-A11B-866B4C1E3C70}" type="slidenum">
              <a:rPr lang="en-US" altLang="en-US"/>
              <a:pPr/>
              <a:t>‹#›</a:t>
            </a:fld>
            <a:endParaRPr lang="en-US" altLang="en-US"/>
          </a:p>
        </p:txBody>
      </p:sp>
    </p:spTree>
    <p:extLst>
      <p:ext uri="{BB962C8B-B14F-4D97-AF65-F5344CB8AC3E}">
        <p14:creationId xmlns:p14="http://schemas.microsoft.com/office/powerpoint/2010/main" val="27699305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CDEE80-2F64-3365-D990-7BB3A52D96AC}"/>
              </a:ext>
            </a:extLst>
          </p:cNvPr>
          <p:cNvSpPr>
            <a:spLocks noGrp="1"/>
          </p:cNvSpPr>
          <p:nvPr>
            <p:ph type="dt" sz="half"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9FBFCF54-FB8E-7AD6-B99C-14402D0E4E3A}"/>
              </a:ext>
            </a:extLst>
          </p:cNvPr>
          <p:cNvSpPr>
            <a:spLocks noGrp="1"/>
          </p:cNvSpPr>
          <p:nvPr>
            <p:ph type="ftr" sz="quarte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3E39DAF9-EB50-0872-2E83-A6F3BB061E94}"/>
              </a:ext>
            </a:extLst>
          </p:cNvPr>
          <p:cNvSpPr>
            <a:spLocks noGrp="1"/>
          </p:cNvSpPr>
          <p:nvPr>
            <p:ph type="sldNum" sz="quarter" idx="12"/>
          </p:nvPr>
        </p:nvSpPr>
        <p:spPr/>
        <p:txBody>
          <a:bodyPr/>
          <a:lstStyle>
            <a:lvl1pPr>
              <a:defRPr/>
            </a:lvl1pPr>
          </a:lstStyle>
          <a:p>
            <a:fld id="{57C121AD-D1AE-4922-92B2-09FF68637FA6}" type="slidenum">
              <a:rPr lang="en-US" altLang="en-US"/>
              <a:pPr/>
              <a:t>‹#›</a:t>
            </a:fld>
            <a:endParaRPr lang="en-US" altLang="en-US"/>
          </a:p>
        </p:txBody>
      </p:sp>
    </p:spTree>
    <p:extLst>
      <p:ext uri="{BB962C8B-B14F-4D97-AF65-F5344CB8AC3E}">
        <p14:creationId xmlns:p14="http://schemas.microsoft.com/office/powerpoint/2010/main" val="3363879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3AE8F-2EBA-465F-383F-9CEC0BE3E659}"/>
              </a:ext>
            </a:extLst>
          </p:cNvPr>
          <p:cNvSpPr>
            <a:spLocks noGrp="1"/>
          </p:cNvSpPr>
          <p:nvPr>
            <p:ph type="title"/>
          </p:nvPr>
        </p:nvSpPr>
        <p:spPr>
          <a:xfrm>
            <a:off x="328613" y="330200"/>
            <a:ext cx="1535112" cy="11557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7DF3B39-FB5C-1234-026F-159EB9BCB755}"/>
              </a:ext>
            </a:extLst>
          </p:cNvPr>
          <p:cNvSpPr>
            <a:spLocks noGrp="1"/>
          </p:cNvSpPr>
          <p:nvPr>
            <p:ph idx="1"/>
          </p:nvPr>
        </p:nvSpPr>
        <p:spPr>
          <a:xfrm>
            <a:off x="2024063" y="712788"/>
            <a:ext cx="2411412" cy="35194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7176488-C8AF-3EC9-96DD-F8955479ED16}"/>
              </a:ext>
            </a:extLst>
          </p:cNvPr>
          <p:cNvSpPr>
            <a:spLocks noGrp="1"/>
          </p:cNvSpPr>
          <p:nvPr>
            <p:ph type="body" sz="half" idx="2"/>
          </p:nvPr>
        </p:nvSpPr>
        <p:spPr>
          <a:xfrm>
            <a:off x="328613" y="1485900"/>
            <a:ext cx="1535112" cy="27527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4D3A39-082C-ACA9-814A-43C0EB98666E}"/>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23392890-768B-AE83-E243-D2EED6FB9713}"/>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ECBBC267-A812-0CA6-3D7E-AD3D7ECFB3EB}"/>
              </a:ext>
            </a:extLst>
          </p:cNvPr>
          <p:cNvSpPr>
            <a:spLocks noGrp="1"/>
          </p:cNvSpPr>
          <p:nvPr>
            <p:ph type="sldNum" sz="quarter" idx="12"/>
          </p:nvPr>
        </p:nvSpPr>
        <p:spPr/>
        <p:txBody>
          <a:bodyPr/>
          <a:lstStyle>
            <a:lvl1pPr>
              <a:defRPr/>
            </a:lvl1pPr>
          </a:lstStyle>
          <a:p>
            <a:fld id="{76147AB9-B3F0-4C08-BCE1-CCF49E92FC10}" type="slidenum">
              <a:rPr lang="en-US" altLang="en-US"/>
              <a:pPr/>
              <a:t>‹#›</a:t>
            </a:fld>
            <a:endParaRPr lang="en-US" altLang="en-US"/>
          </a:p>
        </p:txBody>
      </p:sp>
    </p:spTree>
    <p:extLst>
      <p:ext uri="{BB962C8B-B14F-4D97-AF65-F5344CB8AC3E}">
        <p14:creationId xmlns:p14="http://schemas.microsoft.com/office/powerpoint/2010/main" val="3856459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38A46-E2F7-F26E-681D-DAC2E7FA615D}"/>
              </a:ext>
            </a:extLst>
          </p:cNvPr>
          <p:cNvSpPr>
            <a:spLocks noGrp="1"/>
          </p:cNvSpPr>
          <p:nvPr>
            <p:ph type="title"/>
          </p:nvPr>
        </p:nvSpPr>
        <p:spPr>
          <a:xfrm>
            <a:off x="328613" y="330200"/>
            <a:ext cx="1535112" cy="11557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115D17E-F00D-A4BB-1857-50FF94A6850E}"/>
              </a:ext>
            </a:extLst>
          </p:cNvPr>
          <p:cNvSpPr>
            <a:spLocks noGrp="1"/>
          </p:cNvSpPr>
          <p:nvPr>
            <p:ph type="pic" idx="1"/>
          </p:nvPr>
        </p:nvSpPr>
        <p:spPr>
          <a:xfrm>
            <a:off x="2024063" y="712788"/>
            <a:ext cx="2411412" cy="35194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34E893A-D7E2-FB01-F095-FAB286C41119}"/>
              </a:ext>
            </a:extLst>
          </p:cNvPr>
          <p:cNvSpPr>
            <a:spLocks noGrp="1"/>
          </p:cNvSpPr>
          <p:nvPr>
            <p:ph type="body" sz="half" idx="2"/>
          </p:nvPr>
        </p:nvSpPr>
        <p:spPr>
          <a:xfrm>
            <a:off x="328613" y="1485900"/>
            <a:ext cx="1535112" cy="27527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A8B2EB-078F-66BA-303F-2BD32DCAB148}"/>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42C9F091-C2DA-65F5-8A56-4815781D1D93}"/>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BB88C794-F294-48F7-AACB-A10ED679A923}"/>
              </a:ext>
            </a:extLst>
          </p:cNvPr>
          <p:cNvSpPr>
            <a:spLocks noGrp="1"/>
          </p:cNvSpPr>
          <p:nvPr>
            <p:ph type="sldNum" sz="quarter" idx="12"/>
          </p:nvPr>
        </p:nvSpPr>
        <p:spPr/>
        <p:txBody>
          <a:bodyPr/>
          <a:lstStyle>
            <a:lvl1pPr>
              <a:defRPr/>
            </a:lvl1pPr>
          </a:lstStyle>
          <a:p>
            <a:fld id="{784A21BE-D0B1-4C5D-98AA-820B4705F40C}" type="slidenum">
              <a:rPr lang="en-US" altLang="en-US"/>
              <a:pPr/>
              <a:t>‹#›</a:t>
            </a:fld>
            <a:endParaRPr lang="en-US" altLang="en-US"/>
          </a:p>
        </p:txBody>
      </p:sp>
    </p:spTree>
    <p:extLst>
      <p:ext uri="{BB962C8B-B14F-4D97-AF65-F5344CB8AC3E}">
        <p14:creationId xmlns:p14="http://schemas.microsoft.com/office/powerpoint/2010/main" val="1094114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52010-4705-923C-29E4-0AA7B29A0F5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5AD0B9A-5354-C905-C297-CEE351BFE2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54287D-C49D-BC15-31EE-077913F61A0A}"/>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7AFDD322-ABEC-D11E-7627-3713122FB8FE}"/>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668FD032-391A-26E7-0F18-24A6B54BFCF7}"/>
              </a:ext>
            </a:extLst>
          </p:cNvPr>
          <p:cNvSpPr>
            <a:spLocks noGrp="1"/>
          </p:cNvSpPr>
          <p:nvPr>
            <p:ph type="sldNum" sz="quarter" idx="12"/>
          </p:nvPr>
        </p:nvSpPr>
        <p:spPr/>
        <p:txBody>
          <a:bodyPr/>
          <a:lstStyle>
            <a:lvl1pPr>
              <a:defRPr/>
            </a:lvl1pPr>
          </a:lstStyle>
          <a:p>
            <a:fld id="{7B84CE93-C35B-4811-824D-92522EA44EEB}" type="slidenum">
              <a:rPr lang="en-US" altLang="en-US"/>
              <a:pPr/>
              <a:t>‹#›</a:t>
            </a:fld>
            <a:endParaRPr lang="en-US" altLang="en-US"/>
          </a:p>
        </p:txBody>
      </p:sp>
    </p:spTree>
    <p:extLst>
      <p:ext uri="{BB962C8B-B14F-4D97-AF65-F5344CB8AC3E}">
        <p14:creationId xmlns:p14="http://schemas.microsoft.com/office/powerpoint/2010/main" val="3029203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0FE10B-01D0-E689-6432-3E155A4A91D0}"/>
              </a:ext>
            </a:extLst>
          </p:cNvPr>
          <p:cNvSpPr>
            <a:spLocks noGrp="1"/>
          </p:cNvSpPr>
          <p:nvPr>
            <p:ph type="title" orient="vert"/>
          </p:nvPr>
        </p:nvSpPr>
        <p:spPr>
          <a:xfrm>
            <a:off x="3394075" y="438150"/>
            <a:ext cx="1012825" cy="396398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16AA309-97CB-E9E4-112C-590BFC6E76C9}"/>
              </a:ext>
            </a:extLst>
          </p:cNvPr>
          <p:cNvSpPr>
            <a:spLocks noGrp="1"/>
          </p:cNvSpPr>
          <p:nvPr>
            <p:ph type="body" orient="vert" idx="1"/>
          </p:nvPr>
        </p:nvSpPr>
        <p:spPr>
          <a:xfrm>
            <a:off x="355600" y="438150"/>
            <a:ext cx="2886075" cy="39639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0B7A61-6D8C-9CE9-256A-A21293271A37}"/>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D0E3556E-71A6-467B-B8E8-A252AB3AD09F}"/>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A7EB9836-6320-F346-6FA3-3E978EE046E9}"/>
              </a:ext>
            </a:extLst>
          </p:cNvPr>
          <p:cNvSpPr>
            <a:spLocks noGrp="1"/>
          </p:cNvSpPr>
          <p:nvPr>
            <p:ph type="sldNum" sz="quarter" idx="12"/>
          </p:nvPr>
        </p:nvSpPr>
        <p:spPr/>
        <p:txBody>
          <a:bodyPr/>
          <a:lstStyle>
            <a:lvl1pPr>
              <a:defRPr/>
            </a:lvl1pPr>
          </a:lstStyle>
          <a:p>
            <a:fld id="{FC765DD0-E5CA-4C0A-B522-12A970FEE5E6}" type="slidenum">
              <a:rPr lang="en-US" altLang="en-US"/>
              <a:pPr/>
              <a:t>‹#›</a:t>
            </a:fld>
            <a:endParaRPr lang="en-US" altLang="en-US"/>
          </a:p>
        </p:txBody>
      </p:sp>
    </p:spTree>
    <p:extLst>
      <p:ext uri="{BB962C8B-B14F-4D97-AF65-F5344CB8AC3E}">
        <p14:creationId xmlns:p14="http://schemas.microsoft.com/office/powerpoint/2010/main" val="17937046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F542E19E-B905-DAC6-A89F-0BC103432F07}"/>
              </a:ext>
            </a:extLst>
          </p:cNvPr>
          <p:cNvSpPr>
            <a:spLocks noGrp="1" noChangeArrowheads="1"/>
          </p:cNvSpPr>
          <p:nvPr>
            <p:ph type="title"/>
          </p:nvPr>
        </p:nvSpPr>
        <p:spPr bwMode="auto">
          <a:xfrm>
            <a:off x="355600" y="438150"/>
            <a:ext cx="405130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8100" tIns="22225" rIns="38100" bIns="22225"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9C9E843E-A0C8-ECC4-AC96-5F75CE53501F}"/>
              </a:ext>
            </a:extLst>
          </p:cNvPr>
          <p:cNvSpPr>
            <a:spLocks noGrp="1" noChangeArrowheads="1"/>
          </p:cNvSpPr>
          <p:nvPr>
            <p:ph type="body" idx="1"/>
          </p:nvPr>
        </p:nvSpPr>
        <p:spPr bwMode="auto">
          <a:xfrm>
            <a:off x="355600" y="1430338"/>
            <a:ext cx="4051300"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8100" tIns="22225" rIns="38100" bIns="22225"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8AAC1DA4-266D-9E39-95D1-FF232B3D352F}"/>
              </a:ext>
            </a:extLst>
          </p:cNvPr>
          <p:cNvSpPr>
            <a:spLocks noGrp="1" noChangeArrowheads="1"/>
          </p:cNvSpPr>
          <p:nvPr>
            <p:ph type="dt" sz="half" idx="2"/>
          </p:nvPr>
        </p:nvSpPr>
        <p:spPr bwMode="auto">
          <a:xfrm>
            <a:off x="355600" y="4514850"/>
            <a:ext cx="993775" cy="328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8100" tIns="22225" rIns="38100" bIns="22225" numCol="1" anchor="ctr" anchorCtr="0" compatLnSpc="1">
            <a:prstTxWarp prst="textNoShape">
              <a:avLst/>
            </a:prstTxWarp>
          </a:bodyPr>
          <a:lstStyle>
            <a:lvl1pPr defTabSz="158750">
              <a:defRPr sz="500"/>
            </a:lvl1pPr>
          </a:lstStyle>
          <a:p>
            <a:endParaRPr lang="en-US" altLang="en-US"/>
          </a:p>
        </p:txBody>
      </p:sp>
      <p:sp>
        <p:nvSpPr>
          <p:cNvPr id="1029" name="Rectangle 5">
            <a:extLst>
              <a:ext uri="{FF2B5EF4-FFF2-40B4-BE49-F238E27FC236}">
                <a16:creationId xmlns:a16="http://schemas.microsoft.com/office/drawing/2014/main" id="{D7AC1BE0-B3DC-854E-17F7-61BFE6E512DA}"/>
              </a:ext>
            </a:extLst>
          </p:cNvPr>
          <p:cNvSpPr>
            <a:spLocks noGrp="1" noChangeArrowheads="1"/>
          </p:cNvSpPr>
          <p:nvPr>
            <p:ph type="ftr" sz="quarter" idx="3"/>
          </p:nvPr>
        </p:nvSpPr>
        <p:spPr bwMode="auto">
          <a:xfrm>
            <a:off x="1628775" y="4514850"/>
            <a:ext cx="1504950" cy="328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8100" tIns="22225" rIns="38100" bIns="22225" numCol="1" anchor="ctr" anchorCtr="0" compatLnSpc="1">
            <a:prstTxWarp prst="textNoShape">
              <a:avLst/>
            </a:prstTxWarp>
          </a:bodyPr>
          <a:lstStyle>
            <a:lvl1pPr algn="ctr" defTabSz="158750">
              <a:defRPr sz="500"/>
            </a:lvl1pPr>
          </a:lstStyle>
          <a:p>
            <a:endParaRPr lang="en-US" altLang="en-US"/>
          </a:p>
        </p:txBody>
      </p:sp>
      <p:sp>
        <p:nvSpPr>
          <p:cNvPr id="1030" name="Rectangle 6">
            <a:extLst>
              <a:ext uri="{FF2B5EF4-FFF2-40B4-BE49-F238E27FC236}">
                <a16:creationId xmlns:a16="http://schemas.microsoft.com/office/drawing/2014/main" id="{0D30AC61-D37D-CD80-3D52-CCA25964CB38}"/>
              </a:ext>
            </a:extLst>
          </p:cNvPr>
          <p:cNvSpPr>
            <a:spLocks noGrp="1" noChangeArrowheads="1"/>
          </p:cNvSpPr>
          <p:nvPr>
            <p:ph type="sldNum" sz="quarter" idx="4"/>
          </p:nvPr>
        </p:nvSpPr>
        <p:spPr bwMode="auto">
          <a:xfrm>
            <a:off x="3413125" y="4514850"/>
            <a:ext cx="993775" cy="328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8100" tIns="22225" rIns="38100" bIns="22225" numCol="1" anchor="ctr" anchorCtr="0" compatLnSpc="1">
            <a:prstTxWarp prst="textNoShape">
              <a:avLst/>
            </a:prstTxWarp>
          </a:bodyPr>
          <a:lstStyle>
            <a:lvl1pPr algn="r" defTabSz="158750">
              <a:defRPr sz="500"/>
            </a:lvl1pPr>
          </a:lstStyle>
          <a:p>
            <a:fld id="{B6A7CCE8-CE0F-40A5-BB4B-2D3AA250B0E6}" type="slidenum">
              <a:rPr lang="en-US" altLang="en-US"/>
              <a:pPr/>
              <a:t>‹#›</a:t>
            </a:fld>
            <a:endParaRPr lang="en-US" altLang="en-US"/>
          </a:p>
        </p:txBody>
      </p:sp>
      <p:sp>
        <p:nvSpPr>
          <p:cNvPr id="1031" name="Rectangle 7">
            <a:extLst>
              <a:ext uri="{FF2B5EF4-FFF2-40B4-BE49-F238E27FC236}">
                <a16:creationId xmlns:a16="http://schemas.microsoft.com/office/drawing/2014/main" id="{E249CBDE-CD8C-ABF3-D24A-87EADF73F525}"/>
              </a:ext>
            </a:extLst>
          </p:cNvPr>
          <p:cNvSpPr>
            <a:spLocks noChangeArrowheads="1"/>
          </p:cNvSpPr>
          <p:nvPr/>
        </p:nvSpPr>
        <p:spPr bwMode="auto">
          <a:xfrm>
            <a:off x="20638" y="19050"/>
            <a:ext cx="4721225" cy="49149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158750" rtl="0" eaLnBrk="0" fontAlgn="base" hangingPunct="0">
        <a:spcBef>
          <a:spcPct val="0"/>
        </a:spcBef>
        <a:spcAft>
          <a:spcPct val="0"/>
        </a:spcAft>
        <a:defRPr sz="1900" kern="1200">
          <a:solidFill>
            <a:schemeClr val="tx2"/>
          </a:solidFill>
          <a:latin typeface="+mj-lt"/>
          <a:ea typeface="+mj-ea"/>
          <a:cs typeface="+mj-cs"/>
        </a:defRPr>
      </a:lvl1pPr>
      <a:lvl2pPr algn="ctr" defTabSz="158750" rtl="0" eaLnBrk="0" fontAlgn="base" hangingPunct="0">
        <a:spcBef>
          <a:spcPct val="0"/>
        </a:spcBef>
        <a:spcAft>
          <a:spcPct val="0"/>
        </a:spcAft>
        <a:defRPr sz="1900">
          <a:solidFill>
            <a:schemeClr val="tx2"/>
          </a:solidFill>
          <a:latin typeface="Times New Roman" panose="02020603050405020304" pitchFamily="18" charset="0"/>
        </a:defRPr>
      </a:lvl2pPr>
      <a:lvl3pPr algn="ctr" defTabSz="158750" rtl="0" eaLnBrk="0" fontAlgn="base" hangingPunct="0">
        <a:spcBef>
          <a:spcPct val="0"/>
        </a:spcBef>
        <a:spcAft>
          <a:spcPct val="0"/>
        </a:spcAft>
        <a:defRPr sz="1900">
          <a:solidFill>
            <a:schemeClr val="tx2"/>
          </a:solidFill>
          <a:latin typeface="Times New Roman" panose="02020603050405020304" pitchFamily="18" charset="0"/>
        </a:defRPr>
      </a:lvl3pPr>
      <a:lvl4pPr algn="ctr" defTabSz="158750" rtl="0" eaLnBrk="0" fontAlgn="base" hangingPunct="0">
        <a:spcBef>
          <a:spcPct val="0"/>
        </a:spcBef>
        <a:spcAft>
          <a:spcPct val="0"/>
        </a:spcAft>
        <a:defRPr sz="1900">
          <a:solidFill>
            <a:schemeClr val="tx2"/>
          </a:solidFill>
          <a:latin typeface="Times New Roman" panose="02020603050405020304" pitchFamily="18" charset="0"/>
        </a:defRPr>
      </a:lvl4pPr>
      <a:lvl5pPr algn="ctr" defTabSz="158750" rtl="0" eaLnBrk="0" fontAlgn="base" hangingPunct="0">
        <a:spcBef>
          <a:spcPct val="0"/>
        </a:spcBef>
        <a:spcAft>
          <a:spcPct val="0"/>
        </a:spcAft>
        <a:defRPr sz="1900">
          <a:solidFill>
            <a:schemeClr val="tx2"/>
          </a:solidFill>
          <a:latin typeface="Times New Roman" panose="02020603050405020304" pitchFamily="18" charset="0"/>
        </a:defRPr>
      </a:lvl5pPr>
      <a:lvl6pPr marL="457200" algn="ctr" defTabSz="158750" rtl="0" eaLnBrk="0" fontAlgn="base" hangingPunct="0">
        <a:spcBef>
          <a:spcPct val="0"/>
        </a:spcBef>
        <a:spcAft>
          <a:spcPct val="0"/>
        </a:spcAft>
        <a:defRPr sz="1900">
          <a:solidFill>
            <a:schemeClr val="tx2"/>
          </a:solidFill>
          <a:latin typeface="Times New Roman" panose="02020603050405020304" pitchFamily="18" charset="0"/>
        </a:defRPr>
      </a:lvl6pPr>
      <a:lvl7pPr marL="914400" algn="ctr" defTabSz="158750" rtl="0" eaLnBrk="0" fontAlgn="base" hangingPunct="0">
        <a:spcBef>
          <a:spcPct val="0"/>
        </a:spcBef>
        <a:spcAft>
          <a:spcPct val="0"/>
        </a:spcAft>
        <a:defRPr sz="1900">
          <a:solidFill>
            <a:schemeClr val="tx2"/>
          </a:solidFill>
          <a:latin typeface="Times New Roman" panose="02020603050405020304" pitchFamily="18" charset="0"/>
        </a:defRPr>
      </a:lvl7pPr>
      <a:lvl8pPr marL="1371600" algn="ctr" defTabSz="158750" rtl="0" eaLnBrk="0" fontAlgn="base" hangingPunct="0">
        <a:spcBef>
          <a:spcPct val="0"/>
        </a:spcBef>
        <a:spcAft>
          <a:spcPct val="0"/>
        </a:spcAft>
        <a:defRPr sz="1900">
          <a:solidFill>
            <a:schemeClr val="tx2"/>
          </a:solidFill>
          <a:latin typeface="Times New Roman" panose="02020603050405020304" pitchFamily="18" charset="0"/>
        </a:defRPr>
      </a:lvl8pPr>
      <a:lvl9pPr marL="1828800" algn="ctr" defTabSz="158750" rtl="0" eaLnBrk="0" fontAlgn="base" hangingPunct="0">
        <a:spcBef>
          <a:spcPct val="0"/>
        </a:spcBef>
        <a:spcAft>
          <a:spcPct val="0"/>
        </a:spcAft>
        <a:defRPr sz="1900">
          <a:solidFill>
            <a:schemeClr val="tx2"/>
          </a:solidFill>
          <a:latin typeface="Times New Roman" panose="02020603050405020304" pitchFamily="18" charset="0"/>
        </a:defRPr>
      </a:lvl9pPr>
    </p:titleStyle>
    <p:bodyStyle>
      <a:lvl1pPr marL="139700" indent="-139700" algn="l" defTabSz="158750" rtl="0" eaLnBrk="0" fontAlgn="base" hangingPunct="0">
        <a:spcBef>
          <a:spcPct val="20000"/>
        </a:spcBef>
        <a:spcAft>
          <a:spcPct val="0"/>
        </a:spcAft>
        <a:buChar char="•"/>
        <a:defRPr sz="1400" kern="1200">
          <a:solidFill>
            <a:schemeClr val="tx1"/>
          </a:solidFill>
          <a:latin typeface="+mn-lt"/>
          <a:ea typeface="+mn-ea"/>
          <a:cs typeface="+mn-cs"/>
        </a:defRPr>
      </a:lvl1pPr>
      <a:lvl2pPr marL="309563" indent="-55563" algn="l" defTabSz="158750" rtl="0" eaLnBrk="0" fontAlgn="base" hangingPunct="0">
        <a:spcBef>
          <a:spcPct val="20000"/>
        </a:spcBef>
        <a:spcAft>
          <a:spcPct val="0"/>
        </a:spcAft>
        <a:buChar char="–"/>
        <a:defRPr sz="1300" kern="1200">
          <a:solidFill>
            <a:schemeClr val="tx1"/>
          </a:solidFill>
          <a:latin typeface="+mn-lt"/>
          <a:ea typeface="+mn-ea"/>
          <a:cs typeface="+mn-cs"/>
        </a:defRPr>
      </a:lvl2pPr>
      <a:lvl3pPr marL="476250" indent="-52388" algn="l" defTabSz="158750" rtl="0" eaLnBrk="0" fontAlgn="base" hangingPunct="0">
        <a:spcBef>
          <a:spcPct val="20000"/>
        </a:spcBef>
        <a:spcAft>
          <a:spcPct val="0"/>
        </a:spcAft>
        <a:buChar char="•"/>
        <a:defRPr sz="800" kern="1200">
          <a:solidFill>
            <a:schemeClr val="tx1"/>
          </a:solidFill>
          <a:latin typeface="+mn-lt"/>
          <a:ea typeface="+mn-ea"/>
          <a:cs typeface="+mn-cs"/>
        </a:defRPr>
      </a:lvl3pPr>
      <a:lvl4pPr marL="666750" indent="-76200" algn="l" defTabSz="158750" rtl="0" eaLnBrk="0" fontAlgn="base" hangingPunct="0">
        <a:spcBef>
          <a:spcPct val="20000"/>
        </a:spcBef>
        <a:spcAft>
          <a:spcPct val="0"/>
        </a:spcAft>
        <a:buChar char="–"/>
        <a:defRPr sz="700" kern="1200">
          <a:solidFill>
            <a:schemeClr val="tx1"/>
          </a:solidFill>
          <a:latin typeface="+mn-lt"/>
          <a:ea typeface="+mn-ea"/>
          <a:cs typeface="+mn-cs"/>
        </a:defRPr>
      </a:lvl4pPr>
      <a:lvl5pPr marL="857250" indent="-76200" algn="l" defTabSz="158750" rtl="0" eaLnBrk="0" fontAlgn="base" hangingPunct="0">
        <a:spcBef>
          <a:spcPct val="20000"/>
        </a:spcBef>
        <a:spcAft>
          <a:spcPct val="0"/>
        </a:spcAft>
        <a:buChar char="•"/>
        <a:defRPr sz="7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788D1649-29DD-8748-0C82-45B9FD0D7087}"/>
              </a:ext>
            </a:extLst>
          </p:cNvPr>
          <p:cNvSpPr>
            <a:spLocks noChangeArrowheads="1"/>
          </p:cNvSpPr>
          <p:nvPr/>
        </p:nvSpPr>
        <p:spPr bwMode="auto">
          <a:xfrm>
            <a:off x="1006475" y="647700"/>
            <a:ext cx="2974975" cy="2803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r>
              <a:rPr lang="en-US" altLang="en-US" sz="1800" b="1">
                <a:solidFill>
                  <a:srgbClr val="CC0000"/>
                </a:solidFill>
                <a:effectLst>
                  <a:outerShdw blurRad="38100" dist="38100" dir="2700000" algn="tl">
                    <a:srgbClr val="C0C0C0"/>
                  </a:outerShdw>
                </a:effectLst>
                <a:latin typeface="Arial" panose="020B0604020202020204" pitchFamily="34" charset="0"/>
              </a:rPr>
              <a:t>Reading an Indexed file Sequentially.</a:t>
            </a:r>
          </a:p>
          <a:p>
            <a:pPr algn="ctr"/>
            <a:endParaRPr lang="en-US" altLang="en-US" sz="1800" b="1">
              <a:solidFill>
                <a:srgbClr val="CC0000"/>
              </a:solidFill>
              <a:effectLst>
                <a:outerShdw blurRad="38100" dist="38100" dir="2700000" algn="tl">
                  <a:srgbClr val="C0C0C0"/>
                </a:outerShdw>
              </a:effectLst>
              <a:latin typeface="Arial" panose="020B0604020202020204" pitchFamily="34" charset="0"/>
            </a:endParaRPr>
          </a:p>
          <a:p>
            <a:pPr algn="ctr"/>
            <a:r>
              <a:rPr lang="en-US" altLang="en-US" sz="1800" b="1">
                <a:solidFill>
                  <a:srgbClr val="CC0000"/>
                </a:solidFill>
                <a:effectLst>
                  <a:outerShdw blurRad="38100" dist="38100" dir="2700000" algn="tl">
                    <a:srgbClr val="C0C0C0"/>
                  </a:outerShdw>
                </a:effectLst>
                <a:latin typeface="Arial" panose="020B0604020202020204" pitchFamily="34" charset="0"/>
              </a:rPr>
              <a:t> Example program</a:t>
            </a:r>
          </a:p>
          <a:p>
            <a:pPr algn="ctr"/>
            <a:endParaRPr lang="en-US" altLang="en-US" b="1">
              <a:solidFill>
                <a:srgbClr val="A50021"/>
              </a:solidFill>
              <a:effectLst>
                <a:outerShdw blurRad="38100" dist="38100" dir="2700000" algn="tl">
                  <a:srgbClr val="C0C0C0"/>
                </a:outerShdw>
              </a:effectLst>
            </a:endParaRPr>
          </a:p>
          <a:p>
            <a:pPr algn="ctr"/>
            <a:endParaRPr lang="en-US" altLang="en-US" b="1">
              <a:solidFill>
                <a:srgbClr val="000099"/>
              </a:solidFill>
              <a:effectLst>
                <a:outerShdw blurRad="38100" dist="38100" dir="2700000" algn="tl">
                  <a:srgbClr val="C0C0C0"/>
                </a:outerShdw>
              </a:effectLst>
            </a:endParaRPr>
          </a:p>
          <a:p>
            <a:pPr algn="ctr"/>
            <a:r>
              <a:rPr lang="en-US" altLang="en-US" sz="1400" b="1"/>
              <a:t>Click to view.</a:t>
            </a:r>
          </a:p>
          <a:p>
            <a:pPr algn="ctr"/>
            <a:endParaRPr lang="en-US" altLang="en-US" sz="1400" b="1"/>
          </a:p>
          <a:p>
            <a:pPr algn="ctr"/>
            <a:r>
              <a:rPr lang="en-US" altLang="en-US" sz="1000"/>
              <a:t>When viewing the program left click (or press the Page Up key) to see next comment and right click (or press Page Down) to see the previous comment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3B7275DA-A608-9B09-E527-B3C370DD0E5C}"/>
              </a:ext>
            </a:extLst>
          </p:cNvPr>
          <p:cNvSpPr>
            <a:spLocks noChangeArrowheads="1"/>
          </p:cNvSpPr>
          <p:nvPr/>
        </p:nvSpPr>
        <p:spPr bwMode="auto">
          <a:xfrm>
            <a:off x="107950" y="68263"/>
            <a:ext cx="3536950" cy="4794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nSpc>
                <a:spcPct val="85000"/>
              </a:lnSpc>
            </a:pPr>
            <a:r>
              <a:rPr lang="en-US" altLang="en-US" sz="1000" b="1">
                <a:solidFill>
                  <a:srgbClr val="000000"/>
                </a:solidFill>
                <a:latin typeface="Courier New" panose="02070309020205020404" pitchFamily="49" charset="0"/>
              </a:rPr>
              <a:t>$ SET SOURCEFORMAT"FREE"</a:t>
            </a:r>
          </a:p>
          <a:p>
            <a:pPr>
              <a:lnSpc>
                <a:spcPct val="85000"/>
              </a:lnSpc>
            </a:pPr>
            <a:r>
              <a:rPr lang="en-US" altLang="en-US" sz="1000" b="1">
                <a:solidFill>
                  <a:srgbClr val="000000"/>
                </a:solidFill>
                <a:latin typeface="Courier New" panose="02070309020205020404" pitchFamily="49" charset="0"/>
              </a:rPr>
              <a:t>IDENTIFICATION DIVISION.</a:t>
            </a:r>
          </a:p>
          <a:p>
            <a:pPr>
              <a:lnSpc>
                <a:spcPct val="85000"/>
              </a:lnSpc>
            </a:pPr>
            <a:r>
              <a:rPr lang="en-US" altLang="en-US" sz="1000" b="1">
                <a:solidFill>
                  <a:srgbClr val="000000"/>
                </a:solidFill>
                <a:latin typeface="Courier New" panose="02070309020205020404" pitchFamily="49" charset="0"/>
              </a:rPr>
              <a:t>PROGRAM-ID.  ReadingIndexedFile.</a:t>
            </a:r>
          </a:p>
          <a:p>
            <a:pPr>
              <a:lnSpc>
                <a:spcPct val="85000"/>
              </a:lnSpc>
            </a:pPr>
            <a:r>
              <a:rPr lang="en-US" altLang="en-US" sz="1000" b="1">
                <a:solidFill>
                  <a:srgbClr val="000000"/>
                </a:solidFill>
                <a:latin typeface="Courier New" panose="02070309020205020404" pitchFamily="49" charset="0"/>
              </a:rPr>
              <a:t>* Sequential reading of an indexed file</a:t>
            </a:r>
          </a:p>
          <a:p>
            <a:pPr>
              <a:lnSpc>
                <a:spcPct val="85000"/>
              </a:lnSpc>
            </a:pPr>
            <a:r>
              <a:rPr lang="en-US" altLang="en-US" sz="1000" b="1">
                <a:solidFill>
                  <a:srgbClr val="000000"/>
                </a:solidFill>
                <a:latin typeface="Courier New" panose="02070309020205020404" pitchFamily="49" charset="0"/>
              </a:rPr>
              <a:t>ENVIRONMENT DIVISION.</a:t>
            </a:r>
          </a:p>
          <a:p>
            <a:pPr>
              <a:lnSpc>
                <a:spcPct val="85000"/>
              </a:lnSpc>
            </a:pPr>
            <a:r>
              <a:rPr lang="en-US" altLang="en-US" sz="1000" b="1">
                <a:solidFill>
                  <a:srgbClr val="000000"/>
                </a:solidFill>
                <a:latin typeface="Courier New" panose="02070309020205020404" pitchFamily="49" charset="0"/>
              </a:rPr>
              <a:t>INPUT-OUTPUT SECTION.</a:t>
            </a:r>
          </a:p>
          <a:p>
            <a:pPr>
              <a:lnSpc>
                <a:spcPct val="85000"/>
              </a:lnSpc>
            </a:pPr>
            <a:r>
              <a:rPr lang="en-US" altLang="en-US" sz="1000" b="1">
                <a:solidFill>
                  <a:srgbClr val="000000"/>
                </a:solidFill>
                <a:latin typeface="Courier New" panose="02070309020205020404" pitchFamily="49" charset="0"/>
              </a:rPr>
              <a:t>FILE-CONTROL.</a:t>
            </a:r>
          </a:p>
          <a:p>
            <a:pPr>
              <a:lnSpc>
                <a:spcPct val="85000"/>
              </a:lnSpc>
            </a:pPr>
            <a:r>
              <a:rPr lang="en-US" altLang="en-US" sz="1000" b="1">
                <a:solidFill>
                  <a:srgbClr val="000000"/>
                </a:solidFill>
                <a:latin typeface="Courier New" panose="02070309020205020404" pitchFamily="49" charset="0"/>
              </a:rPr>
              <a:t>   SELECT VideoFile ASSIGN TO "VIDEO.DAT"</a:t>
            </a:r>
          </a:p>
          <a:p>
            <a:pPr>
              <a:lnSpc>
                <a:spcPct val="85000"/>
              </a:lnSpc>
            </a:pPr>
            <a:r>
              <a:rPr lang="en-US" altLang="en-US" sz="1000" b="1">
                <a:solidFill>
                  <a:srgbClr val="000000"/>
                </a:solidFill>
                <a:latin typeface="Courier New" panose="02070309020205020404" pitchFamily="49" charset="0"/>
              </a:rPr>
              <a:t>          ORGANIZATION IS INDEXED</a:t>
            </a:r>
          </a:p>
          <a:p>
            <a:pPr>
              <a:lnSpc>
                <a:spcPct val="85000"/>
              </a:lnSpc>
            </a:pPr>
            <a:r>
              <a:rPr lang="en-US" altLang="en-US" sz="1000" b="1">
                <a:solidFill>
                  <a:srgbClr val="000000"/>
                </a:solidFill>
                <a:latin typeface="Courier New" panose="02070309020205020404" pitchFamily="49" charset="0"/>
              </a:rPr>
              <a:t>          ACCESS MODE IS DYNAMIC</a:t>
            </a:r>
          </a:p>
          <a:p>
            <a:pPr>
              <a:lnSpc>
                <a:spcPct val="85000"/>
              </a:lnSpc>
            </a:pPr>
            <a:r>
              <a:rPr lang="en-US" altLang="en-US" sz="1000" b="1">
                <a:solidFill>
                  <a:srgbClr val="000000"/>
                </a:solidFill>
                <a:latin typeface="Courier New" panose="02070309020205020404" pitchFamily="49" charset="0"/>
              </a:rPr>
              <a:t>          RECORD KEY IS VideoCode</a:t>
            </a:r>
          </a:p>
          <a:p>
            <a:pPr>
              <a:lnSpc>
                <a:spcPct val="85000"/>
              </a:lnSpc>
            </a:pPr>
            <a:r>
              <a:rPr lang="en-US" altLang="en-US" sz="1000" b="1">
                <a:solidFill>
                  <a:srgbClr val="000000"/>
                </a:solidFill>
                <a:latin typeface="Courier New" panose="02070309020205020404" pitchFamily="49" charset="0"/>
              </a:rPr>
              <a:t>          ALTERNATE RECORD KEY IS VideoTitle</a:t>
            </a:r>
          </a:p>
          <a:p>
            <a:pPr>
              <a:lnSpc>
                <a:spcPct val="85000"/>
              </a:lnSpc>
            </a:pPr>
            <a:r>
              <a:rPr lang="en-US" altLang="en-US" sz="1000" b="1">
                <a:solidFill>
                  <a:srgbClr val="000000"/>
                </a:solidFill>
                <a:latin typeface="Courier New" panose="02070309020205020404" pitchFamily="49" charset="0"/>
              </a:rPr>
              <a:t>               WITH DUPLICATES</a:t>
            </a:r>
          </a:p>
          <a:p>
            <a:pPr>
              <a:lnSpc>
                <a:spcPct val="85000"/>
              </a:lnSpc>
            </a:pPr>
            <a:r>
              <a:rPr lang="en-US" altLang="en-US" sz="1000" b="1">
                <a:solidFill>
                  <a:srgbClr val="000000"/>
                </a:solidFill>
                <a:latin typeface="Courier New" panose="02070309020205020404" pitchFamily="49" charset="0"/>
              </a:rPr>
              <a:t>          FILE STATUS IS VideoStatus.</a:t>
            </a:r>
          </a:p>
          <a:p>
            <a:pPr>
              <a:lnSpc>
                <a:spcPct val="85000"/>
              </a:lnSpc>
            </a:pPr>
            <a:endParaRPr lang="en-US" altLang="en-US" sz="1000" b="1">
              <a:solidFill>
                <a:srgbClr val="000000"/>
              </a:solidFill>
              <a:latin typeface="Courier New" panose="02070309020205020404" pitchFamily="49" charset="0"/>
            </a:endParaRPr>
          </a:p>
          <a:p>
            <a:pPr>
              <a:lnSpc>
                <a:spcPct val="85000"/>
              </a:lnSpc>
            </a:pPr>
            <a:r>
              <a:rPr lang="en-US" altLang="en-US" sz="1000" b="1">
                <a:solidFill>
                  <a:srgbClr val="000000"/>
                </a:solidFill>
                <a:latin typeface="Courier New" panose="02070309020205020404" pitchFamily="49" charset="0"/>
              </a:rPr>
              <a:t>DATA DIVISION.</a:t>
            </a:r>
          </a:p>
          <a:p>
            <a:pPr>
              <a:lnSpc>
                <a:spcPct val="85000"/>
              </a:lnSpc>
            </a:pPr>
            <a:r>
              <a:rPr lang="en-US" altLang="en-US" sz="1000" b="1">
                <a:solidFill>
                  <a:srgbClr val="000000"/>
                </a:solidFill>
                <a:latin typeface="Courier New" panose="02070309020205020404" pitchFamily="49" charset="0"/>
              </a:rPr>
              <a:t>FILE SECTION.</a:t>
            </a:r>
          </a:p>
          <a:p>
            <a:pPr>
              <a:lnSpc>
                <a:spcPct val="85000"/>
              </a:lnSpc>
            </a:pPr>
            <a:r>
              <a:rPr lang="en-US" altLang="en-US" sz="1000" b="1">
                <a:solidFill>
                  <a:srgbClr val="000000"/>
                </a:solidFill>
                <a:latin typeface="Courier New" panose="02070309020205020404" pitchFamily="49" charset="0"/>
              </a:rPr>
              <a:t>FD VideoFile</a:t>
            </a:r>
          </a:p>
          <a:p>
            <a:pPr>
              <a:lnSpc>
                <a:spcPct val="85000"/>
              </a:lnSpc>
            </a:pPr>
            <a:r>
              <a:rPr lang="en-US" altLang="en-US" sz="1000" b="1">
                <a:solidFill>
                  <a:srgbClr val="000000"/>
                </a:solidFill>
                <a:latin typeface="Courier New" panose="02070309020205020404" pitchFamily="49" charset="0"/>
              </a:rPr>
              <a:t>01 VideoRecord.</a:t>
            </a:r>
          </a:p>
          <a:p>
            <a:pPr>
              <a:lnSpc>
                <a:spcPct val="85000"/>
              </a:lnSpc>
            </a:pPr>
            <a:r>
              <a:rPr lang="en-US" altLang="en-US" sz="1000" b="1">
                <a:solidFill>
                  <a:srgbClr val="000000"/>
                </a:solidFill>
                <a:latin typeface="Courier New" panose="02070309020205020404" pitchFamily="49" charset="0"/>
              </a:rPr>
              <a:t>   88 EndOfFile VALUE HIGH-VALUE.</a:t>
            </a:r>
          </a:p>
          <a:p>
            <a:pPr>
              <a:lnSpc>
                <a:spcPct val="85000"/>
              </a:lnSpc>
            </a:pPr>
            <a:r>
              <a:rPr lang="en-US" altLang="en-US" sz="1000" b="1">
                <a:solidFill>
                  <a:srgbClr val="000000"/>
                </a:solidFill>
                <a:latin typeface="Courier New" panose="02070309020205020404" pitchFamily="49" charset="0"/>
              </a:rPr>
              <a:t>   02 VideoCode               PIC 9(5).</a:t>
            </a:r>
          </a:p>
          <a:p>
            <a:pPr>
              <a:lnSpc>
                <a:spcPct val="85000"/>
              </a:lnSpc>
            </a:pPr>
            <a:r>
              <a:rPr lang="en-US" altLang="en-US" sz="1000" b="1">
                <a:solidFill>
                  <a:srgbClr val="000000"/>
                </a:solidFill>
                <a:latin typeface="Courier New" panose="02070309020205020404" pitchFamily="49" charset="0"/>
              </a:rPr>
              <a:t>   02 VideoTitle              PIC X(40).</a:t>
            </a:r>
          </a:p>
          <a:p>
            <a:pPr>
              <a:lnSpc>
                <a:spcPct val="85000"/>
              </a:lnSpc>
            </a:pPr>
            <a:r>
              <a:rPr lang="en-US" altLang="en-US" sz="1000" b="1">
                <a:solidFill>
                  <a:srgbClr val="000000"/>
                </a:solidFill>
                <a:latin typeface="Courier New" panose="02070309020205020404" pitchFamily="49" charset="0"/>
              </a:rPr>
              <a:t>   02 SupplierCode            PIC 99.</a:t>
            </a:r>
          </a:p>
          <a:p>
            <a:pPr>
              <a:lnSpc>
                <a:spcPct val="85000"/>
              </a:lnSpc>
            </a:pPr>
            <a:endParaRPr lang="en-US" altLang="en-US" sz="1000" b="1">
              <a:solidFill>
                <a:srgbClr val="000000"/>
              </a:solidFill>
              <a:latin typeface="Courier New" panose="02070309020205020404" pitchFamily="49" charset="0"/>
            </a:endParaRPr>
          </a:p>
          <a:p>
            <a:pPr>
              <a:lnSpc>
                <a:spcPct val="85000"/>
              </a:lnSpc>
            </a:pPr>
            <a:r>
              <a:rPr lang="en-US" altLang="en-US" sz="1000" b="1">
                <a:solidFill>
                  <a:srgbClr val="000000"/>
                </a:solidFill>
                <a:latin typeface="Courier New" panose="02070309020205020404" pitchFamily="49" charset="0"/>
              </a:rPr>
              <a:t>WORKING-STORAGE SECTION.</a:t>
            </a:r>
          </a:p>
          <a:p>
            <a:pPr>
              <a:lnSpc>
                <a:spcPct val="85000"/>
              </a:lnSpc>
            </a:pPr>
            <a:r>
              <a:rPr lang="en-US" altLang="en-US" sz="1000" b="1">
                <a:solidFill>
                  <a:srgbClr val="000000"/>
                </a:solidFill>
                <a:latin typeface="Courier New" panose="02070309020205020404" pitchFamily="49" charset="0"/>
              </a:rPr>
              <a:t>01 VideoStatus                PIC X(2).</a:t>
            </a:r>
          </a:p>
          <a:p>
            <a:pPr>
              <a:lnSpc>
                <a:spcPct val="85000"/>
              </a:lnSpc>
            </a:pPr>
            <a:r>
              <a:rPr lang="en-US" altLang="en-US" sz="1000" b="1">
                <a:solidFill>
                  <a:srgbClr val="000000"/>
                </a:solidFill>
                <a:latin typeface="Courier New" panose="02070309020205020404" pitchFamily="49" charset="0"/>
              </a:rPr>
              <a:t>01 RequiredSequence           PIC 9.</a:t>
            </a:r>
          </a:p>
          <a:p>
            <a:pPr>
              <a:lnSpc>
                <a:spcPct val="85000"/>
              </a:lnSpc>
            </a:pPr>
            <a:r>
              <a:rPr lang="en-US" altLang="en-US" sz="1000" b="1">
                <a:solidFill>
                  <a:srgbClr val="000000"/>
                </a:solidFill>
                <a:latin typeface="Courier New" panose="02070309020205020404" pitchFamily="49" charset="0"/>
              </a:rPr>
              <a:t>   88 VideoCodeSequence       VALUE 1.</a:t>
            </a:r>
          </a:p>
          <a:p>
            <a:pPr>
              <a:lnSpc>
                <a:spcPct val="85000"/>
              </a:lnSpc>
            </a:pPr>
            <a:r>
              <a:rPr lang="en-US" altLang="en-US" sz="1000" b="1">
                <a:solidFill>
                  <a:srgbClr val="000000"/>
                </a:solidFill>
                <a:latin typeface="Courier New" panose="02070309020205020404" pitchFamily="49" charset="0"/>
              </a:rPr>
              <a:t>   88 VideoTitleSequence      VALUE 2.</a:t>
            </a:r>
          </a:p>
          <a:p>
            <a:pPr>
              <a:lnSpc>
                <a:spcPct val="85000"/>
              </a:lnSpc>
            </a:pPr>
            <a:r>
              <a:rPr lang="en-US" altLang="en-US" sz="1000" b="1">
                <a:solidFill>
                  <a:srgbClr val="000000"/>
                </a:solidFill>
                <a:latin typeface="Courier New" panose="02070309020205020404" pitchFamily="49" charset="0"/>
              </a:rPr>
              <a:t>01 PrnVideoRecord.</a:t>
            </a:r>
          </a:p>
          <a:p>
            <a:pPr>
              <a:lnSpc>
                <a:spcPct val="85000"/>
              </a:lnSpc>
            </a:pPr>
            <a:r>
              <a:rPr lang="en-US" altLang="en-US" sz="1000" b="1">
                <a:solidFill>
                  <a:srgbClr val="000000"/>
                </a:solidFill>
                <a:latin typeface="Courier New" panose="02070309020205020404" pitchFamily="49" charset="0"/>
              </a:rPr>
              <a:t>   02 PrnVideoCode            PIC 9(5).</a:t>
            </a:r>
          </a:p>
          <a:p>
            <a:pPr>
              <a:lnSpc>
                <a:spcPct val="85000"/>
              </a:lnSpc>
            </a:pPr>
            <a:r>
              <a:rPr lang="en-US" altLang="en-US" sz="1000" b="1">
                <a:solidFill>
                  <a:srgbClr val="000000"/>
                </a:solidFill>
                <a:latin typeface="Courier New" panose="02070309020205020404" pitchFamily="49" charset="0"/>
              </a:rPr>
              <a:t>   02 PrnVideoTitle           PIC BBBBX(40).</a:t>
            </a:r>
          </a:p>
          <a:p>
            <a:pPr>
              <a:lnSpc>
                <a:spcPct val="85000"/>
              </a:lnSpc>
            </a:pPr>
            <a:r>
              <a:rPr lang="en-US" altLang="en-US" sz="1000" b="1">
                <a:solidFill>
                  <a:srgbClr val="000000"/>
                </a:solidFill>
                <a:latin typeface="Courier New" panose="02070309020205020404" pitchFamily="49" charset="0"/>
              </a:rPr>
              <a:t>   02 PrnSupplierCode         PIC BBBB99.</a:t>
            </a:r>
          </a:p>
        </p:txBody>
      </p:sp>
      <p:sp>
        <p:nvSpPr>
          <p:cNvPr id="4099" name="AutoShape 3">
            <a:extLst>
              <a:ext uri="{FF2B5EF4-FFF2-40B4-BE49-F238E27FC236}">
                <a16:creationId xmlns:a16="http://schemas.microsoft.com/office/drawing/2014/main" id="{A693CAA8-309D-3F91-4F34-51352E63024F}"/>
              </a:ext>
            </a:extLst>
          </p:cNvPr>
          <p:cNvSpPr>
            <a:spLocks noChangeArrowheads="1"/>
          </p:cNvSpPr>
          <p:nvPr/>
        </p:nvSpPr>
        <p:spPr bwMode="auto">
          <a:xfrm flipH="1">
            <a:off x="3370263" y="1935163"/>
            <a:ext cx="1270000" cy="1017323"/>
          </a:xfrm>
          <a:prstGeom prst="wedgeRoundRectCallout">
            <a:avLst>
              <a:gd name="adj1" fmla="val -42171"/>
              <a:gd name="adj2" fmla="val 66667"/>
              <a:gd name="adj3" fmla="val 16667"/>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9050" rIns="0" bIns="19050" anchorCtr="1"/>
          <a:lstStyle/>
          <a:p>
            <a:pPr algn="ctr">
              <a:lnSpc>
                <a:spcPct val="90000"/>
              </a:lnSpc>
            </a:pPr>
            <a:r>
              <a:rPr lang="en-US" altLang="en-US" sz="1000"/>
              <a:t>In this program we show how to read an Indexed file Sequentially on either the primary key or the alternate key.</a:t>
            </a:r>
          </a:p>
        </p:txBody>
      </p:sp>
      <p:grpSp>
        <p:nvGrpSpPr>
          <p:cNvPr id="4102" name="Group 6">
            <a:extLst>
              <a:ext uri="{FF2B5EF4-FFF2-40B4-BE49-F238E27FC236}">
                <a16:creationId xmlns:a16="http://schemas.microsoft.com/office/drawing/2014/main" id="{A33D6DDD-DB13-F817-BA8E-E2515904EFF0}"/>
              </a:ext>
            </a:extLst>
          </p:cNvPr>
          <p:cNvGrpSpPr>
            <a:grpSpLocks/>
          </p:cNvGrpSpPr>
          <p:nvPr/>
        </p:nvGrpSpPr>
        <p:grpSpPr bwMode="auto">
          <a:xfrm>
            <a:off x="82550" y="2506663"/>
            <a:ext cx="4552950" cy="1725612"/>
            <a:chOff x="52" y="1579"/>
            <a:chExt cx="2868" cy="1087"/>
          </a:xfrm>
        </p:grpSpPr>
        <p:sp>
          <p:nvSpPr>
            <p:cNvPr id="4100" name="AutoShape 4">
              <a:extLst>
                <a:ext uri="{FF2B5EF4-FFF2-40B4-BE49-F238E27FC236}">
                  <a16:creationId xmlns:a16="http://schemas.microsoft.com/office/drawing/2014/main" id="{F7BF9B4F-77CC-6723-7B20-D9871A0B49C9}"/>
                </a:ext>
              </a:extLst>
            </p:cNvPr>
            <p:cNvSpPr>
              <a:spLocks noChangeArrowheads="1"/>
            </p:cNvSpPr>
            <p:nvPr/>
          </p:nvSpPr>
          <p:spPr bwMode="auto">
            <a:xfrm flipH="1">
              <a:off x="2120" y="1579"/>
              <a:ext cx="800" cy="536"/>
            </a:xfrm>
            <a:prstGeom prst="wedgeRoundRectCallout">
              <a:avLst>
                <a:gd name="adj1" fmla="val -42171"/>
                <a:gd name="adj2" fmla="val 66667"/>
                <a:gd name="adj3" fmla="val 16667"/>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9050" rIns="0" bIns="19050" anchorCtr="1"/>
            <a:lstStyle/>
            <a:p>
              <a:pPr algn="ctr">
                <a:lnSpc>
                  <a:spcPct val="90000"/>
                </a:lnSpc>
              </a:pPr>
              <a:r>
                <a:rPr lang="en-US" altLang="en-US" sz="1000"/>
                <a:t>These condition names tell us upon what key the user wants the file to be read</a:t>
              </a:r>
            </a:p>
          </p:txBody>
        </p:sp>
        <p:sp>
          <p:nvSpPr>
            <p:cNvPr id="4101" name="Rectangle 5">
              <a:extLst>
                <a:ext uri="{FF2B5EF4-FFF2-40B4-BE49-F238E27FC236}">
                  <a16:creationId xmlns:a16="http://schemas.microsoft.com/office/drawing/2014/main" id="{BE43202F-4FB9-B495-FF56-2B67629F7B11}"/>
                </a:ext>
              </a:extLst>
            </p:cNvPr>
            <p:cNvSpPr>
              <a:spLocks noChangeArrowheads="1"/>
            </p:cNvSpPr>
            <p:nvPr/>
          </p:nvSpPr>
          <p:spPr bwMode="auto">
            <a:xfrm>
              <a:off x="52" y="2404"/>
              <a:ext cx="2050" cy="262"/>
            </a:xfrm>
            <a:prstGeom prst="rect">
              <a:avLst/>
            </a:prstGeom>
            <a:noFill/>
            <a:ln w="12700">
              <a:solidFill>
                <a:srgbClr val="CC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099"/>
                                        </p:tgtEl>
                                        <p:attrNameLst>
                                          <p:attrName>style.visibility</p:attrName>
                                        </p:attrNameLst>
                                      </p:cBhvr>
                                      <p:to>
                                        <p:strVal val="visible"/>
                                      </p:to>
                                    </p:set>
                                    <p:animEffect transition="in" filter="dissolve">
                                      <p:cBhvr>
                                        <p:cTn id="7" dur="500"/>
                                        <p:tgtEl>
                                          <p:spTgt spid="4099"/>
                                        </p:tgtEl>
                                      </p:cBhvr>
                                    </p:animEffect>
                                  </p:childTnLst>
                                  <p:subTnLst>
                                    <p:set>
                                      <p:cBhvr override="childStyle">
                                        <p:cTn dur="1" fill="hold" display="0" masterRel="nextClick" afterEffect="1"/>
                                        <p:tgtEl>
                                          <p:spTgt spid="4099"/>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102"/>
                                        </p:tgtEl>
                                        <p:attrNameLst>
                                          <p:attrName>style.visibility</p:attrName>
                                        </p:attrNameLst>
                                      </p:cBhvr>
                                      <p:to>
                                        <p:strVal val="visible"/>
                                      </p:to>
                                    </p:set>
                                    <p:animEffect transition="in" filter="dissolve">
                                      <p:cBhvr>
                                        <p:cTn id="12" dur="500"/>
                                        <p:tgtEl>
                                          <p:spTgt spid="4102"/>
                                        </p:tgtEl>
                                      </p:cBhvr>
                                    </p:animEffect>
                                  </p:childTnLst>
                                  <p:subTnLst>
                                    <p:set>
                                      <p:cBhvr override="childStyle">
                                        <p:cTn dur="1" fill="hold" display="0" masterRel="nextClick" afterEffect="1"/>
                                        <p:tgtEl>
                                          <p:spTgt spid="410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animBg="1"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A091CE0F-E807-6528-5A2E-0D5335870CD9}"/>
              </a:ext>
            </a:extLst>
          </p:cNvPr>
          <p:cNvSpPr>
            <a:spLocks noChangeArrowheads="1"/>
          </p:cNvSpPr>
          <p:nvPr/>
        </p:nvSpPr>
        <p:spPr bwMode="auto">
          <a:xfrm>
            <a:off x="33338" y="55563"/>
            <a:ext cx="4679950" cy="418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nSpc>
                <a:spcPct val="90000"/>
              </a:lnSpc>
            </a:pPr>
            <a:r>
              <a:rPr lang="en-US" altLang="en-US" sz="1000" b="1">
                <a:solidFill>
                  <a:srgbClr val="000000"/>
                </a:solidFill>
                <a:latin typeface="Courier New" panose="02070309020205020404" pitchFamily="49" charset="0"/>
              </a:rPr>
              <a:t>PROCEDURE DIVISION.</a:t>
            </a:r>
          </a:p>
          <a:p>
            <a:pPr>
              <a:lnSpc>
                <a:spcPct val="90000"/>
              </a:lnSpc>
            </a:pPr>
            <a:r>
              <a:rPr lang="en-US" altLang="en-US" sz="1000" b="1">
                <a:solidFill>
                  <a:srgbClr val="000000"/>
                </a:solidFill>
                <a:latin typeface="Courier New" panose="02070309020205020404" pitchFamily="49" charset="0"/>
              </a:rPr>
              <a:t>Begin.</a:t>
            </a:r>
          </a:p>
          <a:p>
            <a:pPr>
              <a:lnSpc>
                <a:spcPct val="90000"/>
              </a:lnSpc>
            </a:pPr>
            <a:r>
              <a:rPr lang="en-US" altLang="en-US" sz="1000" b="1">
                <a:solidFill>
                  <a:srgbClr val="000000"/>
                </a:solidFill>
                <a:latin typeface="Courier New" panose="02070309020205020404" pitchFamily="49" charset="0"/>
              </a:rPr>
              <a:t>   OPEN INPUT VideoFile.</a:t>
            </a:r>
          </a:p>
          <a:p>
            <a:pPr>
              <a:lnSpc>
                <a:spcPct val="90000"/>
              </a:lnSpc>
            </a:pPr>
            <a:endParaRPr lang="en-US" altLang="en-US" sz="1000" b="1">
              <a:solidFill>
                <a:srgbClr val="000000"/>
              </a:solidFill>
              <a:latin typeface="Courier New" panose="02070309020205020404" pitchFamily="49" charset="0"/>
            </a:endParaRPr>
          </a:p>
          <a:p>
            <a:pPr>
              <a:lnSpc>
                <a:spcPct val="90000"/>
              </a:lnSpc>
            </a:pPr>
            <a:r>
              <a:rPr lang="en-US" altLang="en-US" sz="1000" b="1">
                <a:solidFill>
                  <a:srgbClr val="000000"/>
                </a:solidFill>
                <a:latin typeface="Courier New" panose="02070309020205020404" pitchFamily="49" charset="0"/>
              </a:rPr>
              <a:t>   DISPLAY "Enter key : 1=VideoCode, 2=VideoTitle -&gt;"</a:t>
            </a:r>
          </a:p>
          <a:p>
            <a:pPr>
              <a:lnSpc>
                <a:spcPct val="90000"/>
              </a:lnSpc>
            </a:pPr>
            <a:r>
              <a:rPr lang="en-US" altLang="en-US" sz="1000" b="1">
                <a:solidFill>
                  <a:srgbClr val="000000"/>
                </a:solidFill>
                <a:latin typeface="Courier New" panose="02070309020205020404" pitchFamily="49" charset="0"/>
              </a:rPr>
              <a:t>      WITH NO ADVANCING.</a:t>
            </a:r>
          </a:p>
          <a:p>
            <a:pPr>
              <a:lnSpc>
                <a:spcPct val="90000"/>
              </a:lnSpc>
            </a:pPr>
            <a:r>
              <a:rPr lang="en-US" altLang="en-US" sz="1000" b="1">
                <a:solidFill>
                  <a:srgbClr val="000000"/>
                </a:solidFill>
                <a:latin typeface="Courier New" panose="02070309020205020404" pitchFamily="49" charset="0"/>
              </a:rPr>
              <a:t>   ACCEPT RequiredSequence.</a:t>
            </a:r>
          </a:p>
          <a:p>
            <a:pPr>
              <a:lnSpc>
                <a:spcPct val="90000"/>
              </a:lnSpc>
            </a:pPr>
            <a:endParaRPr lang="en-US" altLang="en-US" sz="1000" b="1">
              <a:solidFill>
                <a:srgbClr val="000000"/>
              </a:solidFill>
              <a:latin typeface="Courier New" panose="02070309020205020404" pitchFamily="49" charset="0"/>
            </a:endParaRPr>
          </a:p>
          <a:p>
            <a:pPr>
              <a:lnSpc>
                <a:spcPct val="90000"/>
              </a:lnSpc>
            </a:pPr>
            <a:r>
              <a:rPr lang="en-US" altLang="en-US" sz="1000" b="1">
                <a:solidFill>
                  <a:srgbClr val="000000"/>
                </a:solidFill>
                <a:latin typeface="Courier New" panose="02070309020205020404" pitchFamily="49" charset="0"/>
              </a:rPr>
              <a:t>   IF VideoTitleSequence</a:t>
            </a:r>
          </a:p>
          <a:p>
            <a:pPr>
              <a:lnSpc>
                <a:spcPct val="90000"/>
              </a:lnSpc>
            </a:pPr>
            <a:r>
              <a:rPr lang="en-US" altLang="en-US" sz="1000" b="1">
                <a:solidFill>
                  <a:srgbClr val="000000"/>
                </a:solidFill>
                <a:latin typeface="Courier New" panose="02070309020205020404" pitchFamily="49" charset="0"/>
              </a:rPr>
              <a:t>     MOVE SPACES TO VideoTitle</a:t>
            </a:r>
          </a:p>
          <a:p>
            <a:pPr>
              <a:lnSpc>
                <a:spcPct val="90000"/>
              </a:lnSpc>
            </a:pPr>
            <a:r>
              <a:rPr lang="en-US" altLang="en-US" sz="1000" b="1">
                <a:solidFill>
                  <a:srgbClr val="000000"/>
                </a:solidFill>
                <a:latin typeface="Courier New" panose="02070309020205020404" pitchFamily="49" charset="0"/>
              </a:rPr>
              <a:t>     START VideoFile KEY IS GREATER THAN VideoTitle</a:t>
            </a:r>
          </a:p>
          <a:p>
            <a:pPr>
              <a:lnSpc>
                <a:spcPct val="90000"/>
              </a:lnSpc>
            </a:pPr>
            <a:r>
              <a:rPr lang="en-US" altLang="en-US" sz="1000" b="1">
                <a:solidFill>
                  <a:srgbClr val="000000"/>
                </a:solidFill>
                <a:latin typeface="Courier New" panose="02070309020205020404" pitchFamily="49" charset="0"/>
              </a:rPr>
              <a:t>       INVALID KEY  DISPLAY "VIDEO STATUS :- ", VideoStatus</a:t>
            </a:r>
          </a:p>
          <a:p>
            <a:pPr>
              <a:lnSpc>
                <a:spcPct val="90000"/>
              </a:lnSpc>
            </a:pPr>
            <a:r>
              <a:rPr lang="en-US" altLang="en-US" sz="1000" b="1">
                <a:solidFill>
                  <a:srgbClr val="000000"/>
                </a:solidFill>
                <a:latin typeface="Courier New" panose="02070309020205020404" pitchFamily="49" charset="0"/>
              </a:rPr>
              <a:t>     END-START</a:t>
            </a:r>
          </a:p>
          <a:p>
            <a:pPr>
              <a:lnSpc>
                <a:spcPct val="90000"/>
              </a:lnSpc>
            </a:pPr>
            <a:r>
              <a:rPr lang="en-US" altLang="en-US" sz="1000" b="1">
                <a:solidFill>
                  <a:srgbClr val="000000"/>
                </a:solidFill>
                <a:latin typeface="Courier New" panose="02070309020205020404" pitchFamily="49" charset="0"/>
              </a:rPr>
              <a:t>   END-IF   </a:t>
            </a:r>
          </a:p>
          <a:p>
            <a:pPr>
              <a:lnSpc>
                <a:spcPct val="90000"/>
              </a:lnSpc>
            </a:pPr>
            <a:endParaRPr lang="en-US" altLang="en-US" sz="1000" b="1">
              <a:solidFill>
                <a:srgbClr val="000000"/>
              </a:solidFill>
              <a:latin typeface="Courier New" panose="02070309020205020404" pitchFamily="49" charset="0"/>
            </a:endParaRPr>
          </a:p>
          <a:p>
            <a:pPr>
              <a:lnSpc>
                <a:spcPct val="90000"/>
              </a:lnSpc>
            </a:pPr>
            <a:r>
              <a:rPr lang="en-US" altLang="en-US" sz="1000" b="1">
                <a:solidFill>
                  <a:srgbClr val="000000"/>
                </a:solidFill>
                <a:latin typeface="Courier New" panose="02070309020205020404" pitchFamily="49" charset="0"/>
              </a:rPr>
              <a:t>   READ VideoFile NEXT RECORD </a:t>
            </a:r>
          </a:p>
          <a:p>
            <a:pPr>
              <a:lnSpc>
                <a:spcPct val="90000"/>
              </a:lnSpc>
            </a:pPr>
            <a:r>
              <a:rPr lang="en-US" altLang="en-US" sz="1000" b="1">
                <a:solidFill>
                  <a:srgbClr val="000000"/>
                </a:solidFill>
                <a:latin typeface="Courier New" panose="02070309020205020404" pitchFamily="49" charset="0"/>
              </a:rPr>
              <a:t>      AT END SET EndOfFile TO TRUE</a:t>
            </a:r>
          </a:p>
          <a:p>
            <a:pPr>
              <a:lnSpc>
                <a:spcPct val="90000"/>
              </a:lnSpc>
            </a:pPr>
            <a:r>
              <a:rPr lang="en-US" altLang="en-US" sz="1000" b="1">
                <a:solidFill>
                  <a:srgbClr val="000000"/>
                </a:solidFill>
                <a:latin typeface="Courier New" panose="02070309020205020404" pitchFamily="49" charset="0"/>
              </a:rPr>
              <a:t>   END-READ.</a:t>
            </a:r>
          </a:p>
          <a:p>
            <a:pPr>
              <a:lnSpc>
                <a:spcPct val="90000"/>
              </a:lnSpc>
            </a:pPr>
            <a:r>
              <a:rPr lang="en-US" altLang="en-US" sz="1000" b="1">
                <a:solidFill>
                  <a:srgbClr val="000000"/>
                </a:solidFill>
                <a:latin typeface="Courier New" panose="02070309020205020404" pitchFamily="49" charset="0"/>
              </a:rPr>
              <a:t>   PERFORM UNTIL EndOfFile</a:t>
            </a:r>
          </a:p>
          <a:p>
            <a:pPr>
              <a:lnSpc>
                <a:spcPct val="90000"/>
              </a:lnSpc>
            </a:pPr>
            <a:r>
              <a:rPr lang="en-US" altLang="en-US" sz="1000" b="1">
                <a:solidFill>
                  <a:srgbClr val="000000"/>
                </a:solidFill>
                <a:latin typeface="Courier New" panose="02070309020205020404" pitchFamily="49" charset="0"/>
              </a:rPr>
              <a:t>      MOVE VideoCode TO PrnVideoCode</a:t>
            </a:r>
          </a:p>
          <a:p>
            <a:pPr>
              <a:lnSpc>
                <a:spcPct val="90000"/>
              </a:lnSpc>
            </a:pPr>
            <a:r>
              <a:rPr lang="en-US" altLang="en-US" sz="1000" b="1">
                <a:solidFill>
                  <a:srgbClr val="000000"/>
                </a:solidFill>
                <a:latin typeface="Courier New" panose="02070309020205020404" pitchFamily="49" charset="0"/>
              </a:rPr>
              <a:t>      MOVE VideoTitle TO PrnVideoTitle</a:t>
            </a:r>
          </a:p>
          <a:p>
            <a:pPr>
              <a:lnSpc>
                <a:spcPct val="90000"/>
              </a:lnSpc>
            </a:pPr>
            <a:r>
              <a:rPr lang="en-US" altLang="en-US" sz="1000" b="1">
                <a:solidFill>
                  <a:srgbClr val="000000"/>
                </a:solidFill>
                <a:latin typeface="Courier New" panose="02070309020205020404" pitchFamily="49" charset="0"/>
              </a:rPr>
              <a:t>      MOVE SupplierCode TO PrnSupplierCode</a:t>
            </a:r>
          </a:p>
          <a:p>
            <a:pPr>
              <a:lnSpc>
                <a:spcPct val="90000"/>
              </a:lnSpc>
            </a:pPr>
            <a:r>
              <a:rPr lang="en-US" altLang="en-US" sz="1000" b="1">
                <a:solidFill>
                  <a:srgbClr val="000000"/>
                </a:solidFill>
                <a:latin typeface="Courier New" panose="02070309020205020404" pitchFamily="49" charset="0"/>
              </a:rPr>
              <a:t>      DISPLAY  PrnVideoRecord</a:t>
            </a:r>
          </a:p>
          <a:p>
            <a:pPr>
              <a:lnSpc>
                <a:spcPct val="90000"/>
              </a:lnSpc>
            </a:pPr>
            <a:r>
              <a:rPr lang="en-US" altLang="en-US" sz="1000" b="1">
                <a:solidFill>
                  <a:srgbClr val="000000"/>
                </a:solidFill>
                <a:latin typeface="Courier New" panose="02070309020205020404" pitchFamily="49" charset="0"/>
              </a:rPr>
              <a:t>      READ VideoFile NEXT RECORD </a:t>
            </a:r>
          </a:p>
          <a:p>
            <a:pPr>
              <a:lnSpc>
                <a:spcPct val="90000"/>
              </a:lnSpc>
            </a:pPr>
            <a:r>
              <a:rPr lang="en-US" altLang="en-US" sz="1000" b="1">
                <a:solidFill>
                  <a:srgbClr val="000000"/>
                </a:solidFill>
                <a:latin typeface="Courier New" panose="02070309020205020404" pitchFamily="49" charset="0"/>
              </a:rPr>
              <a:t>         AT END SET EndOfFile TO TRUE</a:t>
            </a:r>
          </a:p>
          <a:p>
            <a:pPr>
              <a:lnSpc>
                <a:spcPct val="90000"/>
              </a:lnSpc>
            </a:pPr>
            <a:r>
              <a:rPr lang="en-US" altLang="en-US" sz="1000" b="1">
                <a:solidFill>
                  <a:srgbClr val="000000"/>
                </a:solidFill>
                <a:latin typeface="Courier New" panose="02070309020205020404" pitchFamily="49" charset="0"/>
              </a:rPr>
              <a:t>      END-READ</a:t>
            </a:r>
          </a:p>
          <a:p>
            <a:pPr>
              <a:lnSpc>
                <a:spcPct val="90000"/>
              </a:lnSpc>
            </a:pPr>
            <a:r>
              <a:rPr lang="en-US" altLang="en-US" sz="1000" b="1">
                <a:solidFill>
                  <a:srgbClr val="000000"/>
                </a:solidFill>
                <a:latin typeface="Courier New" panose="02070309020205020404" pitchFamily="49" charset="0"/>
              </a:rPr>
              <a:t>   END-PERFORM.</a:t>
            </a:r>
          </a:p>
          <a:p>
            <a:pPr>
              <a:lnSpc>
                <a:spcPct val="90000"/>
              </a:lnSpc>
            </a:pPr>
            <a:endParaRPr lang="en-US" altLang="en-US" sz="1000" b="1">
              <a:solidFill>
                <a:srgbClr val="000000"/>
              </a:solidFill>
              <a:latin typeface="Courier New" panose="02070309020205020404" pitchFamily="49" charset="0"/>
            </a:endParaRPr>
          </a:p>
          <a:p>
            <a:pPr>
              <a:lnSpc>
                <a:spcPct val="90000"/>
              </a:lnSpc>
            </a:pPr>
            <a:r>
              <a:rPr lang="en-US" altLang="en-US" sz="1000" b="1">
                <a:solidFill>
                  <a:srgbClr val="000000"/>
                </a:solidFill>
                <a:latin typeface="Courier New" panose="02070309020205020404" pitchFamily="49" charset="0"/>
              </a:rPr>
              <a:t>   CLOSE VideoFile.</a:t>
            </a:r>
          </a:p>
          <a:p>
            <a:pPr>
              <a:lnSpc>
                <a:spcPct val="90000"/>
              </a:lnSpc>
            </a:pPr>
            <a:r>
              <a:rPr lang="en-US" altLang="en-US" sz="1000" b="1">
                <a:solidFill>
                  <a:srgbClr val="000000"/>
                </a:solidFill>
                <a:latin typeface="Courier New" panose="02070309020205020404" pitchFamily="49" charset="0"/>
              </a:rPr>
              <a:t>   STOP RUN.</a:t>
            </a:r>
          </a:p>
        </p:txBody>
      </p:sp>
      <p:grpSp>
        <p:nvGrpSpPr>
          <p:cNvPr id="6149" name="Group 5">
            <a:extLst>
              <a:ext uri="{FF2B5EF4-FFF2-40B4-BE49-F238E27FC236}">
                <a16:creationId xmlns:a16="http://schemas.microsoft.com/office/drawing/2014/main" id="{704F10AA-10A6-FF68-52EF-B9112A306080}"/>
              </a:ext>
            </a:extLst>
          </p:cNvPr>
          <p:cNvGrpSpPr>
            <a:grpSpLocks/>
          </p:cNvGrpSpPr>
          <p:nvPr/>
        </p:nvGrpSpPr>
        <p:grpSpPr bwMode="auto">
          <a:xfrm>
            <a:off x="187325" y="571500"/>
            <a:ext cx="4454525" cy="2432050"/>
            <a:chOff x="118" y="360"/>
            <a:chExt cx="2806" cy="1532"/>
          </a:xfrm>
        </p:grpSpPr>
        <p:sp>
          <p:nvSpPr>
            <p:cNvPr id="6147" name="Rectangle 3">
              <a:extLst>
                <a:ext uri="{FF2B5EF4-FFF2-40B4-BE49-F238E27FC236}">
                  <a16:creationId xmlns:a16="http://schemas.microsoft.com/office/drawing/2014/main" id="{DE7A3F39-0CCA-9699-9C04-3B66AAFAADE0}"/>
                </a:ext>
              </a:extLst>
            </p:cNvPr>
            <p:cNvSpPr>
              <a:spLocks noChangeArrowheads="1"/>
            </p:cNvSpPr>
            <p:nvPr/>
          </p:nvSpPr>
          <p:spPr bwMode="auto">
            <a:xfrm>
              <a:off x="118" y="360"/>
              <a:ext cx="2506" cy="314"/>
            </a:xfrm>
            <a:prstGeom prst="rect">
              <a:avLst/>
            </a:prstGeom>
            <a:noFill/>
            <a:ln w="12700">
              <a:solidFill>
                <a:srgbClr val="CC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8" name="AutoShape 4">
              <a:extLst>
                <a:ext uri="{FF2B5EF4-FFF2-40B4-BE49-F238E27FC236}">
                  <a16:creationId xmlns:a16="http://schemas.microsoft.com/office/drawing/2014/main" id="{26E0A91A-7169-9F6F-2B1B-9A03C0FF63BD}"/>
                </a:ext>
              </a:extLst>
            </p:cNvPr>
            <p:cNvSpPr>
              <a:spLocks noChangeArrowheads="1"/>
            </p:cNvSpPr>
            <p:nvPr/>
          </p:nvSpPr>
          <p:spPr bwMode="auto">
            <a:xfrm flipH="1">
              <a:off x="1840" y="1132"/>
              <a:ext cx="1084" cy="633"/>
            </a:xfrm>
            <a:prstGeom prst="wedgeRoundRectCallout">
              <a:avLst>
                <a:gd name="adj1" fmla="val -50000"/>
                <a:gd name="adj2" fmla="val 66667"/>
                <a:gd name="adj3" fmla="val 16667"/>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9050" rIns="0" bIns="19050" anchorCtr="1"/>
            <a:lstStyle/>
            <a:p>
              <a:pPr algn="ctr">
                <a:lnSpc>
                  <a:spcPct val="90000"/>
                </a:lnSpc>
              </a:pPr>
              <a:r>
                <a:rPr lang="en-US" altLang="en-US" sz="1000"/>
                <a:t>The file can be read in sequence on either the VideCode or VideoTitle.</a:t>
              </a:r>
            </a:p>
            <a:p>
              <a:pPr algn="ctr">
                <a:lnSpc>
                  <a:spcPct val="90000"/>
                </a:lnSpc>
              </a:pPr>
              <a:endParaRPr lang="en-US" altLang="en-US" sz="1000"/>
            </a:p>
            <a:p>
              <a:pPr algn="ctr">
                <a:lnSpc>
                  <a:spcPct val="90000"/>
                </a:lnSpc>
              </a:pPr>
              <a:r>
                <a:rPr lang="en-US" altLang="en-US" sz="1000"/>
                <a:t>The program starts by asking the user what key to use.</a:t>
              </a:r>
            </a:p>
          </p:txBody>
        </p:sp>
      </p:grpSp>
      <p:grpSp>
        <p:nvGrpSpPr>
          <p:cNvPr id="6152" name="Group 8">
            <a:extLst>
              <a:ext uri="{FF2B5EF4-FFF2-40B4-BE49-F238E27FC236}">
                <a16:creationId xmlns:a16="http://schemas.microsoft.com/office/drawing/2014/main" id="{955B7711-4615-1F00-F550-E6DBBDE3663E}"/>
              </a:ext>
            </a:extLst>
          </p:cNvPr>
          <p:cNvGrpSpPr>
            <a:grpSpLocks/>
          </p:cNvGrpSpPr>
          <p:nvPr/>
        </p:nvGrpSpPr>
        <p:grpSpPr bwMode="auto">
          <a:xfrm>
            <a:off x="187325" y="2071688"/>
            <a:ext cx="4476750" cy="2330450"/>
            <a:chOff x="118" y="1305"/>
            <a:chExt cx="2820" cy="1468"/>
          </a:xfrm>
        </p:grpSpPr>
        <p:sp>
          <p:nvSpPr>
            <p:cNvPr id="6150" name="AutoShape 6">
              <a:extLst>
                <a:ext uri="{FF2B5EF4-FFF2-40B4-BE49-F238E27FC236}">
                  <a16:creationId xmlns:a16="http://schemas.microsoft.com/office/drawing/2014/main" id="{E2BDCD77-453E-2ED0-DFBA-538D10B9B3F6}"/>
                </a:ext>
              </a:extLst>
            </p:cNvPr>
            <p:cNvSpPr>
              <a:spLocks noChangeArrowheads="1"/>
            </p:cNvSpPr>
            <p:nvPr/>
          </p:nvSpPr>
          <p:spPr bwMode="auto">
            <a:xfrm flipH="1">
              <a:off x="2152" y="1443"/>
              <a:ext cx="786" cy="1108"/>
            </a:xfrm>
            <a:prstGeom prst="wedgeRoundRectCallout">
              <a:avLst>
                <a:gd name="adj1" fmla="val -50000"/>
                <a:gd name="adj2" fmla="val 66667"/>
                <a:gd name="adj3" fmla="val 16667"/>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9050" rIns="0" bIns="19050" anchorCtr="1"/>
            <a:lstStyle/>
            <a:p>
              <a:pPr algn="ctr">
                <a:lnSpc>
                  <a:spcPct val="90000"/>
                </a:lnSpc>
              </a:pPr>
              <a:r>
                <a:rPr lang="en-US" altLang="en-US" sz="1000"/>
                <a:t>This read statement has no key phrase to tell the file system which key to use when reading the file. </a:t>
              </a:r>
            </a:p>
            <a:p>
              <a:pPr algn="ctr">
                <a:lnSpc>
                  <a:spcPct val="90000"/>
                </a:lnSpc>
              </a:pPr>
              <a:endParaRPr lang="en-US" altLang="en-US" sz="1000"/>
            </a:p>
            <a:p>
              <a:pPr algn="ctr">
                <a:lnSpc>
                  <a:spcPct val="90000"/>
                </a:lnSpc>
              </a:pPr>
              <a:r>
                <a:rPr lang="en-US" altLang="en-US" sz="1000"/>
                <a:t> So how does the file system know which key sequence to use when reading the file?   </a:t>
              </a:r>
            </a:p>
          </p:txBody>
        </p:sp>
        <p:sp>
          <p:nvSpPr>
            <p:cNvPr id="6151" name="Rectangle 7">
              <a:extLst>
                <a:ext uri="{FF2B5EF4-FFF2-40B4-BE49-F238E27FC236}">
                  <a16:creationId xmlns:a16="http://schemas.microsoft.com/office/drawing/2014/main" id="{E495C466-4AB4-FF50-F7D4-1AF9F589369A}"/>
                </a:ext>
              </a:extLst>
            </p:cNvPr>
            <p:cNvSpPr>
              <a:spLocks noChangeArrowheads="1"/>
            </p:cNvSpPr>
            <p:nvPr/>
          </p:nvSpPr>
          <p:spPr bwMode="auto">
            <a:xfrm>
              <a:off x="118" y="1305"/>
              <a:ext cx="1606" cy="298"/>
            </a:xfrm>
            <a:prstGeom prst="rect">
              <a:avLst/>
            </a:prstGeom>
            <a:noFill/>
            <a:ln w="12700">
              <a:solidFill>
                <a:srgbClr val="CC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6153" name="AutoShape 9">
            <a:extLst>
              <a:ext uri="{FF2B5EF4-FFF2-40B4-BE49-F238E27FC236}">
                <a16:creationId xmlns:a16="http://schemas.microsoft.com/office/drawing/2014/main" id="{C9F5F5D4-FE90-227B-C9B4-39565501A065}"/>
              </a:ext>
            </a:extLst>
          </p:cNvPr>
          <p:cNvSpPr>
            <a:spLocks noChangeArrowheads="1"/>
          </p:cNvSpPr>
          <p:nvPr/>
        </p:nvSpPr>
        <p:spPr bwMode="auto">
          <a:xfrm flipH="1">
            <a:off x="3359150" y="2006600"/>
            <a:ext cx="1368425" cy="2378604"/>
          </a:xfrm>
          <a:prstGeom prst="wedgeRoundRectCallout">
            <a:avLst>
              <a:gd name="adj1" fmla="val -50000"/>
              <a:gd name="adj2" fmla="val 66667"/>
              <a:gd name="adj3" fmla="val 16667"/>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9050" rIns="0" bIns="19050" anchorCtr="1"/>
          <a:lstStyle/>
          <a:p>
            <a:pPr algn="ctr">
              <a:lnSpc>
                <a:spcPct val="90000"/>
              </a:lnSpc>
            </a:pPr>
            <a:r>
              <a:rPr lang="en-US" altLang="en-US" sz="1000"/>
              <a:t>A Key Of Reference is used to decide which key sequence to use when reading the file sequentially.</a:t>
            </a:r>
          </a:p>
          <a:p>
            <a:pPr algn="ctr">
              <a:lnSpc>
                <a:spcPct val="90000"/>
              </a:lnSpc>
            </a:pPr>
            <a:endParaRPr lang="en-US" altLang="en-US" sz="1000"/>
          </a:p>
          <a:p>
            <a:pPr algn="ctr">
              <a:lnSpc>
                <a:spcPct val="90000"/>
              </a:lnSpc>
            </a:pPr>
            <a:r>
              <a:rPr lang="en-US" altLang="en-US" sz="1000"/>
              <a:t> By default the primary key is established as the Key Of Reference.</a:t>
            </a:r>
          </a:p>
          <a:p>
            <a:pPr algn="ctr">
              <a:lnSpc>
                <a:spcPct val="90000"/>
              </a:lnSpc>
            </a:pPr>
            <a:endParaRPr lang="en-US" altLang="en-US" sz="1000"/>
          </a:p>
          <a:p>
            <a:pPr algn="ctr">
              <a:lnSpc>
                <a:spcPct val="90000"/>
              </a:lnSpc>
            </a:pPr>
            <a:r>
              <a:rPr lang="en-US" altLang="en-US" sz="1000"/>
              <a:t>Since VideoCode is the primary key, nothing extra needs to be done to read the file sequentially on this key.</a:t>
            </a:r>
          </a:p>
        </p:txBody>
      </p:sp>
      <p:grpSp>
        <p:nvGrpSpPr>
          <p:cNvPr id="6156" name="Group 12">
            <a:extLst>
              <a:ext uri="{FF2B5EF4-FFF2-40B4-BE49-F238E27FC236}">
                <a16:creationId xmlns:a16="http://schemas.microsoft.com/office/drawing/2014/main" id="{1F5FAB66-21EA-5BEA-CF9A-20548CC07EAF}"/>
              </a:ext>
            </a:extLst>
          </p:cNvPr>
          <p:cNvGrpSpPr>
            <a:grpSpLocks/>
          </p:cNvGrpSpPr>
          <p:nvPr/>
        </p:nvGrpSpPr>
        <p:grpSpPr bwMode="auto">
          <a:xfrm>
            <a:off x="187325" y="1139825"/>
            <a:ext cx="4483100" cy="3416300"/>
            <a:chOff x="118" y="718"/>
            <a:chExt cx="2824" cy="2152"/>
          </a:xfrm>
        </p:grpSpPr>
        <p:sp>
          <p:nvSpPr>
            <p:cNvPr id="6154" name="Rectangle 10">
              <a:extLst>
                <a:ext uri="{FF2B5EF4-FFF2-40B4-BE49-F238E27FC236}">
                  <a16:creationId xmlns:a16="http://schemas.microsoft.com/office/drawing/2014/main" id="{6C012E53-90CE-76D3-AB45-85EB7C8A6728}"/>
                </a:ext>
              </a:extLst>
            </p:cNvPr>
            <p:cNvSpPr>
              <a:spLocks noChangeArrowheads="1"/>
            </p:cNvSpPr>
            <p:nvPr/>
          </p:nvSpPr>
          <p:spPr bwMode="auto">
            <a:xfrm>
              <a:off x="118" y="718"/>
              <a:ext cx="2824" cy="586"/>
            </a:xfrm>
            <a:prstGeom prst="rect">
              <a:avLst/>
            </a:prstGeom>
            <a:noFill/>
            <a:ln w="12700">
              <a:solidFill>
                <a:srgbClr val="CC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5" name="AutoShape 11">
              <a:extLst>
                <a:ext uri="{FF2B5EF4-FFF2-40B4-BE49-F238E27FC236}">
                  <a16:creationId xmlns:a16="http://schemas.microsoft.com/office/drawing/2014/main" id="{72F50E7A-5CD8-611D-6EC6-676B307199CC}"/>
                </a:ext>
              </a:extLst>
            </p:cNvPr>
            <p:cNvSpPr>
              <a:spLocks noChangeArrowheads="1"/>
            </p:cNvSpPr>
            <p:nvPr/>
          </p:nvSpPr>
          <p:spPr bwMode="auto">
            <a:xfrm flipH="1">
              <a:off x="1900" y="2038"/>
              <a:ext cx="1036" cy="693"/>
            </a:xfrm>
            <a:prstGeom prst="wedgeRoundRectCallout">
              <a:avLst>
                <a:gd name="adj1" fmla="val -50000"/>
                <a:gd name="adj2" fmla="val 66667"/>
                <a:gd name="adj3" fmla="val 16667"/>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9050" rIns="0" bIns="19050" anchorCtr="1"/>
            <a:lstStyle/>
            <a:p>
              <a:pPr algn="ctr">
                <a:lnSpc>
                  <a:spcPct val="90000"/>
                </a:lnSpc>
              </a:pPr>
              <a:r>
                <a:rPr lang="en-US" altLang="en-US" sz="1000"/>
                <a:t>If VideoTitle is chosen then,  before we can read the file, we must establish VideoTitle as the Key Of Reference.</a:t>
              </a:r>
            </a:p>
            <a:p>
              <a:pPr algn="ctr">
                <a:lnSpc>
                  <a:spcPct val="90000"/>
                </a:lnSpc>
              </a:pPr>
              <a:r>
                <a:rPr lang="en-US" altLang="en-US" sz="1000"/>
                <a:t>We do this with the </a:t>
              </a:r>
              <a:r>
                <a:rPr lang="en-US" altLang="en-US" sz="900"/>
                <a:t>START </a:t>
              </a:r>
              <a:r>
                <a:rPr lang="en-US" altLang="en-US" sz="1000"/>
                <a:t>verb.</a:t>
              </a:r>
            </a:p>
          </p:txBody>
        </p:sp>
      </p:grpSp>
      <p:grpSp>
        <p:nvGrpSpPr>
          <p:cNvPr id="6159" name="Group 15">
            <a:extLst>
              <a:ext uri="{FF2B5EF4-FFF2-40B4-BE49-F238E27FC236}">
                <a16:creationId xmlns:a16="http://schemas.microsoft.com/office/drawing/2014/main" id="{95B6C2DB-5378-5F2B-E6A9-3D904ABA037A}"/>
              </a:ext>
            </a:extLst>
          </p:cNvPr>
          <p:cNvGrpSpPr>
            <a:grpSpLocks/>
          </p:cNvGrpSpPr>
          <p:nvPr/>
        </p:nvGrpSpPr>
        <p:grpSpPr bwMode="auto">
          <a:xfrm>
            <a:off x="187325" y="1309688"/>
            <a:ext cx="4483100" cy="3444875"/>
            <a:chOff x="118" y="825"/>
            <a:chExt cx="2824" cy="2170"/>
          </a:xfrm>
        </p:grpSpPr>
        <p:sp>
          <p:nvSpPr>
            <p:cNvPr id="6157" name="AutoShape 13">
              <a:extLst>
                <a:ext uri="{FF2B5EF4-FFF2-40B4-BE49-F238E27FC236}">
                  <a16:creationId xmlns:a16="http://schemas.microsoft.com/office/drawing/2014/main" id="{FCCE6405-B1C2-6128-7119-E61C313A4FAA}"/>
                </a:ext>
              </a:extLst>
            </p:cNvPr>
            <p:cNvSpPr>
              <a:spLocks noChangeArrowheads="1"/>
            </p:cNvSpPr>
            <p:nvPr/>
          </p:nvSpPr>
          <p:spPr bwMode="auto">
            <a:xfrm flipH="1">
              <a:off x="1270" y="2259"/>
              <a:ext cx="1546" cy="613"/>
            </a:xfrm>
            <a:prstGeom prst="wedgeRoundRectCallout">
              <a:avLst>
                <a:gd name="adj1" fmla="val -50000"/>
                <a:gd name="adj2" fmla="val 66667"/>
                <a:gd name="adj3" fmla="val 16667"/>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9050" rIns="0" bIns="19050" anchorCtr="1"/>
            <a:lstStyle/>
            <a:p>
              <a:pPr algn="ctr">
                <a:lnSpc>
                  <a:spcPct val="90000"/>
                </a:lnSpc>
              </a:pPr>
              <a:r>
                <a:rPr lang="en-US" altLang="en-US" sz="1000"/>
                <a:t>The START establishes the VideoTitle as the Key Of Reference and positions the Next Record Pointer at the first record in the file (positions the pointer so that the value of the key in the file is greater than the spaces currently in VideoTitle).</a:t>
              </a:r>
            </a:p>
          </p:txBody>
        </p:sp>
        <p:sp>
          <p:nvSpPr>
            <p:cNvPr id="6158" name="Rectangle 14">
              <a:extLst>
                <a:ext uri="{FF2B5EF4-FFF2-40B4-BE49-F238E27FC236}">
                  <a16:creationId xmlns:a16="http://schemas.microsoft.com/office/drawing/2014/main" id="{193730B7-7E2E-C412-C06F-18E1A97B8083}"/>
                </a:ext>
              </a:extLst>
            </p:cNvPr>
            <p:cNvSpPr>
              <a:spLocks noChangeArrowheads="1"/>
            </p:cNvSpPr>
            <p:nvPr/>
          </p:nvSpPr>
          <p:spPr bwMode="auto">
            <a:xfrm>
              <a:off x="118" y="825"/>
              <a:ext cx="2824" cy="346"/>
            </a:xfrm>
            <a:prstGeom prst="rect">
              <a:avLst/>
            </a:prstGeom>
            <a:noFill/>
            <a:ln w="12700">
              <a:solidFill>
                <a:srgbClr val="CC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149"/>
                                        </p:tgtEl>
                                        <p:attrNameLst>
                                          <p:attrName>style.visibility</p:attrName>
                                        </p:attrNameLst>
                                      </p:cBhvr>
                                      <p:to>
                                        <p:strVal val="visible"/>
                                      </p:to>
                                    </p:set>
                                    <p:animEffect transition="in" filter="dissolve">
                                      <p:cBhvr>
                                        <p:cTn id="7" dur="500"/>
                                        <p:tgtEl>
                                          <p:spTgt spid="6149"/>
                                        </p:tgtEl>
                                      </p:cBhvr>
                                    </p:animEffect>
                                  </p:childTnLst>
                                  <p:subTnLst>
                                    <p:set>
                                      <p:cBhvr override="childStyle">
                                        <p:cTn dur="1" fill="hold" display="0" masterRel="nextClick" afterEffect="1"/>
                                        <p:tgtEl>
                                          <p:spTgt spid="6149"/>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152"/>
                                        </p:tgtEl>
                                        <p:attrNameLst>
                                          <p:attrName>style.visibility</p:attrName>
                                        </p:attrNameLst>
                                      </p:cBhvr>
                                      <p:to>
                                        <p:strVal val="visible"/>
                                      </p:to>
                                    </p:set>
                                    <p:animEffect transition="in" filter="dissolve">
                                      <p:cBhvr>
                                        <p:cTn id="12" dur="500"/>
                                        <p:tgtEl>
                                          <p:spTgt spid="6152"/>
                                        </p:tgtEl>
                                      </p:cBhvr>
                                    </p:animEffect>
                                  </p:childTnLst>
                                  <p:subTnLst>
                                    <p:set>
                                      <p:cBhvr override="childStyle">
                                        <p:cTn dur="1" fill="hold" display="0" masterRel="nextClick" afterEffect="1"/>
                                        <p:tgtEl>
                                          <p:spTgt spid="6152"/>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153"/>
                                        </p:tgtEl>
                                        <p:attrNameLst>
                                          <p:attrName>style.visibility</p:attrName>
                                        </p:attrNameLst>
                                      </p:cBhvr>
                                      <p:to>
                                        <p:strVal val="visible"/>
                                      </p:to>
                                    </p:set>
                                    <p:animEffect transition="in" filter="dissolve">
                                      <p:cBhvr>
                                        <p:cTn id="17" dur="500"/>
                                        <p:tgtEl>
                                          <p:spTgt spid="6153"/>
                                        </p:tgtEl>
                                      </p:cBhvr>
                                    </p:animEffect>
                                  </p:childTnLst>
                                  <p:subTnLst>
                                    <p:set>
                                      <p:cBhvr override="childStyle">
                                        <p:cTn dur="1" fill="hold" display="0" masterRel="nextClick" afterEffect="1"/>
                                        <p:tgtEl>
                                          <p:spTgt spid="6153"/>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6156"/>
                                        </p:tgtEl>
                                        <p:attrNameLst>
                                          <p:attrName>style.visibility</p:attrName>
                                        </p:attrNameLst>
                                      </p:cBhvr>
                                      <p:to>
                                        <p:strVal val="visible"/>
                                      </p:to>
                                    </p:set>
                                    <p:animEffect transition="in" filter="dissolve">
                                      <p:cBhvr>
                                        <p:cTn id="22" dur="500"/>
                                        <p:tgtEl>
                                          <p:spTgt spid="6156"/>
                                        </p:tgtEl>
                                      </p:cBhvr>
                                    </p:animEffect>
                                  </p:childTnLst>
                                  <p:subTnLst>
                                    <p:set>
                                      <p:cBhvr override="childStyle">
                                        <p:cTn dur="1" fill="hold" display="0" masterRel="nextClick" afterEffect="1"/>
                                        <p:tgtEl>
                                          <p:spTgt spid="6156"/>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6159"/>
                                        </p:tgtEl>
                                        <p:attrNameLst>
                                          <p:attrName>style.visibility</p:attrName>
                                        </p:attrNameLst>
                                      </p:cBhvr>
                                      <p:to>
                                        <p:strVal val="visible"/>
                                      </p:to>
                                    </p:set>
                                    <p:animEffect transition="in" filter="dissolve">
                                      <p:cBhvr>
                                        <p:cTn id="27" dur="500"/>
                                        <p:tgtEl>
                                          <p:spTgt spid="6159"/>
                                        </p:tgtEl>
                                      </p:cBhvr>
                                    </p:animEffect>
                                  </p:childTnLst>
                                  <p:subTnLst>
                                    <p:set>
                                      <p:cBhvr override="childStyle">
                                        <p:cTn dur="1" fill="hold" display="0" masterRel="nextClick" afterEffect="1"/>
                                        <p:tgtEl>
                                          <p:spTgt spid="615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3" grpId="0" animBg="1" autoUpdateAnimBg="0"/>
    </p:bldLst>
  </p:timing>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E:\MSOffice\Templates\Blank Presentation.pot</Template>
  <TotalTime>1368</TotalTime>
  <Words>560</Words>
  <Application>Microsoft Office PowerPoint</Application>
  <PresentationFormat>Custom</PresentationFormat>
  <Paragraphs>88</Paragraphs>
  <Slides>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Times New Roman</vt:lpstr>
      <vt:lpstr>Courier New</vt:lpstr>
      <vt:lpstr>Blank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Michael Coughlan</dc:creator>
  <cp:lastModifiedBy>Sean McBride</cp:lastModifiedBy>
  <cp:revision>34</cp:revision>
  <dcterms:created xsi:type="dcterms:W3CDTF">1995-06-17T23:31:02Z</dcterms:created>
  <dcterms:modified xsi:type="dcterms:W3CDTF">2026-05-13T01:05:29Z</dcterms:modified>
</cp:coreProperties>
</file>