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9080"/>
            <a:ext cx="4743360" cy="3786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05040" y="517680"/>
            <a:ext cx="2933640" cy="225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How the READ verb 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685800" y="960480"/>
            <a:ext cx="3486240" cy="1619640"/>
            <a:chOff x="685800" y="960480"/>
            <a:chExt cx="3486240" cy="1619640"/>
          </a:xfrm>
        </p:grpSpPr>
        <p:sp>
          <p:nvSpPr>
            <p:cNvPr id="10" name=""/>
            <p:cNvSpPr txBox="1"/>
            <p:nvPr/>
          </p:nvSpPr>
          <p:spPr>
            <a:xfrm>
              <a:off x="685800" y="1266840"/>
              <a:ext cx="3486240" cy="13132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9834567Curtain FB19801009LM51M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9583715Healy   TC19760304LM68F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9734567Downes  BC19791205LM51M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9963413O’Brien MS19811221LM21F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^Z (eof)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 txBox="1"/>
            <p:nvPr/>
          </p:nvSpPr>
          <p:spPr>
            <a:xfrm>
              <a:off x="1622520" y="960480"/>
              <a:ext cx="143676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Arial"/>
                  <a:ea typeface="Arial"/>
                </a:rPr>
                <a:t>Students.Dat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" name=""/>
          <p:cNvSpPr/>
          <p:nvPr/>
        </p:nvSpPr>
        <p:spPr>
          <a:xfrm>
            <a:off x="696960" y="428760"/>
            <a:ext cx="3875040" cy="304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89120" y="82440"/>
            <a:ext cx="39466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           StudentName             DateOfBirth         Course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Gender</a:t>
            </a:r>
            <a:r>
              <a:rPr lang="en-US" sz="1000" b="0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63044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27925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74328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2577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50524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" name=""/>
          <p:cNvGrpSpPr/>
          <p:nvPr/>
        </p:nvGrpSpPr>
        <p:grpSpPr>
          <a:xfrm>
            <a:off x="685800" y="2647800"/>
            <a:ext cx="3429360" cy="1124280"/>
            <a:chOff x="685800" y="2647800"/>
            <a:chExt cx="3429360" cy="1124280"/>
          </a:xfrm>
        </p:grpSpPr>
        <p:sp>
          <p:nvSpPr>
            <p:cNvPr id="20" name=""/>
            <p:cNvSpPr txBox="1"/>
            <p:nvPr/>
          </p:nvSpPr>
          <p:spPr>
            <a:xfrm>
              <a:off x="685800" y="2649600"/>
              <a:ext cx="3411360" cy="1092240"/>
            </a:xfrm>
            <a:prstGeom prst="rect">
              <a:avLst/>
            </a:prstGeom>
            <a:solidFill>
              <a:srgbClr val="EEFFEE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PERFORM UNTIL EndOfFile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READ StudentFile</a:t>
              </a:r>
              <a:br>
                <a:rPr sz="12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AT END SET EndOfFile TO TRUE</a:t>
              </a:r>
              <a:br>
                <a:rPr sz="12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END-READ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END-PERFORM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687240" y="2647800"/>
              <a:ext cx="3410280" cy="128880"/>
            </a:xfrm>
            <a:custGeom>
              <a:avLst/>
              <a:gdLst/>
              <a:ahLst/>
              <a:rect l="0" t="0" r="r" b="b"/>
              <a:pathLst>
                <a:path w="9473" h="358">
                  <a:moveTo>
                    <a:pt x="9473" y="7"/>
                  </a:moveTo>
                  <a:lnTo>
                    <a:pt x="9473" y="0"/>
                  </a:lnTo>
                  <a:lnTo>
                    <a:pt x="9473" y="7"/>
                  </a:lnTo>
                  <a:lnTo>
                    <a:pt x="9468" y="18"/>
                  </a:lnTo>
                  <a:lnTo>
                    <a:pt x="9447" y="18"/>
                  </a:lnTo>
                  <a:lnTo>
                    <a:pt x="9370" y="51"/>
                  </a:lnTo>
                  <a:lnTo>
                    <a:pt x="9319" y="83"/>
                  </a:lnTo>
                  <a:lnTo>
                    <a:pt x="9281" y="116"/>
                  </a:lnTo>
                  <a:lnTo>
                    <a:pt x="9242" y="116"/>
                  </a:lnTo>
                  <a:lnTo>
                    <a:pt x="9204" y="127"/>
                  </a:lnTo>
                  <a:lnTo>
                    <a:pt x="9166" y="127"/>
                  </a:lnTo>
                  <a:lnTo>
                    <a:pt x="9127" y="127"/>
                  </a:lnTo>
                  <a:lnTo>
                    <a:pt x="9089" y="127"/>
                  </a:lnTo>
                  <a:lnTo>
                    <a:pt x="9051" y="127"/>
                  </a:lnTo>
                  <a:lnTo>
                    <a:pt x="9012" y="127"/>
                  </a:lnTo>
                  <a:lnTo>
                    <a:pt x="8974" y="149"/>
                  </a:lnTo>
                  <a:lnTo>
                    <a:pt x="8948" y="183"/>
                  </a:lnTo>
                  <a:lnTo>
                    <a:pt x="8923" y="216"/>
                  </a:lnTo>
                  <a:lnTo>
                    <a:pt x="8884" y="226"/>
                  </a:lnTo>
                  <a:lnTo>
                    <a:pt x="8846" y="226"/>
                  </a:lnTo>
                  <a:lnTo>
                    <a:pt x="8808" y="205"/>
                  </a:lnTo>
                  <a:lnTo>
                    <a:pt x="8756" y="183"/>
                  </a:lnTo>
                  <a:lnTo>
                    <a:pt x="8718" y="183"/>
                  </a:lnTo>
                  <a:lnTo>
                    <a:pt x="8680" y="171"/>
                  </a:lnTo>
                  <a:lnTo>
                    <a:pt x="8641" y="149"/>
                  </a:lnTo>
                  <a:lnTo>
                    <a:pt x="8603" y="138"/>
                  </a:lnTo>
                  <a:lnTo>
                    <a:pt x="8552" y="138"/>
                  </a:lnTo>
                  <a:lnTo>
                    <a:pt x="8513" y="127"/>
                  </a:lnTo>
                  <a:lnTo>
                    <a:pt x="8475" y="116"/>
                  </a:lnTo>
                  <a:lnTo>
                    <a:pt x="8437" y="105"/>
                  </a:lnTo>
                  <a:lnTo>
                    <a:pt x="8398" y="105"/>
                  </a:lnTo>
                  <a:lnTo>
                    <a:pt x="8360" y="94"/>
                  </a:lnTo>
                  <a:lnTo>
                    <a:pt x="8322" y="83"/>
                  </a:lnTo>
                  <a:lnTo>
                    <a:pt x="8283" y="72"/>
                  </a:lnTo>
                  <a:lnTo>
                    <a:pt x="8245" y="61"/>
                  </a:lnTo>
                  <a:lnTo>
                    <a:pt x="8232" y="94"/>
                  </a:lnTo>
                  <a:lnTo>
                    <a:pt x="8181" y="105"/>
                  </a:lnTo>
                  <a:lnTo>
                    <a:pt x="8130" y="105"/>
                  </a:lnTo>
                  <a:lnTo>
                    <a:pt x="8091" y="116"/>
                  </a:lnTo>
                  <a:lnTo>
                    <a:pt x="8053" y="138"/>
                  </a:lnTo>
                  <a:lnTo>
                    <a:pt x="8040" y="171"/>
                  </a:lnTo>
                  <a:lnTo>
                    <a:pt x="8002" y="183"/>
                  </a:lnTo>
                  <a:lnTo>
                    <a:pt x="7964" y="183"/>
                  </a:lnTo>
                  <a:lnTo>
                    <a:pt x="7925" y="183"/>
                  </a:lnTo>
                  <a:lnTo>
                    <a:pt x="7887" y="205"/>
                  </a:lnTo>
                  <a:lnTo>
                    <a:pt x="7848" y="216"/>
                  </a:lnTo>
                  <a:lnTo>
                    <a:pt x="7810" y="226"/>
                  </a:lnTo>
                  <a:lnTo>
                    <a:pt x="7772" y="237"/>
                  </a:lnTo>
                  <a:lnTo>
                    <a:pt x="7733" y="259"/>
                  </a:lnTo>
                  <a:lnTo>
                    <a:pt x="7695" y="270"/>
                  </a:lnTo>
                  <a:lnTo>
                    <a:pt x="7657" y="270"/>
                  </a:lnTo>
                  <a:lnTo>
                    <a:pt x="7618" y="259"/>
                  </a:lnTo>
                  <a:lnTo>
                    <a:pt x="7580" y="237"/>
                  </a:lnTo>
                  <a:lnTo>
                    <a:pt x="7529" y="226"/>
                  </a:lnTo>
                  <a:lnTo>
                    <a:pt x="7490" y="216"/>
                  </a:lnTo>
                  <a:lnTo>
                    <a:pt x="7452" y="205"/>
                  </a:lnTo>
                  <a:lnTo>
                    <a:pt x="7414" y="194"/>
                  </a:lnTo>
                  <a:lnTo>
                    <a:pt x="7375" y="194"/>
                  </a:lnTo>
                  <a:lnTo>
                    <a:pt x="7337" y="171"/>
                  </a:lnTo>
                  <a:lnTo>
                    <a:pt x="7299" y="160"/>
                  </a:lnTo>
                  <a:lnTo>
                    <a:pt x="7260" y="160"/>
                  </a:lnTo>
                  <a:lnTo>
                    <a:pt x="7222" y="149"/>
                  </a:lnTo>
                  <a:lnTo>
                    <a:pt x="7183" y="149"/>
                  </a:lnTo>
                  <a:lnTo>
                    <a:pt x="7132" y="138"/>
                  </a:lnTo>
                  <a:lnTo>
                    <a:pt x="7081" y="127"/>
                  </a:lnTo>
                  <a:lnTo>
                    <a:pt x="7043" y="116"/>
                  </a:lnTo>
                  <a:lnTo>
                    <a:pt x="7004" y="105"/>
                  </a:lnTo>
                  <a:lnTo>
                    <a:pt x="6966" y="105"/>
                  </a:lnTo>
                  <a:lnTo>
                    <a:pt x="6928" y="105"/>
                  </a:lnTo>
                  <a:lnTo>
                    <a:pt x="6889" y="105"/>
                  </a:lnTo>
                  <a:lnTo>
                    <a:pt x="6851" y="105"/>
                  </a:lnTo>
                  <a:lnTo>
                    <a:pt x="6813" y="105"/>
                  </a:lnTo>
                  <a:lnTo>
                    <a:pt x="6774" y="105"/>
                  </a:lnTo>
                  <a:lnTo>
                    <a:pt x="6723" y="105"/>
                  </a:lnTo>
                  <a:lnTo>
                    <a:pt x="6685" y="94"/>
                  </a:lnTo>
                  <a:lnTo>
                    <a:pt x="6646" y="72"/>
                  </a:lnTo>
                  <a:lnTo>
                    <a:pt x="6608" y="72"/>
                  </a:lnTo>
                  <a:lnTo>
                    <a:pt x="6570" y="72"/>
                  </a:lnTo>
                  <a:lnTo>
                    <a:pt x="6544" y="105"/>
                  </a:lnTo>
                  <a:lnTo>
                    <a:pt x="6506" y="127"/>
                  </a:lnTo>
                  <a:lnTo>
                    <a:pt x="6467" y="138"/>
                  </a:lnTo>
                  <a:lnTo>
                    <a:pt x="6429" y="171"/>
                  </a:lnTo>
                  <a:lnTo>
                    <a:pt x="6391" y="183"/>
                  </a:lnTo>
                  <a:lnTo>
                    <a:pt x="6352" y="194"/>
                  </a:lnTo>
                  <a:lnTo>
                    <a:pt x="6314" y="205"/>
                  </a:lnTo>
                  <a:lnTo>
                    <a:pt x="6275" y="205"/>
                  </a:lnTo>
                  <a:lnTo>
                    <a:pt x="6237" y="194"/>
                  </a:lnTo>
                  <a:lnTo>
                    <a:pt x="6199" y="171"/>
                  </a:lnTo>
                  <a:lnTo>
                    <a:pt x="6160" y="160"/>
                  </a:lnTo>
                  <a:lnTo>
                    <a:pt x="6122" y="160"/>
                  </a:lnTo>
                  <a:lnTo>
                    <a:pt x="6084" y="149"/>
                  </a:lnTo>
                  <a:lnTo>
                    <a:pt x="6045" y="138"/>
                  </a:lnTo>
                  <a:lnTo>
                    <a:pt x="6007" y="116"/>
                  </a:lnTo>
                  <a:lnTo>
                    <a:pt x="5969" y="116"/>
                  </a:lnTo>
                  <a:lnTo>
                    <a:pt x="5930" y="94"/>
                  </a:lnTo>
                  <a:lnTo>
                    <a:pt x="5892" y="83"/>
                  </a:lnTo>
                  <a:lnTo>
                    <a:pt x="5853" y="83"/>
                  </a:lnTo>
                  <a:lnTo>
                    <a:pt x="5815" y="72"/>
                  </a:lnTo>
                  <a:lnTo>
                    <a:pt x="5777" y="72"/>
                  </a:lnTo>
                  <a:lnTo>
                    <a:pt x="5726" y="61"/>
                  </a:lnTo>
                  <a:lnTo>
                    <a:pt x="5687" y="51"/>
                  </a:lnTo>
                  <a:lnTo>
                    <a:pt x="5649" y="51"/>
                  </a:lnTo>
                  <a:lnTo>
                    <a:pt x="5610" y="51"/>
                  </a:lnTo>
                  <a:lnTo>
                    <a:pt x="5572" y="51"/>
                  </a:lnTo>
                  <a:lnTo>
                    <a:pt x="5534" y="51"/>
                  </a:lnTo>
                  <a:lnTo>
                    <a:pt x="5495" y="61"/>
                  </a:lnTo>
                  <a:lnTo>
                    <a:pt x="5457" y="83"/>
                  </a:lnTo>
                  <a:lnTo>
                    <a:pt x="5419" y="116"/>
                  </a:lnTo>
                  <a:lnTo>
                    <a:pt x="5380" y="138"/>
                  </a:lnTo>
                  <a:lnTo>
                    <a:pt x="5342" y="160"/>
                  </a:lnTo>
                  <a:lnTo>
                    <a:pt x="5304" y="183"/>
                  </a:lnTo>
                  <a:lnTo>
                    <a:pt x="5265" y="194"/>
                  </a:lnTo>
                  <a:lnTo>
                    <a:pt x="5227" y="194"/>
                  </a:lnTo>
                  <a:lnTo>
                    <a:pt x="5188" y="194"/>
                  </a:lnTo>
                  <a:lnTo>
                    <a:pt x="5150" y="205"/>
                  </a:lnTo>
                  <a:lnTo>
                    <a:pt x="5099" y="205"/>
                  </a:lnTo>
                  <a:lnTo>
                    <a:pt x="5061" y="216"/>
                  </a:lnTo>
                  <a:lnTo>
                    <a:pt x="5009" y="226"/>
                  </a:lnTo>
                  <a:lnTo>
                    <a:pt x="4971" y="237"/>
                  </a:lnTo>
                  <a:lnTo>
                    <a:pt x="4933" y="237"/>
                  </a:lnTo>
                  <a:lnTo>
                    <a:pt x="4894" y="248"/>
                  </a:lnTo>
                  <a:lnTo>
                    <a:pt x="4856" y="248"/>
                  </a:lnTo>
                  <a:lnTo>
                    <a:pt x="4818" y="248"/>
                  </a:lnTo>
                  <a:lnTo>
                    <a:pt x="4779" y="248"/>
                  </a:lnTo>
                  <a:lnTo>
                    <a:pt x="4741" y="248"/>
                  </a:lnTo>
                  <a:lnTo>
                    <a:pt x="4701" y="237"/>
                  </a:lnTo>
                  <a:lnTo>
                    <a:pt x="4676" y="205"/>
                  </a:lnTo>
                  <a:lnTo>
                    <a:pt x="4625" y="171"/>
                  </a:lnTo>
                  <a:lnTo>
                    <a:pt x="4586" y="160"/>
                  </a:lnTo>
                  <a:lnTo>
                    <a:pt x="4535" y="138"/>
                  </a:lnTo>
                  <a:lnTo>
                    <a:pt x="4497" y="116"/>
                  </a:lnTo>
                  <a:lnTo>
                    <a:pt x="4446" y="116"/>
                  </a:lnTo>
                  <a:lnTo>
                    <a:pt x="4407" y="105"/>
                  </a:lnTo>
                  <a:lnTo>
                    <a:pt x="4369" y="83"/>
                  </a:lnTo>
                  <a:lnTo>
                    <a:pt x="4331" y="83"/>
                  </a:lnTo>
                  <a:lnTo>
                    <a:pt x="4292" y="72"/>
                  </a:lnTo>
                  <a:lnTo>
                    <a:pt x="4241" y="94"/>
                  </a:lnTo>
                  <a:lnTo>
                    <a:pt x="4203" y="116"/>
                  </a:lnTo>
                  <a:lnTo>
                    <a:pt x="4164" y="138"/>
                  </a:lnTo>
                  <a:lnTo>
                    <a:pt x="4126" y="149"/>
                  </a:lnTo>
                  <a:lnTo>
                    <a:pt x="4088" y="160"/>
                  </a:lnTo>
                  <a:lnTo>
                    <a:pt x="4036" y="183"/>
                  </a:lnTo>
                  <a:lnTo>
                    <a:pt x="3998" y="194"/>
                  </a:lnTo>
                  <a:lnTo>
                    <a:pt x="3960" y="216"/>
                  </a:lnTo>
                  <a:lnTo>
                    <a:pt x="3921" y="216"/>
                  </a:lnTo>
                  <a:lnTo>
                    <a:pt x="3883" y="216"/>
                  </a:lnTo>
                  <a:lnTo>
                    <a:pt x="3832" y="205"/>
                  </a:lnTo>
                  <a:lnTo>
                    <a:pt x="3806" y="171"/>
                  </a:lnTo>
                  <a:lnTo>
                    <a:pt x="3768" y="149"/>
                  </a:lnTo>
                  <a:lnTo>
                    <a:pt x="3730" y="127"/>
                  </a:lnTo>
                  <a:lnTo>
                    <a:pt x="3691" y="94"/>
                  </a:lnTo>
                  <a:lnTo>
                    <a:pt x="3653" y="72"/>
                  </a:lnTo>
                  <a:lnTo>
                    <a:pt x="3614" y="51"/>
                  </a:lnTo>
                  <a:lnTo>
                    <a:pt x="3576" y="40"/>
                  </a:lnTo>
                  <a:lnTo>
                    <a:pt x="3538" y="40"/>
                  </a:lnTo>
                  <a:lnTo>
                    <a:pt x="3499" y="40"/>
                  </a:lnTo>
                  <a:lnTo>
                    <a:pt x="3461" y="51"/>
                  </a:lnTo>
                  <a:lnTo>
                    <a:pt x="3423" y="51"/>
                  </a:lnTo>
                  <a:lnTo>
                    <a:pt x="3384" y="51"/>
                  </a:lnTo>
                  <a:lnTo>
                    <a:pt x="3346" y="51"/>
                  </a:lnTo>
                  <a:lnTo>
                    <a:pt x="3307" y="51"/>
                  </a:lnTo>
                  <a:lnTo>
                    <a:pt x="3269" y="61"/>
                  </a:lnTo>
                  <a:lnTo>
                    <a:pt x="3231" y="61"/>
                  </a:lnTo>
                  <a:lnTo>
                    <a:pt x="3192" y="61"/>
                  </a:lnTo>
                  <a:lnTo>
                    <a:pt x="3154" y="61"/>
                  </a:lnTo>
                  <a:lnTo>
                    <a:pt x="3116" y="72"/>
                  </a:lnTo>
                  <a:lnTo>
                    <a:pt x="3077" y="72"/>
                  </a:lnTo>
                  <a:lnTo>
                    <a:pt x="3039" y="72"/>
                  </a:lnTo>
                  <a:lnTo>
                    <a:pt x="3001" y="72"/>
                  </a:lnTo>
                  <a:lnTo>
                    <a:pt x="2962" y="72"/>
                  </a:lnTo>
                  <a:lnTo>
                    <a:pt x="2924" y="72"/>
                  </a:lnTo>
                  <a:lnTo>
                    <a:pt x="2885" y="83"/>
                  </a:lnTo>
                  <a:lnTo>
                    <a:pt x="2847" y="105"/>
                  </a:lnTo>
                  <a:lnTo>
                    <a:pt x="2809" y="116"/>
                  </a:lnTo>
                  <a:lnTo>
                    <a:pt x="2770" y="138"/>
                  </a:lnTo>
                  <a:lnTo>
                    <a:pt x="2732" y="149"/>
                  </a:lnTo>
                  <a:lnTo>
                    <a:pt x="2694" y="183"/>
                  </a:lnTo>
                  <a:lnTo>
                    <a:pt x="2655" y="194"/>
                  </a:lnTo>
                  <a:lnTo>
                    <a:pt x="2617" y="205"/>
                  </a:lnTo>
                  <a:lnTo>
                    <a:pt x="2566" y="216"/>
                  </a:lnTo>
                  <a:lnTo>
                    <a:pt x="2527" y="226"/>
                  </a:lnTo>
                  <a:lnTo>
                    <a:pt x="2489" y="237"/>
                  </a:lnTo>
                  <a:lnTo>
                    <a:pt x="2451" y="237"/>
                  </a:lnTo>
                  <a:lnTo>
                    <a:pt x="2412" y="237"/>
                  </a:lnTo>
                  <a:lnTo>
                    <a:pt x="2374" y="216"/>
                  </a:lnTo>
                  <a:lnTo>
                    <a:pt x="2336" y="194"/>
                  </a:lnTo>
                  <a:lnTo>
                    <a:pt x="2297" y="183"/>
                  </a:lnTo>
                  <a:lnTo>
                    <a:pt x="2259" y="160"/>
                  </a:lnTo>
                  <a:lnTo>
                    <a:pt x="2208" y="160"/>
                  </a:lnTo>
                  <a:lnTo>
                    <a:pt x="2157" y="149"/>
                  </a:lnTo>
                  <a:lnTo>
                    <a:pt x="2144" y="116"/>
                  </a:lnTo>
                  <a:lnTo>
                    <a:pt x="2105" y="105"/>
                  </a:lnTo>
                  <a:lnTo>
                    <a:pt x="2067" y="105"/>
                  </a:lnTo>
                  <a:lnTo>
                    <a:pt x="2016" y="105"/>
                  </a:lnTo>
                  <a:lnTo>
                    <a:pt x="1977" y="105"/>
                  </a:lnTo>
                  <a:lnTo>
                    <a:pt x="1939" y="105"/>
                  </a:lnTo>
                  <a:lnTo>
                    <a:pt x="1939" y="138"/>
                  </a:lnTo>
                  <a:lnTo>
                    <a:pt x="1939" y="171"/>
                  </a:lnTo>
                  <a:lnTo>
                    <a:pt x="1977" y="194"/>
                  </a:lnTo>
                  <a:lnTo>
                    <a:pt x="2003" y="226"/>
                  </a:lnTo>
                  <a:lnTo>
                    <a:pt x="2041" y="259"/>
                  </a:lnTo>
                  <a:lnTo>
                    <a:pt x="2067" y="292"/>
                  </a:lnTo>
                  <a:lnTo>
                    <a:pt x="2093" y="325"/>
                  </a:lnTo>
                  <a:lnTo>
                    <a:pt x="2118" y="358"/>
                  </a:lnTo>
                  <a:lnTo>
                    <a:pt x="2080" y="336"/>
                  </a:lnTo>
                  <a:lnTo>
                    <a:pt x="2041" y="303"/>
                  </a:lnTo>
                  <a:lnTo>
                    <a:pt x="2003" y="281"/>
                  </a:lnTo>
                  <a:lnTo>
                    <a:pt x="1965" y="259"/>
                  </a:lnTo>
                  <a:lnTo>
                    <a:pt x="1926" y="237"/>
                  </a:lnTo>
                  <a:lnTo>
                    <a:pt x="1888" y="205"/>
                  </a:lnTo>
                  <a:lnTo>
                    <a:pt x="1850" y="171"/>
                  </a:lnTo>
                  <a:lnTo>
                    <a:pt x="1811" y="149"/>
                  </a:lnTo>
                  <a:lnTo>
                    <a:pt x="1773" y="138"/>
                  </a:lnTo>
                  <a:lnTo>
                    <a:pt x="1722" y="127"/>
                  </a:lnTo>
                  <a:lnTo>
                    <a:pt x="1683" y="127"/>
                  </a:lnTo>
                  <a:lnTo>
                    <a:pt x="1645" y="127"/>
                  </a:lnTo>
                  <a:lnTo>
                    <a:pt x="1607" y="127"/>
                  </a:lnTo>
                  <a:lnTo>
                    <a:pt x="1568" y="116"/>
                  </a:lnTo>
                  <a:lnTo>
                    <a:pt x="1530" y="116"/>
                  </a:lnTo>
                  <a:lnTo>
                    <a:pt x="1492" y="116"/>
                  </a:lnTo>
                  <a:lnTo>
                    <a:pt x="1453" y="116"/>
                  </a:lnTo>
                  <a:lnTo>
                    <a:pt x="1402" y="116"/>
                  </a:lnTo>
                  <a:lnTo>
                    <a:pt x="1364" y="116"/>
                  </a:lnTo>
                  <a:lnTo>
                    <a:pt x="1325" y="127"/>
                  </a:lnTo>
                  <a:lnTo>
                    <a:pt x="1287" y="127"/>
                  </a:lnTo>
                  <a:lnTo>
                    <a:pt x="1236" y="127"/>
                  </a:lnTo>
                  <a:lnTo>
                    <a:pt x="1185" y="127"/>
                  </a:lnTo>
                  <a:lnTo>
                    <a:pt x="1146" y="127"/>
                  </a:lnTo>
                  <a:lnTo>
                    <a:pt x="1108" y="127"/>
                  </a:lnTo>
                  <a:lnTo>
                    <a:pt x="1069" y="149"/>
                  </a:lnTo>
                  <a:lnTo>
                    <a:pt x="1031" y="160"/>
                  </a:lnTo>
                  <a:lnTo>
                    <a:pt x="1018" y="194"/>
                  </a:lnTo>
                  <a:lnTo>
                    <a:pt x="1018" y="226"/>
                  </a:lnTo>
                  <a:lnTo>
                    <a:pt x="980" y="259"/>
                  </a:lnTo>
                  <a:lnTo>
                    <a:pt x="942" y="270"/>
                  </a:lnTo>
                  <a:lnTo>
                    <a:pt x="903" y="270"/>
                  </a:lnTo>
                  <a:lnTo>
                    <a:pt x="865" y="270"/>
                  </a:lnTo>
                  <a:lnTo>
                    <a:pt x="826" y="270"/>
                  </a:lnTo>
                  <a:lnTo>
                    <a:pt x="788" y="281"/>
                  </a:lnTo>
                  <a:lnTo>
                    <a:pt x="750" y="292"/>
                  </a:lnTo>
                  <a:lnTo>
                    <a:pt x="699" y="292"/>
                  </a:lnTo>
                  <a:lnTo>
                    <a:pt x="660" y="292"/>
                  </a:lnTo>
                  <a:lnTo>
                    <a:pt x="622" y="292"/>
                  </a:lnTo>
                  <a:lnTo>
                    <a:pt x="584" y="281"/>
                  </a:lnTo>
                  <a:lnTo>
                    <a:pt x="558" y="248"/>
                  </a:lnTo>
                  <a:lnTo>
                    <a:pt x="520" y="237"/>
                  </a:lnTo>
                  <a:lnTo>
                    <a:pt x="481" y="216"/>
                  </a:lnTo>
                  <a:lnTo>
                    <a:pt x="443" y="205"/>
                  </a:lnTo>
                  <a:lnTo>
                    <a:pt x="404" y="194"/>
                  </a:lnTo>
                  <a:lnTo>
                    <a:pt x="366" y="194"/>
                  </a:lnTo>
                  <a:lnTo>
                    <a:pt x="328" y="183"/>
                  </a:lnTo>
                  <a:lnTo>
                    <a:pt x="289" y="160"/>
                  </a:lnTo>
                  <a:lnTo>
                    <a:pt x="251" y="149"/>
                  </a:lnTo>
                  <a:lnTo>
                    <a:pt x="213" y="127"/>
                  </a:lnTo>
                  <a:lnTo>
                    <a:pt x="174" y="116"/>
                  </a:lnTo>
                  <a:lnTo>
                    <a:pt x="136" y="105"/>
                  </a:lnTo>
                  <a:lnTo>
                    <a:pt x="98" y="83"/>
                  </a:lnTo>
                  <a:lnTo>
                    <a:pt x="59" y="72"/>
                  </a:lnTo>
                  <a:lnTo>
                    <a:pt x="8" y="18"/>
                  </a:lnTo>
                  <a:lnTo>
                    <a:pt x="8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21"/>
                  </a:lnTo>
                  <a:lnTo>
                    <a:pt x="8" y="7"/>
                  </a:lnTo>
                  <a:lnTo>
                    <a:pt x="9473" y="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689040" y="3584520"/>
              <a:ext cx="3426120" cy="187560"/>
            </a:xfrm>
            <a:custGeom>
              <a:avLst/>
              <a:gdLst/>
              <a:ahLst/>
              <a:rect l="0" t="0" r="r" b="b"/>
              <a:pathLst>
                <a:path w="9517" h="521">
                  <a:moveTo>
                    <a:pt x="0" y="502"/>
                  </a:moveTo>
                  <a:lnTo>
                    <a:pt x="4" y="463"/>
                  </a:lnTo>
                  <a:lnTo>
                    <a:pt x="0" y="521"/>
                  </a:lnTo>
                  <a:lnTo>
                    <a:pt x="106" y="309"/>
                  </a:lnTo>
                  <a:lnTo>
                    <a:pt x="158" y="309"/>
                  </a:lnTo>
                  <a:lnTo>
                    <a:pt x="209" y="360"/>
                  </a:lnTo>
                  <a:lnTo>
                    <a:pt x="278" y="309"/>
                  </a:lnTo>
                  <a:lnTo>
                    <a:pt x="346" y="231"/>
                  </a:lnTo>
                  <a:lnTo>
                    <a:pt x="397" y="205"/>
                  </a:lnTo>
                  <a:lnTo>
                    <a:pt x="449" y="205"/>
                  </a:lnTo>
                  <a:lnTo>
                    <a:pt x="500" y="179"/>
                  </a:lnTo>
                  <a:lnTo>
                    <a:pt x="551" y="154"/>
                  </a:lnTo>
                  <a:lnTo>
                    <a:pt x="603" y="154"/>
                  </a:lnTo>
                  <a:lnTo>
                    <a:pt x="654" y="179"/>
                  </a:lnTo>
                  <a:lnTo>
                    <a:pt x="705" y="179"/>
                  </a:lnTo>
                  <a:lnTo>
                    <a:pt x="757" y="205"/>
                  </a:lnTo>
                  <a:lnTo>
                    <a:pt x="808" y="256"/>
                  </a:lnTo>
                  <a:lnTo>
                    <a:pt x="859" y="283"/>
                  </a:lnTo>
                  <a:lnTo>
                    <a:pt x="910" y="309"/>
                  </a:lnTo>
                  <a:lnTo>
                    <a:pt x="962" y="335"/>
                  </a:lnTo>
                  <a:lnTo>
                    <a:pt x="1013" y="360"/>
                  </a:lnTo>
                  <a:lnTo>
                    <a:pt x="1082" y="335"/>
                  </a:lnTo>
                  <a:lnTo>
                    <a:pt x="1150" y="283"/>
                  </a:lnTo>
                  <a:lnTo>
                    <a:pt x="1184" y="205"/>
                  </a:lnTo>
                  <a:lnTo>
                    <a:pt x="1236" y="205"/>
                  </a:lnTo>
                  <a:lnTo>
                    <a:pt x="1287" y="179"/>
                  </a:lnTo>
                  <a:lnTo>
                    <a:pt x="1338" y="154"/>
                  </a:lnTo>
                  <a:lnTo>
                    <a:pt x="1390" y="128"/>
                  </a:lnTo>
                  <a:lnTo>
                    <a:pt x="1441" y="205"/>
                  </a:lnTo>
                  <a:lnTo>
                    <a:pt x="1492" y="256"/>
                  </a:lnTo>
                  <a:lnTo>
                    <a:pt x="1543" y="335"/>
                  </a:lnTo>
                  <a:lnTo>
                    <a:pt x="1595" y="386"/>
                  </a:lnTo>
                  <a:lnTo>
                    <a:pt x="1646" y="386"/>
                  </a:lnTo>
                  <a:lnTo>
                    <a:pt x="1697" y="335"/>
                  </a:lnTo>
                  <a:lnTo>
                    <a:pt x="1749" y="309"/>
                  </a:lnTo>
                  <a:lnTo>
                    <a:pt x="1800" y="256"/>
                  </a:lnTo>
                  <a:lnTo>
                    <a:pt x="1851" y="231"/>
                  </a:lnTo>
                  <a:lnTo>
                    <a:pt x="1903" y="205"/>
                  </a:lnTo>
                  <a:lnTo>
                    <a:pt x="1971" y="179"/>
                  </a:lnTo>
                  <a:lnTo>
                    <a:pt x="2022" y="179"/>
                  </a:lnTo>
                  <a:lnTo>
                    <a:pt x="2074" y="154"/>
                  </a:lnTo>
                  <a:lnTo>
                    <a:pt x="2125" y="154"/>
                  </a:lnTo>
                  <a:lnTo>
                    <a:pt x="2176" y="154"/>
                  </a:lnTo>
                  <a:lnTo>
                    <a:pt x="2228" y="128"/>
                  </a:lnTo>
                  <a:lnTo>
                    <a:pt x="2296" y="102"/>
                  </a:lnTo>
                  <a:lnTo>
                    <a:pt x="2365" y="102"/>
                  </a:lnTo>
                  <a:lnTo>
                    <a:pt x="2433" y="77"/>
                  </a:lnTo>
                  <a:lnTo>
                    <a:pt x="2484" y="154"/>
                  </a:lnTo>
                  <a:lnTo>
                    <a:pt x="2519" y="231"/>
                  </a:lnTo>
                  <a:lnTo>
                    <a:pt x="2553" y="309"/>
                  </a:lnTo>
                  <a:lnTo>
                    <a:pt x="2621" y="335"/>
                  </a:lnTo>
                  <a:lnTo>
                    <a:pt x="2673" y="309"/>
                  </a:lnTo>
                  <a:lnTo>
                    <a:pt x="2741" y="283"/>
                  </a:lnTo>
                  <a:lnTo>
                    <a:pt x="2792" y="256"/>
                  </a:lnTo>
                  <a:lnTo>
                    <a:pt x="2861" y="231"/>
                  </a:lnTo>
                  <a:lnTo>
                    <a:pt x="2929" y="231"/>
                  </a:lnTo>
                  <a:lnTo>
                    <a:pt x="2981" y="205"/>
                  </a:lnTo>
                  <a:lnTo>
                    <a:pt x="3032" y="179"/>
                  </a:lnTo>
                  <a:lnTo>
                    <a:pt x="3100" y="154"/>
                  </a:lnTo>
                  <a:lnTo>
                    <a:pt x="3152" y="128"/>
                  </a:lnTo>
                  <a:lnTo>
                    <a:pt x="3203" y="102"/>
                  </a:lnTo>
                  <a:lnTo>
                    <a:pt x="3254" y="77"/>
                  </a:lnTo>
                  <a:lnTo>
                    <a:pt x="3306" y="128"/>
                  </a:lnTo>
                  <a:lnTo>
                    <a:pt x="3357" y="179"/>
                  </a:lnTo>
                  <a:lnTo>
                    <a:pt x="3408" y="231"/>
                  </a:lnTo>
                  <a:lnTo>
                    <a:pt x="3460" y="283"/>
                  </a:lnTo>
                  <a:lnTo>
                    <a:pt x="3511" y="335"/>
                  </a:lnTo>
                  <a:lnTo>
                    <a:pt x="3562" y="335"/>
                  </a:lnTo>
                  <a:lnTo>
                    <a:pt x="3614" y="335"/>
                  </a:lnTo>
                  <a:lnTo>
                    <a:pt x="3665" y="309"/>
                  </a:lnTo>
                  <a:lnTo>
                    <a:pt x="3716" y="283"/>
                  </a:lnTo>
                  <a:lnTo>
                    <a:pt x="3767" y="283"/>
                  </a:lnTo>
                  <a:lnTo>
                    <a:pt x="3819" y="256"/>
                  </a:lnTo>
                  <a:lnTo>
                    <a:pt x="3887" y="256"/>
                  </a:lnTo>
                  <a:lnTo>
                    <a:pt x="3939" y="231"/>
                  </a:lnTo>
                  <a:lnTo>
                    <a:pt x="3990" y="231"/>
                  </a:lnTo>
                  <a:lnTo>
                    <a:pt x="4041" y="231"/>
                  </a:lnTo>
                  <a:lnTo>
                    <a:pt x="4093" y="231"/>
                  </a:lnTo>
                  <a:lnTo>
                    <a:pt x="4144" y="231"/>
                  </a:lnTo>
                  <a:lnTo>
                    <a:pt x="4195" y="231"/>
                  </a:lnTo>
                  <a:lnTo>
                    <a:pt x="4264" y="205"/>
                  </a:lnTo>
                  <a:lnTo>
                    <a:pt x="4315" y="179"/>
                  </a:lnTo>
                  <a:lnTo>
                    <a:pt x="4366" y="128"/>
                  </a:lnTo>
                  <a:lnTo>
                    <a:pt x="4418" y="102"/>
                  </a:lnTo>
                  <a:lnTo>
                    <a:pt x="4469" y="77"/>
                  </a:lnTo>
                  <a:lnTo>
                    <a:pt x="4537" y="51"/>
                  </a:lnTo>
                  <a:lnTo>
                    <a:pt x="4606" y="102"/>
                  </a:lnTo>
                  <a:lnTo>
                    <a:pt x="4657" y="179"/>
                  </a:lnTo>
                  <a:lnTo>
                    <a:pt x="4708" y="231"/>
                  </a:lnTo>
                  <a:lnTo>
                    <a:pt x="4761" y="256"/>
                  </a:lnTo>
                  <a:lnTo>
                    <a:pt x="4812" y="309"/>
                  </a:lnTo>
                  <a:lnTo>
                    <a:pt x="4863" y="309"/>
                  </a:lnTo>
                  <a:lnTo>
                    <a:pt x="4915" y="309"/>
                  </a:lnTo>
                  <a:lnTo>
                    <a:pt x="4983" y="283"/>
                  </a:lnTo>
                  <a:lnTo>
                    <a:pt x="5034" y="256"/>
                  </a:lnTo>
                  <a:lnTo>
                    <a:pt x="5086" y="205"/>
                  </a:lnTo>
                  <a:lnTo>
                    <a:pt x="5154" y="154"/>
                  </a:lnTo>
                  <a:lnTo>
                    <a:pt x="5206" y="128"/>
                  </a:lnTo>
                  <a:lnTo>
                    <a:pt x="5274" y="77"/>
                  </a:lnTo>
                  <a:lnTo>
                    <a:pt x="5325" y="77"/>
                  </a:lnTo>
                  <a:lnTo>
                    <a:pt x="5377" y="77"/>
                  </a:lnTo>
                  <a:lnTo>
                    <a:pt x="5445" y="51"/>
                  </a:lnTo>
                  <a:lnTo>
                    <a:pt x="5496" y="25"/>
                  </a:lnTo>
                  <a:lnTo>
                    <a:pt x="5548" y="25"/>
                  </a:lnTo>
                  <a:lnTo>
                    <a:pt x="5582" y="102"/>
                  </a:lnTo>
                  <a:lnTo>
                    <a:pt x="5633" y="154"/>
                  </a:lnTo>
                  <a:lnTo>
                    <a:pt x="5685" y="205"/>
                  </a:lnTo>
                  <a:lnTo>
                    <a:pt x="5736" y="283"/>
                  </a:lnTo>
                  <a:lnTo>
                    <a:pt x="5787" y="335"/>
                  </a:lnTo>
                  <a:lnTo>
                    <a:pt x="5839" y="360"/>
                  </a:lnTo>
                  <a:lnTo>
                    <a:pt x="5890" y="360"/>
                  </a:lnTo>
                  <a:lnTo>
                    <a:pt x="5941" y="309"/>
                  </a:lnTo>
                  <a:lnTo>
                    <a:pt x="5992" y="256"/>
                  </a:lnTo>
                  <a:lnTo>
                    <a:pt x="6044" y="205"/>
                  </a:lnTo>
                  <a:lnTo>
                    <a:pt x="6095" y="179"/>
                  </a:lnTo>
                  <a:lnTo>
                    <a:pt x="6146" y="154"/>
                  </a:lnTo>
                  <a:lnTo>
                    <a:pt x="6215" y="128"/>
                  </a:lnTo>
                  <a:lnTo>
                    <a:pt x="6266" y="128"/>
                  </a:lnTo>
                  <a:lnTo>
                    <a:pt x="6318" y="128"/>
                  </a:lnTo>
                  <a:lnTo>
                    <a:pt x="6369" y="102"/>
                  </a:lnTo>
                  <a:lnTo>
                    <a:pt x="6420" y="102"/>
                  </a:lnTo>
                  <a:lnTo>
                    <a:pt x="6472" y="51"/>
                  </a:lnTo>
                  <a:lnTo>
                    <a:pt x="6540" y="77"/>
                  </a:lnTo>
                  <a:lnTo>
                    <a:pt x="6625" y="154"/>
                  </a:lnTo>
                  <a:lnTo>
                    <a:pt x="6677" y="179"/>
                  </a:lnTo>
                  <a:lnTo>
                    <a:pt x="6745" y="256"/>
                  </a:lnTo>
                  <a:lnTo>
                    <a:pt x="6797" y="283"/>
                  </a:lnTo>
                  <a:lnTo>
                    <a:pt x="6848" y="335"/>
                  </a:lnTo>
                  <a:lnTo>
                    <a:pt x="6899" y="386"/>
                  </a:lnTo>
                  <a:lnTo>
                    <a:pt x="6951" y="386"/>
                  </a:lnTo>
                  <a:lnTo>
                    <a:pt x="7002" y="360"/>
                  </a:lnTo>
                  <a:lnTo>
                    <a:pt x="7070" y="309"/>
                  </a:lnTo>
                  <a:lnTo>
                    <a:pt x="7122" y="231"/>
                  </a:lnTo>
                  <a:lnTo>
                    <a:pt x="7173" y="205"/>
                  </a:lnTo>
                  <a:lnTo>
                    <a:pt x="7224" y="179"/>
                  </a:lnTo>
                  <a:lnTo>
                    <a:pt x="7276" y="154"/>
                  </a:lnTo>
                  <a:lnTo>
                    <a:pt x="7344" y="128"/>
                  </a:lnTo>
                  <a:lnTo>
                    <a:pt x="7395" y="102"/>
                  </a:lnTo>
                  <a:lnTo>
                    <a:pt x="7447" y="77"/>
                  </a:lnTo>
                  <a:lnTo>
                    <a:pt x="7498" y="51"/>
                  </a:lnTo>
                  <a:lnTo>
                    <a:pt x="7549" y="51"/>
                  </a:lnTo>
                  <a:lnTo>
                    <a:pt x="7601" y="77"/>
                  </a:lnTo>
                  <a:lnTo>
                    <a:pt x="7686" y="128"/>
                  </a:lnTo>
                  <a:lnTo>
                    <a:pt x="7737" y="179"/>
                  </a:lnTo>
                  <a:lnTo>
                    <a:pt x="7789" y="205"/>
                  </a:lnTo>
                  <a:lnTo>
                    <a:pt x="7840" y="231"/>
                  </a:lnTo>
                  <a:lnTo>
                    <a:pt x="7891" y="256"/>
                  </a:lnTo>
                  <a:lnTo>
                    <a:pt x="7943" y="256"/>
                  </a:lnTo>
                  <a:lnTo>
                    <a:pt x="7994" y="205"/>
                  </a:lnTo>
                  <a:lnTo>
                    <a:pt x="8045" y="179"/>
                  </a:lnTo>
                  <a:lnTo>
                    <a:pt x="8097" y="128"/>
                  </a:lnTo>
                  <a:lnTo>
                    <a:pt x="8148" y="77"/>
                  </a:lnTo>
                  <a:lnTo>
                    <a:pt x="8199" y="51"/>
                  </a:lnTo>
                  <a:lnTo>
                    <a:pt x="8268" y="25"/>
                  </a:lnTo>
                  <a:lnTo>
                    <a:pt x="8319" y="0"/>
                  </a:lnTo>
                  <a:lnTo>
                    <a:pt x="8370" y="0"/>
                  </a:lnTo>
                  <a:lnTo>
                    <a:pt x="8439" y="0"/>
                  </a:lnTo>
                  <a:lnTo>
                    <a:pt x="8490" y="25"/>
                  </a:lnTo>
                  <a:lnTo>
                    <a:pt x="8559" y="51"/>
                  </a:lnTo>
                  <a:lnTo>
                    <a:pt x="8610" y="77"/>
                  </a:lnTo>
                  <a:lnTo>
                    <a:pt x="8661" y="128"/>
                  </a:lnTo>
                  <a:lnTo>
                    <a:pt x="8713" y="154"/>
                  </a:lnTo>
                  <a:lnTo>
                    <a:pt x="8781" y="179"/>
                  </a:lnTo>
                  <a:lnTo>
                    <a:pt x="8832" y="231"/>
                  </a:lnTo>
                  <a:lnTo>
                    <a:pt x="8884" y="231"/>
                  </a:lnTo>
                  <a:lnTo>
                    <a:pt x="8918" y="154"/>
                  </a:lnTo>
                  <a:lnTo>
                    <a:pt x="8969" y="102"/>
                  </a:lnTo>
                  <a:lnTo>
                    <a:pt x="9021" y="102"/>
                  </a:lnTo>
                  <a:lnTo>
                    <a:pt x="9072" y="128"/>
                  </a:lnTo>
                  <a:lnTo>
                    <a:pt x="9140" y="179"/>
                  </a:lnTo>
                  <a:lnTo>
                    <a:pt x="9192" y="231"/>
                  </a:lnTo>
                  <a:lnTo>
                    <a:pt x="9243" y="256"/>
                  </a:lnTo>
                  <a:lnTo>
                    <a:pt x="9277" y="335"/>
                  </a:lnTo>
                  <a:lnTo>
                    <a:pt x="9328" y="360"/>
                  </a:lnTo>
                  <a:lnTo>
                    <a:pt x="9380" y="386"/>
                  </a:lnTo>
                  <a:lnTo>
                    <a:pt x="9431" y="437"/>
                  </a:lnTo>
                  <a:lnTo>
                    <a:pt x="9482" y="437"/>
                  </a:lnTo>
                  <a:lnTo>
                    <a:pt x="9517" y="489"/>
                  </a:lnTo>
                  <a:lnTo>
                    <a:pt x="9495" y="476"/>
                  </a:lnTo>
                  <a:lnTo>
                    <a:pt x="0" y="502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"/>
          <p:cNvSpPr txBox="1"/>
          <p:nvPr/>
        </p:nvSpPr>
        <p:spPr>
          <a:xfrm>
            <a:off x="39600" y="114480"/>
            <a:ext cx="741240" cy="3808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 </a:t>
            </a:r>
            <a:br>
              <a:rPr sz="800"/>
            </a:b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Buffer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9320" y="795240"/>
            <a:ext cx="782640" cy="6890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 occurrences in the students file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63600" y="2359080"/>
            <a:ext cx="646200" cy="6890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About to execute the READ statement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638360" y="749160"/>
            <a:ext cx="23335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Surname             Init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YOB     MOB DOB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2479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4765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"/>
          <p:cNvGrpSpPr/>
          <p:nvPr/>
        </p:nvGrpSpPr>
        <p:grpSpPr>
          <a:xfrm>
            <a:off x="685800" y="960480"/>
            <a:ext cx="3486240" cy="1619640"/>
            <a:chOff x="685800" y="960480"/>
            <a:chExt cx="3486240" cy="1619640"/>
          </a:xfrm>
        </p:grpSpPr>
        <p:sp>
          <p:nvSpPr>
            <p:cNvPr id="30" name=""/>
            <p:cNvSpPr txBox="1"/>
            <p:nvPr/>
          </p:nvSpPr>
          <p:spPr>
            <a:xfrm>
              <a:off x="685800" y="1266840"/>
              <a:ext cx="3486240" cy="13132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9834567Curtain FB19801009LM51M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9583715Healy   TC19760304LM68F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9734567Downes  BC19791205LM51M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9963413O’Brien MS19811221LM21F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^Z (eof)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 txBox="1"/>
            <p:nvPr/>
          </p:nvSpPr>
          <p:spPr>
            <a:xfrm>
              <a:off x="1622520" y="960480"/>
              <a:ext cx="143676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Arial"/>
                  <a:ea typeface="Arial"/>
                </a:rPr>
                <a:t>Students.Dat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"/>
          <p:cNvSpPr txBox="1"/>
          <p:nvPr/>
        </p:nvSpPr>
        <p:spPr>
          <a:xfrm>
            <a:off x="696960" y="428760"/>
            <a:ext cx="3875040" cy="304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9834567 Curtain FB 19801009 LM51 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89120" y="82440"/>
            <a:ext cx="39466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           StudentName             DateOfBirth         Course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Gender</a:t>
            </a:r>
            <a:r>
              <a:rPr lang="en-US" sz="1000" b="0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63044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7925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74328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2577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50524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2479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4765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"/>
          <p:cNvGrpSpPr/>
          <p:nvPr/>
        </p:nvGrpSpPr>
        <p:grpSpPr>
          <a:xfrm>
            <a:off x="685800" y="2647800"/>
            <a:ext cx="3429360" cy="1124280"/>
            <a:chOff x="685800" y="2647800"/>
            <a:chExt cx="3429360" cy="1124280"/>
          </a:xfrm>
        </p:grpSpPr>
        <p:sp>
          <p:nvSpPr>
            <p:cNvPr id="42" name=""/>
            <p:cNvSpPr txBox="1"/>
            <p:nvPr/>
          </p:nvSpPr>
          <p:spPr>
            <a:xfrm>
              <a:off x="685800" y="2649600"/>
              <a:ext cx="3411360" cy="1092240"/>
            </a:xfrm>
            <a:prstGeom prst="rect">
              <a:avLst/>
            </a:prstGeom>
            <a:solidFill>
              <a:srgbClr val="EEFFEE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PERFORM UNTIL EndOfFile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READ StudentFile</a:t>
              </a:r>
              <a:br>
                <a:rPr sz="18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AT END SET EndOfFile TO TRUE</a:t>
              </a:r>
              <a:br>
                <a:rPr sz="12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END-READ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END-PERFORM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87240" y="2647800"/>
              <a:ext cx="3410280" cy="128880"/>
            </a:xfrm>
            <a:custGeom>
              <a:avLst/>
              <a:gdLst/>
              <a:ahLst/>
              <a:rect l="0" t="0" r="r" b="b"/>
              <a:pathLst>
                <a:path w="9473" h="358">
                  <a:moveTo>
                    <a:pt x="9473" y="7"/>
                  </a:moveTo>
                  <a:lnTo>
                    <a:pt x="9473" y="0"/>
                  </a:lnTo>
                  <a:lnTo>
                    <a:pt x="9473" y="7"/>
                  </a:lnTo>
                  <a:lnTo>
                    <a:pt x="9468" y="18"/>
                  </a:lnTo>
                  <a:lnTo>
                    <a:pt x="9447" y="18"/>
                  </a:lnTo>
                  <a:lnTo>
                    <a:pt x="9370" y="51"/>
                  </a:lnTo>
                  <a:lnTo>
                    <a:pt x="9319" y="83"/>
                  </a:lnTo>
                  <a:lnTo>
                    <a:pt x="9281" y="116"/>
                  </a:lnTo>
                  <a:lnTo>
                    <a:pt x="9242" y="116"/>
                  </a:lnTo>
                  <a:lnTo>
                    <a:pt x="9204" y="127"/>
                  </a:lnTo>
                  <a:lnTo>
                    <a:pt x="9166" y="127"/>
                  </a:lnTo>
                  <a:lnTo>
                    <a:pt x="9127" y="127"/>
                  </a:lnTo>
                  <a:lnTo>
                    <a:pt x="9089" y="127"/>
                  </a:lnTo>
                  <a:lnTo>
                    <a:pt x="9051" y="127"/>
                  </a:lnTo>
                  <a:lnTo>
                    <a:pt x="9012" y="127"/>
                  </a:lnTo>
                  <a:lnTo>
                    <a:pt x="8974" y="149"/>
                  </a:lnTo>
                  <a:lnTo>
                    <a:pt x="8948" y="183"/>
                  </a:lnTo>
                  <a:lnTo>
                    <a:pt x="8923" y="216"/>
                  </a:lnTo>
                  <a:lnTo>
                    <a:pt x="8884" y="226"/>
                  </a:lnTo>
                  <a:lnTo>
                    <a:pt x="8846" y="226"/>
                  </a:lnTo>
                  <a:lnTo>
                    <a:pt x="8808" y="205"/>
                  </a:lnTo>
                  <a:lnTo>
                    <a:pt x="8756" y="183"/>
                  </a:lnTo>
                  <a:lnTo>
                    <a:pt x="8718" y="183"/>
                  </a:lnTo>
                  <a:lnTo>
                    <a:pt x="8680" y="171"/>
                  </a:lnTo>
                  <a:lnTo>
                    <a:pt x="8641" y="149"/>
                  </a:lnTo>
                  <a:lnTo>
                    <a:pt x="8603" y="138"/>
                  </a:lnTo>
                  <a:lnTo>
                    <a:pt x="8552" y="138"/>
                  </a:lnTo>
                  <a:lnTo>
                    <a:pt x="8513" y="127"/>
                  </a:lnTo>
                  <a:lnTo>
                    <a:pt x="8475" y="116"/>
                  </a:lnTo>
                  <a:lnTo>
                    <a:pt x="8437" y="105"/>
                  </a:lnTo>
                  <a:lnTo>
                    <a:pt x="8398" y="105"/>
                  </a:lnTo>
                  <a:lnTo>
                    <a:pt x="8360" y="94"/>
                  </a:lnTo>
                  <a:lnTo>
                    <a:pt x="8322" y="83"/>
                  </a:lnTo>
                  <a:lnTo>
                    <a:pt x="8283" y="72"/>
                  </a:lnTo>
                  <a:lnTo>
                    <a:pt x="8245" y="61"/>
                  </a:lnTo>
                  <a:lnTo>
                    <a:pt x="8232" y="94"/>
                  </a:lnTo>
                  <a:lnTo>
                    <a:pt x="8181" y="105"/>
                  </a:lnTo>
                  <a:lnTo>
                    <a:pt x="8130" y="105"/>
                  </a:lnTo>
                  <a:lnTo>
                    <a:pt x="8091" y="116"/>
                  </a:lnTo>
                  <a:lnTo>
                    <a:pt x="8053" y="138"/>
                  </a:lnTo>
                  <a:lnTo>
                    <a:pt x="8040" y="171"/>
                  </a:lnTo>
                  <a:lnTo>
                    <a:pt x="8002" y="183"/>
                  </a:lnTo>
                  <a:lnTo>
                    <a:pt x="7964" y="183"/>
                  </a:lnTo>
                  <a:lnTo>
                    <a:pt x="7925" y="183"/>
                  </a:lnTo>
                  <a:lnTo>
                    <a:pt x="7887" y="205"/>
                  </a:lnTo>
                  <a:lnTo>
                    <a:pt x="7848" y="216"/>
                  </a:lnTo>
                  <a:lnTo>
                    <a:pt x="7810" y="226"/>
                  </a:lnTo>
                  <a:lnTo>
                    <a:pt x="7772" y="237"/>
                  </a:lnTo>
                  <a:lnTo>
                    <a:pt x="7733" y="259"/>
                  </a:lnTo>
                  <a:lnTo>
                    <a:pt x="7695" y="270"/>
                  </a:lnTo>
                  <a:lnTo>
                    <a:pt x="7657" y="270"/>
                  </a:lnTo>
                  <a:lnTo>
                    <a:pt x="7618" y="259"/>
                  </a:lnTo>
                  <a:lnTo>
                    <a:pt x="7580" y="237"/>
                  </a:lnTo>
                  <a:lnTo>
                    <a:pt x="7529" y="226"/>
                  </a:lnTo>
                  <a:lnTo>
                    <a:pt x="7490" y="216"/>
                  </a:lnTo>
                  <a:lnTo>
                    <a:pt x="7452" y="205"/>
                  </a:lnTo>
                  <a:lnTo>
                    <a:pt x="7414" y="194"/>
                  </a:lnTo>
                  <a:lnTo>
                    <a:pt x="7375" y="194"/>
                  </a:lnTo>
                  <a:lnTo>
                    <a:pt x="7337" y="171"/>
                  </a:lnTo>
                  <a:lnTo>
                    <a:pt x="7299" y="160"/>
                  </a:lnTo>
                  <a:lnTo>
                    <a:pt x="7260" y="160"/>
                  </a:lnTo>
                  <a:lnTo>
                    <a:pt x="7222" y="149"/>
                  </a:lnTo>
                  <a:lnTo>
                    <a:pt x="7183" y="149"/>
                  </a:lnTo>
                  <a:lnTo>
                    <a:pt x="7132" y="138"/>
                  </a:lnTo>
                  <a:lnTo>
                    <a:pt x="7081" y="127"/>
                  </a:lnTo>
                  <a:lnTo>
                    <a:pt x="7043" y="116"/>
                  </a:lnTo>
                  <a:lnTo>
                    <a:pt x="7004" y="105"/>
                  </a:lnTo>
                  <a:lnTo>
                    <a:pt x="6966" y="105"/>
                  </a:lnTo>
                  <a:lnTo>
                    <a:pt x="6928" y="105"/>
                  </a:lnTo>
                  <a:lnTo>
                    <a:pt x="6889" y="105"/>
                  </a:lnTo>
                  <a:lnTo>
                    <a:pt x="6851" y="105"/>
                  </a:lnTo>
                  <a:lnTo>
                    <a:pt x="6813" y="105"/>
                  </a:lnTo>
                  <a:lnTo>
                    <a:pt x="6774" y="105"/>
                  </a:lnTo>
                  <a:lnTo>
                    <a:pt x="6723" y="105"/>
                  </a:lnTo>
                  <a:lnTo>
                    <a:pt x="6685" y="94"/>
                  </a:lnTo>
                  <a:lnTo>
                    <a:pt x="6646" y="72"/>
                  </a:lnTo>
                  <a:lnTo>
                    <a:pt x="6608" y="72"/>
                  </a:lnTo>
                  <a:lnTo>
                    <a:pt x="6570" y="72"/>
                  </a:lnTo>
                  <a:lnTo>
                    <a:pt x="6544" y="105"/>
                  </a:lnTo>
                  <a:lnTo>
                    <a:pt x="6506" y="127"/>
                  </a:lnTo>
                  <a:lnTo>
                    <a:pt x="6467" y="138"/>
                  </a:lnTo>
                  <a:lnTo>
                    <a:pt x="6429" y="171"/>
                  </a:lnTo>
                  <a:lnTo>
                    <a:pt x="6391" y="183"/>
                  </a:lnTo>
                  <a:lnTo>
                    <a:pt x="6352" y="194"/>
                  </a:lnTo>
                  <a:lnTo>
                    <a:pt x="6314" y="205"/>
                  </a:lnTo>
                  <a:lnTo>
                    <a:pt x="6275" y="205"/>
                  </a:lnTo>
                  <a:lnTo>
                    <a:pt x="6237" y="194"/>
                  </a:lnTo>
                  <a:lnTo>
                    <a:pt x="6199" y="171"/>
                  </a:lnTo>
                  <a:lnTo>
                    <a:pt x="6160" y="160"/>
                  </a:lnTo>
                  <a:lnTo>
                    <a:pt x="6122" y="160"/>
                  </a:lnTo>
                  <a:lnTo>
                    <a:pt x="6084" y="149"/>
                  </a:lnTo>
                  <a:lnTo>
                    <a:pt x="6045" y="138"/>
                  </a:lnTo>
                  <a:lnTo>
                    <a:pt x="6007" y="116"/>
                  </a:lnTo>
                  <a:lnTo>
                    <a:pt x="5969" y="116"/>
                  </a:lnTo>
                  <a:lnTo>
                    <a:pt x="5930" y="94"/>
                  </a:lnTo>
                  <a:lnTo>
                    <a:pt x="5892" y="83"/>
                  </a:lnTo>
                  <a:lnTo>
                    <a:pt x="5853" y="83"/>
                  </a:lnTo>
                  <a:lnTo>
                    <a:pt x="5815" y="72"/>
                  </a:lnTo>
                  <a:lnTo>
                    <a:pt x="5777" y="72"/>
                  </a:lnTo>
                  <a:lnTo>
                    <a:pt x="5726" y="61"/>
                  </a:lnTo>
                  <a:lnTo>
                    <a:pt x="5687" y="51"/>
                  </a:lnTo>
                  <a:lnTo>
                    <a:pt x="5649" y="51"/>
                  </a:lnTo>
                  <a:lnTo>
                    <a:pt x="5610" y="51"/>
                  </a:lnTo>
                  <a:lnTo>
                    <a:pt x="5572" y="51"/>
                  </a:lnTo>
                  <a:lnTo>
                    <a:pt x="5534" y="51"/>
                  </a:lnTo>
                  <a:lnTo>
                    <a:pt x="5495" y="61"/>
                  </a:lnTo>
                  <a:lnTo>
                    <a:pt x="5457" y="83"/>
                  </a:lnTo>
                  <a:lnTo>
                    <a:pt x="5419" y="116"/>
                  </a:lnTo>
                  <a:lnTo>
                    <a:pt x="5380" y="138"/>
                  </a:lnTo>
                  <a:lnTo>
                    <a:pt x="5342" y="160"/>
                  </a:lnTo>
                  <a:lnTo>
                    <a:pt x="5304" y="183"/>
                  </a:lnTo>
                  <a:lnTo>
                    <a:pt x="5265" y="194"/>
                  </a:lnTo>
                  <a:lnTo>
                    <a:pt x="5227" y="194"/>
                  </a:lnTo>
                  <a:lnTo>
                    <a:pt x="5188" y="194"/>
                  </a:lnTo>
                  <a:lnTo>
                    <a:pt x="5150" y="205"/>
                  </a:lnTo>
                  <a:lnTo>
                    <a:pt x="5099" y="205"/>
                  </a:lnTo>
                  <a:lnTo>
                    <a:pt x="5061" y="216"/>
                  </a:lnTo>
                  <a:lnTo>
                    <a:pt x="5009" y="226"/>
                  </a:lnTo>
                  <a:lnTo>
                    <a:pt x="4971" y="237"/>
                  </a:lnTo>
                  <a:lnTo>
                    <a:pt x="4933" y="237"/>
                  </a:lnTo>
                  <a:lnTo>
                    <a:pt x="4894" y="248"/>
                  </a:lnTo>
                  <a:lnTo>
                    <a:pt x="4856" y="248"/>
                  </a:lnTo>
                  <a:lnTo>
                    <a:pt x="4818" y="248"/>
                  </a:lnTo>
                  <a:lnTo>
                    <a:pt x="4779" y="248"/>
                  </a:lnTo>
                  <a:lnTo>
                    <a:pt x="4741" y="248"/>
                  </a:lnTo>
                  <a:lnTo>
                    <a:pt x="4701" y="237"/>
                  </a:lnTo>
                  <a:lnTo>
                    <a:pt x="4676" y="205"/>
                  </a:lnTo>
                  <a:lnTo>
                    <a:pt x="4625" y="171"/>
                  </a:lnTo>
                  <a:lnTo>
                    <a:pt x="4586" y="160"/>
                  </a:lnTo>
                  <a:lnTo>
                    <a:pt x="4535" y="138"/>
                  </a:lnTo>
                  <a:lnTo>
                    <a:pt x="4497" y="116"/>
                  </a:lnTo>
                  <a:lnTo>
                    <a:pt x="4446" y="116"/>
                  </a:lnTo>
                  <a:lnTo>
                    <a:pt x="4407" y="105"/>
                  </a:lnTo>
                  <a:lnTo>
                    <a:pt x="4369" y="83"/>
                  </a:lnTo>
                  <a:lnTo>
                    <a:pt x="4331" y="83"/>
                  </a:lnTo>
                  <a:lnTo>
                    <a:pt x="4292" y="72"/>
                  </a:lnTo>
                  <a:lnTo>
                    <a:pt x="4241" y="94"/>
                  </a:lnTo>
                  <a:lnTo>
                    <a:pt x="4203" y="116"/>
                  </a:lnTo>
                  <a:lnTo>
                    <a:pt x="4164" y="138"/>
                  </a:lnTo>
                  <a:lnTo>
                    <a:pt x="4126" y="149"/>
                  </a:lnTo>
                  <a:lnTo>
                    <a:pt x="4088" y="160"/>
                  </a:lnTo>
                  <a:lnTo>
                    <a:pt x="4036" y="183"/>
                  </a:lnTo>
                  <a:lnTo>
                    <a:pt x="3998" y="194"/>
                  </a:lnTo>
                  <a:lnTo>
                    <a:pt x="3960" y="216"/>
                  </a:lnTo>
                  <a:lnTo>
                    <a:pt x="3921" y="216"/>
                  </a:lnTo>
                  <a:lnTo>
                    <a:pt x="3883" y="216"/>
                  </a:lnTo>
                  <a:lnTo>
                    <a:pt x="3832" y="205"/>
                  </a:lnTo>
                  <a:lnTo>
                    <a:pt x="3806" y="171"/>
                  </a:lnTo>
                  <a:lnTo>
                    <a:pt x="3768" y="149"/>
                  </a:lnTo>
                  <a:lnTo>
                    <a:pt x="3730" y="127"/>
                  </a:lnTo>
                  <a:lnTo>
                    <a:pt x="3691" y="94"/>
                  </a:lnTo>
                  <a:lnTo>
                    <a:pt x="3653" y="72"/>
                  </a:lnTo>
                  <a:lnTo>
                    <a:pt x="3614" y="51"/>
                  </a:lnTo>
                  <a:lnTo>
                    <a:pt x="3576" y="40"/>
                  </a:lnTo>
                  <a:lnTo>
                    <a:pt x="3538" y="40"/>
                  </a:lnTo>
                  <a:lnTo>
                    <a:pt x="3499" y="40"/>
                  </a:lnTo>
                  <a:lnTo>
                    <a:pt x="3461" y="51"/>
                  </a:lnTo>
                  <a:lnTo>
                    <a:pt x="3423" y="51"/>
                  </a:lnTo>
                  <a:lnTo>
                    <a:pt x="3384" y="51"/>
                  </a:lnTo>
                  <a:lnTo>
                    <a:pt x="3346" y="51"/>
                  </a:lnTo>
                  <a:lnTo>
                    <a:pt x="3307" y="51"/>
                  </a:lnTo>
                  <a:lnTo>
                    <a:pt x="3269" y="61"/>
                  </a:lnTo>
                  <a:lnTo>
                    <a:pt x="3231" y="61"/>
                  </a:lnTo>
                  <a:lnTo>
                    <a:pt x="3192" y="61"/>
                  </a:lnTo>
                  <a:lnTo>
                    <a:pt x="3154" y="61"/>
                  </a:lnTo>
                  <a:lnTo>
                    <a:pt x="3116" y="72"/>
                  </a:lnTo>
                  <a:lnTo>
                    <a:pt x="3077" y="72"/>
                  </a:lnTo>
                  <a:lnTo>
                    <a:pt x="3039" y="72"/>
                  </a:lnTo>
                  <a:lnTo>
                    <a:pt x="3001" y="72"/>
                  </a:lnTo>
                  <a:lnTo>
                    <a:pt x="2962" y="72"/>
                  </a:lnTo>
                  <a:lnTo>
                    <a:pt x="2924" y="72"/>
                  </a:lnTo>
                  <a:lnTo>
                    <a:pt x="2885" y="83"/>
                  </a:lnTo>
                  <a:lnTo>
                    <a:pt x="2847" y="105"/>
                  </a:lnTo>
                  <a:lnTo>
                    <a:pt x="2809" y="116"/>
                  </a:lnTo>
                  <a:lnTo>
                    <a:pt x="2770" y="138"/>
                  </a:lnTo>
                  <a:lnTo>
                    <a:pt x="2732" y="149"/>
                  </a:lnTo>
                  <a:lnTo>
                    <a:pt x="2694" y="183"/>
                  </a:lnTo>
                  <a:lnTo>
                    <a:pt x="2655" y="194"/>
                  </a:lnTo>
                  <a:lnTo>
                    <a:pt x="2617" y="205"/>
                  </a:lnTo>
                  <a:lnTo>
                    <a:pt x="2566" y="216"/>
                  </a:lnTo>
                  <a:lnTo>
                    <a:pt x="2527" y="226"/>
                  </a:lnTo>
                  <a:lnTo>
                    <a:pt x="2489" y="237"/>
                  </a:lnTo>
                  <a:lnTo>
                    <a:pt x="2451" y="237"/>
                  </a:lnTo>
                  <a:lnTo>
                    <a:pt x="2412" y="237"/>
                  </a:lnTo>
                  <a:lnTo>
                    <a:pt x="2374" y="216"/>
                  </a:lnTo>
                  <a:lnTo>
                    <a:pt x="2336" y="194"/>
                  </a:lnTo>
                  <a:lnTo>
                    <a:pt x="2297" y="183"/>
                  </a:lnTo>
                  <a:lnTo>
                    <a:pt x="2259" y="160"/>
                  </a:lnTo>
                  <a:lnTo>
                    <a:pt x="2208" y="160"/>
                  </a:lnTo>
                  <a:lnTo>
                    <a:pt x="2157" y="149"/>
                  </a:lnTo>
                  <a:lnTo>
                    <a:pt x="2144" y="116"/>
                  </a:lnTo>
                  <a:lnTo>
                    <a:pt x="2105" y="105"/>
                  </a:lnTo>
                  <a:lnTo>
                    <a:pt x="2067" y="105"/>
                  </a:lnTo>
                  <a:lnTo>
                    <a:pt x="2016" y="105"/>
                  </a:lnTo>
                  <a:lnTo>
                    <a:pt x="1977" y="105"/>
                  </a:lnTo>
                  <a:lnTo>
                    <a:pt x="1939" y="105"/>
                  </a:lnTo>
                  <a:lnTo>
                    <a:pt x="1939" y="138"/>
                  </a:lnTo>
                  <a:lnTo>
                    <a:pt x="1939" y="171"/>
                  </a:lnTo>
                  <a:lnTo>
                    <a:pt x="1977" y="194"/>
                  </a:lnTo>
                  <a:lnTo>
                    <a:pt x="2003" y="226"/>
                  </a:lnTo>
                  <a:lnTo>
                    <a:pt x="2041" y="259"/>
                  </a:lnTo>
                  <a:lnTo>
                    <a:pt x="2067" y="292"/>
                  </a:lnTo>
                  <a:lnTo>
                    <a:pt x="2093" y="325"/>
                  </a:lnTo>
                  <a:lnTo>
                    <a:pt x="2118" y="358"/>
                  </a:lnTo>
                  <a:lnTo>
                    <a:pt x="2080" y="336"/>
                  </a:lnTo>
                  <a:lnTo>
                    <a:pt x="2041" y="303"/>
                  </a:lnTo>
                  <a:lnTo>
                    <a:pt x="2003" y="281"/>
                  </a:lnTo>
                  <a:lnTo>
                    <a:pt x="1965" y="259"/>
                  </a:lnTo>
                  <a:lnTo>
                    <a:pt x="1926" y="237"/>
                  </a:lnTo>
                  <a:lnTo>
                    <a:pt x="1888" y="205"/>
                  </a:lnTo>
                  <a:lnTo>
                    <a:pt x="1850" y="171"/>
                  </a:lnTo>
                  <a:lnTo>
                    <a:pt x="1811" y="149"/>
                  </a:lnTo>
                  <a:lnTo>
                    <a:pt x="1773" y="138"/>
                  </a:lnTo>
                  <a:lnTo>
                    <a:pt x="1722" y="127"/>
                  </a:lnTo>
                  <a:lnTo>
                    <a:pt x="1683" y="127"/>
                  </a:lnTo>
                  <a:lnTo>
                    <a:pt x="1645" y="127"/>
                  </a:lnTo>
                  <a:lnTo>
                    <a:pt x="1607" y="127"/>
                  </a:lnTo>
                  <a:lnTo>
                    <a:pt x="1568" y="116"/>
                  </a:lnTo>
                  <a:lnTo>
                    <a:pt x="1530" y="116"/>
                  </a:lnTo>
                  <a:lnTo>
                    <a:pt x="1492" y="116"/>
                  </a:lnTo>
                  <a:lnTo>
                    <a:pt x="1453" y="116"/>
                  </a:lnTo>
                  <a:lnTo>
                    <a:pt x="1402" y="116"/>
                  </a:lnTo>
                  <a:lnTo>
                    <a:pt x="1364" y="116"/>
                  </a:lnTo>
                  <a:lnTo>
                    <a:pt x="1325" y="127"/>
                  </a:lnTo>
                  <a:lnTo>
                    <a:pt x="1287" y="127"/>
                  </a:lnTo>
                  <a:lnTo>
                    <a:pt x="1236" y="127"/>
                  </a:lnTo>
                  <a:lnTo>
                    <a:pt x="1185" y="127"/>
                  </a:lnTo>
                  <a:lnTo>
                    <a:pt x="1146" y="127"/>
                  </a:lnTo>
                  <a:lnTo>
                    <a:pt x="1108" y="127"/>
                  </a:lnTo>
                  <a:lnTo>
                    <a:pt x="1069" y="149"/>
                  </a:lnTo>
                  <a:lnTo>
                    <a:pt x="1031" y="160"/>
                  </a:lnTo>
                  <a:lnTo>
                    <a:pt x="1018" y="194"/>
                  </a:lnTo>
                  <a:lnTo>
                    <a:pt x="1018" y="226"/>
                  </a:lnTo>
                  <a:lnTo>
                    <a:pt x="980" y="259"/>
                  </a:lnTo>
                  <a:lnTo>
                    <a:pt x="942" y="270"/>
                  </a:lnTo>
                  <a:lnTo>
                    <a:pt x="903" y="270"/>
                  </a:lnTo>
                  <a:lnTo>
                    <a:pt x="865" y="270"/>
                  </a:lnTo>
                  <a:lnTo>
                    <a:pt x="826" y="270"/>
                  </a:lnTo>
                  <a:lnTo>
                    <a:pt x="788" y="281"/>
                  </a:lnTo>
                  <a:lnTo>
                    <a:pt x="750" y="292"/>
                  </a:lnTo>
                  <a:lnTo>
                    <a:pt x="699" y="292"/>
                  </a:lnTo>
                  <a:lnTo>
                    <a:pt x="660" y="292"/>
                  </a:lnTo>
                  <a:lnTo>
                    <a:pt x="622" y="292"/>
                  </a:lnTo>
                  <a:lnTo>
                    <a:pt x="584" y="281"/>
                  </a:lnTo>
                  <a:lnTo>
                    <a:pt x="558" y="248"/>
                  </a:lnTo>
                  <a:lnTo>
                    <a:pt x="520" y="237"/>
                  </a:lnTo>
                  <a:lnTo>
                    <a:pt x="481" y="216"/>
                  </a:lnTo>
                  <a:lnTo>
                    <a:pt x="443" y="205"/>
                  </a:lnTo>
                  <a:lnTo>
                    <a:pt x="404" y="194"/>
                  </a:lnTo>
                  <a:lnTo>
                    <a:pt x="366" y="194"/>
                  </a:lnTo>
                  <a:lnTo>
                    <a:pt x="328" y="183"/>
                  </a:lnTo>
                  <a:lnTo>
                    <a:pt x="289" y="160"/>
                  </a:lnTo>
                  <a:lnTo>
                    <a:pt x="251" y="149"/>
                  </a:lnTo>
                  <a:lnTo>
                    <a:pt x="213" y="127"/>
                  </a:lnTo>
                  <a:lnTo>
                    <a:pt x="174" y="116"/>
                  </a:lnTo>
                  <a:lnTo>
                    <a:pt x="136" y="105"/>
                  </a:lnTo>
                  <a:lnTo>
                    <a:pt x="98" y="83"/>
                  </a:lnTo>
                  <a:lnTo>
                    <a:pt x="59" y="72"/>
                  </a:lnTo>
                  <a:lnTo>
                    <a:pt x="8" y="18"/>
                  </a:lnTo>
                  <a:lnTo>
                    <a:pt x="8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21"/>
                  </a:lnTo>
                  <a:lnTo>
                    <a:pt x="8" y="7"/>
                  </a:lnTo>
                  <a:lnTo>
                    <a:pt x="9473" y="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689040" y="3584520"/>
              <a:ext cx="3426120" cy="187560"/>
            </a:xfrm>
            <a:custGeom>
              <a:avLst/>
              <a:gdLst/>
              <a:ahLst/>
              <a:rect l="0" t="0" r="r" b="b"/>
              <a:pathLst>
                <a:path w="9517" h="521">
                  <a:moveTo>
                    <a:pt x="0" y="502"/>
                  </a:moveTo>
                  <a:lnTo>
                    <a:pt x="4" y="463"/>
                  </a:lnTo>
                  <a:lnTo>
                    <a:pt x="0" y="521"/>
                  </a:lnTo>
                  <a:lnTo>
                    <a:pt x="106" y="309"/>
                  </a:lnTo>
                  <a:lnTo>
                    <a:pt x="158" y="309"/>
                  </a:lnTo>
                  <a:lnTo>
                    <a:pt x="209" y="360"/>
                  </a:lnTo>
                  <a:lnTo>
                    <a:pt x="278" y="309"/>
                  </a:lnTo>
                  <a:lnTo>
                    <a:pt x="346" y="231"/>
                  </a:lnTo>
                  <a:lnTo>
                    <a:pt x="397" y="205"/>
                  </a:lnTo>
                  <a:lnTo>
                    <a:pt x="449" y="205"/>
                  </a:lnTo>
                  <a:lnTo>
                    <a:pt x="500" y="179"/>
                  </a:lnTo>
                  <a:lnTo>
                    <a:pt x="551" y="154"/>
                  </a:lnTo>
                  <a:lnTo>
                    <a:pt x="603" y="154"/>
                  </a:lnTo>
                  <a:lnTo>
                    <a:pt x="654" y="179"/>
                  </a:lnTo>
                  <a:lnTo>
                    <a:pt x="705" y="179"/>
                  </a:lnTo>
                  <a:lnTo>
                    <a:pt x="757" y="205"/>
                  </a:lnTo>
                  <a:lnTo>
                    <a:pt x="808" y="256"/>
                  </a:lnTo>
                  <a:lnTo>
                    <a:pt x="859" y="283"/>
                  </a:lnTo>
                  <a:lnTo>
                    <a:pt x="910" y="309"/>
                  </a:lnTo>
                  <a:lnTo>
                    <a:pt x="962" y="335"/>
                  </a:lnTo>
                  <a:lnTo>
                    <a:pt x="1013" y="360"/>
                  </a:lnTo>
                  <a:lnTo>
                    <a:pt x="1082" y="335"/>
                  </a:lnTo>
                  <a:lnTo>
                    <a:pt x="1150" y="283"/>
                  </a:lnTo>
                  <a:lnTo>
                    <a:pt x="1184" y="205"/>
                  </a:lnTo>
                  <a:lnTo>
                    <a:pt x="1236" y="205"/>
                  </a:lnTo>
                  <a:lnTo>
                    <a:pt x="1287" y="179"/>
                  </a:lnTo>
                  <a:lnTo>
                    <a:pt x="1338" y="154"/>
                  </a:lnTo>
                  <a:lnTo>
                    <a:pt x="1390" y="128"/>
                  </a:lnTo>
                  <a:lnTo>
                    <a:pt x="1441" y="205"/>
                  </a:lnTo>
                  <a:lnTo>
                    <a:pt x="1492" y="256"/>
                  </a:lnTo>
                  <a:lnTo>
                    <a:pt x="1543" y="335"/>
                  </a:lnTo>
                  <a:lnTo>
                    <a:pt x="1595" y="386"/>
                  </a:lnTo>
                  <a:lnTo>
                    <a:pt x="1646" y="386"/>
                  </a:lnTo>
                  <a:lnTo>
                    <a:pt x="1697" y="335"/>
                  </a:lnTo>
                  <a:lnTo>
                    <a:pt x="1749" y="309"/>
                  </a:lnTo>
                  <a:lnTo>
                    <a:pt x="1800" y="256"/>
                  </a:lnTo>
                  <a:lnTo>
                    <a:pt x="1851" y="231"/>
                  </a:lnTo>
                  <a:lnTo>
                    <a:pt x="1903" y="205"/>
                  </a:lnTo>
                  <a:lnTo>
                    <a:pt x="1971" y="179"/>
                  </a:lnTo>
                  <a:lnTo>
                    <a:pt x="2022" y="179"/>
                  </a:lnTo>
                  <a:lnTo>
                    <a:pt x="2074" y="154"/>
                  </a:lnTo>
                  <a:lnTo>
                    <a:pt x="2125" y="154"/>
                  </a:lnTo>
                  <a:lnTo>
                    <a:pt x="2176" y="154"/>
                  </a:lnTo>
                  <a:lnTo>
                    <a:pt x="2228" y="128"/>
                  </a:lnTo>
                  <a:lnTo>
                    <a:pt x="2296" y="102"/>
                  </a:lnTo>
                  <a:lnTo>
                    <a:pt x="2365" y="102"/>
                  </a:lnTo>
                  <a:lnTo>
                    <a:pt x="2433" y="77"/>
                  </a:lnTo>
                  <a:lnTo>
                    <a:pt x="2484" y="154"/>
                  </a:lnTo>
                  <a:lnTo>
                    <a:pt x="2519" y="231"/>
                  </a:lnTo>
                  <a:lnTo>
                    <a:pt x="2553" y="309"/>
                  </a:lnTo>
                  <a:lnTo>
                    <a:pt x="2621" y="335"/>
                  </a:lnTo>
                  <a:lnTo>
                    <a:pt x="2673" y="309"/>
                  </a:lnTo>
                  <a:lnTo>
                    <a:pt x="2741" y="283"/>
                  </a:lnTo>
                  <a:lnTo>
                    <a:pt x="2792" y="256"/>
                  </a:lnTo>
                  <a:lnTo>
                    <a:pt x="2861" y="231"/>
                  </a:lnTo>
                  <a:lnTo>
                    <a:pt x="2929" y="231"/>
                  </a:lnTo>
                  <a:lnTo>
                    <a:pt x="2981" y="205"/>
                  </a:lnTo>
                  <a:lnTo>
                    <a:pt x="3032" y="179"/>
                  </a:lnTo>
                  <a:lnTo>
                    <a:pt x="3100" y="154"/>
                  </a:lnTo>
                  <a:lnTo>
                    <a:pt x="3152" y="128"/>
                  </a:lnTo>
                  <a:lnTo>
                    <a:pt x="3203" y="102"/>
                  </a:lnTo>
                  <a:lnTo>
                    <a:pt x="3254" y="77"/>
                  </a:lnTo>
                  <a:lnTo>
                    <a:pt x="3306" y="128"/>
                  </a:lnTo>
                  <a:lnTo>
                    <a:pt x="3357" y="179"/>
                  </a:lnTo>
                  <a:lnTo>
                    <a:pt x="3408" y="231"/>
                  </a:lnTo>
                  <a:lnTo>
                    <a:pt x="3460" y="283"/>
                  </a:lnTo>
                  <a:lnTo>
                    <a:pt x="3511" y="335"/>
                  </a:lnTo>
                  <a:lnTo>
                    <a:pt x="3562" y="335"/>
                  </a:lnTo>
                  <a:lnTo>
                    <a:pt x="3614" y="335"/>
                  </a:lnTo>
                  <a:lnTo>
                    <a:pt x="3665" y="309"/>
                  </a:lnTo>
                  <a:lnTo>
                    <a:pt x="3716" y="283"/>
                  </a:lnTo>
                  <a:lnTo>
                    <a:pt x="3767" y="283"/>
                  </a:lnTo>
                  <a:lnTo>
                    <a:pt x="3819" y="256"/>
                  </a:lnTo>
                  <a:lnTo>
                    <a:pt x="3887" y="256"/>
                  </a:lnTo>
                  <a:lnTo>
                    <a:pt x="3939" y="231"/>
                  </a:lnTo>
                  <a:lnTo>
                    <a:pt x="3990" y="231"/>
                  </a:lnTo>
                  <a:lnTo>
                    <a:pt x="4041" y="231"/>
                  </a:lnTo>
                  <a:lnTo>
                    <a:pt x="4093" y="231"/>
                  </a:lnTo>
                  <a:lnTo>
                    <a:pt x="4144" y="231"/>
                  </a:lnTo>
                  <a:lnTo>
                    <a:pt x="4195" y="231"/>
                  </a:lnTo>
                  <a:lnTo>
                    <a:pt x="4264" y="205"/>
                  </a:lnTo>
                  <a:lnTo>
                    <a:pt x="4315" y="179"/>
                  </a:lnTo>
                  <a:lnTo>
                    <a:pt x="4366" y="128"/>
                  </a:lnTo>
                  <a:lnTo>
                    <a:pt x="4418" y="102"/>
                  </a:lnTo>
                  <a:lnTo>
                    <a:pt x="4469" y="77"/>
                  </a:lnTo>
                  <a:lnTo>
                    <a:pt x="4537" y="51"/>
                  </a:lnTo>
                  <a:lnTo>
                    <a:pt x="4606" y="102"/>
                  </a:lnTo>
                  <a:lnTo>
                    <a:pt x="4657" y="179"/>
                  </a:lnTo>
                  <a:lnTo>
                    <a:pt x="4708" y="231"/>
                  </a:lnTo>
                  <a:lnTo>
                    <a:pt x="4761" y="256"/>
                  </a:lnTo>
                  <a:lnTo>
                    <a:pt x="4812" y="309"/>
                  </a:lnTo>
                  <a:lnTo>
                    <a:pt x="4863" y="309"/>
                  </a:lnTo>
                  <a:lnTo>
                    <a:pt x="4915" y="309"/>
                  </a:lnTo>
                  <a:lnTo>
                    <a:pt x="4983" y="283"/>
                  </a:lnTo>
                  <a:lnTo>
                    <a:pt x="5034" y="256"/>
                  </a:lnTo>
                  <a:lnTo>
                    <a:pt x="5086" y="205"/>
                  </a:lnTo>
                  <a:lnTo>
                    <a:pt x="5154" y="154"/>
                  </a:lnTo>
                  <a:lnTo>
                    <a:pt x="5206" y="128"/>
                  </a:lnTo>
                  <a:lnTo>
                    <a:pt x="5274" y="77"/>
                  </a:lnTo>
                  <a:lnTo>
                    <a:pt x="5325" y="77"/>
                  </a:lnTo>
                  <a:lnTo>
                    <a:pt x="5377" y="77"/>
                  </a:lnTo>
                  <a:lnTo>
                    <a:pt x="5445" y="51"/>
                  </a:lnTo>
                  <a:lnTo>
                    <a:pt x="5496" y="25"/>
                  </a:lnTo>
                  <a:lnTo>
                    <a:pt x="5548" y="25"/>
                  </a:lnTo>
                  <a:lnTo>
                    <a:pt x="5582" y="102"/>
                  </a:lnTo>
                  <a:lnTo>
                    <a:pt x="5633" y="154"/>
                  </a:lnTo>
                  <a:lnTo>
                    <a:pt x="5685" y="205"/>
                  </a:lnTo>
                  <a:lnTo>
                    <a:pt x="5736" y="283"/>
                  </a:lnTo>
                  <a:lnTo>
                    <a:pt x="5787" y="335"/>
                  </a:lnTo>
                  <a:lnTo>
                    <a:pt x="5839" y="360"/>
                  </a:lnTo>
                  <a:lnTo>
                    <a:pt x="5890" y="360"/>
                  </a:lnTo>
                  <a:lnTo>
                    <a:pt x="5941" y="309"/>
                  </a:lnTo>
                  <a:lnTo>
                    <a:pt x="5992" y="256"/>
                  </a:lnTo>
                  <a:lnTo>
                    <a:pt x="6044" y="205"/>
                  </a:lnTo>
                  <a:lnTo>
                    <a:pt x="6095" y="179"/>
                  </a:lnTo>
                  <a:lnTo>
                    <a:pt x="6146" y="154"/>
                  </a:lnTo>
                  <a:lnTo>
                    <a:pt x="6215" y="128"/>
                  </a:lnTo>
                  <a:lnTo>
                    <a:pt x="6266" y="128"/>
                  </a:lnTo>
                  <a:lnTo>
                    <a:pt x="6318" y="128"/>
                  </a:lnTo>
                  <a:lnTo>
                    <a:pt x="6369" y="102"/>
                  </a:lnTo>
                  <a:lnTo>
                    <a:pt x="6420" y="102"/>
                  </a:lnTo>
                  <a:lnTo>
                    <a:pt x="6472" y="51"/>
                  </a:lnTo>
                  <a:lnTo>
                    <a:pt x="6540" y="77"/>
                  </a:lnTo>
                  <a:lnTo>
                    <a:pt x="6625" y="154"/>
                  </a:lnTo>
                  <a:lnTo>
                    <a:pt x="6677" y="179"/>
                  </a:lnTo>
                  <a:lnTo>
                    <a:pt x="6745" y="256"/>
                  </a:lnTo>
                  <a:lnTo>
                    <a:pt x="6797" y="283"/>
                  </a:lnTo>
                  <a:lnTo>
                    <a:pt x="6848" y="335"/>
                  </a:lnTo>
                  <a:lnTo>
                    <a:pt x="6899" y="386"/>
                  </a:lnTo>
                  <a:lnTo>
                    <a:pt x="6951" y="386"/>
                  </a:lnTo>
                  <a:lnTo>
                    <a:pt x="7002" y="360"/>
                  </a:lnTo>
                  <a:lnTo>
                    <a:pt x="7070" y="309"/>
                  </a:lnTo>
                  <a:lnTo>
                    <a:pt x="7122" y="231"/>
                  </a:lnTo>
                  <a:lnTo>
                    <a:pt x="7173" y="205"/>
                  </a:lnTo>
                  <a:lnTo>
                    <a:pt x="7224" y="179"/>
                  </a:lnTo>
                  <a:lnTo>
                    <a:pt x="7276" y="154"/>
                  </a:lnTo>
                  <a:lnTo>
                    <a:pt x="7344" y="128"/>
                  </a:lnTo>
                  <a:lnTo>
                    <a:pt x="7395" y="102"/>
                  </a:lnTo>
                  <a:lnTo>
                    <a:pt x="7447" y="77"/>
                  </a:lnTo>
                  <a:lnTo>
                    <a:pt x="7498" y="51"/>
                  </a:lnTo>
                  <a:lnTo>
                    <a:pt x="7549" y="51"/>
                  </a:lnTo>
                  <a:lnTo>
                    <a:pt x="7601" y="77"/>
                  </a:lnTo>
                  <a:lnTo>
                    <a:pt x="7686" y="128"/>
                  </a:lnTo>
                  <a:lnTo>
                    <a:pt x="7737" y="179"/>
                  </a:lnTo>
                  <a:lnTo>
                    <a:pt x="7789" y="205"/>
                  </a:lnTo>
                  <a:lnTo>
                    <a:pt x="7840" y="231"/>
                  </a:lnTo>
                  <a:lnTo>
                    <a:pt x="7891" y="256"/>
                  </a:lnTo>
                  <a:lnTo>
                    <a:pt x="7943" y="256"/>
                  </a:lnTo>
                  <a:lnTo>
                    <a:pt x="7994" y="205"/>
                  </a:lnTo>
                  <a:lnTo>
                    <a:pt x="8045" y="179"/>
                  </a:lnTo>
                  <a:lnTo>
                    <a:pt x="8097" y="128"/>
                  </a:lnTo>
                  <a:lnTo>
                    <a:pt x="8148" y="77"/>
                  </a:lnTo>
                  <a:lnTo>
                    <a:pt x="8199" y="51"/>
                  </a:lnTo>
                  <a:lnTo>
                    <a:pt x="8268" y="25"/>
                  </a:lnTo>
                  <a:lnTo>
                    <a:pt x="8319" y="0"/>
                  </a:lnTo>
                  <a:lnTo>
                    <a:pt x="8370" y="0"/>
                  </a:lnTo>
                  <a:lnTo>
                    <a:pt x="8439" y="0"/>
                  </a:lnTo>
                  <a:lnTo>
                    <a:pt x="8490" y="25"/>
                  </a:lnTo>
                  <a:lnTo>
                    <a:pt x="8559" y="51"/>
                  </a:lnTo>
                  <a:lnTo>
                    <a:pt x="8610" y="77"/>
                  </a:lnTo>
                  <a:lnTo>
                    <a:pt x="8661" y="128"/>
                  </a:lnTo>
                  <a:lnTo>
                    <a:pt x="8713" y="154"/>
                  </a:lnTo>
                  <a:lnTo>
                    <a:pt x="8781" y="179"/>
                  </a:lnTo>
                  <a:lnTo>
                    <a:pt x="8832" y="231"/>
                  </a:lnTo>
                  <a:lnTo>
                    <a:pt x="8884" y="231"/>
                  </a:lnTo>
                  <a:lnTo>
                    <a:pt x="8918" y="154"/>
                  </a:lnTo>
                  <a:lnTo>
                    <a:pt x="8969" y="102"/>
                  </a:lnTo>
                  <a:lnTo>
                    <a:pt x="9021" y="102"/>
                  </a:lnTo>
                  <a:lnTo>
                    <a:pt x="9072" y="128"/>
                  </a:lnTo>
                  <a:lnTo>
                    <a:pt x="9140" y="179"/>
                  </a:lnTo>
                  <a:lnTo>
                    <a:pt x="9192" y="231"/>
                  </a:lnTo>
                  <a:lnTo>
                    <a:pt x="9243" y="256"/>
                  </a:lnTo>
                  <a:lnTo>
                    <a:pt x="9277" y="335"/>
                  </a:lnTo>
                  <a:lnTo>
                    <a:pt x="9328" y="360"/>
                  </a:lnTo>
                  <a:lnTo>
                    <a:pt x="9380" y="386"/>
                  </a:lnTo>
                  <a:lnTo>
                    <a:pt x="9431" y="437"/>
                  </a:lnTo>
                  <a:lnTo>
                    <a:pt x="9482" y="437"/>
                  </a:lnTo>
                  <a:lnTo>
                    <a:pt x="9517" y="489"/>
                  </a:lnTo>
                  <a:lnTo>
                    <a:pt x="9495" y="476"/>
                  </a:lnTo>
                  <a:lnTo>
                    <a:pt x="0" y="502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"/>
          <p:cNvSpPr/>
          <p:nvPr/>
        </p:nvSpPr>
        <p:spPr>
          <a:xfrm>
            <a:off x="95400" y="2744640"/>
            <a:ext cx="533520" cy="89064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90400" y="2960640"/>
            <a:ext cx="28800" cy="5868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7560" rIns="96120" bIns="7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33200" y="3405240"/>
            <a:ext cx="42840" cy="90360"/>
          </a:xfrm>
          <a:prstGeom prst="line">
            <a:avLst/>
          </a:prstGeom>
          <a:ln w="12600">
            <a:solidFill>
              <a:srgbClr val="CC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9240" rIns="96120" bIns="39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95400" y="555480"/>
            <a:ext cx="667440" cy="844920"/>
          </a:xfrm>
          <a:custGeom>
            <a:avLst/>
            <a:gdLst/>
            <a:ahLst/>
            <a:rect l="0" t="0" r="r" b="b"/>
            <a:pathLst>
              <a:path fill="none" w="1854" h="2347">
                <a:moveTo>
                  <a:pt x="1853" y="0"/>
                </a:moveTo>
                <a:lnTo>
                  <a:pt x="1853" y="0"/>
                </a:lnTo>
                <a:cubicBezTo>
                  <a:pt x="1528" y="0"/>
                  <a:pt x="1208" y="54"/>
                  <a:pt x="927" y="157"/>
                </a:cubicBezTo>
                <a:cubicBezTo>
                  <a:pt x="645" y="260"/>
                  <a:pt x="411" y="408"/>
                  <a:pt x="248" y="587"/>
                </a:cubicBezTo>
                <a:cubicBezTo>
                  <a:pt x="85" y="765"/>
                  <a:pt x="0" y="968"/>
                  <a:pt x="0" y="1174"/>
                </a:cubicBezTo>
                <a:cubicBezTo>
                  <a:pt x="0" y="1379"/>
                  <a:pt x="85" y="1582"/>
                  <a:pt x="248" y="1760"/>
                </a:cubicBezTo>
                <a:cubicBezTo>
                  <a:pt x="411" y="1939"/>
                  <a:pt x="645" y="2087"/>
                  <a:pt x="927" y="2190"/>
                </a:cubicBezTo>
                <a:cubicBezTo>
                  <a:pt x="1208" y="2293"/>
                  <a:pt x="1528" y="2347"/>
                  <a:pt x="1853" y="2347"/>
                </a:cubicBezTo>
                <a:cubicBezTo>
                  <a:pt x="1854" y="2347"/>
                  <a:pt x="1854" y="2347"/>
                  <a:pt x="1854" y="2347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638360" y="749160"/>
            <a:ext cx="23335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Surname             Init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YOB     MOB DOB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>
            <a:off x="685800" y="960480"/>
            <a:ext cx="3486240" cy="1619640"/>
            <a:chOff x="685800" y="960480"/>
            <a:chExt cx="3486240" cy="1619640"/>
          </a:xfrm>
        </p:grpSpPr>
        <p:sp>
          <p:nvSpPr>
            <p:cNvPr id="51" name=""/>
            <p:cNvSpPr txBox="1"/>
            <p:nvPr/>
          </p:nvSpPr>
          <p:spPr>
            <a:xfrm>
              <a:off x="685800" y="1266840"/>
              <a:ext cx="3486240" cy="13132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9834567Curtain FB19801009LM51M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9583715Healy   TC19760304LM68F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9734567Downes  BC19791205LM51M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9963413O’Brien MS19811221LM21F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^Z (eof)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 txBox="1"/>
            <p:nvPr/>
          </p:nvSpPr>
          <p:spPr>
            <a:xfrm>
              <a:off x="1622520" y="960480"/>
              <a:ext cx="143676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Arial"/>
                  <a:ea typeface="Arial"/>
                </a:rPr>
                <a:t>Students.Dat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"/>
          <p:cNvSpPr txBox="1"/>
          <p:nvPr/>
        </p:nvSpPr>
        <p:spPr>
          <a:xfrm>
            <a:off x="696960" y="428760"/>
            <a:ext cx="3875040" cy="304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9583715 Healy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TC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19760304 LM68 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89120" y="82440"/>
            <a:ext cx="39466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           StudentName             DateOfBirth         Course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Gender</a:t>
            </a:r>
            <a:r>
              <a:rPr lang="en-US" sz="1000" b="0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63044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27925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74328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2577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50524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"/>
          <p:cNvGrpSpPr/>
          <p:nvPr/>
        </p:nvGrpSpPr>
        <p:grpSpPr>
          <a:xfrm>
            <a:off x="685800" y="2647800"/>
            <a:ext cx="3429360" cy="1124280"/>
            <a:chOff x="685800" y="2647800"/>
            <a:chExt cx="3429360" cy="1124280"/>
          </a:xfrm>
        </p:grpSpPr>
        <p:sp>
          <p:nvSpPr>
            <p:cNvPr id="61" name=""/>
            <p:cNvSpPr txBox="1"/>
            <p:nvPr/>
          </p:nvSpPr>
          <p:spPr>
            <a:xfrm>
              <a:off x="685800" y="2649600"/>
              <a:ext cx="3411360" cy="1092240"/>
            </a:xfrm>
            <a:prstGeom prst="rect">
              <a:avLst/>
            </a:prstGeom>
            <a:solidFill>
              <a:srgbClr val="EEFFEE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PERFORM UNTIL EndOfFile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READ StudentFile</a:t>
              </a:r>
              <a:br>
                <a:rPr sz="18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AT END SET EndOfFile TO TRUE</a:t>
              </a:r>
              <a:br>
                <a:rPr sz="12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END-READ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END-PERFORM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687240" y="2647800"/>
              <a:ext cx="3410280" cy="128880"/>
            </a:xfrm>
            <a:custGeom>
              <a:avLst/>
              <a:gdLst/>
              <a:ahLst/>
              <a:rect l="0" t="0" r="r" b="b"/>
              <a:pathLst>
                <a:path w="9473" h="358">
                  <a:moveTo>
                    <a:pt x="9473" y="7"/>
                  </a:moveTo>
                  <a:lnTo>
                    <a:pt x="9473" y="0"/>
                  </a:lnTo>
                  <a:lnTo>
                    <a:pt x="9473" y="7"/>
                  </a:lnTo>
                  <a:lnTo>
                    <a:pt x="9468" y="18"/>
                  </a:lnTo>
                  <a:lnTo>
                    <a:pt x="9447" y="18"/>
                  </a:lnTo>
                  <a:lnTo>
                    <a:pt x="9370" y="51"/>
                  </a:lnTo>
                  <a:lnTo>
                    <a:pt x="9319" y="83"/>
                  </a:lnTo>
                  <a:lnTo>
                    <a:pt x="9281" y="116"/>
                  </a:lnTo>
                  <a:lnTo>
                    <a:pt x="9242" y="116"/>
                  </a:lnTo>
                  <a:lnTo>
                    <a:pt x="9204" y="127"/>
                  </a:lnTo>
                  <a:lnTo>
                    <a:pt x="9166" y="127"/>
                  </a:lnTo>
                  <a:lnTo>
                    <a:pt x="9127" y="127"/>
                  </a:lnTo>
                  <a:lnTo>
                    <a:pt x="9089" y="127"/>
                  </a:lnTo>
                  <a:lnTo>
                    <a:pt x="9051" y="127"/>
                  </a:lnTo>
                  <a:lnTo>
                    <a:pt x="9012" y="127"/>
                  </a:lnTo>
                  <a:lnTo>
                    <a:pt x="8974" y="149"/>
                  </a:lnTo>
                  <a:lnTo>
                    <a:pt x="8948" y="183"/>
                  </a:lnTo>
                  <a:lnTo>
                    <a:pt x="8923" y="216"/>
                  </a:lnTo>
                  <a:lnTo>
                    <a:pt x="8884" y="226"/>
                  </a:lnTo>
                  <a:lnTo>
                    <a:pt x="8846" y="226"/>
                  </a:lnTo>
                  <a:lnTo>
                    <a:pt x="8808" y="205"/>
                  </a:lnTo>
                  <a:lnTo>
                    <a:pt x="8756" y="183"/>
                  </a:lnTo>
                  <a:lnTo>
                    <a:pt x="8718" y="183"/>
                  </a:lnTo>
                  <a:lnTo>
                    <a:pt x="8680" y="171"/>
                  </a:lnTo>
                  <a:lnTo>
                    <a:pt x="8641" y="149"/>
                  </a:lnTo>
                  <a:lnTo>
                    <a:pt x="8603" y="138"/>
                  </a:lnTo>
                  <a:lnTo>
                    <a:pt x="8552" y="138"/>
                  </a:lnTo>
                  <a:lnTo>
                    <a:pt x="8513" y="127"/>
                  </a:lnTo>
                  <a:lnTo>
                    <a:pt x="8475" y="116"/>
                  </a:lnTo>
                  <a:lnTo>
                    <a:pt x="8437" y="105"/>
                  </a:lnTo>
                  <a:lnTo>
                    <a:pt x="8398" y="105"/>
                  </a:lnTo>
                  <a:lnTo>
                    <a:pt x="8360" y="94"/>
                  </a:lnTo>
                  <a:lnTo>
                    <a:pt x="8322" y="83"/>
                  </a:lnTo>
                  <a:lnTo>
                    <a:pt x="8283" y="72"/>
                  </a:lnTo>
                  <a:lnTo>
                    <a:pt x="8245" y="61"/>
                  </a:lnTo>
                  <a:lnTo>
                    <a:pt x="8232" y="94"/>
                  </a:lnTo>
                  <a:lnTo>
                    <a:pt x="8181" y="105"/>
                  </a:lnTo>
                  <a:lnTo>
                    <a:pt x="8130" y="105"/>
                  </a:lnTo>
                  <a:lnTo>
                    <a:pt x="8091" y="116"/>
                  </a:lnTo>
                  <a:lnTo>
                    <a:pt x="8053" y="138"/>
                  </a:lnTo>
                  <a:lnTo>
                    <a:pt x="8040" y="171"/>
                  </a:lnTo>
                  <a:lnTo>
                    <a:pt x="8002" y="183"/>
                  </a:lnTo>
                  <a:lnTo>
                    <a:pt x="7964" y="183"/>
                  </a:lnTo>
                  <a:lnTo>
                    <a:pt x="7925" y="183"/>
                  </a:lnTo>
                  <a:lnTo>
                    <a:pt x="7887" y="205"/>
                  </a:lnTo>
                  <a:lnTo>
                    <a:pt x="7848" y="216"/>
                  </a:lnTo>
                  <a:lnTo>
                    <a:pt x="7810" y="226"/>
                  </a:lnTo>
                  <a:lnTo>
                    <a:pt x="7772" y="237"/>
                  </a:lnTo>
                  <a:lnTo>
                    <a:pt x="7733" y="259"/>
                  </a:lnTo>
                  <a:lnTo>
                    <a:pt x="7695" y="270"/>
                  </a:lnTo>
                  <a:lnTo>
                    <a:pt x="7657" y="270"/>
                  </a:lnTo>
                  <a:lnTo>
                    <a:pt x="7618" y="259"/>
                  </a:lnTo>
                  <a:lnTo>
                    <a:pt x="7580" y="237"/>
                  </a:lnTo>
                  <a:lnTo>
                    <a:pt x="7529" y="226"/>
                  </a:lnTo>
                  <a:lnTo>
                    <a:pt x="7490" y="216"/>
                  </a:lnTo>
                  <a:lnTo>
                    <a:pt x="7452" y="205"/>
                  </a:lnTo>
                  <a:lnTo>
                    <a:pt x="7414" y="194"/>
                  </a:lnTo>
                  <a:lnTo>
                    <a:pt x="7375" y="194"/>
                  </a:lnTo>
                  <a:lnTo>
                    <a:pt x="7337" y="171"/>
                  </a:lnTo>
                  <a:lnTo>
                    <a:pt x="7299" y="160"/>
                  </a:lnTo>
                  <a:lnTo>
                    <a:pt x="7260" y="160"/>
                  </a:lnTo>
                  <a:lnTo>
                    <a:pt x="7222" y="149"/>
                  </a:lnTo>
                  <a:lnTo>
                    <a:pt x="7183" y="149"/>
                  </a:lnTo>
                  <a:lnTo>
                    <a:pt x="7132" y="138"/>
                  </a:lnTo>
                  <a:lnTo>
                    <a:pt x="7081" y="127"/>
                  </a:lnTo>
                  <a:lnTo>
                    <a:pt x="7043" y="116"/>
                  </a:lnTo>
                  <a:lnTo>
                    <a:pt x="7004" y="105"/>
                  </a:lnTo>
                  <a:lnTo>
                    <a:pt x="6966" y="105"/>
                  </a:lnTo>
                  <a:lnTo>
                    <a:pt x="6928" y="105"/>
                  </a:lnTo>
                  <a:lnTo>
                    <a:pt x="6889" y="105"/>
                  </a:lnTo>
                  <a:lnTo>
                    <a:pt x="6851" y="105"/>
                  </a:lnTo>
                  <a:lnTo>
                    <a:pt x="6813" y="105"/>
                  </a:lnTo>
                  <a:lnTo>
                    <a:pt x="6774" y="105"/>
                  </a:lnTo>
                  <a:lnTo>
                    <a:pt x="6723" y="105"/>
                  </a:lnTo>
                  <a:lnTo>
                    <a:pt x="6685" y="94"/>
                  </a:lnTo>
                  <a:lnTo>
                    <a:pt x="6646" y="72"/>
                  </a:lnTo>
                  <a:lnTo>
                    <a:pt x="6608" y="72"/>
                  </a:lnTo>
                  <a:lnTo>
                    <a:pt x="6570" y="72"/>
                  </a:lnTo>
                  <a:lnTo>
                    <a:pt x="6544" y="105"/>
                  </a:lnTo>
                  <a:lnTo>
                    <a:pt x="6506" y="127"/>
                  </a:lnTo>
                  <a:lnTo>
                    <a:pt x="6467" y="138"/>
                  </a:lnTo>
                  <a:lnTo>
                    <a:pt x="6429" y="171"/>
                  </a:lnTo>
                  <a:lnTo>
                    <a:pt x="6391" y="183"/>
                  </a:lnTo>
                  <a:lnTo>
                    <a:pt x="6352" y="194"/>
                  </a:lnTo>
                  <a:lnTo>
                    <a:pt x="6314" y="205"/>
                  </a:lnTo>
                  <a:lnTo>
                    <a:pt x="6275" y="205"/>
                  </a:lnTo>
                  <a:lnTo>
                    <a:pt x="6237" y="194"/>
                  </a:lnTo>
                  <a:lnTo>
                    <a:pt x="6199" y="171"/>
                  </a:lnTo>
                  <a:lnTo>
                    <a:pt x="6160" y="160"/>
                  </a:lnTo>
                  <a:lnTo>
                    <a:pt x="6122" y="160"/>
                  </a:lnTo>
                  <a:lnTo>
                    <a:pt x="6084" y="149"/>
                  </a:lnTo>
                  <a:lnTo>
                    <a:pt x="6045" y="138"/>
                  </a:lnTo>
                  <a:lnTo>
                    <a:pt x="6007" y="116"/>
                  </a:lnTo>
                  <a:lnTo>
                    <a:pt x="5969" y="116"/>
                  </a:lnTo>
                  <a:lnTo>
                    <a:pt x="5930" y="94"/>
                  </a:lnTo>
                  <a:lnTo>
                    <a:pt x="5892" y="83"/>
                  </a:lnTo>
                  <a:lnTo>
                    <a:pt x="5853" y="83"/>
                  </a:lnTo>
                  <a:lnTo>
                    <a:pt x="5815" y="72"/>
                  </a:lnTo>
                  <a:lnTo>
                    <a:pt x="5777" y="72"/>
                  </a:lnTo>
                  <a:lnTo>
                    <a:pt x="5726" y="61"/>
                  </a:lnTo>
                  <a:lnTo>
                    <a:pt x="5687" y="51"/>
                  </a:lnTo>
                  <a:lnTo>
                    <a:pt x="5649" y="51"/>
                  </a:lnTo>
                  <a:lnTo>
                    <a:pt x="5610" y="51"/>
                  </a:lnTo>
                  <a:lnTo>
                    <a:pt x="5572" y="51"/>
                  </a:lnTo>
                  <a:lnTo>
                    <a:pt x="5534" y="51"/>
                  </a:lnTo>
                  <a:lnTo>
                    <a:pt x="5495" y="61"/>
                  </a:lnTo>
                  <a:lnTo>
                    <a:pt x="5457" y="83"/>
                  </a:lnTo>
                  <a:lnTo>
                    <a:pt x="5419" y="116"/>
                  </a:lnTo>
                  <a:lnTo>
                    <a:pt x="5380" y="138"/>
                  </a:lnTo>
                  <a:lnTo>
                    <a:pt x="5342" y="160"/>
                  </a:lnTo>
                  <a:lnTo>
                    <a:pt x="5304" y="183"/>
                  </a:lnTo>
                  <a:lnTo>
                    <a:pt x="5265" y="194"/>
                  </a:lnTo>
                  <a:lnTo>
                    <a:pt x="5227" y="194"/>
                  </a:lnTo>
                  <a:lnTo>
                    <a:pt x="5188" y="194"/>
                  </a:lnTo>
                  <a:lnTo>
                    <a:pt x="5150" y="205"/>
                  </a:lnTo>
                  <a:lnTo>
                    <a:pt x="5099" y="205"/>
                  </a:lnTo>
                  <a:lnTo>
                    <a:pt x="5061" y="216"/>
                  </a:lnTo>
                  <a:lnTo>
                    <a:pt x="5009" y="226"/>
                  </a:lnTo>
                  <a:lnTo>
                    <a:pt x="4971" y="237"/>
                  </a:lnTo>
                  <a:lnTo>
                    <a:pt x="4933" y="237"/>
                  </a:lnTo>
                  <a:lnTo>
                    <a:pt x="4894" y="248"/>
                  </a:lnTo>
                  <a:lnTo>
                    <a:pt x="4856" y="248"/>
                  </a:lnTo>
                  <a:lnTo>
                    <a:pt x="4818" y="248"/>
                  </a:lnTo>
                  <a:lnTo>
                    <a:pt x="4779" y="248"/>
                  </a:lnTo>
                  <a:lnTo>
                    <a:pt x="4741" y="248"/>
                  </a:lnTo>
                  <a:lnTo>
                    <a:pt x="4701" y="237"/>
                  </a:lnTo>
                  <a:lnTo>
                    <a:pt x="4676" y="205"/>
                  </a:lnTo>
                  <a:lnTo>
                    <a:pt x="4625" y="171"/>
                  </a:lnTo>
                  <a:lnTo>
                    <a:pt x="4586" y="160"/>
                  </a:lnTo>
                  <a:lnTo>
                    <a:pt x="4535" y="138"/>
                  </a:lnTo>
                  <a:lnTo>
                    <a:pt x="4497" y="116"/>
                  </a:lnTo>
                  <a:lnTo>
                    <a:pt x="4446" y="116"/>
                  </a:lnTo>
                  <a:lnTo>
                    <a:pt x="4407" y="105"/>
                  </a:lnTo>
                  <a:lnTo>
                    <a:pt x="4369" y="83"/>
                  </a:lnTo>
                  <a:lnTo>
                    <a:pt x="4331" y="83"/>
                  </a:lnTo>
                  <a:lnTo>
                    <a:pt x="4292" y="72"/>
                  </a:lnTo>
                  <a:lnTo>
                    <a:pt x="4241" y="94"/>
                  </a:lnTo>
                  <a:lnTo>
                    <a:pt x="4203" y="116"/>
                  </a:lnTo>
                  <a:lnTo>
                    <a:pt x="4164" y="138"/>
                  </a:lnTo>
                  <a:lnTo>
                    <a:pt x="4126" y="149"/>
                  </a:lnTo>
                  <a:lnTo>
                    <a:pt x="4088" y="160"/>
                  </a:lnTo>
                  <a:lnTo>
                    <a:pt x="4036" y="183"/>
                  </a:lnTo>
                  <a:lnTo>
                    <a:pt x="3998" y="194"/>
                  </a:lnTo>
                  <a:lnTo>
                    <a:pt x="3960" y="216"/>
                  </a:lnTo>
                  <a:lnTo>
                    <a:pt x="3921" y="216"/>
                  </a:lnTo>
                  <a:lnTo>
                    <a:pt x="3883" y="216"/>
                  </a:lnTo>
                  <a:lnTo>
                    <a:pt x="3832" y="205"/>
                  </a:lnTo>
                  <a:lnTo>
                    <a:pt x="3806" y="171"/>
                  </a:lnTo>
                  <a:lnTo>
                    <a:pt x="3768" y="149"/>
                  </a:lnTo>
                  <a:lnTo>
                    <a:pt x="3730" y="127"/>
                  </a:lnTo>
                  <a:lnTo>
                    <a:pt x="3691" y="94"/>
                  </a:lnTo>
                  <a:lnTo>
                    <a:pt x="3653" y="72"/>
                  </a:lnTo>
                  <a:lnTo>
                    <a:pt x="3614" y="51"/>
                  </a:lnTo>
                  <a:lnTo>
                    <a:pt x="3576" y="40"/>
                  </a:lnTo>
                  <a:lnTo>
                    <a:pt x="3538" y="40"/>
                  </a:lnTo>
                  <a:lnTo>
                    <a:pt x="3499" y="40"/>
                  </a:lnTo>
                  <a:lnTo>
                    <a:pt x="3461" y="51"/>
                  </a:lnTo>
                  <a:lnTo>
                    <a:pt x="3423" y="51"/>
                  </a:lnTo>
                  <a:lnTo>
                    <a:pt x="3384" y="51"/>
                  </a:lnTo>
                  <a:lnTo>
                    <a:pt x="3346" y="51"/>
                  </a:lnTo>
                  <a:lnTo>
                    <a:pt x="3307" y="51"/>
                  </a:lnTo>
                  <a:lnTo>
                    <a:pt x="3269" y="61"/>
                  </a:lnTo>
                  <a:lnTo>
                    <a:pt x="3231" y="61"/>
                  </a:lnTo>
                  <a:lnTo>
                    <a:pt x="3192" y="61"/>
                  </a:lnTo>
                  <a:lnTo>
                    <a:pt x="3154" y="61"/>
                  </a:lnTo>
                  <a:lnTo>
                    <a:pt x="3116" y="72"/>
                  </a:lnTo>
                  <a:lnTo>
                    <a:pt x="3077" y="72"/>
                  </a:lnTo>
                  <a:lnTo>
                    <a:pt x="3039" y="72"/>
                  </a:lnTo>
                  <a:lnTo>
                    <a:pt x="3001" y="72"/>
                  </a:lnTo>
                  <a:lnTo>
                    <a:pt x="2962" y="72"/>
                  </a:lnTo>
                  <a:lnTo>
                    <a:pt x="2924" y="72"/>
                  </a:lnTo>
                  <a:lnTo>
                    <a:pt x="2885" y="83"/>
                  </a:lnTo>
                  <a:lnTo>
                    <a:pt x="2847" y="105"/>
                  </a:lnTo>
                  <a:lnTo>
                    <a:pt x="2809" y="116"/>
                  </a:lnTo>
                  <a:lnTo>
                    <a:pt x="2770" y="138"/>
                  </a:lnTo>
                  <a:lnTo>
                    <a:pt x="2732" y="149"/>
                  </a:lnTo>
                  <a:lnTo>
                    <a:pt x="2694" y="183"/>
                  </a:lnTo>
                  <a:lnTo>
                    <a:pt x="2655" y="194"/>
                  </a:lnTo>
                  <a:lnTo>
                    <a:pt x="2617" y="205"/>
                  </a:lnTo>
                  <a:lnTo>
                    <a:pt x="2566" y="216"/>
                  </a:lnTo>
                  <a:lnTo>
                    <a:pt x="2527" y="226"/>
                  </a:lnTo>
                  <a:lnTo>
                    <a:pt x="2489" y="237"/>
                  </a:lnTo>
                  <a:lnTo>
                    <a:pt x="2451" y="237"/>
                  </a:lnTo>
                  <a:lnTo>
                    <a:pt x="2412" y="237"/>
                  </a:lnTo>
                  <a:lnTo>
                    <a:pt x="2374" y="216"/>
                  </a:lnTo>
                  <a:lnTo>
                    <a:pt x="2336" y="194"/>
                  </a:lnTo>
                  <a:lnTo>
                    <a:pt x="2297" y="183"/>
                  </a:lnTo>
                  <a:lnTo>
                    <a:pt x="2259" y="160"/>
                  </a:lnTo>
                  <a:lnTo>
                    <a:pt x="2208" y="160"/>
                  </a:lnTo>
                  <a:lnTo>
                    <a:pt x="2157" y="149"/>
                  </a:lnTo>
                  <a:lnTo>
                    <a:pt x="2144" y="116"/>
                  </a:lnTo>
                  <a:lnTo>
                    <a:pt x="2105" y="105"/>
                  </a:lnTo>
                  <a:lnTo>
                    <a:pt x="2067" y="105"/>
                  </a:lnTo>
                  <a:lnTo>
                    <a:pt x="2016" y="105"/>
                  </a:lnTo>
                  <a:lnTo>
                    <a:pt x="1977" y="105"/>
                  </a:lnTo>
                  <a:lnTo>
                    <a:pt x="1939" y="105"/>
                  </a:lnTo>
                  <a:lnTo>
                    <a:pt x="1939" y="138"/>
                  </a:lnTo>
                  <a:lnTo>
                    <a:pt x="1939" y="171"/>
                  </a:lnTo>
                  <a:lnTo>
                    <a:pt x="1977" y="194"/>
                  </a:lnTo>
                  <a:lnTo>
                    <a:pt x="2003" y="226"/>
                  </a:lnTo>
                  <a:lnTo>
                    <a:pt x="2041" y="259"/>
                  </a:lnTo>
                  <a:lnTo>
                    <a:pt x="2067" y="292"/>
                  </a:lnTo>
                  <a:lnTo>
                    <a:pt x="2093" y="325"/>
                  </a:lnTo>
                  <a:lnTo>
                    <a:pt x="2118" y="358"/>
                  </a:lnTo>
                  <a:lnTo>
                    <a:pt x="2080" y="336"/>
                  </a:lnTo>
                  <a:lnTo>
                    <a:pt x="2041" y="303"/>
                  </a:lnTo>
                  <a:lnTo>
                    <a:pt x="2003" y="281"/>
                  </a:lnTo>
                  <a:lnTo>
                    <a:pt x="1965" y="259"/>
                  </a:lnTo>
                  <a:lnTo>
                    <a:pt x="1926" y="237"/>
                  </a:lnTo>
                  <a:lnTo>
                    <a:pt x="1888" y="205"/>
                  </a:lnTo>
                  <a:lnTo>
                    <a:pt x="1850" y="171"/>
                  </a:lnTo>
                  <a:lnTo>
                    <a:pt x="1811" y="149"/>
                  </a:lnTo>
                  <a:lnTo>
                    <a:pt x="1773" y="138"/>
                  </a:lnTo>
                  <a:lnTo>
                    <a:pt x="1722" y="127"/>
                  </a:lnTo>
                  <a:lnTo>
                    <a:pt x="1683" y="127"/>
                  </a:lnTo>
                  <a:lnTo>
                    <a:pt x="1645" y="127"/>
                  </a:lnTo>
                  <a:lnTo>
                    <a:pt x="1607" y="127"/>
                  </a:lnTo>
                  <a:lnTo>
                    <a:pt x="1568" y="116"/>
                  </a:lnTo>
                  <a:lnTo>
                    <a:pt x="1530" y="116"/>
                  </a:lnTo>
                  <a:lnTo>
                    <a:pt x="1492" y="116"/>
                  </a:lnTo>
                  <a:lnTo>
                    <a:pt x="1453" y="116"/>
                  </a:lnTo>
                  <a:lnTo>
                    <a:pt x="1402" y="116"/>
                  </a:lnTo>
                  <a:lnTo>
                    <a:pt x="1364" y="116"/>
                  </a:lnTo>
                  <a:lnTo>
                    <a:pt x="1325" y="127"/>
                  </a:lnTo>
                  <a:lnTo>
                    <a:pt x="1287" y="127"/>
                  </a:lnTo>
                  <a:lnTo>
                    <a:pt x="1236" y="127"/>
                  </a:lnTo>
                  <a:lnTo>
                    <a:pt x="1185" y="127"/>
                  </a:lnTo>
                  <a:lnTo>
                    <a:pt x="1146" y="127"/>
                  </a:lnTo>
                  <a:lnTo>
                    <a:pt x="1108" y="127"/>
                  </a:lnTo>
                  <a:lnTo>
                    <a:pt x="1069" y="149"/>
                  </a:lnTo>
                  <a:lnTo>
                    <a:pt x="1031" y="160"/>
                  </a:lnTo>
                  <a:lnTo>
                    <a:pt x="1018" y="194"/>
                  </a:lnTo>
                  <a:lnTo>
                    <a:pt x="1018" y="226"/>
                  </a:lnTo>
                  <a:lnTo>
                    <a:pt x="980" y="259"/>
                  </a:lnTo>
                  <a:lnTo>
                    <a:pt x="942" y="270"/>
                  </a:lnTo>
                  <a:lnTo>
                    <a:pt x="903" y="270"/>
                  </a:lnTo>
                  <a:lnTo>
                    <a:pt x="865" y="270"/>
                  </a:lnTo>
                  <a:lnTo>
                    <a:pt x="826" y="270"/>
                  </a:lnTo>
                  <a:lnTo>
                    <a:pt x="788" y="281"/>
                  </a:lnTo>
                  <a:lnTo>
                    <a:pt x="750" y="292"/>
                  </a:lnTo>
                  <a:lnTo>
                    <a:pt x="699" y="292"/>
                  </a:lnTo>
                  <a:lnTo>
                    <a:pt x="660" y="292"/>
                  </a:lnTo>
                  <a:lnTo>
                    <a:pt x="622" y="292"/>
                  </a:lnTo>
                  <a:lnTo>
                    <a:pt x="584" y="281"/>
                  </a:lnTo>
                  <a:lnTo>
                    <a:pt x="558" y="248"/>
                  </a:lnTo>
                  <a:lnTo>
                    <a:pt x="520" y="237"/>
                  </a:lnTo>
                  <a:lnTo>
                    <a:pt x="481" y="216"/>
                  </a:lnTo>
                  <a:lnTo>
                    <a:pt x="443" y="205"/>
                  </a:lnTo>
                  <a:lnTo>
                    <a:pt x="404" y="194"/>
                  </a:lnTo>
                  <a:lnTo>
                    <a:pt x="366" y="194"/>
                  </a:lnTo>
                  <a:lnTo>
                    <a:pt x="328" y="183"/>
                  </a:lnTo>
                  <a:lnTo>
                    <a:pt x="289" y="160"/>
                  </a:lnTo>
                  <a:lnTo>
                    <a:pt x="251" y="149"/>
                  </a:lnTo>
                  <a:lnTo>
                    <a:pt x="213" y="127"/>
                  </a:lnTo>
                  <a:lnTo>
                    <a:pt x="174" y="116"/>
                  </a:lnTo>
                  <a:lnTo>
                    <a:pt x="136" y="105"/>
                  </a:lnTo>
                  <a:lnTo>
                    <a:pt x="98" y="83"/>
                  </a:lnTo>
                  <a:lnTo>
                    <a:pt x="59" y="72"/>
                  </a:lnTo>
                  <a:lnTo>
                    <a:pt x="8" y="18"/>
                  </a:lnTo>
                  <a:lnTo>
                    <a:pt x="8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21"/>
                  </a:lnTo>
                  <a:lnTo>
                    <a:pt x="8" y="7"/>
                  </a:lnTo>
                  <a:lnTo>
                    <a:pt x="9473" y="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689040" y="3584520"/>
              <a:ext cx="3426120" cy="187560"/>
            </a:xfrm>
            <a:custGeom>
              <a:avLst/>
              <a:gdLst/>
              <a:ahLst/>
              <a:rect l="0" t="0" r="r" b="b"/>
              <a:pathLst>
                <a:path w="9517" h="521">
                  <a:moveTo>
                    <a:pt x="0" y="502"/>
                  </a:moveTo>
                  <a:lnTo>
                    <a:pt x="4" y="463"/>
                  </a:lnTo>
                  <a:lnTo>
                    <a:pt x="0" y="521"/>
                  </a:lnTo>
                  <a:lnTo>
                    <a:pt x="106" y="309"/>
                  </a:lnTo>
                  <a:lnTo>
                    <a:pt x="158" y="309"/>
                  </a:lnTo>
                  <a:lnTo>
                    <a:pt x="209" y="360"/>
                  </a:lnTo>
                  <a:lnTo>
                    <a:pt x="278" y="309"/>
                  </a:lnTo>
                  <a:lnTo>
                    <a:pt x="346" y="231"/>
                  </a:lnTo>
                  <a:lnTo>
                    <a:pt x="397" y="205"/>
                  </a:lnTo>
                  <a:lnTo>
                    <a:pt x="449" y="205"/>
                  </a:lnTo>
                  <a:lnTo>
                    <a:pt x="500" y="179"/>
                  </a:lnTo>
                  <a:lnTo>
                    <a:pt x="551" y="154"/>
                  </a:lnTo>
                  <a:lnTo>
                    <a:pt x="603" y="154"/>
                  </a:lnTo>
                  <a:lnTo>
                    <a:pt x="654" y="179"/>
                  </a:lnTo>
                  <a:lnTo>
                    <a:pt x="705" y="179"/>
                  </a:lnTo>
                  <a:lnTo>
                    <a:pt x="757" y="205"/>
                  </a:lnTo>
                  <a:lnTo>
                    <a:pt x="808" y="256"/>
                  </a:lnTo>
                  <a:lnTo>
                    <a:pt x="859" y="283"/>
                  </a:lnTo>
                  <a:lnTo>
                    <a:pt x="910" y="309"/>
                  </a:lnTo>
                  <a:lnTo>
                    <a:pt x="962" y="335"/>
                  </a:lnTo>
                  <a:lnTo>
                    <a:pt x="1013" y="360"/>
                  </a:lnTo>
                  <a:lnTo>
                    <a:pt x="1082" y="335"/>
                  </a:lnTo>
                  <a:lnTo>
                    <a:pt x="1150" y="283"/>
                  </a:lnTo>
                  <a:lnTo>
                    <a:pt x="1184" y="205"/>
                  </a:lnTo>
                  <a:lnTo>
                    <a:pt x="1236" y="205"/>
                  </a:lnTo>
                  <a:lnTo>
                    <a:pt x="1287" y="179"/>
                  </a:lnTo>
                  <a:lnTo>
                    <a:pt x="1338" y="154"/>
                  </a:lnTo>
                  <a:lnTo>
                    <a:pt x="1390" y="128"/>
                  </a:lnTo>
                  <a:lnTo>
                    <a:pt x="1441" y="205"/>
                  </a:lnTo>
                  <a:lnTo>
                    <a:pt x="1492" y="256"/>
                  </a:lnTo>
                  <a:lnTo>
                    <a:pt x="1543" y="335"/>
                  </a:lnTo>
                  <a:lnTo>
                    <a:pt x="1595" y="386"/>
                  </a:lnTo>
                  <a:lnTo>
                    <a:pt x="1646" y="386"/>
                  </a:lnTo>
                  <a:lnTo>
                    <a:pt x="1697" y="335"/>
                  </a:lnTo>
                  <a:lnTo>
                    <a:pt x="1749" y="309"/>
                  </a:lnTo>
                  <a:lnTo>
                    <a:pt x="1800" y="256"/>
                  </a:lnTo>
                  <a:lnTo>
                    <a:pt x="1851" y="231"/>
                  </a:lnTo>
                  <a:lnTo>
                    <a:pt x="1903" y="205"/>
                  </a:lnTo>
                  <a:lnTo>
                    <a:pt x="1971" y="179"/>
                  </a:lnTo>
                  <a:lnTo>
                    <a:pt x="2022" y="179"/>
                  </a:lnTo>
                  <a:lnTo>
                    <a:pt x="2074" y="154"/>
                  </a:lnTo>
                  <a:lnTo>
                    <a:pt x="2125" y="154"/>
                  </a:lnTo>
                  <a:lnTo>
                    <a:pt x="2176" y="154"/>
                  </a:lnTo>
                  <a:lnTo>
                    <a:pt x="2228" y="128"/>
                  </a:lnTo>
                  <a:lnTo>
                    <a:pt x="2296" y="102"/>
                  </a:lnTo>
                  <a:lnTo>
                    <a:pt x="2365" y="102"/>
                  </a:lnTo>
                  <a:lnTo>
                    <a:pt x="2433" y="77"/>
                  </a:lnTo>
                  <a:lnTo>
                    <a:pt x="2484" y="154"/>
                  </a:lnTo>
                  <a:lnTo>
                    <a:pt x="2519" y="231"/>
                  </a:lnTo>
                  <a:lnTo>
                    <a:pt x="2553" y="309"/>
                  </a:lnTo>
                  <a:lnTo>
                    <a:pt x="2621" y="335"/>
                  </a:lnTo>
                  <a:lnTo>
                    <a:pt x="2673" y="309"/>
                  </a:lnTo>
                  <a:lnTo>
                    <a:pt x="2741" y="283"/>
                  </a:lnTo>
                  <a:lnTo>
                    <a:pt x="2792" y="256"/>
                  </a:lnTo>
                  <a:lnTo>
                    <a:pt x="2861" y="231"/>
                  </a:lnTo>
                  <a:lnTo>
                    <a:pt x="2929" y="231"/>
                  </a:lnTo>
                  <a:lnTo>
                    <a:pt x="2981" y="205"/>
                  </a:lnTo>
                  <a:lnTo>
                    <a:pt x="3032" y="179"/>
                  </a:lnTo>
                  <a:lnTo>
                    <a:pt x="3100" y="154"/>
                  </a:lnTo>
                  <a:lnTo>
                    <a:pt x="3152" y="128"/>
                  </a:lnTo>
                  <a:lnTo>
                    <a:pt x="3203" y="102"/>
                  </a:lnTo>
                  <a:lnTo>
                    <a:pt x="3254" y="77"/>
                  </a:lnTo>
                  <a:lnTo>
                    <a:pt x="3306" y="128"/>
                  </a:lnTo>
                  <a:lnTo>
                    <a:pt x="3357" y="179"/>
                  </a:lnTo>
                  <a:lnTo>
                    <a:pt x="3408" y="231"/>
                  </a:lnTo>
                  <a:lnTo>
                    <a:pt x="3460" y="283"/>
                  </a:lnTo>
                  <a:lnTo>
                    <a:pt x="3511" y="335"/>
                  </a:lnTo>
                  <a:lnTo>
                    <a:pt x="3562" y="335"/>
                  </a:lnTo>
                  <a:lnTo>
                    <a:pt x="3614" y="335"/>
                  </a:lnTo>
                  <a:lnTo>
                    <a:pt x="3665" y="309"/>
                  </a:lnTo>
                  <a:lnTo>
                    <a:pt x="3716" y="283"/>
                  </a:lnTo>
                  <a:lnTo>
                    <a:pt x="3767" y="283"/>
                  </a:lnTo>
                  <a:lnTo>
                    <a:pt x="3819" y="256"/>
                  </a:lnTo>
                  <a:lnTo>
                    <a:pt x="3887" y="256"/>
                  </a:lnTo>
                  <a:lnTo>
                    <a:pt x="3939" y="231"/>
                  </a:lnTo>
                  <a:lnTo>
                    <a:pt x="3990" y="231"/>
                  </a:lnTo>
                  <a:lnTo>
                    <a:pt x="4041" y="231"/>
                  </a:lnTo>
                  <a:lnTo>
                    <a:pt x="4093" y="231"/>
                  </a:lnTo>
                  <a:lnTo>
                    <a:pt x="4144" y="231"/>
                  </a:lnTo>
                  <a:lnTo>
                    <a:pt x="4195" y="231"/>
                  </a:lnTo>
                  <a:lnTo>
                    <a:pt x="4264" y="205"/>
                  </a:lnTo>
                  <a:lnTo>
                    <a:pt x="4315" y="179"/>
                  </a:lnTo>
                  <a:lnTo>
                    <a:pt x="4366" y="128"/>
                  </a:lnTo>
                  <a:lnTo>
                    <a:pt x="4418" y="102"/>
                  </a:lnTo>
                  <a:lnTo>
                    <a:pt x="4469" y="77"/>
                  </a:lnTo>
                  <a:lnTo>
                    <a:pt x="4537" y="51"/>
                  </a:lnTo>
                  <a:lnTo>
                    <a:pt x="4606" y="102"/>
                  </a:lnTo>
                  <a:lnTo>
                    <a:pt x="4657" y="179"/>
                  </a:lnTo>
                  <a:lnTo>
                    <a:pt x="4708" y="231"/>
                  </a:lnTo>
                  <a:lnTo>
                    <a:pt x="4761" y="256"/>
                  </a:lnTo>
                  <a:lnTo>
                    <a:pt x="4812" y="309"/>
                  </a:lnTo>
                  <a:lnTo>
                    <a:pt x="4863" y="309"/>
                  </a:lnTo>
                  <a:lnTo>
                    <a:pt x="4915" y="309"/>
                  </a:lnTo>
                  <a:lnTo>
                    <a:pt x="4983" y="283"/>
                  </a:lnTo>
                  <a:lnTo>
                    <a:pt x="5034" y="256"/>
                  </a:lnTo>
                  <a:lnTo>
                    <a:pt x="5086" y="205"/>
                  </a:lnTo>
                  <a:lnTo>
                    <a:pt x="5154" y="154"/>
                  </a:lnTo>
                  <a:lnTo>
                    <a:pt x="5206" y="128"/>
                  </a:lnTo>
                  <a:lnTo>
                    <a:pt x="5274" y="77"/>
                  </a:lnTo>
                  <a:lnTo>
                    <a:pt x="5325" y="77"/>
                  </a:lnTo>
                  <a:lnTo>
                    <a:pt x="5377" y="77"/>
                  </a:lnTo>
                  <a:lnTo>
                    <a:pt x="5445" y="51"/>
                  </a:lnTo>
                  <a:lnTo>
                    <a:pt x="5496" y="25"/>
                  </a:lnTo>
                  <a:lnTo>
                    <a:pt x="5548" y="25"/>
                  </a:lnTo>
                  <a:lnTo>
                    <a:pt x="5582" y="102"/>
                  </a:lnTo>
                  <a:lnTo>
                    <a:pt x="5633" y="154"/>
                  </a:lnTo>
                  <a:lnTo>
                    <a:pt x="5685" y="205"/>
                  </a:lnTo>
                  <a:lnTo>
                    <a:pt x="5736" y="283"/>
                  </a:lnTo>
                  <a:lnTo>
                    <a:pt x="5787" y="335"/>
                  </a:lnTo>
                  <a:lnTo>
                    <a:pt x="5839" y="360"/>
                  </a:lnTo>
                  <a:lnTo>
                    <a:pt x="5890" y="360"/>
                  </a:lnTo>
                  <a:lnTo>
                    <a:pt x="5941" y="309"/>
                  </a:lnTo>
                  <a:lnTo>
                    <a:pt x="5992" y="256"/>
                  </a:lnTo>
                  <a:lnTo>
                    <a:pt x="6044" y="205"/>
                  </a:lnTo>
                  <a:lnTo>
                    <a:pt x="6095" y="179"/>
                  </a:lnTo>
                  <a:lnTo>
                    <a:pt x="6146" y="154"/>
                  </a:lnTo>
                  <a:lnTo>
                    <a:pt x="6215" y="128"/>
                  </a:lnTo>
                  <a:lnTo>
                    <a:pt x="6266" y="128"/>
                  </a:lnTo>
                  <a:lnTo>
                    <a:pt x="6318" y="128"/>
                  </a:lnTo>
                  <a:lnTo>
                    <a:pt x="6369" y="102"/>
                  </a:lnTo>
                  <a:lnTo>
                    <a:pt x="6420" y="102"/>
                  </a:lnTo>
                  <a:lnTo>
                    <a:pt x="6472" y="51"/>
                  </a:lnTo>
                  <a:lnTo>
                    <a:pt x="6540" y="77"/>
                  </a:lnTo>
                  <a:lnTo>
                    <a:pt x="6625" y="154"/>
                  </a:lnTo>
                  <a:lnTo>
                    <a:pt x="6677" y="179"/>
                  </a:lnTo>
                  <a:lnTo>
                    <a:pt x="6745" y="256"/>
                  </a:lnTo>
                  <a:lnTo>
                    <a:pt x="6797" y="283"/>
                  </a:lnTo>
                  <a:lnTo>
                    <a:pt x="6848" y="335"/>
                  </a:lnTo>
                  <a:lnTo>
                    <a:pt x="6899" y="386"/>
                  </a:lnTo>
                  <a:lnTo>
                    <a:pt x="6951" y="386"/>
                  </a:lnTo>
                  <a:lnTo>
                    <a:pt x="7002" y="360"/>
                  </a:lnTo>
                  <a:lnTo>
                    <a:pt x="7070" y="309"/>
                  </a:lnTo>
                  <a:lnTo>
                    <a:pt x="7122" y="231"/>
                  </a:lnTo>
                  <a:lnTo>
                    <a:pt x="7173" y="205"/>
                  </a:lnTo>
                  <a:lnTo>
                    <a:pt x="7224" y="179"/>
                  </a:lnTo>
                  <a:lnTo>
                    <a:pt x="7276" y="154"/>
                  </a:lnTo>
                  <a:lnTo>
                    <a:pt x="7344" y="128"/>
                  </a:lnTo>
                  <a:lnTo>
                    <a:pt x="7395" y="102"/>
                  </a:lnTo>
                  <a:lnTo>
                    <a:pt x="7447" y="77"/>
                  </a:lnTo>
                  <a:lnTo>
                    <a:pt x="7498" y="51"/>
                  </a:lnTo>
                  <a:lnTo>
                    <a:pt x="7549" y="51"/>
                  </a:lnTo>
                  <a:lnTo>
                    <a:pt x="7601" y="77"/>
                  </a:lnTo>
                  <a:lnTo>
                    <a:pt x="7686" y="128"/>
                  </a:lnTo>
                  <a:lnTo>
                    <a:pt x="7737" y="179"/>
                  </a:lnTo>
                  <a:lnTo>
                    <a:pt x="7789" y="205"/>
                  </a:lnTo>
                  <a:lnTo>
                    <a:pt x="7840" y="231"/>
                  </a:lnTo>
                  <a:lnTo>
                    <a:pt x="7891" y="256"/>
                  </a:lnTo>
                  <a:lnTo>
                    <a:pt x="7943" y="256"/>
                  </a:lnTo>
                  <a:lnTo>
                    <a:pt x="7994" y="205"/>
                  </a:lnTo>
                  <a:lnTo>
                    <a:pt x="8045" y="179"/>
                  </a:lnTo>
                  <a:lnTo>
                    <a:pt x="8097" y="128"/>
                  </a:lnTo>
                  <a:lnTo>
                    <a:pt x="8148" y="77"/>
                  </a:lnTo>
                  <a:lnTo>
                    <a:pt x="8199" y="51"/>
                  </a:lnTo>
                  <a:lnTo>
                    <a:pt x="8268" y="25"/>
                  </a:lnTo>
                  <a:lnTo>
                    <a:pt x="8319" y="0"/>
                  </a:lnTo>
                  <a:lnTo>
                    <a:pt x="8370" y="0"/>
                  </a:lnTo>
                  <a:lnTo>
                    <a:pt x="8439" y="0"/>
                  </a:lnTo>
                  <a:lnTo>
                    <a:pt x="8490" y="25"/>
                  </a:lnTo>
                  <a:lnTo>
                    <a:pt x="8559" y="51"/>
                  </a:lnTo>
                  <a:lnTo>
                    <a:pt x="8610" y="77"/>
                  </a:lnTo>
                  <a:lnTo>
                    <a:pt x="8661" y="128"/>
                  </a:lnTo>
                  <a:lnTo>
                    <a:pt x="8713" y="154"/>
                  </a:lnTo>
                  <a:lnTo>
                    <a:pt x="8781" y="179"/>
                  </a:lnTo>
                  <a:lnTo>
                    <a:pt x="8832" y="231"/>
                  </a:lnTo>
                  <a:lnTo>
                    <a:pt x="8884" y="231"/>
                  </a:lnTo>
                  <a:lnTo>
                    <a:pt x="8918" y="154"/>
                  </a:lnTo>
                  <a:lnTo>
                    <a:pt x="8969" y="102"/>
                  </a:lnTo>
                  <a:lnTo>
                    <a:pt x="9021" y="102"/>
                  </a:lnTo>
                  <a:lnTo>
                    <a:pt x="9072" y="128"/>
                  </a:lnTo>
                  <a:lnTo>
                    <a:pt x="9140" y="179"/>
                  </a:lnTo>
                  <a:lnTo>
                    <a:pt x="9192" y="231"/>
                  </a:lnTo>
                  <a:lnTo>
                    <a:pt x="9243" y="256"/>
                  </a:lnTo>
                  <a:lnTo>
                    <a:pt x="9277" y="335"/>
                  </a:lnTo>
                  <a:lnTo>
                    <a:pt x="9328" y="360"/>
                  </a:lnTo>
                  <a:lnTo>
                    <a:pt x="9380" y="386"/>
                  </a:lnTo>
                  <a:lnTo>
                    <a:pt x="9431" y="437"/>
                  </a:lnTo>
                  <a:lnTo>
                    <a:pt x="9482" y="437"/>
                  </a:lnTo>
                  <a:lnTo>
                    <a:pt x="9517" y="489"/>
                  </a:lnTo>
                  <a:lnTo>
                    <a:pt x="9495" y="476"/>
                  </a:lnTo>
                  <a:lnTo>
                    <a:pt x="0" y="502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"/>
          <p:cNvSpPr/>
          <p:nvPr/>
        </p:nvSpPr>
        <p:spPr>
          <a:xfrm>
            <a:off x="95400" y="2744640"/>
            <a:ext cx="533520" cy="89064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 flipH="1">
            <a:off x="547560" y="3429000"/>
            <a:ext cx="38160" cy="8568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4560" rIns="96120" bIns="34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flipH="1">
            <a:off x="162000" y="2824200"/>
            <a:ext cx="47520" cy="76320"/>
          </a:xfrm>
          <a:prstGeom prst="line">
            <a:avLst/>
          </a:prstGeom>
          <a:ln w="12600">
            <a:solidFill>
              <a:srgbClr val="CC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25200" rIns="96120" bIns="25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5400" y="555480"/>
            <a:ext cx="667440" cy="1073520"/>
          </a:xfrm>
          <a:custGeom>
            <a:avLst/>
            <a:gdLst/>
            <a:ahLst/>
            <a:rect l="0" t="0" r="r" b="b"/>
            <a:pathLst>
              <a:path fill="none" w="1854" h="2982">
                <a:moveTo>
                  <a:pt x="1853" y="0"/>
                </a:moveTo>
                <a:lnTo>
                  <a:pt x="1853" y="0"/>
                </a:lnTo>
                <a:cubicBezTo>
                  <a:pt x="1528" y="0"/>
                  <a:pt x="1209" y="69"/>
                  <a:pt x="927" y="200"/>
                </a:cubicBezTo>
                <a:cubicBezTo>
                  <a:pt x="645" y="331"/>
                  <a:pt x="411" y="519"/>
                  <a:pt x="249" y="745"/>
                </a:cubicBezTo>
                <a:cubicBezTo>
                  <a:pt x="86" y="972"/>
                  <a:pt x="0" y="1229"/>
                  <a:pt x="0" y="1491"/>
                </a:cubicBezTo>
                <a:cubicBezTo>
                  <a:pt x="0" y="1753"/>
                  <a:pt x="86" y="2010"/>
                  <a:pt x="249" y="2237"/>
                </a:cubicBezTo>
                <a:cubicBezTo>
                  <a:pt x="411" y="2463"/>
                  <a:pt x="645" y="2651"/>
                  <a:pt x="927" y="2782"/>
                </a:cubicBezTo>
                <a:cubicBezTo>
                  <a:pt x="1209" y="2913"/>
                  <a:pt x="1528" y="2982"/>
                  <a:pt x="1853" y="2982"/>
                </a:cubicBezTo>
                <a:cubicBezTo>
                  <a:pt x="1854" y="2982"/>
                  <a:pt x="1854" y="2982"/>
                  <a:pt x="1854" y="2982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638360" y="749160"/>
            <a:ext cx="23335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Surname             Init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YOB     MOB DOB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2479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4765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"/>
          <p:cNvGrpSpPr/>
          <p:nvPr/>
        </p:nvGrpSpPr>
        <p:grpSpPr>
          <a:xfrm>
            <a:off x="685800" y="960480"/>
            <a:ext cx="3486240" cy="1619640"/>
            <a:chOff x="685800" y="960480"/>
            <a:chExt cx="3486240" cy="1619640"/>
          </a:xfrm>
        </p:grpSpPr>
        <p:sp>
          <p:nvSpPr>
            <p:cNvPr id="72" name=""/>
            <p:cNvSpPr txBox="1"/>
            <p:nvPr/>
          </p:nvSpPr>
          <p:spPr>
            <a:xfrm>
              <a:off x="685800" y="1266840"/>
              <a:ext cx="3486240" cy="13132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9834567Curtain FB19801009LM51M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9583715Healy   TC19760304LM68F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9734567Downes  BC19791205LM51M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9963413O’Brien MS19811221LM21F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^Z (eof)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 txBox="1"/>
            <p:nvPr/>
          </p:nvSpPr>
          <p:spPr>
            <a:xfrm>
              <a:off x="1622520" y="960480"/>
              <a:ext cx="143676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Arial"/>
                  <a:ea typeface="Arial"/>
                </a:rPr>
                <a:t>Students.Dat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"/>
          <p:cNvSpPr txBox="1"/>
          <p:nvPr/>
        </p:nvSpPr>
        <p:spPr>
          <a:xfrm>
            <a:off x="696960" y="428760"/>
            <a:ext cx="3875040" cy="304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9734567 Downes  BC 19791205 LM51 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89120" y="82440"/>
            <a:ext cx="39466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           StudentName             DateOfBirth         Course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Gender</a:t>
            </a:r>
            <a:r>
              <a:rPr lang="en-US" sz="1000" b="0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63044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7925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74328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2577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50524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1" name=""/>
          <p:cNvGrpSpPr/>
          <p:nvPr/>
        </p:nvGrpSpPr>
        <p:grpSpPr>
          <a:xfrm>
            <a:off x="685800" y="2647800"/>
            <a:ext cx="3429360" cy="1124280"/>
            <a:chOff x="685800" y="2647800"/>
            <a:chExt cx="3429360" cy="1124280"/>
          </a:xfrm>
        </p:grpSpPr>
        <p:sp>
          <p:nvSpPr>
            <p:cNvPr id="82" name=""/>
            <p:cNvSpPr txBox="1"/>
            <p:nvPr/>
          </p:nvSpPr>
          <p:spPr>
            <a:xfrm>
              <a:off x="685800" y="2649600"/>
              <a:ext cx="3411360" cy="1092240"/>
            </a:xfrm>
            <a:prstGeom prst="rect">
              <a:avLst/>
            </a:prstGeom>
            <a:solidFill>
              <a:srgbClr val="EEFFEE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PERFORM UNTIL EndOfFile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READ StudentFile</a:t>
              </a:r>
              <a:br>
                <a:rPr sz="18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AT END SET EndOfFile TO TRUE</a:t>
              </a:r>
              <a:br>
                <a:rPr sz="12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END-READ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END-PERFORM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687240" y="2647800"/>
              <a:ext cx="3410280" cy="128880"/>
            </a:xfrm>
            <a:custGeom>
              <a:avLst/>
              <a:gdLst/>
              <a:ahLst/>
              <a:rect l="0" t="0" r="r" b="b"/>
              <a:pathLst>
                <a:path w="9473" h="358">
                  <a:moveTo>
                    <a:pt x="9473" y="7"/>
                  </a:moveTo>
                  <a:lnTo>
                    <a:pt x="9473" y="0"/>
                  </a:lnTo>
                  <a:lnTo>
                    <a:pt x="9473" y="7"/>
                  </a:lnTo>
                  <a:lnTo>
                    <a:pt x="9468" y="18"/>
                  </a:lnTo>
                  <a:lnTo>
                    <a:pt x="9447" y="18"/>
                  </a:lnTo>
                  <a:lnTo>
                    <a:pt x="9370" y="51"/>
                  </a:lnTo>
                  <a:lnTo>
                    <a:pt x="9319" y="83"/>
                  </a:lnTo>
                  <a:lnTo>
                    <a:pt x="9281" y="116"/>
                  </a:lnTo>
                  <a:lnTo>
                    <a:pt x="9242" y="116"/>
                  </a:lnTo>
                  <a:lnTo>
                    <a:pt x="9204" y="127"/>
                  </a:lnTo>
                  <a:lnTo>
                    <a:pt x="9166" y="127"/>
                  </a:lnTo>
                  <a:lnTo>
                    <a:pt x="9127" y="127"/>
                  </a:lnTo>
                  <a:lnTo>
                    <a:pt x="9089" y="127"/>
                  </a:lnTo>
                  <a:lnTo>
                    <a:pt x="9051" y="127"/>
                  </a:lnTo>
                  <a:lnTo>
                    <a:pt x="9012" y="127"/>
                  </a:lnTo>
                  <a:lnTo>
                    <a:pt x="8974" y="149"/>
                  </a:lnTo>
                  <a:lnTo>
                    <a:pt x="8948" y="183"/>
                  </a:lnTo>
                  <a:lnTo>
                    <a:pt x="8923" y="216"/>
                  </a:lnTo>
                  <a:lnTo>
                    <a:pt x="8884" y="226"/>
                  </a:lnTo>
                  <a:lnTo>
                    <a:pt x="8846" y="226"/>
                  </a:lnTo>
                  <a:lnTo>
                    <a:pt x="8808" y="205"/>
                  </a:lnTo>
                  <a:lnTo>
                    <a:pt x="8756" y="183"/>
                  </a:lnTo>
                  <a:lnTo>
                    <a:pt x="8718" y="183"/>
                  </a:lnTo>
                  <a:lnTo>
                    <a:pt x="8680" y="171"/>
                  </a:lnTo>
                  <a:lnTo>
                    <a:pt x="8641" y="149"/>
                  </a:lnTo>
                  <a:lnTo>
                    <a:pt x="8603" y="138"/>
                  </a:lnTo>
                  <a:lnTo>
                    <a:pt x="8552" y="138"/>
                  </a:lnTo>
                  <a:lnTo>
                    <a:pt x="8513" y="127"/>
                  </a:lnTo>
                  <a:lnTo>
                    <a:pt x="8475" y="116"/>
                  </a:lnTo>
                  <a:lnTo>
                    <a:pt x="8437" y="105"/>
                  </a:lnTo>
                  <a:lnTo>
                    <a:pt x="8398" y="105"/>
                  </a:lnTo>
                  <a:lnTo>
                    <a:pt x="8360" y="94"/>
                  </a:lnTo>
                  <a:lnTo>
                    <a:pt x="8322" y="83"/>
                  </a:lnTo>
                  <a:lnTo>
                    <a:pt x="8283" y="72"/>
                  </a:lnTo>
                  <a:lnTo>
                    <a:pt x="8245" y="61"/>
                  </a:lnTo>
                  <a:lnTo>
                    <a:pt x="8232" y="94"/>
                  </a:lnTo>
                  <a:lnTo>
                    <a:pt x="8181" y="105"/>
                  </a:lnTo>
                  <a:lnTo>
                    <a:pt x="8130" y="105"/>
                  </a:lnTo>
                  <a:lnTo>
                    <a:pt x="8091" y="116"/>
                  </a:lnTo>
                  <a:lnTo>
                    <a:pt x="8053" y="138"/>
                  </a:lnTo>
                  <a:lnTo>
                    <a:pt x="8040" y="171"/>
                  </a:lnTo>
                  <a:lnTo>
                    <a:pt x="8002" y="183"/>
                  </a:lnTo>
                  <a:lnTo>
                    <a:pt x="7964" y="183"/>
                  </a:lnTo>
                  <a:lnTo>
                    <a:pt x="7925" y="183"/>
                  </a:lnTo>
                  <a:lnTo>
                    <a:pt x="7887" y="205"/>
                  </a:lnTo>
                  <a:lnTo>
                    <a:pt x="7848" y="216"/>
                  </a:lnTo>
                  <a:lnTo>
                    <a:pt x="7810" y="226"/>
                  </a:lnTo>
                  <a:lnTo>
                    <a:pt x="7772" y="237"/>
                  </a:lnTo>
                  <a:lnTo>
                    <a:pt x="7733" y="259"/>
                  </a:lnTo>
                  <a:lnTo>
                    <a:pt x="7695" y="270"/>
                  </a:lnTo>
                  <a:lnTo>
                    <a:pt x="7657" y="270"/>
                  </a:lnTo>
                  <a:lnTo>
                    <a:pt x="7618" y="259"/>
                  </a:lnTo>
                  <a:lnTo>
                    <a:pt x="7580" y="237"/>
                  </a:lnTo>
                  <a:lnTo>
                    <a:pt x="7529" y="226"/>
                  </a:lnTo>
                  <a:lnTo>
                    <a:pt x="7490" y="216"/>
                  </a:lnTo>
                  <a:lnTo>
                    <a:pt x="7452" y="205"/>
                  </a:lnTo>
                  <a:lnTo>
                    <a:pt x="7414" y="194"/>
                  </a:lnTo>
                  <a:lnTo>
                    <a:pt x="7375" y="194"/>
                  </a:lnTo>
                  <a:lnTo>
                    <a:pt x="7337" y="171"/>
                  </a:lnTo>
                  <a:lnTo>
                    <a:pt x="7299" y="160"/>
                  </a:lnTo>
                  <a:lnTo>
                    <a:pt x="7260" y="160"/>
                  </a:lnTo>
                  <a:lnTo>
                    <a:pt x="7222" y="149"/>
                  </a:lnTo>
                  <a:lnTo>
                    <a:pt x="7183" y="149"/>
                  </a:lnTo>
                  <a:lnTo>
                    <a:pt x="7132" y="138"/>
                  </a:lnTo>
                  <a:lnTo>
                    <a:pt x="7081" y="127"/>
                  </a:lnTo>
                  <a:lnTo>
                    <a:pt x="7043" y="116"/>
                  </a:lnTo>
                  <a:lnTo>
                    <a:pt x="7004" y="105"/>
                  </a:lnTo>
                  <a:lnTo>
                    <a:pt x="6966" y="105"/>
                  </a:lnTo>
                  <a:lnTo>
                    <a:pt x="6928" y="105"/>
                  </a:lnTo>
                  <a:lnTo>
                    <a:pt x="6889" y="105"/>
                  </a:lnTo>
                  <a:lnTo>
                    <a:pt x="6851" y="105"/>
                  </a:lnTo>
                  <a:lnTo>
                    <a:pt x="6813" y="105"/>
                  </a:lnTo>
                  <a:lnTo>
                    <a:pt x="6774" y="105"/>
                  </a:lnTo>
                  <a:lnTo>
                    <a:pt x="6723" y="105"/>
                  </a:lnTo>
                  <a:lnTo>
                    <a:pt x="6685" y="94"/>
                  </a:lnTo>
                  <a:lnTo>
                    <a:pt x="6646" y="72"/>
                  </a:lnTo>
                  <a:lnTo>
                    <a:pt x="6608" y="72"/>
                  </a:lnTo>
                  <a:lnTo>
                    <a:pt x="6570" y="72"/>
                  </a:lnTo>
                  <a:lnTo>
                    <a:pt x="6544" y="105"/>
                  </a:lnTo>
                  <a:lnTo>
                    <a:pt x="6506" y="127"/>
                  </a:lnTo>
                  <a:lnTo>
                    <a:pt x="6467" y="138"/>
                  </a:lnTo>
                  <a:lnTo>
                    <a:pt x="6429" y="171"/>
                  </a:lnTo>
                  <a:lnTo>
                    <a:pt x="6391" y="183"/>
                  </a:lnTo>
                  <a:lnTo>
                    <a:pt x="6352" y="194"/>
                  </a:lnTo>
                  <a:lnTo>
                    <a:pt x="6314" y="205"/>
                  </a:lnTo>
                  <a:lnTo>
                    <a:pt x="6275" y="205"/>
                  </a:lnTo>
                  <a:lnTo>
                    <a:pt x="6237" y="194"/>
                  </a:lnTo>
                  <a:lnTo>
                    <a:pt x="6199" y="171"/>
                  </a:lnTo>
                  <a:lnTo>
                    <a:pt x="6160" y="160"/>
                  </a:lnTo>
                  <a:lnTo>
                    <a:pt x="6122" y="160"/>
                  </a:lnTo>
                  <a:lnTo>
                    <a:pt x="6084" y="149"/>
                  </a:lnTo>
                  <a:lnTo>
                    <a:pt x="6045" y="138"/>
                  </a:lnTo>
                  <a:lnTo>
                    <a:pt x="6007" y="116"/>
                  </a:lnTo>
                  <a:lnTo>
                    <a:pt x="5969" y="116"/>
                  </a:lnTo>
                  <a:lnTo>
                    <a:pt x="5930" y="94"/>
                  </a:lnTo>
                  <a:lnTo>
                    <a:pt x="5892" y="83"/>
                  </a:lnTo>
                  <a:lnTo>
                    <a:pt x="5853" y="83"/>
                  </a:lnTo>
                  <a:lnTo>
                    <a:pt x="5815" y="72"/>
                  </a:lnTo>
                  <a:lnTo>
                    <a:pt x="5777" y="72"/>
                  </a:lnTo>
                  <a:lnTo>
                    <a:pt x="5726" y="61"/>
                  </a:lnTo>
                  <a:lnTo>
                    <a:pt x="5687" y="51"/>
                  </a:lnTo>
                  <a:lnTo>
                    <a:pt x="5649" y="51"/>
                  </a:lnTo>
                  <a:lnTo>
                    <a:pt x="5610" y="51"/>
                  </a:lnTo>
                  <a:lnTo>
                    <a:pt x="5572" y="51"/>
                  </a:lnTo>
                  <a:lnTo>
                    <a:pt x="5534" y="51"/>
                  </a:lnTo>
                  <a:lnTo>
                    <a:pt x="5495" y="61"/>
                  </a:lnTo>
                  <a:lnTo>
                    <a:pt x="5457" y="83"/>
                  </a:lnTo>
                  <a:lnTo>
                    <a:pt x="5419" y="116"/>
                  </a:lnTo>
                  <a:lnTo>
                    <a:pt x="5380" y="138"/>
                  </a:lnTo>
                  <a:lnTo>
                    <a:pt x="5342" y="160"/>
                  </a:lnTo>
                  <a:lnTo>
                    <a:pt x="5304" y="183"/>
                  </a:lnTo>
                  <a:lnTo>
                    <a:pt x="5265" y="194"/>
                  </a:lnTo>
                  <a:lnTo>
                    <a:pt x="5227" y="194"/>
                  </a:lnTo>
                  <a:lnTo>
                    <a:pt x="5188" y="194"/>
                  </a:lnTo>
                  <a:lnTo>
                    <a:pt x="5150" y="205"/>
                  </a:lnTo>
                  <a:lnTo>
                    <a:pt x="5099" y="205"/>
                  </a:lnTo>
                  <a:lnTo>
                    <a:pt x="5061" y="216"/>
                  </a:lnTo>
                  <a:lnTo>
                    <a:pt x="5009" y="226"/>
                  </a:lnTo>
                  <a:lnTo>
                    <a:pt x="4971" y="237"/>
                  </a:lnTo>
                  <a:lnTo>
                    <a:pt x="4933" y="237"/>
                  </a:lnTo>
                  <a:lnTo>
                    <a:pt x="4894" y="248"/>
                  </a:lnTo>
                  <a:lnTo>
                    <a:pt x="4856" y="248"/>
                  </a:lnTo>
                  <a:lnTo>
                    <a:pt x="4818" y="248"/>
                  </a:lnTo>
                  <a:lnTo>
                    <a:pt x="4779" y="248"/>
                  </a:lnTo>
                  <a:lnTo>
                    <a:pt x="4741" y="248"/>
                  </a:lnTo>
                  <a:lnTo>
                    <a:pt x="4701" y="237"/>
                  </a:lnTo>
                  <a:lnTo>
                    <a:pt x="4676" y="205"/>
                  </a:lnTo>
                  <a:lnTo>
                    <a:pt x="4625" y="171"/>
                  </a:lnTo>
                  <a:lnTo>
                    <a:pt x="4586" y="160"/>
                  </a:lnTo>
                  <a:lnTo>
                    <a:pt x="4535" y="138"/>
                  </a:lnTo>
                  <a:lnTo>
                    <a:pt x="4497" y="116"/>
                  </a:lnTo>
                  <a:lnTo>
                    <a:pt x="4446" y="116"/>
                  </a:lnTo>
                  <a:lnTo>
                    <a:pt x="4407" y="105"/>
                  </a:lnTo>
                  <a:lnTo>
                    <a:pt x="4369" y="83"/>
                  </a:lnTo>
                  <a:lnTo>
                    <a:pt x="4331" y="83"/>
                  </a:lnTo>
                  <a:lnTo>
                    <a:pt x="4292" y="72"/>
                  </a:lnTo>
                  <a:lnTo>
                    <a:pt x="4241" y="94"/>
                  </a:lnTo>
                  <a:lnTo>
                    <a:pt x="4203" y="116"/>
                  </a:lnTo>
                  <a:lnTo>
                    <a:pt x="4164" y="138"/>
                  </a:lnTo>
                  <a:lnTo>
                    <a:pt x="4126" y="149"/>
                  </a:lnTo>
                  <a:lnTo>
                    <a:pt x="4088" y="160"/>
                  </a:lnTo>
                  <a:lnTo>
                    <a:pt x="4036" y="183"/>
                  </a:lnTo>
                  <a:lnTo>
                    <a:pt x="3998" y="194"/>
                  </a:lnTo>
                  <a:lnTo>
                    <a:pt x="3960" y="216"/>
                  </a:lnTo>
                  <a:lnTo>
                    <a:pt x="3921" y="216"/>
                  </a:lnTo>
                  <a:lnTo>
                    <a:pt x="3883" y="216"/>
                  </a:lnTo>
                  <a:lnTo>
                    <a:pt x="3832" y="205"/>
                  </a:lnTo>
                  <a:lnTo>
                    <a:pt x="3806" y="171"/>
                  </a:lnTo>
                  <a:lnTo>
                    <a:pt x="3768" y="149"/>
                  </a:lnTo>
                  <a:lnTo>
                    <a:pt x="3730" y="127"/>
                  </a:lnTo>
                  <a:lnTo>
                    <a:pt x="3691" y="94"/>
                  </a:lnTo>
                  <a:lnTo>
                    <a:pt x="3653" y="72"/>
                  </a:lnTo>
                  <a:lnTo>
                    <a:pt x="3614" y="51"/>
                  </a:lnTo>
                  <a:lnTo>
                    <a:pt x="3576" y="40"/>
                  </a:lnTo>
                  <a:lnTo>
                    <a:pt x="3538" y="40"/>
                  </a:lnTo>
                  <a:lnTo>
                    <a:pt x="3499" y="40"/>
                  </a:lnTo>
                  <a:lnTo>
                    <a:pt x="3461" y="51"/>
                  </a:lnTo>
                  <a:lnTo>
                    <a:pt x="3423" y="51"/>
                  </a:lnTo>
                  <a:lnTo>
                    <a:pt x="3384" y="51"/>
                  </a:lnTo>
                  <a:lnTo>
                    <a:pt x="3346" y="51"/>
                  </a:lnTo>
                  <a:lnTo>
                    <a:pt x="3307" y="51"/>
                  </a:lnTo>
                  <a:lnTo>
                    <a:pt x="3269" y="61"/>
                  </a:lnTo>
                  <a:lnTo>
                    <a:pt x="3231" y="61"/>
                  </a:lnTo>
                  <a:lnTo>
                    <a:pt x="3192" y="61"/>
                  </a:lnTo>
                  <a:lnTo>
                    <a:pt x="3154" y="61"/>
                  </a:lnTo>
                  <a:lnTo>
                    <a:pt x="3116" y="72"/>
                  </a:lnTo>
                  <a:lnTo>
                    <a:pt x="3077" y="72"/>
                  </a:lnTo>
                  <a:lnTo>
                    <a:pt x="3039" y="72"/>
                  </a:lnTo>
                  <a:lnTo>
                    <a:pt x="3001" y="72"/>
                  </a:lnTo>
                  <a:lnTo>
                    <a:pt x="2962" y="72"/>
                  </a:lnTo>
                  <a:lnTo>
                    <a:pt x="2924" y="72"/>
                  </a:lnTo>
                  <a:lnTo>
                    <a:pt x="2885" y="83"/>
                  </a:lnTo>
                  <a:lnTo>
                    <a:pt x="2847" y="105"/>
                  </a:lnTo>
                  <a:lnTo>
                    <a:pt x="2809" y="116"/>
                  </a:lnTo>
                  <a:lnTo>
                    <a:pt x="2770" y="138"/>
                  </a:lnTo>
                  <a:lnTo>
                    <a:pt x="2732" y="149"/>
                  </a:lnTo>
                  <a:lnTo>
                    <a:pt x="2694" y="183"/>
                  </a:lnTo>
                  <a:lnTo>
                    <a:pt x="2655" y="194"/>
                  </a:lnTo>
                  <a:lnTo>
                    <a:pt x="2617" y="205"/>
                  </a:lnTo>
                  <a:lnTo>
                    <a:pt x="2566" y="216"/>
                  </a:lnTo>
                  <a:lnTo>
                    <a:pt x="2527" y="226"/>
                  </a:lnTo>
                  <a:lnTo>
                    <a:pt x="2489" y="237"/>
                  </a:lnTo>
                  <a:lnTo>
                    <a:pt x="2451" y="237"/>
                  </a:lnTo>
                  <a:lnTo>
                    <a:pt x="2412" y="237"/>
                  </a:lnTo>
                  <a:lnTo>
                    <a:pt x="2374" y="216"/>
                  </a:lnTo>
                  <a:lnTo>
                    <a:pt x="2336" y="194"/>
                  </a:lnTo>
                  <a:lnTo>
                    <a:pt x="2297" y="183"/>
                  </a:lnTo>
                  <a:lnTo>
                    <a:pt x="2259" y="160"/>
                  </a:lnTo>
                  <a:lnTo>
                    <a:pt x="2208" y="160"/>
                  </a:lnTo>
                  <a:lnTo>
                    <a:pt x="2157" y="149"/>
                  </a:lnTo>
                  <a:lnTo>
                    <a:pt x="2144" y="116"/>
                  </a:lnTo>
                  <a:lnTo>
                    <a:pt x="2105" y="105"/>
                  </a:lnTo>
                  <a:lnTo>
                    <a:pt x="2067" y="105"/>
                  </a:lnTo>
                  <a:lnTo>
                    <a:pt x="2016" y="105"/>
                  </a:lnTo>
                  <a:lnTo>
                    <a:pt x="1977" y="105"/>
                  </a:lnTo>
                  <a:lnTo>
                    <a:pt x="1939" y="105"/>
                  </a:lnTo>
                  <a:lnTo>
                    <a:pt x="1939" y="138"/>
                  </a:lnTo>
                  <a:lnTo>
                    <a:pt x="1939" y="171"/>
                  </a:lnTo>
                  <a:lnTo>
                    <a:pt x="1977" y="194"/>
                  </a:lnTo>
                  <a:lnTo>
                    <a:pt x="2003" y="226"/>
                  </a:lnTo>
                  <a:lnTo>
                    <a:pt x="2041" y="259"/>
                  </a:lnTo>
                  <a:lnTo>
                    <a:pt x="2067" y="292"/>
                  </a:lnTo>
                  <a:lnTo>
                    <a:pt x="2093" y="325"/>
                  </a:lnTo>
                  <a:lnTo>
                    <a:pt x="2118" y="358"/>
                  </a:lnTo>
                  <a:lnTo>
                    <a:pt x="2080" y="336"/>
                  </a:lnTo>
                  <a:lnTo>
                    <a:pt x="2041" y="303"/>
                  </a:lnTo>
                  <a:lnTo>
                    <a:pt x="2003" y="281"/>
                  </a:lnTo>
                  <a:lnTo>
                    <a:pt x="1965" y="259"/>
                  </a:lnTo>
                  <a:lnTo>
                    <a:pt x="1926" y="237"/>
                  </a:lnTo>
                  <a:lnTo>
                    <a:pt x="1888" y="205"/>
                  </a:lnTo>
                  <a:lnTo>
                    <a:pt x="1850" y="171"/>
                  </a:lnTo>
                  <a:lnTo>
                    <a:pt x="1811" y="149"/>
                  </a:lnTo>
                  <a:lnTo>
                    <a:pt x="1773" y="138"/>
                  </a:lnTo>
                  <a:lnTo>
                    <a:pt x="1722" y="127"/>
                  </a:lnTo>
                  <a:lnTo>
                    <a:pt x="1683" y="127"/>
                  </a:lnTo>
                  <a:lnTo>
                    <a:pt x="1645" y="127"/>
                  </a:lnTo>
                  <a:lnTo>
                    <a:pt x="1607" y="127"/>
                  </a:lnTo>
                  <a:lnTo>
                    <a:pt x="1568" y="116"/>
                  </a:lnTo>
                  <a:lnTo>
                    <a:pt x="1530" y="116"/>
                  </a:lnTo>
                  <a:lnTo>
                    <a:pt x="1492" y="116"/>
                  </a:lnTo>
                  <a:lnTo>
                    <a:pt x="1453" y="116"/>
                  </a:lnTo>
                  <a:lnTo>
                    <a:pt x="1402" y="116"/>
                  </a:lnTo>
                  <a:lnTo>
                    <a:pt x="1364" y="116"/>
                  </a:lnTo>
                  <a:lnTo>
                    <a:pt x="1325" y="127"/>
                  </a:lnTo>
                  <a:lnTo>
                    <a:pt x="1287" y="127"/>
                  </a:lnTo>
                  <a:lnTo>
                    <a:pt x="1236" y="127"/>
                  </a:lnTo>
                  <a:lnTo>
                    <a:pt x="1185" y="127"/>
                  </a:lnTo>
                  <a:lnTo>
                    <a:pt x="1146" y="127"/>
                  </a:lnTo>
                  <a:lnTo>
                    <a:pt x="1108" y="127"/>
                  </a:lnTo>
                  <a:lnTo>
                    <a:pt x="1069" y="149"/>
                  </a:lnTo>
                  <a:lnTo>
                    <a:pt x="1031" y="160"/>
                  </a:lnTo>
                  <a:lnTo>
                    <a:pt x="1018" y="194"/>
                  </a:lnTo>
                  <a:lnTo>
                    <a:pt x="1018" y="226"/>
                  </a:lnTo>
                  <a:lnTo>
                    <a:pt x="980" y="259"/>
                  </a:lnTo>
                  <a:lnTo>
                    <a:pt x="942" y="270"/>
                  </a:lnTo>
                  <a:lnTo>
                    <a:pt x="903" y="270"/>
                  </a:lnTo>
                  <a:lnTo>
                    <a:pt x="865" y="270"/>
                  </a:lnTo>
                  <a:lnTo>
                    <a:pt x="826" y="270"/>
                  </a:lnTo>
                  <a:lnTo>
                    <a:pt x="788" y="281"/>
                  </a:lnTo>
                  <a:lnTo>
                    <a:pt x="750" y="292"/>
                  </a:lnTo>
                  <a:lnTo>
                    <a:pt x="699" y="292"/>
                  </a:lnTo>
                  <a:lnTo>
                    <a:pt x="660" y="292"/>
                  </a:lnTo>
                  <a:lnTo>
                    <a:pt x="622" y="292"/>
                  </a:lnTo>
                  <a:lnTo>
                    <a:pt x="584" y="281"/>
                  </a:lnTo>
                  <a:lnTo>
                    <a:pt x="558" y="248"/>
                  </a:lnTo>
                  <a:lnTo>
                    <a:pt x="520" y="237"/>
                  </a:lnTo>
                  <a:lnTo>
                    <a:pt x="481" y="216"/>
                  </a:lnTo>
                  <a:lnTo>
                    <a:pt x="443" y="205"/>
                  </a:lnTo>
                  <a:lnTo>
                    <a:pt x="404" y="194"/>
                  </a:lnTo>
                  <a:lnTo>
                    <a:pt x="366" y="194"/>
                  </a:lnTo>
                  <a:lnTo>
                    <a:pt x="328" y="183"/>
                  </a:lnTo>
                  <a:lnTo>
                    <a:pt x="289" y="160"/>
                  </a:lnTo>
                  <a:lnTo>
                    <a:pt x="251" y="149"/>
                  </a:lnTo>
                  <a:lnTo>
                    <a:pt x="213" y="127"/>
                  </a:lnTo>
                  <a:lnTo>
                    <a:pt x="174" y="116"/>
                  </a:lnTo>
                  <a:lnTo>
                    <a:pt x="136" y="105"/>
                  </a:lnTo>
                  <a:lnTo>
                    <a:pt x="98" y="83"/>
                  </a:lnTo>
                  <a:lnTo>
                    <a:pt x="59" y="72"/>
                  </a:lnTo>
                  <a:lnTo>
                    <a:pt x="8" y="18"/>
                  </a:lnTo>
                  <a:lnTo>
                    <a:pt x="8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21"/>
                  </a:lnTo>
                  <a:lnTo>
                    <a:pt x="8" y="7"/>
                  </a:lnTo>
                  <a:lnTo>
                    <a:pt x="9473" y="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689040" y="3584520"/>
              <a:ext cx="3426120" cy="187560"/>
            </a:xfrm>
            <a:custGeom>
              <a:avLst/>
              <a:gdLst/>
              <a:ahLst/>
              <a:rect l="0" t="0" r="r" b="b"/>
              <a:pathLst>
                <a:path w="9517" h="521">
                  <a:moveTo>
                    <a:pt x="0" y="502"/>
                  </a:moveTo>
                  <a:lnTo>
                    <a:pt x="4" y="463"/>
                  </a:lnTo>
                  <a:lnTo>
                    <a:pt x="0" y="521"/>
                  </a:lnTo>
                  <a:lnTo>
                    <a:pt x="106" y="309"/>
                  </a:lnTo>
                  <a:lnTo>
                    <a:pt x="158" y="309"/>
                  </a:lnTo>
                  <a:lnTo>
                    <a:pt x="209" y="360"/>
                  </a:lnTo>
                  <a:lnTo>
                    <a:pt x="278" y="309"/>
                  </a:lnTo>
                  <a:lnTo>
                    <a:pt x="346" y="231"/>
                  </a:lnTo>
                  <a:lnTo>
                    <a:pt x="397" y="205"/>
                  </a:lnTo>
                  <a:lnTo>
                    <a:pt x="449" y="205"/>
                  </a:lnTo>
                  <a:lnTo>
                    <a:pt x="500" y="179"/>
                  </a:lnTo>
                  <a:lnTo>
                    <a:pt x="551" y="154"/>
                  </a:lnTo>
                  <a:lnTo>
                    <a:pt x="603" y="154"/>
                  </a:lnTo>
                  <a:lnTo>
                    <a:pt x="654" y="179"/>
                  </a:lnTo>
                  <a:lnTo>
                    <a:pt x="705" y="179"/>
                  </a:lnTo>
                  <a:lnTo>
                    <a:pt x="757" y="205"/>
                  </a:lnTo>
                  <a:lnTo>
                    <a:pt x="808" y="256"/>
                  </a:lnTo>
                  <a:lnTo>
                    <a:pt x="859" y="283"/>
                  </a:lnTo>
                  <a:lnTo>
                    <a:pt x="910" y="309"/>
                  </a:lnTo>
                  <a:lnTo>
                    <a:pt x="962" y="335"/>
                  </a:lnTo>
                  <a:lnTo>
                    <a:pt x="1013" y="360"/>
                  </a:lnTo>
                  <a:lnTo>
                    <a:pt x="1082" y="335"/>
                  </a:lnTo>
                  <a:lnTo>
                    <a:pt x="1150" y="283"/>
                  </a:lnTo>
                  <a:lnTo>
                    <a:pt x="1184" y="205"/>
                  </a:lnTo>
                  <a:lnTo>
                    <a:pt x="1236" y="205"/>
                  </a:lnTo>
                  <a:lnTo>
                    <a:pt x="1287" y="179"/>
                  </a:lnTo>
                  <a:lnTo>
                    <a:pt x="1338" y="154"/>
                  </a:lnTo>
                  <a:lnTo>
                    <a:pt x="1390" y="128"/>
                  </a:lnTo>
                  <a:lnTo>
                    <a:pt x="1441" y="205"/>
                  </a:lnTo>
                  <a:lnTo>
                    <a:pt x="1492" y="256"/>
                  </a:lnTo>
                  <a:lnTo>
                    <a:pt x="1543" y="335"/>
                  </a:lnTo>
                  <a:lnTo>
                    <a:pt x="1595" y="386"/>
                  </a:lnTo>
                  <a:lnTo>
                    <a:pt x="1646" y="386"/>
                  </a:lnTo>
                  <a:lnTo>
                    <a:pt x="1697" y="335"/>
                  </a:lnTo>
                  <a:lnTo>
                    <a:pt x="1749" y="309"/>
                  </a:lnTo>
                  <a:lnTo>
                    <a:pt x="1800" y="256"/>
                  </a:lnTo>
                  <a:lnTo>
                    <a:pt x="1851" y="231"/>
                  </a:lnTo>
                  <a:lnTo>
                    <a:pt x="1903" y="205"/>
                  </a:lnTo>
                  <a:lnTo>
                    <a:pt x="1971" y="179"/>
                  </a:lnTo>
                  <a:lnTo>
                    <a:pt x="2022" y="179"/>
                  </a:lnTo>
                  <a:lnTo>
                    <a:pt x="2074" y="154"/>
                  </a:lnTo>
                  <a:lnTo>
                    <a:pt x="2125" y="154"/>
                  </a:lnTo>
                  <a:lnTo>
                    <a:pt x="2176" y="154"/>
                  </a:lnTo>
                  <a:lnTo>
                    <a:pt x="2228" y="128"/>
                  </a:lnTo>
                  <a:lnTo>
                    <a:pt x="2296" y="102"/>
                  </a:lnTo>
                  <a:lnTo>
                    <a:pt x="2365" y="102"/>
                  </a:lnTo>
                  <a:lnTo>
                    <a:pt x="2433" y="77"/>
                  </a:lnTo>
                  <a:lnTo>
                    <a:pt x="2484" y="154"/>
                  </a:lnTo>
                  <a:lnTo>
                    <a:pt x="2519" y="231"/>
                  </a:lnTo>
                  <a:lnTo>
                    <a:pt x="2553" y="309"/>
                  </a:lnTo>
                  <a:lnTo>
                    <a:pt x="2621" y="335"/>
                  </a:lnTo>
                  <a:lnTo>
                    <a:pt x="2673" y="309"/>
                  </a:lnTo>
                  <a:lnTo>
                    <a:pt x="2741" y="283"/>
                  </a:lnTo>
                  <a:lnTo>
                    <a:pt x="2792" y="256"/>
                  </a:lnTo>
                  <a:lnTo>
                    <a:pt x="2861" y="231"/>
                  </a:lnTo>
                  <a:lnTo>
                    <a:pt x="2929" y="231"/>
                  </a:lnTo>
                  <a:lnTo>
                    <a:pt x="2981" y="205"/>
                  </a:lnTo>
                  <a:lnTo>
                    <a:pt x="3032" y="179"/>
                  </a:lnTo>
                  <a:lnTo>
                    <a:pt x="3100" y="154"/>
                  </a:lnTo>
                  <a:lnTo>
                    <a:pt x="3152" y="128"/>
                  </a:lnTo>
                  <a:lnTo>
                    <a:pt x="3203" y="102"/>
                  </a:lnTo>
                  <a:lnTo>
                    <a:pt x="3254" y="77"/>
                  </a:lnTo>
                  <a:lnTo>
                    <a:pt x="3306" y="128"/>
                  </a:lnTo>
                  <a:lnTo>
                    <a:pt x="3357" y="179"/>
                  </a:lnTo>
                  <a:lnTo>
                    <a:pt x="3408" y="231"/>
                  </a:lnTo>
                  <a:lnTo>
                    <a:pt x="3460" y="283"/>
                  </a:lnTo>
                  <a:lnTo>
                    <a:pt x="3511" y="335"/>
                  </a:lnTo>
                  <a:lnTo>
                    <a:pt x="3562" y="335"/>
                  </a:lnTo>
                  <a:lnTo>
                    <a:pt x="3614" y="335"/>
                  </a:lnTo>
                  <a:lnTo>
                    <a:pt x="3665" y="309"/>
                  </a:lnTo>
                  <a:lnTo>
                    <a:pt x="3716" y="283"/>
                  </a:lnTo>
                  <a:lnTo>
                    <a:pt x="3767" y="283"/>
                  </a:lnTo>
                  <a:lnTo>
                    <a:pt x="3819" y="256"/>
                  </a:lnTo>
                  <a:lnTo>
                    <a:pt x="3887" y="256"/>
                  </a:lnTo>
                  <a:lnTo>
                    <a:pt x="3939" y="231"/>
                  </a:lnTo>
                  <a:lnTo>
                    <a:pt x="3990" y="231"/>
                  </a:lnTo>
                  <a:lnTo>
                    <a:pt x="4041" y="231"/>
                  </a:lnTo>
                  <a:lnTo>
                    <a:pt x="4093" y="231"/>
                  </a:lnTo>
                  <a:lnTo>
                    <a:pt x="4144" y="231"/>
                  </a:lnTo>
                  <a:lnTo>
                    <a:pt x="4195" y="231"/>
                  </a:lnTo>
                  <a:lnTo>
                    <a:pt x="4264" y="205"/>
                  </a:lnTo>
                  <a:lnTo>
                    <a:pt x="4315" y="179"/>
                  </a:lnTo>
                  <a:lnTo>
                    <a:pt x="4366" y="128"/>
                  </a:lnTo>
                  <a:lnTo>
                    <a:pt x="4418" y="102"/>
                  </a:lnTo>
                  <a:lnTo>
                    <a:pt x="4469" y="77"/>
                  </a:lnTo>
                  <a:lnTo>
                    <a:pt x="4537" y="51"/>
                  </a:lnTo>
                  <a:lnTo>
                    <a:pt x="4606" y="102"/>
                  </a:lnTo>
                  <a:lnTo>
                    <a:pt x="4657" y="179"/>
                  </a:lnTo>
                  <a:lnTo>
                    <a:pt x="4708" y="231"/>
                  </a:lnTo>
                  <a:lnTo>
                    <a:pt x="4761" y="256"/>
                  </a:lnTo>
                  <a:lnTo>
                    <a:pt x="4812" y="309"/>
                  </a:lnTo>
                  <a:lnTo>
                    <a:pt x="4863" y="309"/>
                  </a:lnTo>
                  <a:lnTo>
                    <a:pt x="4915" y="309"/>
                  </a:lnTo>
                  <a:lnTo>
                    <a:pt x="4983" y="283"/>
                  </a:lnTo>
                  <a:lnTo>
                    <a:pt x="5034" y="256"/>
                  </a:lnTo>
                  <a:lnTo>
                    <a:pt x="5086" y="205"/>
                  </a:lnTo>
                  <a:lnTo>
                    <a:pt x="5154" y="154"/>
                  </a:lnTo>
                  <a:lnTo>
                    <a:pt x="5206" y="128"/>
                  </a:lnTo>
                  <a:lnTo>
                    <a:pt x="5274" y="77"/>
                  </a:lnTo>
                  <a:lnTo>
                    <a:pt x="5325" y="77"/>
                  </a:lnTo>
                  <a:lnTo>
                    <a:pt x="5377" y="77"/>
                  </a:lnTo>
                  <a:lnTo>
                    <a:pt x="5445" y="51"/>
                  </a:lnTo>
                  <a:lnTo>
                    <a:pt x="5496" y="25"/>
                  </a:lnTo>
                  <a:lnTo>
                    <a:pt x="5548" y="25"/>
                  </a:lnTo>
                  <a:lnTo>
                    <a:pt x="5582" y="102"/>
                  </a:lnTo>
                  <a:lnTo>
                    <a:pt x="5633" y="154"/>
                  </a:lnTo>
                  <a:lnTo>
                    <a:pt x="5685" y="205"/>
                  </a:lnTo>
                  <a:lnTo>
                    <a:pt x="5736" y="283"/>
                  </a:lnTo>
                  <a:lnTo>
                    <a:pt x="5787" y="335"/>
                  </a:lnTo>
                  <a:lnTo>
                    <a:pt x="5839" y="360"/>
                  </a:lnTo>
                  <a:lnTo>
                    <a:pt x="5890" y="360"/>
                  </a:lnTo>
                  <a:lnTo>
                    <a:pt x="5941" y="309"/>
                  </a:lnTo>
                  <a:lnTo>
                    <a:pt x="5992" y="256"/>
                  </a:lnTo>
                  <a:lnTo>
                    <a:pt x="6044" y="205"/>
                  </a:lnTo>
                  <a:lnTo>
                    <a:pt x="6095" y="179"/>
                  </a:lnTo>
                  <a:lnTo>
                    <a:pt x="6146" y="154"/>
                  </a:lnTo>
                  <a:lnTo>
                    <a:pt x="6215" y="128"/>
                  </a:lnTo>
                  <a:lnTo>
                    <a:pt x="6266" y="128"/>
                  </a:lnTo>
                  <a:lnTo>
                    <a:pt x="6318" y="128"/>
                  </a:lnTo>
                  <a:lnTo>
                    <a:pt x="6369" y="102"/>
                  </a:lnTo>
                  <a:lnTo>
                    <a:pt x="6420" y="102"/>
                  </a:lnTo>
                  <a:lnTo>
                    <a:pt x="6472" y="51"/>
                  </a:lnTo>
                  <a:lnTo>
                    <a:pt x="6540" y="77"/>
                  </a:lnTo>
                  <a:lnTo>
                    <a:pt x="6625" y="154"/>
                  </a:lnTo>
                  <a:lnTo>
                    <a:pt x="6677" y="179"/>
                  </a:lnTo>
                  <a:lnTo>
                    <a:pt x="6745" y="256"/>
                  </a:lnTo>
                  <a:lnTo>
                    <a:pt x="6797" y="283"/>
                  </a:lnTo>
                  <a:lnTo>
                    <a:pt x="6848" y="335"/>
                  </a:lnTo>
                  <a:lnTo>
                    <a:pt x="6899" y="386"/>
                  </a:lnTo>
                  <a:lnTo>
                    <a:pt x="6951" y="386"/>
                  </a:lnTo>
                  <a:lnTo>
                    <a:pt x="7002" y="360"/>
                  </a:lnTo>
                  <a:lnTo>
                    <a:pt x="7070" y="309"/>
                  </a:lnTo>
                  <a:lnTo>
                    <a:pt x="7122" y="231"/>
                  </a:lnTo>
                  <a:lnTo>
                    <a:pt x="7173" y="205"/>
                  </a:lnTo>
                  <a:lnTo>
                    <a:pt x="7224" y="179"/>
                  </a:lnTo>
                  <a:lnTo>
                    <a:pt x="7276" y="154"/>
                  </a:lnTo>
                  <a:lnTo>
                    <a:pt x="7344" y="128"/>
                  </a:lnTo>
                  <a:lnTo>
                    <a:pt x="7395" y="102"/>
                  </a:lnTo>
                  <a:lnTo>
                    <a:pt x="7447" y="77"/>
                  </a:lnTo>
                  <a:lnTo>
                    <a:pt x="7498" y="51"/>
                  </a:lnTo>
                  <a:lnTo>
                    <a:pt x="7549" y="51"/>
                  </a:lnTo>
                  <a:lnTo>
                    <a:pt x="7601" y="77"/>
                  </a:lnTo>
                  <a:lnTo>
                    <a:pt x="7686" y="128"/>
                  </a:lnTo>
                  <a:lnTo>
                    <a:pt x="7737" y="179"/>
                  </a:lnTo>
                  <a:lnTo>
                    <a:pt x="7789" y="205"/>
                  </a:lnTo>
                  <a:lnTo>
                    <a:pt x="7840" y="231"/>
                  </a:lnTo>
                  <a:lnTo>
                    <a:pt x="7891" y="256"/>
                  </a:lnTo>
                  <a:lnTo>
                    <a:pt x="7943" y="256"/>
                  </a:lnTo>
                  <a:lnTo>
                    <a:pt x="7994" y="205"/>
                  </a:lnTo>
                  <a:lnTo>
                    <a:pt x="8045" y="179"/>
                  </a:lnTo>
                  <a:lnTo>
                    <a:pt x="8097" y="128"/>
                  </a:lnTo>
                  <a:lnTo>
                    <a:pt x="8148" y="77"/>
                  </a:lnTo>
                  <a:lnTo>
                    <a:pt x="8199" y="51"/>
                  </a:lnTo>
                  <a:lnTo>
                    <a:pt x="8268" y="25"/>
                  </a:lnTo>
                  <a:lnTo>
                    <a:pt x="8319" y="0"/>
                  </a:lnTo>
                  <a:lnTo>
                    <a:pt x="8370" y="0"/>
                  </a:lnTo>
                  <a:lnTo>
                    <a:pt x="8439" y="0"/>
                  </a:lnTo>
                  <a:lnTo>
                    <a:pt x="8490" y="25"/>
                  </a:lnTo>
                  <a:lnTo>
                    <a:pt x="8559" y="51"/>
                  </a:lnTo>
                  <a:lnTo>
                    <a:pt x="8610" y="77"/>
                  </a:lnTo>
                  <a:lnTo>
                    <a:pt x="8661" y="128"/>
                  </a:lnTo>
                  <a:lnTo>
                    <a:pt x="8713" y="154"/>
                  </a:lnTo>
                  <a:lnTo>
                    <a:pt x="8781" y="179"/>
                  </a:lnTo>
                  <a:lnTo>
                    <a:pt x="8832" y="231"/>
                  </a:lnTo>
                  <a:lnTo>
                    <a:pt x="8884" y="231"/>
                  </a:lnTo>
                  <a:lnTo>
                    <a:pt x="8918" y="154"/>
                  </a:lnTo>
                  <a:lnTo>
                    <a:pt x="8969" y="102"/>
                  </a:lnTo>
                  <a:lnTo>
                    <a:pt x="9021" y="102"/>
                  </a:lnTo>
                  <a:lnTo>
                    <a:pt x="9072" y="128"/>
                  </a:lnTo>
                  <a:lnTo>
                    <a:pt x="9140" y="179"/>
                  </a:lnTo>
                  <a:lnTo>
                    <a:pt x="9192" y="231"/>
                  </a:lnTo>
                  <a:lnTo>
                    <a:pt x="9243" y="256"/>
                  </a:lnTo>
                  <a:lnTo>
                    <a:pt x="9277" y="335"/>
                  </a:lnTo>
                  <a:lnTo>
                    <a:pt x="9328" y="360"/>
                  </a:lnTo>
                  <a:lnTo>
                    <a:pt x="9380" y="386"/>
                  </a:lnTo>
                  <a:lnTo>
                    <a:pt x="9431" y="437"/>
                  </a:lnTo>
                  <a:lnTo>
                    <a:pt x="9482" y="437"/>
                  </a:lnTo>
                  <a:lnTo>
                    <a:pt x="9517" y="489"/>
                  </a:lnTo>
                  <a:lnTo>
                    <a:pt x="9495" y="476"/>
                  </a:lnTo>
                  <a:lnTo>
                    <a:pt x="0" y="502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"/>
          <p:cNvSpPr/>
          <p:nvPr/>
        </p:nvSpPr>
        <p:spPr>
          <a:xfrm>
            <a:off x="95400" y="2744640"/>
            <a:ext cx="533520" cy="89064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90400" y="2960640"/>
            <a:ext cx="28800" cy="5868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7560" rIns="96120" bIns="7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33200" y="3405240"/>
            <a:ext cx="42840" cy="90360"/>
          </a:xfrm>
          <a:prstGeom prst="line">
            <a:avLst/>
          </a:prstGeom>
          <a:ln w="12600">
            <a:solidFill>
              <a:srgbClr val="CC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9240" rIns="96120" bIns="39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5400" y="555480"/>
            <a:ext cx="667440" cy="1359360"/>
          </a:xfrm>
          <a:custGeom>
            <a:avLst/>
            <a:gdLst/>
            <a:ahLst/>
            <a:rect l="0" t="0" r="r" b="b"/>
            <a:pathLst>
              <a:path fill="none" w="1854" h="3776">
                <a:moveTo>
                  <a:pt x="1853" y="0"/>
                </a:moveTo>
                <a:lnTo>
                  <a:pt x="1853" y="0"/>
                </a:lnTo>
                <a:cubicBezTo>
                  <a:pt x="1528" y="0"/>
                  <a:pt x="1209" y="87"/>
                  <a:pt x="927" y="253"/>
                </a:cubicBezTo>
                <a:cubicBezTo>
                  <a:pt x="645" y="419"/>
                  <a:pt x="411" y="657"/>
                  <a:pt x="249" y="944"/>
                </a:cubicBezTo>
                <a:cubicBezTo>
                  <a:pt x="86" y="1231"/>
                  <a:pt x="0" y="1557"/>
                  <a:pt x="0" y="1888"/>
                </a:cubicBezTo>
                <a:cubicBezTo>
                  <a:pt x="0" y="2219"/>
                  <a:pt x="86" y="2545"/>
                  <a:pt x="249" y="2832"/>
                </a:cubicBezTo>
                <a:cubicBezTo>
                  <a:pt x="411" y="3119"/>
                  <a:pt x="645" y="3357"/>
                  <a:pt x="927" y="3523"/>
                </a:cubicBezTo>
                <a:cubicBezTo>
                  <a:pt x="1209" y="3689"/>
                  <a:pt x="1528" y="3776"/>
                  <a:pt x="1853" y="3776"/>
                </a:cubicBezTo>
                <a:cubicBezTo>
                  <a:pt x="1854" y="3776"/>
                  <a:pt x="1854" y="3776"/>
                  <a:pt x="1854" y="3776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638360" y="749160"/>
            <a:ext cx="23335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Surname             Init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YOB     MOB DOB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2479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4765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"/>
          <p:cNvGrpSpPr/>
          <p:nvPr/>
        </p:nvGrpSpPr>
        <p:grpSpPr>
          <a:xfrm>
            <a:off x="685800" y="960480"/>
            <a:ext cx="3486240" cy="1619640"/>
            <a:chOff x="685800" y="960480"/>
            <a:chExt cx="3486240" cy="1619640"/>
          </a:xfrm>
        </p:grpSpPr>
        <p:sp>
          <p:nvSpPr>
            <p:cNvPr id="93" name=""/>
            <p:cNvSpPr txBox="1"/>
            <p:nvPr/>
          </p:nvSpPr>
          <p:spPr>
            <a:xfrm>
              <a:off x="685800" y="1266840"/>
              <a:ext cx="3486240" cy="13132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9834567Curtain FB19801009LM51M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9583715Healy   TC19760304LM68F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9734567Downes  BC19791205LM51M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9963413O’Brien MS19811221LM21F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^Z (eof)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 txBox="1"/>
            <p:nvPr/>
          </p:nvSpPr>
          <p:spPr>
            <a:xfrm>
              <a:off x="1622520" y="960480"/>
              <a:ext cx="143676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Arial"/>
                  <a:ea typeface="Arial"/>
                </a:rPr>
                <a:t>Students.Dat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"/>
          <p:cNvSpPr txBox="1"/>
          <p:nvPr/>
        </p:nvSpPr>
        <p:spPr>
          <a:xfrm>
            <a:off x="696960" y="428760"/>
            <a:ext cx="3875040" cy="304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9963413 O’Brien MS 19811221 LM21 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89120" y="82440"/>
            <a:ext cx="39466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           StudentName             DateOfBirth         Course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Gender</a:t>
            </a:r>
            <a:r>
              <a:rPr lang="en-US" sz="1000" b="0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63044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7925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74328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2577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50524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"/>
          <p:cNvGrpSpPr/>
          <p:nvPr/>
        </p:nvGrpSpPr>
        <p:grpSpPr>
          <a:xfrm>
            <a:off x="685800" y="2647800"/>
            <a:ext cx="3429360" cy="1124280"/>
            <a:chOff x="685800" y="2647800"/>
            <a:chExt cx="3429360" cy="1124280"/>
          </a:xfrm>
        </p:grpSpPr>
        <p:sp>
          <p:nvSpPr>
            <p:cNvPr id="103" name=""/>
            <p:cNvSpPr txBox="1"/>
            <p:nvPr/>
          </p:nvSpPr>
          <p:spPr>
            <a:xfrm>
              <a:off x="685800" y="2649600"/>
              <a:ext cx="3411360" cy="1092240"/>
            </a:xfrm>
            <a:prstGeom prst="rect">
              <a:avLst/>
            </a:prstGeom>
            <a:solidFill>
              <a:srgbClr val="EEFFEE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PERFORM UNTIL EndOfFile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READ StudentFile</a:t>
              </a:r>
              <a:br>
                <a:rPr sz="18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AT END SET EndOfFile TO TRUE</a:t>
              </a:r>
              <a:br>
                <a:rPr sz="12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END-READ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END-PERFORM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687240" y="2647800"/>
              <a:ext cx="3410280" cy="128880"/>
            </a:xfrm>
            <a:custGeom>
              <a:avLst/>
              <a:gdLst/>
              <a:ahLst/>
              <a:rect l="0" t="0" r="r" b="b"/>
              <a:pathLst>
                <a:path w="9473" h="358">
                  <a:moveTo>
                    <a:pt x="9473" y="7"/>
                  </a:moveTo>
                  <a:lnTo>
                    <a:pt x="9473" y="0"/>
                  </a:lnTo>
                  <a:lnTo>
                    <a:pt x="9473" y="7"/>
                  </a:lnTo>
                  <a:lnTo>
                    <a:pt x="9468" y="18"/>
                  </a:lnTo>
                  <a:lnTo>
                    <a:pt x="9447" y="18"/>
                  </a:lnTo>
                  <a:lnTo>
                    <a:pt x="9370" y="51"/>
                  </a:lnTo>
                  <a:lnTo>
                    <a:pt x="9319" y="83"/>
                  </a:lnTo>
                  <a:lnTo>
                    <a:pt x="9281" y="116"/>
                  </a:lnTo>
                  <a:lnTo>
                    <a:pt x="9242" y="116"/>
                  </a:lnTo>
                  <a:lnTo>
                    <a:pt x="9204" y="127"/>
                  </a:lnTo>
                  <a:lnTo>
                    <a:pt x="9166" y="127"/>
                  </a:lnTo>
                  <a:lnTo>
                    <a:pt x="9127" y="127"/>
                  </a:lnTo>
                  <a:lnTo>
                    <a:pt x="9089" y="127"/>
                  </a:lnTo>
                  <a:lnTo>
                    <a:pt x="9051" y="127"/>
                  </a:lnTo>
                  <a:lnTo>
                    <a:pt x="9012" y="127"/>
                  </a:lnTo>
                  <a:lnTo>
                    <a:pt x="8974" y="149"/>
                  </a:lnTo>
                  <a:lnTo>
                    <a:pt x="8948" y="183"/>
                  </a:lnTo>
                  <a:lnTo>
                    <a:pt x="8923" y="216"/>
                  </a:lnTo>
                  <a:lnTo>
                    <a:pt x="8884" y="226"/>
                  </a:lnTo>
                  <a:lnTo>
                    <a:pt x="8846" y="226"/>
                  </a:lnTo>
                  <a:lnTo>
                    <a:pt x="8808" y="205"/>
                  </a:lnTo>
                  <a:lnTo>
                    <a:pt x="8756" y="183"/>
                  </a:lnTo>
                  <a:lnTo>
                    <a:pt x="8718" y="183"/>
                  </a:lnTo>
                  <a:lnTo>
                    <a:pt x="8680" y="171"/>
                  </a:lnTo>
                  <a:lnTo>
                    <a:pt x="8641" y="149"/>
                  </a:lnTo>
                  <a:lnTo>
                    <a:pt x="8603" y="138"/>
                  </a:lnTo>
                  <a:lnTo>
                    <a:pt x="8552" y="138"/>
                  </a:lnTo>
                  <a:lnTo>
                    <a:pt x="8513" y="127"/>
                  </a:lnTo>
                  <a:lnTo>
                    <a:pt x="8475" y="116"/>
                  </a:lnTo>
                  <a:lnTo>
                    <a:pt x="8437" y="105"/>
                  </a:lnTo>
                  <a:lnTo>
                    <a:pt x="8398" y="105"/>
                  </a:lnTo>
                  <a:lnTo>
                    <a:pt x="8360" y="94"/>
                  </a:lnTo>
                  <a:lnTo>
                    <a:pt x="8322" y="83"/>
                  </a:lnTo>
                  <a:lnTo>
                    <a:pt x="8283" y="72"/>
                  </a:lnTo>
                  <a:lnTo>
                    <a:pt x="8245" y="61"/>
                  </a:lnTo>
                  <a:lnTo>
                    <a:pt x="8232" y="94"/>
                  </a:lnTo>
                  <a:lnTo>
                    <a:pt x="8181" y="105"/>
                  </a:lnTo>
                  <a:lnTo>
                    <a:pt x="8130" y="105"/>
                  </a:lnTo>
                  <a:lnTo>
                    <a:pt x="8091" y="116"/>
                  </a:lnTo>
                  <a:lnTo>
                    <a:pt x="8053" y="138"/>
                  </a:lnTo>
                  <a:lnTo>
                    <a:pt x="8040" y="171"/>
                  </a:lnTo>
                  <a:lnTo>
                    <a:pt x="8002" y="183"/>
                  </a:lnTo>
                  <a:lnTo>
                    <a:pt x="7964" y="183"/>
                  </a:lnTo>
                  <a:lnTo>
                    <a:pt x="7925" y="183"/>
                  </a:lnTo>
                  <a:lnTo>
                    <a:pt x="7887" y="205"/>
                  </a:lnTo>
                  <a:lnTo>
                    <a:pt x="7848" y="216"/>
                  </a:lnTo>
                  <a:lnTo>
                    <a:pt x="7810" y="226"/>
                  </a:lnTo>
                  <a:lnTo>
                    <a:pt x="7772" y="237"/>
                  </a:lnTo>
                  <a:lnTo>
                    <a:pt x="7733" y="259"/>
                  </a:lnTo>
                  <a:lnTo>
                    <a:pt x="7695" y="270"/>
                  </a:lnTo>
                  <a:lnTo>
                    <a:pt x="7657" y="270"/>
                  </a:lnTo>
                  <a:lnTo>
                    <a:pt x="7618" y="259"/>
                  </a:lnTo>
                  <a:lnTo>
                    <a:pt x="7580" y="237"/>
                  </a:lnTo>
                  <a:lnTo>
                    <a:pt x="7529" y="226"/>
                  </a:lnTo>
                  <a:lnTo>
                    <a:pt x="7490" y="216"/>
                  </a:lnTo>
                  <a:lnTo>
                    <a:pt x="7452" y="205"/>
                  </a:lnTo>
                  <a:lnTo>
                    <a:pt x="7414" y="194"/>
                  </a:lnTo>
                  <a:lnTo>
                    <a:pt x="7375" y="194"/>
                  </a:lnTo>
                  <a:lnTo>
                    <a:pt x="7337" y="171"/>
                  </a:lnTo>
                  <a:lnTo>
                    <a:pt x="7299" y="160"/>
                  </a:lnTo>
                  <a:lnTo>
                    <a:pt x="7260" y="160"/>
                  </a:lnTo>
                  <a:lnTo>
                    <a:pt x="7222" y="149"/>
                  </a:lnTo>
                  <a:lnTo>
                    <a:pt x="7183" y="149"/>
                  </a:lnTo>
                  <a:lnTo>
                    <a:pt x="7132" y="138"/>
                  </a:lnTo>
                  <a:lnTo>
                    <a:pt x="7081" y="127"/>
                  </a:lnTo>
                  <a:lnTo>
                    <a:pt x="7043" y="116"/>
                  </a:lnTo>
                  <a:lnTo>
                    <a:pt x="7004" y="105"/>
                  </a:lnTo>
                  <a:lnTo>
                    <a:pt x="6966" y="105"/>
                  </a:lnTo>
                  <a:lnTo>
                    <a:pt x="6928" y="105"/>
                  </a:lnTo>
                  <a:lnTo>
                    <a:pt x="6889" y="105"/>
                  </a:lnTo>
                  <a:lnTo>
                    <a:pt x="6851" y="105"/>
                  </a:lnTo>
                  <a:lnTo>
                    <a:pt x="6813" y="105"/>
                  </a:lnTo>
                  <a:lnTo>
                    <a:pt x="6774" y="105"/>
                  </a:lnTo>
                  <a:lnTo>
                    <a:pt x="6723" y="105"/>
                  </a:lnTo>
                  <a:lnTo>
                    <a:pt x="6685" y="94"/>
                  </a:lnTo>
                  <a:lnTo>
                    <a:pt x="6646" y="72"/>
                  </a:lnTo>
                  <a:lnTo>
                    <a:pt x="6608" y="72"/>
                  </a:lnTo>
                  <a:lnTo>
                    <a:pt x="6570" y="72"/>
                  </a:lnTo>
                  <a:lnTo>
                    <a:pt x="6544" y="105"/>
                  </a:lnTo>
                  <a:lnTo>
                    <a:pt x="6506" y="127"/>
                  </a:lnTo>
                  <a:lnTo>
                    <a:pt x="6467" y="138"/>
                  </a:lnTo>
                  <a:lnTo>
                    <a:pt x="6429" y="171"/>
                  </a:lnTo>
                  <a:lnTo>
                    <a:pt x="6391" y="183"/>
                  </a:lnTo>
                  <a:lnTo>
                    <a:pt x="6352" y="194"/>
                  </a:lnTo>
                  <a:lnTo>
                    <a:pt x="6314" y="205"/>
                  </a:lnTo>
                  <a:lnTo>
                    <a:pt x="6275" y="205"/>
                  </a:lnTo>
                  <a:lnTo>
                    <a:pt x="6237" y="194"/>
                  </a:lnTo>
                  <a:lnTo>
                    <a:pt x="6199" y="171"/>
                  </a:lnTo>
                  <a:lnTo>
                    <a:pt x="6160" y="160"/>
                  </a:lnTo>
                  <a:lnTo>
                    <a:pt x="6122" y="160"/>
                  </a:lnTo>
                  <a:lnTo>
                    <a:pt x="6084" y="149"/>
                  </a:lnTo>
                  <a:lnTo>
                    <a:pt x="6045" y="138"/>
                  </a:lnTo>
                  <a:lnTo>
                    <a:pt x="6007" y="116"/>
                  </a:lnTo>
                  <a:lnTo>
                    <a:pt x="5969" y="116"/>
                  </a:lnTo>
                  <a:lnTo>
                    <a:pt x="5930" y="94"/>
                  </a:lnTo>
                  <a:lnTo>
                    <a:pt x="5892" y="83"/>
                  </a:lnTo>
                  <a:lnTo>
                    <a:pt x="5853" y="83"/>
                  </a:lnTo>
                  <a:lnTo>
                    <a:pt x="5815" y="72"/>
                  </a:lnTo>
                  <a:lnTo>
                    <a:pt x="5777" y="72"/>
                  </a:lnTo>
                  <a:lnTo>
                    <a:pt x="5726" y="61"/>
                  </a:lnTo>
                  <a:lnTo>
                    <a:pt x="5687" y="51"/>
                  </a:lnTo>
                  <a:lnTo>
                    <a:pt x="5649" y="51"/>
                  </a:lnTo>
                  <a:lnTo>
                    <a:pt x="5610" y="51"/>
                  </a:lnTo>
                  <a:lnTo>
                    <a:pt x="5572" y="51"/>
                  </a:lnTo>
                  <a:lnTo>
                    <a:pt x="5534" y="51"/>
                  </a:lnTo>
                  <a:lnTo>
                    <a:pt x="5495" y="61"/>
                  </a:lnTo>
                  <a:lnTo>
                    <a:pt x="5457" y="83"/>
                  </a:lnTo>
                  <a:lnTo>
                    <a:pt x="5419" y="116"/>
                  </a:lnTo>
                  <a:lnTo>
                    <a:pt x="5380" y="138"/>
                  </a:lnTo>
                  <a:lnTo>
                    <a:pt x="5342" y="160"/>
                  </a:lnTo>
                  <a:lnTo>
                    <a:pt x="5304" y="183"/>
                  </a:lnTo>
                  <a:lnTo>
                    <a:pt x="5265" y="194"/>
                  </a:lnTo>
                  <a:lnTo>
                    <a:pt x="5227" y="194"/>
                  </a:lnTo>
                  <a:lnTo>
                    <a:pt x="5188" y="194"/>
                  </a:lnTo>
                  <a:lnTo>
                    <a:pt x="5150" y="205"/>
                  </a:lnTo>
                  <a:lnTo>
                    <a:pt x="5099" y="205"/>
                  </a:lnTo>
                  <a:lnTo>
                    <a:pt x="5061" y="216"/>
                  </a:lnTo>
                  <a:lnTo>
                    <a:pt x="5009" y="226"/>
                  </a:lnTo>
                  <a:lnTo>
                    <a:pt x="4971" y="237"/>
                  </a:lnTo>
                  <a:lnTo>
                    <a:pt x="4933" y="237"/>
                  </a:lnTo>
                  <a:lnTo>
                    <a:pt x="4894" y="248"/>
                  </a:lnTo>
                  <a:lnTo>
                    <a:pt x="4856" y="248"/>
                  </a:lnTo>
                  <a:lnTo>
                    <a:pt x="4818" y="248"/>
                  </a:lnTo>
                  <a:lnTo>
                    <a:pt x="4779" y="248"/>
                  </a:lnTo>
                  <a:lnTo>
                    <a:pt x="4741" y="248"/>
                  </a:lnTo>
                  <a:lnTo>
                    <a:pt x="4701" y="237"/>
                  </a:lnTo>
                  <a:lnTo>
                    <a:pt x="4676" y="205"/>
                  </a:lnTo>
                  <a:lnTo>
                    <a:pt x="4625" y="171"/>
                  </a:lnTo>
                  <a:lnTo>
                    <a:pt x="4586" y="160"/>
                  </a:lnTo>
                  <a:lnTo>
                    <a:pt x="4535" y="138"/>
                  </a:lnTo>
                  <a:lnTo>
                    <a:pt x="4497" y="116"/>
                  </a:lnTo>
                  <a:lnTo>
                    <a:pt x="4446" y="116"/>
                  </a:lnTo>
                  <a:lnTo>
                    <a:pt x="4407" y="105"/>
                  </a:lnTo>
                  <a:lnTo>
                    <a:pt x="4369" y="83"/>
                  </a:lnTo>
                  <a:lnTo>
                    <a:pt x="4331" y="83"/>
                  </a:lnTo>
                  <a:lnTo>
                    <a:pt x="4292" y="72"/>
                  </a:lnTo>
                  <a:lnTo>
                    <a:pt x="4241" y="94"/>
                  </a:lnTo>
                  <a:lnTo>
                    <a:pt x="4203" y="116"/>
                  </a:lnTo>
                  <a:lnTo>
                    <a:pt x="4164" y="138"/>
                  </a:lnTo>
                  <a:lnTo>
                    <a:pt x="4126" y="149"/>
                  </a:lnTo>
                  <a:lnTo>
                    <a:pt x="4088" y="160"/>
                  </a:lnTo>
                  <a:lnTo>
                    <a:pt x="4036" y="183"/>
                  </a:lnTo>
                  <a:lnTo>
                    <a:pt x="3998" y="194"/>
                  </a:lnTo>
                  <a:lnTo>
                    <a:pt x="3960" y="216"/>
                  </a:lnTo>
                  <a:lnTo>
                    <a:pt x="3921" y="216"/>
                  </a:lnTo>
                  <a:lnTo>
                    <a:pt x="3883" y="216"/>
                  </a:lnTo>
                  <a:lnTo>
                    <a:pt x="3832" y="205"/>
                  </a:lnTo>
                  <a:lnTo>
                    <a:pt x="3806" y="171"/>
                  </a:lnTo>
                  <a:lnTo>
                    <a:pt x="3768" y="149"/>
                  </a:lnTo>
                  <a:lnTo>
                    <a:pt x="3730" y="127"/>
                  </a:lnTo>
                  <a:lnTo>
                    <a:pt x="3691" y="94"/>
                  </a:lnTo>
                  <a:lnTo>
                    <a:pt x="3653" y="72"/>
                  </a:lnTo>
                  <a:lnTo>
                    <a:pt x="3614" y="51"/>
                  </a:lnTo>
                  <a:lnTo>
                    <a:pt x="3576" y="40"/>
                  </a:lnTo>
                  <a:lnTo>
                    <a:pt x="3538" y="40"/>
                  </a:lnTo>
                  <a:lnTo>
                    <a:pt x="3499" y="40"/>
                  </a:lnTo>
                  <a:lnTo>
                    <a:pt x="3461" y="51"/>
                  </a:lnTo>
                  <a:lnTo>
                    <a:pt x="3423" y="51"/>
                  </a:lnTo>
                  <a:lnTo>
                    <a:pt x="3384" y="51"/>
                  </a:lnTo>
                  <a:lnTo>
                    <a:pt x="3346" y="51"/>
                  </a:lnTo>
                  <a:lnTo>
                    <a:pt x="3307" y="51"/>
                  </a:lnTo>
                  <a:lnTo>
                    <a:pt x="3269" y="61"/>
                  </a:lnTo>
                  <a:lnTo>
                    <a:pt x="3231" y="61"/>
                  </a:lnTo>
                  <a:lnTo>
                    <a:pt x="3192" y="61"/>
                  </a:lnTo>
                  <a:lnTo>
                    <a:pt x="3154" y="61"/>
                  </a:lnTo>
                  <a:lnTo>
                    <a:pt x="3116" y="72"/>
                  </a:lnTo>
                  <a:lnTo>
                    <a:pt x="3077" y="72"/>
                  </a:lnTo>
                  <a:lnTo>
                    <a:pt x="3039" y="72"/>
                  </a:lnTo>
                  <a:lnTo>
                    <a:pt x="3001" y="72"/>
                  </a:lnTo>
                  <a:lnTo>
                    <a:pt x="2962" y="72"/>
                  </a:lnTo>
                  <a:lnTo>
                    <a:pt x="2924" y="72"/>
                  </a:lnTo>
                  <a:lnTo>
                    <a:pt x="2885" y="83"/>
                  </a:lnTo>
                  <a:lnTo>
                    <a:pt x="2847" y="105"/>
                  </a:lnTo>
                  <a:lnTo>
                    <a:pt x="2809" y="116"/>
                  </a:lnTo>
                  <a:lnTo>
                    <a:pt x="2770" y="138"/>
                  </a:lnTo>
                  <a:lnTo>
                    <a:pt x="2732" y="149"/>
                  </a:lnTo>
                  <a:lnTo>
                    <a:pt x="2694" y="183"/>
                  </a:lnTo>
                  <a:lnTo>
                    <a:pt x="2655" y="194"/>
                  </a:lnTo>
                  <a:lnTo>
                    <a:pt x="2617" y="205"/>
                  </a:lnTo>
                  <a:lnTo>
                    <a:pt x="2566" y="216"/>
                  </a:lnTo>
                  <a:lnTo>
                    <a:pt x="2527" y="226"/>
                  </a:lnTo>
                  <a:lnTo>
                    <a:pt x="2489" y="237"/>
                  </a:lnTo>
                  <a:lnTo>
                    <a:pt x="2451" y="237"/>
                  </a:lnTo>
                  <a:lnTo>
                    <a:pt x="2412" y="237"/>
                  </a:lnTo>
                  <a:lnTo>
                    <a:pt x="2374" y="216"/>
                  </a:lnTo>
                  <a:lnTo>
                    <a:pt x="2336" y="194"/>
                  </a:lnTo>
                  <a:lnTo>
                    <a:pt x="2297" y="183"/>
                  </a:lnTo>
                  <a:lnTo>
                    <a:pt x="2259" y="160"/>
                  </a:lnTo>
                  <a:lnTo>
                    <a:pt x="2208" y="160"/>
                  </a:lnTo>
                  <a:lnTo>
                    <a:pt x="2157" y="149"/>
                  </a:lnTo>
                  <a:lnTo>
                    <a:pt x="2144" y="116"/>
                  </a:lnTo>
                  <a:lnTo>
                    <a:pt x="2105" y="105"/>
                  </a:lnTo>
                  <a:lnTo>
                    <a:pt x="2067" y="105"/>
                  </a:lnTo>
                  <a:lnTo>
                    <a:pt x="2016" y="105"/>
                  </a:lnTo>
                  <a:lnTo>
                    <a:pt x="1977" y="105"/>
                  </a:lnTo>
                  <a:lnTo>
                    <a:pt x="1939" y="105"/>
                  </a:lnTo>
                  <a:lnTo>
                    <a:pt x="1939" y="138"/>
                  </a:lnTo>
                  <a:lnTo>
                    <a:pt x="1939" y="171"/>
                  </a:lnTo>
                  <a:lnTo>
                    <a:pt x="1977" y="194"/>
                  </a:lnTo>
                  <a:lnTo>
                    <a:pt x="2003" y="226"/>
                  </a:lnTo>
                  <a:lnTo>
                    <a:pt x="2041" y="259"/>
                  </a:lnTo>
                  <a:lnTo>
                    <a:pt x="2067" y="292"/>
                  </a:lnTo>
                  <a:lnTo>
                    <a:pt x="2093" y="325"/>
                  </a:lnTo>
                  <a:lnTo>
                    <a:pt x="2118" y="358"/>
                  </a:lnTo>
                  <a:lnTo>
                    <a:pt x="2080" y="336"/>
                  </a:lnTo>
                  <a:lnTo>
                    <a:pt x="2041" y="303"/>
                  </a:lnTo>
                  <a:lnTo>
                    <a:pt x="2003" y="281"/>
                  </a:lnTo>
                  <a:lnTo>
                    <a:pt x="1965" y="259"/>
                  </a:lnTo>
                  <a:lnTo>
                    <a:pt x="1926" y="237"/>
                  </a:lnTo>
                  <a:lnTo>
                    <a:pt x="1888" y="205"/>
                  </a:lnTo>
                  <a:lnTo>
                    <a:pt x="1850" y="171"/>
                  </a:lnTo>
                  <a:lnTo>
                    <a:pt x="1811" y="149"/>
                  </a:lnTo>
                  <a:lnTo>
                    <a:pt x="1773" y="138"/>
                  </a:lnTo>
                  <a:lnTo>
                    <a:pt x="1722" y="127"/>
                  </a:lnTo>
                  <a:lnTo>
                    <a:pt x="1683" y="127"/>
                  </a:lnTo>
                  <a:lnTo>
                    <a:pt x="1645" y="127"/>
                  </a:lnTo>
                  <a:lnTo>
                    <a:pt x="1607" y="127"/>
                  </a:lnTo>
                  <a:lnTo>
                    <a:pt x="1568" y="116"/>
                  </a:lnTo>
                  <a:lnTo>
                    <a:pt x="1530" y="116"/>
                  </a:lnTo>
                  <a:lnTo>
                    <a:pt x="1492" y="116"/>
                  </a:lnTo>
                  <a:lnTo>
                    <a:pt x="1453" y="116"/>
                  </a:lnTo>
                  <a:lnTo>
                    <a:pt x="1402" y="116"/>
                  </a:lnTo>
                  <a:lnTo>
                    <a:pt x="1364" y="116"/>
                  </a:lnTo>
                  <a:lnTo>
                    <a:pt x="1325" y="127"/>
                  </a:lnTo>
                  <a:lnTo>
                    <a:pt x="1287" y="127"/>
                  </a:lnTo>
                  <a:lnTo>
                    <a:pt x="1236" y="127"/>
                  </a:lnTo>
                  <a:lnTo>
                    <a:pt x="1185" y="127"/>
                  </a:lnTo>
                  <a:lnTo>
                    <a:pt x="1146" y="127"/>
                  </a:lnTo>
                  <a:lnTo>
                    <a:pt x="1108" y="127"/>
                  </a:lnTo>
                  <a:lnTo>
                    <a:pt x="1069" y="149"/>
                  </a:lnTo>
                  <a:lnTo>
                    <a:pt x="1031" y="160"/>
                  </a:lnTo>
                  <a:lnTo>
                    <a:pt x="1018" y="194"/>
                  </a:lnTo>
                  <a:lnTo>
                    <a:pt x="1018" y="226"/>
                  </a:lnTo>
                  <a:lnTo>
                    <a:pt x="980" y="259"/>
                  </a:lnTo>
                  <a:lnTo>
                    <a:pt x="942" y="270"/>
                  </a:lnTo>
                  <a:lnTo>
                    <a:pt x="903" y="270"/>
                  </a:lnTo>
                  <a:lnTo>
                    <a:pt x="865" y="270"/>
                  </a:lnTo>
                  <a:lnTo>
                    <a:pt x="826" y="270"/>
                  </a:lnTo>
                  <a:lnTo>
                    <a:pt x="788" y="281"/>
                  </a:lnTo>
                  <a:lnTo>
                    <a:pt x="750" y="292"/>
                  </a:lnTo>
                  <a:lnTo>
                    <a:pt x="699" y="292"/>
                  </a:lnTo>
                  <a:lnTo>
                    <a:pt x="660" y="292"/>
                  </a:lnTo>
                  <a:lnTo>
                    <a:pt x="622" y="292"/>
                  </a:lnTo>
                  <a:lnTo>
                    <a:pt x="584" y="281"/>
                  </a:lnTo>
                  <a:lnTo>
                    <a:pt x="558" y="248"/>
                  </a:lnTo>
                  <a:lnTo>
                    <a:pt x="520" y="237"/>
                  </a:lnTo>
                  <a:lnTo>
                    <a:pt x="481" y="216"/>
                  </a:lnTo>
                  <a:lnTo>
                    <a:pt x="443" y="205"/>
                  </a:lnTo>
                  <a:lnTo>
                    <a:pt x="404" y="194"/>
                  </a:lnTo>
                  <a:lnTo>
                    <a:pt x="366" y="194"/>
                  </a:lnTo>
                  <a:lnTo>
                    <a:pt x="328" y="183"/>
                  </a:lnTo>
                  <a:lnTo>
                    <a:pt x="289" y="160"/>
                  </a:lnTo>
                  <a:lnTo>
                    <a:pt x="251" y="149"/>
                  </a:lnTo>
                  <a:lnTo>
                    <a:pt x="213" y="127"/>
                  </a:lnTo>
                  <a:lnTo>
                    <a:pt x="174" y="116"/>
                  </a:lnTo>
                  <a:lnTo>
                    <a:pt x="136" y="105"/>
                  </a:lnTo>
                  <a:lnTo>
                    <a:pt x="98" y="83"/>
                  </a:lnTo>
                  <a:lnTo>
                    <a:pt x="59" y="72"/>
                  </a:lnTo>
                  <a:lnTo>
                    <a:pt x="8" y="18"/>
                  </a:lnTo>
                  <a:lnTo>
                    <a:pt x="8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21"/>
                  </a:lnTo>
                  <a:lnTo>
                    <a:pt x="8" y="7"/>
                  </a:lnTo>
                  <a:lnTo>
                    <a:pt x="9473" y="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689040" y="3584520"/>
              <a:ext cx="3426120" cy="187560"/>
            </a:xfrm>
            <a:custGeom>
              <a:avLst/>
              <a:gdLst/>
              <a:ahLst/>
              <a:rect l="0" t="0" r="r" b="b"/>
              <a:pathLst>
                <a:path w="9517" h="521">
                  <a:moveTo>
                    <a:pt x="0" y="502"/>
                  </a:moveTo>
                  <a:lnTo>
                    <a:pt x="4" y="463"/>
                  </a:lnTo>
                  <a:lnTo>
                    <a:pt x="0" y="521"/>
                  </a:lnTo>
                  <a:lnTo>
                    <a:pt x="106" y="309"/>
                  </a:lnTo>
                  <a:lnTo>
                    <a:pt x="158" y="309"/>
                  </a:lnTo>
                  <a:lnTo>
                    <a:pt x="209" y="360"/>
                  </a:lnTo>
                  <a:lnTo>
                    <a:pt x="278" y="309"/>
                  </a:lnTo>
                  <a:lnTo>
                    <a:pt x="346" y="231"/>
                  </a:lnTo>
                  <a:lnTo>
                    <a:pt x="397" y="205"/>
                  </a:lnTo>
                  <a:lnTo>
                    <a:pt x="449" y="205"/>
                  </a:lnTo>
                  <a:lnTo>
                    <a:pt x="500" y="179"/>
                  </a:lnTo>
                  <a:lnTo>
                    <a:pt x="551" y="154"/>
                  </a:lnTo>
                  <a:lnTo>
                    <a:pt x="603" y="154"/>
                  </a:lnTo>
                  <a:lnTo>
                    <a:pt x="654" y="179"/>
                  </a:lnTo>
                  <a:lnTo>
                    <a:pt x="705" y="179"/>
                  </a:lnTo>
                  <a:lnTo>
                    <a:pt x="757" y="205"/>
                  </a:lnTo>
                  <a:lnTo>
                    <a:pt x="808" y="256"/>
                  </a:lnTo>
                  <a:lnTo>
                    <a:pt x="859" y="283"/>
                  </a:lnTo>
                  <a:lnTo>
                    <a:pt x="910" y="309"/>
                  </a:lnTo>
                  <a:lnTo>
                    <a:pt x="962" y="335"/>
                  </a:lnTo>
                  <a:lnTo>
                    <a:pt x="1013" y="360"/>
                  </a:lnTo>
                  <a:lnTo>
                    <a:pt x="1082" y="335"/>
                  </a:lnTo>
                  <a:lnTo>
                    <a:pt x="1150" y="283"/>
                  </a:lnTo>
                  <a:lnTo>
                    <a:pt x="1184" y="205"/>
                  </a:lnTo>
                  <a:lnTo>
                    <a:pt x="1236" y="205"/>
                  </a:lnTo>
                  <a:lnTo>
                    <a:pt x="1287" y="179"/>
                  </a:lnTo>
                  <a:lnTo>
                    <a:pt x="1338" y="154"/>
                  </a:lnTo>
                  <a:lnTo>
                    <a:pt x="1390" y="128"/>
                  </a:lnTo>
                  <a:lnTo>
                    <a:pt x="1441" y="205"/>
                  </a:lnTo>
                  <a:lnTo>
                    <a:pt x="1492" y="256"/>
                  </a:lnTo>
                  <a:lnTo>
                    <a:pt x="1543" y="335"/>
                  </a:lnTo>
                  <a:lnTo>
                    <a:pt x="1595" y="386"/>
                  </a:lnTo>
                  <a:lnTo>
                    <a:pt x="1646" y="386"/>
                  </a:lnTo>
                  <a:lnTo>
                    <a:pt x="1697" y="335"/>
                  </a:lnTo>
                  <a:lnTo>
                    <a:pt x="1749" y="309"/>
                  </a:lnTo>
                  <a:lnTo>
                    <a:pt x="1800" y="256"/>
                  </a:lnTo>
                  <a:lnTo>
                    <a:pt x="1851" y="231"/>
                  </a:lnTo>
                  <a:lnTo>
                    <a:pt x="1903" y="205"/>
                  </a:lnTo>
                  <a:lnTo>
                    <a:pt x="1971" y="179"/>
                  </a:lnTo>
                  <a:lnTo>
                    <a:pt x="2022" y="179"/>
                  </a:lnTo>
                  <a:lnTo>
                    <a:pt x="2074" y="154"/>
                  </a:lnTo>
                  <a:lnTo>
                    <a:pt x="2125" y="154"/>
                  </a:lnTo>
                  <a:lnTo>
                    <a:pt x="2176" y="154"/>
                  </a:lnTo>
                  <a:lnTo>
                    <a:pt x="2228" y="128"/>
                  </a:lnTo>
                  <a:lnTo>
                    <a:pt x="2296" y="102"/>
                  </a:lnTo>
                  <a:lnTo>
                    <a:pt x="2365" y="102"/>
                  </a:lnTo>
                  <a:lnTo>
                    <a:pt x="2433" y="77"/>
                  </a:lnTo>
                  <a:lnTo>
                    <a:pt x="2484" y="154"/>
                  </a:lnTo>
                  <a:lnTo>
                    <a:pt x="2519" y="231"/>
                  </a:lnTo>
                  <a:lnTo>
                    <a:pt x="2553" y="309"/>
                  </a:lnTo>
                  <a:lnTo>
                    <a:pt x="2621" y="335"/>
                  </a:lnTo>
                  <a:lnTo>
                    <a:pt x="2673" y="309"/>
                  </a:lnTo>
                  <a:lnTo>
                    <a:pt x="2741" y="283"/>
                  </a:lnTo>
                  <a:lnTo>
                    <a:pt x="2792" y="256"/>
                  </a:lnTo>
                  <a:lnTo>
                    <a:pt x="2861" y="231"/>
                  </a:lnTo>
                  <a:lnTo>
                    <a:pt x="2929" y="231"/>
                  </a:lnTo>
                  <a:lnTo>
                    <a:pt x="2981" y="205"/>
                  </a:lnTo>
                  <a:lnTo>
                    <a:pt x="3032" y="179"/>
                  </a:lnTo>
                  <a:lnTo>
                    <a:pt x="3100" y="154"/>
                  </a:lnTo>
                  <a:lnTo>
                    <a:pt x="3152" y="128"/>
                  </a:lnTo>
                  <a:lnTo>
                    <a:pt x="3203" y="102"/>
                  </a:lnTo>
                  <a:lnTo>
                    <a:pt x="3254" y="77"/>
                  </a:lnTo>
                  <a:lnTo>
                    <a:pt x="3306" y="128"/>
                  </a:lnTo>
                  <a:lnTo>
                    <a:pt x="3357" y="179"/>
                  </a:lnTo>
                  <a:lnTo>
                    <a:pt x="3408" y="231"/>
                  </a:lnTo>
                  <a:lnTo>
                    <a:pt x="3460" y="283"/>
                  </a:lnTo>
                  <a:lnTo>
                    <a:pt x="3511" y="335"/>
                  </a:lnTo>
                  <a:lnTo>
                    <a:pt x="3562" y="335"/>
                  </a:lnTo>
                  <a:lnTo>
                    <a:pt x="3614" y="335"/>
                  </a:lnTo>
                  <a:lnTo>
                    <a:pt x="3665" y="309"/>
                  </a:lnTo>
                  <a:lnTo>
                    <a:pt x="3716" y="283"/>
                  </a:lnTo>
                  <a:lnTo>
                    <a:pt x="3767" y="283"/>
                  </a:lnTo>
                  <a:lnTo>
                    <a:pt x="3819" y="256"/>
                  </a:lnTo>
                  <a:lnTo>
                    <a:pt x="3887" y="256"/>
                  </a:lnTo>
                  <a:lnTo>
                    <a:pt x="3939" y="231"/>
                  </a:lnTo>
                  <a:lnTo>
                    <a:pt x="3990" y="231"/>
                  </a:lnTo>
                  <a:lnTo>
                    <a:pt x="4041" y="231"/>
                  </a:lnTo>
                  <a:lnTo>
                    <a:pt x="4093" y="231"/>
                  </a:lnTo>
                  <a:lnTo>
                    <a:pt x="4144" y="231"/>
                  </a:lnTo>
                  <a:lnTo>
                    <a:pt x="4195" y="231"/>
                  </a:lnTo>
                  <a:lnTo>
                    <a:pt x="4264" y="205"/>
                  </a:lnTo>
                  <a:lnTo>
                    <a:pt x="4315" y="179"/>
                  </a:lnTo>
                  <a:lnTo>
                    <a:pt x="4366" y="128"/>
                  </a:lnTo>
                  <a:lnTo>
                    <a:pt x="4418" y="102"/>
                  </a:lnTo>
                  <a:lnTo>
                    <a:pt x="4469" y="77"/>
                  </a:lnTo>
                  <a:lnTo>
                    <a:pt x="4537" y="51"/>
                  </a:lnTo>
                  <a:lnTo>
                    <a:pt x="4606" y="102"/>
                  </a:lnTo>
                  <a:lnTo>
                    <a:pt x="4657" y="179"/>
                  </a:lnTo>
                  <a:lnTo>
                    <a:pt x="4708" y="231"/>
                  </a:lnTo>
                  <a:lnTo>
                    <a:pt x="4761" y="256"/>
                  </a:lnTo>
                  <a:lnTo>
                    <a:pt x="4812" y="309"/>
                  </a:lnTo>
                  <a:lnTo>
                    <a:pt x="4863" y="309"/>
                  </a:lnTo>
                  <a:lnTo>
                    <a:pt x="4915" y="309"/>
                  </a:lnTo>
                  <a:lnTo>
                    <a:pt x="4983" y="283"/>
                  </a:lnTo>
                  <a:lnTo>
                    <a:pt x="5034" y="256"/>
                  </a:lnTo>
                  <a:lnTo>
                    <a:pt x="5086" y="205"/>
                  </a:lnTo>
                  <a:lnTo>
                    <a:pt x="5154" y="154"/>
                  </a:lnTo>
                  <a:lnTo>
                    <a:pt x="5206" y="128"/>
                  </a:lnTo>
                  <a:lnTo>
                    <a:pt x="5274" y="77"/>
                  </a:lnTo>
                  <a:lnTo>
                    <a:pt x="5325" y="77"/>
                  </a:lnTo>
                  <a:lnTo>
                    <a:pt x="5377" y="77"/>
                  </a:lnTo>
                  <a:lnTo>
                    <a:pt x="5445" y="51"/>
                  </a:lnTo>
                  <a:lnTo>
                    <a:pt x="5496" y="25"/>
                  </a:lnTo>
                  <a:lnTo>
                    <a:pt x="5548" y="25"/>
                  </a:lnTo>
                  <a:lnTo>
                    <a:pt x="5582" y="102"/>
                  </a:lnTo>
                  <a:lnTo>
                    <a:pt x="5633" y="154"/>
                  </a:lnTo>
                  <a:lnTo>
                    <a:pt x="5685" y="205"/>
                  </a:lnTo>
                  <a:lnTo>
                    <a:pt x="5736" y="283"/>
                  </a:lnTo>
                  <a:lnTo>
                    <a:pt x="5787" y="335"/>
                  </a:lnTo>
                  <a:lnTo>
                    <a:pt x="5839" y="360"/>
                  </a:lnTo>
                  <a:lnTo>
                    <a:pt x="5890" y="360"/>
                  </a:lnTo>
                  <a:lnTo>
                    <a:pt x="5941" y="309"/>
                  </a:lnTo>
                  <a:lnTo>
                    <a:pt x="5992" y="256"/>
                  </a:lnTo>
                  <a:lnTo>
                    <a:pt x="6044" y="205"/>
                  </a:lnTo>
                  <a:lnTo>
                    <a:pt x="6095" y="179"/>
                  </a:lnTo>
                  <a:lnTo>
                    <a:pt x="6146" y="154"/>
                  </a:lnTo>
                  <a:lnTo>
                    <a:pt x="6215" y="128"/>
                  </a:lnTo>
                  <a:lnTo>
                    <a:pt x="6266" y="128"/>
                  </a:lnTo>
                  <a:lnTo>
                    <a:pt x="6318" y="128"/>
                  </a:lnTo>
                  <a:lnTo>
                    <a:pt x="6369" y="102"/>
                  </a:lnTo>
                  <a:lnTo>
                    <a:pt x="6420" y="102"/>
                  </a:lnTo>
                  <a:lnTo>
                    <a:pt x="6472" y="51"/>
                  </a:lnTo>
                  <a:lnTo>
                    <a:pt x="6540" y="77"/>
                  </a:lnTo>
                  <a:lnTo>
                    <a:pt x="6625" y="154"/>
                  </a:lnTo>
                  <a:lnTo>
                    <a:pt x="6677" y="179"/>
                  </a:lnTo>
                  <a:lnTo>
                    <a:pt x="6745" y="256"/>
                  </a:lnTo>
                  <a:lnTo>
                    <a:pt x="6797" y="283"/>
                  </a:lnTo>
                  <a:lnTo>
                    <a:pt x="6848" y="335"/>
                  </a:lnTo>
                  <a:lnTo>
                    <a:pt x="6899" y="386"/>
                  </a:lnTo>
                  <a:lnTo>
                    <a:pt x="6951" y="386"/>
                  </a:lnTo>
                  <a:lnTo>
                    <a:pt x="7002" y="360"/>
                  </a:lnTo>
                  <a:lnTo>
                    <a:pt x="7070" y="309"/>
                  </a:lnTo>
                  <a:lnTo>
                    <a:pt x="7122" y="231"/>
                  </a:lnTo>
                  <a:lnTo>
                    <a:pt x="7173" y="205"/>
                  </a:lnTo>
                  <a:lnTo>
                    <a:pt x="7224" y="179"/>
                  </a:lnTo>
                  <a:lnTo>
                    <a:pt x="7276" y="154"/>
                  </a:lnTo>
                  <a:lnTo>
                    <a:pt x="7344" y="128"/>
                  </a:lnTo>
                  <a:lnTo>
                    <a:pt x="7395" y="102"/>
                  </a:lnTo>
                  <a:lnTo>
                    <a:pt x="7447" y="77"/>
                  </a:lnTo>
                  <a:lnTo>
                    <a:pt x="7498" y="51"/>
                  </a:lnTo>
                  <a:lnTo>
                    <a:pt x="7549" y="51"/>
                  </a:lnTo>
                  <a:lnTo>
                    <a:pt x="7601" y="77"/>
                  </a:lnTo>
                  <a:lnTo>
                    <a:pt x="7686" y="128"/>
                  </a:lnTo>
                  <a:lnTo>
                    <a:pt x="7737" y="179"/>
                  </a:lnTo>
                  <a:lnTo>
                    <a:pt x="7789" y="205"/>
                  </a:lnTo>
                  <a:lnTo>
                    <a:pt x="7840" y="231"/>
                  </a:lnTo>
                  <a:lnTo>
                    <a:pt x="7891" y="256"/>
                  </a:lnTo>
                  <a:lnTo>
                    <a:pt x="7943" y="256"/>
                  </a:lnTo>
                  <a:lnTo>
                    <a:pt x="7994" y="205"/>
                  </a:lnTo>
                  <a:lnTo>
                    <a:pt x="8045" y="179"/>
                  </a:lnTo>
                  <a:lnTo>
                    <a:pt x="8097" y="128"/>
                  </a:lnTo>
                  <a:lnTo>
                    <a:pt x="8148" y="77"/>
                  </a:lnTo>
                  <a:lnTo>
                    <a:pt x="8199" y="51"/>
                  </a:lnTo>
                  <a:lnTo>
                    <a:pt x="8268" y="25"/>
                  </a:lnTo>
                  <a:lnTo>
                    <a:pt x="8319" y="0"/>
                  </a:lnTo>
                  <a:lnTo>
                    <a:pt x="8370" y="0"/>
                  </a:lnTo>
                  <a:lnTo>
                    <a:pt x="8439" y="0"/>
                  </a:lnTo>
                  <a:lnTo>
                    <a:pt x="8490" y="25"/>
                  </a:lnTo>
                  <a:lnTo>
                    <a:pt x="8559" y="51"/>
                  </a:lnTo>
                  <a:lnTo>
                    <a:pt x="8610" y="77"/>
                  </a:lnTo>
                  <a:lnTo>
                    <a:pt x="8661" y="128"/>
                  </a:lnTo>
                  <a:lnTo>
                    <a:pt x="8713" y="154"/>
                  </a:lnTo>
                  <a:lnTo>
                    <a:pt x="8781" y="179"/>
                  </a:lnTo>
                  <a:lnTo>
                    <a:pt x="8832" y="231"/>
                  </a:lnTo>
                  <a:lnTo>
                    <a:pt x="8884" y="231"/>
                  </a:lnTo>
                  <a:lnTo>
                    <a:pt x="8918" y="154"/>
                  </a:lnTo>
                  <a:lnTo>
                    <a:pt x="8969" y="102"/>
                  </a:lnTo>
                  <a:lnTo>
                    <a:pt x="9021" y="102"/>
                  </a:lnTo>
                  <a:lnTo>
                    <a:pt x="9072" y="128"/>
                  </a:lnTo>
                  <a:lnTo>
                    <a:pt x="9140" y="179"/>
                  </a:lnTo>
                  <a:lnTo>
                    <a:pt x="9192" y="231"/>
                  </a:lnTo>
                  <a:lnTo>
                    <a:pt x="9243" y="256"/>
                  </a:lnTo>
                  <a:lnTo>
                    <a:pt x="9277" y="335"/>
                  </a:lnTo>
                  <a:lnTo>
                    <a:pt x="9328" y="360"/>
                  </a:lnTo>
                  <a:lnTo>
                    <a:pt x="9380" y="386"/>
                  </a:lnTo>
                  <a:lnTo>
                    <a:pt x="9431" y="437"/>
                  </a:lnTo>
                  <a:lnTo>
                    <a:pt x="9482" y="437"/>
                  </a:lnTo>
                  <a:lnTo>
                    <a:pt x="9517" y="489"/>
                  </a:lnTo>
                  <a:lnTo>
                    <a:pt x="9495" y="476"/>
                  </a:lnTo>
                  <a:lnTo>
                    <a:pt x="0" y="502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" name=""/>
          <p:cNvSpPr/>
          <p:nvPr/>
        </p:nvSpPr>
        <p:spPr>
          <a:xfrm>
            <a:off x="95400" y="2744640"/>
            <a:ext cx="533520" cy="89064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 flipH="1">
            <a:off x="547560" y="3429000"/>
            <a:ext cx="38160" cy="8568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4560" rIns="96120" bIns="34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 flipH="1">
            <a:off x="162000" y="2824200"/>
            <a:ext cx="47520" cy="76320"/>
          </a:xfrm>
          <a:prstGeom prst="line">
            <a:avLst/>
          </a:prstGeom>
          <a:ln w="12600">
            <a:solidFill>
              <a:srgbClr val="CC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25200" rIns="96120" bIns="25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5400" y="555480"/>
            <a:ext cx="667440" cy="1587960"/>
          </a:xfrm>
          <a:custGeom>
            <a:avLst/>
            <a:gdLst/>
            <a:ahLst/>
            <a:rect l="0" t="0" r="r" b="b"/>
            <a:pathLst>
              <a:path fill="none" w="1854" h="4411">
                <a:moveTo>
                  <a:pt x="1853" y="0"/>
                </a:moveTo>
                <a:lnTo>
                  <a:pt x="1853" y="0"/>
                </a:lnTo>
                <a:cubicBezTo>
                  <a:pt x="1528" y="0"/>
                  <a:pt x="1208" y="102"/>
                  <a:pt x="927" y="295"/>
                </a:cubicBezTo>
                <a:cubicBezTo>
                  <a:pt x="645" y="489"/>
                  <a:pt x="411" y="767"/>
                  <a:pt x="248" y="1103"/>
                </a:cubicBezTo>
                <a:cubicBezTo>
                  <a:pt x="86" y="1438"/>
                  <a:pt x="0" y="1818"/>
                  <a:pt x="0" y="2206"/>
                </a:cubicBezTo>
                <a:cubicBezTo>
                  <a:pt x="0" y="2593"/>
                  <a:pt x="86" y="2973"/>
                  <a:pt x="248" y="3308"/>
                </a:cubicBezTo>
                <a:cubicBezTo>
                  <a:pt x="411" y="3644"/>
                  <a:pt x="645" y="3922"/>
                  <a:pt x="927" y="4116"/>
                </a:cubicBezTo>
                <a:cubicBezTo>
                  <a:pt x="1209" y="4309"/>
                  <a:pt x="1528" y="4411"/>
                  <a:pt x="1853" y="4411"/>
                </a:cubicBezTo>
                <a:cubicBezTo>
                  <a:pt x="1854" y="4411"/>
                  <a:pt x="1854" y="4411"/>
                  <a:pt x="1854" y="4411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638360" y="749160"/>
            <a:ext cx="23335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Surname             Init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YOB     MOB DOB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2479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47652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 txBox="1"/>
          <p:nvPr/>
        </p:nvSpPr>
        <p:spPr>
          <a:xfrm>
            <a:off x="1638360" y="749160"/>
            <a:ext cx="23335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Surname             Init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YOB     MOB DOB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" name=""/>
          <p:cNvGrpSpPr/>
          <p:nvPr/>
        </p:nvGrpSpPr>
        <p:grpSpPr>
          <a:xfrm>
            <a:off x="685800" y="960480"/>
            <a:ext cx="3486240" cy="1619640"/>
            <a:chOff x="685800" y="960480"/>
            <a:chExt cx="3486240" cy="1619640"/>
          </a:xfrm>
        </p:grpSpPr>
        <p:sp>
          <p:nvSpPr>
            <p:cNvPr id="115" name=""/>
            <p:cNvSpPr txBox="1"/>
            <p:nvPr/>
          </p:nvSpPr>
          <p:spPr>
            <a:xfrm>
              <a:off x="685800" y="1266840"/>
              <a:ext cx="3486240" cy="13132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9834567Curtain FB19801009LM51M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9583715Healy   TC19760304LM68F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9734567Downes  BC19791205LM51M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9963413O’Brien MS19811221LM21F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0000"/>
                </a:lnSpc>
                <a:spcBef>
                  <a:spcPts val="1199"/>
                </a:spcBef>
              </a:pPr>
              <a:r>
                <a:rPr lang="en-US" sz="14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^Z (eof)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 txBox="1"/>
            <p:nvPr/>
          </p:nvSpPr>
          <p:spPr>
            <a:xfrm>
              <a:off x="1622520" y="960480"/>
              <a:ext cx="143676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Arial"/>
                  <a:ea typeface="Arial"/>
                </a:rPr>
                <a:t>Students.Dat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" name=""/>
          <p:cNvSpPr txBox="1"/>
          <p:nvPr/>
        </p:nvSpPr>
        <p:spPr>
          <a:xfrm>
            <a:off x="789120" y="82440"/>
            <a:ext cx="39466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           StudentName             DateOfBirth         Course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Gender</a:t>
            </a:r>
            <a:r>
              <a:rPr lang="en-US" sz="1000" b="0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63044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7925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74328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257720" y="447840"/>
            <a:ext cx="0" cy="2664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50524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03840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267000" y="447840"/>
            <a:ext cx="0" cy="26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685800" y="2647800"/>
            <a:ext cx="3429360" cy="1124280"/>
            <a:chOff x="685800" y="2647800"/>
            <a:chExt cx="3429360" cy="1124280"/>
          </a:xfrm>
        </p:grpSpPr>
        <p:sp>
          <p:nvSpPr>
            <p:cNvPr id="126" name=""/>
            <p:cNvSpPr txBox="1"/>
            <p:nvPr/>
          </p:nvSpPr>
          <p:spPr>
            <a:xfrm>
              <a:off x="685800" y="2649600"/>
              <a:ext cx="3411360" cy="1092240"/>
            </a:xfrm>
            <a:prstGeom prst="rect">
              <a:avLst/>
            </a:prstGeom>
            <a:solidFill>
              <a:srgbClr val="EEFFEE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PERFORM UNTIL EndOfFile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READ StudentFile</a:t>
              </a:r>
              <a:br>
                <a:rPr sz="12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</a:t>
              </a: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AT END SET EndOfFile TO TRUE</a:t>
              </a:r>
              <a:br>
                <a:rPr sz="1800"/>
              </a:b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END-READ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END-PERFORM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687240" y="2647800"/>
              <a:ext cx="3410280" cy="128880"/>
            </a:xfrm>
            <a:custGeom>
              <a:avLst/>
              <a:gdLst/>
              <a:ahLst/>
              <a:rect l="0" t="0" r="r" b="b"/>
              <a:pathLst>
                <a:path w="9473" h="358">
                  <a:moveTo>
                    <a:pt x="9473" y="7"/>
                  </a:moveTo>
                  <a:lnTo>
                    <a:pt x="9473" y="0"/>
                  </a:lnTo>
                  <a:lnTo>
                    <a:pt x="9473" y="7"/>
                  </a:lnTo>
                  <a:lnTo>
                    <a:pt x="9468" y="18"/>
                  </a:lnTo>
                  <a:lnTo>
                    <a:pt x="9447" y="18"/>
                  </a:lnTo>
                  <a:lnTo>
                    <a:pt x="9370" y="51"/>
                  </a:lnTo>
                  <a:lnTo>
                    <a:pt x="9319" y="83"/>
                  </a:lnTo>
                  <a:lnTo>
                    <a:pt x="9281" y="116"/>
                  </a:lnTo>
                  <a:lnTo>
                    <a:pt x="9242" y="116"/>
                  </a:lnTo>
                  <a:lnTo>
                    <a:pt x="9204" y="127"/>
                  </a:lnTo>
                  <a:lnTo>
                    <a:pt x="9166" y="127"/>
                  </a:lnTo>
                  <a:lnTo>
                    <a:pt x="9127" y="127"/>
                  </a:lnTo>
                  <a:lnTo>
                    <a:pt x="9089" y="127"/>
                  </a:lnTo>
                  <a:lnTo>
                    <a:pt x="9051" y="127"/>
                  </a:lnTo>
                  <a:lnTo>
                    <a:pt x="9012" y="127"/>
                  </a:lnTo>
                  <a:lnTo>
                    <a:pt x="8974" y="149"/>
                  </a:lnTo>
                  <a:lnTo>
                    <a:pt x="8948" y="183"/>
                  </a:lnTo>
                  <a:lnTo>
                    <a:pt x="8923" y="216"/>
                  </a:lnTo>
                  <a:lnTo>
                    <a:pt x="8884" y="226"/>
                  </a:lnTo>
                  <a:lnTo>
                    <a:pt x="8846" y="226"/>
                  </a:lnTo>
                  <a:lnTo>
                    <a:pt x="8808" y="205"/>
                  </a:lnTo>
                  <a:lnTo>
                    <a:pt x="8756" y="183"/>
                  </a:lnTo>
                  <a:lnTo>
                    <a:pt x="8718" y="183"/>
                  </a:lnTo>
                  <a:lnTo>
                    <a:pt x="8680" y="171"/>
                  </a:lnTo>
                  <a:lnTo>
                    <a:pt x="8641" y="149"/>
                  </a:lnTo>
                  <a:lnTo>
                    <a:pt x="8603" y="138"/>
                  </a:lnTo>
                  <a:lnTo>
                    <a:pt x="8552" y="138"/>
                  </a:lnTo>
                  <a:lnTo>
                    <a:pt x="8513" y="127"/>
                  </a:lnTo>
                  <a:lnTo>
                    <a:pt x="8475" y="116"/>
                  </a:lnTo>
                  <a:lnTo>
                    <a:pt x="8437" y="105"/>
                  </a:lnTo>
                  <a:lnTo>
                    <a:pt x="8398" y="105"/>
                  </a:lnTo>
                  <a:lnTo>
                    <a:pt x="8360" y="94"/>
                  </a:lnTo>
                  <a:lnTo>
                    <a:pt x="8322" y="83"/>
                  </a:lnTo>
                  <a:lnTo>
                    <a:pt x="8283" y="72"/>
                  </a:lnTo>
                  <a:lnTo>
                    <a:pt x="8245" y="61"/>
                  </a:lnTo>
                  <a:lnTo>
                    <a:pt x="8232" y="94"/>
                  </a:lnTo>
                  <a:lnTo>
                    <a:pt x="8181" y="105"/>
                  </a:lnTo>
                  <a:lnTo>
                    <a:pt x="8130" y="105"/>
                  </a:lnTo>
                  <a:lnTo>
                    <a:pt x="8091" y="116"/>
                  </a:lnTo>
                  <a:lnTo>
                    <a:pt x="8053" y="138"/>
                  </a:lnTo>
                  <a:lnTo>
                    <a:pt x="8040" y="171"/>
                  </a:lnTo>
                  <a:lnTo>
                    <a:pt x="8002" y="183"/>
                  </a:lnTo>
                  <a:lnTo>
                    <a:pt x="7964" y="183"/>
                  </a:lnTo>
                  <a:lnTo>
                    <a:pt x="7925" y="183"/>
                  </a:lnTo>
                  <a:lnTo>
                    <a:pt x="7887" y="205"/>
                  </a:lnTo>
                  <a:lnTo>
                    <a:pt x="7848" y="216"/>
                  </a:lnTo>
                  <a:lnTo>
                    <a:pt x="7810" y="226"/>
                  </a:lnTo>
                  <a:lnTo>
                    <a:pt x="7772" y="237"/>
                  </a:lnTo>
                  <a:lnTo>
                    <a:pt x="7733" y="259"/>
                  </a:lnTo>
                  <a:lnTo>
                    <a:pt x="7695" y="270"/>
                  </a:lnTo>
                  <a:lnTo>
                    <a:pt x="7657" y="270"/>
                  </a:lnTo>
                  <a:lnTo>
                    <a:pt x="7618" y="259"/>
                  </a:lnTo>
                  <a:lnTo>
                    <a:pt x="7580" y="237"/>
                  </a:lnTo>
                  <a:lnTo>
                    <a:pt x="7529" y="226"/>
                  </a:lnTo>
                  <a:lnTo>
                    <a:pt x="7490" y="216"/>
                  </a:lnTo>
                  <a:lnTo>
                    <a:pt x="7452" y="205"/>
                  </a:lnTo>
                  <a:lnTo>
                    <a:pt x="7414" y="194"/>
                  </a:lnTo>
                  <a:lnTo>
                    <a:pt x="7375" y="194"/>
                  </a:lnTo>
                  <a:lnTo>
                    <a:pt x="7337" y="171"/>
                  </a:lnTo>
                  <a:lnTo>
                    <a:pt x="7299" y="160"/>
                  </a:lnTo>
                  <a:lnTo>
                    <a:pt x="7260" y="160"/>
                  </a:lnTo>
                  <a:lnTo>
                    <a:pt x="7222" y="149"/>
                  </a:lnTo>
                  <a:lnTo>
                    <a:pt x="7183" y="149"/>
                  </a:lnTo>
                  <a:lnTo>
                    <a:pt x="7132" y="138"/>
                  </a:lnTo>
                  <a:lnTo>
                    <a:pt x="7081" y="127"/>
                  </a:lnTo>
                  <a:lnTo>
                    <a:pt x="7043" y="116"/>
                  </a:lnTo>
                  <a:lnTo>
                    <a:pt x="7004" y="105"/>
                  </a:lnTo>
                  <a:lnTo>
                    <a:pt x="6966" y="105"/>
                  </a:lnTo>
                  <a:lnTo>
                    <a:pt x="6928" y="105"/>
                  </a:lnTo>
                  <a:lnTo>
                    <a:pt x="6889" y="105"/>
                  </a:lnTo>
                  <a:lnTo>
                    <a:pt x="6851" y="105"/>
                  </a:lnTo>
                  <a:lnTo>
                    <a:pt x="6813" y="105"/>
                  </a:lnTo>
                  <a:lnTo>
                    <a:pt x="6774" y="105"/>
                  </a:lnTo>
                  <a:lnTo>
                    <a:pt x="6723" y="105"/>
                  </a:lnTo>
                  <a:lnTo>
                    <a:pt x="6685" y="94"/>
                  </a:lnTo>
                  <a:lnTo>
                    <a:pt x="6646" y="72"/>
                  </a:lnTo>
                  <a:lnTo>
                    <a:pt x="6608" y="72"/>
                  </a:lnTo>
                  <a:lnTo>
                    <a:pt x="6570" y="72"/>
                  </a:lnTo>
                  <a:lnTo>
                    <a:pt x="6544" y="105"/>
                  </a:lnTo>
                  <a:lnTo>
                    <a:pt x="6506" y="127"/>
                  </a:lnTo>
                  <a:lnTo>
                    <a:pt x="6467" y="138"/>
                  </a:lnTo>
                  <a:lnTo>
                    <a:pt x="6429" y="171"/>
                  </a:lnTo>
                  <a:lnTo>
                    <a:pt x="6391" y="183"/>
                  </a:lnTo>
                  <a:lnTo>
                    <a:pt x="6352" y="194"/>
                  </a:lnTo>
                  <a:lnTo>
                    <a:pt x="6314" y="205"/>
                  </a:lnTo>
                  <a:lnTo>
                    <a:pt x="6275" y="205"/>
                  </a:lnTo>
                  <a:lnTo>
                    <a:pt x="6237" y="194"/>
                  </a:lnTo>
                  <a:lnTo>
                    <a:pt x="6199" y="171"/>
                  </a:lnTo>
                  <a:lnTo>
                    <a:pt x="6160" y="160"/>
                  </a:lnTo>
                  <a:lnTo>
                    <a:pt x="6122" y="160"/>
                  </a:lnTo>
                  <a:lnTo>
                    <a:pt x="6084" y="149"/>
                  </a:lnTo>
                  <a:lnTo>
                    <a:pt x="6045" y="138"/>
                  </a:lnTo>
                  <a:lnTo>
                    <a:pt x="6007" y="116"/>
                  </a:lnTo>
                  <a:lnTo>
                    <a:pt x="5969" y="116"/>
                  </a:lnTo>
                  <a:lnTo>
                    <a:pt x="5930" y="94"/>
                  </a:lnTo>
                  <a:lnTo>
                    <a:pt x="5892" y="83"/>
                  </a:lnTo>
                  <a:lnTo>
                    <a:pt x="5853" y="83"/>
                  </a:lnTo>
                  <a:lnTo>
                    <a:pt x="5815" y="72"/>
                  </a:lnTo>
                  <a:lnTo>
                    <a:pt x="5777" y="72"/>
                  </a:lnTo>
                  <a:lnTo>
                    <a:pt x="5726" y="61"/>
                  </a:lnTo>
                  <a:lnTo>
                    <a:pt x="5687" y="51"/>
                  </a:lnTo>
                  <a:lnTo>
                    <a:pt x="5649" y="51"/>
                  </a:lnTo>
                  <a:lnTo>
                    <a:pt x="5610" y="51"/>
                  </a:lnTo>
                  <a:lnTo>
                    <a:pt x="5572" y="51"/>
                  </a:lnTo>
                  <a:lnTo>
                    <a:pt x="5534" y="51"/>
                  </a:lnTo>
                  <a:lnTo>
                    <a:pt x="5495" y="61"/>
                  </a:lnTo>
                  <a:lnTo>
                    <a:pt x="5457" y="83"/>
                  </a:lnTo>
                  <a:lnTo>
                    <a:pt x="5419" y="116"/>
                  </a:lnTo>
                  <a:lnTo>
                    <a:pt x="5380" y="138"/>
                  </a:lnTo>
                  <a:lnTo>
                    <a:pt x="5342" y="160"/>
                  </a:lnTo>
                  <a:lnTo>
                    <a:pt x="5304" y="183"/>
                  </a:lnTo>
                  <a:lnTo>
                    <a:pt x="5265" y="194"/>
                  </a:lnTo>
                  <a:lnTo>
                    <a:pt x="5227" y="194"/>
                  </a:lnTo>
                  <a:lnTo>
                    <a:pt x="5188" y="194"/>
                  </a:lnTo>
                  <a:lnTo>
                    <a:pt x="5150" y="205"/>
                  </a:lnTo>
                  <a:lnTo>
                    <a:pt x="5099" y="205"/>
                  </a:lnTo>
                  <a:lnTo>
                    <a:pt x="5061" y="216"/>
                  </a:lnTo>
                  <a:lnTo>
                    <a:pt x="5009" y="226"/>
                  </a:lnTo>
                  <a:lnTo>
                    <a:pt x="4971" y="237"/>
                  </a:lnTo>
                  <a:lnTo>
                    <a:pt x="4933" y="237"/>
                  </a:lnTo>
                  <a:lnTo>
                    <a:pt x="4894" y="248"/>
                  </a:lnTo>
                  <a:lnTo>
                    <a:pt x="4856" y="248"/>
                  </a:lnTo>
                  <a:lnTo>
                    <a:pt x="4818" y="248"/>
                  </a:lnTo>
                  <a:lnTo>
                    <a:pt x="4779" y="248"/>
                  </a:lnTo>
                  <a:lnTo>
                    <a:pt x="4741" y="248"/>
                  </a:lnTo>
                  <a:lnTo>
                    <a:pt x="4701" y="237"/>
                  </a:lnTo>
                  <a:lnTo>
                    <a:pt x="4676" y="205"/>
                  </a:lnTo>
                  <a:lnTo>
                    <a:pt x="4625" y="171"/>
                  </a:lnTo>
                  <a:lnTo>
                    <a:pt x="4586" y="160"/>
                  </a:lnTo>
                  <a:lnTo>
                    <a:pt x="4535" y="138"/>
                  </a:lnTo>
                  <a:lnTo>
                    <a:pt x="4497" y="116"/>
                  </a:lnTo>
                  <a:lnTo>
                    <a:pt x="4446" y="116"/>
                  </a:lnTo>
                  <a:lnTo>
                    <a:pt x="4407" y="105"/>
                  </a:lnTo>
                  <a:lnTo>
                    <a:pt x="4369" y="83"/>
                  </a:lnTo>
                  <a:lnTo>
                    <a:pt x="4331" y="83"/>
                  </a:lnTo>
                  <a:lnTo>
                    <a:pt x="4292" y="72"/>
                  </a:lnTo>
                  <a:lnTo>
                    <a:pt x="4241" y="94"/>
                  </a:lnTo>
                  <a:lnTo>
                    <a:pt x="4203" y="116"/>
                  </a:lnTo>
                  <a:lnTo>
                    <a:pt x="4164" y="138"/>
                  </a:lnTo>
                  <a:lnTo>
                    <a:pt x="4126" y="149"/>
                  </a:lnTo>
                  <a:lnTo>
                    <a:pt x="4088" y="160"/>
                  </a:lnTo>
                  <a:lnTo>
                    <a:pt x="4036" y="183"/>
                  </a:lnTo>
                  <a:lnTo>
                    <a:pt x="3998" y="194"/>
                  </a:lnTo>
                  <a:lnTo>
                    <a:pt x="3960" y="216"/>
                  </a:lnTo>
                  <a:lnTo>
                    <a:pt x="3921" y="216"/>
                  </a:lnTo>
                  <a:lnTo>
                    <a:pt x="3883" y="216"/>
                  </a:lnTo>
                  <a:lnTo>
                    <a:pt x="3832" y="205"/>
                  </a:lnTo>
                  <a:lnTo>
                    <a:pt x="3806" y="171"/>
                  </a:lnTo>
                  <a:lnTo>
                    <a:pt x="3768" y="149"/>
                  </a:lnTo>
                  <a:lnTo>
                    <a:pt x="3730" y="127"/>
                  </a:lnTo>
                  <a:lnTo>
                    <a:pt x="3691" y="94"/>
                  </a:lnTo>
                  <a:lnTo>
                    <a:pt x="3653" y="72"/>
                  </a:lnTo>
                  <a:lnTo>
                    <a:pt x="3614" y="51"/>
                  </a:lnTo>
                  <a:lnTo>
                    <a:pt x="3576" y="40"/>
                  </a:lnTo>
                  <a:lnTo>
                    <a:pt x="3538" y="40"/>
                  </a:lnTo>
                  <a:lnTo>
                    <a:pt x="3499" y="40"/>
                  </a:lnTo>
                  <a:lnTo>
                    <a:pt x="3461" y="51"/>
                  </a:lnTo>
                  <a:lnTo>
                    <a:pt x="3423" y="51"/>
                  </a:lnTo>
                  <a:lnTo>
                    <a:pt x="3384" y="51"/>
                  </a:lnTo>
                  <a:lnTo>
                    <a:pt x="3346" y="51"/>
                  </a:lnTo>
                  <a:lnTo>
                    <a:pt x="3307" y="51"/>
                  </a:lnTo>
                  <a:lnTo>
                    <a:pt x="3269" y="61"/>
                  </a:lnTo>
                  <a:lnTo>
                    <a:pt x="3231" y="61"/>
                  </a:lnTo>
                  <a:lnTo>
                    <a:pt x="3192" y="61"/>
                  </a:lnTo>
                  <a:lnTo>
                    <a:pt x="3154" y="61"/>
                  </a:lnTo>
                  <a:lnTo>
                    <a:pt x="3116" y="72"/>
                  </a:lnTo>
                  <a:lnTo>
                    <a:pt x="3077" y="72"/>
                  </a:lnTo>
                  <a:lnTo>
                    <a:pt x="3039" y="72"/>
                  </a:lnTo>
                  <a:lnTo>
                    <a:pt x="3001" y="72"/>
                  </a:lnTo>
                  <a:lnTo>
                    <a:pt x="2962" y="72"/>
                  </a:lnTo>
                  <a:lnTo>
                    <a:pt x="2924" y="72"/>
                  </a:lnTo>
                  <a:lnTo>
                    <a:pt x="2885" y="83"/>
                  </a:lnTo>
                  <a:lnTo>
                    <a:pt x="2847" y="105"/>
                  </a:lnTo>
                  <a:lnTo>
                    <a:pt x="2809" y="116"/>
                  </a:lnTo>
                  <a:lnTo>
                    <a:pt x="2770" y="138"/>
                  </a:lnTo>
                  <a:lnTo>
                    <a:pt x="2732" y="149"/>
                  </a:lnTo>
                  <a:lnTo>
                    <a:pt x="2694" y="183"/>
                  </a:lnTo>
                  <a:lnTo>
                    <a:pt x="2655" y="194"/>
                  </a:lnTo>
                  <a:lnTo>
                    <a:pt x="2617" y="205"/>
                  </a:lnTo>
                  <a:lnTo>
                    <a:pt x="2566" y="216"/>
                  </a:lnTo>
                  <a:lnTo>
                    <a:pt x="2527" y="226"/>
                  </a:lnTo>
                  <a:lnTo>
                    <a:pt x="2489" y="237"/>
                  </a:lnTo>
                  <a:lnTo>
                    <a:pt x="2451" y="237"/>
                  </a:lnTo>
                  <a:lnTo>
                    <a:pt x="2412" y="237"/>
                  </a:lnTo>
                  <a:lnTo>
                    <a:pt x="2374" y="216"/>
                  </a:lnTo>
                  <a:lnTo>
                    <a:pt x="2336" y="194"/>
                  </a:lnTo>
                  <a:lnTo>
                    <a:pt x="2297" y="183"/>
                  </a:lnTo>
                  <a:lnTo>
                    <a:pt x="2259" y="160"/>
                  </a:lnTo>
                  <a:lnTo>
                    <a:pt x="2208" y="160"/>
                  </a:lnTo>
                  <a:lnTo>
                    <a:pt x="2157" y="149"/>
                  </a:lnTo>
                  <a:lnTo>
                    <a:pt x="2144" y="116"/>
                  </a:lnTo>
                  <a:lnTo>
                    <a:pt x="2105" y="105"/>
                  </a:lnTo>
                  <a:lnTo>
                    <a:pt x="2067" y="105"/>
                  </a:lnTo>
                  <a:lnTo>
                    <a:pt x="2016" y="105"/>
                  </a:lnTo>
                  <a:lnTo>
                    <a:pt x="1977" y="105"/>
                  </a:lnTo>
                  <a:lnTo>
                    <a:pt x="1939" y="105"/>
                  </a:lnTo>
                  <a:lnTo>
                    <a:pt x="1939" y="138"/>
                  </a:lnTo>
                  <a:lnTo>
                    <a:pt x="1939" y="171"/>
                  </a:lnTo>
                  <a:lnTo>
                    <a:pt x="1977" y="194"/>
                  </a:lnTo>
                  <a:lnTo>
                    <a:pt x="2003" y="226"/>
                  </a:lnTo>
                  <a:lnTo>
                    <a:pt x="2041" y="259"/>
                  </a:lnTo>
                  <a:lnTo>
                    <a:pt x="2067" y="292"/>
                  </a:lnTo>
                  <a:lnTo>
                    <a:pt x="2093" y="325"/>
                  </a:lnTo>
                  <a:lnTo>
                    <a:pt x="2118" y="358"/>
                  </a:lnTo>
                  <a:lnTo>
                    <a:pt x="2080" y="336"/>
                  </a:lnTo>
                  <a:lnTo>
                    <a:pt x="2041" y="303"/>
                  </a:lnTo>
                  <a:lnTo>
                    <a:pt x="2003" y="281"/>
                  </a:lnTo>
                  <a:lnTo>
                    <a:pt x="1965" y="259"/>
                  </a:lnTo>
                  <a:lnTo>
                    <a:pt x="1926" y="237"/>
                  </a:lnTo>
                  <a:lnTo>
                    <a:pt x="1888" y="205"/>
                  </a:lnTo>
                  <a:lnTo>
                    <a:pt x="1850" y="171"/>
                  </a:lnTo>
                  <a:lnTo>
                    <a:pt x="1811" y="149"/>
                  </a:lnTo>
                  <a:lnTo>
                    <a:pt x="1773" y="138"/>
                  </a:lnTo>
                  <a:lnTo>
                    <a:pt x="1722" y="127"/>
                  </a:lnTo>
                  <a:lnTo>
                    <a:pt x="1683" y="127"/>
                  </a:lnTo>
                  <a:lnTo>
                    <a:pt x="1645" y="127"/>
                  </a:lnTo>
                  <a:lnTo>
                    <a:pt x="1607" y="127"/>
                  </a:lnTo>
                  <a:lnTo>
                    <a:pt x="1568" y="116"/>
                  </a:lnTo>
                  <a:lnTo>
                    <a:pt x="1530" y="116"/>
                  </a:lnTo>
                  <a:lnTo>
                    <a:pt x="1492" y="116"/>
                  </a:lnTo>
                  <a:lnTo>
                    <a:pt x="1453" y="116"/>
                  </a:lnTo>
                  <a:lnTo>
                    <a:pt x="1402" y="116"/>
                  </a:lnTo>
                  <a:lnTo>
                    <a:pt x="1364" y="116"/>
                  </a:lnTo>
                  <a:lnTo>
                    <a:pt x="1325" y="127"/>
                  </a:lnTo>
                  <a:lnTo>
                    <a:pt x="1287" y="127"/>
                  </a:lnTo>
                  <a:lnTo>
                    <a:pt x="1236" y="127"/>
                  </a:lnTo>
                  <a:lnTo>
                    <a:pt x="1185" y="127"/>
                  </a:lnTo>
                  <a:lnTo>
                    <a:pt x="1146" y="127"/>
                  </a:lnTo>
                  <a:lnTo>
                    <a:pt x="1108" y="127"/>
                  </a:lnTo>
                  <a:lnTo>
                    <a:pt x="1069" y="149"/>
                  </a:lnTo>
                  <a:lnTo>
                    <a:pt x="1031" y="160"/>
                  </a:lnTo>
                  <a:lnTo>
                    <a:pt x="1018" y="194"/>
                  </a:lnTo>
                  <a:lnTo>
                    <a:pt x="1018" y="226"/>
                  </a:lnTo>
                  <a:lnTo>
                    <a:pt x="980" y="259"/>
                  </a:lnTo>
                  <a:lnTo>
                    <a:pt x="942" y="270"/>
                  </a:lnTo>
                  <a:lnTo>
                    <a:pt x="903" y="270"/>
                  </a:lnTo>
                  <a:lnTo>
                    <a:pt x="865" y="270"/>
                  </a:lnTo>
                  <a:lnTo>
                    <a:pt x="826" y="270"/>
                  </a:lnTo>
                  <a:lnTo>
                    <a:pt x="788" y="281"/>
                  </a:lnTo>
                  <a:lnTo>
                    <a:pt x="750" y="292"/>
                  </a:lnTo>
                  <a:lnTo>
                    <a:pt x="699" y="292"/>
                  </a:lnTo>
                  <a:lnTo>
                    <a:pt x="660" y="292"/>
                  </a:lnTo>
                  <a:lnTo>
                    <a:pt x="622" y="292"/>
                  </a:lnTo>
                  <a:lnTo>
                    <a:pt x="584" y="281"/>
                  </a:lnTo>
                  <a:lnTo>
                    <a:pt x="558" y="248"/>
                  </a:lnTo>
                  <a:lnTo>
                    <a:pt x="520" y="237"/>
                  </a:lnTo>
                  <a:lnTo>
                    <a:pt x="481" y="216"/>
                  </a:lnTo>
                  <a:lnTo>
                    <a:pt x="443" y="205"/>
                  </a:lnTo>
                  <a:lnTo>
                    <a:pt x="404" y="194"/>
                  </a:lnTo>
                  <a:lnTo>
                    <a:pt x="366" y="194"/>
                  </a:lnTo>
                  <a:lnTo>
                    <a:pt x="328" y="183"/>
                  </a:lnTo>
                  <a:lnTo>
                    <a:pt x="289" y="160"/>
                  </a:lnTo>
                  <a:lnTo>
                    <a:pt x="251" y="149"/>
                  </a:lnTo>
                  <a:lnTo>
                    <a:pt x="213" y="127"/>
                  </a:lnTo>
                  <a:lnTo>
                    <a:pt x="174" y="116"/>
                  </a:lnTo>
                  <a:lnTo>
                    <a:pt x="136" y="105"/>
                  </a:lnTo>
                  <a:lnTo>
                    <a:pt x="98" y="83"/>
                  </a:lnTo>
                  <a:lnTo>
                    <a:pt x="59" y="72"/>
                  </a:lnTo>
                  <a:lnTo>
                    <a:pt x="8" y="18"/>
                  </a:lnTo>
                  <a:lnTo>
                    <a:pt x="8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8" y="21"/>
                  </a:lnTo>
                  <a:lnTo>
                    <a:pt x="8" y="7"/>
                  </a:lnTo>
                  <a:lnTo>
                    <a:pt x="9473" y="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689040" y="3584520"/>
              <a:ext cx="3426120" cy="187560"/>
            </a:xfrm>
            <a:custGeom>
              <a:avLst/>
              <a:gdLst/>
              <a:ahLst/>
              <a:rect l="0" t="0" r="r" b="b"/>
              <a:pathLst>
                <a:path w="9517" h="521">
                  <a:moveTo>
                    <a:pt x="0" y="502"/>
                  </a:moveTo>
                  <a:lnTo>
                    <a:pt x="4" y="463"/>
                  </a:lnTo>
                  <a:lnTo>
                    <a:pt x="0" y="521"/>
                  </a:lnTo>
                  <a:lnTo>
                    <a:pt x="106" y="309"/>
                  </a:lnTo>
                  <a:lnTo>
                    <a:pt x="158" y="309"/>
                  </a:lnTo>
                  <a:lnTo>
                    <a:pt x="209" y="360"/>
                  </a:lnTo>
                  <a:lnTo>
                    <a:pt x="278" y="309"/>
                  </a:lnTo>
                  <a:lnTo>
                    <a:pt x="346" y="231"/>
                  </a:lnTo>
                  <a:lnTo>
                    <a:pt x="397" y="205"/>
                  </a:lnTo>
                  <a:lnTo>
                    <a:pt x="449" y="205"/>
                  </a:lnTo>
                  <a:lnTo>
                    <a:pt x="500" y="179"/>
                  </a:lnTo>
                  <a:lnTo>
                    <a:pt x="551" y="154"/>
                  </a:lnTo>
                  <a:lnTo>
                    <a:pt x="603" y="154"/>
                  </a:lnTo>
                  <a:lnTo>
                    <a:pt x="654" y="179"/>
                  </a:lnTo>
                  <a:lnTo>
                    <a:pt x="705" y="179"/>
                  </a:lnTo>
                  <a:lnTo>
                    <a:pt x="757" y="205"/>
                  </a:lnTo>
                  <a:lnTo>
                    <a:pt x="808" y="256"/>
                  </a:lnTo>
                  <a:lnTo>
                    <a:pt x="859" y="283"/>
                  </a:lnTo>
                  <a:lnTo>
                    <a:pt x="910" y="309"/>
                  </a:lnTo>
                  <a:lnTo>
                    <a:pt x="962" y="335"/>
                  </a:lnTo>
                  <a:lnTo>
                    <a:pt x="1013" y="360"/>
                  </a:lnTo>
                  <a:lnTo>
                    <a:pt x="1082" y="335"/>
                  </a:lnTo>
                  <a:lnTo>
                    <a:pt x="1150" y="283"/>
                  </a:lnTo>
                  <a:lnTo>
                    <a:pt x="1184" y="205"/>
                  </a:lnTo>
                  <a:lnTo>
                    <a:pt x="1236" y="205"/>
                  </a:lnTo>
                  <a:lnTo>
                    <a:pt x="1287" y="179"/>
                  </a:lnTo>
                  <a:lnTo>
                    <a:pt x="1338" y="154"/>
                  </a:lnTo>
                  <a:lnTo>
                    <a:pt x="1390" y="128"/>
                  </a:lnTo>
                  <a:lnTo>
                    <a:pt x="1441" y="205"/>
                  </a:lnTo>
                  <a:lnTo>
                    <a:pt x="1492" y="256"/>
                  </a:lnTo>
                  <a:lnTo>
                    <a:pt x="1543" y="335"/>
                  </a:lnTo>
                  <a:lnTo>
                    <a:pt x="1595" y="386"/>
                  </a:lnTo>
                  <a:lnTo>
                    <a:pt x="1646" y="386"/>
                  </a:lnTo>
                  <a:lnTo>
                    <a:pt x="1697" y="335"/>
                  </a:lnTo>
                  <a:lnTo>
                    <a:pt x="1749" y="309"/>
                  </a:lnTo>
                  <a:lnTo>
                    <a:pt x="1800" y="256"/>
                  </a:lnTo>
                  <a:lnTo>
                    <a:pt x="1851" y="231"/>
                  </a:lnTo>
                  <a:lnTo>
                    <a:pt x="1903" y="205"/>
                  </a:lnTo>
                  <a:lnTo>
                    <a:pt x="1971" y="179"/>
                  </a:lnTo>
                  <a:lnTo>
                    <a:pt x="2022" y="179"/>
                  </a:lnTo>
                  <a:lnTo>
                    <a:pt x="2074" y="154"/>
                  </a:lnTo>
                  <a:lnTo>
                    <a:pt x="2125" y="154"/>
                  </a:lnTo>
                  <a:lnTo>
                    <a:pt x="2176" y="154"/>
                  </a:lnTo>
                  <a:lnTo>
                    <a:pt x="2228" y="128"/>
                  </a:lnTo>
                  <a:lnTo>
                    <a:pt x="2296" y="102"/>
                  </a:lnTo>
                  <a:lnTo>
                    <a:pt x="2365" y="102"/>
                  </a:lnTo>
                  <a:lnTo>
                    <a:pt x="2433" y="77"/>
                  </a:lnTo>
                  <a:lnTo>
                    <a:pt x="2484" y="154"/>
                  </a:lnTo>
                  <a:lnTo>
                    <a:pt x="2519" y="231"/>
                  </a:lnTo>
                  <a:lnTo>
                    <a:pt x="2553" y="309"/>
                  </a:lnTo>
                  <a:lnTo>
                    <a:pt x="2621" y="335"/>
                  </a:lnTo>
                  <a:lnTo>
                    <a:pt x="2673" y="309"/>
                  </a:lnTo>
                  <a:lnTo>
                    <a:pt x="2741" y="283"/>
                  </a:lnTo>
                  <a:lnTo>
                    <a:pt x="2792" y="256"/>
                  </a:lnTo>
                  <a:lnTo>
                    <a:pt x="2861" y="231"/>
                  </a:lnTo>
                  <a:lnTo>
                    <a:pt x="2929" y="231"/>
                  </a:lnTo>
                  <a:lnTo>
                    <a:pt x="2981" y="205"/>
                  </a:lnTo>
                  <a:lnTo>
                    <a:pt x="3032" y="179"/>
                  </a:lnTo>
                  <a:lnTo>
                    <a:pt x="3100" y="154"/>
                  </a:lnTo>
                  <a:lnTo>
                    <a:pt x="3152" y="128"/>
                  </a:lnTo>
                  <a:lnTo>
                    <a:pt x="3203" y="102"/>
                  </a:lnTo>
                  <a:lnTo>
                    <a:pt x="3254" y="77"/>
                  </a:lnTo>
                  <a:lnTo>
                    <a:pt x="3306" y="128"/>
                  </a:lnTo>
                  <a:lnTo>
                    <a:pt x="3357" y="179"/>
                  </a:lnTo>
                  <a:lnTo>
                    <a:pt x="3408" y="231"/>
                  </a:lnTo>
                  <a:lnTo>
                    <a:pt x="3460" y="283"/>
                  </a:lnTo>
                  <a:lnTo>
                    <a:pt x="3511" y="335"/>
                  </a:lnTo>
                  <a:lnTo>
                    <a:pt x="3562" y="335"/>
                  </a:lnTo>
                  <a:lnTo>
                    <a:pt x="3614" y="335"/>
                  </a:lnTo>
                  <a:lnTo>
                    <a:pt x="3665" y="309"/>
                  </a:lnTo>
                  <a:lnTo>
                    <a:pt x="3716" y="283"/>
                  </a:lnTo>
                  <a:lnTo>
                    <a:pt x="3767" y="283"/>
                  </a:lnTo>
                  <a:lnTo>
                    <a:pt x="3819" y="256"/>
                  </a:lnTo>
                  <a:lnTo>
                    <a:pt x="3887" y="256"/>
                  </a:lnTo>
                  <a:lnTo>
                    <a:pt x="3939" y="231"/>
                  </a:lnTo>
                  <a:lnTo>
                    <a:pt x="3990" y="231"/>
                  </a:lnTo>
                  <a:lnTo>
                    <a:pt x="4041" y="231"/>
                  </a:lnTo>
                  <a:lnTo>
                    <a:pt x="4093" y="231"/>
                  </a:lnTo>
                  <a:lnTo>
                    <a:pt x="4144" y="231"/>
                  </a:lnTo>
                  <a:lnTo>
                    <a:pt x="4195" y="231"/>
                  </a:lnTo>
                  <a:lnTo>
                    <a:pt x="4264" y="205"/>
                  </a:lnTo>
                  <a:lnTo>
                    <a:pt x="4315" y="179"/>
                  </a:lnTo>
                  <a:lnTo>
                    <a:pt x="4366" y="128"/>
                  </a:lnTo>
                  <a:lnTo>
                    <a:pt x="4418" y="102"/>
                  </a:lnTo>
                  <a:lnTo>
                    <a:pt x="4469" y="77"/>
                  </a:lnTo>
                  <a:lnTo>
                    <a:pt x="4537" y="51"/>
                  </a:lnTo>
                  <a:lnTo>
                    <a:pt x="4606" y="102"/>
                  </a:lnTo>
                  <a:lnTo>
                    <a:pt x="4657" y="179"/>
                  </a:lnTo>
                  <a:lnTo>
                    <a:pt x="4708" y="231"/>
                  </a:lnTo>
                  <a:lnTo>
                    <a:pt x="4761" y="256"/>
                  </a:lnTo>
                  <a:lnTo>
                    <a:pt x="4812" y="309"/>
                  </a:lnTo>
                  <a:lnTo>
                    <a:pt x="4863" y="309"/>
                  </a:lnTo>
                  <a:lnTo>
                    <a:pt x="4915" y="309"/>
                  </a:lnTo>
                  <a:lnTo>
                    <a:pt x="4983" y="283"/>
                  </a:lnTo>
                  <a:lnTo>
                    <a:pt x="5034" y="256"/>
                  </a:lnTo>
                  <a:lnTo>
                    <a:pt x="5086" y="205"/>
                  </a:lnTo>
                  <a:lnTo>
                    <a:pt x="5154" y="154"/>
                  </a:lnTo>
                  <a:lnTo>
                    <a:pt x="5206" y="128"/>
                  </a:lnTo>
                  <a:lnTo>
                    <a:pt x="5274" y="77"/>
                  </a:lnTo>
                  <a:lnTo>
                    <a:pt x="5325" y="77"/>
                  </a:lnTo>
                  <a:lnTo>
                    <a:pt x="5377" y="77"/>
                  </a:lnTo>
                  <a:lnTo>
                    <a:pt x="5445" y="51"/>
                  </a:lnTo>
                  <a:lnTo>
                    <a:pt x="5496" y="25"/>
                  </a:lnTo>
                  <a:lnTo>
                    <a:pt x="5548" y="25"/>
                  </a:lnTo>
                  <a:lnTo>
                    <a:pt x="5582" y="102"/>
                  </a:lnTo>
                  <a:lnTo>
                    <a:pt x="5633" y="154"/>
                  </a:lnTo>
                  <a:lnTo>
                    <a:pt x="5685" y="205"/>
                  </a:lnTo>
                  <a:lnTo>
                    <a:pt x="5736" y="283"/>
                  </a:lnTo>
                  <a:lnTo>
                    <a:pt x="5787" y="335"/>
                  </a:lnTo>
                  <a:lnTo>
                    <a:pt x="5839" y="360"/>
                  </a:lnTo>
                  <a:lnTo>
                    <a:pt x="5890" y="360"/>
                  </a:lnTo>
                  <a:lnTo>
                    <a:pt x="5941" y="309"/>
                  </a:lnTo>
                  <a:lnTo>
                    <a:pt x="5992" y="256"/>
                  </a:lnTo>
                  <a:lnTo>
                    <a:pt x="6044" y="205"/>
                  </a:lnTo>
                  <a:lnTo>
                    <a:pt x="6095" y="179"/>
                  </a:lnTo>
                  <a:lnTo>
                    <a:pt x="6146" y="154"/>
                  </a:lnTo>
                  <a:lnTo>
                    <a:pt x="6215" y="128"/>
                  </a:lnTo>
                  <a:lnTo>
                    <a:pt x="6266" y="128"/>
                  </a:lnTo>
                  <a:lnTo>
                    <a:pt x="6318" y="128"/>
                  </a:lnTo>
                  <a:lnTo>
                    <a:pt x="6369" y="102"/>
                  </a:lnTo>
                  <a:lnTo>
                    <a:pt x="6420" y="102"/>
                  </a:lnTo>
                  <a:lnTo>
                    <a:pt x="6472" y="51"/>
                  </a:lnTo>
                  <a:lnTo>
                    <a:pt x="6540" y="77"/>
                  </a:lnTo>
                  <a:lnTo>
                    <a:pt x="6625" y="154"/>
                  </a:lnTo>
                  <a:lnTo>
                    <a:pt x="6677" y="179"/>
                  </a:lnTo>
                  <a:lnTo>
                    <a:pt x="6745" y="256"/>
                  </a:lnTo>
                  <a:lnTo>
                    <a:pt x="6797" y="283"/>
                  </a:lnTo>
                  <a:lnTo>
                    <a:pt x="6848" y="335"/>
                  </a:lnTo>
                  <a:lnTo>
                    <a:pt x="6899" y="386"/>
                  </a:lnTo>
                  <a:lnTo>
                    <a:pt x="6951" y="386"/>
                  </a:lnTo>
                  <a:lnTo>
                    <a:pt x="7002" y="360"/>
                  </a:lnTo>
                  <a:lnTo>
                    <a:pt x="7070" y="309"/>
                  </a:lnTo>
                  <a:lnTo>
                    <a:pt x="7122" y="231"/>
                  </a:lnTo>
                  <a:lnTo>
                    <a:pt x="7173" y="205"/>
                  </a:lnTo>
                  <a:lnTo>
                    <a:pt x="7224" y="179"/>
                  </a:lnTo>
                  <a:lnTo>
                    <a:pt x="7276" y="154"/>
                  </a:lnTo>
                  <a:lnTo>
                    <a:pt x="7344" y="128"/>
                  </a:lnTo>
                  <a:lnTo>
                    <a:pt x="7395" y="102"/>
                  </a:lnTo>
                  <a:lnTo>
                    <a:pt x="7447" y="77"/>
                  </a:lnTo>
                  <a:lnTo>
                    <a:pt x="7498" y="51"/>
                  </a:lnTo>
                  <a:lnTo>
                    <a:pt x="7549" y="51"/>
                  </a:lnTo>
                  <a:lnTo>
                    <a:pt x="7601" y="77"/>
                  </a:lnTo>
                  <a:lnTo>
                    <a:pt x="7686" y="128"/>
                  </a:lnTo>
                  <a:lnTo>
                    <a:pt x="7737" y="179"/>
                  </a:lnTo>
                  <a:lnTo>
                    <a:pt x="7789" y="205"/>
                  </a:lnTo>
                  <a:lnTo>
                    <a:pt x="7840" y="231"/>
                  </a:lnTo>
                  <a:lnTo>
                    <a:pt x="7891" y="256"/>
                  </a:lnTo>
                  <a:lnTo>
                    <a:pt x="7943" y="256"/>
                  </a:lnTo>
                  <a:lnTo>
                    <a:pt x="7994" y="205"/>
                  </a:lnTo>
                  <a:lnTo>
                    <a:pt x="8045" y="179"/>
                  </a:lnTo>
                  <a:lnTo>
                    <a:pt x="8097" y="128"/>
                  </a:lnTo>
                  <a:lnTo>
                    <a:pt x="8148" y="77"/>
                  </a:lnTo>
                  <a:lnTo>
                    <a:pt x="8199" y="51"/>
                  </a:lnTo>
                  <a:lnTo>
                    <a:pt x="8268" y="25"/>
                  </a:lnTo>
                  <a:lnTo>
                    <a:pt x="8319" y="0"/>
                  </a:lnTo>
                  <a:lnTo>
                    <a:pt x="8370" y="0"/>
                  </a:lnTo>
                  <a:lnTo>
                    <a:pt x="8439" y="0"/>
                  </a:lnTo>
                  <a:lnTo>
                    <a:pt x="8490" y="25"/>
                  </a:lnTo>
                  <a:lnTo>
                    <a:pt x="8559" y="51"/>
                  </a:lnTo>
                  <a:lnTo>
                    <a:pt x="8610" y="77"/>
                  </a:lnTo>
                  <a:lnTo>
                    <a:pt x="8661" y="128"/>
                  </a:lnTo>
                  <a:lnTo>
                    <a:pt x="8713" y="154"/>
                  </a:lnTo>
                  <a:lnTo>
                    <a:pt x="8781" y="179"/>
                  </a:lnTo>
                  <a:lnTo>
                    <a:pt x="8832" y="231"/>
                  </a:lnTo>
                  <a:lnTo>
                    <a:pt x="8884" y="231"/>
                  </a:lnTo>
                  <a:lnTo>
                    <a:pt x="8918" y="154"/>
                  </a:lnTo>
                  <a:lnTo>
                    <a:pt x="8969" y="102"/>
                  </a:lnTo>
                  <a:lnTo>
                    <a:pt x="9021" y="102"/>
                  </a:lnTo>
                  <a:lnTo>
                    <a:pt x="9072" y="128"/>
                  </a:lnTo>
                  <a:lnTo>
                    <a:pt x="9140" y="179"/>
                  </a:lnTo>
                  <a:lnTo>
                    <a:pt x="9192" y="231"/>
                  </a:lnTo>
                  <a:lnTo>
                    <a:pt x="9243" y="256"/>
                  </a:lnTo>
                  <a:lnTo>
                    <a:pt x="9277" y="335"/>
                  </a:lnTo>
                  <a:lnTo>
                    <a:pt x="9328" y="360"/>
                  </a:lnTo>
                  <a:lnTo>
                    <a:pt x="9380" y="386"/>
                  </a:lnTo>
                  <a:lnTo>
                    <a:pt x="9431" y="437"/>
                  </a:lnTo>
                  <a:lnTo>
                    <a:pt x="9482" y="437"/>
                  </a:lnTo>
                  <a:lnTo>
                    <a:pt x="9517" y="489"/>
                  </a:lnTo>
                  <a:lnTo>
                    <a:pt x="9495" y="476"/>
                  </a:lnTo>
                  <a:lnTo>
                    <a:pt x="0" y="502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"/>
          <p:cNvSpPr/>
          <p:nvPr/>
        </p:nvSpPr>
        <p:spPr>
          <a:xfrm>
            <a:off x="95400" y="2744640"/>
            <a:ext cx="533520" cy="89064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90400" y="2960640"/>
            <a:ext cx="28800" cy="5868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7560" rIns="96120" bIns="7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33200" y="3405240"/>
            <a:ext cx="42840" cy="90360"/>
          </a:xfrm>
          <a:prstGeom prst="line">
            <a:avLst/>
          </a:prstGeom>
          <a:ln w="12600">
            <a:solidFill>
              <a:srgbClr val="CC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9240" rIns="96120" bIns="39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96960" y="428760"/>
            <a:ext cx="3875040" cy="304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CC0000"/>
                </a:solidFill>
                <a:effectLst/>
                <a:uFillTx/>
                <a:latin typeface="Wingdings"/>
                <a:ea typeface="Wingdings"/>
              </a:rPr>
              <a:t>☺☺☺☺☺☺☺☺☺☺☺☺☺☺☺☺☺☺☺☺☺☺☺☺☺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61800" y="1229040"/>
            <a:ext cx="419400" cy="1152720"/>
          </a:xfrm>
          <a:custGeom>
            <a:avLst/>
            <a:gdLst/>
            <a:ahLst/>
            <a:rect l="0" t="0" r="r" b="b"/>
            <a:pathLst>
              <a:path fill="none" w="1165" h="3202">
                <a:moveTo>
                  <a:pt x="2" y="0"/>
                </a:moveTo>
                <a:lnTo>
                  <a:pt x="2" y="0"/>
                </a:lnTo>
                <a:cubicBezTo>
                  <a:pt x="1" y="59"/>
                  <a:pt x="0" y="119"/>
                  <a:pt x="0" y="178"/>
                </a:cubicBezTo>
                <a:cubicBezTo>
                  <a:pt x="0" y="709"/>
                  <a:pt x="54" y="1230"/>
                  <a:pt x="156" y="1690"/>
                </a:cubicBezTo>
                <a:cubicBezTo>
                  <a:pt x="258" y="2150"/>
                  <a:pt x="405" y="2531"/>
                  <a:pt x="582" y="2797"/>
                </a:cubicBezTo>
                <a:cubicBezTo>
                  <a:pt x="760" y="3062"/>
                  <a:pt x="960" y="3202"/>
                  <a:pt x="1165" y="3202"/>
                </a:cubicBezTo>
                <a:lnTo>
                  <a:pt x="1165" y="3202"/>
                </a:ln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8160" y="988920"/>
            <a:ext cx="10494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HIGH-VALUES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62160" y="555480"/>
            <a:ext cx="400320" cy="452880"/>
          </a:xfrm>
          <a:custGeom>
            <a:avLst/>
            <a:gdLst/>
            <a:ahLst/>
            <a:rect l="0" t="0" r="r" b="b"/>
            <a:pathLst>
              <a:path fill="none" w="1112" h="1258">
                <a:moveTo>
                  <a:pt x="1112" y="0"/>
                </a:moveTo>
                <a:lnTo>
                  <a:pt x="1112" y="0"/>
                </a:lnTo>
                <a:cubicBezTo>
                  <a:pt x="917" y="0"/>
                  <a:pt x="725" y="60"/>
                  <a:pt x="556" y="173"/>
                </a:cubicBezTo>
                <a:cubicBezTo>
                  <a:pt x="387" y="286"/>
                  <a:pt x="246" y="449"/>
                  <a:pt x="149" y="645"/>
                </a:cubicBezTo>
                <a:cubicBezTo>
                  <a:pt x="56" y="831"/>
                  <a:pt x="4" y="1042"/>
                  <a:pt x="0" y="1258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685960" y="2219400"/>
            <a:ext cx="1960560" cy="8571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the end of the student file is detected, the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AT END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activates and sets the condition name to true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328840" y="677880"/>
            <a:ext cx="2319480" cy="4906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Setting the condition name to true, fills the whoe record with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HIGH-VALUES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