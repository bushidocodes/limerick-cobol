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82" r:id="rId2"/>
    <p:sldId id="276" r:id="rId3"/>
    <p:sldId id="277" r:id="rId4"/>
    <p:sldId id="278" r:id="rId5"/>
    <p:sldId id="279" r:id="rId6"/>
    <p:sldId id="280" r:id="rId7"/>
    <p:sldId id="281" r:id="rId8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0099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00"/>
    <a:srgbClr val="CC0000"/>
    <a:srgbClr val="FFFF00"/>
    <a:srgbClr val="CCFFCC"/>
    <a:srgbClr val="EEFFEE"/>
    <a:srgbClr val="FFFFCC"/>
    <a:srgbClr val="FFFF99"/>
    <a:srgbClr val="009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74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8ED9D4F6-4234-9DCA-D230-5D697017DE6E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5D880ED1-5045-916E-1EBD-4EA9990CDE4F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7FE4193B-4501-5C67-9D04-DE7971F13819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8F6420E4-BBD7-7AB0-B485-A35CB25ED5B3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36A38DDF-F95E-B9CA-0C4B-61EAEF8739F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D1FB4712-A538-286A-E8AE-BC7BA08E8EF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C5CA305F-062B-4BAC-A326-5385DC30D9F5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9CC5A-68C3-7C40-A854-1492BE01244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A713F9-CC37-0723-7D2F-FD39EE321C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2838341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05996E-5BCF-7CD4-6D25-E93652D1B9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78BAE2-EF2D-67EF-D3B6-419851235C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45559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9933-70CE-C084-A297-FA46E9D0F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5B2220-B825-893D-0F8D-5A27B5DCB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81985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49976-A641-0E0B-C64D-1A16849D8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7C4FB7-4CD3-E3B1-D5C8-0243E4D4BBA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8F3B41-AD9A-AB56-1AEE-942BADEFE27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384545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14058-8720-D352-EB35-B1D5B6B72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A2EC6C-ED13-2C68-67F5-39CEE245AE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621AB00-3DAD-6DF9-0A0E-0B1BB2B23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8D507F-40C9-4C5D-10E9-2F4ECD64FB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61EC98-0A26-4980-6F6C-6C80CD160D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76813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E13F0D-E300-01FF-F73A-2307DA3C3F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40319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48855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A965F-4847-804B-5197-1AB6D4D58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B4A50-E172-81CB-6D4C-92F85DEC41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F6DB02-A8E1-FAB2-FB60-B480BC36780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068655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323EC2-3A42-6FF8-502F-2DD722A21E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A2AE12-70C1-AE81-2D9F-58E4698AB7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D124C3-46A6-3B4E-640F-E065D318C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2242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9E137-E32D-48EF-EE0F-5B15F14FBB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49B29A-4756-1C0E-57D2-420AEC429D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47208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7D40C7E-EA8D-022B-E4B1-88FAD66725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EF2E721-2347-F7D3-D1AE-3972F79746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3713282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EB0D3D3-F725-8C05-C1AE-986BCFA86E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25400"/>
            <a:ext cx="4730750" cy="3773488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>
            <a:extLst>
              <a:ext uri="{FF2B5EF4-FFF2-40B4-BE49-F238E27FC236}">
                <a16:creationId xmlns:a16="http://schemas.microsoft.com/office/drawing/2014/main" id="{9161EA33-4274-2ADB-999B-3D9B26C12E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04875" y="517525"/>
            <a:ext cx="2933700" cy="2254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pPr algn="ctr"/>
            <a:r>
              <a:rPr lang="en-US" altLang="en-US" sz="1800" b="1">
                <a:solidFill>
                  <a:srgbClr val="CC00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How the READ verb works</a:t>
            </a:r>
          </a:p>
          <a:p>
            <a:pPr algn="ctr"/>
            <a:endParaRPr lang="en-US" altLang="en-US" b="1">
              <a:solidFill>
                <a:srgbClr val="A50021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r>
              <a:rPr lang="en-US" altLang="en-US" sz="1400" b="1">
                <a:solidFill>
                  <a:schemeClr val="tx1"/>
                </a:solidFill>
              </a:rPr>
              <a:t>Click to view.</a:t>
            </a:r>
          </a:p>
          <a:p>
            <a:pPr algn="ctr"/>
            <a:endParaRPr lang="en-US" altLang="en-US" sz="1400" b="1">
              <a:solidFill>
                <a:schemeClr val="tx1"/>
              </a:solidFill>
            </a:endParaRPr>
          </a:p>
          <a:p>
            <a:pPr algn="ctr"/>
            <a:r>
              <a:rPr lang="en-US" altLang="en-US" sz="1000">
                <a:solidFill>
                  <a:schemeClr val="tx1"/>
                </a:solidFill>
              </a:rPr>
              <a:t>When viewing , left click (or press the Page Up key) to see the next frame and right click (or press Page Down)  to see the previous frame.</a:t>
            </a:r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  <a:p>
            <a:pPr algn="ctr"/>
            <a:endParaRPr lang="en-US" altLang="en-US" b="1">
              <a:solidFill>
                <a:srgbClr val="000099"/>
              </a:solidFill>
              <a:effectLst>
                <a:outerShdw blurRad="38100" dist="38100" dir="2700000" algn="tl">
                  <a:srgbClr val="C0C0C0"/>
                </a:outerShdw>
              </a:effectLst>
            </a:endParaRP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00" name="Group 4">
            <a:extLst>
              <a:ext uri="{FF2B5EF4-FFF2-40B4-BE49-F238E27FC236}">
                <a16:creationId xmlns:a16="http://schemas.microsoft.com/office/drawing/2014/main" id="{8678BCA9-789D-5B48-C0EC-8B3B9A2CA8DA}"/>
              </a:ext>
            </a:extLst>
          </p:cNvPr>
          <p:cNvGrpSpPr>
            <a:grpSpLocks/>
          </p:cNvGrpSpPr>
          <p:nvPr/>
        </p:nvGrpSpPr>
        <p:grpSpPr bwMode="auto">
          <a:xfrm>
            <a:off x="692150" y="960438"/>
            <a:ext cx="3473450" cy="1589087"/>
            <a:chOff x="436" y="605"/>
            <a:chExt cx="2188" cy="1001"/>
          </a:xfrm>
        </p:grpSpPr>
        <p:sp>
          <p:nvSpPr>
            <p:cNvPr id="4098" name="Rectangle 2">
              <a:extLst>
                <a:ext uri="{FF2B5EF4-FFF2-40B4-BE49-F238E27FC236}">
                  <a16:creationId xmlns:a16="http://schemas.microsoft.com/office/drawing/2014/main" id="{1AE611B3-A4E7-12D4-A2C1-E8A347A4ED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802"/>
              <a:ext cx="2188" cy="80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2075" tIns="46038" rIns="92075" bIns="46038">
              <a:spAutoFit/>
            </a:bodyPr>
            <a:lstStyle/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9834567Curtain FB19801009LM51M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9583715Healy   TC19760304LM68F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9734567Downes  BC19791205LM51M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9963413O’Brien MS19811221LM21F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^Z (eof)</a:t>
              </a:r>
            </a:p>
          </p:txBody>
        </p:sp>
        <p:sp>
          <p:nvSpPr>
            <p:cNvPr id="4099" name="Rectangle 3">
              <a:extLst>
                <a:ext uri="{FF2B5EF4-FFF2-40B4-BE49-F238E27FC236}">
                  <a16:creationId xmlns:a16="http://schemas.microsoft.com/office/drawing/2014/main" id="{4BB6FA33-6C48-C6F5-960E-E5F2A3C0B5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2" y="605"/>
              <a:ext cx="90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Students.Dat</a:t>
              </a:r>
            </a:p>
          </p:txBody>
        </p:sp>
      </p:grpSp>
      <p:sp>
        <p:nvSpPr>
          <p:cNvPr id="4101" name="Rectangle 5">
            <a:extLst>
              <a:ext uri="{FF2B5EF4-FFF2-40B4-BE49-F238E27FC236}">
                <a16:creationId xmlns:a16="http://schemas.microsoft.com/office/drawing/2014/main" id="{7D8CBB27-9100-0186-8219-8203D7B965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441325"/>
            <a:ext cx="3849687" cy="279400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02" name="Rectangle 6">
            <a:extLst>
              <a:ext uri="{FF2B5EF4-FFF2-40B4-BE49-F238E27FC236}">
                <a16:creationId xmlns:a16="http://schemas.microsoft.com/office/drawing/2014/main" id="{98FF5B2E-81AC-40AA-08BF-8B10B85282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988" y="82550"/>
            <a:ext cx="39465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</a:rPr>
              <a:t>StudentRec</a:t>
            </a:r>
          </a:p>
          <a:p>
            <a:r>
              <a:rPr lang="en-US" altLang="en-US" sz="1000" b="1">
                <a:solidFill>
                  <a:schemeClr val="tx1"/>
                </a:solidFill>
              </a:rPr>
              <a:t>StudentId           StudentName             DateOfBirth         Course</a:t>
            </a:r>
            <a:r>
              <a:rPr lang="en-US" altLang="en-US" sz="1200" b="1">
                <a:solidFill>
                  <a:schemeClr val="tx1"/>
                </a:solidFill>
              </a:rPr>
              <a:t> </a:t>
            </a:r>
            <a:r>
              <a:rPr lang="en-US" altLang="en-US" sz="1000" b="1">
                <a:solidFill>
                  <a:schemeClr val="tx1"/>
                </a:solidFill>
              </a:rPr>
              <a:t>  Gender</a:t>
            </a:r>
            <a:r>
              <a:rPr lang="en-US" altLang="en-US" sz="1000">
                <a:solidFill>
                  <a:srgbClr val="FF3300"/>
                </a:solidFill>
              </a:rPr>
              <a:t> </a:t>
            </a:r>
          </a:p>
        </p:txBody>
      </p:sp>
      <p:sp>
        <p:nvSpPr>
          <p:cNvPr id="4103" name="Line 7">
            <a:extLst>
              <a:ext uri="{FF2B5EF4-FFF2-40B4-BE49-F238E27FC236}">
                <a16:creationId xmlns:a16="http://schemas.microsoft.com/office/drawing/2014/main" id="{A5041A28-8863-5381-35AA-59A154E8ADBC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036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4" name="Line 8">
            <a:extLst>
              <a:ext uri="{FF2B5EF4-FFF2-40B4-BE49-F238E27FC236}">
                <a16:creationId xmlns:a16="http://schemas.microsoft.com/office/drawing/2014/main" id="{0E2EA2C3-5B89-C066-F8A8-1255011FC948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241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5" name="Line 9">
            <a:extLst>
              <a:ext uri="{FF2B5EF4-FFF2-40B4-BE49-F238E27FC236}">
                <a16:creationId xmlns:a16="http://schemas.microsoft.com/office/drawing/2014/main" id="{18725E69-1A60-9DA7-8884-2BB8D650808C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332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6" name="Line 10">
            <a:extLst>
              <a:ext uri="{FF2B5EF4-FFF2-40B4-BE49-F238E27FC236}">
                <a16:creationId xmlns:a16="http://schemas.microsoft.com/office/drawing/2014/main" id="{CEDCF647-51C5-DB7B-39F0-1814F59DC4ED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767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07" name="Line 11">
            <a:extLst>
              <a:ext uri="{FF2B5EF4-FFF2-40B4-BE49-F238E27FC236}">
                <a16:creationId xmlns:a16="http://schemas.microsoft.com/office/drawing/2014/main" id="{0DF5DE74-D20A-27D2-7ACB-77B57E04858D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5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4111" name="Group 15">
            <a:extLst>
              <a:ext uri="{FF2B5EF4-FFF2-40B4-BE49-F238E27FC236}">
                <a16:creationId xmlns:a16="http://schemas.microsoft.com/office/drawing/2014/main" id="{194469B3-1EEF-0860-BBD6-C00A58213B6D}"/>
              </a:ext>
            </a:extLst>
          </p:cNvPr>
          <p:cNvGrpSpPr>
            <a:grpSpLocks/>
          </p:cNvGrpSpPr>
          <p:nvPr/>
        </p:nvGrpSpPr>
        <p:grpSpPr bwMode="auto">
          <a:xfrm>
            <a:off x="687388" y="2647950"/>
            <a:ext cx="3429000" cy="1125538"/>
            <a:chOff x="433" y="1668"/>
            <a:chExt cx="2160" cy="709"/>
          </a:xfrm>
        </p:grpSpPr>
        <p:sp>
          <p:nvSpPr>
            <p:cNvPr id="4108" name="Rectangle 12">
              <a:extLst>
                <a:ext uri="{FF2B5EF4-FFF2-40B4-BE49-F238E27FC236}">
                  <a16:creationId xmlns:a16="http://schemas.microsoft.com/office/drawing/2014/main" id="{4634136C-AEDA-2372-EA50-01C11E1A04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1673"/>
              <a:ext cx="2141" cy="680"/>
            </a:xfrm>
            <a:prstGeom prst="rect">
              <a:avLst/>
            </a:prstGeom>
            <a:solidFill>
              <a:srgbClr val="EEFFEE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/>
            <a:lstStyle/>
            <a:p>
              <a:pPr>
                <a:lnSpc>
                  <a:spcPct val="80000"/>
                </a:lnSpc>
              </a:pP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PERFORM UNTIL EndOfFile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READ StudentFile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  AT END SET EndOfFile TO TRUE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END-READ</a:t>
              </a: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END-PERFORM</a:t>
              </a:r>
            </a:p>
          </p:txBody>
        </p:sp>
        <p:sp>
          <p:nvSpPr>
            <p:cNvPr id="4109" name="Freeform 13">
              <a:extLst>
                <a:ext uri="{FF2B5EF4-FFF2-40B4-BE49-F238E27FC236}">
                  <a16:creationId xmlns:a16="http://schemas.microsoft.com/office/drawing/2014/main" id="{018435C6-E181-CF89-7EC8-A7D9C4116D9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3" y="1668"/>
              <a:ext cx="2149" cy="82"/>
            </a:xfrm>
            <a:custGeom>
              <a:avLst/>
              <a:gdLst>
                <a:gd name="T0" fmla="*/ 2142 w 2149"/>
                <a:gd name="T1" fmla="*/ 4 h 82"/>
                <a:gd name="T2" fmla="*/ 2087 w 2149"/>
                <a:gd name="T3" fmla="*/ 28 h 82"/>
                <a:gd name="T4" fmla="*/ 2043 w 2149"/>
                <a:gd name="T5" fmla="*/ 28 h 82"/>
                <a:gd name="T6" fmla="*/ 2005 w 2149"/>
                <a:gd name="T7" fmla="*/ 51 h 82"/>
                <a:gd name="T8" fmla="*/ 1959 w 2149"/>
                <a:gd name="T9" fmla="*/ 33 h 82"/>
                <a:gd name="T10" fmla="*/ 1913 w 2149"/>
                <a:gd name="T11" fmla="*/ 23 h 82"/>
                <a:gd name="T12" fmla="*/ 1869 w 2149"/>
                <a:gd name="T13" fmla="*/ 14 h 82"/>
                <a:gd name="T14" fmla="*/ 1826 w 2149"/>
                <a:gd name="T15" fmla="*/ 31 h 82"/>
                <a:gd name="T16" fmla="*/ 1788 w 2149"/>
                <a:gd name="T17" fmla="*/ 46 h 82"/>
                <a:gd name="T18" fmla="*/ 1744 w 2149"/>
                <a:gd name="T19" fmla="*/ 61 h 82"/>
                <a:gd name="T20" fmla="*/ 1698 w 2149"/>
                <a:gd name="T21" fmla="*/ 48 h 82"/>
                <a:gd name="T22" fmla="*/ 1654 w 2149"/>
                <a:gd name="T23" fmla="*/ 36 h 82"/>
                <a:gd name="T24" fmla="*/ 1605 w 2149"/>
                <a:gd name="T25" fmla="*/ 28 h 82"/>
                <a:gd name="T26" fmla="*/ 1562 w 2149"/>
                <a:gd name="T27" fmla="*/ 23 h 82"/>
                <a:gd name="T28" fmla="*/ 1515 w 2149"/>
                <a:gd name="T29" fmla="*/ 21 h 82"/>
                <a:gd name="T30" fmla="*/ 1475 w 2149"/>
                <a:gd name="T31" fmla="*/ 28 h 82"/>
                <a:gd name="T32" fmla="*/ 1431 w 2149"/>
                <a:gd name="T33" fmla="*/ 46 h 82"/>
                <a:gd name="T34" fmla="*/ 1388 w 2149"/>
                <a:gd name="T35" fmla="*/ 36 h 82"/>
                <a:gd name="T36" fmla="*/ 1344 w 2149"/>
                <a:gd name="T37" fmla="*/ 21 h 82"/>
                <a:gd name="T38" fmla="*/ 1298 w 2149"/>
                <a:gd name="T39" fmla="*/ 14 h 82"/>
                <a:gd name="T40" fmla="*/ 1254 w 2149"/>
                <a:gd name="T41" fmla="*/ 11 h 82"/>
                <a:gd name="T42" fmla="*/ 1211 w 2149"/>
                <a:gd name="T43" fmla="*/ 36 h 82"/>
                <a:gd name="T44" fmla="*/ 1167 w 2149"/>
                <a:gd name="T45" fmla="*/ 46 h 82"/>
                <a:gd name="T46" fmla="*/ 1118 w 2149"/>
                <a:gd name="T47" fmla="*/ 53 h 82"/>
                <a:gd name="T48" fmla="*/ 1074 w 2149"/>
                <a:gd name="T49" fmla="*/ 56 h 82"/>
                <a:gd name="T50" fmla="*/ 1028 w 2149"/>
                <a:gd name="T51" fmla="*/ 31 h 82"/>
                <a:gd name="T52" fmla="*/ 982 w 2149"/>
                <a:gd name="T53" fmla="*/ 19 h 82"/>
                <a:gd name="T54" fmla="*/ 935 w 2149"/>
                <a:gd name="T55" fmla="*/ 33 h 82"/>
                <a:gd name="T56" fmla="*/ 889 w 2149"/>
                <a:gd name="T57" fmla="*/ 48 h 82"/>
                <a:gd name="T58" fmla="*/ 845 w 2149"/>
                <a:gd name="T59" fmla="*/ 28 h 82"/>
                <a:gd name="T60" fmla="*/ 802 w 2149"/>
                <a:gd name="T61" fmla="*/ 9 h 82"/>
                <a:gd name="T62" fmla="*/ 758 w 2149"/>
                <a:gd name="T63" fmla="*/ 11 h 82"/>
                <a:gd name="T64" fmla="*/ 715 w 2149"/>
                <a:gd name="T65" fmla="*/ 14 h 82"/>
                <a:gd name="T66" fmla="*/ 671 w 2149"/>
                <a:gd name="T67" fmla="*/ 16 h 82"/>
                <a:gd name="T68" fmla="*/ 628 w 2149"/>
                <a:gd name="T69" fmla="*/ 31 h 82"/>
                <a:gd name="T70" fmla="*/ 581 w 2149"/>
                <a:gd name="T71" fmla="*/ 48 h 82"/>
                <a:gd name="T72" fmla="*/ 538 w 2149"/>
                <a:gd name="T73" fmla="*/ 48 h 82"/>
                <a:gd name="T74" fmla="*/ 489 w 2149"/>
                <a:gd name="T75" fmla="*/ 33 h 82"/>
                <a:gd name="T76" fmla="*/ 448 w 2149"/>
                <a:gd name="T77" fmla="*/ 23 h 82"/>
                <a:gd name="T78" fmla="*/ 454 w 2149"/>
                <a:gd name="T79" fmla="*/ 51 h 82"/>
                <a:gd name="T80" fmla="*/ 471 w 2149"/>
                <a:gd name="T81" fmla="*/ 76 h 82"/>
                <a:gd name="T82" fmla="*/ 428 w 2149"/>
                <a:gd name="T83" fmla="*/ 46 h 82"/>
                <a:gd name="T84" fmla="*/ 381 w 2149"/>
                <a:gd name="T85" fmla="*/ 28 h 82"/>
                <a:gd name="T86" fmla="*/ 338 w 2149"/>
                <a:gd name="T87" fmla="*/ 26 h 82"/>
                <a:gd name="T88" fmla="*/ 291 w 2149"/>
                <a:gd name="T89" fmla="*/ 28 h 82"/>
                <a:gd name="T90" fmla="*/ 242 w 2149"/>
                <a:gd name="T91" fmla="*/ 33 h 82"/>
                <a:gd name="T92" fmla="*/ 213 w 2149"/>
                <a:gd name="T93" fmla="*/ 61 h 82"/>
                <a:gd name="T94" fmla="*/ 170 w 2149"/>
                <a:gd name="T95" fmla="*/ 66 h 82"/>
                <a:gd name="T96" fmla="*/ 126 w 2149"/>
                <a:gd name="T97" fmla="*/ 56 h 82"/>
                <a:gd name="T98" fmla="*/ 83 w 2149"/>
                <a:gd name="T99" fmla="*/ 43 h 82"/>
                <a:gd name="T100" fmla="*/ 39 w 2149"/>
                <a:gd name="T101" fmla="*/ 26 h 82"/>
                <a:gd name="T102" fmla="*/ 1 w 2149"/>
                <a:gd name="T103" fmla="*/ 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49" h="82">
                  <a:moveTo>
                    <a:pt x="2148" y="1"/>
                  </a:moveTo>
                  <a:lnTo>
                    <a:pt x="2148" y="0"/>
                  </a:lnTo>
                  <a:lnTo>
                    <a:pt x="2148" y="1"/>
                  </a:lnTo>
                  <a:lnTo>
                    <a:pt x="2147" y="4"/>
                  </a:lnTo>
                  <a:lnTo>
                    <a:pt x="2142" y="4"/>
                  </a:lnTo>
                  <a:lnTo>
                    <a:pt x="2124" y="11"/>
                  </a:lnTo>
                  <a:lnTo>
                    <a:pt x="2113" y="19"/>
                  </a:lnTo>
                  <a:lnTo>
                    <a:pt x="2104" y="26"/>
                  </a:lnTo>
                  <a:lnTo>
                    <a:pt x="2095" y="26"/>
                  </a:lnTo>
                  <a:lnTo>
                    <a:pt x="2087" y="28"/>
                  </a:lnTo>
                  <a:lnTo>
                    <a:pt x="2078" y="28"/>
                  </a:lnTo>
                  <a:lnTo>
                    <a:pt x="2069" y="28"/>
                  </a:lnTo>
                  <a:lnTo>
                    <a:pt x="2060" y="28"/>
                  </a:lnTo>
                  <a:lnTo>
                    <a:pt x="2052" y="28"/>
                  </a:lnTo>
                  <a:lnTo>
                    <a:pt x="2043" y="28"/>
                  </a:lnTo>
                  <a:lnTo>
                    <a:pt x="2034" y="33"/>
                  </a:lnTo>
                  <a:lnTo>
                    <a:pt x="2029" y="41"/>
                  </a:lnTo>
                  <a:lnTo>
                    <a:pt x="2023" y="48"/>
                  </a:lnTo>
                  <a:lnTo>
                    <a:pt x="2014" y="51"/>
                  </a:lnTo>
                  <a:lnTo>
                    <a:pt x="2005" y="51"/>
                  </a:lnTo>
                  <a:lnTo>
                    <a:pt x="1997" y="46"/>
                  </a:lnTo>
                  <a:lnTo>
                    <a:pt x="1985" y="41"/>
                  </a:lnTo>
                  <a:lnTo>
                    <a:pt x="1976" y="41"/>
                  </a:lnTo>
                  <a:lnTo>
                    <a:pt x="1968" y="38"/>
                  </a:lnTo>
                  <a:lnTo>
                    <a:pt x="1959" y="33"/>
                  </a:lnTo>
                  <a:lnTo>
                    <a:pt x="1950" y="31"/>
                  </a:lnTo>
                  <a:lnTo>
                    <a:pt x="1939" y="31"/>
                  </a:lnTo>
                  <a:lnTo>
                    <a:pt x="1930" y="28"/>
                  </a:lnTo>
                  <a:lnTo>
                    <a:pt x="1921" y="26"/>
                  </a:lnTo>
                  <a:lnTo>
                    <a:pt x="1913" y="23"/>
                  </a:lnTo>
                  <a:lnTo>
                    <a:pt x="1904" y="23"/>
                  </a:lnTo>
                  <a:lnTo>
                    <a:pt x="1895" y="21"/>
                  </a:lnTo>
                  <a:lnTo>
                    <a:pt x="1886" y="19"/>
                  </a:lnTo>
                  <a:lnTo>
                    <a:pt x="1878" y="16"/>
                  </a:lnTo>
                  <a:lnTo>
                    <a:pt x="1869" y="14"/>
                  </a:lnTo>
                  <a:lnTo>
                    <a:pt x="1866" y="21"/>
                  </a:lnTo>
                  <a:lnTo>
                    <a:pt x="1855" y="23"/>
                  </a:lnTo>
                  <a:lnTo>
                    <a:pt x="1843" y="23"/>
                  </a:lnTo>
                  <a:lnTo>
                    <a:pt x="1834" y="26"/>
                  </a:lnTo>
                  <a:lnTo>
                    <a:pt x="1826" y="31"/>
                  </a:lnTo>
                  <a:lnTo>
                    <a:pt x="1823" y="38"/>
                  </a:lnTo>
                  <a:lnTo>
                    <a:pt x="1814" y="41"/>
                  </a:lnTo>
                  <a:lnTo>
                    <a:pt x="1805" y="41"/>
                  </a:lnTo>
                  <a:lnTo>
                    <a:pt x="1797" y="41"/>
                  </a:lnTo>
                  <a:lnTo>
                    <a:pt x="1788" y="46"/>
                  </a:lnTo>
                  <a:lnTo>
                    <a:pt x="1779" y="48"/>
                  </a:lnTo>
                  <a:lnTo>
                    <a:pt x="1770" y="51"/>
                  </a:lnTo>
                  <a:lnTo>
                    <a:pt x="1762" y="53"/>
                  </a:lnTo>
                  <a:lnTo>
                    <a:pt x="1753" y="58"/>
                  </a:lnTo>
                  <a:lnTo>
                    <a:pt x="1744" y="61"/>
                  </a:lnTo>
                  <a:lnTo>
                    <a:pt x="1736" y="61"/>
                  </a:lnTo>
                  <a:lnTo>
                    <a:pt x="1727" y="58"/>
                  </a:lnTo>
                  <a:lnTo>
                    <a:pt x="1718" y="53"/>
                  </a:lnTo>
                  <a:lnTo>
                    <a:pt x="1707" y="51"/>
                  </a:lnTo>
                  <a:lnTo>
                    <a:pt x="1698" y="48"/>
                  </a:lnTo>
                  <a:lnTo>
                    <a:pt x="1689" y="46"/>
                  </a:lnTo>
                  <a:lnTo>
                    <a:pt x="1681" y="43"/>
                  </a:lnTo>
                  <a:lnTo>
                    <a:pt x="1672" y="43"/>
                  </a:lnTo>
                  <a:lnTo>
                    <a:pt x="1663" y="38"/>
                  </a:lnTo>
                  <a:lnTo>
                    <a:pt x="1654" y="36"/>
                  </a:lnTo>
                  <a:lnTo>
                    <a:pt x="1646" y="36"/>
                  </a:lnTo>
                  <a:lnTo>
                    <a:pt x="1637" y="33"/>
                  </a:lnTo>
                  <a:lnTo>
                    <a:pt x="1628" y="33"/>
                  </a:lnTo>
                  <a:lnTo>
                    <a:pt x="1617" y="31"/>
                  </a:lnTo>
                  <a:lnTo>
                    <a:pt x="1605" y="28"/>
                  </a:lnTo>
                  <a:lnTo>
                    <a:pt x="1596" y="26"/>
                  </a:lnTo>
                  <a:lnTo>
                    <a:pt x="1588" y="23"/>
                  </a:lnTo>
                  <a:lnTo>
                    <a:pt x="1579" y="23"/>
                  </a:lnTo>
                  <a:lnTo>
                    <a:pt x="1570" y="23"/>
                  </a:lnTo>
                  <a:lnTo>
                    <a:pt x="1562" y="23"/>
                  </a:lnTo>
                  <a:lnTo>
                    <a:pt x="1553" y="23"/>
                  </a:lnTo>
                  <a:lnTo>
                    <a:pt x="1544" y="23"/>
                  </a:lnTo>
                  <a:lnTo>
                    <a:pt x="1536" y="23"/>
                  </a:lnTo>
                  <a:lnTo>
                    <a:pt x="1524" y="23"/>
                  </a:lnTo>
                  <a:lnTo>
                    <a:pt x="1515" y="21"/>
                  </a:lnTo>
                  <a:lnTo>
                    <a:pt x="1507" y="16"/>
                  </a:lnTo>
                  <a:lnTo>
                    <a:pt x="1498" y="16"/>
                  </a:lnTo>
                  <a:lnTo>
                    <a:pt x="1489" y="16"/>
                  </a:lnTo>
                  <a:lnTo>
                    <a:pt x="1483" y="23"/>
                  </a:lnTo>
                  <a:lnTo>
                    <a:pt x="1475" y="28"/>
                  </a:lnTo>
                  <a:lnTo>
                    <a:pt x="1466" y="31"/>
                  </a:lnTo>
                  <a:lnTo>
                    <a:pt x="1457" y="38"/>
                  </a:lnTo>
                  <a:lnTo>
                    <a:pt x="1449" y="41"/>
                  </a:lnTo>
                  <a:lnTo>
                    <a:pt x="1440" y="43"/>
                  </a:lnTo>
                  <a:lnTo>
                    <a:pt x="1431" y="46"/>
                  </a:lnTo>
                  <a:lnTo>
                    <a:pt x="1422" y="46"/>
                  </a:lnTo>
                  <a:lnTo>
                    <a:pt x="1414" y="43"/>
                  </a:lnTo>
                  <a:lnTo>
                    <a:pt x="1405" y="38"/>
                  </a:lnTo>
                  <a:lnTo>
                    <a:pt x="1396" y="36"/>
                  </a:lnTo>
                  <a:lnTo>
                    <a:pt x="1388" y="36"/>
                  </a:lnTo>
                  <a:lnTo>
                    <a:pt x="1379" y="33"/>
                  </a:lnTo>
                  <a:lnTo>
                    <a:pt x="1370" y="31"/>
                  </a:lnTo>
                  <a:lnTo>
                    <a:pt x="1362" y="26"/>
                  </a:lnTo>
                  <a:lnTo>
                    <a:pt x="1353" y="26"/>
                  </a:lnTo>
                  <a:lnTo>
                    <a:pt x="1344" y="21"/>
                  </a:lnTo>
                  <a:lnTo>
                    <a:pt x="1335" y="19"/>
                  </a:lnTo>
                  <a:lnTo>
                    <a:pt x="1327" y="19"/>
                  </a:lnTo>
                  <a:lnTo>
                    <a:pt x="1318" y="16"/>
                  </a:lnTo>
                  <a:lnTo>
                    <a:pt x="1309" y="16"/>
                  </a:lnTo>
                  <a:lnTo>
                    <a:pt x="1298" y="14"/>
                  </a:lnTo>
                  <a:lnTo>
                    <a:pt x="1289" y="11"/>
                  </a:lnTo>
                  <a:lnTo>
                    <a:pt x="1280" y="11"/>
                  </a:lnTo>
                  <a:lnTo>
                    <a:pt x="1272" y="11"/>
                  </a:lnTo>
                  <a:lnTo>
                    <a:pt x="1263" y="11"/>
                  </a:lnTo>
                  <a:lnTo>
                    <a:pt x="1254" y="11"/>
                  </a:lnTo>
                  <a:lnTo>
                    <a:pt x="1246" y="14"/>
                  </a:lnTo>
                  <a:lnTo>
                    <a:pt x="1237" y="19"/>
                  </a:lnTo>
                  <a:lnTo>
                    <a:pt x="1228" y="26"/>
                  </a:lnTo>
                  <a:lnTo>
                    <a:pt x="1219" y="31"/>
                  </a:lnTo>
                  <a:lnTo>
                    <a:pt x="1211" y="36"/>
                  </a:lnTo>
                  <a:lnTo>
                    <a:pt x="1202" y="41"/>
                  </a:lnTo>
                  <a:lnTo>
                    <a:pt x="1193" y="43"/>
                  </a:lnTo>
                  <a:lnTo>
                    <a:pt x="1185" y="43"/>
                  </a:lnTo>
                  <a:lnTo>
                    <a:pt x="1176" y="43"/>
                  </a:lnTo>
                  <a:lnTo>
                    <a:pt x="1167" y="46"/>
                  </a:lnTo>
                  <a:lnTo>
                    <a:pt x="1156" y="46"/>
                  </a:lnTo>
                  <a:lnTo>
                    <a:pt x="1147" y="48"/>
                  </a:lnTo>
                  <a:lnTo>
                    <a:pt x="1135" y="51"/>
                  </a:lnTo>
                  <a:lnTo>
                    <a:pt x="1127" y="53"/>
                  </a:lnTo>
                  <a:lnTo>
                    <a:pt x="1118" y="53"/>
                  </a:lnTo>
                  <a:lnTo>
                    <a:pt x="1109" y="56"/>
                  </a:lnTo>
                  <a:lnTo>
                    <a:pt x="1101" y="56"/>
                  </a:lnTo>
                  <a:lnTo>
                    <a:pt x="1092" y="56"/>
                  </a:lnTo>
                  <a:lnTo>
                    <a:pt x="1083" y="56"/>
                  </a:lnTo>
                  <a:lnTo>
                    <a:pt x="1074" y="56"/>
                  </a:lnTo>
                  <a:lnTo>
                    <a:pt x="1066" y="53"/>
                  </a:lnTo>
                  <a:lnTo>
                    <a:pt x="1060" y="46"/>
                  </a:lnTo>
                  <a:lnTo>
                    <a:pt x="1048" y="38"/>
                  </a:lnTo>
                  <a:lnTo>
                    <a:pt x="1040" y="36"/>
                  </a:lnTo>
                  <a:lnTo>
                    <a:pt x="1028" y="31"/>
                  </a:lnTo>
                  <a:lnTo>
                    <a:pt x="1019" y="26"/>
                  </a:lnTo>
                  <a:lnTo>
                    <a:pt x="1008" y="26"/>
                  </a:lnTo>
                  <a:lnTo>
                    <a:pt x="999" y="23"/>
                  </a:lnTo>
                  <a:lnTo>
                    <a:pt x="990" y="19"/>
                  </a:lnTo>
                  <a:lnTo>
                    <a:pt x="982" y="19"/>
                  </a:lnTo>
                  <a:lnTo>
                    <a:pt x="973" y="16"/>
                  </a:lnTo>
                  <a:lnTo>
                    <a:pt x="961" y="21"/>
                  </a:lnTo>
                  <a:lnTo>
                    <a:pt x="953" y="26"/>
                  </a:lnTo>
                  <a:lnTo>
                    <a:pt x="944" y="31"/>
                  </a:lnTo>
                  <a:lnTo>
                    <a:pt x="935" y="33"/>
                  </a:lnTo>
                  <a:lnTo>
                    <a:pt x="927" y="36"/>
                  </a:lnTo>
                  <a:lnTo>
                    <a:pt x="915" y="41"/>
                  </a:lnTo>
                  <a:lnTo>
                    <a:pt x="906" y="43"/>
                  </a:lnTo>
                  <a:lnTo>
                    <a:pt x="898" y="48"/>
                  </a:lnTo>
                  <a:lnTo>
                    <a:pt x="889" y="48"/>
                  </a:lnTo>
                  <a:lnTo>
                    <a:pt x="880" y="48"/>
                  </a:lnTo>
                  <a:lnTo>
                    <a:pt x="869" y="46"/>
                  </a:lnTo>
                  <a:lnTo>
                    <a:pt x="863" y="38"/>
                  </a:lnTo>
                  <a:lnTo>
                    <a:pt x="854" y="33"/>
                  </a:lnTo>
                  <a:lnTo>
                    <a:pt x="845" y="28"/>
                  </a:lnTo>
                  <a:lnTo>
                    <a:pt x="837" y="21"/>
                  </a:lnTo>
                  <a:lnTo>
                    <a:pt x="828" y="16"/>
                  </a:lnTo>
                  <a:lnTo>
                    <a:pt x="819" y="11"/>
                  </a:lnTo>
                  <a:lnTo>
                    <a:pt x="811" y="9"/>
                  </a:lnTo>
                  <a:lnTo>
                    <a:pt x="802" y="9"/>
                  </a:lnTo>
                  <a:lnTo>
                    <a:pt x="793" y="9"/>
                  </a:lnTo>
                  <a:lnTo>
                    <a:pt x="784" y="11"/>
                  </a:lnTo>
                  <a:lnTo>
                    <a:pt x="776" y="11"/>
                  </a:lnTo>
                  <a:lnTo>
                    <a:pt x="767" y="11"/>
                  </a:lnTo>
                  <a:lnTo>
                    <a:pt x="758" y="11"/>
                  </a:lnTo>
                  <a:lnTo>
                    <a:pt x="750" y="11"/>
                  </a:lnTo>
                  <a:lnTo>
                    <a:pt x="741" y="14"/>
                  </a:lnTo>
                  <a:lnTo>
                    <a:pt x="732" y="14"/>
                  </a:lnTo>
                  <a:lnTo>
                    <a:pt x="724" y="14"/>
                  </a:lnTo>
                  <a:lnTo>
                    <a:pt x="715" y="14"/>
                  </a:lnTo>
                  <a:lnTo>
                    <a:pt x="706" y="16"/>
                  </a:lnTo>
                  <a:lnTo>
                    <a:pt x="697" y="16"/>
                  </a:lnTo>
                  <a:lnTo>
                    <a:pt x="689" y="16"/>
                  </a:lnTo>
                  <a:lnTo>
                    <a:pt x="680" y="16"/>
                  </a:lnTo>
                  <a:lnTo>
                    <a:pt x="671" y="16"/>
                  </a:lnTo>
                  <a:lnTo>
                    <a:pt x="663" y="16"/>
                  </a:lnTo>
                  <a:lnTo>
                    <a:pt x="654" y="19"/>
                  </a:lnTo>
                  <a:lnTo>
                    <a:pt x="645" y="23"/>
                  </a:lnTo>
                  <a:lnTo>
                    <a:pt x="637" y="26"/>
                  </a:lnTo>
                  <a:lnTo>
                    <a:pt x="628" y="31"/>
                  </a:lnTo>
                  <a:lnTo>
                    <a:pt x="619" y="33"/>
                  </a:lnTo>
                  <a:lnTo>
                    <a:pt x="610" y="41"/>
                  </a:lnTo>
                  <a:lnTo>
                    <a:pt x="602" y="43"/>
                  </a:lnTo>
                  <a:lnTo>
                    <a:pt x="593" y="46"/>
                  </a:lnTo>
                  <a:lnTo>
                    <a:pt x="581" y="48"/>
                  </a:lnTo>
                  <a:lnTo>
                    <a:pt x="573" y="51"/>
                  </a:lnTo>
                  <a:lnTo>
                    <a:pt x="564" y="53"/>
                  </a:lnTo>
                  <a:lnTo>
                    <a:pt x="555" y="53"/>
                  </a:lnTo>
                  <a:lnTo>
                    <a:pt x="547" y="53"/>
                  </a:lnTo>
                  <a:lnTo>
                    <a:pt x="538" y="48"/>
                  </a:lnTo>
                  <a:lnTo>
                    <a:pt x="529" y="43"/>
                  </a:lnTo>
                  <a:lnTo>
                    <a:pt x="521" y="41"/>
                  </a:lnTo>
                  <a:lnTo>
                    <a:pt x="512" y="36"/>
                  </a:lnTo>
                  <a:lnTo>
                    <a:pt x="500" y="36"/>
                  </a:lnTo>
                  <a:lnTo>
                    <a:pt x="489" y="33"/>
                  </a:lnTo>
                  <a:lnTo>
                    <a:pt x="486" y="26"/>
                  </a:lnTo>
                  <a:lnTo>
                    <a:pt x="477" y="23"/>
                  </a:lnTo>
                  <a:lnTo>
                    <a:pt x="468" y="23"/>
                  </a:lnTo>
                  <a:lnTo>
                    <a:pt x="457" y="23"/>
                  </a:lnTo>
                  <a:lnTo>
                    <a:pt x="448" y="23"/>
                  </a:lnTo>
                  <a:lnTo>
                    <a:pt x="439" y="23"/>
                  </a:lnTo>
                  <a:lnTo>
                    <a:pt x="439" y="31"/>
                  </a:lnTo>
                  <a:lnTo>
                    <a:pt x="439" y="38"/>
                  </a:lnTo>
                  <a:lnTo>
                    <a:pt x="448" y="43"/>
                  </a:lnTo>
                  <a:lnTo>
                    <a:pt x="454" y="51"/>
                  </a:lnTo>
                  <a:lnTo>
                    <a:pt x="463" y="58"/>
                  </a:lnTo>
                  <a:lnTo>
                    <a:pt x="468" y="66"/>
                  </a:lnTo>
                  <a:lnTo>
                    <a:pt x="474" y="73"/>
                  </a:lnTo>
                  <a:lnTo>
                    <a:pt x="480" y="81"/>
                  </a:lnTo>
                  <a:lnTo>
                    <a:pt x="471" y="76"/>
                  </a:lnTo>
                  <a:lnTo>
                    <a:pt x="463" y="68"/>
                  </a:lnTo>
                  <a:lnTo>
                    <a:pt x="454" y="63"/>
                  </a:lnTo>
                  <a:lnTo>
                    <a:pt x="445" y="58"/>
                  </a:lnTo>
                  <a:lnTo>
                    <a:pt x="436" y="53"/>
                  </a:lnTo>
                  <a:lnTo>
                    <a:pt x="428" y="46"/>
                  </a:lnTo>
                  <a:lnTo>
                    <a:pt x="419" y="38"/>
                  </a:lnTo>
                  <a:lnTo>
                    <a:pt x="410" y="33"/>
                  </a:lnTo>
                  <a:lnTo>
                    <a:pt x="402" y="31"/>
                  </a:lnTo>
                  <a:lnTo>
                    <a:pt x="390" y="28"/>
                  </a:lnTo>
                  <a:lnTo>
                    <a:pt x="381" y="28"/>
                  </a:lnTo>
                  <a:lnTo>
                    <a:pt x="373" y="28"/>
                  </a:lnTo>
                  <a:lnTo>
                    <a:pt x="364" y="28"/>
                  </a:lnTo>
                  <a:lnTo>
                    <a:pt x="355" y="26"/>
                  </a:lnTo>
                  <a:lnTo>
                    <a:pt x="347" y="26"/>
                  </a:lnTo>
                  <a:lnTo>
                    <a:pt x="338" y="26"/>
                  </a:lnTo>
                  <a:lnTo>
                    <a:pt x="329" y="26"/>
                  </a:lnTo>
                  <a:lnTo>
                    <a:pt x="318" y="26"/>
                  </a:lnTo>
                  <a:lnTo>
                    <a:pt x="309" y="26"/>
                  </a:lnTo>
                  <a:lnTo>
                    <a:pt x="300" y="28"/>
                  </a:lnTo>
                  <a:lnTo>
                    <a:pt x="291" y="28"/>
                  </a:lnTo>
                  <a:lnTo>
                    <a:pt x="280" y="28"/>
                  </a:lnTo>
                  <a:lnTo>
                    <a:pt x="268" y="28"/>
                  </a:lnTo>
                  <a:lnTo>
                    <a:pt x="260" y="28"/>
                  </a:lnTo>
                  <a:lnTo>
                    <a:pt x="251" y="28"/>
                  </a:lnTo>
                  <a:lnTo>
                    <a:pt x="242" y="33"/>
                  </a:lnTo>
                  <a:lnTo>
                    <a:pt x="233" y="36"/>
                  </a:lnTo>
                  <a:lnTo>
                    <a:pt x="231" y="43"/>
                  </a:lnTo>
                  <a:lnTo>
                    <a:pt x="231" y="51"/>
                  </a:lnTo>
                  <a:lnTo>
                    <a:pt x="222" y="58"/>
                  </a:lnTo>
                  <a:lnTo>
                    <a:pt x="213" y="61"/>
                  </a:lnTo>
                  <a:lnTo>
                    <a:pt x="204" y="61"/>
                  </a:lnTo>
                  <a:lnTo>
                    <a:pt x="196" y="61"/>
                  </a:lnTo>
                  <a:lnTo>
                    <a:pt x="187" y="61"/>
                  </a:lnTo>
                  <a:lnTo>
                    <a:pt x="178" y="63"/>
                  </a:lnTo>
                  <a:lnTo>
                    <a:pt x="170" y="66"/>
                  </a:lnTo>
                  <a:lnTo>
                    <a:pt x="158" y="66"/>
                  </a:lnTo>
                  <a:lnTo>
                    <a:pt x="149" y="66"/>
                  </a:lnTo>
                  <a:lnTo>
                    <a:pt x="141" y="66"/>
                  </a:lnTo>
                  <a:lnTo>
                    <a:pt x="132" y="63"/>
                  </a:lnTo>
                  <a:lnTo>
                    <a:pt x="126" y="56"/>
                  </a:lnTo>
                  <a:lnTo>
                    <a:pt x="117" y="53"/>
                  </a:lnTo>
                  <a:lnTo>
                    <a:pt x="109" y="48"/>
                  </a:lnTo>
                  <a:lnTo>
                    <a:pt x="100" y="46"/>
                  </a:lnTo>
                  <a:lnTo>
                    <a:pt x="91" y="43"/>
                  </a:lnTo>
                  <a:lnTo>
                    <a:pt x="83" y="43"/>
                  </a:lnTo>
                  <a:lnTo>
                    <a:pt x="74" y="41"/>
                  </a:lnTo>
                  <a:lnTo>
                    <a:pt x="65" y="36"/>
                  </a:lnTo>
                  <a:lnTo>
                    <a:pt x="57" y="33"/>
                  </a:lnTo>
                  <a:lnTo>
                    <a:pt x="48" y="28"/>
                  </a:lnTo>
                  <a:lnTo>
                    <a:pt x="39" y="26"/>
                  </a:lnTo>
                  <a:lnTo>
                    <a:pt x="30" y="23"/>
                  </a:lnTo>
                  <a:lnTo>
                    <a:pt x="22" y="19"/>
                  </a:lnTo>
                  <a:lnTo>
                    <a:pt x="13" y="1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4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0" name="Freeform 14">
              <a:extLst>
                <a:ext uri="{FF2B5EF4-FFF2-40B4-BE49-F238E27FC236}">
                  <a16:creationId xmlns:a16="http://schemas.microsoft.com/office/drawing/2014/main" id="{56B7E7AF-CEEA-C525-6917-455F44D20680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" y="2258"/>
              <a:ext cx="2159" cy="119"/>
            </a:xfrm>
            <a:custGeom>
              <a:avLst/>
              <a:gdLst>
                <a:gd name="T0" fmla="*/ 0 w 2159"/>
                <a:gd name="T1" fmla="*/ 118 h 119"/>
                <a:gd name="T2" fmla="*/ 47 w 2159"/>
                <a:gd name="T3" fmla="*/ 81 h 119"/>
                <a:gd name="T4" fmla="*/ 90 w 2159"/>
                <a:gd name="T5" fmla="*/ 46 h 119"/>
                <a:gd name="T6" fmla="*/ 125 w 2159"/>
                <a:gd name="T7" fmla="*/ 34 h 119"/>
                <a:gd name="T8" fmla="*/ 160 w 2159"/>
                <a:gd name="T9" fmla="*/ 40 h 119"/>
                <a:gd name="T10" fmla="*/ 194 w 2159"/>
                <a:gd name="T11" fmla="*/ 64 h 119"/>
                <a:gd name="T12" fmla="*/ 229 w 2159"/>
                <a:gd name="T13" fmla="*/ 81 h 119"/>
                <a:gd name="T14" fmla="*/ 268 w 2159"/>
                <a:gd name="T15" fmla="*/ 46 h 119"/>
                <a:gd name="T16" fmla="*/ 303 w 2159"/>
                <a:gd name="T17" fmla="*/ 34 h 119"/>
                <a:gd name="T18" fmla="*/ 338 w 2159"/>
                <a:gd name="T19" fmla="*/ 58 h 119"/>
                <a:gd name="T20" fmla="*/ 373 w 2159"/>
                <a:gd name="T21" fmla="*/ 87 h 119"/>
                <a:gd name="T22" fmla="*/ 408 w 2159"/>
                <a:gd name="T23" fmla="*/ 58 h 119"/>
                <a:gd name="T24" fmla="*/ 447 w 2159"/>
                <a:gd name="T25" fmla="*/ 40 h 119"/>
                <a:gd name="T26" fmla="*/ 482 w 2159"/>
                <a:gd name="T27" fmla="*/ 34 h 119"/>
                <a:gd name="T28" fmla="*/ 520 w 2159"/>
                <a:gd name="T29" fmla="*/ 23 h 119"/>
                <a:gd name="T30" fmla="*/ 563 w 2159"/>
                <a:gd name="T31" fmla="*/ 34 h 119"/>
                <a:gd name="T32" fmla="*/ 594 w 2159"/>
                <a:gd name="T33" fmla="*/ 75 h 119"/>
                <a:gd name="T34" fmla="*/ 633 w 2159"/>
                <a:gd name="T35" fmla="*/ 58 h 119"/>
                <a:gd name="T36" fmla="*/ 676 w 2159"/>
                <a:gd name="T37" fmla="*/ 46 h 119"/>
                <a:gd name="T38" fmla="*/ 714 w 2159"/>
                <a:gd name="T39" fmla="*/ 29 h 119"/>
                <a:gd name="T40" fmla="*/ 749 w 2159"/>
                <a:gd name="T41" fmla="*/ 29 h 119"/>
                <a:gd name="T42" fmla="*/ 784 w 2159"/>
                <a:gd name="T43" fmla="*/ 64 h 119"/>
                <a:gd name="T44" fmla="*/ 819 w 2159"/>
                <a:gd name="T45" fmla="*/ 75 h 119"/>
                <a:gd name="T46" fmla="*/ 854 w 2159"/>
                <a:gd name="T47" fmla="*/ 64 h 119"/>
                <a:gd name="T48" fmla="*/ 893 w 2159"/>
                <a:gd name="T49" fmla="*/ 52 h 119"/>
                <a:gd name="T50" fmla="*/ 928 w 2159"/>
                <a:gd name="T51" fmla="*/ 52 h 119"/>
                <a:gd name="T52" fmla="*/ 966 w 2159"/>
                <a:gd name="T53" fmla="*/ 46 h 119"/>
                <a:gd name="T54" fmla="*/ 1001 w 2159"/>
                <a:gd name="T55" fmla="*/ 23 h 119"/>
                <a:gd name="T56" fmla="*/ 1044 w 2159"/>
                <a:gd name="T57" fmla="*/ 23 h 119"/>
                <a:gd name="T58" fmla="*/ 1079 w 2159"/>
                <a:gd name="T59" fmla="*/ 58 h 119"/>
                <a:gd name="T60" fmla="*/ 1114 w 2159"/>
                <a:gd name="T61" fmla="*/ 69 h 119"/>
                <a:gd name="T62" fmla="*/ 1153 w 2159"/>
                <a:gd name="T63" fmla="*/ 46 h 119"/>
                <a:gd name="T64" fmla="*/ 1195 w 2159"/>
                <a:gd name="T65" fmla="*/ 17 h 119"/>
                <a:gd name="T66" fmla="*/ 1234 w 2159"/>
                <a:gd name="T67" fmla="*/ 11 h 119"/>
                <a:gd name="T68" fmla="*/ 1265 w 2159"/>
                <a:gd name="T69" fmla="*/ 23 h 119"/>
                <a:gd name="T70" fmla="*/ 1300 w 2159"/>
                <a:gd name="T71" fmla="*/ 64 h 119"/>
                <a:gd name="T72" fmla="*/ 1335 w 2159"/>
                <a:gd name="T73" fmla="*/ 81 h 119"/>
                <a:gd name="T74" fmla="*/ 1370 w 2159"/>
                <a:gd name="T75" fmla="*/ 46 h 119"/>
                <a:gd name="T76" fmla="*/ 1409 w 2159"/>
                <a:gd name="T77" fmla="*/ 29 h 119"/>
                <a:gd name="T78" fmla="*/ 1444 w 2159"/>
                <a:gd name="T79" fmla="*/ 23 h 119"/>
                <a:gd name="T80" fmla="*/ 1482 w 2159"/>
                <a:gd name="T81" fmla="*/ 17 h 119"/>
                <a:gd name="T82" fmla="*/ 1529 w 2159"/>
                <a:gd name="T83" fmla="*/ 58 h 119"/>
                <a:gd name="T84" fmla="*/ 1564 w 2159"/>
                <a:gd name="T85" fmla="*/ 87 h 119"/>
                <a:gd name="T86" fmla="*/ 1603 w 2159"/>
                <a:gd name="T87" fmla="*/ 69 h 119"/>
                <a:gd name="T88" fmla="*/ 1638 w 2159"/>
                <a:gd name="T89" fmla="*/ 40 h 119"/>
                <a:gd name="T90" fmla="*/ 1676 w 2159"/>
                <a:gd name="T91" fmla="*/ 23 h 119"/>
                <a:gd name="T92" fmla="*/ 1711 w 2159"/>
                <a:gd name="T93" fmla="*/ 11 h 119"/>
                <a:gd name="T94" fmla="*/ 1754 w 2159"/>
                <a:gd name="T95" fmla="*/ 40 h 119"/>
                <a:gd name="T96" fmla="*/ 1789 w 2159"/>
                <a:gd name="T97" fmla="*/ 58 h 119"/>
                <a:gd name="T98" fmla="*/ 1824 w 2159"/>
                <a:gd name="T99" fmla="*/ 40 h 119"/>
                <a:gd name="T100" fmla="*/ 1859 w 2159"/>
                <a:gd name="T101" fmla="*/ 11 h 119"/>
                <a:gd name="T102" fmla="*/ 1898 w 2159"/>
                <a:gd name="T103" fmla="*/ 0 h 119"/>
                <a:gd name="T104" fmla="*/ 1940 w 2159"/>
                <a:gd name="T105" fmla="*/ 11 h 119"/>
                <a:gd name="T106" fmla="*/ 1975 w 2159"/>
                <a:gd name="T107" fmla="*/ 34 h 119"/>
                <a:gd name="T108" fmla="*/ 2014 w 2159"/>
                <a:gd name="T109" fmla="*/ 52 h 119"/>
                <a:gd name="T110" fmla="*/ 2045 w 2159"/>
                <a:gd name="T111" fmla="*/ 23 h 119"/>
                <a:gd name="T112" fmla="*/ 2084 w 2159"/>
                <a:gd name="T113" fmla="*/ 52 h 119"/>
                <a:gd name="T114" fmla="*/ 2115 w 2159"/>
                <a:gd name="T115" fmla="*/ 81 h 119"/>
                <a:gd name="T116" fmla="*/ 2150 w 2159"/>
                <a:gd name="T117" fmla="*/ 9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159" h="119">
                  <a:moveTo>
                    <a:pt x="0" y="113"/>
                  </a:moveTo>
                  <a:lnTo>
                    <a:pt x="0" y="104"/>
                  </a:lnTo>
                  <a:lnTo>
                    <a:pt x="0" y="118"/>
                  </a:lnTo>
                  <a:lnTo>
                    <a:pt x="24" y="69"/>
                  </a:lnTo>
                  <a:lnTo>
                    <a:pt x="35" y="69"/>
                  </a:lnTo>
                  <a:lnTo>
                    <a:pt x="47" y="81"/>
                  </a:lnTo>
                  <a:lnTo>
                    <a:pt x="63" y="69"/>
                  </a:lnTo>
                  <a:lnTo>
                    <a:pt x="78" y="52"/>
                  </a:lnTo>
                  <a:lnTo>
                    <a:pt x="90" y="46"/>
                  </a:lnTo>
                  <a:lnTo>
                    <a:pt x="101" y="46"/>
                  </a:lnTo>
                  <a:lnTo>
                    <a:pt x="113" y="40"/>
                  </a:lnTo>
                  <a:lnTo>
                    <a:pt x="125" y="34"/>
                  </a:lnTo>
                  <a:lnTo>
                    <a:pt x="136" y="34"/>
                  </a:lnTo>
                  <a:lnTo>
                    <a:pt x="148" y="40"/>
                  </a:lnTo>
                  <a:lnTo>
                    <a:pt x="160" y="40"/>
                  </a:lnTo>
                  <a:lnTo>
                    <a:pt x="171" y="46"/>
                  </a:lnTo>
                  <a:lnTo>
                    <a:pt x="183" y="58"/>
                  </a:lnTo>
                  <a:lnTo>
                    <a:pt x="194" y="64"/>
                  </a:lnTo>
                  <a:lnTo>
                    <a:pt x="206" y="69"/>
                  </a:lnTo>
                  <a:lnTo>
                    <a:pt x="218" y="75"/>
                  </a:lnTo>
                  <a:lnTo>
                    <a:pt x="229" y="81"/>
                  </a:lnTo>
                  <a:lnTo>
                    <a:pt x="245" y="75"/>
                  </a:lnTo>
                  <a:lnTo>
                    <a:pt x="260" y="64"/>
                  </a:lnTo>
                  <a:lnTo>
                    <a:pt x="268" y="46"/>
                  </a:lnTo>
                  <a:lnTo>
                    <a:pt x="280" y="46"/>
                  </a:lnTo>
                  <a:lnTo>
                    <a:pt x="291" y="40"/>
                  </a:lnTo>
                  <a:lnTo>
                    <a:pt x="303" y="34"/>
                  </a:lnTo>
                  <a:lnTo>
                    <a:pt x="315" y="29"/>
                  </a:lnTo>
                  <a:lnTo>
                    <a:pt x="326" y="46"/>
                  </a:lnTo>
                  <a:lnTo>
                    <a:pt x="338" y="58"/>
                  </a:lnTo>
                  <a:lnTo>
                    <a:pt x="350" y="75"/>
                  </a:lnTo>
                  <a:lnTo>
                    <a:pt x="361" y="87"/>
                  </a:lnTo>
                  <a:lnTo>
                    <a:pt x="373" y="87"/>
                  </a:lnTo>
                  <a:lnTo>
                    <a:pt x="385" y="75"/>
                  </a:lnTo>
                  <a:lnTo>
                    <a:pt x="396" y="69"/>
                  </a:lnTo>
                  <a:lnTo>
                    <a:pt x="408" y="58"/>
                  </a:lnTo>
                  <a:lnTo>
                    <a:pt x="419" y="52"/>
                  </a:lnTo>
                  <a:lnTo>
                    <a:pt x="431" y="46"/>
                  </a:lnTo>
                  <a:lnTo>
                    <a:pt x="447" y="40"/>
                  </a:lnTo>
                  <a:lnTo>
                    <a:pt x="458" y="40"/>
                  </a:lnTo>
                  <a:lnTo>
                    <a:pt x="470" y="34"/>
                  </a:lnTo>
                  <a:lnTo>
                    <a:pt x="482" y="34"/>
                  </a:lnTo>
                  <a:lnTo>
                    <a:pt x="493" y="34"/>
                  </a:lnTo>
                  <a:lnTo>
                    <a:pt x="505" y="29"/>
                  </a:lnTo>
                  <a:lnTo>
                    <a:pt x="520" y="23"/>
                  </a:lnTo>
                  <a:lnTo>
                    <a:pt x="536" y="23"/>
                  </a:lnTo>
                  <a:lnTo>
                    <a:pt x="551" y="17"/>
                  </a:lnTo>
                  <a:lnTo>
                    <a:pt x="563" y="34"/>
                  </a:lnTo>
                  <a:lnTo>
                    <a:pt x="571" y="52"/>
                  </a:lnTo>
                  <a:lnTo>
                    <a:pt x="579" y="69"/>
                  </a:lnTo>
                  <a:lnTo>
                    <a:pt x="594" y="75"/>
                  </a:lnTo>
                  <a:lnTo>
                    <a:pt x="606" y="69"/>
                  </a:lnTo>
                  <a:lnTo>
                    <a:pt x="621" y="64"/>
                  </a:lnTo>
                  <a:lnTo>
                    <a:pt x="633" y="58"/>
                  </a:lnTo>
                  <a:lnTo>
                    <a:pt x="648" y="52"/>
                  </a:lnTo>
                  <a:lnTo>
                    <a:pt x="664" y="52"/>
                  </a:lnTo>
                  <a:lnTo>
                    <a:pt x="676" y="46"/>
                  </a:lnTo>
                  <a:lnTo>
                    <a:pt x="687" y="40"/>
                  </a:lnTo>
                  <a:lnTo>
                    <a:pt x="703" y="34"/>
                  </a:lnTo>
                  <a:lnTo>
                    <a:pt x="714" y="29"/>
                  </a:lnTo>
                  <a:lnTo>
                    <a:pt x="726" y="23"/>
                  </a:lnTo>
                  <a:lnTo>
                    <a:pt x="738" y="17"/>
                  </a:lnTo>
                  <a:lnTo>
                    <a:pt x="749" y="29"/>
                  </a:lnTo>
                  <a:lnTo>
                    <a:pt x="761" y="40"/>
                  </a:lnTo>
                  <a:lnTo>
                    <a:pt x="773" y="52"/>
                  </a:lnTo>
                  <a:lnTo>
                    <a:pt x="784" y="64"/>
                  </a:lnTo>
                  <a:lnTo>
                    <a:pt x="796" y="75"/>
                  </a:lnTo>
                  <a:lnTo>
                    <a:pt x="807" y="75"/>
                  </a:lnTo>
                  <a:lnTo>
                    <a:pt x="819" y="75"/>
                  </a:lnTo>
                  <a:lnTo>
                    <a:pt x="831" y="69"/>
                  </a:lnTo>
                  <a:lnTo>
                    <a:pt x="842" y="64"/>
                  </a:lnTo>
                  <a:lnTo>
                    <a:pt x="854" y="64"/>
                  </a:lnTo>
                  <a:lnTo>
                    <a:pt x="866" y="58"/>
                  </a:lnTo>
                  <a:lnTo>
                    <a:pt x="881" y="58"/>
                  </a:lnTo>
                  <a:lnTo>
                    <a:pt x="893" y="52"/>
                  </a:lnTo>
                  <a:lnTo>
                    <a:pt x="904" y="52"/>
                  </a:lnTo>
                  <a:lnTo>
                    <a:pt x="916" y="52"/>
                  </a:lnTo>
                  <a:lnTo>
                    <a:pt x="928" y="52"/>
                  </a:lnTo>
                  <a:lnTo>
                    <a:pt x="939" y="52"/>
                  </a:lnTo>
                  <a:lnTo>
                    <a:pt x="951" y="52"/>
                  </a:lnTo>
                  <a:lnTo>
                    <a:pt x="966" y="46"/>
                  </a:lnTo>
                  <a:lnTo>
                    <a:pt x="978" y="40"/>
                  </a:lnTo>
                  <a:lnTo>
                    <a:pt x="990" y="29"/>
                  </a:lnTo>
                  <a:lnTo>
                    <a:pt x="1001" y="23"/>
                  </a:lnTo>
                  <a:lnTo>
                    <a:pt x="1013" y="17"/>
                  </a:lnTo>
                  <a:lnTo>
                    <a:pt x="1029" y="11"/>
                  </a:lnTo>
                  <a:lnTo>
                    <a:pt x="1044" y="23"/>
                  </a:lnTo>
                  <a:lnTo>
                    <a:pt x="1056" y="40"/>
                  </a:lnTo>
                  <a:lnTo>
                    <a:pt x="1067" y="52"/>
                  </a:lnTo>
                  <a:lnTo>
                    <a:pt x="1079" y="58"/>
                  </a:lnTo>
                  <a:lnTo>
                    <a:pt x="1091" y="69"/>
                  </a:lnTo>
                  <a:lnTo>
                    <a:pt x="1102" y="69"/>
                  </a:lnTo>
                  <a:lnTo>
                    <a:pt x="1114" y="69"/>
                  </a:lnTo>
                  <a:lnTo>
                    <a:pt x="1129" y="64"/>
                  </a:lnTo>
                  <a:lnTo>
                    <a:pt x="1141" y="58"/>
                  </a:lnTo>
                  <a:lnTo>
                    <a:pt x="1153" y="46"/>
                  </a:lnTo>
                  <a:lnTo>
                    <a:pt x="1168" y="34"/>
                  </a:lnTo>
                  <a:lnTo>
                    <a:pt x="1180" y="29"/>
                  </a:lnTo>
                  <a:lnTo>
                    <a:pt x="1195" y="17"/>
                  </a:lnTo>
                  <a:lnTo>
                    <a:pt x="1207" y="17"/>
                  </a:lnTo>
                  <a:lnTo>
                    <a:pt x="1219" y="17"/>
                  </a:lnTo>
                  <a:lnTo>
                    <a:pt x="1234" y="11"/>
                  </a:lnTo>
                  <a:lnTo>
                    <a:pt x="1246" y="5"/>
                  </a:lnTo>
                  <a:lnTo>
                    <a:pt x="1257" y="5"/>
                  </a:lnTo>
                  <a:lnTo>
                    <a:pt x="1265" y="23"/>
                  </a:lnTo>
                  <a:lnTo>
                    <a:pt x="1277" y="34"/>
                  </a:lnTo>
                  <a:lnTo>
                    <a:pt x="1288" y="46"/>
                  </a:lnTo>
                  <a:lnTo>
                    <a:pt x="1300" y="64"/>
                  </a:lnTo>
                  <a:lnTo>
                    <a:pt x="1312" y="75"/>
                  </a:lnTo>
                  <a:lnTo>
                    <a:pt x="1323" y="81"/>
                  </a:lnTo>
                  <a:lnTo>
                    <a:pt x="1335" y="81"/>
                  </a:lnTo>
                  <a:lnTo>
                    <a:pt x="1347" y="69"/>
                  </a:lnTo>
                  <a:lnTo>
                    <a:pt x="1358" y="58"/>
                  </a:lnTo>
                  <a:lnTo>
                    <a:pt x="1370" y="46"/>
                  </a:lnTo>
                  <a:lnTo>
                    <a:pt x="1382" y="40"/>
                  </a:lnTo>
                  <a:lnTo>
                    <a:pt x="1393" y="34"/>
                  </a:lnTo>
                  <a:lnTo>
                    <a:pt x="1409" y="29"/>
                  </a:lnTo>
                  <a:lnTo>
                    <a:pt x="1420" y="29"/>
                  </a:lnTo>
                  <a:lnTo>
                    <a:pt x="1432" y="29"/>
                  </a:lnTo>
                  <a:lnTo>
                    <a:pt x="1444" y="23"/>
                  </a:lnTo>
                  <a:lnTo>
                    <a:pt x="1455" y="23"/>
                  </a:lnTo>
                  <a:lnTo>
                    <a:pt x="1467" y="11"/>
                  </a:lnTo>
                  <a:lnTo>
                    <a:pt x="1482" y="17"/>
                  </a:lnTo>
                  <a:lnTo>
                    <a:pt x="1502" y="34"/>
                  </a:lnTo>
                  <a:lnTo>
                    <a:pt x="1513" y="40"/>
                  </a:lnTo>
                  <a:lnTo>
                    <a:pt x="1529" y="58"/>
                  </a:lnTo>
                  <a:lnTo>
                    <a:pt x="1541" y="64"/>
                  </a:lnTo>
                  <a:lnTo>
                    <a:pt x="1552" y="75"/>
                  </a:lnTo>
                  <a:lnTo>
                    <a:pt x="1564" y="87"/>
                  </a:lnTo>
                  <a:lnTo>
                    <a:pt x="1576" y="87"/>
                  </a:lnTo>
                  <a:lnTo>
                    <a:pt x="1587" y="81"/>
                  </a:lnTo>
                  <a:lnTo>
                    <a:pt x="1603" y="69"/>
                  </a:lnTo>
                  <a:lnTo>
                    <a:pt x="1614" y="52"/>
                  </a:lnTo>
                  <a:lnTo>
                    <a:pt x="1626" y="46"/>
                  </a:lnTo>
                  <a:lnTo>
                    <a:pt x="1638" y="40"/>
                  </a:lnTo>
                  <a:lnTo>
                    <a:pt x="1649" y="34"/>
                  </a:lnTo>
                  <a:lnTo>
                    <a:pt x="1665" y="29"/>
                  </a:lnTo>
                  <a:lnTo>
                    <a:pt x="1676" y="23"/>
                  </a:lnTo>
                  <a:lnTo>
                    <a:pt x="1688" y="17"/>
                  </a:lnTo>
                  <a:lnTo>
                    <a:pt x="1700" y="11"/>
                  </a:lnTo>
                  <a:lnTo>
                    <a:pt x="1711" y="11"/>
                  </a:lnTo>
                  <a:lnTo>
                    <a:pt x="1723" y="17"/>
                  </a:lnTo>
                  <a:lnTo>
                    <a:pt x="1742" y="29"/>
                  </a:lnTo>
                  <a:lnTo>
                    <a:pt x="1754" y="40"/>
                  </a:lnTo>
                  <a:lnTo>
                    <a:pt x="1766" y="46"/>
                  </a:lnTo>
                  <a:lnTo>
                    <a:pt x="1777" y="52"/>
                  </a:lnTo>
                  <a:lnTo>
                    <a:pt x="1789" y="58"/>
                  </a:lnTo>
                  <a:lnTo>
                    <a:pt x="1801" y="58"/>
                  </a:lnTo>
                  <a:lnTo>
                    <a:pt x="1812" y="46"/>
                  </a:lnTo>
                  <a:lnTo>
                    <a:pt x="1824" y="40"/>
                  </a:lnTo>
                  <a:lnTo>
                    <a:pt x="1835" y="29"/>
                  </a:lnTo>
                  <a:lnTo>
                    <a:pt x="1847" y="17"/>
                  </a:lnTo>
                  <a:lnTo>
                    <a:pt x="1859" y="11"/>
                  </a:lnTo>
                  <a:lnTo>
                    <a:pt x="1874" y="5"/>
                  </a:lnTo>
                  <a:lnTo>
                    <a:pt x="1886" y="0"/>
                  </a:lnTo>
                  <a:lnTo>
                    <a:pt x="1898" y="0"/>
                  </a:lnTo>
                  <a:lnTo>
                    <a:pt x="1913" y="0"/>
                  </a:lnTo>
                  <a:lnTo>
                    <a:pt x="1925" y="5"/>
                  </a:lnTo>
                  <a:lnTo>
                    <a:pt x="1940" y="11"/>
                  </a:lnTo>
                  <a:lnTo>
                    <a:pt x="1952" y="17"/>
                  </a:lnTo>
                  <a:lnTo>
                    <a:pt x="1964" y="29"/>
                  </a:lnTo>
                  <a:lnTo>
                    <a:pt x="1975" y="34"/>
                  </a:lnTo>
                  <a:lnTo>
                    <a:pt x="1991" y="40"/>
                  </a:lnTo>
                  <a:lnTo>
                    <a:pt x="2002" y="52"/>
                  </a:lnTo>
                  <a:lnTo>
                    <a:pt x="2014" y="52"/>
                  </a:lnTo>
                  <a:lnTo>
                    <a:pt x="2022" y="34"/>
                  </a:lnTo>
                  <a:lnTo>
                    <a:pt x="2033" y="23"/>
                  </a:lnTo>
                  <a:lnTo>
                    <a:pt x="2045" y="23"/>
                  </a:lnTo>
                  <a:lnTo>
                    <a:pt x="2057" y="29"/>
                  </a:lnTo>
                  <a:lnTo>
                    <a:pt x="2072" y="40"/>
                  </a:lnTo>
                  <a:lnTo>
                    <a:pt x="2084" y="52"/>
                  </a:lnTo>
                  <a:lnTo>
                    <a:pt x="2095" y="58"/>
                  </a:lnTo>
                  <a:lnTo>
                    <a:pt x="2103" y="75"/>
                  </a:lnTo>
                  <a:lnTo>
                    <a:pt x="2115" y="81"/>
                  </a:lnTo>
                  <a:lnTo>
                    <a:pt x="2126" y="87"/>
                  </a:lnTo>
                  <a:lnTo>
                    <a:pt x="2138" y="99"/>
                  </a:lnTo>
                  <a:lnTo>
                    <a:pt x="2150" y="99"/>
                  </a:lnTo>
                  <a:lnTo>
                    <a:pt x="2158" y="110"/>
                  </a:lnTo>
                  <a:lnTo>
                    <a:pt x="2153" y="107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12" name="AutoShape 16">
            <a:extLst>
              <a:ext uri="{FF2B5EF4-FFF2-40B4-BE49-F238E27FC236}">
                <a16:creationId xmlns:a16="http://schemas.microsoft.com/office/drawing/2014/main" id="{6D58499E-4266-4D27-67D4-CD68B4ED806A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46038" y="120650"/>
            <a:ext cx="728662" cy="306917"/>
          </a:xfrm>
          <a:prstGeom prst="wedgeRoundRectCallout">
            <a:avLst>
              <a:gd name="adj1" fmla="val -45088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 anchor="ctr"/>
          <a:lstStyle/>
          <a:p>
            <a:pPr algn="ctr"/>
            <a:r>
              <a:rPr lang="en-US" altLang="en-US" sz="800">
                <a:solidFill>
                  <a:schemeClr val="tx1"/>
                </a:solidFill>
                <a:latin typeface="Arial" panose="020B0604020202020204" pitchFamily="34" charset="0"/>
              </a:rPr>
              <a:t>Record </a:t>
            </a:r>
            <a:br>
              <a:rPr lang="en-US" altLang="en-US" sz="800">
                <a:solidFill>
                  <a:schemeClr val="tx1"/>
                </a:solidFill>
                <a:latin typeface="Arial" panose="020B0604020202020204" pitchFamily="34" charset="0"/>
              </a:rPr>
            </a:br>
            <a:r>
              <a:rPr lang="en-US" altLang="en-US" sz="800">
                <a:solidFill>
                  <a:schemeClr val="tx1"/>
                </a:solidFill>
                <a:latin typeface="Arial" panose="020B0604020202020204" pitchFamily="34" charset="0"/>
              </a:rPr>
              <a:t>Buffer</a:t>
            </a:r>
          </a:p>
        </p:txBody>
      </p:sp>
      <p:sp>
        <p:nvSpPr>
          <p:cNvPr id="4113" name="AutoShape 17">
            <a:extLst>
              <a:ext uri="{FF2B5EF4-FFF2-40B4-BE49-F238E27FC236}">
                <a16:creationId xmlns:a16="http://schemas.microsoft.com/office/drawing/2014/main" id="{61C34D94-3B08-C788-2579-27A651024EE7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55563" y="801688"/>
            <a:ext cx="769937" cy="563563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 sz="800">
                <a:solidFill>
                  <a:schemeClr val="tx1"/>
                </a:solidFill>
                <a:latin typeface="Arial" panose="020B0604020202020204" pitchFamily="34" charset="0"/>
              </a:rPr>
              <a:t>Record occurrences in the students file</a:t>
            </a:r>
          </a:p>
        </p:txBody>
      </p:sp>
      <p:sp>
        <p:nvSpPr>
          <p:cNvPr id="4114" name="AutoShape 18">
            <a:extLst>
              <a:ext uri="{FF2B5EF4-FFF2-40B4-BE49-F238E27FC236}">
                <a16:creationId xmlns:a16="http://schemas.microsoft.com/office/drawing/2014/main" id="{E4DA0ADF-E45E-8D7F-A5E9-93F58192A94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69888" y="2365375"/>
            <a:ext cx="633412" cy="563563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 anchor="ctr">
            <a:spAutoFit/>
          </a:bodyPr>
          <a:lstStyle/>
          <a:p>
            <a:pPr algn="ctr"/>
            <a:r>
              <a:rPr lang="en-US" altLang="en-US" sz="800">
                <a:solidFill>
                  <a:schemeClr val="tx1"/>
                </a:solidFill>
                <a:latin typeface="Arial" panose="020B0604020202020204" pitchFamily="34" charset="0"/>
              </a:rPr>
              <a:t>About to execute the READ statement</a:t>
            </a:r>
          </a:p>
        </p:txBody>
      </p:sp>
      <p:sp>
        <p:nvSpPr>
          <p:cNvPr id="4115" name="Rectangle 19">
            <a:extLst>
              <a:ext uri="{FF2B5EF4-FFF2-40B4-BE49-F238E27FC236}">
                <a16:creationId xmlns:a16="http://schemas.microsoft.com/office/drawing/2014/main" id="{2C934768-3A6B-46E8-F6AB-4AF64FF82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749300"/>
            <a:ext cx="233362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  Surname             Init</a:t>
            </a:r>
            <a:r>
              <a:rPr lang="en-US" altLang="en-US" sz="800">
                <a:solidFill>
                  <a:schemeClr val="tx1"/>
                </a:solidFill>
              </a:rPr>
              <a:t>       YOB     MOB DOB</a:t>
            </a:r>
          </a:p>
        </p:txBody>
      </p:sp>
      <p:sp>
        <p:nvSpPr>
          <p:cNvPr id="4116" name="Line 20">
            <a:extLst>
              <a:ext uri="{FF2B5EF4-FFF2-40B4-BE49-F238E27FC236}">
                <a16:creationId xmlns:a16="http://schemas.microsoft.com/office/drawing/2014/main" id="{23CA7581-27D9-2ABC-4C51-A179186BF29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80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17" name="Line 21">
            <a:extLst>
              <a:ext uri="{FF2B5EF4-FFF2-40B4-BE49-F238E27FC236}">
                <a16:creationId xmlns:a16="http://schemas.microsoft.com/office/drawing/2014/main" id="{B60B96D8-137E-31AA-C89A-88EB0BB21D0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4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112" grpId="0" animBg="1" autoUpdateAnimBg="0"/>
      <p:bldP spid="4113" grpId="0" animBg="1" autoUpdateAnimBg="0"/>
      <p:bldP spid="4114" grpId="0" animBg="1" autoUpdateAnimBg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124" name="Group 4">
            <a:extLst>
              <a:ext uri="{FF2B5EF4-FFF2-40B4-BE49-F238E27FC236}">
                <a16:creationId xmlns:a16="http://schemas.microsoft.com/office/drawing/2014/main" id="{05CCA7CF-6CF0-0049-EE09-9DCEE242C1C8}"/>
              </a:ext>
            </a:extLst>
          </p:cNvPr>
          <p:cNvGrpSpPr>
            <a:grpSpLocks/>
          </p:cNvGrpSpPr>
          <p:nvPr/>
        </p:nvGrpSpPr>
        <p:grpSpPr bwMode="auto">
          <a:xfrm>
            <a:off x="692150" y="960438"/>
            <a:ext cx="3473450" cy="1589087"/>
            <a:chOff x="436" y="605"/>
            <a:chExt cx="2188" cy="1001"/>
          </a:xfrm>
        </p:grpSpPr>
        <p:sp>
          <p:nvSpPr>
            <p:cNvPr id="5122" name="Rectangle 2">
              <a:extLst>
                <a:ext uri="{FF2B5EF4-FFF2-40B4-BE49-F238E27FC236}">
                  <a16:creationId xmlns:a16="http://schemas.microsoft.com/office/drawing/2014/main" id="{A2FBE007-2E8F-D092-7553-C2946B04E2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802"/>
              <a:ext cx="2188" cy="80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2075" tIns="46038" rIns="92075" bIns="46038">
              <a:spAutoFit/>
            </a:bodyPr>
            <a:lstStyle/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rgbClr val="CC0000"/>
                  </a:solidFill>
                  <a:latin typeface="Courier New" panose="02070309020205020404" pitchFamily="49" charset="0"/>
                </a:rPr>
                <a:t>9834567Curtain FB19801009LM51M</a:t>
              </a:r>
              <a:endPara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9583715Healy   TC19760304LM68F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9734567Downes  BC19791205LM51M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9963413O’Brien MS19811221LM21F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^Z (eof)</a:t>
              </a:r>
            </a:p>
          </p:txBody>
        </p:sp>
        <p:sp>
          <p:nvSpPr>
            <p:cNvPr id="5123" name="Rectangle 3">
              <a:extLst>
                <a:ext uri="{FF2B5EF4-FFF2-40B4-BE49-F238E27FC236}">
                  <a16:creationId xmlns:a16="http://schemas.microsoft.com/office/drawing/2014/main" id="{02C32C2A-029D-EA36-700B-4628BD4D04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2" y="605"/>
              <a:ext cx="90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Students.Dat</a:t>
              </a:r>
            </a:p>
          </p:txBody>
        </p:sp>
      </p:grpSp>
      <p:sp>
        <p:nvSpPr>
          <p:cNvPr id="5125" name="Rectangle 5">
            <a:extLst>
              <a:ext uri="{FF2B5EF4-FFF2-40B4-BE49-F238E27FC236}">
                <a16:creationId xmlns:a16="http://schemas.microsoft.com/office/drawing/2014/main" id="{CD0F1D71-2F99-FB3D-9875-BC04C1CCA4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441325"/>
            <a:ext cx="3849687" cy="279400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9834567 Curtain FB 19801009 LM51 M</a:t>
            </a:r>
          </a:p>
        </p:txBody>
      </p:sp>
      <p:sp>
        <p:nvSpPr>
          <p:cNvPr id="5126" name="Rectangle 6">
            <a:extLst>
              <a:ext uri="{FF2B5EF4-FFF2-40B4-BE49-F238E27FC236}">
                <a16:creationId xmlns:a16="http://schemas.microsoft.com/office/drawing/2014/main" id="{76A12F46-E160-A29D-2669-6016FF1C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988" y="82550"/>
            <a:ext cx="39465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</a:rPr>
              <a:t>StudentRec</a:t>
            </a:r>
          </a:p>
          <a:p>
            <a:r>
              <a:rPr lang="en-US" altLang="en-US" sz="1000" b="1">
                <a:solidFill>
                  <a:schemeClr val="tx1"/>
                </a:solidFill>
              </a:rPr>
              <a:t>StudentId           StudentName             DateOfBirth         Course</a:t>
            </a:r>
            <a:r>
              <a:rPr lang="en-US" altLang="en-US" sz="1200" b="1">
                <a:solidFill>
                  <a:schemeClr val="tx1"/>
                </a:solidFill>
              </a:rPr>
              <a:t> </a:t>
            </a:r>
            <a:r>
              <a:rPr lang="en-US" altLang="en-US" sz="1000" b="1">
                <a:solidFill>
                  <a:schemeClr val="tx1"/>
                </a:solidFill>
              </a:rPr>
              <a:t>  Gender</a:t>
            </a:r>
            <a:r>
              <a:rPr lang="en-US" altLang="en-US" sz="1000">
                <a:solidFill>
                  <a:srgbClr val="FF3300"/>
                </a:solidFill>
              </a:rPr>
              <a:t> </a:t>
            </a:r>
          </a:p>
        </p:txBody>
      </p:sp>
      <p:sp>
        <p:nvSpPr>
          <p:cNvPr id="5127" name="Line 7">
            <a:extLst>
              <a:ext uri="{FF2B5EF4-FFF2-40B4-BE49-F238E27FC236}">
                <a16:creationId xmlns:a16="http://schemas.microsoft.com/office/drawing/2014/main" id="{0D3C79F4-C535-C292-46F2-5834D95E759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036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8" name="Line 8">
            <a:extLst>
              <a:ext uri="{FF2B5EF4-FFF2-40B4-BE49-F238E27FC236}">
                <a16:creationId xmlns:a16="http://schemas.microsoft.com/office/drawing/2014/main" id="{C1D34613-50C6-5D4B-617C-EC2BFB822286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241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29" name="Line 9">
            <a:extLst>
              <a:ext uri="{FF2B5EF4-FFF2-40B4-BE49-F238E27FC236}">
                <a16:creationId xmlns:a16="http://schemas.microsoft.com/office/drawing/2014/main" id="{2B9662A3-AFEE-6F76-1154-D92941C0D871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332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0" name="Line 10">
            <a:extLst>
              <a:ext uri="{FF2B5EF4-FFF2-40B4-BE49-F238E27FC236}">
                <a16:creationId xmlns:a16="http://schemas.microsoft.com/office/drawing/2014/main" id="{83411D3E-E462-BAF7-821B-2A1B835A6C3D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767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1" name="Line 11">
            <a:extLst>
              <a:ext uri="{FF2B5EF4-FFF2-40B4-BE49-F238E27FC236}">
                <a16:creationId xmlns:a16="http://schemas.microsoft.com/office/drawing/2014/main" id="{9A099750-17E2-198B-FD49-BD7847EFBF01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5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2" name="Line 12">
            <a:extLst>
              <a:ext uri="{FF2B5EF4-FFF2-40B4-BE49-F238E27FC236}">
                <a16:creationId xmlns:a16="http://schemas.microsoft.com/office/drawing/2014/main" id="{75915828-AB9F-98FC-DD3E-BB6CB2C3D9A0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80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33" name="Line 13">
            <a:extLst>
              <a:ext uri="{FF2B5EF4-FFF2-40B4-BE49-F238E27FC236}">
                <a16:creationId xmlns:a16="http://schemas.microsoft.com/office/drawing/2014/main" id="{0E920B64-2EAD-3674-20F9-D453466645FF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5137" name="Group 17">
            <a:extLst>
              <a:ext uri="{FF2B5EF4-FFF2-40B4-BE49-F238E27FC236}">
                <a16:creationId xmlns:a16="http://schemas.microsoft.com/office/drawing/2014/main" id="{4F61B6C5-F599-F74C-FD8A-D1C8765ACBB0}"/>
              </a:ext>
            </a:extLst>
          </p:cNvPr>
          <p:cNvGrpSpPr>
            <a:grpSpLocks/>
          </p:cNvGrpSpPr>
          <p:nvPr/>
        </p:nvGrpSpPr>
        <p:grpSpPr bwMode="auto">
          <a:xfrm>
            <a:off x="687388" y="2647950"/>
            <a:ext cx="3429000" cy="1125538"/>
            <a:chOff x="433" y="1668"/>
            <a:chExt cx="2160" cy="709"/>
          </a:xfrm>
        </p:grpSpPr>
        <p:sp>
          <p:nvSpPr>
            <p:cNvPr id="5134" name="Rectangle 14">
              <a:extLst>
                <a:ext uri="{FF2B5EF4-FFF2-40B4-BE49-F238E27FC236}">
                  <a16:creationId xmlns:a16="http://schemas.microsoft.com/office/drawing/2014/main" id="{91B25359-1F73-3E0E-D97F-F64E756164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1673"/>
              <a:ext cx="2141" cy="680"/>
            </a:xfrm>
            <a:prstGeom prst="rect">
              <a:avLst/>
            </a:prstGeom>
            <a:solidFill>
              <a:srgbClr val="EEFFEE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/>
            <a:lstStyle/>
            <a:p>
              <a:pPr>
                <a:lnSpc>
                  <a:spcPct val="80000"/>
                </a:lnSpc>
              </a:pP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PERFORM UNTIL EndOfFile</a:t>
              </a: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READ StudentFile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  AT END SET EndOfFile TO TRUE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END-READ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END-PERFORM</a:t>
              </a:r>
            </a:p>
          </p:txBody>
        </p:sp>
        <p:sp>
          <p:nvSpPr>
            <p:cNvPr id="5135" name="Freeform 15">
              <a:extLst>
                <a:ext uri="{FF2B5EF4-FFF2-40B4-BE49-F238E27FC236}">
                  <a16:creationId xmlns:a16="http://schemas.microsoft.com/office/drawing/2014/main" id="{8B771928-5F78-0DF0-AD36-B9080C159F6E}"/>
                </a:ext>
              </a:extLst>
            </p:cNvPr>
            <p:cNvSpPr>
              <a:spLocks/>
            </p:cNvSpPr>
            <p:nvPr/>
          </p:nvSpPr>
          <p:spPr bwMode="auto">
            <a:xfrm>
              <a:off x="433" y="1668"/>
              <a:ext cx="2149" cy="82"/>
            </a:xfrm>
            <a:custGeom>
              <a:avLst/>
              <a:gdLst>
                <a:gd name="T0" fmla="*/ 2142 w 2149"/>
                <a:gd name="T1" fmla="*/ 4 h 82"/>
                <a:gd name="T2" fmla="*/ 2087 w 2149"/>
                <a:gd name="T3" fmla="*/ 28 h 82"/>
                <a:gd name="T4" fmla="*/ 2043 w 2149"/>
                <a:gd name="T5" fmla="*/ 28 h 82"/>
                <a:gd name="T6" fmla="*/ 2005 w 2149"/>
                <a:gd name="T7" fmla="*/ 51 h 82"/>
                <a:gd name="T8" fmla="*/ 1959 w 2149"/>
                <a:gd name="T9" fmla="*/ 33 h 82"/>
                <a:gd name="T10" fmla="*/ 1913 w 2149"/>
                <a:gd name="T11" fmla="*/ 23 h 82"/>
                <a:gd name="T12" fmla="*/ 1869 w 2149"/>
                <a:gd name="T13" fmla="*/ 14 h 82"/>
                <a:gd name="T14" fmla="*/ 1826 w 2149"/>
                <a:gd name="T15" fmla="*/ 31 h 82"/>
                <a:gd name="T16" fmla="*/ 1788 w 2149"/>
                <a:gd name="T17" fmla="*/ 46 h 82"/>
                <a:gd name="T18" fmla="*/ 1744 w 2149"/>
                <a:gd name="T19" fmla="*/ 61 h 82"/>
                <a:gd name="T20" fmla="*/ 1698 w 2149"/>
                <a:gd name="T21" fmla="*/ 48 h 82"/>
                <a:gd name="T22" fmla="*/ 1654 w 2149"/>
                <a:gd name="T23" fmla="*/ 36 h 82"/>
                <a:gd name="T24" fmla="*/ 1605 w 2149"/>
                <a:gd name="T25" fmla="*/ 28 h 82"/>
                <a:gd name="T26" fmla="*/ 1562 w 2149"/>
                <a:gd name="T27" fmla="*/ 23 h 82"/>
                <a:gd name="T28" fmla="*/ 1515 w 2149"/>
                <a:gd name="T29" fmla="*/ 21 h 82"/>
                <a:gd name="T30" fmla="*/ 1475 w 2149"/>
                <a:gd name="T31" fmla="*/ 28 h 82"/>
                <a:gd name="T32" fmla="*/ 1431 w 2149"/>
                <a:gd name="T33" fmla="*/ 46 h 82"/>
                <a:gd name="T34" fmla="*/ 1388 w 2149"/>
                <a:gd name="T35" fmla="*/ 36 h 82"/>
                <a:gd name="T36" fmla="*/ 1344 w 2149"/>
                <a:gd name="T37" fmla="*/ 21 h 82"/>
                <a:gd name="T38" fmla="*/ 1298 w 2149"/>
                <a:gd name="T39" fmla="*/ 14 h 82"/>
                <a:gd name="T40" fmla="*/ 1254 w 2149"/>
                <a:gd name="T41" fmla="*/ 11 h 82"/>
                <a:gd name="T42" fmla="*/ 1211 w 2149"/>
                <a:gd name="T43" fmla="*/ 36 h 82"/>
                <a:gd name="T44" fmla="*/ 1167 w 2149"/>
                <a:gd name="T45" fmla="*/ 46 h 82"/>
                <a:gd name="T46" fmla="*/ 1118 w 2149"/>
                <a:gd name="T47" fmla="*/ 53 h 82"/>
                <a:gd name="T48" fmla="*/ 1074 w 2149"/>
                <a:gd name="T49" fmla="*/ 56 h 82"/>
                <a:gd name="T50" fmla="*/ 1028 w 2149"/>
                <a:gd name="T51" fmla="*/ 31 h 82"/>
                <a:gd name="T52" fmla="*/ 982 w 2149"/>
                <a:gd name="T53" fmla="*/ 19 h 82"/>
                <a:gd name="T54" fmla="*/ 935 w 2149"/>
                <a:gd name="T55" fmla="*/ 33 h 82"/>
                <a:gd name="T56" fmla="*/ 889 w 2149"/>
                <a:gd name="T57" fmla="*/ 48 h 82"/>
                <a:gd name="T58" fmla="*/ 845 w 2149"/>
                <a:gd name="T59" fmla="*/ 28 h 82"/>
                <a:gd name="T60" fmla="*/ 802 w 2149"/>
                <a:gd name="T61" fmla="*/ 9 h 82"/>
                <a:gd name="T62" fmla="*/ 758 w 2149"/>
                <a:gd name="T63" fmla="*/ 11 h 82"/>
                <a:gd name="T64" fmla="*/ 715 w 2149"/>
                <a:gd name="T65" fmla="*/ 14 h 82"/>
                <a:gd name="T66" fmla="*/ 671 w 2149"/>
                <a:gd name="T67" fmla="*/ 16 h 82"/>
                <a:gd name="T68" fmla="*/ 628 w 2149"/>
                <a:gd name="T69" fmla="*/ 31 h 82"/>
                <a:gd name="T70" fmla="*/ 581 w 2149"/>
                <a:gd name="T71" fmla="*/ 48 h 82"/>
                <a:gd name="T72" fmla="*/ 538 w 2149"/>
                <a:gd name="T73" fmla="*/ 48 h 82"/>
                <a:gd name="T74" fmla="*/ 489 w 2149"/>
                <a:gd name="T75" fmla="*/ 33 h 82"/>
                <a:gd name="T76" fmla="*/ 448 w 2149"/>
                <a:gd name="T77" fmla="*/ 23 h 82"/>
                <a:gd name="T78" fmla="*/ 454 w 2149"/>
                <a:gd name="T79" fmla="*/ 51 h 82"/>
                <a:gd name="T80" fmla="*/ 471 w 2149"/>
                <a:gd name="T81" fmla="*/ 76 h 82"/>
                <a:gd name="T82" fmla="*/ 428 w 2149"/>
                <a:gd name="T83" fmla="*/ 46 h 82"/>
                <a:gd name="T84" fmla="*/ 381 w 2149"/>
                <a:gd name="T85" fmla="*/ 28 h 82"/>
                <a:gd name="T86" fmla="*/ 338 w 2149"/>
                <a:gd name="T87" fmla="*/ 26 h 82"/>
                <a:gd name="T88" fmla="*/ 291 w 2149"/>
                <a:gd name="T89" fmla="*/ 28 h 82"/>
                <a:gd name="T90" fmla="*/ 242 w 2149"/>
                <a:gd name="T91" fmla="*/ 33 h 82"/>
                <a:gd name="T92" fmla="*/ 213 w 2149"/>
                <a:gd name="T93" fmla="*/ 61 h 82"/>
                <a:gd name="T94" fmla="*/ 170 w 2149"/>
                <a:gd name="T95" fmla="*/ 66 h 82"/>
                <a:gd name="T96" fmla="*/ 126 w 2149"/>
                <a:gd name="T97" fmla="*/ 56 h 82"/>
                <a:gd name="T98" fmla="*/ 83 w 2149"/>
                <a:gd name="T99" fmla="*/ 43 h 82"/>
                <a:gd name="T100" fmla="*/ 39 w 2149"/>
                <a:gd name="T101" fmla="*/ 26 h 82"/>
                <a:gd name="T102" fmla="*/ 1 w 2149"/>
                <a:gd name="T103" fmla="*/ 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49" h="82">
                  <a:moveTo>
                    <a:pt x="2148" y="1"/>
                  </a:moveTo>
                  <a:lnTo>
                    <a:pt x="2148" y="0"/>
                  </a:lnTo>
                  <a:lnTo>
                    <a:pt x="2148" y="1"/>
                  </a:lnTo>
                  <a:lnTo>
                    <a:pt x="2147" y="4"/>
                  </a:lnTo>
                  <a:lnTo>
                    <a:pt x="2142" y="4"/>
                  </a:lnTo>
                  <a:lnTo>
                    <a:pt x="2124" y="11"/>
                  </a:lnTo>
                  <a:lnTo>
                    <a:pt x="2113" y="19"/>
                  </a:lnTo>
                  <a:lnTo>
                    <a:pt x="2104" y="26"/>
                  </a:lnTo>
                  <a:lnTo>
                    <a:pt x="2095" y="26"/>
                  </a:lnTo>
                  <a:lnTo>
                    <a:pt x="2087" y="28"/>
                  </a:lnTo>
                  <a:lnTo>
                    <a:pt x="2078" y="28"/>
                  </a:lnTo>
                  <a:lnTo>
                    <a:pt x="2069" y="28"/>
                  </a:lnTo>
                  <a:lnTo>
                    <a:pt x="2060" y="28"/>
                  </a:lnTo>
                  <a:lnTo>
                    <a:pt x="2052" y="28"/>
                  </a:lnTo>
                  <a:lnTo>
                    <a:pt x="2043" y="28"/>
                  </a:lnTo>
                  <a:lnTo>
                    <a:pt x="2034" y="33"/>
                  </a:lnTo>
                  <a:lnTo>
                    <a:pt x="2029" y="41"/>
                  </a:lnTo>
                  <a:lnTo>
                    <a:pt x="2023" y="48"/>
                  </a:lnTo>
                  <a:lnTo>
                    <a:pt x="2014" y="51"/>
                  </a:lnTo>
                  <a:lnTo>
                    <a:pt x="2005" y="51"/>
                  </a:lnTo>
                  <a:lnTo>
                    <a:pt x="1997" y="46"/>
                  </a:lnTo>
                  <a:lnTo>
                    <a:pt x="1985" y="41"/>
                  </a:lnTo>
                  <a:lnTo>
                    <a:pt x="1976" y="41"/>
                  </a:lnTo>
                  <a:lnTo>
                    <a:pt x="1968" y="38"/>
                  </a:lnTo>
                  <a:lnTo>
                    <a:pt x="1959" y="33"/>
                  </a:lnTo>
                  <a:lnTo>
                    <a:pt x="1950" y="31"/>
                  </a:lnTo>
                  <a:lnTo>
                    <a:pt x="1939" y="31"/>
                  </a:lnTo>
                  <a:lnTo>
                    <a:pt x="1930" y="28"/>
                  </a:lnTo>
                  <a:lnTo>
                    <a:pt x="1921" y="26"/>
                  </a:lnTo>
                  <a:lnTo>
                    <a:pt x="1913" y="23"/>
                  </a:lnTo>
                  <a:lnTo>
                    <a:pt x="1904" y="23"/>
                  </a:lnTo>
                  <a:lnTo>
                    <a:pt x="1895" y="21"/>
                  </a:lnTo>
                  <a:lnTo>
                    <a:pt x="1886" y="19"/>
                  </a:lnTo>
                  <a:lnTo>
                    <a:pt x="1878" y="16"/>
                  </a:lnTo>
                  <a:lnTo>
                    <a:pt x="1869" y="14"/>
                  </a:lnTo>
                  <a:lnTo>
                    <a:pt x="1866" y="21"/>
                  </a:lnTo>
                  <a:lnTo>
                    <a:pt x="1855" y="23"/>
                  </a:lnTo>
                  <a:lnTo>
                    <a:pt x="1843" y="23"/>
                  </a:lnTo>
                  <a:lnTo>
                    <a:pt x="1834" y="26"/>
                  </a:lnTo>
                  <a:lnTo>
                    <a:pt x="1826" y="31"/>
                  </a:lnTo>
                  <a:lnTo>
                    <a:pt x="1823" y="38"/>
                  </a:lnTo>
                  <a:lnTo>
                    <a:pt x="1814" y="41"/>
                  </a:lnTo>
                  <a:lnTo>
                    <a:pt x="1805" y="41"/>
                  </a:lnTo>
                  <a:lnTo>
                    <a:pt x="1797" y="41"/>
                  </a:lnTo>
                  <a:lnTo>
                    <a:pt x="1788" y="46"/>
                  </a:lnTo>
                  <a:lnTo>
                    <a:pt x="1779" y="48"/>
                  </a:lnTo>
                  <a:lnTo>
                    <a:pt x="1770" y="51"/>
                  </a:lnTo>
                  <a:lnTo>
                    <a:pt x="1762" y="53"/>
                  </a:lnTo>
                  <a:lnTo>
                    <a:pt x="1753" y="58"/>
                  </a:lnTo>
                  <a:lnTo>
                    <a:pt x="1744" y="61"/>
                  </a:lnTo>
                  <a:lnTo>
                    <a:pt x="1736" y="61"/>
                  </a:lnTo>
                  <a:lnTo>
                    <a:pt x="1727" y="58"/>
                  </a:lnTo>
                  <a:lnTo>
                    <a:pt x="1718" y="53"/>
                  </a:lnTo>
                  <a:lnTo>
                    <a:pt x="1707" y="51"/>
                  </a:lnTo>
                  <a:lnTo>
                    <a:pt x="1698" y="48"/>
                  </a:lnTo>
                  <a:lnTo>
                    <a:pt x="1689" y="46"/>
                  </a:lnTo>
                  <a:lnTo>
                    <a:pt x="1681" y="43"/>
                  </a:lnTo>
                  <a:lnTo>
                    <a:pt x="1672" y="43"/>
                  </a:lnTo>
                  <a:lnTo>
                    <a:pt x="1663" y="38"/>
                  </a:lnTo>
                  <a:lnTo>
                    <a:pt x="1654" y="36"/>
                  </a:lnTo>
                  <a:lnTo>
                    <a:pt x="1646" y="36"/>
                  </a:lnTo>
                  <a:lnTo>
                    <a:pt x="1637" y="33"/>
                  </a:lnTo>
                  <a:lnTo>
                    <a:pt x="1628" y="33"/>
                  </a:lnTo>
                  <a:lnTo>
                    <a:pt x="1617" y="31"/>
                  </a:lnTo>
                  <a:lnTo>
                    <a:pt x="1605" y="28"/>
                  </a:lnTo>
                  <a:lnTo>
                    <a:pt x="1596" y="26"/>
                  </a:lnTo>
                  <a:lnTo>
                    <a:pt x="1588" y="23"/>
                  </a:lnTo>
                  <a:lnTo>
                    <a:pt x="1579" y="23"/>
                  </a:lnTo>
                  <a:lnTo>
                    <a:pt x="1570" y="23"/>
                  </a:lnTo>
                  <a:lnTo>
                    <a:pt x="1562" y="23"/>
                  </a:lnTo>
                  <a:lnTo>
                    <a:pt x="1553" y="23"/>
                  </a:lnTo>
                  <a:lnTo>
                    <a:pt x="1544" y="23"/>
                  </a:lnTo>
                  <a:lnTo>
                    <a:pt x="1536" y="23"/>
                  </a:lnTo>
                  <a:lnTo>
                    <a:pt x="1524" y="23"/>
                  </a:lnTo>
                  <a:lnTo>
                    <a:pt x="1515" y="21"/>
                  </a:lnTo>
                  <a:lnTo>
                    <a:pt x="1507" y="16"/>
                  </a:lnTo>
                  <a:lnTo>
                    <a:pt x="1498" y="16"/>
                  </a:lnTo>
                  <a:lnTo>
                    <a:pt x="1489" y="16"/>
                  </a:lnTo>
                  <a:lnTo>
                    <a:pt x="1483" y="23"/>
                  </a:lnTo>
                  <a:lnTo>
                    <a:pt x="1475" y="28"/>
                  </a:lnTo>
                  <a:lnTo>
                    <a:pt x="1466" y="31"/>
                  </a:lnTo>
                  <a:lnTo>
                    <a:pt x="1457" y="38"/>
                  </a:lnTo>
                  <a:lnTo>
                    <a:pt x="1449" y="41"/>
                  </a:lnTo>
                  <a:lnTo>
                    <a:pt x="1440" y="43"/>
                  </a:lnTo>
                  <a:lnTo>
                    <a:pt x="1431" y="46"/>
                  </a:lnTo>
                  <a:lnTo>
                    <a:pt x="1422" y="46"/>
                  </a:lnTo>
                  <a:lnTo>
                    <a:pt x="1414" y="43"/>
                  </a:lnTo>
                  <a:lnTo>
                    <a:pt x="1405" y="38"/>
                  </a:lnTo>
                  <a:lnTo>
                    <a:pt x="1396" y="36"/>
                  </a:lnTo>
                  <a:lnTo>
                    <a:pt x="1388" y="36"/>
                  </a:lnTo>
                  <a:lnTo>
                    <a:pt x="1379" y="33"/>
                  </a:lnTo>
                  <a:lnTo>
                    <a:pt x="1370" y="31"/>
                  </a:lnTo>
                  <a:lnTo>
                    <a:pt x="1362" y="26"/>
                  </a:lnTo>
                  <a:lnTo>
                    <a:pt x="1353" y="26"/>
                  </a:lnTo>
                  <a:lnTo>
                    <a:pt x="1344" y="21"/>
                  </a:lnTo>
                  <a:lnTo>
                    <a:pt x="1335" y="19"/>
                  </a:lnTo>
                  <a:lnTo>
                    <a:pt x="1327" y="19"/>
                  </a:lnTo>
                  <a:lnTo>
                    <a:pt x="1318" y="16"/>
                  </a:lnTo>
                  <a:lnTo>
                    <a:pt x="1309" y="16"/>
                  </a:lnTo>
                  <a:lnTo>
                    <a:pt x="1298" y="14"/>
                  </a:lnTo>
                  <a:lnTo>
                    <a:pt x="1289" y="11"/>
                  </a:lnTo>
                  <a:lnTo>
                    <a:pt x="1280" y="11"/>
                  </a:lnTo>
                  <a:lnTo>
                    <a:pt x="1272" y="11"/>
                  </a:lnTo>
                  <a:lnTo>
                    <a:pt x="1263" y="11"/>
                  </a:lnTo>
                  <a:lnTo>
                    <a:pt x="1254" y="11"/>
                  </a:lnTo>
                  <a:lnTo>
                    <a:pt x="1246" y="14"/>
                  </a:lnTo>
                  <a:lnTo>
                    <a:pt x="1237" y="19"/>
                  </a:lnTo>
                  <a:lnTo>
                    <a:pt x="1228" y="26"/>
                  </a:lnTo>
                  <a:lnTo>
                    <a:pt x="1219" y="31"/>
                  </a:lnTo>
                  <a:lnTo>
                    <a:pt x="1211" y="36"/>
                  </a:lnTo>
                  <a:lnTo>
                    <a:pt x="1202" y="41"/>
                  </a:lnTo>
                  <a:lnTo>
                    <a:pt x="1193" y="43"/>
                  </a:lnTo>
                  <a:lnTo>
                    <a:pt x="1185" y="43"/>
                  </a:lnTo>
                  <a:lnTo>
                    <a:pt x="1176" y="43"/>
                  </a:lnTo>
                  <a:lnTo>
                    <a:pt x="1167" y="46"/>
                  </a:lnTo>
                  <a:lnTo>
                    <a:pt x="1156" y="46"/>
                  </a:lnTo>
                  <a:lnTo>
                    <a:pt x="1147" y="48"/>
                  </a:lnTo>
                  <a:lnTo>
                    <a:pt x="1135" y="51"/>
                  </a:lnTo>
                  <a:lnTo>
                    <a:pt x="1127" y="53"/>
                  </a:lnTo>
                  <a:lnTo>
                    <a:pt x="1118" y="53"/>
                  </a:lnTo>
                  <a:lnTo>
                    <a:pt x="1109" y="56"/>
                  </a:lnTo>
                  <a:lnTo>
                    <a:pt x="1101" y="56"/>
                  </a:lnTo>
                  <a:lnTo>
                    <a:pt x="1092" y="56"/>
                  </a:lnTo>
                  <a:lnTo>
                    <a:pt x="1083" y="56"/>
                  </a:lnTo>
                  <a:lnTo>
                    <a:pt x="1074" y="56"/>
                  </a:lnTo>
                  <a:lnTo>
                    <a:pt x="1066" y="53"/>
                  </a:lnTo>
                  <a:lnTo>
                    <a:pt x="1060" y="46"/>
                  </a:lnTo>
                  <a:lnTo>
                    <a:pt x="1048" y="38"/>
                  </a:lnTo>
                  <a:lnTo>
                    <a:pt x="1040" y="36"/>
                  </a:lnTo>
                  <a:lnTo>
                    <a:pt x="1028" y="31"/>
                  </a:lnTo>
                  <a:lnTo>
                    <a:pt x="1019" y="26"/>
                  </a:lnTo>
                  <a:lnTo>
                    <a:pt x="1008" y="26"/>
                  </a:lnTo>
                  <a:lnTo>
                    <a:pt x="999" y="23"/>
                  </a:lnTo>
                  <a:lnTo>
                    <a:pt x="990" y="19"/>
                  </a:lnTo>
                  <a:lnTo>
                    <a:pt x="982" y="19"/>
                  </a:lnTo>
                  <a:lnTo>
                    <a:pt x="973" y="16"/>
                  </a:lnTo>
                  <a:lnTo>
                    <a:pt x="961" y="21"/>
                  </a:lnTo>
                  <a:lnTo>
                    <a:pt x="953" y="26"/>
                  </a:lnTo>
                  <a:lnTo>
                    <a:pt x="944" y="31"/>
                  </a:lnTo>
                  <a:lnTo>
                    <a:pt x="935" y="33"/>
                  </a:lnTo>
                  <a:lnTo>
                    <a:pt x="927" y="36"/>
                  </a:lnTo>
                  <a:lnTo>
                    <a:pt x="915" y="41"/>
                  </a:lnTo>
                  <a:lnTo>
                    <a:pt x="906" y="43"/>
                  </a:lnTo>
                  <a:lnTo>
                    <a:pt x="898" y="48"/>
                  </a:lnTo>
                  <a:lnTo>
                    <a:pt x="889" y="48"/>
                  </a:lnTo>
                  <a:lnTo>
                    <a:pt x="880" y="48"/>
                  </a:lnTo>
                  <a:lnTo>
                    <a:pt x="869" y="46"/>
                  </a:lnTo>
                  <a:lnTo>
                    <a:pt x="863" y="38"/>
                  </a:lnTo>
                  <a:lnTo>
                    <a:pt x="854" y="33"/>
                  </a:lnTo>
                  <a:lnTo>
                    <a:pt x="845" y="28"/>
                  </a:lnTo>
                  <a:lnTo>
                    <a:pt x="837" y="21"/>
                  </a:lnTo>
                  <a:lnTo>
                    <a:pt x="828" y="16"/>
                  </a:lnTo>
                  <a:lnTo>
                    <a:pt x="819" y="11"/>
                  </a:lnTo>
                  <a:lnTo>
                    <a:pt x="811" y="9"/>
                  </a:lnTo>
                  <a:lnTo>
                    <a:pt x="802" y="9"/>
                  </a:lnTo>
                  <a:lnTo>
                    <a:pt x="793" y="9"/>
                  </a:lnTo>
                  <a:lnTo>
                    <a:pt x="784" y="11"/>
                  </a:lnTo>
                  <a:lnTo>
                    <a:pt x="776" y="11"/>
                  </a:lnTo>
                  <a:lnTo>
                    <a:pt x="767" y="11"/>
                  </a:lnTo>
                  <a:lnTo>
                    <a:pt x="758" y="11"/>
                  </a:lnTo>
                  <a:lnTo>
                    <a:pt x="750" y="11"/>
                  </a:lnTo>
                  <a:lnTo>
                    <a:pt x="741" y="14"/>
                  </a:lnTo>
                  <a:lnTo>
                    <a:pt x="732" y="14"/>
                  </a:lnTo>
                  <a:lnTo>
                    <a:pt x="724" y="14"/>
                  </a:lnTo>
                  <a:lnTo>
                    <a:pt x="715" y="14"/>
                  </a:lnTo>
                  <a:lnTo>
                    <a:pt x="706" y="16"/>
                  </a:lnTo>
                  <a:lnTo>
                    <a:pt x="697" y="16"/>
                  </a:lnTo>
                  <a:lnTo>
                    <a:pt x="689" y="16"/>
                  </a:lnTo>
                  <a:lnTo>
                    <a:pt x="680" y="16"/>
                  </a:lnTo>
                  <a:lnTo>
                    <a:pt x="671" y="16"/>
                  </a:lnTo>
                  <a:lnTo>
                    <a:pt x="663" y="16"/>
                  </a:lnTo>
                  <a:lnTo>
                    <a:pt x="654" y="19"/>
                  </a:lnTo>
                  <a:lnTo>
                    <a:pt x="645" y="23"/>
                  </a:lnTo>
                  <a:lnTo>
                    <a:pt x="637" y="26"/>
                  </a:lnTo>
                  <a:lnTo>
                    <a:pt x="628" y="31"/>
                  </a:lnTo>
                  <a:lnTo>
                    <a:pt x="619" y="33"/>
                  </a:lnTo>
                  <a:lnTo>
                    <a:pt x="610" y="41"/>
                  </a:lnTo>
                  <a:lnTo>
                    <a:pt x="602" y="43"/>
                  </a:lnTo>
                  <a:lnTo>
                    <a:pt x="593" y="46"/>
                  </a:lnTo>
                  <a:lnTo>
                    <a:pt x="581" y="48"/>
                  </a:lnTo>
                  <a:lnTo>
                    <a:pt x="573" y="51"/>
                  </a:lnTo>
                  <a:lnTo>
                    <a:pt x="564" y="53"/>
                  </a:lnTo>
                  <a:lnTo>
                    <a:pt x="555" y="53"/>
                  </a:lnTo>
                  <a:lnTo>
                    <a:pt x="547" y="53"/>
                  </a:lnTo>
                  <a:lnTo>
                    <a:pt x="538" y="48"/>
                  </a:lnTo>
                  <a:lnTo>
                    <a:pt x="529" y="43"/>
                  </a:lnTo>
                  <a:lnTo>
                    <a:pt x="521" y="41"/>
                  </a:lnTo>
                  <a:lnTo>
                    <a:pt x="512" y="36"/>
                  </a:lnTo>
                  <a:lnTo>
                    <a:pt x="500" y="36"/>
                  </a:lnTo>
                  <a:lnTo>
                    <a:pt x="489" y="33"/>
                  </a:lnTo>
                  <a:lnTo>
                    <a:pt x="486" y="26"/>
                  </a:lnTo>
                  <a:lnTo>
                    <a:pt x="477" y="23"/>
                  </a:lnTo>
                  <a:lnTo>
                    <a:pt x="468" y="23"/>
                  </a:lnTo>
                  <a:lnTo>
                    <a:pt x="457" y="23"/>
                  </a:lnTo>
                  <a:lnTo>
                    <a:pt x="448" y="23"/>
                  </a:lnTo>
                  <a:lnTo>
                    <a:pt x="439" y="23"/>
                  </a:lnTo>
                  <a:lnTo>
                    <a:pt x="439" y="31"/>
                  </a:lnTo>
                  <a:lnTo>
                    <a:pt x="439" y="38"/>
                  </a:lnTo>
                  <a:lnTo>
                    <a:pt x="448" y="43"/>
                  </a:lnTo>
                  <a:lnTo>
                    <a:pt x="454" y="51"/>
                  </a:lnTo>
                  <a:lnTo>
                    <a:pt x="463" y="58"/>
                  </a:lnTo>
                  <a:lnTo>
                    <a:pt x="468" y="66"/>
                  </a:lnTo>
                  <a:lnTo>
                    <a:pt x="474" y="73"/>
                  </a:lnTo>
                  <a:lnTo>
                    <a:pt x="480" y="81"/>
                  </a:lnTo>
                  <a:lnTo>
                    <a:pt x="471" y="76"/>
                  </a:lnTo>
                  <a:lnTo>
                    <a:pt x="463" y="68"/>
                  </a:lnTo>
                  <a:lnTo>
                    <a:pt x="454" y="63"/>
                  </a:lnTo>
                  <a:lnTo>
                    <a:pt x="445" y="58"/>
                  </a:lnTo>
                  <a:lnTo>
                    <a:pt x="436" y="53"/>
                  </a:lnTo>
                  <a:lnTo>
                    <a:pt x="428" y="46"/>
                  </a:lnTo>
                  <a:lnTo>
                    <a:pt x="419" y="38"/>
                  </a:lnTo>
                  <a:lnTo>
                    <a:pt x="410" y="33"/>
                  </a:lnTo>
                  <a:lnTo>
                    <a:pt x="402" y="31"/>
                  </a:lnTo>
                  <a:lnTo>
                    <a:pt x="390" y="28"/>
                  </a:lnTo>
                  <a:lnTo>
                    <a:pt x="381" y="28"/>
                  </a:lnTo>
                  <a:lnTo>
                    <a:pt x="373" y="28"/>
                  </a:lnTo>
                  <a:lnTo>
                    <a:pt x="364" y="28"/>
                  </a:lnTo>
                  <a:lnTo>
                    <a:pt x="355" y="26"/>
                  </a:lnTo>
                  <a:lnTo>
                    <a:pt x="347" y="26"/>
                  </a:lnTo>
                  <a:lnTo>
                    <a:pt x="338" y="26"/>
                  </a:lnTo>
                  <a:lnTo>
                    <a:pt x="329" y="26"/>
                  </a:lnTo>
                  <a:lnTo>
                    <a:pt x="318" y="26"/>
                  </a:lnTo>
                  <a:lnTo>
                    <a:pt x="309" y="26"/>
                  </a:lnTo>
                  <a:lnTo>
                    <a:pt x="300" y="28"/>
                  </a:lnTo>
                  <a:lnTo>
                    <a:pt x="291" y="28"/>
                  </a:lnTo>
                  <a:lnTo>
                    <a:pt x="280" y="28"/>
                  </a:lnTo>
                  <a:lnTo>
                    <a:pt x="268" y="28"/>
                  </a:lnTo>
                  <a:lnTo>
                    <a:pt x="260" y="28"/>
                  </a:lnTo>
                  <a:lnTo>
                    <a:pt x="251" y="28"/>
                  </a:lnTo>
                  <a:lnTo>
                    <a:pt x="242" y="33"/>
                  </a:lnTo>
                  <a:lnTo>
                    <a:pt x="233" y="36"/>
                  </a:lnTo>
                  <a:lnTo>
                    <a:pt x="231" y="43"/>
                  </a:lnTo>
                  <a:lnTo>
                    <a:pt x="231" y="51"/>
                  </a:lnTo>
                  <a:lnTo>
                    <a:pt x="222" y="58"/>
                  </a:lnTo>
                  <a:lnTo>
                    <a:pt x="213" y="61"/>
                  </a:lnTo>
                  <a:lnTo>
                    <a:pt x="204" y="61"/>
                  </a:lnTo>
                  <a:lnTo>
                    <a:pt x="196" y="61"/>
                  </a:lnTo>
                  <a:lnTo>
                    <a:pt x="187" y="61"/>
                  </a:lnTo>
                  <a:lnTo>
                    <a:pt x="178" y="63"/>
                  </a:lnTo>
                  <a:lnTo>
                    <a:pt x="170" y="66"/>
                  </a:lnTo>
                  <a:lnTo>
                    <a:pt x="158" y="66"/>
                  </a:lnTo>
                  <a:lnTo>
                    <a:pt x="149" y="66"/>
                  </a:lnTo>
                  <a:lnTo>
                    <a:pt x="141" y="66"/>
                  </a:lnTo>
                  <a:lnTo>
                    <a:pt x="132" y="63"/>
                  </a:lnTo>
                  <a:lnTo>
                    <a:pt x="126" y="56"/>
                  </a:lnTo>
                  <a:lnTo>
                    <a:pt x="117" y="53"/>
                  </a:lnTo>
                  <a:lnTo>
                    <a:pt x="109" y="48"/>
                  </a:lnTo>
                  <a:lnTo>
                    <a:pt x="100" y="46"/>
                  </a:lnTo>
                  <a:lnTo>
                    <a:pt x="91" y="43"/>
                  </a:lnTo>
                  <a:lnTo>
                    <a:pt x="83" y="43"/>
                  </a:lnTo>
                  <a:lnTo>
                    <a:pt x="74" y="41"/>
                  </a:lnTo>
                  <a:lnTo>
                    <a:pt x="65" y="36"/>
                  </a:lnTo>
                  <a:lnTo>
                    <a:pt x="57" y="33"/>
                  </a:lnTo>
                  <a:lnTo>
                    <a:pt x="48" y="28"/>
                  </a:lnTo>
                  <a:lnTo>
                    <a:pt x="39" y="26"/>
                  </a:lnTo>
                  <a:lnTo>
                    <a:pt x="30" y="23"/>
                  </a:lnTo>
                  <a:lnTo>
                    <a:pt x="22" y="19"/>
                  </a:lnTo>
                  <a:lnTo>
                    <a:pt x="13" y="1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4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6" name="Freeform 16">
              <a:extLst>
                <a:ext uri="{FF2B5EF4-FFF2-40B4-BE49-F238E27FC236}">
                  <a16:creationId xmlns:a16="http://schemas.microsoft.com/office/drawing/2014/main" id="{6125A9CC-E1EA-78FB-2E1B-EC530609AC3F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" y="2258"/>
              <a:ext cx="2159" cy="119"/>
            </a:xfrm>
            <a:custGeom>
              <a:avLst/>
              <a:gdLst>
                <a:gd name="T0" fmla="*/ 0 w 2159"/>
                <a:gd name="T1" fmla="*/ 118 h 119"/>
                <a:gd name="T2" fmla="*/ 47 w 2159"/>
                <a:gd name="T3" fmla="*/ 81 h 119"/>
                <a:gd name="T4" fmla="*/ 90 w 2159"/>
                <a:gd name="T5" fmla="*/ 46 h 119"/>
                <a:gd name="T6" fmla="*/ 125 w 2159"/>
                <a:gd name="T7" fmla="*/ 34 h 119"/>
                <a:gd name="T8" fmla="*/ 160 w 2159"/>
                <a:gd name="T9" fmla="*/ 40 h 119"/>
                <a:gd name="T10" fmla="*/ 194 w 2159"/>
                <a:gd name="T11" fmla="*/ 64 h 119"/>
                <a:gd name="T12" fmla="*/ 229 w 2159"/>
                <a:gd name="T13" fmla="*/ 81 h 119"/>
                <a:gd name="T14" fmla="*/ 268 w 2159"/>
                <a:gd name="T15" fmla="*/ 46 h 119"/>
                <a:gd name="T16" fmla="*/ 303 w 2159"/>
                <a:gd name="T17" fmla="*/ 34 h 119"/>
                <a:gd name="T18" fmla="*/ 338 w 2159"/>
                <a:gd name="T19" fmla="*/ 58 h 119"/>
                <a:gd name="T20" fmla="*/ 373 w 2159"/>
                <a:gd name="T21" fmla="*/ 87 h 119"/>
                <a:gd name="T22" fmla="*/ 408 w 2159"/>
                <a:gd name="T23" fmla="*/ 58 h 119"/>
                <a:gd name="T24" fmla="*/ 447 w 2159"/>
                <a:gd name="T25" fmla="*/ 40 h 119"/>
                <a:gd name="T26" fmla="*/ 482 w 2159"/>
                <a:gd name="T27" fmla="*/ 34 h 119"/>
                <a:gd name="T28" fmla="*/ 520 w 2159"/>
                <a:gd name="T29" fmla="*/ 23 h 119"/>
                <a:gd name="T30" fmla="*/ 563 w 2159"/>
                <a:gd name="T31" fmla="*/ 34 h 119"/>
                <a:gd name="T32" fmla="*/ 594 w 2159"/>
                <a:gd name="T33" fmla="*/ 75 h 119"/>
                <a:gd name="T34" fmla="*/ 633 w 2159"/>
                <a:gd name="T35" fmla="*/ 58 h 119"/>
                <a:gd name="T36" fmla="*/ 676 w 2159"/>
                <a:gd name="T37" fmla="*/ 46 h 119"/>
                <a:gd name="T38" fmla="*/ 714 w 2159"/>
                <a:gd name="T39" fmla="*/ 29 h 119"/>
                <a:gd name="T40" fmla="*/ 749 w 2159"/>
                <a:gd name="T41" fmla="*/ 29 h 119"/>
                <a:gd name="T42" fmla="*/ 784 w 2159"/>
                <a:gd name="T43" fmla="*/ 64 h 119"/>
                <a:gd name="T44" fmla="*/ 819 w 2159"/>
                <a:gd name="T45" fmla="*/ 75 h 119"/>
                <a:gd name="T46" fmla="*/ 854 w 2159"/>
                <a:gd name="T47" fmla="*/ 64 h 119"/>
                <a:gd name="T48" fmla="*/ 893 w 2159"/>
                <a:gd name="T49" fmla="*/ 52 h 119"/>
                <a:gd name="T50" fmla="*/ 928 w 2159"/>
                <a:gd name="T51" fmla="*/ 52 h 119"/>
                <a:gd name="T52" fmla="*/ 966 w 2159"/>
                <a:gd name="T53" fmla="*/ 46 h 119"/>
                <a:gd name="T54" fmla="*/ 1001 w 2159"/>
                <a:gd name="T55" fmla="*/ 23 h 119"/>
                <a:gd name="T56" fmla="*/ 1044 w 2159"/>
                <a:gd name="T57" fmla="*/ 23 h 119"/>
                <a:gd name="T58" fmla="*/ 1079 w 2159"/>
                <a:gd name="T59" fmla="*/ 58 h 119"/>
                <a:gd name="T60" fmla="*/ 1114 w 2159"/>
                <a:gd name="T61" fmla="*/ 69 h 119"/>
                <a:gd name="T62" fmla="*/ 1153 w 2159"/>
                <a:gd name="T63" fmla="*/ 46 h 119"/>
                <a:gd name="T64" fmla="*/ 1195 w 2159"/>
                <a:gd name="T65" fmla="*/ 17 h 119"/>
                <a:gd name="T66" fmla="*/ 1234 w 2159"/>
                <a:gd name="T67" fmla="*/ 11 h 119"/>
                <a:gd name="T68" fmla="*/ 1265 w 2159"/>
                <a:gd name="T69" fmla="*/ 23 h 119"/>
                <a:gd name="T70" fmla="*/ 1300 w 2159"/>
                <a:gd name="T71" fmla="*/ 64 h 119"/>
                <a:gd name="T72" fmla="*/ 1335 w 2159"/>
                <a:gd name="T73" fmla="*/ 81 h 119"/>
                <a:gd name="T74" fmla="*/ 1370 w 2159"/>
                <a:gd name="T75" fmla="*/ 46 h 119"/>
                <a:gd name="T76" fmla="*/ 1409 w 2159"/>
                <a:gd name="T77" fmla="*/ 29 h 119"/>
                <a:gd name="T78" fmla="*/ 1444 w 2159"/>
                <a:gd name="T79" fmla="*/ 23 h 119"/>
                <a:gd name="T80" fmla="*/ 1482 w 2159"/>
                <a:gd name="T81" fmla="*/ 17 h 119"/>
                <a:gd name="T82" fmla="*/ 1529 w 2159"/>
                <a:gd name="T83" fmla="*/ 58 h 119"/>
                <a:gd name="T84" fmla="*/ 1564 w 2159"/>
                <a:gd name="T85" fmla="*/ 87 h 119"/>
                <a:gd name="T86" fmla="*/ 1603 w 2159"/>
                <a:gd name="T87" fmla="*/ 69 h 119"/>
                <a:gd name="T88" fmla="*/ 1638 w 2159"/>
                <a:gd name="T89" fmla="*/ 40 h 119"/>
                <a:gd name="T90" fmla="*/ 1676 w 2159"/>
                <a:gd name="T91" fmla="*/ 23 h 119"/>
                <a:gd name="T92" fmla="*/ 1711 w 2159"/>
                <a:gd name="T93" fmla="*/ 11 h 119"/>
                <a:gd name="T94" fmla="*/ 1754 w 2159"/>
                <a:gd name="T95" fmla="*/ 40 h 119"/>
                <a:gd name="T96" fmla="*/ 1789 w 2159"/>
                <a:gd name="T97" fmla="*/ 58 h 119"/>
                <a:gd name="T98" fmla="*/ 1824 w 2159"/>
                <a:gd name="T99" fmla="*/ 40 h 119"/>
                <a:gd name="T100" fmla="*/ 1859 w 2159"/>
                <a:gd name="T101" fmla="*/ 11 h 119"/>
                <a:gd name="T102" fmla="*/ 1898 w 2159"/>
                <a:gd name="T103" fmla="*/ 0 h 119"/>
                <a:gd name="T104" fmla="*/ 1940 w 2159"/>
                <a:gd name="T105" fmla="*/ 11 h 119"/>
                <a:gd name="T106" fmla="*/ 1975 w 2159"/>
                <a:gd name="T107" fmla="*/ 34 h 119"/>
                <a:gd name="T108" fmla="*/ 2014 w 2159"/>
                <a:gd name="T109" fmla="*/ 52 h 119"/>
                <a:gd name="T110" fmla="*/ 2045 w 2159"/>
                <a:gd name="T111" fmla="*/ 23 h 119"/>
                <a:gd name="T112" fmla="*/ 2084 w 2159"/>
                <a:gd name="T113" fmla="*/ 52 h 119"/>
                <a:gd name="T114" fmla="*/ 2115 w 2159"/>
                <a:gd name="T115" fmla="*/ 81 h 119"/>
                <a:gd name="T116" fmla="*/ 2150 w 2159"/>
                <a:gd name="T117" fmla="*/ 9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159" h="119">
                  <a:moveTo>
                    <a:pt x="0" y="113"/>
                  </a:moveTo>
                  <a:lnTo>
                    <a:pt x="0" y="104"/>
                  </a:lnTo>
                  <a:lnTo>
                    <a:pt x="0" y="118"/>
                  </a:lnTo>
                  <a:lnTo>
                    <a:pt x="24" y="69"/>
                  </a:lnTo>
                  <a:lnTo>
                    <a:pt x="35" y="69"/>
                  </a:lnTo>
                  <a:lnTo>
                    <a:pt x="47" y="81"/>
                  </a:lnTo>
                  <a:lnTo>
                    <a:pt x="63" y="69"/>
                  </a:lnTo>
                  <a:lnTo>
                    <a:pt x="78" y="52"/>
                  </a:lnTo>
                  <a:lnTo>
                    <a:pt x="90" y="46"/>
                  </a:lnTo>
                  <a:lnTo>
                    <a:pt x="101" y="46"/>
                  </a:lnTo>
                  <a:lnTo>
                    <a:pt x="113" y="40"/>
                  </a:lnTo>
                  <a:lnTo>
                    <a:pt x="125" y="34"/>
                  </a:lnTo>
                  <a:lnTo>
                    <a:pt x="136" y="34"/>
                  </a:lnTo>
                  <a:lnTo>
                    <a:pt x="148" y="40"/>
                  </a:lnTo>
                  <a:lnTo>
                    <a:pt x="160" y="40"/>
                  </a:lnTo>
                  <a:lnTo>
                    <a:pt x="171" y="46"/>
                  </a:lnTo>
                  <a:lnTo>
                    <a:pt x="183" y="58"/>
                  </a:lnTo>
                  <a:lnTo>
                    <a:pt x="194" y="64"/>
                  </a:lnTo>
                  <a:lnTo>
                    <a:pt x="206" y="69"/>
                  </a:lnTo>
                  <a:lnTo>
                    <a:pt x="218" y="75"/>
                  </a:lnTo>
                  <a:lnTo>
                    <a:pt x="229" y="81"/>
                  </a:lnTo>
                  <a:lnTo>
                    <a:pt x="245" y="75"/>
                  </a:lnTo>
                  <a:lnTo>
                    <a:pt x="260" y="64"/>
                  </a:lnTo>
                  <a:lnTo>
                    <a:pt x="268" y="46"/>
                  </a:lnTo>
                  <a:lnTo>
                    <a:pt x="280" y="46"/>
                  </a:lnTo>
                  <a:lnTo>
                    <a:pt x="291" y="40"/>
                  </a:lnTo>
                  <a:lnTo>
                    <a:pt x="303" y="34"/>
                  </a:lnTo>
                  <a:lnTo>
                    <a:pt x="315" y="29"/>
                  </a:lnTo>
                  <a:lnTo>
                    <a:pt x="326" y="46"/>
                  </a:lnTo>
                  <a:lnTo>
                    <a:pt x="338" y="58"/>
                  </a:lnTo>
                  <a:lnTo>
                    <a:pt x="350" y="75"/>
                  </a:lnTo>
                  <a:lnTo>
                    <a:pt x="361" y="87"/>
                  </a:lnTo>
                  <a:lnTo>
                    <a:pt x="373" y="87"/>
                  </a:lnTo>
                  <a:lnTo>
                    <a:pt x="385" y="75"/>
                  </a:lnTo>
                  <a:lnTo>
                    <a:pt x="396" y="69"/>
                  </a:lnTo>
                  <a:lnTo>
                    <a:pt x="408" y="58"/>
                  </a:lnTo>
                  <a:lnTo>
                    <a:pt x="419" y="52"/>
                  </a:lnTo>
                  <a:lnTo>
                    <a:pt x="431" y="46"/>
                  </a:lnTo>
                  <a:lnTo>
                    <a:pt x="447" y="40"/>
                  </a:lnTo>
                  <a:lnTo>
                    <a:pt x="458" y="40"/>
                  </a:lnTo>
                  <a:lnTo>
                    <a:pt x="470" y="34"/>
                  </a:lnTo>
                  <a:lnTo>
                    <a:pt x="482" y="34"/>
                  </a:lnTo>
                  <a:lnTo>
                    <a:pt x="493" y="34"/>
                  </a:lnTo>
                  <a:lnTo>
                    <a:pt x="505" y="29"/>
                  </a:lnTo>
                  <a:lnTo>
                    <a:pt x="520" y="23"/>
                  </a:lnTo>
                  <a:lnTo>
                    <a:pt x="536" y="23"/>
                  </a:lnTo>
                  <a:lnTo>
                    <a:pt x="551" y="17"/>
                  </a:lnTo>
                  <a:lnTo>
                    <a:pt x="563" y="34"/>
                  </a:lnTo>
                  <a:lnTo>
                    <a:pt x="571" y="52"/>
                  </a:lnTo>
                  <a:lnTo>
                    <a:pt x="579" y="69"/>
                  </a:lnTo>
                  <a:lnTo>
                    <a:pt x="594" y="75"/>
                  </a:lnTo>
                  <a:lnTo>
                    <a:pt x="606" y="69"/>
                  </a:lnTo>
                  <a:lnTo>
                    <a:pt x="621" y="64"/>
                  </a:lnTo>
                  <a:lnTo>
                    <a:pt x="633" y="58"/>
                  </a:lnTo>
                  <a:lnTo>
                    <a:pt x="648" y="52"/>
                  </a:lnTo>
                  <a:lnTo>
                    <a:pt x="664" y="52"/>
                  </a:lnTo>
                  <a:lnTo>
                    <a:pt x="676" y="46"/>
                  </a:lnTo>
                  <a:lnTo>
                    <a:pt x="687" y="40"/>
                  </a:lnTo>
                  <a:lnTo>
                    <a:pt x="703" y="34"/>
                  </a:lnTo>
                  <a:lnTo>
                    <a:pt x="714" y="29"/>
                  </a:lnTo>
                  <a:lnTo>
                    <a:pt x="726" y="23"/>
                  </a:lnTo>
                  <a:lnTo>
                    <a:pt x="738" y="17"/>
                  </a:lnTo>
                  <a:lnTo>
                    <a:pt x="749" y="29"/>
                  </a:lnTo>
                  <a:lnTo>
                    <a:pt x="761" y="40"/>
                  </a:lnTo>
                  <a:lnTo>
                    <a:pt x="773" y="52"/>
                  </a:lnTo>
                  <a:lnTo>
                    <a:pt x="784" y="64"/>
                  </a:lnTo>
                  <a:lnTo>
                    <a:pt x="796" y="75"/>
                  </a:lnTo>
                  <a:lnTo>
                    <a:pt x="807" y="75"/>
                  </a:lnTo>
                  <a:lnTo>
                    <a:pt x="819" y="75"/>
                  </a:lnTo>
                  <a:lnTo>
                    <a:pt x="831" y="69"/>
                  </a:lnTo>
                  <a:lnTo>
                    <a:pt x="842" y="64"/>
                  </a:lnTo>
                  <a:lnTo>
                    <a:pt x="854" y="64"/>
                  </a:lnTo>
                  <a:lnTo>
                    <a:pt x="866" y="58"/>
                  </a:lnTo>
                  <a:lnTo>
                    <a:pt x="881" y="58"/>
                  </a:lnTo>
                  <a:lnTo>
                    <a:pt x="893" y="52"/>
                  </a:lnTo>
                  <a:lnTo>
                    <a:pt x="904" y="52"/>
                  </a:lnTo>
                  <a:lnTo>
                    <a:pt x="916" y="52"/>
                  </a:lnTo>
                  <a:lnTo>
                    <a:pt x="928" y="52"/>
                  </a:lnTo>
                  <a:lnTo>
                    <a:pt x="939" y="52"/>
                  </a:lnTo>
                  <a:lnTo>
                    <a:pt x="951" y="52"/>
                  </a:lnTo>
                  <a:lnTo>
                    <a:pt x="966" y="46"/>
                  </a:lnTo>
                  <a:lnTo>
                    <a:pt x="978" y="40"/>
                  </a:lnTo>
                  <a:lnTo>
                    <a:pt x="990" y="29"/>
                  </a:lnTo>
                  <a:lnTo>
                    <a:pt x="1001" y="23"/>
                  </a:lnTo>
                  <a:lnTo>
                    <a:pt x="1013" y="17"/>
                  </a:lnTo>
                  <a:lnTo>
                    <a:pt x="1029" y="11"/>
                  </a:lnTo>
                  <a:lnTo>
                    <a:pt x="1044" y="23"/>
                  </a:lnTo>
                  <a:lnTo>
                    <a:pt x="1056" y="40"/>
                  </a:lnTo>
                  <a:lnTo>
                    <a:pt x="1067" y="52"/>
                  </a:lnTo>
                  <a:lnTo>
                    <a:pt x="1079" y="58"/>
                  </a:lnTo>
                  <a:lnTo>
                    <a:pt x="1091" y="69"/>
                  </a:lnTo>
                  <a:lnTo>
                    <a:pt x="1102" y="69"/>
                  </a:lnTo>
                  <a:lnTo>
                    <a:pt x="1114" y="69"/>
                  </a:lnTo>
                  <a:lnTo>
                    <a:pt x="1129" y="64"/>
                  </a:lnTo>
                  <a:lnTo>
                    <a:pt x="1141" y="58"/>
                  </a:lnTo>
                  <a:lnTo>
                    <a:pt x="1153" y="46"/>
                  </a:lnTo>
                  <a:lnTo>
                    <a:pt x="1168" y="34"/>
                  </a:lnTo>
                  <a:lnTo>
                    <a:pt x="1180" y="29"/>
                  </a:lnTo>
                  <a:lnTo>
                    <a:pt x="1195" y="17"/>
                  </a:lnTo>
                  <a:lnTo>
                    <a:pt x="1207" y="17"/>
                  </a:lnTo>
                  <a:lnTo>
                    <a:pt x="1219" y="17"/>
                  </a:lnTo>
                  <a:lnTo>
                    <a:pt x="1234" y="11"/>
                  </a:lnTo>
                  <a:lnTo>
                    <a:pt x="1246" y="5"/>
                  </a:lnTo>
                  <a:lnTo>
                    <a:pt x="1257" y="5"/>
                  </a:lnTo>
                  <a:lnTo>
                    <a:pt x="1265" y="23"/>
                  </a:lnTo>
                  <a:lnTo>
                    <a:pt x="1277" y="34"/>
                  </a:lnTo>
                  <a:lnTo>
                    <a:pt x="1288" y="46"/>
                  </a:lnTo>
                  <a:lnTo>
                    <a:pt x="1300" y="64"/>
                  </a:lnTo>
                  <a:lnTo>
                    <a:pt x="1312" y="75"/>
                  </a:lnTo>
                  <a:lnTo>
                    <a:pt x="1323" y="81"/>
                  </a:lnTo>
                  <a:lnTo>
                    <a:pt x="1335" y="81"/>
                  </a:lnTo>
                  <a:lnTo>
                    <a:pt x="1347" y="69"/>
                  </a:lnTo>
                  <a:lnTo>
                    <a:pt x="1358" y="58"/>
                  </a:lnTo>
                  <a:lnTo>
                    <a:pt x="1370" y="46"/>
                  </a:lnTo>
                  <a:lnTo>
                    <a:pt x="1382" y="40"/>
                  </a:lnTo>
                  <a:lnTo>
                    <a:pt x="1393" y="34"/>
                  </a:lnTo>
                  <a:lnTo>
                    <a:pt x="1409" y="29"/>
                  </a:lnTo>
                  <a:lnTo>
                    <a:pt x="1420" y="29"/>
                  </a:lnTo>
                  <a:lnTo>
                    <a:pt x="1432" y="29"/>
                  </a:lnTo>
                  <a:lnTo>
                    <a:pt x="1444" y="23"/>
                  </a:lnTo>
                  <a:lnTo>
                    <a:pt x="1455" y="23"/>
                  </a:lnTo>
                  <a:lnTo>
                    <a:pt x="1467" y="11"/>
                  </a:lnTo>
                  <a:lnTo>
                    <a:pt x="1482" y="17"/>
                  </a:lnTo>
                  <a:lnTo>
                    <a:pt x="1502" y="34"/>
                  </a:lnTo>
                  <a:lnTo>
                    <a:pt x="1513" y="40"/>
                  </a:lnTo>
                  <a:lnTo>
                    <a:pt x="1529" y="58"/>
                  </a:lnTo>
                  <a:lnTo>
                    <a:pt x="1541" y="64"/>
                  </a:lnTo>
                  <a:lnTo>
                    <a:pt x="1552" y="75"/>
                  </a:lnTo>
                  <a:lnTo>
                    <a:pt x="1564" y="87"/>
                  </a:lnTo>
                  <a:lnTo>
                    <a:pt x="1576" y="87"/>
                  </a:lnTo>
                  <a:lnTo>
                    <a:pt x="1587" y="81"/>
                  </a:lnTo>
                  <a:lnTo>
                    <a:pt x="1603" y="69"/>
                  </a:lnTo>
                  <a:lnTo>
                    <a:pt x="1614" y="52"/>
                  </a:lnTo>
                  <a:lnTo>
                    <a:pt x="1626" y="46"/>
                  </a:lnTo>
                  <a:lnTo>
                    <a:pt x="1638" y="40"/>
                  </a:lnTo>
                  <a:lnTo>
                    <a:pt x="1649" y="34"/>
                  </a:lnTo>
                  <a:lnTo>
                    <a:pt x="1665" y="29"/>
                  </a:lnTo>
                  <a:lnTo>
                    <a:pt x="1676" y="23"/>
                  </a:lnTo>
                  <a:lnTo>
                    <a:pt x="1688" y="17"/>
                  </a:lnTo>
                  <a:lnTo>
                    <a:pt x="1700" y="11"/>
                  </a:lnTo>
                  <a:lnTo>
                    <a:pt x="1711" y="11"/>
                  </a:lnTo>
                  <a:lnTo>
                    <a:pt x="1723" y="17"/>
                  </a:lnTo>
                  <a:lnTo>
                    <a:pt x="1742" y="29"/>
                  </a:lnTo>
                  <a:lnTo>
                    <a:pt x="1754" y="40"/>
                  </a:lnTo>
                  <a:lnTo>
                    <a:pt x="1766" y="46"/>
                  </a:lnTo>
                  <a:lnTo>
                    <a:pt x="1777" y="52"/>
                  </a:lnTo>
                  <a:lnTo>
                    <a:pt x="1789" y="58"/>
                  </a:lnTo>
                  <a:lnTo>
                    <a:pt x="1801" y="58"/>
                  </a:lnTo>
                  <a:lnTo>
                    <a:pt x="1812" y="46"/>
                  </a:lnTo>
                  <a:lnTo>
                    <a:pt x="1824" y="40"/>
                  </a:lnTo>
                  <a:lnTo>
                    <a:pt x="1835" y="29"/>
                  </a:lnTo>
                  <a:lnTo>
                    <a:pt x="1847" y="17"/>
                  </a:lnTo>
                  <a:lnTo>
                    <a:pt x="1859" y="11"/>
                  </a:lnTo>
                  <a:lnTo>
                    <a:pt x="1874" y="5"/>
                  </a:lnTo>
                  <a:lnTo>
                    <a:pt x="1886" y="0"/>
                  </a:lnTo>
                  <a:lnTo>
                    <a:pt x="1898" y="0"/>
                  </a:lnTo>
                  <a:lnTo>
                    <a:pt x="1913" y="0"/>
                  </a:lnTo>
                  <a:lnTo>
                    <a:pt x="1925" y="5"/>
                  </a:lnTo>
                  <a:lnTo>
                    <a:pt x="1940" y="11"/>
                  </a:lnTo>
                  <a:lnTo>
                    <a:pt x="1952" y="17"/>
                  </a:lnTo>
                  <a:lnTo>
                    <a:pt x="1964" y="29"/>
                  </a:lnTo>
                  <a:lnTo>
                    <a:pt x="1975" y="34"/>
                  </a:lnTo>
                  <a:lnTo>
                    <a:pt x="1991" y="40"/>
                  </a:lnTo>
                  <a:lnTo>
                    <a:pt x="2002" y="52"/>
                  </a:lnTo>
                  <a:lnTo>
                    <a:pt x="2014" y="52"/>
                  </a:lnTo>
                  <a:lnTo>
                    <a:pt x="2022" y="34"/>
                  </a:lnTo>
                  <a:lnTo>
                    <a:pt x="2033" y="23"/>
                  </a:lnTo>
                  <a:lnTo>
                    <a:pt x="2045" y="23"/>
                  </a:lnTo>
                  <a:lnTo>
                    <a:pt x="2057" y="29"/>
                  </a:lnTo>
                  <a:lnTo>
                    <a:pt x="2072" y="40"/>
                  </a:lnTo>
                  <a:lnTo>
                    <a:pt x="2084" y="52"/>
                  </a:lnTo>
                  <a:lnTo>
                    <a:pt x="2095" y="58"/>
                  </a:lnTo>
                  <a:lnTo>
                    <a:pt x="2103" y="75"/>
                  </a:lnTo>
                  <a:lnTo>
                    <a:pt x="2115" y="81"/>
                  </a:lnTo>
                  <a:lnTo>
                    <a:pt x="2126" y="87"/>
                  </a:lnTo>
                  <a:lnTo>
                    <a:pt x="2138" y="99"/>
                  </a:lnTo>
                  <a:lnTo>
                    <a:pt x="2150" y="99"/>
                  </a:lnTo>
                  <a:lnTo>
                    <a:pt x="2158" y="110"/>
                  </a:lnTo>
                  <a:lnTo>
                    <a:pt x="2153" y="107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8" name="Oval 18">
            <a:extLst>
              <a:ext uri="{FF2B5EF4-FFF2-40B4-BE49-F238E27FC236}">
                <a16:creationId xmlns:a16="http://schemas.microsoft.com/office/drawing/2014/main" id="{5B171821-EC34-885F-E062-677B07B82F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" y="2751138"/>
            <a:ext cx="520700" cy="877887"/>
          </a:xfrm>
          <a:prstGeom prst="ellips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39" name="Line 19">
            <a:extLst>
              <a:ext uri="{FF2B5EF4-FFF2-40B4-BE49-F238E27FC236}">
                <a16:creationId xmlns:a16="http://schemas.microsoft.com/office/drawing/2014/main" id="{9F34928C-E898-D132-C1F4-9D5F637B84D9}"/>
              </a:ext>
            </a:extLst>
          </p:cNvPr>
          <p:cNvSpPr>
            <a:spLocks noChangeShapeType="1"/>
          </p:cNvSpPr>
          <p:nvPr/>
        </p:nvSpPr>
        <p:spPr bwMode="auto">
          <a:xfrm>
            <a:off x="590550" y="2960688"/>
            <a:ext cx="28575" cy="5873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0" name="Line 20">
            <a:extLst>
              <a:ext uri="{FF2B5EF4-FFF2-40B4-BE49-F238E27FC236}">
                <a16:creationId xmlns:a16="http://schemas.microsoft.com/office/drawing/2014/main" id="{A7236CFD-13CC-F0B0-0734-6AD85B534CB2}"/>
              </a:ext>
            </a:extLst>
          </p:cNvPr>
          <p:cNvSpPr>
            <a:spLocks noChangeShapeType="1"/>
          </p:cNvSpPr>
          <p:nvPr/>
        </p:nvSpPr>
        <p:spPr bwMode="auto">
          <a:xfrm>
            <a:off x="133350" y="3405188"/>
            <a:ext cx="42863" cy="9048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1" name="Arc 21">
            <a:extLst>
              <a:ext uri="{FF2B5EF4-FFF2-40B4-BE49-F238E27FC236}">
                <a16:creationId xmlns:a16="http://schemas.microsoft.com/office/drawing/2014/main" id="{22A26E68-3401-5590-B226-4317D14F5C00}"/>
              </a:ext>
            </a:extLst>
          </p:cNvPr>
          <p:cNvSpPr>
            <a:spLocks/>
          </p:cNvSpPr>
          <p:nvPr/>
        </p:nvSpPr>
        <p:spPr bwMode="auto">
          <a:xfrm>
            <a:off x="95250" y="555625"/>
            <a:ext cx="666750" cy="8445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1600 w 21600"/>
              <a:gd name="T1" fmla="*/ 43200 h 43200"/>
              <a:gd name="T2" fmla="*/ 21549 w 21600"/>
              <a:gd name="T3" fmla="*/ 0 h 43200"/>
              <a:gd name="T4" fmla="*/ 21600 w 216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43200" fill="none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</a:path>
              <a:path w="21600" h="43200" stroke="0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17961" dir="2700000" algn="ctr" rotWithShape="0">
              <a:schemeClr val="accent1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42" name="Rectangle 22">
            <a:extLst>
              <a:ext uri="{FF2B5EF4-FFF2-40B4-BE49-F238E27FC236}">
                <a16:creationId xmlns:a16="http://schemas.microsoft.com/office/drawing/2014/main" id="{7D099630-8DDD-0B70-A4A3-AA89F2CE3D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749300"/>
            <a:ext cx="233362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  Surname             Init</a:t>
            </a:r>
            <a:r>
              <a:rPr lang="en-US" altLang="en-US" sz="800">
                <a:solidFill>
                  <a:schemeClr val="tx1"/>
                </a:solidFill>
              </a:rPr>
              <a:t>       YOB     MOB DOB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48" name="Group 4">
            <a:extLst>
              <a:ext uri="{FF2B5EF4-FFF2-40B4-BE49-F238E27FC236}">
                <a16:creationId xmlns:a16="http://schemas.microsoft.com/office/drawing/2014/main" id="{95782EF1-A65E-BC59-318A-38A4660B982A}"/>
              </a:ext>
            </a:extLst>
          </p:cNvPr>
          <p:cNvGrpSpPr>
            <a:grpSpLocks/>
          </p:cNvGrpSpPr>
          <p:nvPr/>
        </p:nvGrpSpPr>
        <p:grpSpPr bwMode="auto">
          <a:xfrm>
            <a:off x="692150" y="960438"/>
            <a:ext cx="3473450" cy="1589087"/>
            <a:chOff x="436" y="605"/>
            <a:chExt cx="2188" cy="1001"/>
          </a:xfrm>
        </p:grpSpPr>
        <p:sp>
          <p:nvSpPr>
            <p:cNvPr id="6146" name="Rectangle 2">
              <a:extLst>
                <a:ext uri="{FF2B5EF4-FFF2-40B4-BE49-F238E27FC236}">
                  <a16:creationId xmlns:a16="http://schemas.microsoft.com/office/drawing/2014/main" id="{44A0AC94-F318-814B-328E-C56DA26058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802"/>
              <a:ext cx="2188" cy="80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2075" tIns="46038" rIns="92075" bIns="46038">
              <a:spAutoFit/>
            </a:bodyPr>
            <a:lstStyle/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9834567Curtain FB19801009LM51M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rgbClr val="CC0000"/>
                  </a:solidFill>
                  <a:latin typeface="Courier New" panose="02070309020205020404" pitchFamily="49" charset="0"/>
                </a:rPr>
                <a:t>9583715Healy   TC19760304LM68F</a:t>
              </a:r>
              <a:endPara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9734567Downes  BC19791205LM51M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9963413O’Brien MS19811221LM21F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^Z (eof)</a:t>
              </a:r>
            </a:p>
          </p:txBody>
        </p:sp>
        <p:sp>
          <p:nvSpPr>
            <p:cNvPr id="6147" name="Rectangle 3">
              <a:extLst>
                <a:ext uri="{FF2B5EF4-FFF2-40B4-BE49-F238E27FC236}">
                  <a16:creationId xmlns:a16="http://schemas.microsoft.com/office/drawing/2014/main" id="{BB781E37-7809-CAFD-BD10-416C60E04E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2" y="605"/>
              <a:ext cx="90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Students.Dat</a:t>
              </a:r>
            </a:p>
          </p:txBody>
        </p:sp>
      </p:grpSp>
      <p:sp>
        <p:nvSpPr>
          <p:cNvPr id="6149" name="Rectangle 5">
            <a:extLst>
              <a:ext uri="{FF2B5EF4-FFF2-40B4-BE49-F238E27FC236}">
                <a16:creationId xmlns:a16="http://schemas.microsoft.com/office/drawing/2014/main" id="{4854273C-F59C-6ED9-C496-C288A7E9F8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441325"/>
            <a:ext cx="3849687" cy="279400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9583715 Healy</a:t>
            </a: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 TC</a:t>
            </a:r>
            <a:r>
              <a:rPr lang="en-US" altLang="en-US" sz="1000" b="1">
                <a:solidFill>
                  <a:srgbClr val="CC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19760304 LM68 F</a:t>
            </a:r>
          </a:p>
        </p:txBody>
      </p:sp>
      <p:sp>
        <p:nvSpPr>
          <p:cNvPr id="6150" name="Rectangle 6">
            <a:extLst>
              <a:ext uri="{FF2B5EF4-FFF2-40B4-BE49-F238E27FC236}">
                <a16:creationId xmlns:a16="http://schemas.microsoft.com/office/drawing/2014/main" id="{BA73244E-AA15-82F2-B171-6257523083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988" y="82550"/>
            <a:ext cx="39465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</a:rPr>
              <a:t>StudentRec</a:t>
            </a:r>
          </a:p>
          <a:p>
            <a:r>
              <a:rPr lang="en-US" altLang="en-US" sz="1000" b="1">
                <a:solidFill>
                  <a:schemeClr val="tx1"/>
                </a:solidFill>
              </a:rPr>
              <a:t>StudentId           StudentName             DateOfBirth         Course</a:t>
            </a:r>
            <a:r>
              <a:rPr lang="en-US" altLang="en-US" sz="1200" b="1">
                <a:solidFill>
                  <a:schemeClr val="tx1"/>
                </a:solidFill>
              </a:rPr>
              <a:t> </a:t>
            </a:r>
            <a:r>
              <a:rPr lang="en-US" altLang="en-US" sz="1000" b="1">
                <a:solidFill>
                  <a:schemeClr val="tx1"/>
                </a:solidFill>
              </a:rPr>
              <a:t>  Gender</a:t>
            </a:r>
            <a:r>
              <a:rPr lang="en-US" altLang="en-US" sz="1000">
                <a:solidFill>
                  <a:srgbClr val="FF3300"/>
                </a:solidFill>
              </a:rPr>
              <a:t> </a:t>
            </a:r>
          </a:p>
        </p:txBody>
      </p:sp>
      <p:sp>
        <p:nvSpPr>
          <p:cNvPr id="6151" name="Line 7">
            <a:extLst>
              <a:ext uri="{FF2B5EF4-FFF2-40B4-BE49-F238E27FC236}">
                <a16:creationId xmlns:a16="http://schemas.microsoft.com/office/drawing/2014/main" id="{35014BE0-C011-D3DC-36F1-540A2E4946EE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036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2" name="Line 8">
            <a:extLst>
              <a:ext uri="{FF2B5EF4-FFF2-40B4-BE49-F238E27FC236}">
                <a16:creationId xmlns:a16="http://schemas.microsoft.com/office/drawing/2014/main" id="{95313608-9E08-946E-BA45-3D283E067184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241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3" name="Line 9">
            <a:extLst>
              <a:ext uri="{FF2B5EF4-FFF2-40B4-BE49-F238E27FC236}">
                <a16:creationId xmlns:a16="http://schemas.microsoft.com/office/drawing/2014/main" id="{F56A3CF3-07E4-CBB5-6933-07EAA2841FDE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332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4" name="Line 10">
            <a:extLst>
              <a:ext uri="{FF2B5EF4-FFF2-40B4-BE49-F238E27FC236}">
                <a16:creationId xmlns:a16="http://schemas.microsoft.com/office/drawing/2014/main" id="{84107EC0-7FEC-D293-7C53-B09CA783CC3E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767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55" name="Line 11">
            <a:extLst>
              <a:ext uri="{FF2B5EF4-FFF2-40B4-BE49-F238E27FC236}">
                <a16:creationId xmlns:a16="http://schemas.microsoft.com/office/drawing/2014/main" id="{54C40EFB-CF95-F29E-78DF-E6B5F5E9ABDA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5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6159" name="Group 15">
            <a:extLst>
              <a:ext uri="{FF2B5EF4-FFF2-40B4-BE49-F238E27FC236}">
                <a16:creationId xmlns:a16="http://schemas.microsoft.com/office/drawing/2014/main" id="{A284E29E-DEB9-2B6A-1BCC-D099F5C17C5B}"/>
              </a:ext>
            </a:extLst>
          </p:cNvPr>
          <p:cNvGrpSpPr>
            <a:grpSpLocks/>
          </p:cNvGrpSpPr>
          <p:nvPr/>
        </p:nvGrpSpPr>
        <p:grpSpPr bwMode="auto">
          <a:xfrm>
            <a:off x="687388" y="2647950"/>
            <a:ext cx="3429000" cy="1125538"/>
            <a:chOff x="433" y="1668"/>
            <a:chExt cx="2160" cy="709"/>
          </a:xfrm>
        </p:grpSpPr>
        <p:sp>
          <p:nvSpPr>
            <p:cNvPr id="6156" name="Rectangle 12">
              <a:extLst>
                <a:ext uri="{FF2B5EF4-FFF2-40B4-BE49-F238E27FC236}">
                  <a16:creationId xmlns:a16="http://schemas.microsoft.com/office/drawing/2014/main" id="{41219F3C-C227-DA5F-184C-1DE366850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1673"/>
              <a:ext cx="2141" cy="680"/>
            </a:xfrm>
            <a:prstGeom prst="rect">
              <a:avLst/>
            </a:prstGeom>
            <a:solidFill>
              <a:srgbClr val="EEFFEE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/>
            <a:lstStyle/>
            <a:p>
              <a:pPr>
                <a:lnSpc>
                  <a:spcPct val="80000"/>
                </a:lnSpc>
              </a:pP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PERFORM UNTIL EndOfFile</a:t>
              </a: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READ StudentFile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  AT END SET EndOfFile TO TRUE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END-READ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END-PERFORM</a:t>
              </a:r>
            </a:p>
          </p:txBody>
        </p:sp>
        <p:sp>
          <p:nvSpPr>
            <p:cNvPr id="6157" name="Freeform 13">
              <a:extLst>
                <a:ext uri="{FF2B5EF4-FFF2-40B4-BE49-F238E27FC236}">
                  <a16:creationId xmlns:a16="http://schemas.microsoft.com/office/drawing/2014/main" id="{154E606A-D222-C7B1-00C4-00851BC4783F}"/>
                </a:ext>
              </a:extLst>
            </p:cNvPr>
            <p:cNvSpPr>
              <a:spLocks/>
            </p:cNvSpPr>
            <p:nvPr/>
          </p:nvSpPr>
          <p:spPr bwMode="auto">
            <a:xfrm>
              <a:off x="433" y="1668"/>
              <a:ext cx="2149" cy="82"/>
            </a:xfrm>
            <a:custGeom>
              <a:avLst/>
              <a:gdLst>
                <a:gd name="T0" fmla="*/ 2142 w 2149"/>
                <a:gd name="T1" fmla="*/ 4 h 82"/>
                <a:gd name="T2" fmla="*/ 2087 w 2149"/>
                <a:gd name="T3" fmla="*/ 28 h 82"/>
                <a:gd name="T4" fmla="*/ 2043 w 2149"/>
                <a:gd name="T5" fmla="*/ 28 h 82"/>
                <a:gd name="T6" fmla="*/ 2005 w 2149"/>
                <a:gd name="T7" fmla="*/ 51 h 82"/>
                <a:gd name="T8" fmla="*/ 1959 w 2149"/>
                <a:gd name="T9" fmla="*/ 33 h 82"/>
                <a:gd name="T10" fmla="*/ 1913 w 2149"/>
                <a:gd name="T11" fmla="*/ 23 h 82"/>
                <a:gd name="T12" fmla="*/ 1869 w 2149"/>
                <a:gd name="T13" fmla="*/ 14 h 82"/>
                <a:gd name="T14" fmla="*/ 1826 w 2149"/>
                <a:gd name="T15" fmla="*/ 31 h 82"/>
                <a:gd name="T16" fmla="*/ 1788 w 2149"/>
                <a:gd name="T17" fmla="*/ 46 h 82"/>
                <a:gd name="T18" fmla="*/ 1744 w 2149"/>
                <a:gd name="T19" fmla="*/ 61 h 82"/>
                <a:gd name="T20" fmla="*/ 1698 w 2149"/>
                <a:gd name="T21" fmla="*/ 48 h 82"/>
                <a:gd name="T22" fmla="*/ 1654 w 2149"/>
                <a:gd name="T23" fmla="*/ 36 h 82"/>
                <a:gd name="T24" fmla="*/ 1605 w 2149"/>
                <a:gd name="T25" fmla="*/ 28 h 82"/>
                <a:gd name="T26" fmla="*/ 1562 w 2149"/>
                <a:gd name="T27" fmla="*/ 23 h 82"/>
                <a:gd name="T28" fmla="*/ 1515 w 2149"/>
                <a:gd name="T29" fmla="*/ 21 h 82"/>
                <a:gd name="T30" fmla="*/ 1475 w 2149"/>
                <a:gd name="T31" fmla="*/ 28 h 82"/>
                <a:gd name="T32" fmla="*/ 1431 w 2149"/>
                <a:gd name="T33" fmla="*/ 46 h 82"/>
                <a:gd name="T34" fmla="*/ 1388 w 2149"/>
                <a:gd name="T35" fmla="*/ 36 h 82"/>
                <a:gd name="T36" fmla="*/ 1344 w 2149"/>
                <a:gd name="T37" fmla="*/ 21 h 82"/>
                <a:gd name="T38" fmla="*/ 1298 w 2149"/>
                <a:gd name="T39" fmla="*/ 14 h 82"/>
                <a:gd name="T40" fmla="*/ 1254 w 2149"/>
                <a:gd name="T41" fmla="*/ 11 h 82"/>
                <a:gd name="T42" fmla="*/ 1211 w 2149"/>
                <a:gd name="T43" fmla="*/ 36 h 82"/>
                <a:gd name="T44" fmla="*/ 1167 w 2149"/>
                <a:gd name="T45" fmla="*/ 46 h 82"/>
                <a:gd name="T46" fmla="*/ 1118 w 2149"/>
                <a:gd name="T47" fmla="*/ 53 h 82"/>
                <a:gd name="T48" fmla="*/ 1074 w 2149"/>
                <a:gd name="T49" fmla="*/ 56 h 82"/>
                <a:gd name="T50" fmla="*/ 1028 w 2149"/>
                <a:gd name="T51" fmla="*/ 31 h 82"/>
                <a:gd name="T52" fmla="*/ 982 w 2149"/>
                <a:gd name="T53" fmla="*/ 19 h 82"/>
                <a:gd name="T54" fmla="*/ 935 w 2149"/>
                <a:gd name="T55" fmla="*/ 33 h 82"/>
                <a:gd name="T56" fmla="*/ 889 w 2149"/>
                <a:gd name="T57" fmla="*/ 48 h 82"/>
                <a:gd name="T58" fmla="*/ 845 w 2149"/>
                <a:gd name="T59" fmla="*/ 28 h 82"/>
                <a:gd name="T60" fmla="*/ 802 w 2149"/>
                <a:gd name="T61" fmla="*/ 9 h 82"/>
                <a:gd name="T62" fmla="*/ 758 w 2149"/>
                <a:gd name="T63" fmla="*/ 11 h 82"/>
                <a:gd name="T64" fmla="*/ 715 w 2149"/>
                <a:gd name="T65" fmla="*/ 14 h 82"/>
                <a:gd name="T66" fmla="*/ 671 w 2149"/>
                <a:gd name="T67" fmla="*/ 16 h 82"/>
                <a:gd name="T68" fmla="*/ 628 w 2149"/>
                <a:gd name="T69" fmla="*/ 31 h 82"/>
                <a:gd name="T70" fmla="*/ 581 w 2149"/>
                <a:gd name="T71" fmla="*/ 48 h 82"/>
                <a:gd name="T72" fmla="*/ 538 w 2149"/>
                <a:gd name="T73" fmla="*/ 48 h 82"/>
                <a:gd name="T74" fmla="*/ 489 w 2149"/>
                <a:gd name="T75" fmla="*/ 33 h 82"/>
                <a:gd name="T76" fmla="*/ 448 w 2149"/>
                <a:gd name="T77" fmla="*/ 23 h 82"/>
                <a:gd name="T78" fmla="*/ 454 w 2149"/>
                <a:gd name="T79" fmla="*/ 51 h 82"/>
                <a:gd name="T80" fmla="*/ 471 w 2149"/>
                <a:gd name="T81" fmla="*/ 76 h 82"/>
                <a:gd name="T82" fmla="*/ 428 w 2149"/>
                <a:gd name="T83" fmla="*/ 46 h 82"/>
                <a:gd name="T84" fmla="*/ 381 w 2149"/>
                <a:gd name="T85" fmla="*/ 28 h 82"/>
                <a:gd name="T86" fmla="*/ 338 w 2149"/>
                <a:gd name="T87" fmla="*/ 26 h 82"/>
                <a:gd name="T88" fmla="*/ 291 w 2149"/>
                <a:gd name="T89" fmla="*/ 28 h 82"/>
                <a:gd name="T90" fmla="*/ 242 w 2149"/>
                <a:gd name="T91" fmla="*/ 33 h 82"/>
                <a:gd name="T92" fmla="*/ 213 w 2149"/>
                <a:gd name="T93" fmla="*/ 61 h 82"/>
                <a:gd name="T94" fmla="*/ 170 w 2149"/>
                <a:gd name="T95" fmla="*/ 66 h 82"/>
                <a:gd name="T96" fmla="*/ 126 w 2149"/>
                <a:gd name="T97" fmla="*/ 56 h 82"/>
                <a:gd name="T98" fmla="*/ 83 w 2149"/>
                <a:gd name="T99" fmla="*/ 43 h 82"/>
                <a:gd name="T100" fmla="*/ 39 w 2149"/>
                <a:gd name="T101" fmla="*/ 26 h 82"/>
                <a:gd name="T102" fmla="*/ 1 w 2149"/>
                <a:gd name="T103" fmla="*/ 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49" h="82">
                  <a:moveTo>
                    <a:pt x="2148" y="1"/>
                  </a:moveTo>
                  <a:lnTo>
                    <a:pt x="2148" y="0"/>
                  </a:lnTo>
                  <a:lnTo>
                    <a:pt x="2148" y="1"/>
                  </a:lnTo>
                  <a:lnTo>
                    <a:pt x="2147" y="4"/>
                  </a:lnTo>
                  <a:lnTo>
                    <a:pt x="2142" y="4"/>
                  </a:lnTo>
                  <a:lnTo>
                    <a:pt x="2124" y="11"/>
                  </a:lnTo>
                  <a:lnTo>
                    <a:pt x="2113" y="19"/>
                  </a:lnTo>
                  <a:lnTo>
                    <a:pt x="2104" y="26"/>
                  </a:lnTo>
                  <a:lnTo>
                    <a:pt x="2095" y="26"/>
                  </a:lnTo>
                  <a:lnTo>
                    <a:pt x="2087" y="28"/>
                  </a:lnTo>
                  <a:lnTo>
                    <a:pt x="2078" y="28"/>
                  </a:lnTo>
                  <a:lnTo>
                    <a:pt x="2069" y="28"/>
                  </a:lnTo>
                  <a:lnTo>
                    <a:pt x="2060" y="28"/>
                  </a:lnTo>
                  <a:lnTo>
                    <a:pt x="2052" y="28"/>
                  </a:lnTo>
                  <a:lnTo>
                    <a:pt x="2043" y="28"/>
                  </a:lnTo>
                  <a:lnTo>
                    <a:pt x="2034" y="33"/>
                  </a:lnTo>
                  <a:lnTo>
                    <a:pt x="2029" y="41"/>
                  </a:lnTo>
                  <a:lnTo>
                    <a:pt x="2023" y="48"/>
                  </a:lnTo>
                  <a:lnTo>
                    <a:pt x="2014" y="51"/>
                  </a:lnTo>
                  <a:lnTo>
                    <a:pt x="2005" y="51"/>
                  </a:lnTo>
                  <a:lnTo>
                    <a:pt x="1997" y="46"/>
                  </a:lnTo>
                  <a:lnTo>
                    <a:pt x="1985" y="41"/>
                  </a:lnTo>
                  <a:lnTo>
                    <a:pt x="1976" y="41"/>
                  </a:lnTo>
                  <a:lnTo>
                    <a:pt x="1968" y="38"/>
                  </a:lnTo>
                  <a:lnTo>
                    <a:pt x="1959" y="33"/>
                  </a:lnTo>
                  <a:lnTo>
                    <a:pt x="1950" y="31"/>
                  </a:lnTo>
                  <a:lnTo>
                    <a:pt x="1939" y="31"/>
                  </a:lnTo>
                  <a:lnTo>
                    <a:pt x="1930" y="28"/>
                  </a:lnTo>
                  <a:lnTo>
                    <a:pt x="1921" y="26"/>
                  </a:lnTo>
                  <a:lnTo>
                    <a:pt x="1913" y="23"/>
                  </a:lnTo>
                  <a:lnTo>
                    <a:pt x="1904" y="23"/>
                  </a:lnTo>
                  <a:lnTo>
                    <a:pt x="1895" y="21"/>
                  </a:lnTo>
                  <a:lnTo>
                    <a:pt x="1886" y="19"/>
                  </a:lnTo>
                  <a:lnTo>
                    <a:pt x="1878" y="16"/>
                  </a:lnTo>
                  <a:lnTo>
                    <a:pt x="1869" y="14"/>
                  </a:lnTo>
                  <a:lnTo>
                    <a:pt x="1866" y="21"/>
                  </a:lnTo>
                  <a:lnTo>
                    <a:pt x="1855" y="23"/>
                  </a:lnTo>
                  <a:lnTo>
                    <a:pt x="1843" y="23"/>
                  </a:lnTo>
                  <a:lnTo>
                    <a:pt x="1834" y="26"/>
                  </a:lnTo>
                  <a:lnTo>
                    <a:pt x="1826" y="31"/>
                  </a:lnTo>
                  <a:lnTo>
                    <a:pt x="1823" y="38"/>
                  </a:lnTo>
                  <a:lnTo>
                    <a:pt x="1814" y="41"/>
                  </a:lnTo>
                  <a:lnTo>
                    <a:pt x="1805" y="41"/>
                  </a:lnTo>
                  <a:lnTo>
                    <a:pt x="1797" y="41"/>
                  </a:lnTo>
                  <a:lnTo>
                    <a:pt x="1788" y="46"/>
                  </a:lnTo>
                  <a:lnTo>
                    <a:pt x="1779" y="48"/>
                  </a:lnTo>
                  <a:lnTo>
                    <a:pt x="1770" y="51"/>
                  </a:lnTo>
                  <a:lnTo>
                    <a:pt x="1762" y="53"/>
                  </a:lnTo>
                  <a:lnTo>
                    <a:pt x="1753" y="58"/>
                  </a:lnTo>
                  <a:lnTo>
                    <a:pt x="1744" y="61"/>
                  </a:lnTo>
                  <a:lnTo>
                    <a:pt x="1736" y="61"/>
                  </a:lnTo>
                  <a:lnTo>
                    <a:pt x="1727" y="58"/>
                  </a:lnTo>
                  <a:lnTo>
                    <a:pt x="1718" y="53"/>
                  </a:lnTo>
                  <a:lnTo>
                    <a:pt x="1707" y="51"/>
                  </a:lnTo>
                  <a:lnTo>
                    <a:pt x="1698" y="48"/>
                  </a:lnTo>
                  <a:lnTo>
                    <a:pt x="1689" y="46"/>
                  </a:lnTo>
                  <a:lnTo>
                    <a:pt x="1681" y="43"/>
                  </a:lnTo>
                  <a:lnTo>
                    <a:pt x="1672" y="43"/>
                  </a:lnTo>
                  <a:lnTo>
                    <a:pt x="1663" y="38"/>
                  </a:lnTo>
                  <a:lnTo>
                    <a:pt x="1654" y="36"/>
                  </a:lnTo>
                  <a:lnTo>
                    <a:pt x="1646" y="36"/>
                  </a:lnTo>
                  <a:lnTo>
                    <a:pt x="1637" y="33"/>
                  </a:lnTo>
                  <a:lnTo>
                    <a:pt x="1628" y="33"/>
                  </a:lnTo>
                  <a:lnTo>
                    <a:pt x="1617" y="31"/>
                  </a:lnTo>
                  <a:lnTo>
                    <a:pt x="1605" y="28"/>
                  </a:lnTo>
                  <a:lnTo>
                    <a:pt x="1596" y="26"/>
                  </a:lnTo>
                  <a:lnTo>
                    <a:pt x="1588" y="23"/>
                  </a:lnTo>
                  <a:lnTo>
                    <a:pt x="1579" y="23"/>
                  </a:lnTo>
                  <a:lnTo>
                    <a:pt x="1570" y="23"/>
                  </a:lnTo>
                  <a:lnTo>
                    <a:pt x="1562" y="23"/>
                  </a:lnTo>
                  <a:lnTo>
                    <a:pt x="1553" y="23"/>
                  </a:lnTo>
                  <a:lnTo>
                    <a:pt x="1544" y="23"/>
                  </a:lnTo>
                  <a:lnTo>
                    <a:pt x="1536" y="23"/>
                  </a:lnTo>
                  <a:lnTo>
                    <a:pt x="1524" y="23"/>
                  </a:lnTo>
                  <a:lnTo>
                    <a:pt x="1515" y="21"/>
                  </a:lnTo>
                  <a:lnTo>
                    <a:pt x="1507" y="16"/>
                  </a:lnTo>
                  <a:lnTo>
                    <a:pt x="1498" y="16"/>
                  </a:lnTo>
                  <a:lnTo>
                    <a:pt x="1489" y="16"/>
                  </a:lnTo>
                  <a:lnTo>
                    <a:pt x="1483" y="23"/>
                  </a:lnTo>
                  <a:lnTo>
                    <a:pt x="1475" y="28"/>
                  </a:lnTo>
                  <a:lnTo>
                    <a:pt x="1466" y="31"/>
                  </a:lnTo>
                  <a:lnTo>
                    <a:pt x="1457" y="38"/>
                  </a:lnTo>
                  <a:lnTo>
                    <a:pt x="1449" y="41"/>
                  </a:lnTo>
                  <a:lnTo>
                    <a:pt x="1440" y="43"/>
                  </a:lnTo>
                  <a:lnTo>
                    <a:pt x="1431" y="46"/>
                  </a:lnTo>
                  <a:lnTo>
                    <a:pt x="1422" y="46"/>
                  </a:lnTo>
                  <a:lnTo>
                    <a:pt x="1414" y="43"/>
                  </a:lnTo>
                  <a:lnTo>
                    <a:pt x="1405" y="38"/>
                  </a:lnTo>
                  <a:lnTo>
                    <a:pt x="1396" y="36"/>
                  </a:lnTo>
                  <a:lnTo>
                    <a:pt x="1388" y="36"/>
                  </a:lnTo>
                  <a:lnTo>
                    <a:pt x="1379" y="33"/>
                  </a:lnTo>
                  <a:lnTo>
                    <a:pt x="1370" y="31"/>
                  </a:lnTo>
                  <a:lnTo>
                    <a:pt x="1362" y="26"/>
                  </a:lnTo>
                  <a:lnTo>
                    <a:pt x="1353" y="26"/>
                  </a:lnTo>
                  <a:lnTo>
                    <a:pt x="1344" y="21"/>
                  </a:lnTo>
                  <a:lnTo>
                    <a:pt x="1335" y="19"/>
                  </a:lnTo>
                  <a:lnTo>
                    <a:pt x="1327" y="19"/>
                  </a:lnTo>
                  <a:lnTo>
                    <a:pt x="1318" y="16"/>
                  </a:lnTo>
                  <a:lnTo>
                    <a:pt x="1309" y="16"/>
                  </a:lnTo>
                  <a:lnTo>
                    <a:pt x="1298" y="14"/>
                  </a:lnTo>
                  <a:lnTo>
                    <a:pt x="1289" y="11"/>
                  </a:lnTo>
                  <a:lnTo>
                    <a:pt x="1280" y="11"/>
                  </a:lnTo>
                  <a:lnTo>
                    <a:pt x="1272" y="11"/>
                  </a:lnTo>
                  <a:lnTo>
                    <a:pt x="1263" y="11"/>
                  </a:lnTo>
                  <a:lnTo>
                    <a:pt x="1254" y="11"/>
                  </a:lnTo>
                  <a:lnTo>
                    <a:pt x="1246" y="14"/>
                  </a:lnTo>
                  <a:lnTo>
                    <a:pt x="1237" y="19"/>
                  </a:lnTo>
                  <a:lnTo>
                    <a:pt x="1228" y="26"/>
                  </a:lnTo>
                  <a:lnTo>
                    <a:pt x="1219" y="31"/>
                  </a:lnTo>
                  <a:lnTo>
                    <a:pt x="1211" y="36"/>
                  </a:lnTo>
                  <a:lnTo>
                    <a:pt x="1202" y="41"/>
                  </a:lnTo>
                  <a:lnTo>
                    <a:pt x="1193" y="43"/>
                  </a:lnTo>
                  <a:lnTo>
                    <a:pt x="1185" y="43"/>
                  </a:lnTo>
                  <a:lnTo>
                    <a:pt x="1176" y="43"/>
                  </a:lnTo>
                  <a:lnTo>
                    <a:pt x="1167" y="46"/>
                  </a:lnTo>
                  <a:lnTo>
                    <a:pt x="1156" y="46"/>
                  </a:lnTo>
                  <a:lnTo>
                    <a:pt x="1147" y="48"/>
                  </a:lnTo>
                  <a:lnTo>
                    <a:pt x="1135" y="51"/>
                  </a:lnTo>
                  <a:lnTo>
                    <a:pt x="1127" y="53"/>
                  </a:lnTo>
                  <a:lnTo>
                    <a:pt x="1118" y="53"/>
                  </a:lnTo>
                  <a:lnTo>
                    <a:pt x="1109" y="56"/>
                  </a:lnTo>
                  <a:lnTo>
                    <a:pt x="1101" y="56"/>
                  </a:lnTo>
                  <a:lnTo>
                    <a:pt x="1092" y="56"/>
                  </a:lnTo>
                  <a:lnTo>
                    <a:pt x="1083" y="56"/>
                  </a:lnTo>
                  <a:lnTo>
                    <a:pt x="1074" y="56"/>
                  </a:lnTo>
                  <a:lnTo>
                    <a:pt x="1066" y="53"/>
                  </a:lnTo>
                  <a:lnTo>
                    <a:pt x="1060" y="46"/>
                  </a:lnTo>
                  <a:lnTo>
                    <a:pt x="1048" y="38"/>
                  </a:lnTo>
                  <a:lnTo>
                    <a:pt x="1040" y="36"/>
                  </a:lnTo>
                  <a:lnTo>
                    <a:pt x="1028" y="31"/>
                  </a:lnTo>
                  <a:lnTo>
                    <a:pt x="1019" y="26"/>
                  </a:lnTo>
                  <a:lnTo>
                    <a:pt x="1008" y="26"/>
                  </a:lnTo>
                  <a:lnTo>
                    <a:pt x="999" y="23"/>
                  </a:lnTo>
                  <a:lnTo>
                    <a:pt x="990" y="19"/>
                  </a:lnTo>
                  <a:lnTo>
                    <a:pt x="982" y="19"/>
                  </a:lnTo>
                  <a:lnTo>
                    <a:pt x="973" y="16"/>
                  </a:lnTo>
                  <a:lnTo>
                    <a:pt x="961" y="21"/>
                  </a:lnTo>
                  <a:lnTo>
                    <a:pt x="953" y="26"/>
                  </a:lnTo>
                  <a:lnTo>
                    <a:pt x="944" y="31"/>
                  </a:lnTo>
                  <a:lnTo>
                    <a:pt x="935" y="33"/>
                  </a:lnTo>
                  <a:lnTo>
                    <a:pt x="927" y="36"/>
                  </a:lnTo>
                  <a:lnTo>
                    <a:pt x="915" y="41"/>
                  </a:lnTo>
                  <a:lnTo>
                    <a:pt x="906" y="43"/>
                  </a:lnTo>
                  <a:lnTo>
                    <a:pt x="898" y="48"/>
                  </a:lnTo>
                  <a:lnTo>
                    <a:pt x="889" y="48"/>
                  </a:lnTo>
                  <a:lnTo>
                    <a:pt x="880" y="48"/>
                  </a:lnTo>
                  <a:lnTo>
                    <a:pt x="869" y="46"/>
                  </a:lnTo>
                  <a:lnTo>
                    <a:pt x="863" y="38"/>
                  </a:lnTo>
                  <a:lnTo>
                    <a:pt x="854" y="33"/>
                  </a:lnTo>
                  <a:lnTo>
                    <a:pt x="845" y="28"/>
                  </a:lnTo>
                  <a:lnTo>
                    <a:pt x="837" y="21"/>
                  </a:lnTo>
                  <a:lnTo>
                    <a:pt x="828" y="16"/>
                  </a:lnTo>
                  <a:lnTo>
                    <a:pt x="819" y="11"/>
                  </a:lnTo>
                  <a:lnTo>
                    <a:pt x="811" y="9"/>
                  </a:lnTo>
                  <a:lnTo>
                    <a:pt x="802" y="9"/>
                  </a:lnTo>
                  <a:lnTo>
                    <a:pt x="793" y="9"/>
                  </a:lnTo>
                  <a:lnTo>
                    <a:pt x="784" y="11"/>
                  </a:lnTo>
                  <a:lnTo>
                    <a:pt x="776" y="11"/>
                  </a:lnTo>
                  <a:lnTo>
                    <a:pt x="767" y="11"/>
                  </a:lnTo>
                  <a:lnTo>
                    <a:pt x="758" y="11"/>
                  </a:lnTo>
                  <a:lnTo>
                    <a:pt x="750" y="11"/>
                  </a:lnTo>
                  <a:lnTo>
                    <a:pt x="741" y="14"/>
                  </a:lnTo>
                  <a:lnTo>
                    <a:pt x="732" y="14"/>
                  </a:lnTo>
                  <a:lnTo>
                    <a:pt x="724" y="14"/>
                  </a:lnTo>
                  <a:lnTo>
                    <a:pt x="715" y="14"/>
                  </a:lnTo>
                  <a:lnTo>
                    <a:pt x="706" y="16"/>
                  </a:lnTo>
                  <a:lnTo>
                    <a:pt x="697" y="16"/>
                  </a:lnTo>
                  <a:lnTo>
                    <a:pt x="689" y="16"/>
                  </a:lnTo>
                  <a:lnTo>
                    <a:pt x="680" y="16"/>
                  </a:lnTo>
                  <a:lnTo>
                    <a:pt x="671" y="16"/>
                  </a:lnTo>
                  <a:lnTo>
                    <a:pt x="663" y="16"/>
                  </a:lnTo>
                  <a:lnTo>
                    <a:pt x="654" y="19"/>
                  </a:lnTo>
                  <a:lnTo>
                    <a:pt x="645" y="23"/>
                  </a:lnTo>
                  <a:lnTo>
                    <a:pt x="637" y="26"/>
                  </a:lnTo>
                  <a:lnTo>
                    <a:pt x="628" y="31"/>
                  </a:lnTo>
                  <a:lnTo>
                    <a:pt x="619" y="33"/>
                  </a:lnTo>
                  <a:lnTo>
                    <a:pt x="610" y="41"/>
                  </a:lnTo>
                  <a:lnTo>
                    <a:pt x="602" y="43"/>
                  </a:lnTo>
                  <a:lnTo>
                    <a:pt x="593" y="46"/>
                  </a:lnTo>
                  <a:lnTo>
                    <a:pt x="581" y="48"/>
                  </a:lnTo>
                  <a:lnTo>
                    <a:pt x="573" y="51"/>
                  </a:lnTo>
                  <a:lnTo>
                    <a:pt x="564" y="53"/>
                  </a:lnTo>
                  <a:lnTo>
                    <a:pt x="555" y="53"/>
                  </a:lnTo>
                  <a:lnTo>
                    <a:pt x="547" y="53"/>
                  </a:lnTo>
                  <a:lnTo>
                    <a:pt x="538" y="48"/>
                  </a:lnTo>
                  <a:lnTo>
                    <a:pt x="529" y="43"/>
                  </a:lnTo>
                  <a:lnTo>
                    <a:pt x="521" y="41"/>
                  </a:lnTo>
                  <a:lnTo>
                    <a:pt x="512" y="36"/>
                  </a:lnTo>
                  <a:lnTo>
                    <a:pt x="500" y="36"/>
                  </a:lnTo>
                  <a:lnTo>
                    <a:pt x="489" y="33"/>
                  </a:lnTo>
                  <a:lnTo>
                    <a:pt x="486" y="26"/>
                  </a:lnTo>
                  <a:lnTo>
                    <a:pt x="477" y="23"/>
                  </a:lnTo>
                  <a:lnTo>
                    <a:pt x="468" y="23"/>
                  </a:lnTo>
                  <a:lnTo>
                    <a:pt x="457" y="23"/>
                  </a:lnTo>
                  <a:lnTo>
                    <a:pt x="448" y="23"/>
                  </a:lnTo>
                  <a:lnTo>
                    <a:pt x="439" y="23"/>
                  </a:lnTo>
                  <a:lnTo>
                    <a:pt x="439" y="31"/>
                  </a:lnTo>
                  <a:lnTo>
                    <a:pt x="439" y="38"/>
                  </a:lnTo>
                  <a:lnTo>
                    <a:pt x="448" y="43"/>
                  </a:lnTo>
                  <a:lnTo>
                    <a:pt x="454" y="51"/>
                  </a:lnTo>
                  <a:lnTo>
                    <a:pt x="463" y="58"/>
                  </a:lnTo>
                  <a:lnTo>
                    <a:pt x="468" y="66"/>
                  </a:lnTo>
                  <a:lnTo>
                    <a:pt x="474" y="73"/>
                  </a:lnTo>
                  <a:lnTo>
                    <a:pt x="480" y="81"/>
                  </a:lnTo>
                  <a:lnTo>
                    <a:pt x="471" y="76"/>
                  </a:lnTo>
                  <a:lnTo>
                    <a:pt x="463" y="68"/>
                  </a:lnTo>
                  <a:lnTo>
                    <a:pt x="454" y="63"/>
                  </a:lnTo>
                  <a:lnTo>
                    <a:pt x="445" y="58"/>
                  </a:lnTo>
                  <a:lnTo>
                    <a:pt x="436" y="53"/>
                  </a:lnTo>
                  <a:lnTo>
                    <a:pt x="428" y="46"/>
                  </a:lnTo>
                  <a:lnTo>
                    <a:pt x="419" y="38"/>
                  </a:lnTo>
                  <a:lnTo>
                    <a:pt x="410" y="33"/>
                  </a:lnTo>
                  <a:lnTo>
                    <a:pt x="402" y="31"/>
                  </a:lnTo>
                  <a:lnTo>
                    <a:pt x="390" y="28"/>
                  </a:lnTo>
                  <a:lnTo>
                    <a:pt x="381" y="28"/>
                  </a:lnTo>
                  <a:lnTo>
                    <a:pt x="373" y="28"/>
                  </a:lnTo>
                  <a:lnTo>
                    <a:pt x="364" y="28"/>
                  </a:lnTo>
                  <a:lnTo>
                    <a:pt x="355" y="26"/>
                  </a:lnTo>
                  <a:lnTo>
                    <a:pt x="347" y="26"/>
                  </a:lnTo>
                  <a:lnTo>
                    <a:pt x="338" y="26"/>
                  </a:lnTo>
                  <a:lnTo>
                    <a:pt x="329" y="26"/>
                  </a:lnTo>
                  <a:lnTo>
                    <a:pt x="318" y="26"/>
                  </a:lnTo>
                  <a:lnTo>
                    <a:pt x="309" y="26"/>
                  </a:lnTo>
                  <a:lnTo>
                    <a:pt x="300" y="28"/>
                  </a:lnTo>
                  <a:lnTo>
                    <a:pt x="291" y="28"/>
                  </a:lnTo>
                  <a:lnTo>
                    <a:pt x="280" y="28"/>
                  </a:lnTo>
                  <a:lnTo>
                    <a:pt x="268" y="28"/>
                  </a:lnTo>
                  <a:lnTo>
                    <a:pt x="260" y="28"/>
                  </a:lnTo>
                  <a:lnTo>
                    <a:pt x="251" y="28"/>
                  </a:lnTo>
                  <a:lnTo>
                    <a:pt x="242" y="33"/>
                  </a:lnTo>
                  <a:lnTo>
                    <a:pt x="233" y="36"/>
                  </a:lnTo>
                  <a:lnTo>
                    <a:pt x="231" y="43"/>
                  </a:lnTo>
                  <a:lnTo>
                    <a:pt x="231" y="51"/>
                  </a:lnTo>
                  <a:lnTo>
                    <a:pt x="222" y="58"/>
                  </a:lnTo>
                  <a:lnTo>
                    <a:pt x="213" y="61"/>
                  </a:lnTo>
                  <a:lnTo>
                    <a:pt x="204" y="61"/>
                  </a:lnTo>
                  <a:lnTo>
                    <a:pt x="196" y="61"/>
                  </a:lnTo>
                  <a:lnTo>
                    <a:pt x="187" y="61"/>
                  </a:lnTo>
                  <a:lnTo>
                    <a:pt x="178" y="63"/>
                  </a:lnTo>
                  <a:lnTo>
                    <a:pt x="170" y="66"/>
                  </a:lnTo>
                  <a:lnTo>
                    <a:pt x="158" y="66"/>
                  </a:lnTo>
                  <a:lnTo>
                    <a:pt x="149" y="66"/>
                  </a:lnTo>
                  <a:lnTo>
                    <a:pt x="141" y="66"/>
                  </a:lnTo>
                  <a:lnTo>
                    <a:pt x="132" y="63"/>
                  </a:lnTo>
                  <a:lnTo>
                    <a:pt x="126" y="56"/>
                  </a:lnTo>
                  <a:lnTo>
                    <a:pt x="117" y="53"/>
                  </a:lnTo>
                  <a:lnTo>
                    <a:pt x="109" y="48"/>
                  </a:lnTo>
                  <a:lnTo>
                    <a:pt x="100" y="46"/>
                  </a:lnTo>
                  <a:lnTo>
                    <a:pt x="91" y="43"/>
                  </a:lnTo>
                  <a:lnTo>
                    <a:pt x="83" y="43"/>
                  </a:lnTo>
                  <a:lnTo>
                    <a:pt x="74" y="41"/>
                  </a:lnTo>
                  <a:lnTo>
                    <a:pt x="65" y="36"/>
                  </a:lnTo>
                  <a:lnTo>
                    <a:pt x="57" y="33"/>
                  </a:lnTo>
                  <a:lnTo>
                    <a:pt x="48" y="28"/>
                  </a:lnTo>
                  <a:lnTo>
                    <a:pt x="39" y="26"/>
                  </a:lnTo>
                  <a:lnTo>
                    <a:pt x="30" y="23"/>
                  </a:lnTo>
                  <a:lnTo>
                    <a:pt x="22" y="19"/>
                  </a:lnTo>
                  <a:lnTo>
                    <a:pt x="13" y="1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4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8" name="Freeform 14">
              <a:extLst>
                <a:ext uri="{FF2B5EF4-FFF2-40B4-BE49-F238E27FC236}">
                  <a16:creationId xmlns:a16="http://schemas.microsoft.com/office/drawing/2014/main" id="{9E29EFEB-7DF5-A9C8-CE83-DDA1421B4A36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" y="2258"/>
              <a:ext cx="2159" cy="119"/>
            </a:xfrm>
            <a:custGeom>
              <a:avLst/>
              <a:gdLst>
                <a:gd name="T0" fmla="*/ 0 w 2159"/>
                <a:gd name="T1" fmla="*/ 118 h 119"/>
                <a:gd name="T2" fmla="*/ 47 w 2159"/>
                <a:gd name="T3" fmla="*/ 81 h 119"/>
                <a:gd name="T4" fmla="*/ 90 w 2159"/>
                <a:gd name="T5" fmla="*/ 46 h 119"/>
                <a:gd name="T6" fmla="*/ 125 w 2159"/>
                <a:gd name="T7" fmla="*/ 34 h 119"/>
                <a:gd name="T8" fmla="*/ 160 w 2159"/>
                <a:gd name="T9" fmla="*/ 40 h 119"/>
                <a:gd name="T10" fmla="*/ 194 w 2159"/>
                <a:gd name="T11" fmla="*/ 64 h 119"/>
                <a:gd name="T12" fmla="*/ 229 w 2159"/>
                <a:gd name="T13" fmla="*/ 81 h 119"/>
                <a:gd name="T14" fmla="*/ 268 w 2159"/>
                <a:gd name="T15" fmla="*/ 46 h 119"/>
                <a:gd name="T16" fmla="*/ 303 w 2159"/>
                <a:gd name="T17" fmla="*/ 34 h 119"/>
                <a:gd name="T18" fmla="*/ 338 w 2159"/>
                <a:gd name="T19" fmla="*/ 58 h 119"/>
                <a:gd name="T20" fmla="*/ 373 w 2159"/>
                <a:gd name="T21" fmla="*/ 87 h 119"/>
                <a:gd name="T22" fmla="*/ 408 w 2159"/>
                <a:gd name="T23" fmla="*/ 58 h 119"/>
                <a:gd name="T24" fmla="*/ 447 w 2159"/>
                <a:gd name="T25" fmla="*/ 40 h 119"/>
                <a:gd name="T26" fmla="*/ 482 w 2159"/>
                <a:gd name="T27" fmla="*/ 34 h 119"/>
                <a:gd name="T28" fmla="*/ 520 w 2159"/>
                <a:gd name="T29" fmla="*/ 23 h 119"/>
                <a:gd name="T30" fmla="*/ 563 w 2159"/>
                <a:gd name="T31" fmla="*/ 34 h 119"/>
                <a:gd name="T32" fmla="*/ 594 w 2159"/>
                <a:gd name="T33" fmla="*/ 75 h 119"/>
                <a:gd name="T34" fmla="*/ 633 w 2159"/>
                <a:gd name="T35" fmla="*/ 58 h 119"/>
                <a:gd name="T36" fmla="*/ 676 w 2159"/>
                <a:gd name="T37" fmla="*/ 46 h 119"/>
                <a:gd name="T38" fmla="*/ 714 w 2159"/>
                <a:gd name="T39" fmla="*/ 29 h 119"/>
                <a:gd name="T40" fmla="*/ 749 w 2159"/>
                <a:gd name="T41" fmla="*/ 29 h 119"/>
                <a:gd name="T42" fmla="*/ 784 w 2159"/>
                <a:gd name="T43" fmla="*/ 64 h 119"/>
                <a:gd name="T44" fmla="*/ 819 w 2159"/>
                <a:gd name="T45" fmla="*/ 75 h 119"/>
                <a:gd name="T46" fmla="*/ 854 w 2159"/>
                <a:gd name="T47" fmla="*/ 64 h 119"/>
                <a:gd name="T48" fmla="*/ 893 w 2159"/>
                <a:gd name="T49" fmla="*/ 52 h 119"/>
                <a:gd name="T50" fmla="*/ 928 w 2159"/>
                <a:gd name="T51" fmla="*/ 52 h 119"/>
                <a:gd name="T52" fmla="*/ 966 w 2159"/>
                <a:gd name="T53" fmla="*/ 46 h 119"/>
                <a:gd name="T54" fmla="*/ 1001 w 2159"/>
                <a:gd name="T55" fmla="*/ 23 h 119"/>
                <a:gd name="T56" fmla="*/ 1044 w 2159"/>
                <a:gd name="T57" fmla="*/ 23 h 119"/>
                <a:gd name="T58" fmla="*/ 1079 w 2159"/>
                <a:gd name="T59" fmla="*/ 58 h 119"/>
                <a:gd name="T60" fmla="*/ 1114 w 2159"/>
                <a:gd name="T61" fmla="*/ 69 h 119"/>
                <a:gd name="T62" fmla="*/ 1153 w 2159"/>
                <a:gd name="T63" fmla="*/ 46 h 119"/>
                <a:gd name="T64" fmla="*/ 1195 w 2159"/>
                <a:gd name="T65" fmla="*/ 17 h 119"/>
                <a:gd name="T66" fmla="*/ 1234 w 2159"/>
                <a:gd name="T67" fmla="*/ 11 h 119"/>
                <a:gd name="T68" fmla="*/ 1265 w 2159"/>
                <a:gd name="T69" fmla="*/ 23 h 119"/>
                <a:gd name="T70" fmla="*/ 1300 w 2159"/>
                <a:gd name="T71" fmla="*/ 64 h 119"/>
                <a:gd name="T72" fmla="*/ 1335 w 2159"/>
                <a:gd name="T73" fmla="*/ 81 h 119"/>
                <a:gd name="T74" fmla="*/ 1370 w 2159"/>
                <a:gd name="T75" fmla="*/ 46 h 119"/>
                <a:gd name="T76" fmla="*/ 1409 w 2159"/>
                <a:gd name="T77" fmla="*/ 29 h 119"/>
                <a:gd name="T78" fmla="*/ 1444 w 2159"/>
                <a:gd name="T79" fmla="*/ 23 h 119"/>
                <a:gd name="T80" fmla="*/ 1482 w 2159"/>
                <a:gd name="T81" fmla="*/ 17 h 119"/>
                <a:gd name="T82" fmla="*/ 1529 w 2159"/>
                <a:gd name="T83" fmla="*/ 58 h 119"/>
                <a:gd name="T84" fmla="*/ 1564 w 2159"/>
                <a:gd name="T85" fmla="*/ 87 h 119"/>
                <a:gd name="T86" fmla="*/ 1603 w 2159"/>
                <a:gd name="T87" fmla="*/ 69 h 119"/>
                <a:gd name="T88" fmla="*/ 1638 w 2159"/>
                <a:gd name="T89" fmla="*/ 40 h 119"/>
                <a:gd name="T90" fmla="*/ 1676 w 2159"/>
                <a:gd name="T91" fmla="*/ 23 h 119"/>
                <a:gd name="T92" fmla="*/ 1711 w 2159"/>
                <a:gd name="T93" fmla="*/ 11 h 119"/>
                <a:gd name="T94" fmla="*/ 1754 w 2159"/>
                <a:gd name="T95" fmla="*/ 40 h 119"/>
                <a:gd name="T96" fmla="*/ 1789 w 2159"/>
                <a:gd name="T97" fmla="*/ 58 h 119"/>
                <a:gd name="T98" fmla="*/ 1824 w 2159"/>
                <a:gd name="T99" fmla="*/ 40 h 119"/>
                <a:gd name="T100" fmla="*/ 1859 w 2159"/>
                <a:gd name="T101" fmla="*/ 11 h 119"/>
                <a:gd name="T102" fmla="*/ 1898 w 2159"/>
                <a:gd name="T103" fmla="*/ 0 h 119"/>
                <a:gd name="T104" fmla="*/ 1940 w 2159"/>
                <a:gd name="T105" fmla="*/ 11 h 119"/>
                <a:gd name="T106" fmla="*/ 1975 w 2159"/>
                <a:gd name="T107" fmla="*/ 34 h 119"/>
                <a:gd name="T108" fmla="*/ 2014 w 2159"/>
                <a:gd name="T109" fmla="*/ 52 h 119"/>
                <a:gd name="T110" fmla="*/ 2045 w 2159"/>
                <a:gd name="T111" fmla="*/ 23 h 119"/>
                <a:gd name="T112" fmla="*/ 2084 w 2159"/>
                <a:gd name="T113" fmla="*/ 52 h 119"/>
                <a:gd name="T114" fmla="*/ 2115 w 2159"/>
                <a:gd name="T115" fmla="*/ 81 h 119"/>
                <a:gd name="T116" fmla="*/ 2150 w 2159"/>
                <a:gd name="T117" fmla="*/ 9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159" h="119">
                  <a:moveTo>
                    <a:pt x="0" y="113"/>
                  </a:moveTo>
                  <a:lnTo>
                    <a:pt x="0" y="104"/>
                  </a:lnTo>
                  <a:lnTo>
                    <a:pt x="0" y="118"/>
                  </a:lnTo>
                  <a:lnTo>
                    <a:pt x="24" y="69"/>
                  </a:lnTo>
                  <a:lnTo>
                    <a:pt x="35" y="69"/>
                  </a:lnTo>
                  <a:lnTo>
                    <a:pt x="47" y="81"/>
                  </a:lnTo>
                  <a:lnTo>
                    <a:pt x="63" y="69"/>
                  </a:lnTo>
                  <a:lnTo>
                    <a:pt x="78" y="52"/>
                  </a:lnTo>
                  <a:lnTo>
                    <a:pt x="90" y="46"/>
                  </a:lnTo>
                  <a:lnTo>
                    <a:pt x="101" y="46"/>
                  </a:lnTo>
                  <a:lnTo>
                    <a:pt x="113" y="40"/>
                  </a:lnTo>
                  <a:lnTo>
                    <a:pt x="125" y="34"/>
                  </a:lnTo>
                  <a:lnTo>
                    <a:pt x="136" y="34"/>
                  </a:lnTo>
                  <a:lnTo>
                    <a:pt x="148" y="40"/>
                  </a:lnTo>
                  <a:lnTo>
                    <a:pt x="160" y="40"/>
                  </a:lnTo>
                  <a:lnTo>
                    <a:pt x="171" y="46"/>
                  </a:lnTo>
                  <a:lnTo>
                    <a:pt x="183" y="58"/>
                  </a:lnTo>
                  <a:lnTo>
                    <a:pt x="194" y="64"/>
                  </a:lnTo>
                  <a:lnTo>
                    <a:pt x="206" y="69"/>
                  </a:lnTo>
                  <a:lnTo>
                    <a:pt x="218" y="75"/>
                  </a:lnTo>
                  <a:lnTo>
                    <a:pt x="229" y="81"/>
                  </a:lnTo>
                  <a:lnTo>
                    <a:pt x="245" y="75"/>
                  </a:lnTo>
                  <a:lnTo>
                    <a:pt x="260" y="64"/>
                  </a:lnTo>
                  <a:lnTo>
                    <a:pt x="268" y="46"/>
                  </a:lnTo>
                  <a:lnTo>
                    <a:pt x="280" y="46"/>
                  </a:lnTo>
                  <a:lnTo>
                    <a:pt x="291" y="40"/>
                  </a:lnTo>
                  <a:lnTo>
                    <a:pt x="303" y="34"/>
                  </a:lnTo>
                  <a:lnTo>
                    <a:pt x="315" y="29"/>
                  </a:lnTo>
                  <a:lnTo>
                    <a:pt x="326" y="46"/>
                  </a:lnTo>
                  <a:lnTo>
                    <a:pt x="338" y="58"/>
                  </a:lnTo>
                  <a:lnTo>
                    <a:pt x="350" y="75"/>
                  </a:lnTo>
                  <a:lnTo>
                    <a:pt x="361" y="87"/>
                  </a:lnTo>
                  <a:lnTo>
                    <a:pt x="373" y="87"/>
                  </a:lnTo>
                  <a:lnTo>
                    <a:pt x="385" y="75"/>
                  </a:lnTo>
                  <a:lnTo>
                    <a:pt x="396" y="69"/>
                  </a:lnTo>
                  <a:lnTo>
                    <a:pt x="408" y="58"/>
                  </a:lnTo>
                  <a:lnTo>
                    <a:pt x="419" y="52"/>
                  </a:lnTo>
                  <a:lnTo>
                    <a:pt x="431" y="46"/>
                  </a:lnTo>
                  <a:lnTo>
                    <a:pt x="447" y="40"/>
                  </a:lnTo>
                  <a:lnTo>
                    <a:pt x="458" y="40"/>
                  </a:lnTo>
                  <a:lnTo>
                    <a:pt x="470" y="34"/>
                  </a:lnTo>
                  <a:lnTo>
                    <a:pt x="482" y="34"/>
                  </a:lnTo>
                  <a:lnTo>
                    <a:pt x="493" y="34"/>
                  </a:lnTo>
                  <a:lnTo>
                    <a:pt x="505" y="29"/>
                  </a:lnTo>
                  <a:lnTo>
                    <a:pt x="520" y="23"/>
                  </a:lnTo>
                  <a:lnTo>
                    <a:pt x="536" y="23"/>
                  </a:lnTo>
                  <a:lnTo>
                    <a:pt x="551" y="17"/>
                  </a:lnTo>
                  <a:lnTo>
                    <a:pt x="563" y="34"/>
                  </a:lnTo>
                  <a:lnTo>
                    <a:pt x="571" y="52"/>
                  </a:lnTo>
                  <a:lnTo>
                    <a:pt x="579" y="69"/>
                  </a:lnTo>
                  <a:lnTo>
                    <a:pt x="594" y="75"/>
                  </a:lnTo>
                  <a:lnTo>
                    <a:pt x="606" y="69"/>
                  </a:lnTo>
                  <a:lnTo>
                    <a:pt x="621" y="64"/>
                  </a:lnTo>
                  <a:lnTo>
                    <a:pt x="633" y="58"/>
                  </a:lnTo>
                  <a:lnTo>
                    <a:pt x="648" y="52"/>
                  </a:lnTo>
                  <a:lnTo>
                    <a:pt x="664" y="52"/>
                  </a:lnTo>
                  <a:lnTo>
                    <a:pt x="676" y="46"/>
                  </a:lnTo>
                  <a:lnTo>
                    <a:pt x="687" y="40"/>
                  </a:lnTo>
                  <a:lnTo>
                    <a:pt x="703" y="34"/>
                  </a:lnTo>
                  <a:lnTo>
                    <a:pt x="714" y="29"/>
                  </a:lnTo>
                  <a:lnTo>
                    <a:pt x="726" y="23"/>
                  </a:lnTo>
                  <a:lnTo>
                    <a:pt x="738" y="17"/>
                  </a:lnTo>
                  <a:lnTo>
                    <a:pt x="749" y="29"/>
                  </a:lnTo>
                  <a:lnTo>
                    <a:pt x="761" y="40"/>
                  </a:lnTo>
                  <a:lnTo>
                    <a:pt x="773" y="52"/>
                  </a:lnTo>
                  <a:lnTo>
                    <a:pt x="784" y="64"/>
                  </a:lnTo>
                  <a:lnTo>
                    <a:pt x="796" y="75"/>
                  </a:lnTo>
                  <a:lnTo>
                    <a:pt x="807" y="75"/>
                  </a:lnTo>
                  <a:lnTo>
                    <a:pt x="819" y="75"/>
                  </a:lnTo>
                  <a:lnTo>
                    <a:pt x="831" y="69"/>
                  </a:lnTo>
                  <a:lnTo>
                    <a:pt x="842" y="64"/>
                  </a:lnTo>
                  <a:lnTo>
                    <a:pt x="854" y="64"/>
                  </a:lnTo>
                  <a:lnTo>
                    <a:pt x="866" y="58"/>
                  </a:lnTo>
                  <a:lnTo>
                    <a:pt x="881" y="58"/>
                  </a:lnTo>
                  <a:lnTo>
                    <a:pt x="893" y="52"/>
                  </a:lnTo>
                  <a:lnTo>
                    <a:pt x="904" y="52"/>
                  </a:lnTo>
                  <a:lnTo>
                    <a:pt x="916" y="52"/>
                  </a:lnTo>
                  <a:lnTo>
                    <a:pt x="928" y="52"/>
                  </a:lnTo>
                  <a:lnTo>
                    <a:pt x="939" y="52"/>
                  </a:lnTo>
                  <a:lnTo>
                    <a:pt x="951" y="52"/>
                  </a:lnTo>
                  <a:lnTo>
                    <a:pt x="966" y="46"/>
                  </a:lnTo>
                  <a:lnTo>
                    <a:pt x="978" y="40"/>
                  </a:lnTo>
                  <a:lnTo>
                    <a:pt x="990" y="29"/>
                  </a:lnTo>
                  <a:lnTo>
                    <a:pt x="1001" y="23"/>
                  </a:lnTo>
                  <a:lnTo>
                    <a:pt x="1013" y="17"/>
                  </a:lnTo>
                  <a:lnTo>
                    <a:pt x="1029" y="11"/>
                  </a:lnTo>
                  <a:lnTo>
                    <a:pt x="1044" y="23"/>
                  </a:lnTo>
                  <a:lnTo>
                    <a:pt x="1056" y="40"/>
                  </a:lnTo>
                  <a:lnTo>
                    <a:pt x="1067" y="52"/>
                  </a:lnTo>
                  <a:lnTo>
                    <a:pt x="1079" y="58"/>
                  </a:lnTo>
                  <a:lnTo>
                    <a:pt x="1091" y="69"/>
                  </a:lnTo>
                  <a:lnTo>
                    <a:pt x="1102" y="69"/>
                  </a:lnTo>
                  <a:lnTo>
                    <a:pt x="1114" y="69"/>
                  </a:lnTo>
                  <a:lnTo>
                    <a:pt x="1129" y="64"/>
                  </a:lnTo>
                  <a:lnTo>
                    <a:pt x="1141" y="58"/>
                  </a:lnTo>
                  <a:lnTo>
                    <a:pt x="1153" y="46"/>
                  </a:lnTo>
                  <a:lnTo>
                    <a:pt x="1168" y="34"/>
                  </a:lnTo>
                  <a:lnTo>
                    <a:pt x="1180" y="29"/>
                  </a:lnTo>
                  <a:lnTo>
                    <a:pt x="1195" y="17"/>
                  </a:lnTo>
                  <a:lnTo>
                    <a:pt x="1207" y="17"/>
                  </a:lnTo>
                  <a:lnTo>
                    <a:pt x="1219" y="17"/>
                  </a:lnTo>
                  <a:lnTo>
                    <a:pt x="1234" y="11"/>
                  </a:lnTo>
                  <a:lnTo>
                    <a:pt x="1246" y="5"/>
                  </a:lnTo>
                  <a:lnTo>
                    <a:pt x="1257" y="5"/>
                  </a:lnTo>
                  <a:lnTo>
                    <a:pt x="1265" y="23"/>
                  </a:lnTo>
                  <a:lnTo>
                    <a:pt x="1277" y="34"/>
                  </a:lnTo>
                  <a:lnTo>
                    <a:pt x="1288" y="46"/>
                  </a:lnTo>
                  <a:lnTo>
                    <a:pt x="1300" y="64"/>
                  </a:lnTo>
                  <a:lnTo>
                    <a:pt x="1312" y="75"/>
                  </a:lnTo>
                  <a:lnTo>
                    <a:pt x="1323" y="81"/>
                  </a:lnTo>
                  <a:lnTo>
                    <a:pt x="1335" y="81"/>
                  </a:lnTo>
                  <a:lnTo>
                    <a:pt x="1347" y="69"/>
                  </a:lnTo>
                  <a:lnTo>
                    <a:pt x="1358" y="58"/>
                  </a:lnTo>
                  <a:lnTo>
                    <a:pt x="1370" y="46"/>
                  </a:lnTo>
                  <a:lnTo>
                    <a:pt x="1382" y="40"/>
                  </a:lnTo>
                  <a:lnTo>
                    <a:pt x="1393" y="34"/>
                  </a:lnTo>
                  <a:lnTo>
                    <a:pt x="1409" y="29"/>
                  </a:lnTo>
                  <a:lnTo>
                    <a:pt x="1420" y="29"/>
                  </a:lnTo>
                  <a:lnTo>
                    <a:pt x="1432" y="29"/>
                  </a:lnTo>
                  <a:lnTo>
                    <a:pt x="1444" y="23"/>
                  </a:lnTo>
                  <a:lnTo>
                    <a:pt x="1455" y="23"/>
                  </a:lnTo>
                  <a:lnTo>
                    <a:pt x="1467" y="11"/>
                  </a:lnTo>
                  <a:lnTo>
                    <a:pt x="1482" y="17"/>
                  </a:lnTo>
                  <a:lnTo>
                    <a:pt x="1502" y="34"/>
                  </a:lnTo>
                  <a:lnTo>
                    <a:pt x="1513" y="40"/>
                  </a:lnTo>
                  <a:lnTo>
                    <a:pt x="1529" y="58"/>
                  </a:lnTo>
                  <a:lnTo>
                    <a:pt x="1541" y="64"/>
                  </a:lnTo>
                  <a:lnTo>
                    <a:pt x="1552" y="75"/>
                  </a:lnTo>
                  <a:lnTo>
                    <a:pt x="1564" y="87"/>
                  </a:lnTo>
                  <a:lnTo>
                    <a:pt x="1576" y="87"/>
                  </a:lnTo>
                  <a:lnTo>
                    <a:pt x="1587" y="81"/>
                  </a:lnTo>
                  <a:lnTo>
                    <a:pt x="1603" y="69"/>
                  </a:lnTo>
                  <a:lnTo>
                    <a:pt x="1614" y="52"/>
                  </a:lnTo>
                  <a:lnTo>
                    <a:pt x="1626" y="46"/>
                  </a:lnTo>
                  <a:lnTo>
                    <a:pt x="1638" y="40"/>
                  </a:lnTo>
                  <a:lnTo>
                    <a:pt x="1649" y="34"/>
                  </a:lnTo>
                  <a:lnTo>
                    <a:pt x="1665" y="29"/>
                  </a:lnTo>
                  <a:lnTo>
                    <a:pt x="1676" y="23"/>
                  </a:lnTo>
                  <a:lnTo>
                    <a:pt x="1688" y="17"/>
                  </a:lnTo>
                  <a:lnTo>
                    <a:pt x="1700" y="11"/>
                  </a:lnTo>
                  <a:lnTo>
                    <a:pt x="1711" y="11"/>
                  </a:lnTo>
                  <a:lnTo>
                    <a:pt x="1723" y="17"/>
                  </a:lnTo>
                  <a:lnTo>
                    <a:pt x="1742" y="29"/>
                  </a:lnTo>
                  <a:lnTo>
                    <a:pt x="1754" y="40"/>
                  </a:lnTo>
                  <a:lnTo>
                    <a:pt x="1766" y="46"/>
                  </a:lnTo>
                  <a:lnTo>
                    <a:pt x="1777" y="52"/>
                  </a:lnTo>
                  <a:lnTo>
                    <a:pt x="1789" y="58"/>
                  </a:lnTo>
                  <a:lnTo>
                    <a:pt x="1801" y="58"/>
                  </a:lnTo>
                  <a:lnTo>
                    <a:pt x="1812" y="46"/>
                  </a:lnTo>
                  <a:lnTo>
                    <a:pt x="1824" y="40"/>
                  </a:lnTo>
                  <a:lnTo>
                    <a:pt x="1835" y="29"/>
                  </a:lnTo>
                  <a:lnTo>
                    <a:pt x="1847" y="17"/>
                  </a:lnTo>
                  <a:lnTo>
                    <a:pt x="1859" y="11"/>
                  </a:lnTo>
                  <a:lnTo>
                    <a:pt x="1874" y="5"/>
                  </a:lnTo>
                  <a:lnTo>
                    <a:pt x="1886" y="0"/>
                  </a:lnTo>
                  <a:lnTo>
                    <a:pt x="1898" y="0"/>
                  </a:lnTo>
                  <a:lnTo>
                    <a:pt x="1913" y="0"/>
                  </a:lnTo>
                  <a:lnTo>
                    <a:pt x="1925" y="5"/>
                  </a:lnTo>
                  <a:lnTo>
                    <a:pt x="1940" y="11"/>
                  </a:lnTo>
                  <a:lnTo>
                    <a:pt x="1952" y="17"/>
                  </a:lnTo>
                  <a:lnTo>
                    <a:pt x="1964" y="29"/>
                  </a:lnTo>
                  <a:lnTo>
                    <a:pt x="1975" y="34"/>
                  </a:lnTo>
                  <a:lnTo>
                    <a:pt x="1991" y="40"/>
                  </a:lnTo>
                  <a:lnTo>
                    <a:pt x="2002" y="52"/>
                  </a:lnTo>
                  <a:lnTo>
                    <a:pt x="2014" y="52"/>
                  </a:lnTo>
                  <a:lnTo>
                    <a:pt x="2022" y="34"/>
                  </a:lnTo>
                  <a:lnTo>
                    <a:pt x="2033" y="23"/>
                  </a:lnTo>
                  <a:lnTo>
                    <a:pt x="2045" y="23"/>
                  </a:lnTo>
                  <a:lnTo>
                    <a:pt x="2057" y="29"/>
                  </a:lnTo>
                  <a:lnTo>
                    <a:pt x="2072" y="40"/>
                  </a:lnTo>
                  <a:lnTo>
                    <a:pt x="2084" y="52"/>
                  </a:lnTo>
                  <a:lnTo>
                    <a:pt x="2095" y="58"/>
                  </a:lnTo>
                  <a:lnTo>
                    <a:pt x="2103" y="75"/>
                  </a:lnTo>
                  <a:lnTo>
                    <a:pt x="2115" y="81"/>
                  </a:lnTo>
                  <a:lnTo>
                    <a:pt x="2126" y="87"/>
                  </a:lnTo>
                  <a:lnTo>
                    <a:pt x="2138" y="99"/>
                  </a:lnTo>
                  <a:lnTo>
                    <a:pt x="2150" y="99"/>
                  </a:lnTo>
                  <a:lnTo>
                    <a:pt x="2158" y="110"/>
                  </a:lnTo>
                  <a:lnTo>
                    <a:pt x="2153" y="107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60" name="Oval 16">
            <a:extLst>
              <a:ext uri="{FF2B5EF4-FFF2-40B4-BE49-F238E27FC236}">
                <a16:creationId xmlns:a16="http://schemas.microsoft.com/office/drawing/2014/main" id="{D9F19C35-4215-2F1B-E27A-5E4B5E2F32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" y="2751138"/>
            <a:ext cx="520700" cy="877887"/>
          </a:xfrm>
          <a:prstGeom prst="ellips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61" name="Line 17">
            <a:extLst>
              <a:ext uri="{FF2B5EF4-FFF2-40B4-BE49-F238E27FC236}">
                <a16:creationId xmlns:a16="http://schemas.microsoft.com/office/drawing/2014/main" id="{F42F3411-53D5-7CF8-5C6A-E0FD246739C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7688" y="3429000"/>
            <a:ext cx="38100" cy="8572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2" name="Line 18">
            <a:extLst>
              <a:ext uri="{FF2B5EF4-FFF2-40B4-BE49-F238E27FC236}">
                <a16:creationId xmlns:a16="http://schemas.microsoft.com/office/drawing/2014/main" id="{3294E51A-2E30-3205-805B-D7ED8CEAB72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61925" y="2824163"/>
            <a:ext cx="47625" cy="76200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3" name="Arc 19">
            <a:extLst>
              <a:ext uri="{FF2B5EF4-FFF2-40B4-BE49-F238E27FC236}">
                <a16:creationId xmlns:a16="http://schemas.microsoft.com/office/drawing/2014/main" id="{D3F59F87-017E-619D-39BF-8F54ECC1BB22}"/>
              </a:ext>
            </a:extLst>
          </p:cNvPr>
          <p:cNvSpPr>
            <a:spLocks/>
          </p:cNvSpPr>
          <p:nvPr/>
        </p:nvSpPr>
        <p:spPr bwMode="auto">
          <a:xfrm>
            <a:off x="95250" y="555625"/>
            <a:ext cx="666750" cy="10731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1600 w 21600"/>
              <a:gd name="T1" fmla="*/ 43200 h 43200"/>
              <a:gd name="T2" fmla="*/ 21549 w 21600"/>
              <a:gd name="T3" fmla="*/ 0 h 43200"/>
              <a:gd name="T4" fmla="*/ 21600 w 216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43200" fill="none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</a:path>
              <a:path w="21600" h="43200" stroke="0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17961" dir="2700000" algn="ctr" rotWithShape="0">
              <a:schemeClr val="accent1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4" name="Rectangle 20">
            <a:extLst>
              <a:ext uri="{FF2B5EF4-FFF2-40B4-BE49-F238E27FC236}">
                <a16:creationId xmlns:a16="http://schemas.microsoft.com/office/drawing/2014/main" id="{CB7CA4D3-8481-A4CF-FAB8-4663ED95B4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749300"/>
            <a:ext cx="233362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  Surname             Init</a:t>
            </a:r>
            <a:r>
              <a:rPr lang="en-US" altLang="en-US" sz="800">
                <a:solidFill>
                  <a:schemeClr val="tx1"/>
                </a:solidFill>
              </a:rPr>
              <a:t>       YOB     MOB DOB</a:t>
            </a:r>
          </a:p>
        </p:txBody>
      </p:sp>
      <p:sp>
        <p:nvSpPr>
          <p:cNvPr id="6165" name="Line 21">
            <a:extLst>
              <a:ext uri="{FF2B5EF4-FFF2-40B4-BE49-F238E27FC236}">
                <a16:creationId xmlns:a16="http://schemas.microsoft.com/office/drawing/2014/main" id="{27B67579-5BC4-A958-EF60-72AE0225F99F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80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66" name="Line 22">
            <a:extLst>
              <a:ext uri="{FF2B5EF4-FFF2-40B4-BE49-F238E27FC236}">
                <a16:creationId xmlns:a16="http://schemas.microsoft.com/office/drawing/2014/main" id="{C445B4FD-EBF8-FD11-E1CB-5161DBA48D2B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72" name="Group 4">
            <a:extLst>
              <a:ext uri="{FF2B5EF4-FFF2-40B4-BE49-F238E27FC236}">
                <a16:creationId xmlns:a16="http://schemas.microsoft.com/office/drawing/2014/main" id="{4D2A67A8-5C4D-32AC-71A2-E57F8E4843EB}"/>
              </a:ext>
            </a:extLst>
          </p:cNvPr>
          <p:cNvGrpSpPr>
            <a:grpSpLocks/>
          </p:cNvGrpSpPr>
          <p:nvPr/>
        </p:nvGrpSpPr>
        <p:grpSpPr bwMode="auto">
          <a:xfrm>
            <a:off x="692150" y="960438"/>
            <a:ext cx="3473450" cy="1589087"/>
            <a:chOff x="436" y="605"/>
            <a:chExt cx="2188" cy="1001"/>
          </a:xfrm>
        </p:grpSpPr>
        <p:sp>
          <p:nvSpPr>
            <p:cNvPr id="7170" name="Rectangle 2">
              <a:extLst>
                <a:ext uri="{FF2B5EF4-FFF2-40B4-BE49-F238E27FC236}">
                  <a16:creationId xmlns:a16="http://schemas.microsoft.com/office/drawing/2014/main" id="{9ED81210-9D3B-1CFD-697E-B7BAF7330D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802"/>
              <a:ext cx="2188" cy="80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2075" tIns="46038" rIns="92075" bIns="46038">
              <a:spAutoFit/>
            </a:bodyPr>
            <a:lstStyle/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9834567Curtain FB19801009LM51M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9583715Healy   TC19760304LM68F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rgbClr val="CC0000"/>
                  </a:solidFill>
                  <a:latin typeface="Courier New" panose="02070309020205020404" pitchFamily="49" charset="0"/>
                </a:rPr>
                <a:t>9734567Downes  BC19791205LM51M</a:t>
              </a:r>
              <a:endPara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9963413O’Brien MS19811221LM21F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^Z (eof)</a:t>
              </a:r>
            </a:p>
          </p:txBody>
        </p:sp>
        <p:sp>
          <p:nvSpPr>
            <p:cNvPr id="7171" name="Rectangle 3">
              <a:extLst>
                <a:ext uri="{FF2B5EF4-FFF2-40B4-BE49-F238E27FC236}">
                  <a16:creationId xmlns:a16="http://schemas.microsoft.com/office/drawing/2014/main" id="{C0899D2B-84F1-2AD4-C8F9-E03CD4638A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2" y="605"/>
              <a:ext cx="90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Students.Dat</a:t>
              </a:r>
            </a:p>
          </p:txBody>
        </p:sp>
      </p:grpSp>
      <p:sp>
        <p:nvSpPr>
          <p:cNvPr id="7173" name="Rectangle 5">
            <a:extLst>
              <a:ext uri="{FF2B5EF4-FFF2-40B4-BE49-F238E27FC236}">
                <a16:creationId xmlns:a16="http://schemas.microsoft.com/office/drawing/2014/main" id="{F8CE6A3F-7ACA-3236-DD53-BE304B1E4E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441325"/>
            <a:ext cx="3849687" cy="279400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9734567 Downes  BC 19791205 LM51 M</a:t>
            </a:r>
          </a:p>
        </p:txBody>
      </p:sp>
      <p:sp>
        <p:nvSpPr>
          <p:cNvPr id="7174" name="Rectangle 6">
            <a:extLst>
              <a:ext uri="{FF2B5EF4-FFF2-40B4-BE49-F238E27FC236}">
                <a16:creationId xmlns:a16="http://schemas.microsoft.com/office/drawing/2014/main" id="{CDFA7352-0FD8-1541-18EC-84CBE8C3A2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988" y="82550"/>
            <a:ext cx="39465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</a:rPr>
              <a:t>StudentRec</a:t>
            </a:r>
          </a:p>
          <a:p>
            <a:r>
              <a:rPr lang="en-US" altLang="en-US" sz="1000" b="1">
                <a:solidFill>
                  <a:schemeClr val="tx1"/>
                </a:solidFill>
              </a:rPr>
              <a:t>StudentId           StudentName             DateOfBirth         Course</a:t>
            </a:r>
            <a:r>
              <a:rPr lang="en-US" altLang="en-US" sz="1200" b="1">
                <a:solidFill>
                  <a:schemeClr val="tx1"/>
                </a:solidFill>
              </a:rPr>
              <a:t> </a:t>
            </a:r>
            <a:r>
              <a:rPr lang="en-US" altLang="en-US" sz="1000" b="1">
                <a:solidFill>
                  <a:schemeClr val="tx1"/>
                </a:solidFill>
              </a:rPr>
              <a:t>  Gender</a:t>
            </a:r>
            <a:r>
              <a:rPr lang="en-US" altLang="en-US" sz="1000">
                <a:solidFill>
                  <a:srgbClr val="FF3300"/>
                </a:solidFill>
              </a:rPr>
              <a:t> </a:t>
            </a:r>
          </a:p>
        </p:txBody>
      </p:sp>
      <p:sp>
        <p:nvSpPr>
          <p:cNvPr id="7175" name="Line 7">
            <a:extLst>
              <a:ext uri="{FF2B5EF4-FFF2-40B4-BE49-F238E27FC236}">
                <a16:creationId xmlns:a16="http://schemas.microsoft.com/office/drawing/2014/main" id="{5D84E958-4B7A-B265-5C9A-C98F8B5C55B6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036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6" name="Line 8">
            <a:extLst>
              <a:ext uri="{FF2B5EF4-FFF2-40B4-BE49-F238E27FC236}">
                <a16:creationId xmlns:a16="http://schemas.microsoft.com/office/drawing/2014/main" id="{8717C8C1-236F-21C4-A102-20A34409CD4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241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7" name="Line 9">
            <a:extLst>
              <a:ext uri="{FF2B5EF4-FFF2-40B4-BE49-F238E27FC236}">
                <a16:creationId xmlns:a16="http://schemas.microsoft.com/office/drawing/2014/main" id="{E7A39989-7EA4-FA1A-A410-8327E4247486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332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8" name="Line 10">
            <a:extLst>
              <a:ext uri="{FF2B5EF4-FFF2-40B4-BE49-F238E27FC236}">
                <a16:creationId xmlns:a16="http://schemas.microsoft.com/office/drawing/2014/main" id="{0449261A-7561-334D-22C6-9905E8E721F9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767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79" name="Line 11">
            <a:extLst>
              <a:ext uri="{FF2B5EF4-FFF2-40B4-BE49-F238E27FC236}">
                <a16:creationId xmlns:a16="http://schemas.microsoft.com/office/drawing/2014/main" id="{A9AB862F-2212-4CA8-23BE-A2096BFD2188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5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7183" name="Group 15">
            <a:extLst>
              <a:ext uri="{FF2B5EF4-FFF2-40B4-BE49-F238E27FC236}">
                <a16:creationId xmlns:a16="http://schemas.microsoft.com/office/drawing/2014/main" id="{AE048CAC-CF27-3BB4-4E2A-714BE854CBB2}"/>
              </a:ext>
            </a:extLst>
          </p:cNvPr>
          <p:cNvGrpSpPr>
            <a:grpSpLocks/>
          </p:cNvGrpSpPr>
          <p:nvPr/>
        </p:nvGrpSpPr>
        <p:grpSpPr bwMode="auto">
          <a:xfrm>
            <a:off x="687388" y="2647950"/>
            <a:ext cx="3429000" cy="1125538"/>
            <a:chOff x="433" y="1668"/>
            <a:chExt cx="2160" cy="709"/>
          </a:xfrm>
        </p:grpSpPr>
        <p:sp>
          <p:nvSpPr>
            <p:cNvPr id="7180" name="Rectangle 12">
              <a:extLst>
                <a:ext uri="{FF2B5EF4-FFF2-40B4-BE49-F238E27FC236}">
                  <a16:creationId xmlns:a16="http://schemas.microsoft.com/office/drawing/2014/main" id="{7CD973C9-B8AE-3191-E2B4-B960225842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1673"/>
              <a:ext cx="2141" cy="680"/>
            </a:xfrm>
            <a:prstGeom prst="rect">
              <a:avLst/>
            </a:prstGeom>
            <a:solidFill>
              <a:srgbClr val="EEFFEE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/>
            <a:lstStyle/>
            <a:p>
              <a:pPr>
                <a:lnSpc>
                  <a:spcPct val="80000"/>
                </a:lnSpc>
              </a:pP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PERFORM UNTIL EndOfFile</a:t>
              </a: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READ StudentFile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  AT END SET EndOfFile TO TRUE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END-READ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END-PERFORM</a:t>
              </a:r>
            </a:p>
          </p:txBody>
        </p:sp>
        <p:sp>
          <p:nvSpPr>
            <p:cNvPr id="7181" name="Freeform 13">
              <a:extLst>
                <a:ext uri="{FF2B5EF4-FFF2-40B4-BE49-F238E27FC236}">
                  <a16:creationId xmlns:a16="http://schemas.microsoft.com/office/drawing/2014/main" id="{2B584173-5020-E374-E7CA-BEB7C82017B6}"/>
                </a:ext>
              </a:extLst>
            </p:cNvPr>
            <p:cNvSpPr>
              <a:spLocks/>
            </p:cNvSpPr>
            <p:nvPr/>
          </p:nvSpPr>
          <p:spPr bwMode="auto">
            <a:xfrm>
              <a:off x="433" y="1668"/>
              <a:ext cx="2149" cy="82"/>
            </a:xfrm>
            <a:custGeom>
              <a:avLst/>
              <a:gdLst>
                <a:gd name="T0" fmla="*/ 2142 w 2149"/>
                <a:gd name="T1" fmla="*/ 4 h 82"/>
                <a:gd name="T2" fmla="*/ 2087 w 2149"/>
                <a:gd name="T3" fmla="*/ 28 h 82"/>
                <a:gd name="T4" fmla="*/ 2043 w 2149"/>
                <a:gd name="T5" fmla="*/ 28 h 82"/>
                <a:gd name="T6" fmla="*/ 2005 w 2149"/>
                <a:gd name="T7" fmla="*/ 51 h 82"/>
                <a:gd name="T8" fmla="*/ 1959 w 2149"/>
                <a:gd name="T9" fmla="*/ 33 h 82"/>
                <a:gd name="T10" fmla="*/ 1913 w 2149"/>
                <a:gd name="T11" fmla="*/ 23 h 82"/>
                <a:gd name="T12" fmla="*/ 1869 w 2149"/>
                <a:gd name="T13" fmla="*/ 14 h 82"/>
                <a:gd name="T14" fmla="*/ 1826 w 2149"/>
                <a:gd name="T15" fmla="*/ 31 h 82"/>
                <a:gd name="T16" fmla="*/ 1788 w 2149"/>
                <a:gd name="T17" fmla="*/ 46 h 82"/>
                <a:gd name="T18" fmla="*/ 1744 w 2149"/>
                <a:gd name="T19" fmla="*/ 61 h 82"/>
                <a:gd name="T20" fmla="*/ 1698 w 2149"/>
                <a:gd name="T21" fmla="*/ 48 h 82"/>
                <a:gd name="T22" fmla="*/ 1654 w 2149"/>
                <a:gd name="T23" fmla="*/ 36 h 82"/>
                <a:gd name="T24" fmla="*/ 1605 w 2149"/>
                <a:gd name="T25" fmla="*/ 28 h 82"/>
                <a:gd name="T26" fmla="*/ 1562 w 2149"/>
                <a:gd name="T27" fmla="*/ 23 h 82"/>
                <a:gd name="T28" fmla="*/ 1515 w 2149"/>
                <a:gd name="T29" fmla="*/ 21 h 82"/>
                <a:gd name="T30" fmla="*/ 1475 w 2149"/>
                <a:gd name="T31" fmla="*/ 28 h 82"/>
                <a:gd name="T32" fmla="*/ 1431 w 2149"/>
                <a:gd name="T33" fmla="*/ 46 h 82"/>
                <a:gd name="T34" fmla="*/ 1388 w 2149"/>
                <a:gd name="T35" fmla="*/ 36 h 82"/>
                <a:gd name="T36" fmla="*/ 1344 w 2149"/>
                <a:gd name="T37" fmla="*/ 21 h 82"/>
                <a:gd name="T38" fmla="*/ 1298 w 2149"/>
                <a:gd name="T39" fmla="*/ 14 h 82"/>
                <a:gd name="T40" fmla="*/ 1254 w 2149"/>
                <a:gd name="T41" fmla="*/ 11 h 82"/>
                <a:gd name="T42" fmla="*/ 1211 w 2149"/>
                <a:gd name="T43" fmla="*/ 36 h 82"/>
                <a:gd name="T44" fmla="*/ 1167 w 2149"/>
                <a:gd name="T45" fmla="*/ 46 h 82"/>
                <a:gd name="T46" fmla="*/ 1118 w 2149"/>
                <a:gd name="T47" fmla="*/ 53 h 82"/>
                <a:gd name="T48" fmla="*/ 1074 w 2149"/>
                <a:gd name="T49" fmla="*/ 56 h 82"/>
                <a:gd name="T50" fmla="*/ 1028 w 2149"/>
                <a:gd name="T51" fmla="*/ 31 h 82"/>
                <a:gd name="T52" fmla="*/ 982 w 2149"/>
                <a:gd name="T53" fmla="*/ 19 h 82"/>
                <a:gd name="T54" fmla="*/ 935 w 2149"/>
                <a:gd name="T55" fmla="*/ 33 h 82"/>
                <a:gd name="T56" fmla="*/ 889 w 2149"/>
                <a:gd name="T57" fmla="*/ 48 h 82"/>
                <a:gd name="T58" fmla="*/ 845 w 2149"/>
                <a:gd name="T59" fmla="*/ 28 h 82"/>
                <a:gd name="T60" fmla="*/ 802 w 2149"/>
                <a:gd name="T61" fmla="*/ 9 h 82"/>
                <a:gd name="T62" fmla="*/ 758 w 2149"/>
                <a:gd name="T63" fmla="*/ 11 h 82"/>
                <a:gd name="T64" fmla="*/ 715 w 2149"/>
                <a:gd name="T65" fmla="*/ 14 h 82"/>
                <a:gd name="T66" fmla="*/ 671 w 2149"/>
                <a:gd name="T67" fmla="*/ 16 h 82"/>
                <a:gd name="T68" fmla="*/ 628 w 2149"/>
                <a:gd name="T69" fmla="*/ 31 h 82"/>
                <a:gd name="T70" fmla="*/ 581 w 2149"/>
                <a:gd name="T71" fmla="*/ 48 h 82"/>
                <a:gd name="T72" fmla="*/ 538 w 2149"/>
                <a:gd name="T73" fmla="*/ 48 h 82"/>
                <a:gd name="T74" fmla="*/ 489 w 2149"/>
                <a:gd name="T75" fmla="*/ 33 h 82"/>
                <a:gd name="T76" fmla="*/ 448 w 2149"/>
                <a:gd name="T77" fmla="*/ 23 h 82"/>
                <a:gd name="T78" fmla="*/ 454 w 2149"/>
                <a:gd name="T79" fmla="*/ 51 h 82"/>
                <a:gd name="T80" fmla="*/ 471 w 2149"/>
                <a:gd name="T81" fmla="*/ 76 h 82"/>
                <a:gd name="T82" fmla="*/ 428 w 2149"/>
                <a:gd name="T83" fmla="*/ 46 h 82"/>
                <a:gd name="T84" fmla="*/ 381 w 2149"/>
                <a:gd name="T85" fmla="*/ 28 h 82"/>
                <a:gd name="T86" fmla="*/ 338 w 2149"/>
                <a:gd name="T87" fmla="*/ 26 h 82"/>
                <a:gd name="T88" fmla="*/ 291 w 2149"/>
                <a:gd name="T89" fmla="*/ 28 h 82"/>
                <a:gd name="T90" fmla="*/ 242 w 2149"/>
                <a:gd name="T91" fmla="*/ 33 h 82"/>
                <a:gd name="T92" fmla="*/ 213 w 2149"/>
                <a:gd name="T93" fmla="*/ 61 h 82"/>
                <a:gd name="T94" fmla="*/ 170 w 2149"/>
                <a:gd name="T95" fmla="*/ 66 h 82"/>
                <a:gd name="T96" fmla="*/ 126 w 2149"/>
                <a:gd name="T97" fmla="*/ 56 h 82"/>
                <a:gd name="T98" fmla="*/ 83 w 2149"/>
                <a:gd name="T99" fmla="*/ 43 h 82"/>
                <a:gd name="T100" fmla="*/ 39 w 2149"/>
                <a:gd name="T101" fmla="*/ 26 h 82"/>
                <a:gd name="T102" fmla="*/ 1 w 2149"/>
                <a:gd name="T103" fmla="*/ 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49" h="82">
                  <a:moveTo>
                    <a:pt x="2148" y="1"/>
                  </a:moveTo>
                  <a:lnTo>
                    <a:pt x="2148" y="0"/>
                  </a:lnTo>
                  <a:lnTo>
                    <a:pt x="2148" y="1"/>
                  </a:lnTo>
                  <a:lnTo>
                    <a:pt x="2147" y="4"/>
                  </a:lnTo>
                  <a:lnTo>
                    <a:pt x="2142" y="4"/>
                  </a:lnTo>
                  <a:lnTo>
                    <a:pt x="2124" y="11"/>
                  </a:lnTo>
                  <a:lnTo>
                    <a:pt x="2113" y="19"/>
                  </a:lnTo>
                  <a:lnTo>
                    <a:pt x="2104" y="26"/>
                  </a:lnTo>
                  <a:lnTo>
                    <a:pt x="2095" y="26"/>
                  </a:lnTo>
                  <a:lnTo>
                    <a:pt x="2087" y="28"/>
                  </a:lnTo>
                  <a:lnTo>
                    <a:pt x="2078" y="28"/>
                  </a:lnTo>
                  <a:lnTo>
                    <a:pt x="2069" y="28"/>
                  </a:lnTo>
                  <a:lnTo>
                    <a:pt x="2060" y="28"/>
                  </a:lnTo>
                  <a:lnTo>
                    <a:pt x="2052" y="28"/>
                  </a:lnTo>
                  <a:lnTo>
                    <a:pt x="2043" y="28"/>
                  </a:lnTo>
                  <a:lnTo>
                    <a:pt x="2034" y="33"/>
                  </a:lnTo>
                  <a:lnTo>
                    <a:pt x="2029" y="41"/>
                  </a:lnTo>
                  <a:lnTo>
                    <a:pt x="2023" y="48"/>
                  </a:lnTo>
                  <a:lnTo>
                    <a:pt x="2014" y="51"/>
                  </a:lnTo>
                  <a:lnTo>
                    <a:pt x="2005" y="51"/>
                  </a:lnTo>
                  <a:lnTo>
                    <a:pt x="1997" y="46"/>
                  </a:lnTo>
                  <a:lnTo>
                    <a:pt x="1985" y="41"/>
                  </a:lnTo>
                  <a:lnTo>
                    <a:pt x="1976" y="41"/>
                  </a:lnTo>
                  <a:lnTo>
                    <a:pt x="1968" y="38"/>
                  </a:lnTo>
                  <a:lnTo>
                    <a:pt x="1959" y="33"/>
                  </a:lnTo>
                  <a:lnTo>
                    <a:pt x="1950" y="31"/>
                  </a:lnTo>
                  <a:lnTo>
                    <a:pt x="1939" y="31"/>
                  </a:lnTo>
                  <a:lnTo>
                    <a:pt x="1930" y="28"/>
                  </a:lnTo>
                  <a:lnTo>
                    <a:pt x="1921" y="26"/>
                  </a:lnTo>
                  <a:lnTo>
                    <a:pt x="1913" y="23"/>
                  </a:lnTo>
                  <a:lnTo>
                    <a:pt x="1904" y="23"/>
                  </a:lnTo>
                  <a:lnTo>
                    <a:pt x="1895" y="21"/>
                  </a:lnTo>
                  <a:lnTo>
                    <a:pt x="1886" y="19"/>
                  </a:lnTo>
                  <a:lnTo>
                    <a:pt x="1878" y="16"/>
                  </a:lnTo>
                  <a:lnTo>
                    <a:pt x="1869" y="14"/>
                  </a:lnTo>
                  <a:lnTo>
                    <a:pt x="1866" y="21"/>
                  </a:lnTo>
                  <a:lnTo>
                    <a:pt x="1855" y="23"/>
                  </a:lnTo>
                  <a:lnTo>
                    <a:pt x="1843" y="23"/>
                  </a:lnTo>
                  <a:lnTo>
                    <a:pt x="1834" y="26"/>
                  </a:lnTo>
                  <a:lnTo>
                    <a:pt x="1826" y="31"/>
                  </a:lnTo>
                  <a:lnTo>
                    <a:pt x="1823" y="38"/>
                  </a:lnTo>
                  <a:lnTo>
                    <a:pt x="1814" y="41"/>
                  </a:lnTo>
                  <a:lnTo>
                    <a:pt x="1805" y="41"/>
                  </a:lnTo>
                  <a:lnTo>
                    <a:pt x="1797" y="41"/>
                  </a:lnTo>
                  <a:lnTo>
                    <a:pt x="1788" y="46"/>
                  </a:lnTo>
                  <a:lnTo>
                    <a:pt x="1779" y="48"/>
                  </a:lnTo>
                  <a:lnTo>
                    <a:pt x="1770" y="51"/>
                  </a:lnTo>
                  <a:lnTo>
                    <a:pt x="1762" y="53"/>
                  </a:lnTo>
                  <a:lnTo>
                    <a:pt x="1753" y="58"/>
                  </a:lnTo>
                  <a:lnTo>
                    <a:pt x="1744" y="61"/>
                  </a:lnTo>
                  <a:lnTo>
                    <a:pt x="1736" y="61"/>
                  </a:lnTo>
                  <a:lnTo>
                    <a:pt x="1727" y="58"/>
                  </a:lnTo>
                  <a:lnTo>
                    <a:pt x="1718" y="53"/>
                  </a:lnTo>
                  <a:lnTo>
                    <a:pt x="1707" y="51"/>
                  </a:lnTo>
                  <a:lnTo>
                    <a:pt x="1698" y="48"/>
                  </a:lnTo>
                  <a:lnTo>
                    <a:pt x="1689" y="46"/>
                  </a:lnTo>
                  <a:lnTo>
                    <a:pt x="1681" y="43"/>
                  </a:lnTo>
                  <a:lnTo>
                    <a:pt x="1672" y="43"/>
                  </a:lnTo>
                  <a:lnTo>
                    <a:pt x="1663" y="38"/>
                  </a:lnTo>
                  <a:lnTo>
                    <a:pt x="1654" y="36"/>
                  </a:lnTo>
                  <a:lnTo>
                    <a:pt x="1646" y="36"/>
                  </a:lnTo>
                  <a:lnTo>
                    <a:pt x="1637" y="33"/>
                  </a:lnTo>
                  <a:lnTo>
                    <a:pt x="1628" y="33"/>
                  </a:lnTo>
                  <a:lnTo>
                    <a:pt x="1617" y="31"/>
                  </a:lnTo>
                  <a:lnTo>
                    <a:pt x="1605" y="28"/>
                  </a:lnTo>
                  <a:lnTo>
                    <a:pt x="1596" y="26"/>
                  </a:lnTo>
                  <a:lnTo>
                    <a:pt x="1588" y="23"/>
                  </a:lnTo>
                  <a:lnTo>
                    <a:pt x="1579" y="23"/>
                  </a:lnTo>
                  <a:lnTo>
                    <a:pt x="1570" y="23"/>
                  </a:lnTo>
                  <a:lnTo>
                    <a:pt x="1562" y="23"/>
                  </a:lnTo>
                  <a:lnTo>
                    <a:pt x="1553" y="23"/>
                  </a:lnTo>
                  <a:lnTo>
                    <a:pt x="1544" y="23"/>
                  </a:lnTo>
                  <a:lnTo>
                    <a:pt x="1536" y="23"/>
                  </a:lnTo>
                  <a:lnTo>
                    <a:pt x="1524" y="23"/>
                  </a:lnTo>
                  <a:lnTo>
                    <a:pt x="1515" y="21"/>
                  </a:lnTo>
                  <a:lnTo>
                    <a:pt x="1507" y="16"/>
                  </a:lnTo>
                  <a:lnTo>
                    <a:pt x="1498" y="16"/>
                  </a:lnTo>
                  <a:lnTo>
                    <a:pt x="1489" y="16"/>
                  </a:lnTo>
                  <a:lnTo>
                    <a:pt x="1483" y="23"/>
                  </a:lnTo>
                  <a:lnTo>
                    <a:pt x="1475" y="28"/>
                  </a:lnTo>
                  <a:lnTo>
                    <a:pt x="1466" y="31"/>
                  </a:lnTo>
                  <a:lnTo>
                    <a:pt x="1457" y="38"/>
                  </a:lnTo>
                  <a:lnTo>
                    <a:pt x="1449" y="41"/>
                  </a:lnTo>
                  <a:lnTo>
                    <a:pt x="1440" y="43"/>
                  </a:lnTo>
                  <a:lnTo>
                    <a:pt x="1431" y="46"/>
                  </a:lnTo>
                  <a:lnTo>
                    <a:pt x="1422" y="46"/>
                  </a:lnTo>
                  <a:lnTo>
                    <a:pt x="1414" y="43"/>
                  </a:lnTo>
                  <a:lnTo>
                    <a:pt x="1405" y="38"/>
                  </a:lnTo>
                  <a:lnTo>
                    <a:pt x="1396" y="36"/>
                  </a:lnTo>
                  <a:lnTo>
                    <a:pt x="1388" y="36"/>
                  </a:lnTo>
                  <a:lnTo>
                    <a:pt x="1379" y="33"/>
                  </a:lnTo>
                  <a:lnTo>
                    <a:pt x="1370" y="31"/>
                  </a:lnTo>
                  <a:lnTo>
                    <a:pt x="1362" y="26"/>
                  </a:lnTo>
                  <a:lnTo>
                    <a:pt x="1353" y="26"/>
                  </a:lnTo>
                  <a:lnTo>
                    <a:pt x="1344" y="21"/>
                  </a:lnTo>
                  <a:lnTo>
                    <a:pt x="1335" y="19"/>
                  </a:lnTo>
                  <a:lnTo>
                    <a:pt x="1327" y="19"/>
                  </a:lnTo>
                  <a:lnTo>
                    <a:pt x="1318" y="16"/>
                  </a:lnTo>
                  <a:lnTo>
                    <a:pt x="1309" y="16"/>
                  </a:lnTo>
                  <a:lnTo>
                    <a:pt x="1298" y="14"/>
                  </a:lnTo>
                  <a:lnTo>
                    <a:pt x="1289" y="11"/>
                  </a:lnTo>
                  <a:lnTo>
                    <a:pt x="1280" y="11"/>
                  </a:lnTo>
                  <a:lnTo>
                    <a:pt x="1272" y="11"/>
                  </a:lnTo>
                  <a:lnTo>
                    <a:pt x="1263" y="11"/>
                  </a:lnTo>
                  <a:lnTo>
                    <a:pt x="1254" y="11"/>
                  </a:lnTo>
                  <a:lnTo>
                    <a:pt x="1246" y="14"/>
                  </a:lnTo>
                  <a:lnTo>
                    <a:pt x="1237" y="19"/>
                  </a:lnTo>
                  <a:lnTo>
                    <a:pt x="1228" y="26"/>
                  </a:lnTo>
                  <a:lnTo>
                    <a:pt x="1219" y="31"/>
                  </a:lnTo>
                  <a:lnTo>
                    <a:pt x="1211" y="36"/>
                  </a:lnTo>
                  <a:lnTo>
                    <a:pt x="1202" y="41"/>
                  </a:lnTo>
                  <a:lnTo>
                    <a:pt x="1193" y="43"/>
                  </a:lnTo>
                  <a:lnTo>
                    <a:pt x="1185" y="43"/>
                  </a:lnTo>
                  <a:lnTo>
                    <a:pt x="1176" y="43"/>
                  </a:lnTo>
                  <a:lnTo>
                    <a:pt x="1167" y="46"/>
                  </a:lnTo>
                  <a:lnTo>
                    <a:pt x="1156" y="46"/>
                  </a:lnTo>
                  <a:lnTo>
                    <a:pt x="1147" y="48"/>
                  </a:lnTo>
                  <a:lnTo>
                    <a:pt x="1135" y="51"/>
                  </a:lnTo>
                  <a:lnTo>
                    <a:pt x="1127" y="53"/>
                  </a:lnTo>
                  <a:lnTo>
                    <a:pt x="1118" y="53"/>
                  </a:lnTo>
                  <a:lnTo>
                    <a:pt x="1109" y="56"/>
                  </a:lnTo>
                  <a:lnTo>
                    <a:pt x="1101" y="56"/>
                  </a:lnTo>
                  <a:lnTo>
                    <a:pt x="1092" y="56"/>
                  </a:lnTo>
                  <a:lnTo>
                    <a:pt x="1083" y="56"/>
                  </a:lnTo>
                  <a:lnTo>
                    <a:pt x="1074" y="56"/>
                  </a:lnTo>
                  <a:lnTo>
                    <a:pt x="1066" y="53"/>
                  </a:lnTo>
                  <a:lnTo>
                    <a:pt x="1060" y="46"/>
                  </a:lnTo>
                  <a:lnTo>
                    <a:pt x="1048" y="38"/>
                  </a:lnTo>
                  <a:lnTo>
                    <a:pt x="1040" y="36"/>
                  </a:lnTo>
                  <a:lnTo>
                    <a:pt x="1028" y="31"/>
                  </a:lnTo>
                  <a:lnTo>
                    <a:pt x="1019" y="26"/>
                  </a:lnTo>
                  <a:lnTo>
                    <a:pt x="1008" y="26"/>
                  </a:lnTo>
                  <a:lnTo>
                    <a:pt x="999" y="23"/>
                  </a:lnTo>
                  <a:lnTo>
                    <a:pt x="990" y="19"/>
                  </a:lnTo>
                  <a:lnTo>
                    <a:pt x="982" y="19"/>
                  </a:lnTo>
                  <a:lnTo>
                    <a:pt x="973" y="16"/>
                  </a:lnTo>
                  <a:lnTo>
                    <a:pt x="961" y="21"/>
                  </a:lnTo>
                  <a:lnTo>
                    <a:pt x="953" y="26"/>
                  </a:lnTo>
                  <a:lnTo>
                    <a:pt x="944" y="31"/>
                  </a:lnTo>
                  <a:lnTo>
                    <a:pt x="935" y="33"/>
                  </a:lnTo>
                  <a:lnTo>
                    <a:pt x="927" y="36"/>
                  </a:lnTo>
                  <a:lnTo>
                    <a:pt x="915" y="41"/>
                  </a:lnTo>
                  <a:lnTo>
                    <a:pt x="906" y="43"/>
                  </a:lnTo>
                  <a:lnTo>
                    <a:pt x="898" y="48"/>
                  </a:lnTo>
                  <a:lnTo>
                    <a:pt x="889" y="48"/>
                  </a:lnTo>
                  <a:lnTo>
                    <a:pt x="880" y="48"/>
                  </a:lnTo>
                  <a:lnTo>
                    <a:pt x="869" y="46"/>
                  </a:lnTo>
                  <a:lnTo>
                    <a:pt x="863" y="38"/>
                  </a:lnTo>
                  <a:lnTo>
                    <a:pt x="854" y="33"/>
                  </a:lnTo>
                  <a:lnTo>
                    <a:pt x="845" y="28"/>
                  </a:lnTo>
                  <a:lnTo>
                    <a:pt x="837" y="21"/>
                  </a:lnTo>
                  <a:lnTo>
                    <a:pt x="828" y="16"/>
                  </a:lnTo>
                  <a:lnTo>
                    <a:pt x="819" y="11"/>
                  </a:lnTo>
                  <a:lnTo>
                    <a:pt x="811" y="9"/>
                  </a:lnTo>
                  <a:lnTo>
                    <a:pt x="802" y="9"/>
                  </a:lnTo>
                  <a:lnTo>
                    <a:pt x="793" y="9"/>
                  </a:lnTo>
                  <a:lnTo>
                    <a:pt x="784" y="11"/>
                  </a:lnTo>
                  <a:lnTo>
                    <a:pt x="776" y="11"/>
                  </a:lnTo>
                  <a:lnTo>
                    <a:pt x="767" y="11"/>
                  </a:lnTo>
                  <a:lnTo>
                    <a:pt x="758" y="11"/>
                  </a:lnTo>
                  <a:lnTo>
                    <a:pt x="750" y="11"/>
                  </a:lnTo>
                  <a:lnTo>
                    <a:pt x="741" y="14"/>
                  </a:lnTo>
                  <a:lnTo>
                    <a:pt x="732" y="14"/>
                  </a:lnTo>
                  <a:lnTo>
                    <a:pt x="724" y="14"/>
                  </a:lnTo>
                  <a:lnTo>
                    <a:pt x="715" y="14"/>
                  </a:lnTo>
                  <a:lnTo>
                    <a:pt x="706" y="16"/>
                  </a:lnTo>
                  <a:lnTo>
                    <a:pt x="697" y="16"/>
                  </a:lnTo>
                  <a:lnTo>
                    <a:pt x="689" y="16"/>
                  </a:lnTo>
                  <a:lnTo>
                    <a:pt x="680" y="16"/>
                  </a:lnTo>
                  <a:lnTo>
                    <a:pt x="671" y="16"/>
                  </a:lnTo>
                  <a:lnTo>
                    <a:pt x="663" y="16"/>
                  </a:lnTo>
                  <a:lnTo>
                    <a:pt x="654" y="19"/>
                  </a:lnTo>
                  <a:lnTo>
                    <a:pt x="645" y="23"/>
                  </a:lnTo>
                  <a:lnTo>
                    <a:pt x="637" y="26"/>
                  </a:lnTo>
                  <a:lnTo>
                    <a:pt x="628" y="31"/>
                  </a:lnTo>
                  <a:lnTo>
                    <a:pt x="619" y="33"/>
                  </a:lnTo>
                  <a:lnTo>
                    <a:pt x="610" y="41"/>
                  </a:lnTo>
                  <a:lnTo>
                    <a:pt x="602" y="43"/>
                  </a:lnTo>
                  <a:lnTo>
                    <a:pt x="593" y="46"/>
                  </a:lnTo>
                  <a:lnTo>
                    <a:pt x="581" y="48"/>
                  </a:lnTo>
                  <a:lnTo>
                    <a:pt x="573" y="51"/>
                  </a:lnTo>
                  <a:lnTo>
                    <a:pt x="564" y="53"/>
                  </a:lnTo>
                  <a:lnTo>
                    <a:pt x="555" y="53"/>
                  </a:lnTo>
                  <a:lnTo>
                    <a:pt x="547" y="53"/>
                  </a:lnTo>
                  <a:lnTo>
                    <a:pt x="538" y="48"/>
                  </a:lnTo>
                  <a:lnTo>
                    <a:pt x="529" y="43"/>
                  </a:lnTo>
                  <a:lnTo>
                    <a:pt x="521" y="41"/>
                  </a:lnTo>
                  <a:lnTo>
                    <a:pt x="512" y="36"/>
                  </a:lnTo>
                  <a:lnTo>
                    <a:pt x="500" y="36"/>
                  </a:lnTo>
                  <a:lnTo>
                    <a:pt x="489" y="33"/>
                  </a:lnTo>
                  <a:lnTo>
                    <a:pt x="486" y="26"/>
                  </a:lnTo>
                  <a:lnTo>
                    <a:pt x="477" y="23"/>
                  </a:lnTo>
                  <a:lnTo>
                    <a:pt x="468" y="23"/>
                  </a:lnTo>
                  <a:lnTo>
                    <a:pt x="457" y="23"/>
                  </a:lnTo>
                  <a:lnTo>
                    <a:pt x="448" y="23"/>
                  </a:lnTo>
                  <a:lnTo>
                    <a:pt x="439" y="23"/>
                  </a:lnTo>
                  <a:lnTo>
                    <a:pt x="439" y="31"/>
                  </a:lnTo>
                  <a:lnTo>
                    <a:pt x="439" y="38"/>
                  </a:lnTo>
                  <a:lnTo>
                    <a:pt x="448" y="43"/>
                  </a:lnTo>
                  <a:lnTo>
                    <a:pt x="454" y="51"/>
                  </a:lnTo>
                  <a:lnTo>
                    <a:pt x="463" y="58"/>
                  </a:lnTo>
                  <a:lnTo>
                    <a:pt x="468" y="66"/>
                  </a:lnTo>
                  <a:lnTo>
                    <a:pt x="474" y="73"/>
                  </a:lnTo>
                  <a:lnTo>
                    <a:pt x="480" y="81"/>
                  </a:lnTo>
                  <a:lnTo>
                    <a:pt x="471" y="76"/>
                  </a:lnTo>
                  <a:lnTo>
                    <a:pt x="463" y="68"/>
                  </a:lnTo>
                  <a:lnTo>
                    <a:pt x="454" y="63"/>
                  </a:lnTo>
                  <a:lnTo>
                    <a:pt x="445" y="58"/>
                  </a:lnTo>
                  <a:lnTo>
                    <a:pt x="436" y="53"/>
                  </a:lnTo>
                  <a:lnTo>
                    <a:pt x="428" y="46"/>
                  </a:lnTo>
                  <a:lnTo>
                    <a:pt x="419" y="38"/>
                  </a:lnTo>
                  <a:lnTo>
                    <a:pt x="410" y="33"/>
                  </a:lnTo>
                  <a:lnTo>
                    <a:pt x="402" y="31"/>
                  </a:lnTo>
                  <a:lnTo>
                    <a:pt x="390" y="28"/>
                  </a:lnTo>
                  <a:lnTo>
                    <a:pt x="381" y="28"/>
                  </a:lnTo>
                  <a:lnTo>
                    <a:pt x="373" y="28"/>
                  </a:lnTo>
                  <a:lnTo>
                    <a:pt x="364" y="28"/>
                  </a:lnTo>
                  <a:lnTo>
                    <a:pt x="355" y="26"/>
                  </a:lnTo>
                  <a:lnTo>
                    <a:pt x="347" y="26"/>
                  </a:lnTo>
                  <a:lnTo>
                    <a:pt x="338" y="26"/>
                  </a:lnTo>
                  <a:lnTo>
                    <a:pt x="329" y="26"/>
                  </a:lnTo>
                  <a:lnTo>
                    <a:pt x="318" y="26"/>
                  </a:lnTo>
                  <a:lnTo>
                    <a:pt x="309" y="26"/>
                  </a:lnTo>
                  <a:lnTo>
                    <a:pt x="300" y="28"/>
                  </a:lnTo>
                  <a:lnTo>
                    <a:pt x="291" y="28"/>
                  </a:lnTo>
                  <a:lnTo>
                    <a:pt x="280" y="28"/>
                  </a:lnTo>
                  <a:lnTo>
                    <a:pt x="268" y="28"/>
                  </a:lnTo>
                  <a:lnTo>
                    <a:pt x="260" y="28"/>
                  </a:lnTo>
                  <a:lnTo>
                    <a:pt x="251" y="28"/>
                  </a:lnTo>
                  <a:lnTo>
                    <a:pt x="242" y="33"/>
                  </a:lnTo>
                  <a:lnTo>
                    <a:pt x="233" y="36"/>
                  </a:lnTo>
                  <a:lnTo>
                    <a:pt x="231" y="43"/>
                  </a:lnTo>
                  <a:lnTo>
                    <a:pt x="231" y="51"/>
                  </a:lnTo>
                  <a:lnTo>
                    <a:pt x="222" y="58"/>
                  </a:lnTo>
                  <a:lnTo>
                    <a:pt x="213" y="61"/>
                  </a:lnTo>
                  <a:lnTo>
                    <a:pt x="204" y="61"/>
                  </a:lnTo>
                  <a:lnTo>
                    <a:pt x="196" y="61"/>
                  </a:lnTo>
                  <a:lnTo>
                    <a:pt x="187" y="61"/>
                  </a:lnTo>
                  <a:lnTo>
                    <a:pt x="178" y="63"/>
                  </a:lnTo>
                  <a:lnTo>
                    <a:pt x="170" y="66"/>
                  </a:lnTo>
                  <a:lnTo>
                    <a:pt x="158" y="66"/>
                  </a:lnTo>
                  <a:lnTo>
                    <a:pt x="149" y="66"/>
                  </a:lnTo>
                  <a:lnTo>
                    <a:pt x="141" y="66"/>
                  </a:lnTo>
                  <a:lnTo>
                    <a:pt x="132" y="63"/>
                  </a:lnTo>
                  <a:lnTo>
                    <a:pt x="126" y="56"/>
                  </a:lnTo>
                  <a:lnTo>
                    <a:pt x="117" y="53"/>
                  </a:lnTo>
                  <a:lnTo>
                    <a:pt x="109" y="48"/>
                  </a:lnTo>
                  <a:lnTo>
                    <a:pt x="100" y="46"/>
                  </a:lnTo>
                  <a:lnTo>
                    <a:pt x="91" y="43"/>
                  </a:lnTo>
                  <a:lnTo>
                    <a:pt x="83" y="43"/>
                  </a:lnTo>
                  <a:lnTo>
                    <a:pt x="74" y="41"/>
                  </a:lnTo>
                  <a:lnTo>
                    <a:pt x="65" y="36"/>
                  </a:lnTo>
                  <a:lnTo>
                    <a:pt x="57" y="33"/>
                  </a:lnTo>
                  <a:lnTo>
                    <a:pt x="48" y="28"/>
                  </a:lnTo>
                  <a:lnTo>
                    <a:pt x="39" y="26"/>
                  </a:lnTo>
                  <a:lnTo>
                    <a:pt x="30" y="23"/>
                  </a:lnTo>
                  <a:lnTo>
                    <a:pt x="22" y="19"/>
                  </a:lnTo>
                  <a:lnTo>
                    <a:pt x="13" y="1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4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2" name="Freeform 14">
              <a:extLst>
                <a:ext uri="{FF2B5EF4-FFF2-40B4-BE49-F238E27FC236}">
                  <a16:creationId xmlns:a16="http://schemas.microsoft.com/office/drawing/2014/main" id="{4A506688-B3CD-6828-4101-F98F53D22A6A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" y="2258"/>
              <a:ext cx="2159" cy="119"/>
            </a:xfrm>
            <a:custGeom>
              <a:avLst/>
              <a:gdLst>
                <a:gd name="T0" fmla="*/ 0 w 2159"/>
                <a:gd name="T1" fmla="*/ 118 h 119"/>
                <a:gd name="T2" fmla="*/ 47 w 2159"/>
                <a:gd name="T3" fmla="*/ 81 h 119"/>
                <a:gd name="T4" fmla="*/ 90 w 2159"/>
                <a:gd name="T5" fmla="*/ 46 h 119"/>
                <a:gd name="T6" fmla="*/ 125 w 2159"/>
                <a:gd name="T7" fmla="*/ 34 h 119"/>
                <a:gd name="T8" fmla="*/ 160 w 2159"/>
                <a:gd name="T9" fmla="*/ 40 h 119"/>
                <a:gd name="T10" fmla="*/ 194 w 2159"/>
                <a:gd name="T11" fmla="*/ 64 h 119"/>
                <a:gd name="T12" fmla="*/ 229 w 2159"/>
                <a:gd name="T13" fmla="*/ 81 h 119"/>
                <a:gd name="T14" fmla="*/ 268 w 2159"/>
                <a:gd name="T15" fmla="*/ 46 h 119"/>
                <a:gd name="T16" fmla="*/ 303 w 2159"/>
                <a:gd name="T17" fmla="*/ 34 h 119"/>
                <a:gd name="T18" fmla="*/ 338 w 2159"/>
                <a:gd name="T19" fmla="*/ 58 h 119"/>
                <a:gd name="T20" fmla="*/ 373 w 2159"/>
                <a:gd name="T21" fmla="*/ 87 h 119"/>
                <a:gd name="T22" fmla="*/ 408 w 2159"/>
                <a:gd name="T23" fmla="*/ 58 h 119"/>
                <a:gd name="T24" fmla="*/ 447 w 2159"/>
                <a:gd name="T25" fmla="*/ 40 h 119"/>
                <a:gd name="T26" fmla="*/ 482 w 2159"/>
                <a:gd name="T27" fmla="*/ 34 h 119"/>
                <a:gd name="T28" fmla="*/ 520 w 2159"/>
                <a:gd name="T29" fmla="*/ 23 h 119"/>
                <a:gd name="T30" fmla="*/ 563 w 2159"/>
                <a:gd name="T31" fmla="*/ 34 h 119"/>
                <a:gd name="T32" fmla="*/ 594 w 2159"/>
                <a:gd name="T33" fmla="*/ 75 h 119"/>
                <a:gd name="T34" fmla="*/ 633 w 2159"/>
                <a:gd name="T35" fmla="*/ 58 h 119"/>
                <a:gd name="T36" fmla="*/ 676 w 2159"/>
                <a:gd name="T37" fmla="*/ 46 h 119"/>
                <a:gd name="T38" fmla="*/ 714 w 2159"/>
                <a:gd name="T39" fmla="*/ 29 h 119"/>
                <a:gd name="T40" fmla="*/ 749 w 2159"/>
                <a:gd name="T41" fmla="*/ 29 h 119"/>
                <a:gd name="T42" fmla="*/ 784 w 2159"/>
                <a:gd name="T43" fmla="*/ 64 h 119"/>
                <a:gd name="T44" fmla="*/ 819 w 2159"/>
                <a:gd name="T45" fmla="*/ 75 h 119"/>
                <a:gd name="T46" fmla="*/ 854 w 2159"/>
                <a:gd name="T47" fmla="*/ 64 h 119"/>
                <a:gd name="T48" fmla="*/ 893 w 2159"/>
                <a:gd name="T49" fmla="*/ 52 h 119"/>
                <a:gd name="T50" fmla="*/ 928 w 2159"/>
                <a:gd name="T51" fmla="*/ 52 h 119"/>
                <a:gd name="T52" fmla="*/ 966 w 2159"/>
                <a:gd name="T53" fmla="*/ 46 h 119"/>
                <a:gd name="T54" fmla="*/ 1001 w 2159"/>
                <a:gd name="T55" fmla="*/ 23 h 119"/>
                <a:gd name="T56" fmla="*/ 1044 w 2159"/>
                <a:gd name="T57" fmla="*/ 23 h 119"/>
                <a:gd name="T58" fmla="*/ 1079 w 2159"/>
                <a:gd name="T59" fmla="*/ 58 h 119"/>
                <a:gd name="T60" fmla="*/ 1114 w 2159"/>
                <a:gd name="T61" fmla="*/ 69 h 119"/>
                <a:gd name="T62" fmla="*/ 1153 w 2159"/>
                <a:gd name="T63" fmla="*/ 46 h 119"/>
                <a:gd name="T64" fmla="*/ 1195 w 2159"/>
                <a:gd name="T65" fmla="*/ 17 h 119"/>
                <a:gd name="T66" fmla="*/ 1234 w 2159"/>
                <a:gd name="T67" fmla="*/ 11 h 119"/>
                <a:gd name="T68" fmla="*/ 1265 w 2159"/>
                <a:gd name="T69" fmla="*/ 23 h 119"/>
                <a:gd name="T70" fmla="*/ 1300 w 2159"/>
                <a:gd name="T71" fmla="*/ 64 h 119"/>
                <a:gd name="T72" fmla="*/ 1335 w 2159"/>
                <a:gd name="T73" fmla="*/ 81 h 119"/>
                <a:gd name="T74" fmla="*/ 1370 w 2159"/>
                <a:gd name="T75" fmla="*/ 46 h 119"/>
                <a:gd name="T76" fmla="*/ 1409 w 2159"/>
                <a:gd name="T77" fmla="*/ 29 h 119"/>
                <a:gd name="T78" fmla="*/ 1444 w 2159"/>
                <a:gd name="T79" fmla="*/ 23 h 119"/>
                <a:gd name="T80" fmla="*/ 1482 w 2159"/>
                <a:gd name="T81" fmla="*/ 17 h 119"/>
                <a:gd name="T82" fmla="*/ 1529 w 2159"/>
                <a:gd name="T83" fmla="*/ 58 h 119"/>
                <a:gd name="T84" fmla="*/ 1564 w 2159"/>
                <a:gd name="T85" fmla="*/ 87 h 119"/>
                <a:gd name="T86" fmla="*/ 1603 w 2159"/>
                <a:gd name="T87" fmla="*/ 69 h 119"/>
                <a:gd name="T88" fmla="*/ 1638 w 2159"/>
                <a:gd name="T89" fmla="*/ 40 h 119"/>
                <a:gd name="T90" fmla="*/ 1676 w 2159"/>
                <a:gd name="T91" fmla="*/ 23 h 119"/>
                <a:gd name="T92" fmla="*/ 1711 w 2159"/>
                <a:gd name="T93" fmla="*/ 11 h 119"/>
                <a:gd name="T94" fmla="*/ 1754 w 2159"/>
                <a:gd name="T95" fmla="*/ 40 h 119"/>
                <a:gd name="T96" fmla="*/ 1789 w 2159"/>
                <a:gd name="T97" fmla="*/ 58 h 119"/>
                <a:gd name="T98" fmla="*/ 1824 w 2159"/>
                <a:gd name="T99" fmla="*/ 40 h 119"/>
                <a:gd name="T100" fmla="*/ 1859 w 2159"/>
                <a:gd name="T101" fmla="*/ 11 h 119"/>
                <a:gd name="T102" fmla="*/ 1898 w 2159"/>
                <a:gd name="T103" fmla="*/ 0 h 119"/>
                <a:gd name="T104" fmla="*/ 1940 w 2159"/>
                <a:gd name="T105" fmla="*/ 11 h 119"/>
                <a:gd name="T106" fmla="*/ 1975 w 2159"/>
                <a:gd name="T107" fmla="*/ 34 h 119"/>
                <a:gd name="T108" fmla="*/ 2014 w 2159"/>
                <a:gd name="T109" fmla="*/ 52 h 119"/>
                <a:gd name="T110" fmla="*/ 2045 w 2159"/>
                <a:gd name="T111" fmla="*/ 23 h 119"/>
                <a:gd name="T112" fmla="*/ 2084 w 2159"/>
                <a:gd name="T113" fmla="*/ 52 h 119"/>
                <a:gd name="T114" fmla="*/ 2115 w 2159"/>
                <a:gd name="T115" fmla="*/ 81 h 119"/>
                <a:gd name="T116" fmla="*/ 2150 w 2159"/>
                <a:gd name="T117" fmla="*/ 9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159" h="119">
                  <a:moveTo>
                    <a:pt x="0" y="113"/>
                  </a:moveTo>
                  <a:lnTo>
                    <a:pt x="0" y="104"/>
                  </a:lnTo>
                  <a:lnTo>
                    <a:pt x="0" y="118"/>
                  </a:lnTo>
                  <a:lnTo>
                    <a:pt x="24" y="69"/>
                  </a:lnTo>
                  <a:lnTo>
                    <a:pt x="35" y="69"/>
                  </a:lnTo>
                  <a:lnTo>
                    <a:pt x="47" y="81"/>
                  </a:lnTo>
                  <a:lnTo>
                    <a:pt x="63" y="69"/>
                  </a:lnTo>
                  <a:lnTo>
                    <a:pt x="78" y="52"/>
                  </a:lnTo>
                  <a:lnTo>
                    <a:pt x="90" y="46"/>
                  </a:lnTo>
                  <a:lnTo>
                    <a:pt x="101" y="46"/>
                  </a:lnTo>
                  <a:lnTo>
                    <a:pt x="113" y="40"/>
                  </a:lnTo>
                  <a:lnTo>
                    <a:pt x="125" y="34"/>
                  </a:lnTo>
                  <a:lnTo>
                    <a:pt x="136" y="34"/>
                  </a:lnTo>
                  <a:lnTo>
                    <a:pt x="148" y="40"/>
                  </a:lnTo>
                  <a:lnTo>
                    <a:pt x="160" y="40"/>
                  </a:lnTo>
                  <a:lnTo>
                    <a:pt x="171" y="46"/>
                  </a:lnTo>
                  <a:lnTo>
                    <a:pt x="183" y="58"/>
                  </a:lnTo>
                  <a:lnTo>
                    <a:pt x="194" y="64"/>
                  </a:lnTo>
                  <a:lnTo>
                    <a:pt x="206" y="69"/>
                  </a:lnTo>
                  <a:lnTo>
                    <a:pt x="218" y="75"/>
                  </a:lnTo>
                  <a:lnTo>
                    <a:pt x="229" y="81"/>
                  </a:lnTo>
                  <a:lnTo>
                    <a:pt x="245" y="75"/>
                  </a:lnTo>
                  <a:lnTo>
                    <a:pt x="260" y="64"/>
                  </a:lnTo>
                  <a:lnTo>
                    <a:pt x="268" y="46"/>
                  </a:lnTo>
                  <a:lnTo>
                    <a:pt x="280" y="46"/>
                  </a:lnTo>
                  <a:lnTo>
                    <a:pt x="291" y="40"/>
                  </a:lnTo>
                  <a:lnTo>
                    <a:pt x="303" y="34"/>
                  </a:lnTo>
                  <a:lnTo>
                    <a:pt x="315" y="29"/>
                  </a:lnTo>
                  <a:lnTo>
                    <a:pt x="326" y="46"/>
                  </a:lnTo>
                  <a:lnTo>
                    <a:pt x="338" y="58"/>
                  </a:lnTo>
                  <a:lnTo>
                    <a:pt x="350" y="75"/>
                  </a:lnTo>
                  <a:lnTo>
                    <a:pt x="361" y="87"/>
                  </a:lnTo>
                  <a:lnTo>
                    <a:pt x="373" y="87"/>
                  </a:lnTo>
                  <a:lnTo>
                    <a:pt x="385" y="75"/>
                  </a:lnTo>
                  <a:lnTo>
                    <a:pt x="396" y="69"/>
                  </a:lnTo>
                  <a:lnTo>
                    <a:pt x="408" y="58"/>
                  </a:lnTo>
                  <a:lnTo>
                    <a:pt x="419" y="52"/>
                  </a:lnTo>
                  <a:lnTo>
                    <a:pt x="431" y="46"/>
                  </a:lnTo>
                  <a:lnTo>
                    <a:pt x="447" y="40"/>
                  </a:lnTo>
                  <a:lnTo>
                    <a:pt x="458" y="40"/>
                  </a:lnTo>
                  <a:lnTo>
                    <a:pt x="470" y="34"/>
                  </a:lnTo>
                  <a:lnTo>
                    <a:pt x="482" y="34"/>
                  </a:lnTo>
                  <a:lnTo>
                    <a:pt x="493" y="34"/>
                  </a:lnTo>
                  <a:lnTo>
                    <a:pt x="505" y="29"/>
                  </a:lnTo>
                  <a:lnTo>
                    <a:pt x="520" y="23"/>
                  </a:lnTo>
                  <a:lnTo>
                    <a:pt x="536" y="23"/>
                  </a:lnTo>
                  <a:lnTo>
                    <a:pt x="551" y="17"/>
                  </a:lnTo>
                  <a:lnTo>
                    <a:pt x="563" y="34"/>
                  </a:lnTo>
                  <a:lnTo>
                    <a:pt x="571" y="52"/>
                  </a:lnTo>
                  <a:lnTo>
                    <a:pt x="579" y="69"/>
                  </a:lnTo>
                  <a:lnTo>
                    <a:pt x="594" y="75"/>
                  </a:lnTo>
                  <a:lnTo>
                    <a:pt x="606" y="69"/>
                  </a:lnTo>
                  <a:lnTo>
                    <a:pt x="621" y="64"/>
                  </a:lnTo>
                  <a:lnTo>
                    <a:pt x="633" y="58"/>
                  </a:lnTo>
                  <a:lnTo>
                    <a:pt x="648" y="52"/>
                  </a:lnTo>
                  <a:lnTo>
                    <a:pt x="664" y="52"/>
                  </a:lnTo>
                  <a:lnTo>
                    <a:pt x="676" y="46"/>
                  </a:lnTo>
                  <a:lnTo>
                    <a:pt x="687" y="40"/>
                  </a:lnTo>
                  <a:lnTo>
                    <a:pt x="703" y="34"/>
                  </a:lnTo>
                  <a:lnTo>
                    <a:pt x="714" y="29"/>
                  </a:lnTo>
                  <a:lnTo>
                    <a:pt x="726" y="23"/>
                  </a:lnTo>
                  <a:lnTo>
                    <a:pt x="738" y="17"/>
                  </a:lnTo>
                  <a:lnTo>
                    <a:pt x="749" y="29"/>
                  </a:lnTo>
                  <a:lnTo>
                    <a:pt x="761" y="40"/>
                  </a:lnTo>
                  <a:lnTo>
                    <a:pt x="773" y="52"/>
                  </a:lnTo>
                  <a:lnTo>
                    <a:pt x="784" y="64"/>
                  </a:lnTo>
                  <a:lnTo>
                    <a:pt x="796" y="75"/>
                  </a:lnTo>
                  <a:lnTo>
                    <a:pt x="807" y="75"/>
                  </a:lnTo>
                  <a:lnTo>
                    <a:pt x="819" y="75"/>
                  </a:lnTo>
                  <a:lnTo>
                    <a:pt x="831" y="69"/>
                  </a:lnTo>
                  <a:lnTo>
                    <a:pt x="842" y="64"/>
                  </a:lnTo>
                  <a:lnTo>
                    <a:pt x="854" y="64"/>
                  </a:lnTo>
                  <a:lnTo>
                    <a:pt x="866" y="58"/>
                  </a:lnTo>
                  <a:lnTo>
                    <a:pt x="881" y="58"/>
                  </a:lnTo>
                  <a:lnTo>
                    <a:pt x="893" y="52"/>
                  </a:lnTo>
                  <a:lnTo>
                    <a:pt x="904" y="52"/>
                  </a:lnTo>
                  <a:lnTo>
                    <a:pt x="916" y="52"/>
                  </a:lnTo>
                  <a:lnTo>
                    <a:pt x="928" y="52"/>
                  </a:lnTo>
                  <a:lnTo>
                    <a:pt x="939" y="52"/>
                  </a:lnTo>
                  <a:lnTo>
                    <a:pt x="951" y="52"/>
                  </a:lnTo>
                  <a:lnTo>
                    <a:pt x="966" y="46"/>
                  </a:lnTo>
                  <a:lnTo>
                    <a:pt x="978" y="40"/>
                  </a:lnTo>
                  <a:lnTo>
                    <a:pt x="990" y="29"/>
                  </a:lnTo>
                  <a:lnTo>
                    <a:pt x="1001" y="23"/>
                  </a:lnTo>
                  <a:lnTo>
                    <a:pt x="1013" y="17"/>
                  </a:lnTo>
                  <a:lnTo>
                    <a:pt x="1029" y="11"/>
                  </a:lnTo>
                  <a:lnTo>
                    <a:pt x="1044" y="23"/>
                  </a:lnTo>
                  <a:lnTo>
                    <a:pt x="1056" y="40"/>
                  </a:lnTo>
                  <a:lnTo>
                    <a:pt x="1067" y="52"/>
                  </a:lnTo>
                  <a:lnTo>
                    <a:pt x="1079" y="58"/>
                  </a:lnTo>
                  <a:lnTo>
                    <a:pt x="1091" y="69"/>
                  </a:lnTo>
                  <a:lnTo>
                    <a:pt x="1102" y="69"/>
                  </a:lnTo>
                  <a:lnTo>
                    <a:pt x="1114" y="69"/>
                  </a:lnTo>
                  <a:lnTo>
                    <a:pt x="1129" y="64"/>
                  </a:lnTo>
                  <a:lnTo>
                    <a:pt x="1141" y="58"/>
                  </a:lnTo>
                  <a:lnTo>
                    <a:pt x="1153" y="46"/>
                  </a:lnTo>
                  <a:lnTo>
                    <a:pt x="1168" y="34"/>
                  </a:lnTo>
                  <a:lnTo>
                    <a:pt x="1180" y="29"/>
                  </a:lnTo>
                  <a:lnTo>
                    <a:pt x="1195" y="17"/>
                  </a:lnTo>
                  <a:lnTo>
                    <a:pt x="1207" y="17"/>
                  </a:lnTo>
                  <a:lnTo>
                    <a:pt x="1219" y="17"/>
                  </a:lnTo>
                  <a:lnTo>
                    <a:pt x="1234" y="11"/>
                  </a:lnTo>
                  <a:lnTo>
                    <a:pt x="1246" y="5"/>
                  </a:lnTo>
                  <a:lnTo>
                    <a:pt x="1257" y="5"/>
                  </a:lnTo>
                  <a:lnTo>
                    <a:pt x="1265" y="23"/>
                  </a:lnTo>
                  <a:lnTo>
                    <a:pt x="1277" y="34"/>
                  </a:lnTo>
                  <a:lnTo>
                    <a:pt x="1288" y="46"/>
                  </a:lnTo>
                  <a:lnTo>
                    <a:pt x="1300" y="64"/>
                  </a:lnTo>
                  <a:lnTo>
                    <a:pt x="1312" y="75"/>
                  </a:lnTo>
                  <a:lnTo>
                    <a:pt x="1323" y="81"/>
                  </a:lnTo>
                  <a:lnTo>
                    <a:pt x="1335" y="81"/>
                  </a:lnTo>
                  <a:lnTo>
                    <a:pt x="1347" y="69"/>
                  </a:lnTo>
                  <a:lnTo>
                    <a:pt x="1358" y="58"/>
                  </a:lnTo>
                  <a:lnTo>
                    <a:pt x="1370" y="46"/>
                  </a:lnTo>
                  <a:lnTo>
                    <a:pt x="1382" y="40"/>
                  </a:lnTo>
                  <a:lnTo>
                    <a:pt x="1393" y="34"/>
                  </a:lnTo>
                  <a:lnTo>
                    <a:pt x="1409" y="29"/>
                  </a:lnTo>
                  <a:lnTo>
                    <a:pt x="1420" y="29"/>
                  </a:lnTo>
                  <a:lnTo>
                    <a:pt x="1432" y="29"/>
                  </a:lnTo>
                  <a:lnTo>
                    <a:pt x="1444" y="23"/>
                  </a:lnTo>
                  <a:lnTo>
                    <a:pt x="1455" y="23"/>
                  </a:lnTo>
                  <a:lnTo>
                    <a:pt x="1467" y="11"/>
                  </a:lnTo>
                  <a:lnTo>
                    <a:pt x="1482" y="17"/>
                  </a:lnTo>
                  <a:lnTo>
                    <a:pt x="1502" y="34"/>
                  </a:lnTo>
                  <a:lnTo>
                    <a:pt x="1513" y="40"/>
                  </a:lnTo>
                  <a:lnTo>
                    <a:pt x="1529" y="58"/>
                  </a:lnTo>
                  <a:lnTo>
                    <a:pt x="1541" y="64"/>
                  </a:lnTo>
                  <a:lnTo>
                    <a:pt x="1552" y="75"/>
                  </a:lnTo>
                  <a:lnTo>
                    <a:pt x="1564" y="87"/>
                  </a:lnTo>
                  <a:lnTo>
                    <a:pt x="1576" y="87"/>
                  </a:lnTo>
                  <a:lnTo>
                    <a:pt x="1587" y="81"/>
                  </a:lnTo>
                  <a:lnTo>
                    <a:pt x="1603" y="69"/>
                  </a:lnTo>
                  <a:lnTo>
                    <a:pt x="1614" y="52"/>
                  </a:lnTo>
                  <a:lnTo>
                    <a:pt x="1626" y="46"/>
                  </a:lnTo>
                  <a:lnTo>
                    <a:pt x="1638" y="40"/>
                  </a:lnTo>
                  <a:lnTo>
                    <a:pt x="1649" y="34"/>
                  </a:lnTo>
                  <a:lnTo>
                    <a:pt x="1665" y="29"/>
                  </a:lnTo>
                  <a:lnTo>
                    <a:pt x="1676" y="23"/>
                  </a:lnTo>
                  <a:lnTo>
                    <a:pt x="1688" y="17"/>
                  </a:lnTo>
                  <a:lnTo>
                    <a:pt x="1700" y="11"/>
                  </a:lnTo>
                  <a:lnTo>
                    <a:pt x="1711" y="11"/>
                  </a:lnTo>
                  <a:lnTo>
                    <a:pt x="1723" y="17"/>
                  </a:lnTo>
                  <a:lnTo>
                    <a:pt x="1742" y="29"/>
                  </a:lnTo>
                  <a:lnTo>
                    <a:pt x="1754" y="40"/>
                  </a:lnTo>
                  <a:lnTo>
                    <a:pt x="1766" y="46"/>
                  </a:lnTo>
                  <a:lnTo>
                    <a:pt x="1777" y="52"/>
                  </a:lnTo>
                  <a:lnTo>
                    <a:pt x="1789" y="58"/>
                  </a:lnTo>
                  <a:lnTo>
                    <a:pt x="1801" y="58"/>
                  </a:lnTo>
                  <a:lnTo>
                    <a:pt x="1812" y="46"/>
                  </a:lnTo>
                  <a:lnTo>
                    <a:pt x="1824" y="40"/>
                  </a:lnTo>
                  <a:lnTo>
                    <a:pt x="1835" y="29"/>
                  </a:lnTo>
                  <a:lnTo>
                    <a:pt x="1847" y="17"/>
                  </a:lnTo>
                  <a:lnTo>
                    <a:pt x="1859" y="11"/>
                  </a:lnTo>
                  <a:lnTo>
                    <a:pt x="1874" y="5"/>
                  </a:lnTo>
                  <a:lnTo>
                    <a:pt x="1886" y="0"/>
                  </a:lnTo>
                  <a:lnTo>
                    <a:pt x="1898" y="0"/>
                  </a:lnTo>
                  <a:lnTo>
                    <a:pt x="1913" y="0"/>
                  </a:lnTo>
                  <a:lnTo>
                    <a:pt x="1925" y="5"/>
                  </a:lnTo>
                  <a:lnTo>
                    <a:pt x="1940" y="11"/>
                  </a:lnTo>
                  <a:lnTo>
                    <a:pt x="1952" y="17"/>
                  </a:lnTo>
                  <a:lnTo>
                    <a:pt x="1964" y="29"/>
                  </a:lnTo>
                  <a:lnTo>
                    <a:pt x="1975" y="34"/>
                  </a:lnTo>
                  <a:lnTo>
                    <a:pt x="1991" y="40"/>
                  </a:lnTo>
                  <a:lnTo>
                    <a:pt x="2002" y="52"/>
                  </a:lnTo>
                  <a:lnTo>
                    <a:pt x="2014" y="52"/>
                  </a:lnTo>
                  <a:lnTo>
                    <a:pt x="2022" y="34"/>
                  </a:lnTo>
                  <a:lnTo>
                    <a:pt x="2033" y="23"/>
                  </a:lnTo>
                  <a:lnTo>
                    <a:pt x="2045" y="23"/>
                  </a:lnTo>
                  <a:lnTo>
                    <a:pt x="2057" y="29"/>
                  </a:lnTo>
                  <a:lnTo>
                    <a:pt x="2072" y="40"/>
                  </a:lnTo>
                  <a:lnTo>
                    <a:pt x="2084" y="52"/>
                  </a:lnTo>
                  <a:lnTo>
                    <a:pt x="2095" y="58"/>
                  </a:lnTo>
                  <a:lnTo>
                    <a:pt x="2103" y="75"/>
                  </a:lnTo>
                  <a:lnTo>
                    <a:pt x="2115" y="81"/>
                  </a:lnTo>
                  <a:lnTo>
                    <a:pt x="2126" y="87"/>
                  </a:lnTo>
                  <a:lnTo>
                    <a:pt x="2138" y="99"/>
                  </a:lnTo>
                  <a:lnTo>
                    <a:pt x="2150" y="99"/>
                  </a:lnTo>
                  <a:lnTo>
                    <a:pt x="2158" y="110"/>
                  </a:lnTo>
                  <a:lnTo>
                    <a:pt x="2153" y="107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184" name="Oval 16">
            <a:extLst>
              <a:ext uri="{FF2B5EF4-FFF2-40B4-BE49-F238E27FC236}">
                <a16:creationId xmlns:a16="http://schemas.microsoft.com/office/drawing/2014/main" id="{D86E5DC4-6964-C91E-3523-E1EEBFDCB4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" y="2751138"/>
            <a:ext cx="520700" cy="877887"/>
          </a:xfrm>
          <a:prstGeom prst="ellips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185" name="Line 17">
            <a:extLst>
              <a:ext uri="{FF2B5EF4-FFF2-40B4-BE49-F238E27FC236}">
                <a16:creationId xmlns:a16="http://schemas.microsoft.com/office/drawing/2014/main" id="{9365D62C-0835-9313-87E9-BFF3F4569975}"/>
              </a:ext>
            </a:extLst>
          </p:cNvPr>
          <p:cNvSpPr>
            <a:spLocks noChangeShapeType="1"/>
          </p:cNvSpPr>
          <p:nvPr/>
        </p:nvSpPr>
        <p:spPr bwMode="auto">
          <a:xfrm>
            <a:off x="590550" y="2960688"/>
            <a:ext cx="28575" cy="5873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6" name="Line 18">
            <a:extLst>
              <a:ext uri="{FF2B5EF4-FFF2-40B4-BE49-F238E27FC236}">
                <a16:creationId xmlns:a16="http://schemas.microsoft.com/office/drawing/2014/main" id="{EE02164C-07FE-75BD-C7F3-DCA5F0C666B0}"/>
              </a:ext>
            </a:extLst>
          </p:cNvPr>
          <p:cNvSpPr>
            <a:spLocks noChangeShapeType="1"/>
          </p:cNvSpPr>
          <p:nvPr/>
        </p:nvSpPr>
        <p:spPr bwMode="auto">
          <a:xfrm>
            <a:off x="133350" y="3405188"/>
            <a:ext cx="42863" cy="9048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7" name="Arc 19">
            <a:extLst>
              <a:ext uri="{FF2B5EF4-FFF2-40B4-BE49-F238E27FC236}">
                <a16:creationId xmlns:a16="http://schemas.microsoft.com/office/drawing/2014/main" id="{B26C44FF-4B8E-AFCC-6325-C159E7ED9228}"/>
              </a:ext>
            </a:extLst>
          </p:cNvPr>
          <p:cNvSpPr>
            <a:spLocks/>
          </p:cNvSpPr>
          <p:nvPr/>
        </p:nvSpPr>
        <p:spPr bwMode="auto">
          <a:xfrm>
            <a:off x="95250" y="557213"/>
            <a:ext cx="666750" cy="13589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1600 w 21600"/>
              <a:gd name="T1" fmla="*/ 43200 h 43200"/>
              <a:gd name="T2" fmla="*/ 21549 w 21600"/>
              <a:gd name="T3" fmla="*/ 0 h 43200"/>
              <a:gd name="T4" fmla="*/ 21600 w 216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43200" fill="none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</a:path>
              <a:path w="21600" h="43200" stroke="0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17961" dir="2700000" algn="ctr" rotWithShape="0">
              <a:schemeClr val="accent1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88" name="Rectangle 20">
            <a:extLst>
              <a:ext uri="{FF2B5EF4-FFF2-40B4-BE49-F238E27FC236}">
                <a16:creationId xmlns:a16="http://schemas.microsoft.com/office/drawing/2014/main" id="{231B9B3E-BE01-2C7B-E9E4-011298F06C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749300"/>
            <a:ext cx="233362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  Surname             Init</a:t>
            </a:r>
            <a:r>
              <a:rPr lang="en-US" altLang="en-US" sz="800">
                <a:solidFill>
                  <a:schemeClr val="tx1"/>
                </a:solidFill>
              </a:rPr>
              <a:t>       YOB     MOB DOB</a:t>
            </a:r>
          </a:p>
        </p:txBody>
      </p:sp>
      <p:sp>
        <p:nvSpPr>
          <p:cNvPr id="7189" name="Line 21">
            <a:extLst>
              <a:ext uri="{FF2B5EF4-FFF2-40B4-BE49-F238E27FC236}">
                <a16:creationId xmlns:a16="http://schemas.microsoft.com/office/drawing/2014/main" id="{D208FD80-AEC7-D82A-5923-1DB795E28489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80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0" name="Line 22">
            <a:extLst>
              <a:ext uri="{FF2B5EF4-FFF2-40B4-BE49-F238E27FC236}">
                <a16:creationId xmlns:a16="http://schemas.microsoft.com/office/drawing/2014/main" id="{B4D08AD2-99BF-1931-F073-A3984DBCB77A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96" name="Group 4">
            <a:extLst>
              <a:ext uri="{FF2B5EF4-FFF2-40B4-BE49-F238E27FC236}">
                <a16:creationId xmlns:a16="http://schemas.microsoft.com/office/drawing/2014/main" id="{73D8EC50-EE2D-7691-3A19-C0185D303071}"/>
              </a:ext>
            </a:extLst>
          </p:cNvPr>
          <p:cNvGrpSpPr>
            <a:grpSpLocks/>
          </p:cNvGrpSpPr>
          <p:nvPr/>
        </p:nvGrpSpPr>
        <p:grpSpPr bwMode="auto">
          <a:xfrm>
            <a:off x="692150" y="960438"/>
            <a:ext cx="3473450" cy="1589087"/>
            <a:chOff x="436" y="605"/>
            <a:chExt cx="2188" cy="1001"/>
          </a:xfrm>
        </p:grpSpPr>
        <p:sp>
          <p:nvSpPr>
            <p:cNvPr id="8194" name="Rectangle 2">
              <a:extLst>
                <a:ext uri="{FF2B5EF4-FFF2-40B4-BE49-F238E27FC236}">
                  <a16:creationId xmlns:a16="http://schemas.microsoft.com/office/drawing/2014/main" id="{4D635181-B56E-E35E-143B-393A4E696D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802"/>
              <a:ext cx="2188" cy="80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2075" tIns="46038" rIns="92075" bIns="46038">
              <a:spAutoFit/>
            </a:bodyPr>
            <a:lstStyle/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9834567Curtain FB19801009LM51M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9583715Healy   TC19760304LM68F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9734567Downes  BC19791205LM51M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rgbClr val="CC0000"/>
                  </a:solidFill>
                  <a:latin typeface="Courier New" panose="02070309020205020404" pitchFamily="49" charset="0"/>
                </a:rPr>
                <a:t>9963413O’Brien MS19811221LM21F</a:t>
              </a:r>
              <a:endParaRPr lang="en-US" altLang="en-US" sz="1400" b="1">
                <a:solidFill>
                  <a:schemeClr val="tx1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^Z (eof)</a:t>
              </a:r>
            </a:p>
          </p:txBody>
        </p:sp>
        <p:sp>
          <p:nvSpPr>
            <p:cNvPr id="8195" name="Rectangle 3">
              <a:extLst>
                <a:ext uri="{FF2B5EF4-FFF2-40B4-BE49-F238E27FC236}">
                  <a16:creationId xmlns:a16="http://schemas.microsoft.com/office/drawing/2014/main" id="{2DA3C3FD-7C72-0E77-A4BF-74FD20D759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2" y="605"/>
              <a:ext cx="90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Students.Dat</a:t>
              </a:r>
            </a:p>
          </p:txBody>
        </p:sp>
      </p:grpSp>
      <p:sp>
        <p:nvSpPr>
          <p:cNvPr id="8197" name="Rectangle 5">
            <a:extLst>
              <a:ext uri="{FF2B5EF4-FFF2-40B4-BE49-F238E27FC236}">
                <a16:creationId xmlns:a16="http://schemas.microsoft.com/office/drawing/2014/main" id="{38EBF526-4190-C071-617C-10D5C42D2C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441325"/>
            <a:ext cx="3849687" cy="279400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/>
          <a:p>
            <a:r>
              <a:rPr lang="en-US" altLang="en-US" sz="1400" b="1">
                <a:solidFill>
                  <a:srgbClr val="CC0000"/>
                </a:solidFill>
                <a:latin typeface="Courier New" panose="02070309020205020404" pitchFamily="49" charset="0"/>
              </a:rPr>
              <a:t>9963413 O’Brien MS 19811221 LM21 F</a:t>
            </a:r>
          </a:p>
        </p:txBody>
      </p:sp>
      <p:sp>
        <p:nvSpPr>
          <p:cNvPr id="8198" name="Rectangle 6">
            <a:extLst>
              <a:ext uri="{FF2B5EF4-FFF2-40B4-BE49-F238E27FC236}">
                <a16:creationId xmlns:a16="http://schemas.microsoft.com/office/drawing/2014/main" id="{504B2CAF-07C0-76B2-CF72-3D1B93EBD8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988" y="82550"/>
            <a:ext cx="39465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</a:rPr>
              <a:t>StudentRec</a:t>
            </a:r>
          </a:p>
          <a:p>
            <a:r>
              <a:rPr lang="en-US" altLang="en-US" sz="1000" b="1">
                <a:solidFill>
                  <a:schemeClr val="tx1"/>
                </a:solidFill>
              </a:rPr>
              <a:t>StudentId           StudentName             DateOfBirth         Course</a:t>
            </a:r>
            <a:r>
              <a:rPr lang="en-US" altLang="en-US" sz="1200" b="1">
                <a:solidFill>
                  <a:schemeClr val="tx1"/>
                </a:solidFill>
              </a:rPr>
              <a:t> </a:t>
            </a:r>
            <a:r>
              <a:rPr lang="en-US" altLang="en-US" sz="1000" b="1">
                <a:solidFill>
                  <a:schemeClr val="tx1"/>
                </a:solidFill>
              </a:rPr>
              <a:t>  Gender</a:t>
            </a:r>
            <a:r>
              <a:rPr lang="en-US" altLang="en-US" sz="1000">
                <a:solidFill>
                  <a:srgbClr val="FF3300"/>
                </a:solidFill>
              </a:rPr>
              <a:t> </a:t>
            </a:r>
          </a:p>
        </p:txBody>
      </p:sp>
      <p:sp>
        <p:nvSpPr>
          <p:cNvPr id="8199" name="Line 7">
            <a:extLst>
              <a:ext uri="{FF2B5EF4-FFF2-40B4-BE49-F238E27FC236}">
                <a16:creationId xmlns:a16="http://schemas.microsoft.com/office/drawing/2014/main" id="{402232CF-F54D-8B41-3E80-31970F592CD5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036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0" name="Line 8">
            <a:extLst>
              <a:ext uri="{FF2B5EF4-FFF2-40B4-BE49-F238E27FC236}">
                <a16:creationId xmlns:a16="http://schemas.microsoft.com/office/drawing/2014/main" id="{163E64B0-7E17-25DB-D2C0-7EFC40FCC115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241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1" name="Line 9">
            <a:extLst>
              <a:ext uri="{FF2B5EF4-FFF2-40B4-BE49-F238E27FC236}">
                <a16:creationId xmlns:a16="http://schemas.microsoft.com/office/drawing/2014/main" id="{E68FF993-CEC5-72EC-3C1D-7FD98E492E85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332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2" name="Line 10">
            <a:extLst>
              <a:ext uri="{FF2B5EF4-FFF2-40B4-BE49-F238E27FC236}">
                <a16:creationId xmlns:a16="http://schemas.microsoft.com/office/drawing/2014/main" id="{CA448625-55C9-9209-B4EC-0946A44BA8B1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767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03" name="Line 11">
            <a:extLst>
              <a:ext uri="{FF2B5EF4-FFF2-40B4-BE49-F238E27FC236}">
                <a16:creationId xmlns:a16="http://schemas.microsoft.com/office/drawing/2014/main" id="{CBC01DD3-69DE-9A19-9423-F4C6B054629E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5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8207" name="Group 15">
            <a:extLst>
              <a:ext uri="{FF2B5EF4-FFF2-40B4-BE49-F238E27FC236}">
                <a16:creationId xmlns:a16="http://schemas.microsoft.com/office/drawing/2014/main" id="{2E448349-E4C8-C600-1B5B-9EFABEA448F0}"/>
              </a:ext>
            </a:extLst>
          </p:cNvPr>
          <p:cNvGrpSpPr>
            <a:grpSpLocks/>
          </p:cNvGrpSpPr>
          <p:nvPr/>
        </p:nvGrpSpPr>
        <p:grpSpPr bwMode="auto">
          <a:xfrm>
            <a:off x="687388" y="2647950"/>
            <a:ext cx="3429000" cy="1125538"/>
            <a:chOff x="433" y="1668"/>
            <a:chExt cx="2160" cy="709"/>
          </a:xfrm>
        </p:grpSpPr>
        <p:sp>
          <p:nvSpPr>
            <p:cNvPr id="8204" name="Rectangle 12">
              <a:extLst>
                <a:ext uri="{FF2B5EF4-FFF2-40B4-BE49-F238E27FC236}">
                  <a16:creationId xmlns:a16="http://schemas.microsoft.com/office/drawing/2014/main" id="{EAF620FB-65A8-F611-27B0-EC020CEE7B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1673"/>
              <a:ext cx="2141" cy="680"/>
            </a:xfrm>
            <a:prstGeom prst="rect">
              <a:avLst/>
            </a:prstGeom>
            <a:solidFill>
              <a:srgbClr val="EEFFEE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/>
            <a:lstStyle/>
            <a:p>
              <a:pPr>
                <a:lnSpc>
                  <a:spcPct val="80000"/>
                </a:lnSpc>
              </a:pP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PERFORM UNTIL EndOfFile</a:t>
              </a: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READ StudentFile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  AT END SET EndOfFile TO TRUE</a:t>
              </a:r>
              <a:b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END-READ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END-PERFORM</a:t>
              </a:r>
            </a:p>
          </p:txBody>
        </p:sp>
        <p:sp>
          <p:nvSpPr>
            <p:cNvPr id="8205" name="Freeform 13">
              <a:extLst>
                <a:ext uri="{FF2B5EF4-FFF2-40B4-BE49-F238E27FC236}">
                  <a16:creationId xmlns:a16="http://schemas.microsoft.com/office/drawing/2014/main" id="{8340BCC8-A8C4-B43E-40BE-7CE843350444}"/>
                </a:ext>
              </a:extLst>
            </p:cNvPr>
            <p:cNvSpPr>
              <a:spLocks/>
            </p:cNvSpPr>
            <p:nvPr/>
          </p:nvSpPr>
          <p:spPr bwMode="auto">
            <a:xfrm>
              <a:off x="433" y="1668"/>
              <a:ext cx="2149" cy="82"/>
            </a:xfrm>
            <a:custGeom>
              <a:avLst/>
              <a:gdLst>
                <a:gd name="T0" fmla="*/ 2142 w 2149"/>
                <a:gd name="T1" fmla="*/ 4 h 82"/>
                <a:gd name="T2" fmla="*/ 2087 w 2149"/>
                <a:gd name="T3" fmla="*/ 28 h 82"/>
                <a:gd name="T4" fmla="*/ 2043 w 2149"/>
                <a:gd name="T5" fmla="*/ 28 h 82"/>
                <a:gd name="T6" fmla="*/ 2005 w 2149"/>
                <a:gd name="T7" fmla="*/ 51 h 82"/>
                <a:gd name="T8" fmla="*/ 1959 w 2149"/>
                <a:gd name="T9" fmla="*/ 33 h 82"/>
                <a:gd name="T10" fmla="*/ 1913 w 2149"/>
                <a:gd name="T11" fmla="*/ 23 h 82"/>
                <a:gd name="T12" fmla="*/ 1869 w 2149"/>
                <a:gd name="T13" fmla="*/ 14 h 82"/>
                <a:gd name="T14" fmla="*/ 1826 w 2149"/>
                <a:gd name="T15" fmla="*/ 31 h 82"/>
                <a:gd name="T16" fmla="*/ 1788 w 2149"/>
                <a:gd name="T17" fmla="*/ 46 h 82"/>
                <a:gd name="T18" fmla="*/ 1744 w 2149"/>
                <a:gd name="T19" fmla="*/ 61 h 82"/>
                <a:gd name="T20" fmla="*/ 1698 w 2149"/>
                <a:gd name="T21" fmla="*/ 48 h 82"/>
                <a:gd name="T22" fmla="*/ 1654 w 2149"/>
                <a:gd name="T23" fmla="*/ 36 h 82"/>
                <a:gd name="T24" fmla="*/ 1605 w 2149"/>
                <a:gd name="T25" fmla="*/ 28 h 82"/>
                <a:gd name="T26" fmla="*/ 1562 w 2149"/>
                <a:gd name="T27" fmla="*/ 23 h 82"/>
                <a:gd name="T28" fmla="*/ 1515 w 2149"/>
                <a:gd name="T29" fmla="*/ 21 h 82"/>
                <a:gd name="T30" fmla="*/ 1475 w 2149"/>
                <a:gd name="T31" fmla="*/ 28 h 82"/>
                <a:gd name="T32" fmla="*/ 1431 w 2149"/>
                <a:gd name="T33" fmla="*/ 46 h 82"/>
                <a:gd name="T34" fmla="*/ 1388 w 2149"/>
                <a:gd name="T35" fmla="*/ 36 h 82"/>
                <a:gd name="T36" fmla="*/ 1344 w 2149"/>
                <a:gd name="T37" fmla="*/ 21 h 82"/>
                <a:gd name="T38" fmla="*/ 1298 w 2149"/>
                <a:gd name="T39" fmla="*/ 14 h 82"/>
                <a:gd name="T40" fmla="*/ 1254 w 2149"/>
                <a:gd name="T41" fmla="*/ 11 h 82"/>
                <a:gd name="T42" fmla="*/ 1211 w 2149"/>
                <a:gd name="T43" fmla="*/ 36 h 82"/>
                <a:gd name="T44" fmla="*/ 1167 w 2149"/>
                <a:gd name="T45" fmla="*/ 46 h 82"/>
                <a:gd name="T46" fmla="*/ 1118 w 2149"/>
                <a:gd name="T47" fmla="*/ 53 h 82"/>
                <a:gd name="T48" fmla="*/ 1074 w 2149"/>
                <a:gd name="T49" fmla="*/ 56 h 82"/>
                <a:gd name="T50" fmla="*/ 1028 w 2149"/>
                <a:gd name="T51" fmla="*/ 31 h 82"/>
                <a:gd name="T52" fmla="*/ 982 w 2149"/>
                <a:gd name="T53" fmla="*/ 19 h 82"/>
                <a:gd name="T54" fmla="*/ 935 w 2149"/>
                <a:gd name="T55" fmla="*/ 33 h 82"/>
                <a:gd name="T56" fmla="*/ 889 w 2149"/>
                <a:gd name="T57" fmla="*/ 48 h 82"/>
                <a:gd name="T58" fmla="*/ 845 w 2149"/>
                <a:gd name="T59" fmla="*/ 28 h 82"/>
                <a:gd name="T60" fmla="*/ 802 w 2149"/>
                <a:gd name="T61" fmla="*/ 9 h 82"/>
                <a:gd name="T62" fmla="*/ 758 w 2149"/>
                <a:gd name="T63" fmla="*/ 11 h 82"/>
                <a:gd name="T64" fmla="*/ 715 w 2149"/>
                <a:gd name="T65" fmla="*/ 14 h 82"/>
                <a:gd name="T66" fmla="*/ 671 w 2149"/>
                <a:gd name="T67" fmla="*/ 16 h 82"/>
                <a:gd name="T68" fmla="*/ 628 w 2149"/>
                <a:gd name="T69" fmla="*/ 31 h 82"/>
                <a:gd name="T70" fmla="*/ 581 w 2149"/>
                <a:gd name="T71" fmla="*/ 48 h 82"/>
                <a:gd name="T72" fmla="*/ 538 w 2149"/>
                <a:gd name="T73" fmla="*/ 48 h 82"/>
                <a:gd name="T74" fmla="*/ 489 w 2149"/>
                <a:gd name="T75" fmla="*/ 33 h 82"/>
                <a:gd name="T76" fmla="*/ 448 w 2149"/>
                <a:gd name="T77" fmla="*/ 23 h 82"/>
                <a:gd name="T78" fmla="*/ 454 w 2149"/>
                <a:gd name="T79" fmla="*/ 51 h 82"/>
                <a:gd name="T80" fmla="*/ 471 w 2149"/>
                <a:gd name="T81" fmla="*/ 76 h 82"/>
                <a:gd name="T82" fmla="*/ 428 w 2149"/>
                <a:gd name="T83" fmla="*/ 46 h 82"/>
                <a:gd name="T84" fmla="*/ 381 w 2149"/>
                <a:gd name="T85" fmla="*/ 28 h 82"/>
                <a:gd name="T86" fmla="*/ 338 w 2149"/>
                <a:gd name="T87" fmla="*/ 26 h 82"/>
                <a:gd name="T88" fmla="*/ 291 w 2149"/>
                <a:gd name="T89" fmla="*/ 28 h 82"/>
                <a:gd name="T90" fmla="*/ 242 w 2149"/>
                <a:gd name="T91" fmla="*/ 33 h 82"/>
                <a:gd name="T92" fmla="*/ 213 w 2149"/>
                <a:gd name="T93" fmla="*/ 61 h 82"/>
                <a:gd name="T94" fmla="*/ 170 w 2149"/>
                <a:gd name="T95" fmla="*/ 66 h 82"/>
                <a:gd name="T96" fmla="*/ 126 w 2149"/>
                <a:gd name="T97" fmla="*/ 56 h 82"/>
                <a:gd name="T98" fmla="*/ 83 w 2149"/>
                <a:gd name="T99" fmla="*/ 43 h 82"/>
                <a:gd name="T100" fmla="*/ 39 w 2149"/>
                <a:gd name="T101" fmla="*/ 26 h 82"/>
                <a:gd name="T102" fmla="*/ 1 w 2149"/>
                <a:gd name="T103" fmla="*/ 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49" h="82">
                  <a:moveTo>
                    <a:pt x="2148" y="1"/>
                  </a:moveTo>
                  <a:lnTo>
                    <a:pt x="2148" y="0"/>
                  </a:lnTo>
                  <a:lnTo>
                    <a:pt x="2148" y="1"/>
                  </a:lnTo>
                  <a:lnTo>
                    <a:pt x="2147" y="4"/>
                  </a:lnTo>
                  <a:lnTo>
                    <a:pt x="2142" y="4"/>
                  </a:lnTo>
                  <a:lnTo>
                    <a:pt x="2124" y="11"/>
                  </a:lnTo>
                  <a:lnTo>
                    <a:pt x="2113" y="19"/>
                  </a:lnTo>
                  <a:lnTo>
                    <a:pt x="2104" y="26"/>
                  </a:lnTo>
                  <a:lnTo>
                    <a:pt x="2095" y="26"/>
                  </a:lnTo>
                  <a:lnTo>
                    <a:pt x="2087" y="28"/>
                  </a:lnTo>
                  <a:lnTo>
                    <a:pt x="2078" y="28"/>
                  </a:lnTo>
                  <a:lnTo>
                    <a:pt x="2069" y="28"/>
                  </a:lnTo>
                  <a:lnTo>
                    <a:pt x="2060" y="28"/>
                  </a:lnTo>
                  <a:lnTo>
                    <a:pt x="2052" y="28"/>
                  </a:lnTo>
                  <a:lnTo>
                    <a:pt x="2043" y="28"/>
                  </a:lnTo>
                  <a:lnTo>
                    <a:pt x="2034" y="33"/>
                  </a:lnTo>
                  <a:lnTo>
                    <a:pt x="2029" y="41"/>
                  </a:lnTo>
                  <a:lnTo>
                    <a:pt x="2023" y="48"/>
                  </a:lnTo>
                  <a:lnTo>
                    <a:pt x="2014" y="51"/>
                  </a:lnTo>
                  <a:lnTo>
                    <a:pt x="2005" y="51"/>
                  </a:lnTo>
                  <a:lnTo>
                    <a:pt x="1997" y="46"/>
                  </a:lnTo>
                  <a:lnTo>
                    <a:pt x="1985" y="41"/>
                  </a:lnTo>
                  <a:lnTo>
                    <a:pt x="1976" y="41"/>
                  </a:lnTo>
                  <a:lnTo>
                    <a:pt x="1968" y="38"/>
                  </a:lnTo>
                  <a:lnTo>
                    <a:pt x="1959" y="33"/>
                  </a:lnTo>
                  <a:lnTo>
                    <a:pt x="1950" y="31"/>
                  </a:lnTo>
                  <a:lnTo>
                    <a:pt x="1939" y="31"/>
                  </a:lnTo>
                  <a:lnTo>
                    <a:pt x="1930" y="28"/>
                  </a:lnTo>
                  <a:lnTo>
                    <a:pt x="1921" y="26"/>
                  </a:lnTo>
                  <a:lnTo>
                    <a:pt x="1913" y="23"/>
                  </a:lnTo>
                  <a:lnTo>
                    <a:pt x="1904" y="23"/>
                  </a:lnTo>
                  <a:lnTo>
                    <a:pt x="1895" y="21"/>
                  </a:lnTo>
                  <a:lnTo>
                    <a:pt x="1886" y="19"/>
                  </a:lnTo>
                  <a:lnTo>
                    <a:pt x="1878" y="16"/>
                  </a:lnTo>
                  <a:lnTo>
                    <a:pt x="1869" y="14"/>
                  </a:lnTo>
                  <a:lnTo>
                    <a:pt x="1866" y="21"/>
                  </a:lnTo>
                  <a:lnTo>
                    <a:pt x="1855" y="23"/>
                  </a:lnTo>
                  <a:lnTo>
                    <a:pt x="1843" y="23"/>
                  </a:lnTo>
                  <a:lnTo>
                    <a:pt x="1834" y="26"/>
                  </a:lnTo>
                  <a:lnTo>
                    <a:pt x="1826" y="31"/>
                  </a:lnTo>
                  <a:lnTo>
                    <a:pt x="1823" y="38"/>
                  </a:lnTo>
                  <a:lnTo>
                    <a:pt x="1814" y="41"/>
                  </a:lnTo>
                  <a:lnTo>
                    <a:pt x="1805" y="41"/>
                  </a:lnTo>
                  <a:lnTo>
                    <a:pt x="1797" y="41"/>
                  </a:lnTo>
                  <a:lnTo>
                    <a:pt x="1788" y="46"/>
                  </a:lnTo>
                  <a:lnTo>
                    <a:pt x="1779" y="48"/>
                  </a:lnTo>
                  <a:lnTo>
                    <a:pt x="1770" y="51"/>
                  </a:lnTo>
                  <a:lnTo>
                    <a:pt x="1762" y="53"/>
                  </a:lnTo>
                  <a:lnTo>
                    <a:pt x="1753" y="58"/>
                  </a:lnTo>
                  <a:lnTo>
                    <a:pt x="1744" y="61"/>
                  </a:lnTo>
                  <a:lnTo>
                    <a:pt x="1736" y="61"/>
                  </a:lnTo>
                  <a:lnTo>
                    <a:pt x="1727" y="58"/>
                  </a:lnTo>
                  <a:lnTo>
                    <a:pt x="1718" y="53"/>
                  </a:lnTo>
                  <a:lnTo>
                    <a:pt x="1707" y="51"/>
                  </a:lnTo>
                  <a:lnTo>
                    <a:pt x="1698" y="48"/>
                  </a:lnTo>
                  <a:lnTo>
                    <a:pt x="1689" y="46"/>
                  </a:lnTo>
                  <a:lnTo>
                    <a:pt x="1681" y="43"/>
                  </a:lnTo>
                  <a:lnTo>
                    <a:pt x="1672" y="43"/>
                  </a:lnTo>
                  <a:lnTo>
                    <a:pt x="1663" y="38"/>
                  </a:lnTo>
                  <a:lnTo>
                    <a:pt x="1654" y="36"/>
                  </a:lnTo>
                  <a:lnTo>
                    <a:pt x="1646" y="36"/>
                  </a:lnTo>
                  <a:lnTo>
                    <a:pt x="1637" y="33"/>
                  </a:lnTo>
                  <a:lnTo>
                    <a:pt x="1628" y="33"/>
                  </a:lnTo>
                  <a:lnTo>
                    <a:pt x="1617" y="31"/>
                  </a:lnTo>
                  <a:lnTo>
                    <a:pt x="1605" y="28"/>
                  </a:lnTo>
                  <a:lnTo>
                    <a:pt x="1596" y="26"/>
                  </a:lnTo>
                  <a:lnTo>
                    <a:pt x="1588" y="23"/>
                  </a:lnTo>
                  <a:lnTo>
                    <a:pt x="1579" y="23"/>
                  </a:lnTo>
                  <a:lnTo>
                    <a:pt x="1570" y="23"/>
                  </a:lnTo>
                  <a:lnTo>
                    <a:pt x="1562" y="23"/>
                  </a:lnTo>
                  <a:lnTo>
                    <a:pt x="1553" y="23"/>
                  </a:lnTo>
                  <a:lnTo>
                    <a:pt x="1544" y="23"/>
                  </a:lnTo>
                  <a:lnTo>
                    <a:pt x="1536" y="23"/>
                  </a:lnTo>
                  <a:lnTo>
                    <a:pt x="1524" y="23"/>
                  </a:lnTo>
                  <a:lnTo>
                    <a:pt x="1515" y="21"/>
                  </a:lnTo>
                  <a:lnTo>
                    <a:pt x="1507" y="16"/>
                  </a:lnTo>
                  <a:lnTo>
                    <a:pt x="1498" y="16"/>
                  </a:lnTo>
                  <a:lnTo>
                    <a:pt x="1489" y="16"/>
                  </a:lnTo>
                  <a:lnTo>
                    <a:pt x="1483" y="23"/>
                  </a:lnTo>
                  <a:lnTo>
                    <a:pt x="1475" y="28"/>
                  </a:lnTo>
                  <a:lnTo>
                    <a:pt x="1466" y="31"/>
                  </a:lnTo>
                  <a:lnTo>
                    <a:pt x="1457" y="38"/>
                  </a:lnTo>
                  <a:lnTo>
                    <a:pt x="1449" y="41"/>
                  </a:lnTo>
                  <a:lnTo>
                    <a:pt x="1440" y="43"/>
                  </a:lnTo>
                  <a:lnTo>
                    <a:pt x="1431" y="46"/>
                  </a:lnTo>
                  <a:lnTo>
                    <a:pt x="1422" y="46"/>
                  </a:lnTo>
                  <a:lnTo>
                    <a:pt x="1414" y="43"/>
                  </a:lnTo>
                  <a:lnTo>
                    <a:pt x="1405" y="38"/>
                  </a:lnTo>
                  <a:lnTo>
                    <a:pt x="1396" y="36"/>
                  </a:lnTo>
                  <a:lnTo>
                    <a:pt x="1388" y="36"/>
                  </a:lnTo>
                  <a:lnTo>
                    <a:pt x="1379" y="33"/>
                  </a:lnTo>
                  <a:lnTo>
                    <a:pt x="1370" y="31"/>
                  </a:lnTo>
                  <a:lnTo>
                    <a:pt x="1362" y="26"/>
                  </a:lnTo>
                  <a:lnTo>
                    <a:pt x="1353" y="26"/>
                  </a:lnTo>
                  <a:lnTo>
                    <a:pt x="1344" y="21"/>
                  </a:lnTo>
                  <a:lnTo>
                    <a:pt x="1335" y="19"/>
                  </a:lnTo>
                  <a:lnTo>
                    <a:pt x="1327" y="19"/>
                  </a:lnTo>
                  <a:lnTo>
                    <a:pt x="1318" y="16"/>
                  </a:lnTo>
                  <a:lnTo>
                    <a:pt x="1309" y="16"/>
                  </a:lnTo>
                  <a:lnTo>
                    <a:pt x="1298" y="14"/>
                  </a:lnTo>
                  <a:lnTo>
                    <a:pt x="1289" y="11"/>
                  </a:lnTo>
                  <a:lnTo>
                    <a:pt x="1280" y="11"/>
                  </a:lnTo>
                  <a:lnTo>
                    <a:pt x="1272" y="11"/>
                  </a:lnTo>
                  <a:lnTo>
                    <a:pt x="1263" y="11"/>
                  </a:lnTo>
                  <a:lnTo>
                    <a:pt x="1254" y="11"/>
                  </a:lnTo>
                  <a:lnTo>
                    <a:pt x="1246" y="14"/>
                  </a:lnTo>
                  <a:lnTo>
                    <a:pt x="1237" y="19"/>
                  </a:lnTo>
                  <a:lnTo>
                    <a:pt x="1228" y="26"/>
                  </a:lnTo>
                  <a:lnTo>
                    <a:pt x="1219" y="31"/>
                  </a:lnTo>
                  <a:lnTo>
                    <a:pt x="1211" y="36"/>
                  </a:lnTo>
                  <a:lnTo>
                    <a:pt x="1202" y="41"/>
                  </a:lnTo>
                  <a:lnTo>
                    <a:pt x="1193" y="43"/>
                  </a:lnTo>
                  <a:lnTo>
                    <a:pt x="1185" y="43"/>
                  </a:lnTo>
                  <a:lnTo>
                    <a:pt x="1176" y="43"/>
                  </a:lnTo>
                  <a:lnTo>
                    <a:pt x="1167" y="46"/>
                  </a:lnTo>
                  <a:lnTo>
                    <a:pt x="1156" y="46"/>
                  </a:lnTo>
                  <a:lnTo>
                    <a:pt x="1147" y="48"/>
                  </a:lnTo>
                  <a:lnTo>
                    <a:pt x="1135" y="51"/>
                  </a:lnTo>
                  <a:lnTo>
                    <a:pt x="1127" y="53"/>
                  </a:lnTo>
                  <a:lnTo>
                    <a:pt x="1118" y="53"/>
                  </a:lnTo>
                  <a:lnTo>
                    <a:pt x="1109" y="56"/>
                  </a:lnTo>
                  <a:lnTo>
                    <a:pt x="1101" y="56"/>
                  </a:lnTo>
                  <a:lnTo>
                    <a:pt x="1092" y="56"/>
                  </a:lnTo>
                  <a:lnTo>
                    <a:pt x="1083" y="56"/>
                  </a:lnTo>
                  <a:lnTo>
                    <a:pt x="1074" y="56"/>
                  </a:lnTo>
                  <a:lnTo>
                    <a:pt x="1066" y="53"/>
                  </a:lnTo>
                  <a:lnTo>
                    <a:pt x="1060" y="46"/>
                  </a:lnTo>
                  <a:lnTo>
                    <a:pt x="1048" y="38"/>
                  </a:lnTo>
                  <a:lnTo>
                    <a:pt x="1040" y="36"/>
                  </a:lnTo>
                  <a:lnTo>
                    <a:pt x="1028" y="31"/>
                  </a:lnTo>
                  <a:lnTo>
                    <a:pt x="1019" y="26"/>
                  </a:lnTo>
                  <a:lnTo>
                    <a:pt x="1008" y="26"/>
                  </a:lnTo>
                  <a:lnTo>
                    <a:pt x="999" y="23"/>
                  </a:lnTo>
                  <a:lnTo>
                    <a:pt x="990" y="19"/>
                  </a:lnTo>
                  <a:lnTo>
                    <a:pt x="982" y="19"/>
                  </a:lnTo>
                  <a:lnTo>
                    <a:pt x="973" y="16"/>
                  </a:lnTo>
                  <a:lnTo>
                    <a:pt x="961" y="21"/>
                  </a:lnTo>
                  <a:lnTo>
                    <a:pt x="953" y="26"/>
                  </a:lnTo>
                  <a:lnTo>
                    <a:pt x="944" y="31"/>
                  </a:lnTo>
                  <a:lnTo>
                    <a:pt x="935" y="33"/>
                  </a:lnTo>
                  <a:lnTo>
                    <a:pt x="927" y="36"/>
                  </a:lnTo>
                  <a:lnTo>
                    <a:pt x="915" y="41"/>
                  </a:lnTo>
                  <a:lnTo>
                    <a:pt x="906" y="43"/>
                  </a:lnTo>
                  <a:lnTo>
                    <a:pt x="898" y="48"/>
                  </a:lnTo>
                  <a:lnTo>
                    <a:pt x="889" y="48"/>
                  </a:lnTo>
                  <a:lnTo>
                    <a:pt x="880" y="48"/>
                  </a:lnTo>
                  <a:lnTo>
                    <a:pt x="869" y="46"/>
                  </a:lnTo>
                  <a:lnTo>
                    <a:pt x="863" y="38"/>
                  </a:lnTo>
                  <a:lnTo>
                    <a:pt x="854" y="33"/>
                  </a:lnTo>
                  <a:lnTo>
                    <a:pt x="845" y="28"/>
                  </a:lnTo>
                  <a:lnTo>
                    <a:pt x="837" y="21"/>
                  </a:lnTo>
                  <a:lnTo>
                    <a:pt x="828" y="16"/>
                  </a:lnTo>
                  <a:lnTo>
                    <a:pt x="819" y="11"/>
                  </a:lnTo>
                  <a:lnTo>
                    <a:pt x="811" y="9"/>
                  </a:lnTo>
                  <a:lnTo>
                    <a:pt x="802" y="9"/>
                  </a:lnTo>
                  <a:lnTo>
                    <a:pt x="793" y="9"/>
                  </a:lnTo>
                  <a:lnTo>
                    <a:pt x="784" y="11"/>
                  </a:lnTo>
                  <a:lnTo>
                    <a:pt x="776" y="11"/>
                  </a:lnTo>
                  <a:lnTo>
                    <a:pt x="767" y="11"/>
                  </a:lnTo>
                  <a:lnTo>
                    <a:pt x="758" y="11"/>
                  </a:lnTo>
                  <a:lnTo>
                    <a:pt x="750" y="11"/>
                  </a:lnTo>
                  <a:lnTo>
                    <a:pt x="741" y="14"/>
                  </a:lnTo>
                  <a:lnTo>
                    <a:pt x="732" y="14"/>
                  </a:lnTo>
                  <a:lnTo>
                    <a:pt x="724" y="14"/>
                  </a:lnTo>
                  <a:lnTo>
                    <a:pt x="715" y="14"/>
                  </a:lnTo>
                  <a:lnTo>
                    <a:pt x="706" y="16"/>
                  </a:lnTo>
                  <a:lnTo>
                    <a:pt x="697" y="16"/>
                  </a:lnTo>
                  <a:lnTo>
                    <a:pt x="689" y="16"/>
                  </a:lnTo>
                  <a:lnTo>
                    <a:pt x="680" y="16"/>
                  </a:lnTo>
                  <a:lnTo>
                    <a:pt x="671" y="16"/>
                  </a:lnTo>
                  <a:lnTo>
                    <a:pt x="663" y="16"/>
                  </a:lnTo>
                  <a:lnTo>
                    <a:pt x="654" y="19"/>
                  </a:lnTo>
                  <a:lnTo>
                    <a:pt x="645" y="23"/>
                  </a:lnTo>
                  <a:lnTo>
                    <a:pt x="637" y="26"/>
                  </a:lnTo>
                  <a:lnTo>
                    <a:pt x="628" y="31"/>
                  </a:lnTo>
                  <a:lnTo>
                    <a:pt x="619" y="33"/>
                  </a:lnTo>
                  <a:lnTo>
                    <a:pt x="610" y="41"/>
                  </a:lnTo>
                  <a:lnTo>
                    <a:pt x="602" y="43"/>
                  </a:lnTo>
                  <a:lnTo>
                    <a:pt x="593" y="46"/>
                  </a:lnTo>
                  <a:lnTo>
                    <a:pt x="581" y="48"/>
                  </a:lnTo>
                  <a:lnTo>
                    <a:pt x="573" y="51"/>
                  </a:lnTo>
                  <a:lnTo>
                    <a:pt x="564" y="53"/>
                  </a:lnTo>
                  <a:lnTo>
                    <a:pt x="555" y="53"/>
                  </a:lnTo>
                  <a:lnTo>
                    <a:pt x="547" y="53"/>
                  </a:lnTo>
                  <a:lnTo>
                    <a:pt x="538" y="48"/>
                  </a:lnTo>
                  <a:lnTo>
                    <a:pt x="529" y="43"/>
                  </a:lnTo>
                  <a:lnTo>
                    <a:pt x="521" y="41"/>
                  </a:lnTo>
                  <a:lnTo>
                    <a:pt x="512" y="36"/>
                  </a:lnTo>
                  <a:lnTo>
                    <a:pt x="500" y="36"/>
                  </a:lnTo>
                  <a:lnTo>
                    <a:pt x="489" y="33"/>
                  </a:lnTo>
                  <a:lnTo>
                    <a:pt x="486" y="26"/>
                  </a:lnTo>
                  <a:lnTo>
                    <a:pt x="477" y="23"/>
                  </a:lnTo>
                  <a:lnTo>
                    <a:pt x="468" y="23"/>
                  </a:lnTo>
                  <a:lnTo>
                    <a:pt x="457" y="23"/>
                  </a:lnTo>
                  <a:lnTo>
                    <a:pt x="448" y="23"/>
                  </a:lnTo>
                  <a:lnTo>
                    <a:pt x="439" y="23"/>
                  </a:lnTo>
                  <a:lnTo>
                    <a:pt x="439" y="31"/>
                  </a:lnTo>
                  <a:lnTo>
                    <a:pt x="439" y="38"/>
                  </a:lnTo>
                  <a:lnTo>
                    <a:pt x="448" y="43"/>
                  </a:lnTo>
                  <a:lnTo>
                    <a:pt x="454" y="51"/>
                  </a:lnTo>
                  <a:lnTo>
                    <a:pt x="463" y="58"/>
                  </a:lnTo>
                  <a:lnTo>
                    <a:pt x="468" y="66"/>
                  </a:lnTo>
                  <a:lnTo>
                    <a:pt x="474" y="73"/>
                  </a:lnTo>
                  <a:lnTo>
                    <a:pt x="480" y="81"/>
                  </a:lnTo>
                  <a:lnTo>
                    <a:pt x="471" y="76"/>
                  </a:lnTo>
                  <a:lnTo>
                    <a:pt x="463" y="68"/>
                  </a:lnTo>
                  <a:lnTo>
                    <a:pt x="454" y="63"/>
                  </a:lnTo>
                  <a:lnTo>
                    <a:pt x="445" y="58"/>
                  </a:lnTo>
                  <a:lnTo>
                    <a:pt x="436" y="53"/>
                  </a:lnTo>
                  <a:lnTo>
                    <a:pt x="428" y="46"/>
                  </a:lnTo>
                  <a:lnTo>
                    <a:pt x="419" y="38"/>
                  </a:lnTo>
                  <a:lnTo>
                    <a:pt x="410" y="33"/>
                  </a:lnTo>
                  <a:lnTo>
                    <a:pt x="402" y="31"/>
                  </a:lnTo>
                  <a:lnTo>
                    <a:pt x="390" y="28"/>
                  </a:lnTo>
                  <a:lnTo>
                    <a:pt x="381" y="28"/>
                  </a:lnTo>
                  <a:lnTo>
                    <a:pt x="373" y="28"/>
                  </a:lnTo>
                  <a:lnTo>
                    <a:pt x="364" y="28"/>
                  </a:lnTo>
                  <a:lnTo>
                    <a:pt x="355" y="26"/>
                  </a:lnTo>
                  <a:lnTo>
                    <a:pt x="347" y="26"/>
                  </a:lnTo>
                  <a:lnTo>
                    <a:pt x="338" y="26"/>
                  </a:lnTo>
                  <a:lnTo>
                    <a:pt x="329" y="26"/>
                  </a:lnTo>
                  <a:lnTo>
                    <a:pt x="318" y="26"/>
                  </a:lnTo>
                  <a:lnTo>
                    <a:pt x="309" y="26"/>
                  </a:lnTo>
                  <a:lnTo>
                    <a:pt x="300" y="28"/>
                  </a:lnTo>
                  <a:lnTo>
                    <a:pt x="291" y="28"/>
                  </a:lnTo>
                  <a:lnTo>
                    <a:pt x="280" y="28"/>
                  </a:lnTo>
                  <a:lnTo>
                    <a:pt x="268" y="28"/>
                  </a:lnTo>
                  <a:lnTo>
                    <a:pt x="260" y="28"/>
                  </a:lnTo>
                  <a:lnTo>
                    <a:pt x="251" y="28"/>
                  </a:lnTo>
                  <a:lnTo>
                    <a:pt x="242" y="33"/>
                  </a:lnTo>
                  <a:lnTo>
                    <a:pt x="233" y="36"/>
                  </a:lnTo>
                  <a:lnTo>
                    <a:pt x="231" y="43"/>
                  </a:lnTo>
                  <a:lnTo>
                    <a:pt x="231" y="51"/>
                  </a:lnTo>
                  <a:lnTo>
                    <a:pt x="222" y="58"/>
                  </a:lnTo>
                  <a:lnTo>
                    <a:pt x="213" y="61"/>
                  </a:lnTo>
                  <a:lnTo>
                    <a:pt x="204" y="61"/>
                  </a:lnTo>
                  <a:lnTo>
                    <a:pt x="196" y="61"/>
                  </a:lnTo>
                  <a:lnTo>
                    <a:pt x="187" y="61"/>
                  </a:lnTo>
                  <a:lnTo>
                    <a:pt x="178" y="63"/>
                  </a:lnTo>
                  <a:lnTo>
                    <a:pt x="170" y="66"/>
                  </a:lnTo>
                  <a:lnTo>
                    <a:pt x="158" y="66"/>
                  </a:lnTo>
                  <a:lnTo>
                    <a:pt x="149" y="66"/>
                  </a:lnTo>
                  <a:lnTo>
                    <a:pt x="141" y="66"/>
                  </a:lnTo>
                  <a:lnTo>
                    <a:pt x="132" y="63"/>
                  </a:lnTo>
                  <a:lnTo>
                    <a:pt x="126" y="56"/>
                  </a:lnTo>
                  <a:lnTo>
                    <a:pt x="117" y="53"/>
                  </a:lnTo>
                  <a:lnTo>
                    <a:pt x="109" y="48"/>
                  </a:lnTo>
                  <a:lnTo>
                    <a:pt x="100" y="46"/>
                  </a:lnTo>
                  <a:lnTo>
                    <a:pt x="91" y="43"/>
                  </a:lnTo>
                  <a:lnTo>
                    <a:pt x="83" y="43"/>
                  </a:lnTo>
                  <a:lnTo>
                    <a:pt x="74" y="41"/>
                  </a:lnTo>
                  <a:lnTo>
                    <a:pt x="65" y="36"/>
                  </a:lnTo>
                  <a:lnTo>
                    <a:pt x="57" y="33"/>
                  </a:lnTo>
                  <a:lnTo>
                    <a:pt x="48" y="28"/>
                  </a:lnTo>
                  <a:lnTo>
                    <a:pt x="39" y="26"/>
                  </a:lnTo>
                  <a:lnTo>
                    <a:pt x="30" y="23"/>
                  </a:lnTo>
                  <a:lnTo>
                    <a:pt x="22" y="19"/>
                  </a:lnTo>
                  <a:lnTo>
                    <a:pt x="13" y="1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4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6" name="Freeform 14">
              <a:extLst>
                <a:ext uri="{FF2B5EF4-FFF2-40B4-BE49-F238E27FC236}">
                  <a16:creationId xmlns:a16="http://schemas.microsoft.com/office/drawing/2014/main" id="{0ADC7A2A-8A82-8654-4344-07B0B717DFBE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" y="2258"/>
              <a:ext cx="2159" cy="119"/>
            </a:xfrm>
            <a:custGeom>
              <a:avLst/>
              <a:gdLst>
                <a:gd name="T0" fmla="*/ 0 w 2159"/>
                <a:gd name="T1" fmla="*/ 118 h 119"/>
                <a:gd name="T2" fmla="*/ 47 w 2159"/>
                <a:gd name="T3" fmla="*/ 81 h 119"/>
                <a:gd name="T4" fmla="*/ 90 w 2159"/>
                <a:gd name="T5" fmla="*/ 46 h 119"/>
                <a:gd name="T6" fmla="*/ 125 w 2159"/>
                <a:gd name="T7" fmla="*/ 34 h 119"/>
                <a:gd name="T8" fmla="*/ 160 w 2159"/>
                <a:gd name="T9" fmla="*/ 40 h 119"/>
                <a:gd name="T10" fmla="*/ 194 w 2159"/>
                <a:gd name="T11" fmla="*/ 64 h 119"/>
                <a:gd name="T12" fmla="*/ 229 w 2159"/>
                <a:gd name="T13" fmla="*/ 81 h 119"/>
                <a:gd name="T14" fmla="*/ 268 w 2159"/>
                <a:gd name="T15" fmla="*/ 46 h 119"/>
                <a:gd name="T16" fmla="*/ 303 w 2159"/>
                <a:gd name="T17" fmla="*/ 34 h 119"/>
                <a:gd name="T18" fmla="*/ 338 w 2159"/>
                <a:gd name="T19" fmla="*/ 58 h 119"/>
                <a:gd name="T20" fmla="*/ 373 w 2159"/>
                <a:gd name="T21" fmla="*/ 87 h 119"/>
                <a:gd name="T22" fmla="*/ 408 w 2159"/>
                <a:gd name="T23" fmla="*/ 58 h 119"/>
                <a:gd name="T24" fmla="*/ 447 w 2159"/>
                <a:gd name="T25" fmla="*/ 40 h 119"/>
                <a:gd name="T26" fmla="*/ 482 w 2159"/>
                <a:gd name="T27" fmla="*/ 34 h 119"/>
                <a:gd name="T28" fmla="*/ 520 w 2159"/>
                <a:gd name="T29" fmla="*/ 23 h 119"/>
                <a:gd name="T30" fmla="*/ 563 w 2159"/>
                <a:gd name="T31" fmla="*/ 34 h 119"/>
                <a:gd name="T32" fmla="*/ 594 w 2159"/>
                <a:gd name="T33" fmla="*/ 75 h 119"/>
                <a:gd name="T34" fmla="*/ 633 w 2159"/>
                <a:gd name="T35" fmla="*/ 58 h 119"/>
                <a:gd name="T36" fmla="*/ 676 w 2159"/>
                <a:gd name="T37" fmla="*/ 46 h 119"/>
                <a:gd name="T38" fmla="*/ 714 w 2159"/>
                <a:gd name="T39" fmla="*/ 29 h 119"/>
                <a:gd name="T40" fmla="*/ 749 w 2159"/>
                <a:gd name="T41" fmla="*/ 29 h 119"/>
                <a:gd name="T42" fmla="*/ 784 w 2159"/>
                <a:gd name="T43" fmla="*/ 64 h 119"/>
                <a:gd name="T44" fmla="*/ 819 w 2159"/>
                <a:gd name="T45" fmla="*/ 75 h 119"/>
                <a:gd name="T46" fmla="*/ 854 w 2159"/>
                <a:gd name="T47" fmla="*/ 64 h 119"/>
                <a:gd name="T48" fmla="*/ 893 w 2159"/>
                <a:gd name="T49" fmla="*/ 52 h 119"/>
                <a:gd name="T50" fmla="*/ 928 w 2159"/>
                <a:gd name="T51" fmla="*/ 52 h 119"/>
                <a:gd name="T52" fmla="*/ 966 w 2159"/>
                <a:gd name="T53" fmla="*/ 46 h 119"/>
                <a:gd name="T54" fmla="*/ 1001 w 2159"/>
                <a:gd name="T55" fmla="*/ 23 h 119"/>
                <a:gd name="T56" fmla="*/ 1044 w 2159"/>
                <a:gd name="T57" fmla="*/ 23 h 119"/>
                <a:gd name="T58" fmla="*/ 1079 w 2159"/>
                <a:gd name="T59" fmla="*/ 58 h 119"/>
                <a:gd name="T60" fmla="*/ 1114 w 2159"/>
                <a:gd name="T61" fmla="*/ 69 h 119"/>
                <a:gd name="T62" fmla="*/ 1153 w 2159"/>
                <a:gd name="T63" fmla="*/ 46 h 119"/>
                <a:gd name="T64" fmla="*/ 1195 w 2159"/>
                <a:gd name="T65" fmla="*/ 17 h 119"/>
                <a:gd name="T66" fmla="*/ 1234 w 2159"/>
                <a:gd name="T67" fmla="*/ 11 h 119"/>
                <a:gd name="T68" fmla="*/ 1265 w 2159"/>
                <a:gd name="T69" fmla="*/ 23 h 119"/>
                <a:gd name="T70" fmla="*/ 1300 w 2159"/>
                <a:gd name="T71" fmla="*/ 64 h 119"/>
                <a:gd name="T72" fmla="*/ 1335 w 2159"/>
                <a:gd name="T73" fmla="*/ 81 h 119"/>
                <a:gd name="T74" fmla="*/ 1370 w 2159"/>
                <a:gd name="T75" fmla="*/ 46 h 119"/>
                <a:gd name="T76" fmla="*/ 1409 w 2159"/>
                <a:gd name="T77" fmla="*/ 29 h 119"/>
                <a:gd name="T78" fmla="*/ 1444 w 2159"/>
                <a:gd name="T79" fmla="*/ 23 h 119"/>
                <a:gd name="T80" fmla="*/ 1482 w 2159"/>
                <a:gd name="T81" fmla="*/ 17 h 119"/>
                <a:gd name="T82" fmla="*/ 1529 w 2159"/>
                <a:gd name="T83" fmla="*/ 58 h 119"/>
                <a:gd name="T84" fmla="*/ 1564 w 2159"/>
                <a:gd name="T85" fmla="*/ 87 h 119"/>
                <a:gd name="T86" fmla="*/ 1603 w 2159"/>
                <a:gd name="T87" fmla="*/ 69 h 119"/>
                <a:gd name="T88" fmla="*/ 1638 w 2159"/>
                <a:gd name="T89" fmla="*/ 40 h 119"/>
                <a:gd name="T90" fmla="*/ 1676 w 2159"/>
                <a:gd name="T91" fmla="*/ 23 h 119"/>
                <a:gd name="T92" fmla="*/ 1711 w 2159"/>
                <a:gd name="T93" fmla="*/ 11 h 119"/>
                <a:gd name="T94" fmla="*/ 1754 w 2159"/>
                <a:gd name="T95" fmla="*/ 40 h 119"/>
                <a:gd name="T96" fmla="*/ 1789 w 2159"/>
                <a:gd name="T97" fmla="*/ 58 h 119"/>
                <a:gd name="T98" fmla="*/ 1824 w 2159"/>
                <a:gd name="T99" fmla="*/ 40 h 119"/>
                <a:gd name="T100" fmla="*/ 1859 w 2159"/>
                <a:gd name="T101" fmla="*/ 11 h 119"/>
                <a:gd name="T102" fmla="*/ 1898 w 2159"/>
                <a:gd name="T103" fmla="*/ 0 h 119"/>
                <a:gd name="T104" fmla="*/ 1940 w 2159"/>
                <a:gd name="T105" fmla="*/ 11 h 119"/>
                <a:gd name="T106" fmla="*/ 1975 w 2159"/>
                <a:gd name="T107" fmla="*/ 34 h 119"/>
                <a:gd name="T108" fmla="*/ 2014 w 2159"/>
                <a:gd name="T109" fmla="*/ 52 h 119"/>
                <a:gd name="T110" fmla="*/ 2045 w 2159"/>
                <a:gd name="T111" fmla="*/ 23 h 119"/>
                <a:gd name="T112" fmla="*/ 2084 w 2159"/>
                <a:gd name="T113" fmla="*/ 52 h 119"/>
                <a:gd name="T114" fmla="*/ 2115 w 2159"/>
                <a:gd name="T115" fmla="*/ 81 h 119"/>
                <a:gd name="T116" fmla="*/ 2150 w 2159"/>
                <a:gd name="T117" fmla="*/ 9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159" h="119">
                  <a:moveTo>
                    <a:pt x="0" y="113"/>
                  </a:moveTo>
                  <a:lnTo>
                    <a:pt x="0" y="104"/>
                  </a:lnTo>
                  <a:lnTo>
                    <a:pt x="0" y="118"/>
                  </a:lnTo>
                  <a:lnTo>
                    <a:pt x="24" y="69"/>
                  </a:lnTo>
                  <a:lnTo>
                    <a:pt x="35" y="69"/>
                  </a:lnTo>
                  <a:lnTo>
                    <a:pt x="47" y="81"/>
                  </a:lnTo>
                  <a:lnTo>
                    <a:pt x="63" y="69"/>
                  </a:lnTo>
                  <a:lnTo>
                    <a:pt x="78" y="52"/>
                  </a:lnTo>
                  <a:lnTo>
                    <a:pt x="90" y="46"/>
                  </a:lnTo>
                  <a:lnTo>
                    <a:pt x="101" y="46"/>
                  </a:lnTo>
                  <a:lnTo>
                    <a:pt x="113" y="40"/>
                  </a:lnTo>
                  <a:lnTo>
                    <a:pt x="125" y="34"/>
                  </a:lnTo>
                  <a:lnTo>
                    <a:pt x="136" y="34"/>
                  </a:lnTo>
                  <a:lnTo>
                    <a:pt x="148" y="40"/>
                  </a:lnTo>
                  <a:lnTo>
                    <a:pt x="160" y="40"/>
                  </a:lnTo>
                  <a:lnTo>
                    <a:pt x="171" y="46"/>
                  </a:lnTo>
                  <a:lnTo>
                    <a:pt x="183" y="58"/>
                  </a:lnTo>
                  <a:lnTo>
                    <a:pt x="194" y="64"/>
                  </a:lnTo>
                  <a:lnTo>
                    <a:pt x="206" y="69"/>
                  </a:lnTo>
                  <a:lnTo>
                    <a:pt x="218" y="75"/>
                  </a:lnTo>
                  <a:lnTo>
                    <a:pt x="229" y="81"/>
                  </a:lnTo>
                  <a:lnTo>
                    <a:pt x="245" y="75"/>
                  </a:lnTo>
                  <a:lnTo>
                    <a:pt x="260" y="64"/>
                  </a:lnTo>
                  <a:lnTo>
                    <a:pt x="268" y="46"/>
                  </a:lnTo>
                  <a:lnTo>
                    <a:pt x="280" y="46"/>
                  </a:lnTo>
                  <a:lnTo>
                    <a:pt x="291" y="40"/>
                  </a:lnTo>
                  <a:lnTo>
                    <a:pt x="303" y="34"/>
                  </a:lnTo>
                  <a:lnTo>
                    <a:pt x="315" y="29"/>
                  </a:lnTo>
                  <a:lnTo>
                    <a:pt x="326" y="46"/>
                  </a:lnTo>
                  <a:lnTo>
                    <a:pt x="338" y="58"/>
                  </a:lnTo>
                  <a:lnTo>
                    <a:pt x="350" y="75"/>
                  </a:lnTo>
                  <a:lnTo>
                    <a:pt x="361" y="87"/>
                  </a:lnTo>
                  <a:lnTo>
                    <a:pt x="373" y="87"/>
                  </a:lnTo>
                  <a:lnTo>
                    <a:pt x="385" y="75"/>
                  </a:lnTo>
                  <a:lnTo>
                    <a:pt x="396" y="69"/>
                  </a:lnTo>
                  <a:lnTo>
                    <a:pt x="408" y="58"/>
                  </a:lnTo>
                  <a:lnTo>
                    <a:pt x="419" y="52"/>
                  </a:lnTo>
                  <a:lnTo>
                    <a:pt x="431" y="46"/>
                  </a:lnTo>
                  <a:lnTo>
                    <a:pt x="447" y="40"/>
                  </a:lnTo>
                  <a:lnTo>
                    <a:pt x="458" y="40"/>
                  </a:lnTo>
                  <a:lnTo>
                    <a:pt x="470" y="34"/>
                  </a:lnTo>
                  <a:lnTo>
                    <a:pt x="482" y="34"/>
                  </a:lnTo>
                  <a:lnTo>
                    <a:pt x="493" y="34"/>
                  </a:lnTo>
                  <a:lnTo>
                    <a:pt x="505" y="29"/>
                  </a:lnTo>
                  <a:lnTo>
                    <a:pt x="520" y="23"/>
                  </a:lnTo>
                  <a:lnTo>
                    <a:pt x="536" y="23"/>
                  </a:lnTo>
                  <a:lnTo>
                    <a:pt x="551" y="17"/>
                  </a:lnTo>
                  <a:lnTo>
                    <a:pt x="563" y="34"/>
                  </a:lnTo>
                  <a:lnTo>
                    <a:pt x="571" y="52"/>
                  </a:lnTo>
                  <a:lnTo>
                    <a:pt x="579" y="69"/>
                  </a:lnTo>
                  <a:lnTo>
                    <a:pt x="594" y="75"/>
                  </a:lnTo>
                  <a:lnTo>
                    <a:pt x="606" y="69"/>
                  </a:lnTo>
                  <a:lnTo>
                    <a:pt x="621" y="64"/>
                  </a:lnTo>
                  <a:lnTo>
                    <a:pt x="633" y="58"/>
                  </a:lnTo>
                  <a:lnTo>
                    <a:pt x="648" y="52"/>
                  </a:lnTo>
                  <a:lnTo>
                    <a:pt x="664" y="52"/>
                  </a:lnTo>
                  <a:lnTo>
                    <a:pt x="676" y="46"/>
                  </a:lnTo>
                  <a:lnTo>
                    <a:pt x="687" y="40"/>
                  </a:lnTo>
                  <a:lnTo>
                    <a:pt x="703" y="34"/>
                  </a:lnTo>
                  <a:lnTo>
                    <a:pt x="714" y="29"/>
                  </a:lnTo>
                  <a:lnTo>
                    <a:pt x="726" y="23"/>
                  </a:lnTo>
                  <a:lnTo>
                    <a:pt x="738" y="17"/>
                  </a:lnTo>
                  <a:lnTo>
                    <a:pt x="749" y="29"/>
                  </a:lnTo>
                  <a:lnTo>
                    <a:pt x="761" y="40"/>
                  </a:lnTo>
                  <a:lnTo>
                    <a:pt x="773" y="52"/>
                  </a:lnTo>
                  <a:lnTo>
                    <a:pt x="784" y="64"/>
                  </a:lnTo>
                  <a:lnTo>
                    <a:pt x="796" y="75"/>
                  </a:lnTo>
                  <a:lnTo>
                    <a:pt x="807" y="75"/>
                  </a:lnTo>
                  <a:lnTo>
                    <a:pt x="819" y="75"/>
                  </a:lnTo>
                  <a:lnTo>
                    <a:pt x="831" y="69"/>
                  </a:lnTo>
                  <a:lnTo>
                    <a:pt x="842" y="64"/>
                  </a:lnTo>
                  <a:lnTo>
                    <a:pt x="854" y="64"/>
                  </a:lnTo>
                  <a:lnTo>
                    <a:pt x="866" y="58"/>
                  </a:lnTo>
                  <a:lnTo>
                    <a:pt x="881" y="58"/>
                  </a:lnTo>
                  <a:lnTo>
                    <a:pt x="893" y="52"/>
                  </a:lnTo>
                  <a:lnTo>
                    <a:pt x="904" y="52"/>
                  </a:lnTo>
                  <a:lnTo>
                    <a:pt x="916" y="52"/>
                  </a:lnTo>
                  <a:lnTo>
                    <a:pt x="928" y="52"/>
                  </a:lnTo>
                  <a:lnTo>
                    <a:pt x="939" y="52"/>
                  </a:lnTo>
                  <a:lnTo>
                    <a:pt x="951" y="52"/>
                  </a:lnTo>
                  <a:lnTo>
                    <a:pt x="966" y="46"/>
                  </a:lnTo>
                  <a:lnTo>
                    <a:pt x="978" y="40"/>
                  </a:lnTo>
                  <a:lnTo>
                    <a:pt x="990" y="29"/>
                  </a:lnTo>
                  <a:lnTo>
                    <a:pt x="1001" y="23"/>
                  </a:lnTo>
                  <a:lnTo>
                    <a:pt x="1013" y="17"/>
                  </a:lnTo>
                  <a:lnTo>
                    <a:pt x="1029" y="11"/>
                  </a:lnTo>
                  <a:lnTo>
                    <a:pt x="1044" y="23"/>
                  </a:lnTo>
                  <a:lnTo>
                    <a:pt x="1056" y="40"/>
                  </a:lnTo>
                  <a:lnTo>
                    <a:pt x="1067" y="52"/>
                  </a:lnTo>
                  <a:lnTo>
                    <a:pt x="1079" y="58"/>
                  </a:lnTo>
                  <a:lnTo>
                    <a:pt x="1091" y="69"/>
                  </a:lnTo>
                  <a:lnTo>
                    <a:pt x="1102" y="69"/>
                  </a:lnTo>
                  <a:lnTo>
                    <a:pt x="1114" y="69"/>
                  </a:lnTo>
                  <a:lnTo>
                    <a:pt x="1129" y="64"/>
                  </a:lnTo>
                  <a:lnTo>
                    <a:pt x="1141" y="58"/>
                  </a:lnTo>
                  <a:lnTo>
                    <a:pt x="1153" y="46"/>
                  </a:lnTo>
                  <a:lnTo>
                    <a:pt x="1168" y="34"/>
                  </a:lnTo>
                  <a:lnTo>
                    <a:pt x="1180" y="29"/>
                  </a:lnTo>
                  <a:lnTo>
                    <a:pt x="1195" y="17"/>
                  </a:lnTo>
                  <a:lnTo>
                    <a:pt x="1207" y="17"/>
                  </a:lnTo>
                  <a:lnTo>
                    <a:pt x="1219" y="17"/>
                  </a:lnTo>
                  <a:lnTo>
                    <a:pt x="1234" y="11"/>
                  </a:lnTo>
                  <a:lnTo>
                    <a:pt x="1246" y="5"/>
                  </a:lnTo>
                  <a:lnTo>
                    <a:pt x="1257" y="5"/>
                  </a:lnTo>
                  <a:lnTo>
                    <a:pt x="1265" y="23"/>
                  </a:lnTo>
                  <a:lnTo>
                    <a:pt x="1277" y="34"/>
                  </a:lnTo>
                  <a:lnTo>
                    <a:pt x="1288" y="46"/>
                  </a:lnTo>
                  <a:lnTo>
                    <a:pt x="1300" y="64"/>
                  </a:lnTo>
                  <a:lnTo>
                    <a:pt x="1312" y="75"/>
                  </a:lnTo>
                  <a:lnTo>
                    <a:pt x="1323" y="81"/>
                  </a:lnTo>
                  <a:lnTo>
                    <a:pt x="1335" y="81"/>
                  </a:lnTo>
                  <a:lnTo>
                    <a:pt x="1347" y="69"/>
                  </a:lnTo>
                  <a:lnTo>
                    <a:pt x="1358" y="58"/>
                  </a:lnTo>
                  <a:lnTo>
                    <a:pt x="1370" y="46"/>
                  </a:lnTo>
                  <a:lnTo>
                    <a:pt x="1382" y="40"/>
                  </a:lnTo>
                  <a:lnTo>
                    <a:pt x="1393" y="34"/>
                  </a:lnTo>
                  <a:lnTo>
                    <a:pt x="1409" y="29"/>
                  </a:lnTo>
                  <a:lnTo>
                    <a:pt x="1420" y="29"/>
                  </a:lnTo>
                  <a:lnTo>
                    <a:pt x="1432" y="29"/>
                  </a:lnTo>
                  <a:lnTo>
                    <a:pt x="1444" y="23"/>
                  </a:lnTo>
                  <a:lnTo>
                    <a:pt x="1455" y="23"/>
                  </a:lnTo>
                  <a:lnTo>
                    <a:pt x="1467" y="11"/>
                  </a:lnTo>
                  <a:lnTo>
                    <a:pt x="1482" y="17"/>
                  </a:lnTo>
                  <a:lnTo>
                    <a:pt x="1502" y="34"/>
                  </a:lnTo>
                  <a:lnTo>
                    <a:pt x="1513" y="40"/>
                  </a:lnTo>
                  <a:lnTo>
                    <a:pt x="1529" y="58"/>
                  </a:lnTo>
                  <a:lnTo>
                    <a:pt x="1541" y="64"/>
                  </a:lnTo>
                  <a:lnTo>
                    <a:pt x="1552" y="75"/>
                  </a:lnTo>
                  <a:lnTo>
                    <a:pt x="1564" y="87"/>
                  </a:lnTo>
                  <a:lnTo>
                    <a:pt x="1576" y="87"/>
                  </a:lnTo>
                  <a:lnTo>
                    <a:pt x="1587" y="81"/>
                  </a:lnTo>
                  <a:lnTo>
                    <a:pt x="1603" y="69"/>
                  </a:lnTo>
                  <a:lnTo>
                    <a:pt x="1614" y="52"/>
                  </a:lnTo>
                  <a:lnTo>
                    <a:pt x="1626" y="46"/>
                  </a:lnTo>
                  <a:lnTo>
                    <a:pt x="1638" y="40"/>
                  </a:lnTo>
                  <a:lnTo>
                    <a:pt x="1649" y="34"/>
                  </a:lnTo>
                  <a:lnTo>
                    <a:pt x="1665" y="29"/>
                  </a:lnTo>
                  <a:lnTo>
                    <a:pt x="1676" y="23"/>
                  </a:lnTo>
                  <a:lnTo>
                    <a:pt x="1688" y="17"/>
                  </a:lnTo>
                  <a:lnTo>
                    <a:pt x="1700" y="11"/>
                  </a:lnTo>
                  <a:lnTo>
                    <a:pt x="1711" y="11"/>
                  </a:lnTo>
                  <a:lnTo>
                    <a:pt x="1723" y="17"/>
                  </a:lnTo>
                  <a:lnTo>
                    <a:pt x="1742" y="29"/>
                  </a:lnTo>
                  <a:lnTo>
                    <a:pt x="1754" y="40"/>
                  </a:lnTo>
                  <a:lnTo>
                    <a:pt x="1766" y="46"/>
                  </a:lnTo>
                  <a:lnTo>
                    <a:pt x="1777" y="52"/>
                  </a:lnTo>
                  <a:lnTo>
                    <a:pt x="1789" y="58"/>
                  </a:lnTo>
                  <a:lnTo>
                    <a:pt x="1801" y="58"/>
                  </a:lnTo>
                  <a:lnTo>
                    <a:pt x="1812" y="46"/>
                  </a:lnTo>
                  <a:lnTo>
                    <a:pt x="1824" y="40"/>
                  </a:lnTo>
                  <a:lnTo>
                    <a:pt x="1835" y="29"/>
                  </a:lnTo>
                  <a:lnTo>
                    <a:pt x="1847" y="17"/>
                  </a:lnTo>
                  <a:lnTo>
                    <a:pt x="1859" y="11"/>
                  </a:lnTo>
                  <a:lnTo>
                    <a:pt x="1874" y="5"/>
                  </a:lnTo>
                  <a:lnTo>
                    <a:pt x="1886" y="0"/>
                  </a:lnTo>
                  <a:lnTo>
                    <a:pt x="1898" y="0"/>
                  </a:lnTo>
                  <a:lnTo>
                    <a:pt x="1913" y="0"/>
                  </a:lnTo>
                  <a:lnTo>
                    <a:pt x="1925" y="5"/>
                  </a:lnTo>
                  <a:lnTo>
                    <a:pt x="1940" y="11"/>
                  </a:lnTo>
                  <a:lnTo>
                    <a:pt x="1952" y="17"/>
                  </a:lnTo>
                  <a:lnTo>
                    <a:pt x="1964" y="29"/>
                  </a:lnTo>
                  <a:lnTo>
                    <a:pt x="1975" y="34"/>
                  </a:lnTo>
                  <a:lnTo>
                    <a:pt x="1991" y="40"/>
                  </a:lnTo>
                  <a:lnTo>
                    <a:pt x="2002" y="52"/>
                  </a:lnTo>
                  <a:lnTo>
                    <a:pt x="2014" y="52"/>
                  </a:lnTo>
                  <a:lnTo>
                    <a:pt x="2022" y="34"/>
                  </a:lnTo>
                  <a:lnTo>
                    <a:pt x="2033" y="23"/>
                  </a:lnTo>
                  <a:lnTo>
                    <a:pt x="2045" y="23"/>
                  </a:lnTo>
                  <a:lnTo>
                    <a:pt x="2057" y="29"/>
                  </a:lnTo>
                  <a:lnTo>
                    <a:pt x="2072" y="40"/>
                  </a:lnTo>
                  <a:lnTo>
                    <a:pt x="2084" y="52"/>
                  </a:lnTo>
                  <a:lnTo>
                    <a:pt x="2095" y="58"/>
                  </a:lnTo>
                  <a:lnTo>
                    <a:pt x="2103" y="75"/>
                  </a:lnTo>
                  <a:lnTo>
                    <a:pt x="2115" y="81"/>
                  </a:lnTo>
                  <a:lnTo>
                    <a:pt x="2126" y="87"/>
                  </a:lnTo>
                  <a:lnTo>
                    <a:pt x="2138" y="99"/>
                  </a:lnTo>
                  <a:lnTo>
                    <a:pt x="2150" y="99"/>
                  </a:lnTo>
                  <a:lnTo>
                    <a:pt x="2158" y="110"/>
                  </a:lnTo>
                  <a:lnTo>
                    <a:pt x="2153" y="107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08" name="Oval 16">
            <a:extLst>
              <a:ext uri="{FF2B5EF4-FFF2-40B4-BE49-F238E27FC236}">
                <a16:creationId xmlns:a16="http://schemas.microsoft.com/office/drawing/2014/main" id="{8D28A3C8-45DE-39DC-67B9-8BFCA0350C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" y="2751138"/>
            <a:ext cx="520700" cy="877887"/>
          </a:xfrm>
          <a:prstGeom prst="ellips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09" name="Line 17">
            <a:extLst>
              <a:ext uri="{FF2B5EF4-FFF2-40B4-BE49-F238E27FC236}">
                <a16:creationId xmlns:a16="http://schemas.microsoft.com/office/drawing/2014/main" id="{656D5F0C-69BA-D17A-6753-C1336E513FA8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47688" y="3429000"/>
            <a:ext cx="38100" cy="85725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0" name="Line 18">
            <a:extLst>
              <a:ext uri="{FF2B5EF4-FFF2-40B4-BE49-F238E27FC236}">
                <a16:creationId xmlns:a16="http://schemas.microsoft.com/office/drawing/2014/main" id="{7CCF8B19-21D2-4923-3519-E092F21D8207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61925" y="2824163"/>
            <a:ext cx="47625" cy="76200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1" name="Arc 19">
            <a:extLst>
              <a:ext uri="{FF2B5EF4-FFF2-40B4-BE49-F238E27FC236}">
                <a16:creationId xmlns:a16="http://schemas.microsoft.com/office/drawing/2014/main" id="{52E8AA2A-87B7-7743-452B-BC25DEDAE0F3}"/>
              </a:ext>
            </a:extLst>
          </p:cNvPr>
          <p:cNvSpPr>
            <a:spLocks/>
          </p:cNvSpPr>
          <p:nvPr/>
        </p:nvSpPr>
        <p:spPr bwMode="auto">
          <a:xfrm>
            <a:off x="95250" y="555625"/>
            <a:ext cx="666750" cy="15875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21600 w 21600"/>
              <a:gd name="T1" fmla="*/ 43200 h 43200"/>
              <a:gd name="T2" fmla="*/ 21549 w 21600"/>
              <a:gd name="T3" fmla="*/ 0 h 43200"/>
              <a:gd name="T4" fmla="*/ 21600 w 21600"/>
              <a:gd name="T5" fmla="*/ 21600 h 432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43200" fill="none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</a:path>
              <a:path w="21600" h="43200" stroke="0" extrusionOk="0">
                <a:moveTo>
                  <a:pt x="21600" y="43199"/>
                </a:moveTo>
                <a:cubicBezTo>
                  <a:pt x="9670" y="43200"/>
                  <a:pt x="0" y="33529"/>
                  <a:pt x="0" y="21600"/>
                </a:cubicBezTo>
                <a:cubicBezTo>
                  <a:pt x="0" y="9690"/>
                  <a:pt x="9639" y="28"/>
                  <a:pt x="21549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17961" dir="2700000" algn="ctr" rotWithShape="0">
              <a:schemeClr val="accent1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2" name="Rectangle 20">
            <a:extLst>
              <a:ext uri="{FF2B5EF4-FFF2-40B4-BE49-F238E27FC236}">
                <a16:creationId xmlns:a16="http://schemas.microsoft.com/office/drawing/2014/main" id="{65ADF78F-07B0-3763-1041-8A89D90738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749300"/>
            <a:ext cx="233362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  Surname             Init</a:t>
            </a:r>
            <a:r>
              <a:rPr lang="en-US" altLang="en-US" sz="800">
                <a:solidFill>
                  <a:schemeClr val="tx1"/>
                </a:solidFill>
              </a:rPr>
              <a:t>       YOB     MOB DOB</a:t>
            </a:r>
          </a:p>
        </p:txBody>
      </p:sp>
      <p:sp>
        <p:nvSpPr>
          <p:cNvPr id="8213" name="Line 21">
            <a:extLst>
              <a:ext uri="{FF2B5EF4-FFF2-40B4-BE49-F238E27FC236}">
                <a16:creationId xmlns:a16="http://schemas.microsoft.com/office/drawing/2014/main" id="{AF7F3FE1-8A27-568D-815F-8EB8D5117582}"/>
              </a:ext>
            </a:extLst>
          </p:cNvPr>
          <p:cNvSpPr>
            <a:spLocks noChangeShapeType="1"/>
          </p:cNvSpPr>
          <p:nvPr/>
        </p:nvSpPr>
        <p:spPr bwMode="auto">
          <a:xfrm>
            <a:off x="32480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14" name="Line 22">
            <a:extLst>
              <a:ext uri="{FF2B5EF4-FFF2-40B4-BE49-F238E27FC236}">
                <a16:creationId xmlns:a16="http://schemas.microsoft.com/office/drawing/2014/main" id="{2DF01C08-6EC8-9DAB-DE0E-B7FD89AAA447}"/>
              </a:ext>
            </a:extLst>
          </p:cNvPr>
          <p:cNvSpPr>
            <a:spLocks noChangeShapeType="1"/>
          </p:cNvSpPr>
          <p:nvPr/>
        </p:nvSpPr>
        <p:spPr bwMode="auto">
          <a:xfrm>
            <a:off x="347662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2867704A-EE3E-8C54-0A2D-28A1055E9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38300" y="749300"/>
            <a:ext cx="2333625" cy="152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0" rIns="0" bIns="0">
            <a:spAutoFit/>
          </a:bodyPr>
          <a:lstStyle/>
          <a:p>
            <a:r>
              <a:rPr lang="en-US" altLang="en-US" sz="1000">
                <a:solidFill>
                  <a:schemeClr val="tx1"/>
                </a:solidFill>
              </a:rPr>
              <a:t>  Surname             Init</a:t>
            </a:r>
            <a:r>
              <a:rPr lang="en-US" altLang="en-US" sz="800">
                <a:solidFill>
                  <a:schemeClr val="tx1"/>
                </a:solidFill>
              </a:rPr>
              <a:t>       YOB     MOB DOB</a:t>
            </a:r>
          </a:p>
        </p:txBody>
      </p:sp>
      <p:grpSp>
        <p:nvGrpSpPr>
          <p:cNvPr id="9221" name="Group 5">
            <a:extLst>
              <a:ext uri="{FF2B5EF4-FFF2-40B4-BE49-F238E27FC236}">
                <a16:creationId xmlns:a16="http://schemas.microsoft.com/office/drawing/2014/main" id="{E3B97233-5B87-0F29-B83F-008AC0F99A7C}"/>
              </a:ext>
            </a:extLst>
          </p:cNvPr>
          <p:cNvGrpSpPr>
            <a:grpSpLocks/>
          </p:cNvGrpSpPr>
          <p:nvPr/>
        </p:nvGrpSpPr>
        <p:grpSpPr bwMode="auto">
          <a:xfrm>
            <a:off x="692150" y="960438"/>
            <a:ext cx="3473450" cy="1589087"/>
            <a:chOff x="436" y="605"/>
            <a:chExt cx="2188" cy="1001"/>
          </a:xfrm>
        </p:grpSpPr>
        <p:sp>
          <p:nvSpPr>
            <p:cNvPr id="9219" name="Rectangle 3">
              <a:extLst>
                <a:ext uri="{FF2B5EF4-FFF2-40B4-BE49-F238E27FC236}">
                  <a16:creationId xmlns:a16="http://schemas.microsoft.com/office/drawing/2014/main" id="{0CCE27DB-2809-A617-B917-0D79353094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802"/>
              <a:ext cx="2188" cy="804"/>
            </a:xfrm>
            <a:prstGeom prst="rect">
              <a:avLst/>
            </a:prstGeom>
            <a:solidFill>
              <a:srgbClr val="FFFFCC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lIns="92075" tIns="46038" rIns="92075" bIns="46038">
              <a:spAutoFit/>
            </a:bodyPr>
            <a:lstStyle/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9834567Curtain FB19801009LM51M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9583715Healy   TC19760304LM68F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9734567Downes  BC19791205LM51M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chemeClr val="tx1"/>
                  </a:solidFill>
                  <a:latin typeface="Courier New" panose="02070309020205020404" pitchFamily="49" charset="0"/>
                </a:rPr>
                <a:t>9963413O’Brien MS19811221LM21F</a:t>
              </a:r>
            </a:p>
            <a:p>
              <a:pPr>
                <a:lnSpc>
                  <a:spcPct val="70000"/>
                </a:lnSpc>
                <a:spcBef>
                  <a:spcPct val="50000"/>
                </a:spcBef>
              </a:pPr>
              <a:r>
                <a:rPr lang="en-US" altLang="en-US" sz="1400" b="1">
                  <a:solidFill>
                    <a:srgbClr val="CC0000"/>
                  </a:solidFill>
                  <a:latin typeface="Courier New" panose="02070309020205020404" pitchFamily="49" charset="0"/>
                </a:rPr>
                <a:t>^Z (eof)</a:t>
              </a:r>
            </a:p>
          </p:txBody>
        </p:sp>
        <p:sp>
          <p:nvSpPr>
            <p:cNvPr id="9220" name="Rectangle 4">
              <a:extLst>
                <a:ext uri="{FF2B5EF4-FFF2-40B4-BE49-F238E27FC236}">
                  <a16:creationId xmlns:a16="http://schemas.microsoft.com/office/drawing/2014/main" id="{C706C44F-6968-0D33-4F5E-36E57582551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2" y="605"/>
              <a:ext cx="905" cy="21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r>
                <a:rPr lang="en-US" altLang="en-US" sz="1600" b="1">
                  <a:effectLst>
                    <a:outerShdw blurRad="38100" dist="38100" dir="2700000" algn="tl">
                      <a:srgbClr val="C0C0C0"/>
                    </a:outerShdw>
                  </a:effectLst>
                  <a:latin typeface="Arial" panose="020B0604020202020204" pitchFamily="34" charset="0"/>
                </a:rPr>
                <a:t>Students.Dat</a:t>
              </a:r>
            </a:p>
          </p:txBody>
        </p:sp>
      </p:grpSp>
      <p:sp>
        <p:nvSpPr>
          <p:cNvPr id="9222" name="Rectangle 6">
            <a:extLst>
              <a:ext uri="{FF2B5EF4-FFF2-40B4-BE49-F238E27FC236}">
                <a16:creationId xmlns:a16="http://schemas.microsoft.com/office/drawing/2014/main" id="{A5848A44-E732-6D25-A15B-6D80DCDA4C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8988" y="82550"/>
            <a:ext cx="3946525" cy="3651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0" rIns="0" bIns="0">
            <a:spAutoFit/>
          </a:bodyPr>
          <a:lstStyle/>
          <a:p>
            <a:r>
              <a:rPr lang="en-US" altLang="en-US" sz="1200" b="1">
                <a:solidFill>
                  <a:schemeClr val="tx1"/>
                </a:solidFill>
              </a:rPr>
              <a:t>StudentRec</a:t>
            </a:r>
          </a:p>
          <a:p>
            <a:r>
              <a:rPr lang="en-US" altLang="en-US" sz="1000" b="1">
                <a:solidFill>
                  <a:schemeClr val="tx1"/>
                </a:solidFill>
              </a:rPr>
              <a:t>StudentId           StudentName             DateOfBirth         Course</a:t>
            </a:r>
            <a:r>
              <a:rPr lang="en-US" altLang="en-US" sz="1200" b="1">
                <a:solidFill>
                  <a:schemeClr val="tx1"/>
                </a:solidFill>
              </a:rPr>
              <a:t> </a:t>
            </a:r>
            <a:r>
              <a:rPr lang="en-US" altLang="en-US" sz="1000" b="1">
                <a:solidFill>
                  <a:schemeClr val="tx1"/>
                </a:solidFill>
              </a:rPr>
              <a:t>  Gender</a:t>
            </a:r>
            <a:r>
              <a:rPr lang="en-US" altLang="en-US" sz="1000">
                <a:solidFill>
                  <a:srgbClr val="FF3300"/>
                </a:solidFill>
              </a:rPr>
              <a:t> </a:t>
            </a:r>
          </a:p>
        </p:txBody>
      </p:sp>
      <p:sp>
        <p:nvSpPr>
          <p:cNvPr id="9223" name="Line 7">
            <a:extLst>
              <a:ext uri="{FF2B5EF4-FFF2-40B4-BE49-F238E27FC236}">
                <a16:creationId xmlns:a16="http://schemas.microsoft.com/office/drawing/2014/main" id="{4C506DB4-32FA-3DE2-7D28-0258075FB61D}"/>
              </a:ext>
            </a:extLst>
          </p:cNvPr>
          <p:cNvSpPr>
            <a:spLocks noChangeShapeType="1"/>
          </p:cNvSpPr>
          <p:nvPr/>
        </p:nvSpPr>
        <p:spPr bwMode="auto">
          <a:xfrm>
            <a:off x="163036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4" name="Line 8">
            <a:extLst>
              <a:ext uri="{FF2B5EF4-FFF2-40B4-BE49-F238E27FC236}">
                <a16:creationId xmlns:a16="http://schemas.microsoft.com/office/drawing/2014/main" id="{131B5C25-6832-F121-5964-A896640B1DBB}"/>
              </a:ext>
            </a:extLst>
          </p:cNvPr>
          <p:cNvSpPr>
            <a:spLocks noChangeShapeType="1"/>
          </p:cNvSpPr>
          <p:nvPr/>
        </p:nvSpPr>
        <p:spPr bwMode="auto">
          <a:xfrm>
            <a:off x="2792413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5" name="Line 9">
            <a:extLst>
              <a:ext uri="{FF2B5EF4-FFF2-40B4-BE49-F238E27FC236}">
                <a16:creationId xmlns:a16="http://schemas.microsoft.com/office/drawing/2014/main" id="{52F5F92B-ED03-979A-27D2-48D05971B85B}"/>
              </a:ext>
            </a:extLst>
          </p:cNvPr>
          <p:cNvSpPr>
            <a:spLocks noChangeShapeType="1"/>
          </p:cNvSpPr>
          <p:nvPr/>
        </p:nvSpPr>
        <p:spPr bwMode="auto">
          <a:xfrm>
            <a:off x="374332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6" name="Line 10">
            <a:extLst>
              <a:ext uri="{FF2B5EF4-FFF2-40B4-BE49-F238E27FC236}">
                <a16:creationId xmlns:a16="http://schemas.microsoft.com/office/drawing/2014/main" id="{5DCBEB70-06E8-30DB-E055-FC2E0DAE6391}"/>
              </a:ext>
            </a:extLst>
          </p:cNvPr>
          <p:cNvSpPr>
            <a:spLocks noChangeShapeType="1"/>
          </p:cNvSpPr>
          <p:nvPr/>
        </p:nvSpPr>
        <p:spPr bwMode="auto">
          <a:xfrm>
            <a:off x="4257675" y="447675"/>
            <a:ext cx="0" cy="266700"/>
          </a:xfrm>
          <a:prstGeom prst="line">
            <a:avLst/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7" name="Line 11">
            <a:extLst>
              <a:ext uri="{FF2B5EF4-FFF2-40B4-BE49-F238E27FC236}">
                <a16:creationId xmlns:a16="http://schemas.microsoft.com/office/drawing/2014/main" id="{077CC51E-E55A-23C6-79F9-159AB7BB28AB}"/>
              </a:ext>
            </a:extLst>
          </p:cNvPr>
          <p:cNvSpPr>
            <a:spLocks noChangeShapeType="1"/>
          </p:cNvSpPr>
          <p:nvPr/>
        </p:nvSpPr>
        <p:spPr bwMode="auto">
          <a:xfrm>
            <a:off x="2505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8" name="Line 12">
            <a:extLst>
              <a:ext uri="{FF2B5EF4-FFF2-40B4-BE49-F238E27FC236}">
                <a16:creationId xmlns:a16="http://schemas.microsoft.com/office/drawing/2014/main" id="{F7D8626C-BF4D-22AD-727F-3DEC414A03FA}"/>
              </a:ext>
            </a:extLst>
          </p:cNvPr>
          <p:cNvSpPr>
            <a:spLocks noChangeShapeType="1"/>
          </p:cNvSpPr>
          <p:nvPr/>
        </p:nvSpPr>
        <p:spPr bwMode="auto">
          <a:xfrm>
            <a:off x="30384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13">
            <a:extLst>
              <a:ext uri="{FF2B5EF4-FFF2-40B4-BE49-F238E27FC236}">
                <a16:creationId xmlns:a16="http://schemas.microsoft.com/office/drawing/2014/main" id="{E0615D9B-A3AB-95CC-E6FD-35D101B37B1B}"/>
              </a:ext>
            </a:extLst>
          </p:cNvPr>
          <p:cNvSpPr>
            <a:spLocks noChangeShapeType="1"/>
          </p:cNvSpPr>
          <p:nvPr/>
        </p:nvSpPr>
        <p:spPr bwMode="auto">
          <a:xfrm>
            <a:off x="3267075" y="447675"/>
            <a:ext cx="0" cy="266700"/>
          </a:xfrm>
          <a:prstGeom prst="line">
            <a:avLst/>
          </a:prstGeom>
          <a:noFill/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grpSp>
        <p:nvGrpSpPr>
          <p:cNvPr id="9233" name="Group 17">
            <a:extLst>
              <a:ext uri="{FF2B5EF4-FFF2-40B4-BE49-F238E27FC236}">
                <a16:creationId xmlns:a16="http://schemas.microsoft.com/office/drawing/2014/main" id="{5FDB2CBB-824A-5882-5DD4-E121A0189518}"/>
              </a:ext>
            </a:extLst>
          </p:cNvPr>
          <p:cNvGrpSpPr>
            <a:grpSpLocks/>
          </p:cNvGrpSpPr>
          <p:nvPr/>
        </p:nvGrpSpPr>
        <p:grpSpPr bwMode="auto">
          <a:xfrm>
            <a:off x="687388" y="2647950"/>
            <a:ext cx="3429000" cy="1125538"/>
            <a:chOff x="433" y="1668"/>
            <a:chExt cx="2160" cy="709"/>
          </a:xfrm>
        </p:grpSpPr>
        <p:sp>
          <p:nvSpPr>
            <p:cNvPr id="9230" name="Rectangle 14">
              <a:extLst>
                <a:ext uri="{FF2B5EF4-FFF2-40B4-BE49-F238E27FC236}">
                  <a16:creationId xmlns:a16="http://schemas.microsoft.com/office/drawing/2014/main" id="{4C9730C6-A60A-A601-C3A6-7238E6DC899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" y="1673"/>
              <a:ext cx="2141" cy="680"/>
            </a:xfrm>
            <a:prstGeom prst="rect">
              <a:avLst/>
            </a:prstGeom>
            <a:solidFill>
              <a:srgbClr val="EEFFEE"/>
            </a:solidFill>
            <a:ln w="12700">
              <a:solidFill>
                <a:schemeClr val="tx1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/>
            <a:lstStyle/>
            <a:p>
              <a:pPr>
                <a:lnSpc>
                  <a:spcPct val="80000"/>
                </a:lnSpc>
              </a:pP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PERFORM UNTIL EndOfFile</a:t>
              </a: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chemeClr val="tx1"/>
                  </a:solidFill>
                  <a:latin typeface="Courier New" panose="02070309020205020404" pitchFamily="49" charset="0"/>
                </a:rPr>
                <a:t>   READ StudentFile</a:t>
              </a:r>
              <a:br>
                <a:rPr lang="en-US" altLang="en-US" sz="1200" b="1">
                  <a:solidFill>
                    <a:schemeClr val="tx1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chemeClr val="tx1"/>
                  </a:solidFill>
                  <a:latin typeface="Courier New" panose="02070309020205020404" pitchFamily="49" charset="0"/>
                </a:rPr>
                <a:t>     </a:t>
              </a:r>
              <a:r>
                <a:rPr lang="en-US" altLang="en-US" sz="1200" b="1">
                  <a:solidFill>
                    <a:srgbClr val="CC0000"/>
                  </a:solidFill>
                  <a:latin typeface="Courier New" panose="02070309020205020404" pitchFamily="49" charset="0"/>
                </a:rPr>
                <a:t>AT END SET EndOfFile TO TRUE</a:t>
              </a:r>
              <a:br>
                <a:rPr lang="en-US" altLang="en-US" sz="1200" b="1">
                  <a:solidFill>
                    <a:schemeClr val="tx1"/>
                  </a:solidFill>
                  <a:latin typeface="Courier New" panose="02070309020205020404" pitchFamily="49" charset="0"/>
                </a:rPr>
              </a:br>
              <a:r>
                <a:rPr lang="en-US" altLang="en-US" sz="1200" b="1">
                  <a:solidFill>
                    <a:schemeClr val="tx1"/>
                  </a:solidFill>
                  <a:latin typeface="Courier New" panose="02070309020205020404" pitchFamily="49" charset="0"/>
                </a:rPr>
                <a:t>   END-READ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8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END-PERFORM</a:t>
              </a:r>
            </a:p>
          </p:txBody>
        </p:sp>
        <p:sp>
          <p:nvSpPr>
            <p:cNvPr id="9231" name="Freeform 15">
              <a:extLst>
                <a:ext uri="{FF2B5EF4-FFF2-40B4-BE49-F238E27FC236}">
                  <a16:creationId xmlns:a16="http://schemas.microsoft.com/office/drawing/2014/main" id="{BEA81166-6AC3-1249-DA73-9AB9BBD53304}"/>
                </a:ext>
              </a:extLst>
            </p:cNvPr>
            <p:cNvSpPr>
              <a:spLocks/>
            </p:cNvSpPr>
            <p:nvPr/>
          </p:nvSpPr>
          <p:spPr bwMode="auto">
            <a:xfrm>
              <a:off x="433" y="1668"/>
              <a:ext cx="2149" cy="82"/>
            </a:xfrm>
            <a:custGeom>
              <a:avLst/>
              <a:gdLst>
                <a:gd name="T0" fmla="*/ 2142 w 2149"/>
                <a:gd name="T1" fmla="*/ 4 h 82"/>
                <a:gd name="T2" fmla="*/ 2087 w 2149"/>
                <a:gd name="T3" fmla="*/ 28 h 82"/>
                <a:gd name="T4" fmla="*/ 2043 w 2149"/>
                <a:gd name="T5" fmla="*/ 28 h 82"/>
                <a:gd name="T6" fmla="*/ 2005 w 2149"/>
                <a:gd name="T7" fmla="*/ 51 h 82"/>
                <a:gd name="T8" fmla="*/ 1959 w 2149"/>
                <a:gd name="T9" fmla="*/ 33 h 82"/>
                <a:gd name="T10" fmla="*/ 1913 w 2149"/>
                <a:gd name="T11" fmla="*/ 23 h 82"/>
                <a:gd name="T12" fmla="*/ 1869 w 2149"/>
                <a:gd name="T13" fmla="*/ 14 h 82"/>
                <a:gd name="T14" fmla="*/ 1826 w 2149"/>
                <a:gd name="T15" fmla="*/ 31 h 82"/>
                <a:gd name="T16" fmla="*/ 1788 w 2149"/>
                <a:gd name="T17" fmla="*/ 46 h 82"/>
                <a:gd name="T18" fmla="*/ 1744 w 2149"/>
                <a:gd name="T19" fmla="*/ 61 h 82"/>
                <a:gd name="T20" fmla="*/ 1698 w 2149"/>
                <a:gd name="T21" fmla="*/ 48 h 82"/>
                <a:gd name="T22" fmla="*/ 1654 w 2149"/>
                <a:gd name="T23" fmla="*/ 36 h 82"/>
                <a:gd name="T24" fmla="*/ 1605 w 2149"/>
                <a:gd name="T25" fmla="*/ 28 h 82"/>
                <a:gd name="T26" fmla="*/ 1562 w 2149"/>
                <a:gd name="T27" fmla="*/ 23 h 82"/>
                <a:gd name="T28" fmla="*/ 1515 w 2149"/>
                <a:gd name="T29" fmla="*/ 21 h 82"/>
                <a:gd name="T30" fmla="*/ 1475 w 2149"/>
                <a:gd name="T31" fmla="*/ 28 h 82"/>
                <a:gd name="T32" fmla="*/ 1431 w 2149"/>
                <a:gd name="T33" fmla="*/ 46 h 82"/>
                <a:gd name="T34" fmla="*/ 1388 w 2149"/>
                <a:gd name="T35" fmla="*/ 36 h 82"/>
                <a:gd name="T36" fmla="*/ 1344 w 2149"/>
                <a:gd name="T37" fmla="*/ 21 h 82"/>
                <a:gd name="T38" fmla="*/ 1298 w 2149"/>
                <a:gd name="T39" fmla="*/ 14 h 82"/>
                <a:gd name="T40" fmla="*/ 1254 w 2149"/>
                <a:gd name="T41" fmla="*/ 11 h 82"/>
                <a:gd name="T42" fmla="*/ 1211 w 2149"/>
                <a:gd name="T43" fmla="*/ 36 h 82"/>
                <a:gd name="T44" fmla="*/ 1167 w 2149"/>
                <a:gd name="T45" fmla="*/ 46 h 82"/>
                <a:gd name="T46" fmla="*/ 1118 w 2149"/>
                <a:gd name="T47" fmla="*/ 53 h 82"/>
                <a:gd name="T48" fmla="*/ 1074 w 2149"/>
                <a:gd name="T49" fmla="*/ 56 h 82"/>
                <a:gd name="T50" fmla="*/ 1028 w 2149"/>
                <a:gd name="T51" fmla="*/ 31 h 82"/>
                <a:gd name="T52" fmla="*/ 982 w 2149"/>
                <a:gd name="T53" fmla="*/ 19 h 82"/>
                <a:gd name="T54" fmla="*/ 935 w 2149"/>
                <a:gd name="T55" fmla="*/ 33 h 82"/>
                <a:gd name="T56" fmla="*/ 889 w 2149"/>
                <a:gd name="T57" fmla="*/ 48 h 82"/>
                <a:gd name="T58" fmla="*/ 845 w 2149"/>
                <a:gd name="T59" fmla="*/ 28 h 82"/>
                <a:gd name="T60" fmla="*/ 802 w 2149"/>
                <a:gd name="T61" fmla="*/ 9 h 82"/>
                <a:gd name="T62" fmla="*/ 758 w 2149"/>
                <a:gd name="T63" fmla="*/ 11 h 82"/>
                <a:gd name="T64" fmla="*/ 715 w 2149"/>
                <a:gd name="T65" fmla="*/ 14 h 82"/>
                <a:gd name="T66" fmla="*/ 671 w 2149"/>
                <a:gd name="T67" fmla="*/ 16 h 82"/>
                <a:gd name="T68" fmla="*/ 628 w 2149"/>
                <a:gd name="T69" fmla="*/ 31 h 82"/>
                <a:gd name="T70" fmla="*/ 581 w 2149"/>
                <a:gd name="T71" fmla="*/ 48 h 82"/>
                <a:gd name="T72" fmla="*/ 538 w 2149"/>
                <a:gd name="T73" fmla="*/ 48 h 82"/>
                <a:gd name="T74" fmla="*/ 489 w 2149"/>
                <a:gd name="T75" fmla="*/ 33 h 82"/>
                <a:gd name="T76" fmla="*/ 448 w 2149"/>
                <a:gd name="T77" fmla="*/ 23 h 82"/>
                <a:gd name="T78" fmla="*/ 454 w 2149"/>
                <a:gd name="T79" fmla="*/ 51 h 82"/>
                <a:gd name="T80" fmla="*/ 471 w 2149"/>
                <a:gd name="T81" fmla="*/ 76 h 82"/>
                <a:gd name="T82" fmla="*/ 428 w 2149"/>
                <a:gd name="T83" fmla="*/ 46 h 82"/>
                <a:gd name="T84" fmla="*/ 381 w 2149"/>
                <a:gd name="T85" fmla="*/ 28 h 82"/>
                <a:gd name="T86" fmla="*/ 338 w 2149"/>
                <a:gd name="T87" fmla="*/ 26 h 82"/>
                <a:gd name="T88" fmla="*/ 291 w 2149"/>
                <a:gd name="T89" fmla="*/ 28 h 82"/>
                <a:gd name="T90" fmla="*/ 242 w 2149"/>
                <a:gd name="T91" fmla="*/ 33 h 82"/>
                <a:gd name="T92" fmla="*/ 213 w 2149"/>
                <a:gd name="T93" fmla="*/ 61 h 82"/>
                <a:gd name="T94" fmla="*/ 170 w 2149"/>
                <a:gd name="T95" fmla="*/ 66 h 82"/>
                <a:gd name="T96" fmla="*/ 126 w 2149"/>
                <a:gd name="T97" fmla="*/ 56 h 82"/>
                <a:gd name="T98" fmla="*/ 83 w 2149"/>
                <a:gd name="T99" fmla="*/ 43 h 82"/>
                <a:gd name="T100" fmla="*/ 39 w 2149"/>
                <a:gd name="T101" fmla="*/ 26 h 82"/>
                <a:gd name="T102" fmla="*/ 1 w 2149"/>
                <a:gd name="T103" fmla="*/ 2 h 8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</a:cxnLst>
              <a:rect l="0" t="0" r="r" b="b"/>
              <a:pathLst>
                <a:path w="2149" h="82">
                  <a:moveTo>
                    <a:pt x="2148" y="1"/>
                  </a:moveTo>
                  <a:lnTo>
                    <a:pt x="2148" y="0"/>
                  </a:lnTo>
                  <a:lnTo>
                    <a:pt x="2148" y="1"/>
                  </a:lnTo>
                  <a:lnTo>
                    <a:pt x="2147" y="4"/>
                  </a:lnTo>
                  <a:lnTo>
                    <a:pt x="2142" y="4"/>
                  </a:lnTo>
                  <a:lnTo>
                    <a:pt x="2124" y="11"/>
                  </a:lnTo>
                  <a:lnTo>
                    <a:pt x="2113" y="19"/>
                  </a:lnTo>
                  <a:lnTo>
                    <a:pt x="2104" y="26"/>
                  </a:lnTo>
                  <a:lnTo>
                    <a:pt x="2095" y="26"/>
                  </a:lnTo>
                  <a:lnTo>
                    <a:pt x="2087" y="28"/>
                  </a:lnTo>
                  <a:lnTo>
                    <a:pt x="2078" y="28"/>
                  </a:lnTo>
                  <a:lnTo>
                    <a:pt x="2069" y="28"/>
                  </a:lnTo>
                  <a:lnTo>
                    <a:pt x="2060" y="28"/>
                  </a:lnTo>
                  <a:lnTo>
                    <a:pt x="2052" y="28"/>
                  </a:lnTo>
                  <a:lnTo>
                    <a:pt x="2043" y="28"/>
                  </a:lnTo>
                  <a:lnTo>
                    <a:pt x="2034" y="33"/>
                  </a:lnTo>
                  <a:lnTo>
                    <a:pt x="2029" y="41"/>
                  </a:lnTo>
                  <a:lnTo>
                    <a:pt x="2023" y="48"/>
                  </a:lnTo>
                  <a:lnTo>
                    <a:pt x="2014" y="51"/>
                  </a:lnTo>
                  <a:lnTo>
                    <a:pt x="2005" y="51"/>
                  </a:lnTo>
                  <a:lnTo>
                    <a:pt x="1997" y="46"/>
                  </a:lnTo>
                  <a:lnTo>
                    <a:pt x="1985" y="41"/>
                  </a:lnTo>
                  <a:lnTo>
                    <a:pt x="1976" y="41"/>
                  </a:lnTo>
                  <a:lnTo>
                    <a:pt x="1968" y="38"/>
                  </a:lnTo>
                  <a:lnTo>
                    <a:pt x="1959" y="33"/>
                  </a:lnTo>
                  <a:lnTo>
                    <a:pt x="1950" y="31"/>
                  </a:lnTo>
                  <a:lnTo>
                    <a:pt x="1939" y="31"/>
                  </a:lnTo>
                  <a:lnTo>
                    <a:pt x="1930" y="28"/>
                  </a:lnTo>
                  <a:lnTo>
                    <a:pt x="1921" y="26"/>
                  </a:lnTo>
                  <a:lnTo>
                    <a:pt x="1913" y="23"/>
                  </a:lnTo>
                  <a:lnTo>
                    <a:pt x="1904" y="23"/>
                  </a:lnTo>
                  <a:lnTo>
                    <a:pt x="1895" y="21"/>
                  </a:lnTo>
                  <a:lnTo>
                    <a:pt x="1886" y="19"/>
                  </a:lnTo>
                  <a:lnTo>
                    <a:pt x="1878" y="16"/>
                  </a:lnTo>
                  <a:lnTo>
                    <a:pt x="1869" y="14"/>
                  </a:lnTo>
                  <a:lnTo>
                    <a:pt x="1866" y="21"/>
                  </a:lnTo>
                  <a:lnTo>
                    <a:pt x="1855" y="23"/>
                  </a:lnTo>
                  <a:lnTo>
                    <a:pt x="1843" y="23"/>
                  </a:lnTo>
                  <a:lnTo>
                    <a:pt x="1834" y="26"/>
                  </a:lnTo>
                  <a:lnTo>
                    <a:pt x="1826" y="31"/>
                  </a:lnTo>
                  <a:lnTo>
                    <a:pt x="1823" y="38"/>
                  </a:lnTo>
                  <a:lnTo>
                    <a:pt x="1814" y="41"/>
                  </a:lnTo>
                  <a:lnTo>
                    <a:pt x="1805" y="41"/>
                  </a:lnTo>
                  <a:lnTo>
                    <a:pt x="1797" y="41"/>
                  </a:lnTo>
                  <a:lnTo>
                    <a:pt x="1788" y="46"/>
                  </a:lnTo>
                  <a:lnTo>
                    <a:pt x="1779" y="48"/>
                  </a:lnTo>
                  <a:lnTo>
                    <a:pt x="1770" y="51"/>
                  </a:lnTo>
                  <a:lnTo>
                    <a:pt x="1762" y="53"/>
                  </a:lnTo>
                  <a:lnTo>
                    <a:pt x="1753" y="58"/>
                  </a:lnTo>
                  <a:lnTo>
                    <a:pt x="1744" y="61"/>
                  </a:lnTo>
                  <a:lnTo>
                    <a:pt x="1736" y="61"/>
                  </a:lnTo>
                  <a:lnTo>
                    <a:pt x="1727" y="58"/>
                  </a:lnTo>
                  <a:lnTo>
                    <a:pt x="1718" y="53"/>
                  </a:lnTo>
                  <a:lnTo>
                    <a:pt x="1707" y="51"/>
                  </a:lnTo>
                  <a:lnTo>
                    <a:pt x="1698" y="48"/>
                  </a:lnTo>
                  <a:lnTo>
                    <a:pt x="1689" y="46"/>
                  </a:lnTo>
                  <a:lnTo>
                    <a:pt x="1681" y="43"/>
                  </a:lnTo>
                  <a:lnTo>
                    <a:pt x="1672" y="43"/>
                  </a:lnTo>
                  <a:lnTo>
                    <a:pt x="1663" y="38"/>
                  </a:lnTo>
                  <a:lnTo>
                    <a:pt x="1654" y="36"/>
                  </a:lnTo>
                  <a:lnTo>
                    <a:pt x="1646" y="36"/>
                  </a:lnTo>
                  <a:lnTo>
                    <a:pt x="1637" y="33"/>
                  </a:lnTo>
                  <a:lnTo>
                    <a:pt x="1628" y="33"/>
                  </a:lnTo>
                  <a:lnTo>
                    <a:pt x="1617" y="31"/>
                  </a:lnTo>
                  <a:lnTo>
                    <a:pt x="1605" y="28"/>
                  </a:lnTo>
                  <a:lnTo>
                    <a:pt x="1596" y="26"/>
                  </a:lnTo>
                  <a:lnTo>
                    <a:pt x="1588" y="23"/>
                  </a:lnTo>
                  <a:lnTo>
                    <a:pt x="1579" y="23"/>
                  </a:lnTo>
                  <a:lnTo>
                    <a:pt x="1570" y="23"/>
                  </a:lnTo>
                  <a:lnTo>
                    <a:pt x="1562" y="23"/>
                  </a:lnTo>
                  <a:lnTo>
                    <a:pt x="1553" y="23"/>
                  </a:lnTo>
                  <a:lnTo>
                    <a:pt x="1544" y="23"/>
                  </a:lnTo>
                  <a:lnTo>
                    <a:pt x="1536" y="23"/>
                  </a:lnTo>
                  <a:lnTo>
                    <a:pt x="1524" y="23"/>
                  </a:lnTo>
                  <a:lnTo>
                    <a:pt x="1515" y="21"/>
                  </a:lnTo>
                  <a:lnTo>
                    <a:pt x="1507" y="16"/>
                  </a:lnTo>
                  <a:lnTo>
                    <a:pt x="1498" y="16"/>
                  </a:lnTo>
                  <a:lnTo>
                    <a:pt x="1489" y="16"/>
                  </a:lnTo>
                  <a:lnTo>
                    <a:pt x="1483" y="23"/>
                  </a:lnTo>
                  <a:lnTo>
                    <a:pt x="1475" y="28"/>
                  </a:lnTo>
                  <a:lnTo>
                    <a:pt x="1466" y="31"/>
                  </a:lnTo>
                  <a:lnTo>
                    <a:pt x="1457" y="38"/>
                  </a:lnTo>
                  <a:lnTo>
                    <a:pt x="1449" y="41"/>
                  </a:lnTo>
                  <a:lnTo>
                    <a:pt x="1440" y="43"/>
                  </a:lnTo>
                  <a:lnTo>
                    <a:pt x="1431" y="46"/>
                  </a:lnTo>
                  <a:lnTo>
                    <a:pt x="1422" y="46"/>
                  </a:lnTo>
                  <a:lnTo>
                    <a:pt x="1414" y="43"/>
                  </a:lnTo>
                  <a:lnTo>
                    <a:pt x="1405" y="38"/>
                  </a:lnTo>
                  <a:lnTo>
                    <a:pt x="1396" y="36"/>
                  </a:lnTo>
                  <a:lnTo>
                    <a:pt x="1388" y="36"/>
                  </a:lnTo>
                  <a:lnTo>
                    <a:pt x="1379" y="33"/>
                  </a:lnTo>
                  <a:lnTo>
                    <a:pt x="1370" y="31"/>
                  </a:lnTo>
                  <a:lnTo>
                    <a:pt x="1362" y="26"/>
                  </a:lnTo>
                  <a:lnTo>
                    <a:pt x="1353" y="26"/>
                  </a:lnTo>
                  <a:lnTo>
                    <a:pt x="1344" y="21"/>
                  </a:lnTo>
                  <a:lnTo>
                    <a:pt x="1335" y="19"/>
                  </a:lnTo>
                  <a:lnTo>
                    <a:pt x="1327" y="19"/>
                  </a:lnTo>
                  <a:lnTo>
                    <a:pt x="1318" y="16"/>
                  </a:lnTo>
                  <a:lnTo>
                    <a:pt x="1309" y="16"/>
                  </a:lnTo>
                  <a:lnTo>
                    <a:pt x="1298" y="14"/>
                  </a:lnTo>
                  <a:lnTo>
                    <a:pt x="1289" y="11"/>
                  </a:lnTo>
                  <a:lnTo>
                    <a:pt x="1280" y="11"/>
                  </a:lnTo>
                  <a:lnTo>
                    <a:pt x="1272" y="11"/>
                  </a:lnTo>
                  <a:lnTo>
                    <a:pt x="1263" y="11"/>
                  </a:lnTo>
                  <a:lnTo>
                    <a:pt x="1254" y="11"/>
                  </a:lnTo>
                  <a:lnTo>
                    <a:pt x="1246" y="14"/>
                  </a:lnTo>
                  <a:lnTo>
                    <a:pt x="1237" y="19"/>
                  </a:lnTo>
                  <a:lnTo>
                    <a:pt x="1228" y="26"/>
                  </a:lnTo>
                  <a:lnTo>
                    <a:pt x="1219" y="31"/>
                  </a:lnTo>
                  <a:lnTo>
                    <a:pt x="1211" y="36"/>
                  </a:lnTo>
                  <a:lnTo>
                    <a:pt x="1202" y="41"/>
                  </a:lnTo>
                  <a:lnTo>
                    <a:pt x="1193" y="43"/>
                  </a:lnTo>
                  <a:lnTo>
                    <a:pt x="1185" y="43"/>
                  </a:lnTo>
                  <a:lnTo>
                    <a:pt x="1176" y="43"/>
                  </a:lnTo>
                  <a:lnTo>
                    <a:pt x="1167" y="46"/>
                  </a:lnTo>
                  <a:lnTo>
                    <a:pt x="1156" y="46"/>
                  </a:lnTo>
                  <a:lnTo>
                    <a:pt x="1147" y="48"/>
                  </a:lnTo>
                  <a:lnTo>
                    <a:pt x="1135" y="51"/>
                  </a:lnTo>
                  <a:lnTo>
                    <a:pt x="1127" y="53"/>
                  </a:lnTo>
                  <a:lnTo>
                    <a:pt x="1118" y="53"/>
                  </a:lnTo>
                  <a:lnTo>
                    <a:pt x="1109" y="56"/>
                  </a:lnTo>
                  <a:lnTo>
                    <a:pt x="1101" y="56"/>
                  </a:lnTo>
                  <a:lnTo>
                    <a:pt x="1092" y="56"/>
                  </a:lnTo>
                  <a:lnTo>
                    <a:pt x="1083" y="56"/>
                  </a:lnTo>
                  <a:lnTo>
                    <a:pt x="1074" y="56"/>
                  </a:lnTo>
                  <a:lnTo>
                    <a:pt x="1066" y="53"/>
                  </a:lnTo>
                  <a:lnTo>
                    <a:pt x="1060" y="46"/>
                  </a:lnTo>
                  <a:lnTo>
                    <a:pt x="1048" y="38"/>
                  </a:lnTo>
                  <a:lnTo>
                    <a:pt x="1040" y="36"/>
                  </a:lnTo>
                  <a:lnTo>
                    <a:pt x="1028" y="31"/>
                  </a:lnTo>
                  <a:lnTo>
                    <a:pt x="1019" y="26"/>
                  </a:lnTo>
                  <a:lnTo>
                    <a:pt x="1008" y="26"/>
                  </a:lnTo>
                  <a:lnTo>
                    <a:pt x="999" y="23"/>
                  </a:lnTo>
                  <a:lnTo>
                    <a:pt x="990" y="19"/>
                  </a:lnTo>
                  <a:lnTo>
                    <a:pt x="982" y="19"/>
                  </a:lnTo>
                  <a:lnTo>
                    <a:pt x="973" y="16"/>
                  </a:lnTo>
                  <a:lnTo>
                    <a:pt x="961" y="21"/>
                  </a:lnTo>
                  <a:lnTo>
                    <a:pt x="953" y="26"/>
                  </a:lnTo>
                  <a:lnTo>
                    <a:pt x="944" y="31"/>
                  </a:lnTo>
                  <a:lnTo>
                    <a:pt x="935" y="33"/>
                  </a:lnTo>
                  <a:lnTo>
                    <a:pt x="927" y="36"/>
                  </a:lnTo>
                  <a:lnTo>
                    <a:pt x="915" y="41"/>
                  </a:lnTo>
                  <a:lnTo>
                    <a:pt x="906" y="43"/>
                  </a:lnTo>
                  <a:lnTo>
                    <a:pt x="898" y="48"/>
                  </a:lnTo>
                  <a:lnTo>
                    <a:pt x="889" y="48"/>
                  </a:lnTo>
                  <a:lnTo>
                    <a:pt x="880" y="48"/>
                  </a:lnTo>
                  <a:lnTo>
                    <a:pt x="869" y="46"/>
                  </a:lnTo>
                  <a:lnTo>
                    <a:pt x="863" y="38"/>
                  </a:lnTo>
                  <a:lnTo>
                    <a:pt x="854" y="33"/>
                  </a:lnTo>
                  <a:lnTo>
                    <a:pt x="845" y="28"/>
                  </a:lnTo>
                  <a:lnTo>
                    <a:pt x="837" y="21"/>
                  </a:lnTo>
                  <a:lnTo>
                    <a:pt x="828" y="16"/>
                  </a:lnTo>
                  <a:lnTo>
                    <a:pt x="819" y="11"/>
                  </a:lnTo>
                  <a:lnTo>
                    <a:pt x="811" y="9"/>
                  </a:lnTo>
                  <a:lnTo>
                    <a:pt x="802" y="9"/>
                  </a:lnTo>
                  <a:lnTo>
                    <a:pt x="793" y="9"/>
                  </a:lnTo>
                  <a:lnTo>
                    <a:pt x="784" y="11"/>
                  </a:lnTo>
                  <a:lnTo>
                    <a:pt x="776" y="11"/>
                  </a:lnTo>
                  <a:lnTo>
                    <a:pt x="767" y="11"/>
                  </a:lnTo>
                  <a:lnTo>
                    <a:pt x="758" y="11"/>
                  </a:lnTo>
                  <a:lnTo>
                    <a:pt x="750" y="11"/>
                  </a:lnTo>
                  <a:lnTo>
                    <a:pt x="741" y="14"/>
                  </a:lnTo>
                  <a:lnTo>
                    <a:pt x="732" y="14"/>
                  </a:lnTo>
                  <a:lnTo>
                    <a:pt x="724" y="14"/>
                  </a:lnTo>
                  <a:lnTo>
                    <a:pt x="715" y="14"/>
                  </a:lnTo>
                  <a:lnTo>
                    <a:pt x="706" y="16"/>
                  </a:lnTo>
                  <a:lnTo>
                    <a:pt x="697" y="16"/>
                  </a:lnTo>
                  <a:lnTo>
                    <a:pt x="689" y="16"/>
                  </a:lnTo>
                  <a:lnTo>
                    <a:pt x="680" y="16"/>
                  </a:lnTo>
                  <a:lnTo>
                    <a:pt x="671" y="16"/>
                  </a:lnTo>
                  <a:lnTo>
                    <a:pt x="663" y="16"/>
                  </a:lnTo>
                  <a:lnTo>
                    <a:pt x="654" y="19"/>
                  </a:lnTo>
                  <a:lnTo>
                    <a:pt x="645" y="23"/>
                  </a:lnTo>
                  <a:lnTo>
                    <a:pt x="637" y="26"/>
                  </a:lnTo>
                  <a:lnTo>
                    <a:pt x="628" y="31"/>
                  </a:lnTo>
                  <a:lnTo>
                    <a:pt x="619" y="33"/>
                  </a:lnTo>
                  <a:lnTo>
                    <a:pt x="610" y="41"/>
                  </a:lnTo>
                  <a:lnTo>
                    <a:pt x="602" y="43"/>
                  </a:lnTo>
                  <a:lnTo>
                    <a:pt x="593" y="46"/>
                  </a:lnTo>
                  <a:lnTo>
                    <a:pt x="581" y="48"/>
                  </a:lnTo>
                  <a:lnTo>
                    <a:pt x="573" y="51"/>
                  </a:lnTo>
                  <a:lnTo>
                    <a:pt x="564" y="53"/>
                  </a:lnTo>
                  <a:lnTo>
                    <a:pt x="555" y="53"/>
                  </a:lnTo>
                  <a:lnTo>
                    <a:pt x="547" y="53"/>
                  </a:lnTo>
                  <a:lnTo>
                    <a:pt x="538" y="48"/>
                  </a:lnTo>
                  <a:lnTo>
                    <a:pt x="529" y="43"/>
                  </a:lnTo>
                  <a:lnTo>
                    <a:pt x="521" y="41"/>
                  </a:lnTo>
                  <a:lnTo>
                    <a:pt x="512" y="36"/>
                  </a:lnTo>
                  <a:lnTo>
                    <a:pt x="500" y="36"/>
                  </a:lnTo>
                  <a:lnTo>
                    <a:pt x="489" y="33"/>
                  </a:lnTo>
                  <a:lnTo>
                    <a:pt x="486" y="26"/>
                  </a:lnTo>
                  <a:lnTo>
                    <a:pt x="477" y="23"/>
                  </a:lnTo>
                  <a:lnTo>
                    <a:pt x="468" y="23"/>
                  </a:lnTo>
                  <a:lnTo>
                    <a:pt x="457" y="23"/>
                  </a:lnTo>
                  <a:lnTo>
                    <a:pt x="448" y="23"/>
                  </a:lnTo>
                  <a:lnTo>
                    <a:pt x="439" y="23"/>
                  </a:lnTo>
                  <a:lnTo>
                    <a:pt x="439" y="31"/>
                  </a:lnTo>
                  <a:lnTo>
                    <a:pt x="439" y="38"/>
                  </a:lnTo>
                  <a:lnTo>
                    <a:pt x="448" y="43"/>
                  </a:lnTo>
                  <a:lnTo>
                    <a:pt x="454" y="51"/>
                  </a:lnTo>
                  <a:lnTo>
                    <a:pt x="463" y="58"/>
                  </a:lnTo>
                  <a:lnTo>
                    <a:pt x="468" y="66"/>
                  </a:lnTo>
                  <a:lnTo>
                    <a:pt x="474" y="73"/>
                  </a:lnTo>
                  <a:lnTo>
                    <a:pt x="480" y="81"/>
                  </a:lnTo>
                  <a:lnTo>
                    <a:pt x="471" y="76"/>
                  </a:lnTo>
                  <a:lnTo>
                    <a:pt x="463" y="68"/>
                  </a:lnTo>
                  <a:lnTo>
                    <a:pt x="454" y="63"/>
                  </a:lnTo>
                  <a:lnTo>
                    <a:pt x="445" y="58"/>
                  </a:lnTo>
                  <a:lnTo>
                    <a:pt x="436" y="53"/>
                  </a:lnTo>
                  <a:lnTo>
                    <a:pt x="428" y="46"/>
                  </a:lnTo>
                  <a:lnTo>
                    <a:pt x="419" y="38"/>
                  </a:lnTo>
                  <a:lnTo>
                    <a:pt x="410" y="33"/>
                  </a:lnTo>
                  <a:lnTo>
                    <a:pt x="402" y="31"/>
                  </a:lnTo>
                  <a:lnTo>
                    <a:pt x="390" y="28"/>
                  </a:lnTo>
                  <a:lnTo>
                    <a:pt x="381" y="28"/>
                  </a:lnTo>
                  <a:lnTo>
                    <a:pt x="373" y="28"/>
                  </a:lnTo>
                  <a:lnTo>
                    <a:pt x="364" y="28"/>
                  </a:lnTo>
                  <a:lnTo>
                    <a:pt x="355" y="26"/>
                  </a:lnTo>
                  <a:lnTo>
                    <a:pt x="347" y="26"/>
                  </a:lnTo>
                  <a:lnTo>
                    <a:pt x="338" y="26"/>
                  </a:lnTo>
                  <a:lnTo>
                    <a:pt x="329" y="26"/>
                  </a:lnTo>
                  <a:lnTo>
                    <a:pt x="318" y="26"/>
                  </a:lnTo>
                  <a:lnTo>
                    <a:pt x="309" y="26"/>
                  </a:lnTo>
                  <a:lnTo>
                    <a:pt x="300" y="28"/>
                  </a:lnTo>
                  <a:lnTo>
                    <a:pt x="291" y="28"/>
                  </a:lnTo>
                  <a:lnTo>
                    <a:pt x="280" y="28"/>
                  </a:lnTo>
                  <a:lnTo>
                    <a:pt x="268" y="28"/>
                  </a:lnTo>
                  <a:lnTo>
                    <a:pt x="260" y="28"/>
                  </a:lnTo>
                  <a:lnTo>
                    <a:pt x="251" y="28"/>
                  </a:lnTo>
                  <a:lnTo>
                    <a:pt x="242" y="33"/>
                  </a:lnTo>
                  <a:lnTo>
                    <a:pt x="233" y="36"/>
                  </a:lnTo>
                  <a:lnTo>
                    <a:pt x="231" y="43"/>
                  </a:lnTo>
                  <a:lnTo>
                    <a:pt x="231" y="51"/>
                  </a:lnTo>
                  <a:lnTo>
                    <a:pt x="222" y="58"/>
                  </a:lnTo>
                  <a:lnTo>
                    <a:pt x="213" y="61"/>
                  </a:lnTo>
                  <a:lnTo>
                    <a:pt x="204" y="61"/>
                  </a:lnTo>
                  <a:lnTo>
                    <a:pt x="196" y="61"/>
                  </a:lnTo>
                  <a:lnTo>
                    <a:pt x="187" y="61"/>
                  </a:lnTo>
                  <a:lnTo>
                    <a:pt x="178" y="63"/>
                  </a:lnTo>
                  <a:lnTo>
                    <a:pt x="170" y="66"/>
                  </a:lnTo>
                  <a:lnTo>
                    <a:pt x="158" y="66"/>
                  </a:lnTo>
                  <a:lnTo>
                    <a:pt x="149" y="66"/>
                  </a:lnTo>
                  <a:lnTo>
                    <a:pt x="141" y="66"/>
                  </a:lnTo>
                  <a:lnTo>
                    <a:pt x="132" y="63"/>
                  </a:lnTo>
                  <a:lnTo>
                    <a:pt x="126" y="56"/>
                  </a:lnTo>
                  <a:lnTo>
                    <a:pt x="117" y="53"/>
                  </a:lnTo>
                  <a:lnTo>
                    <a:pt x="109" y="48"/>
                  </a:lnTo>
                  <a:lnTo>
                    <a:pt x="100" y="46"/>
                  </a:lnTo>
                  <a:lnTo>
                    <a:pt x="91" y="43"/>
                  </a:lnTo>
                  <a:lnTo>
                    <a:pt x="83" y="43"/>
                  </a:lnTo>
                  <a:lnTo>
                    <a:pt x="74" y="41"/>
                  </a:lnTo>
                  <a:lnTo>
                    <a:pt x="65" y="36"/>
                  </a:lnTo>
                  <a:lnTo>
                    <a:pt x="57" y="33"/>
                  </a:lnTo>
                  <a:lnTo>
                    <a:pt x="48" y="28"/>
                  </a:lnTo>
                  <a:lnTo>
                    <a:pt x="39" y="26"/>
                  </a:lnTo>
                  <a:lnTo>
                    <a:pt x="30" y="23"/>
                  </a:lnTo>
                  <a:lnTo>
                    <a:pt x="22" y="19"/>
                  </a:lnTo>
                  <a:lnTo>
                    <a:pt x="13" y="16"/>
                  </a:lnTo>
                  <a:lnTo>
                    <a:pt x="1" y="4"/>
                  </a:lnTo>
                  <a:lnTo>
                    <a:pt x="1" y="2"/>
                  </a:lnTo>
                  <a:lnTo>
                    <a:pt x="0" y="2"/>
                  </a:lnTo>
                  <a:lnTo>
                    <a:pt x="0" y="2"/>
                  </a:lnTo>
                  <a:lnTo>
                    <a:pt x="1" y="4"/>
                  </a:lnTo>
                  <a:lnTo>
                    <a:pt x="1" y="1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2" name="Freeform 16">
              <a:extLst>
                <a:ext uri="{FF2B5EF4-FFF2-40B4-BE49-F238E27FC236}">
                  <a16:creationId xmlns:a16="http://schemas.microsoft.com/office/drawing/2014/main" id="{A1B525E1-DC4E-0D04-7886-EC35315A9A52}"/>
                </a:ext>
              </a:extLst>
            </p:cNvPr>
            <p:cNvSpPr>
              <a:spLocks/>
            </p:cNvSpPr>
            <p:nvPr/>
          </p:nvSpPr>
          <p:spPr bwMode="auto">
            <a:xfrm>
              <a:off x="434" y="2258"/>
              <a:ext cx="2159" cy="119"/>
            </a:xfrm>
            <a:custGeom>
              <a:avLst/>
              <a:gdLst>
                <a:gd name="T0" fmla="*/ 0 w 2159"/>
                <a:gd name="T1" fmla="*/ 118 h 119"/>
                <a:gd name="T2" fmla="*/ 47 w 2159"/>
                <a:gd name="T3" fmla="*/ 81 h 119"/>
                <a:gd name="T4" fmla="*/ 90 w 2159"/>
                <a:gd name="T5" fmla="*/ 46 h 119"/>
                <a:gd name="T6" fmla="*/ 125 w 2159"/>
                <a:gd name="T7" fmla="*/ 34 h 119"/>
                <a:gd name="T8" fmla="*/ 160 w 2159"/>
                <a:gd name="T9" fmla="*/ 40 h 119"/>
                <a:gd name="T10" fmla="*/ 194 w 2159"/>
                <a:gd name="T11" fmla="*/ 64 h 119"/>
                <a:gd name="T12" fmla="*/ 229 w 2159"/>
                <a:gd name="T13" fmla="*/ 81 h 119"/>
                <a:gd name="T14" fmla="*/ 268 w 2159"/>
                <a:gd name="T15" fmla="*/ 46 h 119"/>
                <a:gd name="T16" fmla="*/ 303 w 2159"/>
                <a:gd name="T17" fmla="*/ 34 h 119"/>
                <a:gd name="T18" fmla="*/ 338 w 2159"/>
                <a:gd name="T19" fmla="*/ 58 h 119"/>
                <a:gd name="T20" fmla="*/ 373 w 2159"/>
                <a:gd name="T21" fmla="*/ 87 h 119"/>
                <a:gd name="T22" fmla="*/ 408 w 2159"/>
                <a:gd name="T23" fmla="*/ 58 h 119"/>
                <a:gd name="T24" fmla="*/ 447 w 2159"/>
                <a:gd name="T25" fmla="*/ 40 h 119"/>
                <a:gd name="T26" fmla="*/ 482 w 2159"/>
                <a:gd name="T27" fmla="*/ 34 h 119"/>
                <a:gd name="T28" fmla="*/ 520 w 2159"/>
                <a:gd name="T29" fmla="*/ 23 h 119"/>
                <a:gd name="T30" fmla="*/ 563 w 2159"/>
                <a:gd name="T31" fmla="*/ 34 h 119"/>
                <a:gd name="T32" fmla="*/ 594 w 2159"/>
                <a:gd name="T33" fmla="*/ 75 h 119"/>
                <a:gd name="T34" fmla="*/ 633 w 2159"/>
                <a:gd name="T35" fmla="*/ 58 h 119"/>
                <a:gd name="T36" fmla="*/ 676 w 2159"/>
                <a:gd name="T37" fmla="*/ 46 h 119"/>
                <a:gd name="T38" fmla="*/ 714 w 2159"/>
                <a:gd name="T39" fmla="*/ 29 h 119"/>
                <a:gd name="T40" fmla="*/ 749 w 2159"/>
                <a:gd name="T41" fmla="*/ 29 h 119"/>
                <a:gd name="T42" fmla="*/ 784 w 2159"/>
                <a:gd name="T43" fmla="*/ 64 h 119"/>
                <a:gd name="T44" fmla="*/ 819 w 2159"/>
                <a:gd name="T45" fmla="*/ 75 h 119"/>
                <a:gd name="T46" fmla="*/ 854 w 2159"/>
                <a:gd name="T47" fmla="*/ 64 h 119"/>
                <a:gd name="T48" fmla="*/ 893 w 2159"/>
                <a:gd name="T49" fmla="*/ 52 h 119"/>
                <a:gd name="T50" fmla="*/ 928 w 2159"/>
                <a:gd name="T51" fmla="*/ 52 h 119"/>
                <a:gd name="T52" fmla="*/ 966 w 2159"/>
                <a:gd name="T53" fmla="*/ 46 h 119"/>
                <a:gd name="T54" fmla="*/ 1001 w 2159"/>
                <a:gd name="T55" fmla="*/ 23 h 119"/>
                <a:gd name="T56" fmla="*/ 1044 w 2159"/>
                <a:gd name="T57" fmla="*/ 23 h 119"/>
                <a:gd name="T58" fmla="*/ 1079 w 2159"/>
                <a:gd name="T59" fmla="*/ 58 h 119"/>
                <a:gd name="T60" fmla="*/ 1114 w 2159"/>
                <a:gd name="T61" fmla="*/ 69 h 119"/>
                <a:gd name="T62" fmla="*/ 1153 w 2159"/>
                <a:gd name="T63" fmla="*/ 46 h 119"/>
                <a:gd name="T64" fmla="*/ 1195 w 2159"/>
                <a:gd name="T65" fmla="*/ 17 h 119"/>
                <a:gd name="T66" fmla="*/ 1234 w 2159"/>
                <a:gd name="T67" fmla="*/ 11 h 119"/>
                <a:gd name="T68" fmla="*/ 1265 w 2159"/>
                <a:gd name="T69" fmla="*/ 23 h 119"/>
                <a:gd name="T70" fmla="*/ 1300 w 2159"/>
                <a:gd name="T71" fmla="*/ 64 h 119"/>
                <a:gd name="T72" fmla="*/ 1335 w 2159"/>
                <a:gd name="T73" fmla="*/ 81 h 119"/>
                <a:gd name="T74" fmla="*/ 1370 w 2159"/>
                <a:gd name="T75" fmla="*/ 46 h 119"/>
                <a:gd name="T76" fmla="*/ 1409 w 2159"/>
                <a:gd name="T77" fmla="*/ 29 h 119"/>
                <a:gd name="T78" fmla="*/ 1444 w 2159"/>
                <a:gd name="T79" fmla="*/ 23 h 119"/>
                <a:gd name="T80" fmla="*/ 1482 w 2159"/>
                <a:gd name="T81" fmla="*/ 17 h 119"/>
                <a:gd name="T82" fmla="*/ 1529 w 2159"/>
                <a:gd name="T83" fmla="*/ 58 h 119"/>
                <a:gd name="T84" fmla="*/ 1564 w 2159"/>
                <a:gd name="T85" fmla="*/ 87 h 119"/>
                <a:gd name="T86" fmla="*/ 1603 w 2159"/>
                <a:gd name="T87" fmla="*/ 69 h 119"/>
                <a:gd name="T88" fmla="*/ 1638 w 2159"/>
                <a:gd name="T89" fmla="*/ 40 h 119"/>
                <a:gd name="T90" fmla="*/ 1676 w 2159"/>
                <a:gd name="T91" fmla="*/ 23 h 119"/>
                <a:gd name="T92" fmla="*/ 1711 w 2159"/>
                <a:gd name="T93" fmla="*/ 11 h 119"/>
                <a:gd name="T94" fmla="*/ 1754 w 2159"/>
                <a:gd name="T95" fmla="*/ 40 h 119"/>
                <a:gd name="T96" fmla="*/ 1789 w 2159"/>
                <a:gd name="T97" fmla="*/ 58 h 119"/>
                <a:gd name="T98" fmla="*/ 1824 w 2159"/>
                <a:gd name="T99" fmla="*/ 40 h 119"/>
                <a:gd name="T100" fmla="*/ 1859 w 2159"/>
                <a:gd name="T101" fmla="*/ 11 h 119"/>
                <a:gd name="T102" fmla="*/ 1898 w 2159"/>
                <a:gd name="T103" fmla="*/ 0 h 119"/>
                <a:gd name="T104" fmla="*/ 1940 w 2159"/>
                <a:gd name="T105" fmla="*/ 11 h 119"/>
                <a:gd name="T106" fmla="*/ 1975 w 2159"/>
                <a:gd name="T107" fmla="*/ 34 h 119"/>
                <a:gd name="T108" fmla="*/ 2014 w 2159"/>
                <a:gd name="T109" fmla="*/ 52 h 119"/>
                <a:gd name="T110" fmla="*/ 2045 w 2159"/>
                <a:gd name="T111" fmla="*/ 23 h 119"/>
                <a:gd name="T112" fmla="*/ 2084 w 2159"/>
                <a:gd name="T113" fmla="*/ 52 h 119"/>
                <a:gd name="T114" fmla="*/ 2115 w 2159"/>
                <a:gd name="T115" fmla="*/ 81 h 119"/>
                <a:gd name="T116" fmla="*/ 2150 w 2159"/>
                <a:gd name="T117" fmla="*/ 99 h 11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</a:cxnLst>
              <a:rect l="0" t="0" r="r" b="b"/>
              <a:pathLst>
                <a:path w="2159" h="119">
                  <a:moveTo>
                    <a:pt x="0" y="113"/>
                  </a:moveTo>
                  <a:lnTo>
                    <a:pt x="0" y="104"/>
                  </a:lnTo>
                  <a:lnTo>
                    <a:pt x="0" y="118"/>
                  </a:lnTo>
                  <a:lnTo>
                    <a:pt x="24" y="69"/>
                  </a:lnTo>
                  <a:lnTo>
                    <a:pt x="35" y="69"/>
                  </a:lnTo>
                  <a:lnTo>
                    <a:pt x="47" y="81"/>
                  </a:lnTo>
                  <a:lnTo>
                    <a:pt x="63" y="69"/>
                  </a:lnTo>
                  <a:lnTo>
                    <a:pt x="78" y="52"/>
                  </a:lnTo>
                  <a:lnTo>
                    <a:pt x="90" y="46"/>
                  </a:lnTo>
                  <a:lnTo>
                    <a:pt x="101" y="46"/>
                  </a:lnTo>
                  <a:lnTo>
                    <a:pt x="113" y="40"/>
                  </a:lnTo>
                  <a:lnTo>
                    <a:pt x="125" y="34"/>
                  </a:lnTo>
                  <a:lnTo>
                    <a:pt x="136" y="34"/>
                  </a:lnTo>
                  <a:lnTo>
                    <a:pt x="148" y="40"/>
                  </a:lnTo>
                  <a:lnTo>
                    <a:pt x="160" y="40"/>
                  </a:lnTo>
                  <a:lnTo>
                    <a:pt x="171" y="46"/>
                  </a:lnTo>
                  <a:lnTo>
                    <a:pt x="183" y="58"/>
                  </a:lnTo>
                  <a:lnTo>
                    <a:pt x="194" y="64"/>
                  </a:lnTo>
                  <a:lnTo>
                    <a:pt x="206" y="69"/>
                  </a:lnTo>
                  <a:lnTo>
                    <a:pt x="218" y="75"/>
                  </a:lnTo>
                  <a:lnTo>
                    <a:pt x="229" y="81"/>
                  </a:lnTo>
                  <a:lnTo>
                    <a:pt x="245" y="75"/>
                  </a:lnTo>
                  <a:lnTo>
                    <a:pt x="260" y="64"/>
                  </a:lnTo>
                  <a:lnTo>
                    <a:pt x="268" y="46"/>
                  </a:lnTo>
                  <a:lnTo>
                    <a:pt x="280" y="46"/>
                  </a:lnTo>
                  <a:lnTo>
                    <a:pt x="291" y="40"/>
                  </a:lnTo>
                  <a:lnTo>
                    <a:pt x="303" y="34"/>
                  </a:lnTo>
                  <a:lnTo>
                    <a:pt x="315" y="29"/>
                  </a:lnTo>
                  <a:lnTo>
                    <a:pt x="326" y="46"/>
                  </a:lnTo>
                  <a:lnTo>
                    <a:pt x="338" y="58"/>
                  </a:lnTo>
                  <a:lnTo>
                    <a:pt x="350" y="75"/>
                  </a:lnTo>
                  <a:lnTo>
                    <a:pt x="361" y="87"/>
                  </a:lnTo>
                  <a:lnTo>
                    <a:pt x="373" y="87"/>
                  </a:lnTo>
                  <a:lnTo>
                    <a:pt x="385" y="75"/>
                  </a:lnTo>
                  <a:lnTo>
                    <a:pt x="396" y="69"/>
                  </a:lnTo>
                  <a:lnTo>
                    <a:pt x="408" y="58"/>
                  </a:lnTo>
                  <a:lnTo>
                    <a:pt x="419" y="52"/>
                  </a:lnTo>
                  <a:lnTo>
                    <a:pt x="431" y="46"/>
                  </a:lnTo>
                  <a:lnTo>
                    <a:pt x="447" y="40"/>
                  </a:lnTo>
                  <a:lnTo>
                    <a:pt x="458" y="40"/>
                  </a:lnTo>
                  <a:lnTo>
                    <a:pt x="470" y="34"/>
                  </a:lnTo>
                  <a:lnTo>
                    <a:pt x="482" y="34"/>
                  </a:lnTo>
                  <a:lnTo>
                    <a:pt x="493" y="34"/>
                  </a:lnTo>
                  <a:lnTo>
                    <a:pt x="505" y="29"/>
                  </a:lnTo>
                  <a:lnTo>
                    <a:pt x="520" y="23"/>
                  </a:lnTo>
                  <a:lnTo>
                    <a:pt x="536" y="23"/>
                  </a:lnTo>
                  <a:lnTo>
                    <a:pt x="551" y="17"/>
                  </a:lnTo>
                  <a:lnTo>
                    <a:pt x="563" y="34"/>
                  </a:lnTo>
                  <a:lnTo>
                    <a:pt x="571" y="52"/>
                  </a:lnTo>
                  <a:lnTo>
                    <a:pt x="579" y="69"/>
                  </a:lnTo>
                  <a:lnTo>
                    <a:pt x="594" y="75"/>
                  </a:lnTo>
                  <a:lnTo>
                    <a:pt x="606" y="69"/>
                  </a:lnTo>
                  <a:lnTo>
                    <a:pt x="621" y="64"/>
                  </a:lnTo>
                  <a:lnTo>
                    <a:pt x="633" y="58"/>
                  </a:lnTo>
                  <a:lnTo>
                    <a:pt x="648" y="52"/>
                  </a:lnTo>
                  <a:lnTo>
                    <a:pt x="664" y="52"/>
                  </a:lnTo>
                  <a:lnTo>
                    <a:pt x="676" y="46"/>
                  </a:lnTo>
                  <a:lnTo>
                    <a:pt x="687" y="40"/>
                  </a:lnTo>
                  <a:lnTo>
                    <a:pt x="703" y="34"/>
                  </a:lnTo>
                  <a:lnTo>
                    <a:pt x="714" y="29"/>
                  </a:lnTo>
                  <a:lnTo>
                    <a:pt x="726" y="23"/>
                  </a:lnTo>
                  <a:lnTo>
                    <a:pt x="738" y="17"/>
                  </a:lnTo>
                  <a:lnTo>
                    <a:pt x="749" y="29"/>
                  </a:lnTo>
                  <a:lnTo>
                    <a:pt x="761" y="40"/>
                  </a:lnTo>
                  <a:lnTo>
                    <a:pt x="773" y="52"/>
                  </a:lnTo>
                  <a:lnTo>
                    <a:pt x="784" y="64"/>
                  </a:lnTo>
                  <a:lnTo>
                    <a:pt x="796" y="75"/>
                  </a:lnTo>
                  <a:lnTo>
                    <a:pt x="807" y="75"/>
                  </a:lnTo>
                  <a:lnTo>
                    <a:pt x="819" y="75"/>
                  </a:lnTo>
                  <a:lnTo>
                    <a:pt x="831" y="69"/>
                  </a:lnTo>
                  <a:lnTo>
                    <a:pt x="842" y="64"/>
                  </a:lnTo>
                  <a:lnTo>
                    <a:pt x="854" y="64"/>
                  </a:lnTo>
                  <a:lnTo>
                    <a:pt x="866" y="58"/>
                  </a:lnTo>
                  <a:lnTo>
                    <a:pt x="881" y="58"/>
                  </a:lnTo>
                  <a:lnTo>
                    <a:pt x="893" y="52"/>
                  </a:lnTo>
                  <a:lnTo>
                    <a:pt x="904" y="52"/>
                  </a:lnTo>
                  <a:lnTo>
                    <a:pt x="916" y="52"/>
                  </a:lnTo>
                  <a:lnTo>
                    <a:pt x="928" y="52"/>
                  </a:lnTo>
                  <a:lnTo>
                    <a:pt x="939" y="52"/>
                  </a:lnTo>
                  <a:lnTo>
                    <a:pt x="951" y="52"/>
                  </a:lnTo>
                  <a:lnTo>
                    <a:pt x="966" y="46"/>
                  </a:lnTo>
                  <a:lnTo>
                    <a:pt x="978" y="40"/>
                  </a:lnTo>
                  <a:lnTo>
                    <a:pt x="990" y="29"/>
                  </a:lnTo>
                  <a:lnTo>
                    <a:pt x="1001" y="23"/>
                  </a:lnTo>
                  <a:lnTo>
                    <a:pt x="1013" y="17"/>
                  </a:lnTo>
                  <a:lnTo>
                    <a:pt x="1029" y="11"/>
                  </a:lnTo>
                  <a:lnTo>
                    <a:pt x="1044" y="23"/>
                  </a:lnTo>
                  <a:lnTo>
                    <a:pt x="1056" y="40"/>
                  </a:lnTo>
                  <a:lnTo>
                    <a:pt x="1067" y="52"/>
                  </a:lnTo>
                  <a:lnTo>
                    <a:pt x="1079" y="58"/>
                  </a:lnTo>
                  <a:lnTo>
                    <a:pt x="1091" y="69"/>
                  </a:lnTo>
                  <a:lnTo>
                    <a:pt x="1102" y="69"/>
                  </a:lnTo>
                  <a:lnTo>
                    <a:pt x="1114" y="69"/>
                  </a:lnTo>
                  <a:lnTo>
                    <a:pt x="1129" y="64"/>
                  </a:lnTo>
                  <a:lnTo>
                    <a:pt x="1141" y="58"/>
                  </a:lnTo>
                  <a:lnTo>
                    <a:pt x="1153" y="46"/>
                  </a:lnTo>
                  <a:lnTo>
                    <a:pt x="1168" y="34"/>
                  </a:lnTo>
                  <a:lnTo>
                    <a:pt x="1180" y="29"/>
                  </a:lnTo>
                  <a:lnTo>
                    <a:pt x="1195" y="17"/>
                  </a:lnTo>
                  <a:lnTo>
                    <a:pt x="1207" y="17"/>
                  </a:lnTo>
                  <a:lnTo>
                    <a:pt x="1219" y="17"/>
                  </a:lnTo>
                  <a:lnTo>
                    <a:pt x="1234" y="11"/>
                  </a:lnTo>
                  <a:lnTo>
                    <a:pt x="1246" y="5"/>
                  </a:lnTo>
                  <a:lnTo>
                    <a:pt x="1257" y="5"/>
                  </a:lnTo>
                  <a:lnTo>
                    <a:pt x="1265" y="23"/>
                  </a:lnTo>
                  <a:lnTo>
                    <a:pt x="1277" y="34"/>
                  </a:lnTo>
                  <a:lnTo>
                    <a:pt x="1288" y="46"/>
                  </a:lnTo>
                  <a:lnTo>
                    <a:pt x="1300" y="64"/>
                  </a:lnTo>
                  <a:lnTo>
                    <a:pt x="1312" y="75"/>
                  </a:lnTo>
                  <a:lnTo>
                    <a:pt x="1323" y="81"/>
                  </a:lnTo>
                  <a:lnTo>
                    <a:pt x="1335" y="81"/>
                  </a:lnTo>
                  <a:lnTo>
                    <a:pt x="1347" y="69"/>
                  </a:lnTo>
                  <a:lnTo>
                    <a:pt x="1358" y="58"/>
                  </a:lnTo>
                  <a:lnTo>
                    <a:pt x="1370" y="46"/>
                  </a:lnTo>
                  <a:lnTo>
                    <a:pt x="1382" y="40"/>
                  </a:lnTo>
                  <a:lnTo>
                    <a:pt x="1393" y="34"/>
                  </a:lnTo>
                  <a:lnTo>
                    <a:pt x="1409" y="29"/>
                  </a:lnTo>
                  <a:lnTo>
                    <a:pt x="1420" y="29"/>
                  </a:lnTo>
                  <a:lnTo>
                    <a:pt x="1432" y="29"/>
                  </a:lnTo>
                  <a:lnTo>
                    <a:pt x="1444" y="23"/>
                  </a:lnTo>
                  <a:lnTo>
                    <a:pt x="1455" y="23"/>
                  </a:lnTo>
                  <a:lnTo>
                    <a:pt x="1467" y="11"/>
                  </a:lnTo>
                  <a:lnTo>
                    <a:pt x="1482" y="17"/>
                  </a:lnTo>
                  <a:lnTo>
                    <a:pt x="1502" y="34"/>
                  </a:lnTo>
                  <a:lnTo>
                    <a:pt x="1513" y="40"/>
                  </a:lnTo>
                  <a:lnTo>
                    <a:pt x="1529" y="58"/>
                  </a:lnTo>
                  <a:lnTo>
                    <a:pt x="1541" y="64"/>
                  </a:lnTo>
                  <a:lnTo>
                    <a:pt x="1552" y="75"/>
                  </a:lnTo>
                  <a:lnTo>
                    <a:pt x="1564" y="87"/>
                  </a:lnTo>
                  <a:lnTo>
                    <a:pt x="1576" y="87"/>
                  </a:lnTo>
                  <a:lnTo>
                    <a:pt x="1587" y="81"/>
                  </a:lnTo>
                  <a:lnTo>
                    <a:pt x="1603" y="69"/>
                  </a:lnTo>
                  <a:lnTo>
                    <a:pt x="1614" y="52"/>
                  </a:lnTo>
                  <a:lnTo>
                    <a:pt x="1626" y="46"/>
                  </a:lnTo>
                  <a:lnTo>
                    <a:pt x="1638" y="40"/>
                  </a:lnTo>
                  <a:lnTo>
                    <a:pt x="1649" y="34"/>
                  </a:lnTo>
                  <a:lnTo>
                    <a:pt x="1665" y="29"/>
                  </a:lnTo>
                  <a:lnTo>
                    <a:pt x="1676" y="23"/>
                  </a:lnTo>
                  <a:lnTo>
                    <a:pt x="1688" y="17"/>
                  </a:lnTo>
                  <a:lnTo>
                    <a:pt x="1700" y="11"/>
                  </a:lnTo>
                  <a:lnTo>
                    <a:pt x="1711" y="11"/>
                  </a:lnTo>
                  <a:lnTo>
                    <a:pt x="1723" y="17"/>
                  </a:lnTo>
                  <a:lnTo>
                    <a:pt x="1742" y="29"/>
                  </a:lnTo>
                  <a:lnTo>
                    <a:pt x="1754" y="40"/>
                  </a:lnTo>
                  <a:lnTo>
                    <a:pt x="1766" y="46"/>
                  </a:lnTo>
                  <a:lnTo>
                    <a:pt x="1777" y="52"/>
                  </a:lnTo>
                  <a:lnTo>
                    <a:pt x="1789" y="58"/>
                  </a:lnTo>
                  <a:lnTo>
                    <a:pt x="1801" y="58"/>
                  </a:lnTo>
                  <a:lnTo>
                    <a:pt x="1812" y="46"/>
                  </a:lnTo>
                  <a:lnTo>
                    <a:pt x="1824" y="40"/>
                  </a:lnTo>
                  <a:lnTo>
                    <a:pt x="1835" y="29"/>
                  </a:lnTo>
                  <a:lnTo>
                    <a:pt x="1847" y="17"/>
                  </a:lnTo>
                  <a:lnTo>
                    <a:pt x="1859" y="11"/>
                  </a:lnTo>
                  <a:lnTo>
                    <a:pt x="1874" y="5"/>
                  </a:lnTo>
                  <a:lnTo>
                    <a:pt x="1886" y="0"/>
                  </a:lnTo>
                  <a:lnTo>
                    <a:pt x="1898" y="0"/>
                  </a:lnTo>
                  <a:lnTo>
                    <a:pt x="1913" y="0"/>
                  </a:lnTo>
                  <a:lnTo>
                    <a:pt x="1925" y="5"/>
                  </a:lnTo>
                  <a:lnTo>
                    <a:pt x="1940" y="11"/>
                  </a:lnTo>
                  <a:lnTo>
                    <a:pt x="1952" y="17"/>
                  </a:lnTo>
                  <a:lnTo>
                    <a:pt x="1964" y="29"/>
                  </a:lnTo>
                  <a:lnTo>
                    <a:pt x="1975" y="34"/>
                  </a:lnTo>
                  <a:lnTo>
                    <a:pt x="1991" y="40"/>
                  </a:lnTo>
                  <a:lnTo>
                    <a:pt x="2002" y="52"/>
                  </a:lnTo>
                  <a:lnTo>
                    <a:pt x="2014" y="52"/>
                  </a:lnTo>
                  <a:lnTo>
                    <a:pt x="2022" y="34"/>
                  </a:lnTo>
                  <a:lnTo>
                    <a:pt x="2033" y="23"/>
                  </a:lnTo>
                  <a:lnTo>
                    <a:pt x="2045" y="23"/>
                  </a:lnTo>
                  <a:lnTo>
                    <a:pt x="2057" y="29"/>
                  </a:lnTo>
                  <a:lnTo>
                    <a:pt x="2072" y="40"/>
                  </a:lnTo>
                  <a:lnTo>
                    <a:pt x="2084" y="52"/>
                  </a:lnTo>
                  <a:lnTo>
                    <a:pt x="2095" y="58"/>
                  </a:lnTo>
                  <a:lnTo>
                    <a:pt x="2103" y="75"/>
                  </a:lnTo>
                  <a:lnTo>
                    <a:pt x="2115" y="81"/>
                  </a:lnTo>
                  <a:lnTo>
                    <a:pt x="2126" y="87"/>
                  </a:lnTo>
                  <a:lnTo>
                    <a:pt x="2138" y="99"/>
                  </a:lnTo>
                  <a:lnTo>
                    <a:pt x="2150" y="99"/>
                  </a:lnTo>
                  <a:lnTo>
                    <a:pt x="2158" y="110"/>
                  </a:lnTo>
                  <a:lnTo>
                    <a:pt x="2153" y="107"/>
                  </a:lnTo>
                </a:path>
              </a:pathLst>
            </a:custGeom>
            <a:solidFill>
              <a:schemeClr val="bg1"/>
            </a:solidFill>
            <a:ln w="12700" cap="rnd" cmpd="sng">
              <a:solidFill>
                <a:schemeClr val="tx1"/>
              </a:solidFill>
              <a:prstDash val="solid"/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4" name="Oval 18">
            <a:extLst>
              <a:ext uri="{FF2B5EF4-FFF2-40B4-BE49-F238E27FC236}">
                <a16:creationId xmlns:a16="http://schemas.microsoft.com/office/drawing/2014/main" id="{ACEA7EA1-FAF3-F7E7-201D-B3267D2DBB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" y="2751138"/>
            <a:ext cx="520700" cy="877887"/>
          </a:xfrm>
          <a:prstGeom prst="ellipse">
            <a:avLst/>
          </a:prstGeom>
          <a:noFill/>
          <a:ln w="12700">
            <a:solidFill>
              <a:schemeClr val="tx1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35" name="Line 19">
            <a:extLst>
              <a:ext uri="{FF2B5EF4-FFF2-40B4-BE49-F238E27FC236}">
                <a16:creationId xmlns:a16="http://schemas.microsoft.com/office/drawing/2014/main" id="{62778424-75A7-EA88-7CF0-296DD67DCE79}"/>
              </a:ext>
            </a:extLst>
          </p:cNvPr>
          <p:cNvSpPr>
            <a:spLocks noChangeShapeType="1"/>
          </p:cNvSpPr>
          <p:nvPr/>
        </p:nvSpPr>
        <p:spPr bwMode="auto">
          <a:xfrm>
            <a:off x="590550" y="2960688"/>
            <a:ext cx="28575" cy="5873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6" name="Line 20">
            <a:extLst>
              <a:ext uri="{FF2B5EF4-FFF2-40B4-BE49-F238E27FC236}">
                <a16:creationId xmlns:a16="http://schemas.microsoft.com/office/drawing/2014/main" id="{0FBE25B7-2805-6E86-2637-80FC7DA95EAE}"/>
              </a:ext>
            </a:extLst>
          </p:cNvPr>
          <p:cNvSpPr>
            <a:spLocks noChangeShapeType="1"/>
          </p:cNvSpPr>
          <p:nvPr/>
        </p:nvSpPr>
        <p:spPr bwMode="auto">
          <a:xfrm>
            <a:off x="133350" y="3405188"/>
            <a:ext cx="42863" cy="90487"/>
          </a:xfrm>
          <a:prstGeom prst="line">
            <a:avLst/>
          </a:prstGeom>
          <a:noFill/>
          <a:ln w="12700">
            <a:solidFill>
              <a:srgbClr val="CC0000"/>
            </a:solidFill>
            <a:round/>
            <a:headEnd type="stealth" w="med" len="med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7" name="Rectangle 21">
            <a:extLst>
              <a:ext uri="{FF2B5EF4-FFF2-40B4-BE49-F238E27FC236}">
                <a16:creationId xmlns:a16="http://schemas.microsoft.com/office/drawing/2014/main" id="{CB0EF513-AFFF-D702-643B-C0FF636B9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9613" y="441325"/>
            <a:ext cx="3849687" cy="279400"/>
          </a:xfrm>
          <a:prstGeom prst="rect">
            <a:avLst/>
          </a:prstGeom>
          <a:solidFill>
            <a:srgbClr val="FFFFCC"/>
          </a:solidFill>
          <a:ln w="254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38100" tIns="46038" rIns="38100" bIns="46038" anchor="ctr"/>
          <a:lstStyle/>
          <a:p>
            <a:r>
              <a:rPr lang="en-US" altLang="en-US" sz="1400">
                <a:solidFill>
                  <a:srgbClr val="CC0000"/>
                </a:solidFill>
                <a:latin typeface="Wingdings" panose="05000000000000000000" pitchFamily="2" charset="2"/>
              </a:rPr>
              <a:t>JJJJJJJJJJJJJJJJJJJJJJJJJ</a:t>
            </a:r>
          </a:p>
        </p:txBody>
      </p:sp>
      <p:sp>
        <p:nvSpPr>
          <p:cNvPr id="9238" name="Arc 22">
            <a:extLst>
              <a:ext uri="{FF2B5EF4-FFF2-40B4-BE49-F238E27FC236}">
                <a16:creationId xmlns:a16="http://schemas.microsoft.com/office/drawing/2014/main" id="{B949ECBF-9B97-91D8-689B-36C07E761BBF}"/>
              </a:ext>
            </a:extLst>
          </p:cNvPr>
          <p:cNvSpPr>
            <a:spLocks/>
          </p:cNvSpPr>
          <p:nvPr/>
        </p:nvSpPr>
        <p:spPr bwMode="auto">
          <a:xfrm>
            <a:off x="361950" y="1230313"/>
            <a:ext cx="419100" cy="1152525"/>
          </a:xfrm>
          <a:custGeom>
            <a:avLst/>
            <a:gdLst>
              <a:gd name="G0" fmla="+- 21600 0 0"/>
              <a:gd name="G1" fmla="+- 1290 0 0"/>
              <a:gd name="G2" fmla="+- 21600 0 0"/>
              <a:gd name="T0" fmla="*/ 21600 w 21600"/>
              <a:gd name="T1" fmla="*/ 22890 h 22890"/>
              <a:gd name="T2" fmla="*/ 39 w 21600"/>
              <a:gd name="T3" fmla="*/ 0 h 22890"/>
              <a:gd name="T4" fmla="*/ 21600 w 21600"/>
              <a:gd name="T5" fmla="*/ 1290 h 2289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2890" fill="none" extrusionOk="0">
                <a:moveTo>
                  <a:pt x="21600" y="22889"/>
                </a:moveTo>
                <a:cubicBezTo>
                  <a:pt x="9670" y="22890"/>
                  <a:pt x="0" y="13219"/>
                  <a:pt x="0" y="1290"/>
                </a:cubicBezTo>
                <a:cubicBezTo>
                  <a:pt x="0" y="859"/>
                  <a:pt x="12" y="429"/>
                  <a:pt x="38" y="-1"/>
                </a:cubicBezTo>
              </a:path>
              <a:path w="21600" h="22890" stroke="0" extrusionOk="0">
                <a:moveTo>
                  <a:pt x="21600" y="22889"/>
                </a:moveTo>
                <a:cubicBezTo>
                  <a:pt x="9670" y="22890"/>
                  <a:pt x="0" y="13219"/>
                  <a:pt x="0" y="1290"/>
                </a:cubicBezTo>
                <a:cubicBezTo>
                  <a:pt x="0" y="859"/>
                  <a:pt x="12" y="429"/>
                  <a:pt x="38" y="-1"/>
                </a:cubicBezTo>
                <a:lnTo>
                  <a:pt x="21600" y="129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17961" dir="2700000" algn="ctr" rotWithShape="0">
              <a:schemeClr val="accent1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9" name="Rectangle 23">
            <a:extLst>
              <a:ext uri="{FF2B5EF4-FFF2-40B4-BE49-F238E27FC236}">
                <a16:creationId xmlns:a16="http://schemas.microsoft.com/office/drawing/2014/main" id="{CB85DA10-9659-B5CA-62C9-5ED7675466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" y="989013"/>
            <a:ext cx="1049338" cy="2746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0" tIns="46038" rIns="0" bIns="46038">
            <a:spAutoFit/>
          </a:bodyPr>
          <a:lstStyle/>
          <a:p>
            <a:r>
              <a:rPr lang="en-US" altLang="en-US" sz="1200" b="1">
                <a:solidFill>
                  <a:srgbClr val="FF33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HIGH-VALUES</a:t>
            </a:r>
          </a:p>
        </p:txBody>
      </p:sp>
      <p:sp>
        <p:nvSpPr>
          <p:cNvPr id="9240" name="Arc 24">
            <a:extLst>
              <a:ext uri="{FF2B5EF4-FFF2-40B4-BE49-F238E27FC236}">
                <a16:creationId xmlns:a16="http://schemas.microsoft.com/office/drawing/2014/main" id="{9D684E18-38CB-57B5-73EE-43722FDBE059}"/>
              </a:ext>
            </a:extLst>
          </p:cNvPr>
          <p:cNvSpPr>
            <a:spLocks/>
          </p:cNvSpPr>
          <p:nvPr/>
        </p:nvSpPr>
        <p:spPr bwMode="auto">
          <a:xfrm>
            <a:off x="361950" y="555625"/>
            <a:ext cx="400050" cy="463550"/>
          </a:xfrm>
          <a:custGeom>
            <a:avLst/>
            <a:gdLst>
              <a:gd name="G0" fmla="+- 21592 0 0"/>
              <a:gd name="G1" fmla="+- 21600 0 0"/>
              <a:gd name="G2" fmla="+- 21600 0 0"/>
              <a:gd name="T0" fmla="*/ 0 w 21592"/>
              <a:gd name="T1" fmla="*/ 21008 h 21600"/>
              <a:gd name="T2" fmla="*/ 21506 w 21592"/>
              <a:gd name="T3" fmla="*/ 0 h 21600"/>
              <a:gd name="T4" fmla="*/ 21592 w 21592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92" h="21600" fill="none" extrusionOk="0">
                <a:moveTo>
                  <a:pt x="0" y="21008"/>
                </a:moveTo>
                <a:cubicBezTo>
                  <a:pt x="319" y="9346"/>
                  <a:pt x="9840" y="46"/>
                  <a:pt x="21506" y="0"/>
                </a:cubicBezTo>
              </a:path>
              <a:path w="21592" h="21600" stroke="0" extrusionOk="0">
                <a:moveTo>
                  <a:pt x="0" y="21008"/>
                </a:moveTo>
                <a:cubicBezTo>
                  <a:pt x="319" y="9346"/>
                  <a:pt x="9840" y="46"/>
                  <a:pt x="21506" y="0"/>
                </a:cubicBezTo>
                <a:lnTo>
                  <a:pt x="21592" y="21600"/>
                </a:lnTo>
                <a:close/>
              </a:path>
            </a:pathLst>
          </a:custGeom>
          <a:noFill/>
          <a:ln w="25400" cap="rnd">
            <a:solidFill>
              <a:srgbClr val="CC0000"/>
            </a:solidFill>
            <a:round/>
            <a:headEnd type="none" w="sm" len="sm"/>
            <a:tailEnd type="stealth" w="med" len="med"/>
          </a:ln>
          <a:effectLst>
            <a:outerShdw dist="17961" dir="2700000" algn="ctr" rotWithShape="0">
              <a:schemeClr val="accent1">
                <a:alpha val="50000"/>
              </a:scheme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1" name="AutoShape 25">
            <a:extLst>
              <a:ext uri="{FF2B5EF4-FFF2-40B4-BE49-F238E27FC236}">
                <a16:creationId xmlns:a16="http://schemas.microsoft.com/office/drawing/2014/main" id="{98D90302-B542-EDAE-9ACE-B1755C55E3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92400" y="2225675"/>
            <a:ext cx="1947863" cy="703792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 anchor="ctr"/>
          <a:lstStyle/>
          <a:p>
            <a:pPr algn="ctr"/>
            <a:r>
              <a:rPr lang="en-US" altLang="en-US" sz="1000">
                <a:solidFill>
                  <a:schemeClr val="tx1"/>
                </a:solidFill>
              </a:rPr>
              <a:t>When the end of the student file is detected, the </a:t>
            </a:r>
            <a:r>
              <a:rPr lang="en-US" altLang="en-US" sz="800">
                <a:solidFill>
                  <a:schemeClr val="tx1"/>
                </a:solidFill>
              </a:rPr>
              <a:t>AT END</a:t>
            </a:r>
            <a:r>
              <a:rPr lang="en-US" altLang="en-US" sz="1000">
                <a:solidFill>
                  <a:schemeClr val="tx1"/>
                </a:solidFill>
              </a:rPr>
              <a:t> activates and sets the condition name to true</a:t>
            </a:r>
            <a:r>
              <a:rPr lang="en-US" altLang="en-US" sz="800">
                <a:solidFill>
                  <a:schemeClr val="tx1"/>
                </a:solidFill>
              </a:rPr>
              <a:t>  </a:t>
            </a:r>
          </a:p>
        </p:txBody>
      </p:sp>
      <p:sp>
        <p:nvSpPr>
          <p:cNvPr id="9242" name="AutoShape 26">
            <a:extLst>
              <a:ext uri="{FF2B5EF4-FFF2-40B4-BE49-F238E27FC236}">
                <a16:creationId xmlns:a16="http://schemas.microsoft.com/office/drawing/2014/main" id="{68C70FA6-30FC-AD9F-B8D0-5E9CE18E0CCA}"/>
              </a:ext>
            </a:extLst>
          </p:cNvPr>
          <p:cNvSpPr>
            <a:spLocks noChangeArrowheads="1"/>
          </p:cNvSpPr>
          <p:nvPr/>
        </p:nvSpPr>
        <p:spPr bwMode="auto">
          <a:xfrm rot="10800000" flipH="1">
            <a:off x="2335213" y="684213"/>
            <a:ext cx="2306637" cy="398198"/>
          </a:xfrm>
          <a:prstGeom prst="wedgeRoundRectCallout">
            <a:avLst>
              <a:gd name="adj1" fmla="val -41671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rot="10800000" lIns="0" tIns="19050" rIns="0" bIns="19050" anchor="ctr">
            <a:spAutoFit/>
          </a:bodyPr>
          <a:lstStyle/>
          <a:p>
            <a:pPr>
              <a:spcBef>
                <a:spcPct val="50000"/>
              </a:spcBef>
            </a:pPr>
            <a:r>
              <a:rPr lang="en-US" altLang="en-US" sz="1000">
                <a:solidFill>
                  <a:schemeClr val="tx1"/>
                </a:solidFill>
              </a:rPr>
              <a:t>Setting the condition name to true, fills the whoe record with </a:t>
            </a:r>
            <a:r>
              <a:rPr lang="en-US" altLang="en-US" sz="800">
                <a:solidFill>
                  <a:schemeClr val="tx1"/>
                </a:solidFill>
              </a:rPr>
              <a:t>HIGH-VALUES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9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241" grpId="0" animBg="1" autoUpdateAnimBg="0"/>
      <p:bldP spid="9242" grpId="0" animBg="1" autoUpdateAnimBg="0"/>
    </p:bldLst>
  </p:timing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0099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914</TotalTime>
  <Words>393</Words>
  <Application>Microsoft Office PowerPoint</Application>
  <PresentationFormat>Custom</PresentationFormat>
  <Paragraphs>94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Times New Roman</vt:lpstr>
      <vt:lpstr>Courier New</vt:lpstr>
      <vt:lpstr>Wingdings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33</cp:revision>
  <dcterms:created xsi:type="dcterms:W3CDTF">1995-06-17T23:31:02Z</dcterms:created>
  <dcterms:modified xsi:type="dcterms:W3CDTF">2026-05-13T01:06:56Z</dcterms:modified>
</cp:coreProperties>
</file>