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2" r:id="rId2"/>
    <p:sldId id="276" r:id="rId3"/>
    <p:sldId id="277" r:id="rId4"/>
    <p:sldId id="278" r:id="rId5"/>
    <p:sldId id="279" r:id="rId6"/>
    <p:sldId id="281" r:id="rId7"/>
    <p:sldId id="284" r:id="rId8"/>
    <p:sldId id="285" r:id="rId9"/>
    <p:sldId id="287" r:id="rId10"/>
    <p:sldId id="288" r:id="rId11"/>
    <p:sldId id="289" r:id="rId12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3300"/>
    <a:srgbClr val="CC0000"/>
    <a:srgbClr val="FFFF00"/>
    <a:srgbClr val="CCFFCC"/>
    <a:srgbClr val="EEFFEE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F22D51-44F6-C886-5870-2F3C375B9F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274DE70-9181-ADDA-E0C8-14C09F3880C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13884ED-2DCD-F3C2-C0BB-2361936AC4E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D16CB76-A616-84B5-0AFF-7F99615F15B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06F2860-A8F3-0CF7-75BF-AA062B95B66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3EA595C-F1E0-9600-D457-2237E5413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D35829D2-E28A-40E0-B73D-D34578E1D7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01BD-8815-8F0E-5EE0-CF686A7C6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7FAC1-5F5E-CC39-0D5C-9A15ECC0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0654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D49A-B417-3BF7-02C8-354BD159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0C934-603E-4A15-FF1C-DDC5D5E3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569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F4F1-499A-CD5A-4006-A26D5120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DA9D1-2631-0A52-1DF8-DDC19C40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ECE8-DBE6-4EFC-8E36-916E6B57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2A72F-10CE-004A-E14B-1BC91EB90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EB471-2626-F0F7-77F3-4D9432DFC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35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4208-0A11-2A71-5574-D2FFE191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22E2-9D25-9B1B-6175-68ECE2815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BB548-E98B-698A-25E0-54DCA9C35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FBF56-1802-8370-5A63-7F6311876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8DD76-BA42-121A-9E92-B0AA7488B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69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E752-5676-BD4F-8D50-849A79A9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25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5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A76A-731A-78EF-75B0-572C2EAD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FBE8-32C2-8384-0EA0-7D77CEC63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36DE3-66C7-B69D-B2D1-6A7BE1A93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66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DF06-B07F-7E1F-3E6D-A440969F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9486B-8426-CDA5-B027-25F52619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7F3A-E788-BBF2-667D-48ECCB861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9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07B9-7F34-85BB-FDB5-5BF48A03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8570E-8C10-1B66-2E11-65C8CADC9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37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E3853-9D8B-6355-2DBB-5D9D587B0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84652-F535-0A70-BD98-E454AFB8E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36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11576B-1B61-1AAE-8F25-09FDC1245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F7C5543-F351-DB27-6AE4-8795F8F05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7525"/>
            <a:ext cx="2933700" cy="225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PERFORM..VARYING using one counter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800BEFD-03E7-8C3B-FF58-45784F5E1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4099" name="Freeform 3">
            <a:extLst>
              <a:ext uri="{FF2B5EF4-FFF2-40B4-BE49-F238E27FC236}">
                <a16:creationId xmlns:a16="http://schemas.microsoft.com/office/drawing/2014/main" id="{85D05BA0-FC94-7415-93F5-F86F1A2074E3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A104DAB-6083-FE4F-13BE-5BA31D366BC8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C0CA224-41F7-4188-72F8-7A72CD6FF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532063"/>
            <a:ext cx="1397000" cy="92551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356EE15-D61C-0D99-9CB7-67195AA5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C345B3E-6C97-479C-2AB0-4DEBC8DA4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4106" name="Group 10">
            <a:extLst>
              <a:ext uri="{FF2B5EF4-FFF2-40B4-BE49-F238E27FC236}">
                <a16:creationId xmlns:a16="http://schemas.microsoft.com/office/drawing/2014/main" id="{0FDEB846-E9F5-F97A-4F06-AEBBF6E4A54D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4104" name="Rectangle 8">
              <a:extLst>
                <a:ext uri="{FF2B5EF4-FFF2-40B4-BE49-F238E27FC236}">
                  <a16:creationId xmlns:a16="http://schemas.microsoft.com/office/drawing/2014/main" id="{52CE1BD3-234A-80E7-4F41-B85B0D2D5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532BF1AB-051C-93F1-AD58-ED80D5834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Rectangle 11">
            <a:extLst>
              <a:ext uri="{FF2B5EF4-FFF2-40B4-BE49-F238E27FC236}">
                <a16:creationId xmlns:a16="http://schemas.microsoft.com/office/drawing/2014/main" id="{40164E07-6F15-5127-A308-9444D8F54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506C90F6-2AF4-4463-36FE-18BDDEE9A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9" name="Line 13">
            <a:extLst>
              <a:ext uri="{FF2B5EF4-FFF2-40B4-BE49-F238E27FC236}">
                <a16:creationId xmlns:a16="http://schemas.microsoft.com/office/drawing/2014/main" id="{94F1C6EE-0A88-1D36-8D44-B96083DCE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0" name="Line 14">
            <a:extLst>
              <a:ext uri="{FF2B5EF4-FFF2-40B4-BE49-F238E27FC236}">
                <a16:creationId xmlns:a16="http://schemas.microsoft.com/office/drawing/2014/main" id="{8F5D328B-7D10-408A-D15E-4A4CDD802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id="{A4D78E4A-36D9-5B37-886D-61D2FD36C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Line 16">
            <a:extLst>
              <a:ext uri="{FF2B5EF4-FFF2-40B4-BE49-F238E27FC236}">
                <a16:creationId xmlns:a16="http://schemas.microsoft.com/office/drawing/2014/main" id="{7122F517-42BD-F305-52D2-677E81FB9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id="{6E2BF5F0-91B9-2BFF-22A4-FE3EE2584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Line 18">
            <a:extLst>
              <a:ext uri="{FF2B5EF4-FFF2-40B4-BE49-F238E27FC236}">
                <a16:creationId xmlns:a16="http://schemas.microsoft.com/office/drawing/2014/main" id="{9774EF64-B43E-34A5-6734-17B947905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BBAD94D2-1AF4-1719-8E50-93272EB20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3B0EABD1-3814-7B3A-1629-C4C10C261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4117" name="AutoShape 21">
            <a:extLst>
              <a:ext uri="{FF2B5EF4-FFF2-40B4-BE49-F238E27FC236}">
                <a16:creationId xmlns:a16="http://schemas.microsoft.com/office/drawing/2014/main" id="{F295041D-EF7B-17B5-14CD-B63DAEAF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E981D0B3-91D4-72D3-B9CE-6574E6954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EDD288FB-A28A-21B5-85DE-CEF664F7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6B5DB08-2FDD-3CDB-87CA-7C428D855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FROM 1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5123" name="Freeform 3">
            <a:extLst>
              <a:ext uri="{FF2B5EF4-FFF2-40B4-BE49-F238E27FC236}">
                <a16:creationId xmlns:a16="http://schemas.microsoft.com/office/drawing/2014/main" id="{5AB362E4-78D1-1F9A-756A-144F85D5CB02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56EEE14-2FB9-D7EC-128B-738C8FB7C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532063"/>
            <a:ext cx="1397000" cy="92551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0C6B913-BA68-65A6-1DE9-DA03C3642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92BE7CDD-8245-255B-E555-21A17FB2A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5129" name="Group 9">
            <a:extLst>
              <a:ext uri="{FF2B5EF4-FFF2-40B4-BE49-F238E27FC236}">
                <a16:creationId xmlns:a16="http://schemas.microsoft.com/office/drawing/2014/main" id="{D8984CBB-406F-D759-FC9E-46C48C159082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5127" name="Rectangle 7">
              <a:extLst>
                <a:ext uri="{FF2B5EF4-FFF2-40B4-BE49-F238E27FC236}">
                  <a16:creationId xmlns:a16="http://schemas.microsoft.com/office/drawing/2014/main" id="{9B277D03-A7FB-BB21-4837-56570250F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5128" name="Rectangle 8">
              <a:extLst>
                <a:ext uri="{FF2B5EF4-FFF2-40B4-BE49-F238E27FC236}">
                  <a16:creationId xmlns:a16="http://schemas.microsoft.com/office/drawing/2014/main" id="{8130C669-F231-77C0-2CAC-B17E3AE5F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5130" name="Rectangle 10">
            <a:extLst>
              <a:ext uri="{FF2B5EF4-FFF2-40B4-BE49-F238E27FC236}">
                <a16:creationId xmlns:a16="http://schemas.microsoft.com/office/drawing/2014/main" id="{128C2ACD-649E-E091-C061-E3EE2956C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85267497-0974-EE48-6B92-52A794938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71EB1DA4-CE7E-B6EA-D53D-079370722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Line 13">
            <a:extLst>
              <a:ext uri="{FF2B5EF4-FFF2-40B4-BE49-F238E27FC236}">
                <a16:creationId xmlns:a16="http://schemas.microsoft.com/office/drawing/2014/main" id="{DF042C3E-4446-A0E1-7D41-D35007AF5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2928E318-8AEB-981B-4799-A3CEADEEA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0EA5CA61-683A-E81C-39C6-F6A55346D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Line 16">
            <a:extLst>
              <a:ext uri="{FF2B5EF4-FFF2-40B4-BE49-F238E27FC236}">
                <a16:creationId xmlns:a16="http://schemas.microsoft.com/office/drawing/2014/main" id="{7428D578-DFA4-FB18-7D4E-726CD426C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Line 17">
            <a:extLst>
              <a:ext uri="{FF2B5EF4-FFF2-40B4-BE49-F238E27FC236}">
                <a16:creationId xmlns:a16="http://schemas.microsoft.com/office/drawing/2014/main" id="{57D0C0BE-FB0F-A4F1-A827-4521E1551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FAB97FEE-0EE5-F848-5A53-7318FA673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B3842E27-4793-D4A4-B3CD-4FCED2911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5140" name="AutoShape 20">
            <a:extLst>
              <a:ext uri="{FF2B5EF4-FFF2-40B4-BE49-F238E27FC236}">
                <a16:creationId xmlns:a16="http://schemas.microsoft.com/office/drawing/2014/main" id="{C4030508-0BEE-888C-BFBC-D46CE3B09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5141" name="Rectangle 21">
            <a:extLst>
              <a:ext uri="{FF2B5EF4-FFF2-40B4-BE49-F238E27FC236}">
                <a16:creationId xmlns:a16="http://schemas.microsoft.com/office/drawing/2014/main" id="{4B73CC9B-AC52-D55F-F9BF-953AB7F1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5142" name="Rectangle 22">
            <a:extLst>
              <a:ext uri="{FF2B5EF4-FFF2-40B4-BE49-F238E27FC236}">
                <a16:creationId xmlns:a16="http://schemas.microsoft.com/office/drawing/2014/main" id="{75C21254-DC59-3209-2381-6BDB4D1D9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5143" name="Freeform 23">
            <a:extLst>
              <a:ext uri="{FF2B5EF4-FFF2-40B4-BE49-F238E27FC236}">
                <a16:creationId xmlns:a16="http://schemas.microsoft.com/office/drawing/2014/main" id="{EE6B7581-3E67-56F8-CB3E-A1066AC07268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544FC1-673E-8B25-DF0A-71AF7F044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6147" name="Freeform 3">
            <a:extLst>
              <a:ext uri="{FF2B5EF4-FFF2-40B4-BE49-F238E27FC236}">
                <a16:creationId xmlns:a16="http://schemas.microsoft.com/office/drawing/2014/main" id="{C52FD12B-B767-9AA0-8A52-0F4562D2971B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EA1F370-4E54-456C-46DE-5BA81EDD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532063"/>
            <a:ext cx="1397000" cy="92551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CD3A7CE-B2C9-F8F9-D00E-EC9DC5BDA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ADD4F93D-B69A-AE05-3A06-5614A8B18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rgbClr val="CC0000"/>
                </a:solidFill>
              </a:rPr>
              <a:t>False</a:t>
            </a:r>
          </a:p>
        </p:txBody>
      </p:sp>
      <p:grpSp>
        <p:nvGrpSpPr>
          <p:cNvPr id="6153" name="Group 9">
            <a:extLst>
              <a:ext uri="{FF2B5EF4-FFF2-40B4-BE49-F238E27FC236}">
                <a16:creationId xmlns:a16="http://schemas.microsoft.com/office/drawing/2014/main" id="{FDE4DE9F-B61B-9D28-98B7-62214107E819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6151" name="Rectangle 7">
              <a:extLst>
                <a:ext uri="{FF2B5EF4-FFF2-40B4-BE49-F238E27FC236}">
                  <a16:creationId xmlns:a16="http://schemas.microsoft.com/office/drawing/2014/main" id="{C49BE71B-4AE3-A89B-D7B6-D0FEA5AB2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6152" name="Rectangle 8">
              <a:extLst>
                <a:ext uri="{FF2B5EF4-FFF2-40B4-BE49-F238E27FC236}">
                  <a16:creationId xmlns:a16="http://schemas.microsoft.com/office/drawing/2014/main" id="{8FDA6849-DE3C-F6F1-3CE8-F2E3A2D78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6154" name="Rectangle 10">
            <a:extLst>
              <a:ext uri="{FF2B5EF4-FFF2-40B4-BE49-F238E27FC236}">
                <a16:creationId xmlns:a16="http://schemas.microsoft.com/office/drawing/2014/main" id="{F3933188-2D3C-192B-6838-7E19D93B8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11">
            <a:extLst>
              <a:ext uri="{FF2B5EF4-FFF2-40B4-BE49-F238E27FC236}">
                <a16:creationId xmlns:a16="http://schemas.microsoft.com/office/drawing/2014/main" id="{3AE9821F-83B4-5284-03C7-0605178C9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Line 12">
            <a:extLst>
              <a:ext uri="{FF2B5EF4-FFF2-40B4-BE49-F238E27FC236}">
                <a16:creationId xmlns:a16="http://schemas.microsoft.com/office/drawing/2014/main" id="{A992A440-F418-DBE8-E907-7ED3A1BAF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Line 13">
            <a:extLst>
              <a:ext uri="{FF2B5EF4-FFF2-40B4-BE49-F238E27FC236}">
                <a16:creationId xmlns:a16="http://schemas.microsoft.com/office/drawing/2014/main" id="{91C1359F-C0AE-C9B2-9023-73E725331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>
            <a:extLst>
              <a:ext uri="{FF2B5EF4-FFF2-40B4-BE49-F238E27FC236}">
                <a16:creationId xmlns:a16="http://schemas.microsoft.com/office/drawing/2014/main" id="{9B6BB51B-009F-48D8-7179-88782E4C3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CC435408-E30D-C656-2AFF-70250F38B5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92C65B84-9392-8D81-48A6-F3124AF06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0BF69558-6FC4-7210-38C3-BFDB7A04B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Rectangle 18">
            <a:extLst>
              <a:ext uri="{FF2B5EF4-FFF2-40B4-BE49-F238E27FC236}">
                <a16:creationId xmlns:a16="http://schemas.microsoft.com/office/drawing/2014/main" id="{834DD255-04FD-3FEC-BE94-4AF7183E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6163" name="Rectangle 19">
            <a:extLst>
              <a:ext uri="{FF2B5EF4-FFF2-40B4-BE49-F238E27FC236}">
                <a16:creationId xmlns:a16="http://schemas.microsoft.com/office/drawing/2014/main" id="{D3465CF6-7F75-E539-776F-F3D1F343B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6164" name="AutoShape 20">
            <a:extLst>
              <a:ext uri="{FF2B5EF4-FFF2-40B4-BE49-F238E27FC236}">
                <a16:creationId xmlns:a16="http://schemas.microsoft.com/office/drawing/2014/main" id="{23695E98-E8DE-86ED-B967-E49DEF4E3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6165" name="Rectangle 21">
            <a:extLst>
              <a:ext uri="{FF2B5EF4-FFF2-40B4-BE49-F238E27FC236}">
                <a16:creationId xmlns:a16="http://schemas.microsoft.com/office/drawing/2014/main" id="{19209E51-76FC-4358-B4C8-B177909E1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6166" name="Rectangle 22">
            <a:extLst>
              <a:ext uri="{FF2B5EF4-FFF2-40B4-BE49-F238E27FC236}">
                <a16:creationId xmlns:a16="http://schemas.microsoft.com/office/drawing/2014/main" id="{8EAF9B94-E242-6148-DBBA-C499FBEC1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6167" name="Freeform 23">
            <a:extLst>
              <a:ext uri="{FF2B5EF4-FFF2-40B4-BE49-F238E27FC236}">
                <a16:creationId xmlns:a16="http://schemas.microsoft.com/office/drawing/2014/main" id="{D1BFCE39-F5BB-CFA7-8BE0-FFD4ADB13C39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FB6F4F-AAD5-164B-1111-B6FF6C14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7171" name="Freeform 3">
            <a:extLst>
              <a:ext uri="{FF2B5EF4-FFF2-40B4-BE49-F238E27FC236}">
                <a16:creationId xmlns:a16="http://schemas.microsoft.com/office/drawing/2014/main" id="{AF1E1C14-BDC8-D5C8-81E0-8D089055F3F4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2354807-2A3A-35A0-BBFB-95FEB1F1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6DBA544F-0B0E-4745-65DC-3121A90A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D1BB634B-2F76-13C2-4111-3BE3625ED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7177" name="Group 9">
            <a:extLst>
              <a:ext uri="{FF2B5EF4-FFF2-40B4-BE49-F238E27FC236}">
                <a16:creationId xmlns:a16="http://schemas.microsoft.com/office/drawing/2014/main" id="{40F1C521-86DD-0D26-FFC5-A41C95B02934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7175" name="Rectangle 7">
              <a:extLst>
                <a:ext uri="{FF2B5EF4-FFF2-40B4-BE49-F238E27FC236}">
                  <a16:creationId xmlns:a16="http://schemas.microsoft.com/office/drawing/2014/main" id="{520DF7DD-C4BC-9590-A80E-5BD2F3850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7176" name="Rectangle 8">
              <a:extLst>
                <a:ext uri="{FF2B5EF4-FFF2-40B4-BE49-F238E27FC236}">
                  <a16:creationId xmlns:a16="http://schemas.microsoft.com/office/drawing/2014/main" id="{70495B23-4EE8-7ECC-F32D-86428F842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7178" name="Rectangle 10">
            <a:extLst>
              <a:ext uri="{FF2B5EF4-FFF2-40B4-BE49-F238E27FC236}">
                <a16:creationId xmlns:a16="http://schemas.microsoft.com/office/drawing/2014/main" id="{BDE33131-A0C9-6C6A-B753-EA057057D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94B5B25A-9824-913A-B314-24C124D93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79F40C1A-3323-AA4E-EB74-DDA57CA81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C0DFEBCC-531E-FD0C-CB02-5F9D65F40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6C146B9B-C132-5E4D-283F-4FB64A36D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5">
            <a:extLst>
              <a:ext uri="{FF2B5EF4-FFF2-40B4-BE49-F238E27FC236}">
                <a16:creationId xmlns:a16="http://schemas.microsoft.com/office/drawing/2014/main" id="{0D2DC899-2374-D1E8-98EA-EBE76EEF02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A56E20B2-F40E-EE12-6041-12591F3C8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BF40278F-9D0B-3E94-D760-F83E4C211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B4434D00-98BA-E178-4A4C-D7B84BE1E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DA1CA10A-9718-AFD6-6626-9FF52A8D3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7188" name="AutoShape 20">
            <a:extLst>
              <a:ext uri="{FF2B5EF4-FFF2-40B4-BE49-F238E27FC236}">
                <a16:creationId xmlns:a16="http://schemas.microsoft.com/office/drawing/2014/main" id="{36C8F84F-E60A-CCA6-0055-72C4527AC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7189" name="Rectangle 21">
            <a:extLst>
              <a:ext uri="{FF2B5EF4-FFF2-40B4-BE49-F238E27FC236}">
                <a16:creationId xmlns:a16="http://schemas.microsoft.com/office/drawing/2014/main" id="{17149673-8169-35D3-30FF-DF504E2F3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7190" name="Rectangle 22">
            <a:extLst>
              <a:ext uri="{FF2B5EF4-FFF2-40B4-BE49-F238E27FC236}">
                <a16:creationId xmlns:a16="http://schemas.microsoft.com/office/drawing/2014/main" id="{E0A7FA42-04C0-6CA8-C935-C6550F1B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7191" name="Freeform 23">
            <a:extLst>
              <a:ext uri="{FF2B5EF4-FFF2-40B4-BE49-F238E27FC236}">
                <a16:creationId xmlns:a16="http://schemas.microsoft.com/office/drawing/2014/main" id="{C5420A82-272E-BE6F-1AF1-649C0CE1D002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3BF83B8-A4A5-962D-6B7B-B037B9100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BY 1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8195" name="Freeform 3">
            <a:extLst>
              <a:ext uri="{FF2B5EF4-FFF2-40B4-BE49-F238E27FC236}">
                <a16:creationId xmlns:a16="http://schemas.microsoft.com/office/drawing/2014/main" id="{92FC93DA-58D8-3FDC-3000-0CA136AECDC1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9CAD4F4-D5F3-169B-6289-CA9C0BC44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8EE1497-9471-7134-FBD2-67EEFB0BA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5C29D9FB-96AC-D147-C1E9-2BD603BAA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8201" name="Group 9">
            <a:extLst>
              <a:ext uri="{FF2B5EF4-FFF2-40B4-BE49-F238E27FC236}">
                <a16:creationId xmlns:a16="http://schemas.microsoft.com/office/drawing/2014/main" id="{E65A1333-2868-45D2-E876-8A318DE796A1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8199" name="Rectangle 7">
              <a:extLst>
                <a:ext uri="{FF2B5EF4-FFF2-40B4-BE49-F238E27FC236}">
                  <a16:creationId xmlns:a16="http://schemas.microsoft.com/office/drawing/2014/main" id="{C44F5EFE-DA81-D6AD-648C-0737CBAFB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8200" name="Rectangle 8">
              <a:extLst>
                <a:ext uri="{FF2B5EF4-FFF2-40B4-BE49-F238E27FC236}">
                  <a16:creationId xmlns:a16="http://schemas.microsoft.com/office/drawing/2014/main" id="{8E2E714D-0820-7967-7471-6CFF4DD61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02" name="Rectangle 10">
            <a:extLst>
              <a:ext uri="{FF2B5EF4-FFF2-40B4-BE49-F238E27FC236}">
                <a16:creationId xmlns:a16="http://schemas.microsoft.com/office/drawing/2014/main" id="{FC9BB5E4-4E5F-4DA9-09FE-3D588D3A3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DC6D5A58-E3D4-6D88-9571-C49C2EA3E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1588C686-FB60-CFEC-8252-32F19AE3B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75A56980-8101-E6DA-4EC4-88A6A3BD1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6FB7492F-3B20-AA01-0B79-8BE7E986A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468BDA11-49A9-7836-FF91-CD49C2867A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C018DE49-DFDD-8ADA-DD25-C1A1FD896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3ADEAD14-4B06-59B8-ABB3-922BB7A29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6D079C6A-4AC5-0E48-FA51-5497E141F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4F3AEA9A-C62B-8AEE-AF36-EA832ED45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8212" name="AutoShape 20">
            <a:extLst>
              <a:ext uri="{FF2B5EF4-FFF2-40B4-BE49-F238E27FC236}">
                <a16:creationId xmlns:a16="http://schemas.microsoft.com/office/drawing/2014/main" id="{FA25CA86-7C1C-D89E-5900-1FA18F700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8213" name="Rectangle 21">
            <a:extLst>
              <a:ext uri="{FF2B5EF4-FFF2-40B4-BE49-F238E27FC236}">
                <a16:creationId xmlns:a16="http://schemas.microsoft.com/office/drawing/2014/main" id="{B5DAFD15-6504-1695-82C3-B46942B66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8214" name="Rectangle 22">
            <a:extLst>
              <a:ext uri="{FF2B5EF4-FFF2-40B4-BE49-F238E27FC236}">
                <a16:creationId xmlns:a16="http://schemas.microsoft.com/office/drawing/2014/main" id="{5B6902C7-B6D5-5FCF-FE0E-BA810264A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8215" name="Freeform 23">
            <a:extLst>
              <a:ext uri="{FF2B5EF4-FFF2-40B4-BE49-F238E27FC236}">
                <a16:creationId xmlns:a16="http://schemas.microsoft.com/office/drawing/2014/main" id="{8EACE841-2BA8-FE4A-9496-7E7231535187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2E4BF3-89B1-8D53-C68A-3C73D466C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9219" name="Freeform 3">
            <a:extLst>
              <a:ext uri="{FF2B5EF4-FFF2-40B4-BE49-F238E27FC236}">
                <a16:creationId xmlns:a16="http://schemas.microsoft.com/office/drawing/2014/main" id="{163C1EEA-ADC1-D805-A450-4A0C61DB4268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97D100F8-FF13-78A9-1DD1-1A7052B60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428755C2-FD12-114E-4760-0AE82FE2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CD04D1AA-F2C6-7753-C417-7D3AEE8EF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rgbClr val="CC0000"/>
                </a:solidFill>
              </a:rPr>
              <a:t>False</a:t>
            </a:r>
          </a:p>
        </p:txBody>
      </p:sp>
      <p:grpSp>
        <p:nvGrpSpPr>
          <p:cNvPr id="9225" name="Group 9">
            <a:extLst>
              <a:ext uri="{FF2B5EF4-FFF2-40B4-BE49-F238E27FC236}">
                <a16:creationId xmlns:a16="http://schemas.microsoft.com/office/drawing/2014/main" id="{4755A32C-89C4-92E5-2130-C37809512C7A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9223" name="Rectangle 7">
              <a:extLst>
                <a:ext uri="{FF2B5EF4-FFF2-40B4-BE49-F238E27FC236}">
                  <a16:creationId xmlns:a16="http://schemas.microsoft.com/office/drawing/2014/main" id="{416A0728-9B3A-896F-1351-982DA95F0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09D49479-1C52-00D8-1D80-9DAE2FC09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26" name="Rectangle 10">
            <a:extLst>
              <a:ext uri="{FF2B5EF4-FFF2-40B4-BE49-F238E27FC236}">
                <a16:creationId xmlns:a16="http://schemas.microsoft.com/office/drawing/2014/main" id="{014941ED-4942-6875-D377-CB0B292D9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BFCF302F-E12C-4082-CEA7-DB77931BE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A16EE14C-CE17-FEC7-F83F-C39F0EF56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B1B4A4F7-D329-9CFF-EB12-D3A3AB768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>
            <a:extLst>
              <a:ext uri="{FF2B5EF4-FFF2-40B4-BE49-F238E27FC236}">
                <a16:creationId xmlns:a16="http://schemas.microsoft.com/office/drawing/2014/main" id="{713B3801-58C2-B600-481E-8EDB7E515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5">
            <a:extLst>
              <a:ext uri="{FF2B5EF4-FFF2-40B4-BE49-F238E27FC236}">
                <a16:creationId xmlns:a16="http://schemas.microsoft.com/office/drawing/2014/main" id="{AE73CBA6-1182-7117-20E4-77B913AED1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2CF54D5E-D589-13C9-0273-6C4C97787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4BAA13BB-1D90-DB29-5588-C94B41BA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85EF382B-0E60-D4EE-E21A-89CE037DE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EA4FAB39-EC90-0B4D-3669-6B243B71A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9236" name="AutoShape 20">
            <a:extLst>
              <a:ext uri="{FF2B5EF4-FFF2-40B4-BE49-F238E27FC236}">
                <a16:creationId xmlns:a16="http://schemas.microsoft.com/office/drawing/2014/main" id="{90EAFC0E-ECB3-260C-6EF0-29DCF3AFF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9237" name="Rectangle 21">
            <a:extLst>
              <a:ext uri="{FF2B5EF4-FFF2-40B4-BE49-F238E27FC236}">
                <a16:creationId xmlns:a16="http://schemas.microsoft.com/office/drawing/2014/main" id="{F022BF66-7D8E-A0F9-D083-5597B9276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9238" name="Rectangle 22">
            <a:extLst>
              <a:ext uri="{FF2B5EF4-FFF2-40B4-BE49-F238E27FC236}">
                <a16:creationId xmlns:a16="http://schemas.microsoft.com/office/drawing/2014/main" id="{EBA5A10C-872E-7FC4-AF4C-1880CF55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9239" name="Freeform 23">
            <a:extLst>
              <a:ext uri="{FF2B5EF4-FFF2-40B4-BE49-F238E27FC236}">
                <a16:creationId xmlns:a16="http://schemas.microsoft.com/office/drawing/2014/main" id="{BC08F488-0BEF-4968-5114-611B824D473A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A6AA348-A085-A19C-B4BE-836567FBC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DISPLAY Idx1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10243" name="Freeform 3">
            <a:extLst>
              <a:ext uri="{FF2B5EF4-FFF2-40B4-BE49-F238E27FC236}">
                <a16:creationId xmlns:a16="http://schemas.microsoft.com/office/drawing/2014/main" id="{4F138EAE-756B-E101-F80E-46AA7CAB00E2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91B63EB-912F-209A-EFB3-34A3781C0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0728EF54-90A6-7AC2-1D40-B3A8FF4E3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847A6DF-0332-5234-20D7-A6B8B506D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10249" name="Group 9">
            <a:extLst>
              <a:ext uri="{FF2B5EF4-FFF2-40B4-BE49-F238E27FC236}">
                <a16:creationId xmlns:a16="http://schemas.microsoft.com/office/drawing/2014/main" id="{D395FACD-E61B-21E7-A2A6-2972DA980FD6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B2E86CFE-6865-D767-DD07-8FD726074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4A916C3D-16E5-1ED0-C1F8-BE514C0C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84D1786D-D115-0242-AF51-791A1E967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704D6E94-4397-8C75-CD49-596045123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E53D4F94-55E1-E2C4-A342-678637A59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4C223DA7-337E-B06C-06CC-9D5D886DA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6BCA4DA6-B92D-4EEC-8C34-355008A44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16A45E23-EB62-ED74-47F5-5294E5695E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3C48957D-3FBB-A9E9-0E28-8CB115DF6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67E2F813-4E6E-ADDE-17B6-A31850F70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C536890C-ED73-BE98-BED8-76E87C21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C92BFE58-EEA9-8385-CCB3-FC3C735B0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10260" name="AutoShape 20">
            <a:extLst>
              <a:ext uri="{FF2B5EF4-FFF2-40B4-BE49-F238E27FC236}">
                <a16:creationId xmlns:a16="http://schemas.microsoft.com/office/drawing/2014/main" id="{4FCCF015-505A-8BB8-3F79-7859499D6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DBB3B23C-538B-C2E7-960D-4C4072A83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10262" name="Rectangle 22">
            <a:extLst>
              <a:ext uri="{FF2B5EF4-FFF2-40B4-BE49-F238E27FC236}">
                <a16:creationId xmlns:a16="http://schemas.microsoft.com/office/drawing/2014/main" id="{05FDA72A-0480-40D7-CFA1-EC4111AB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10263" name="Freeform 23">
            <a:extLst>
              <a:ext uri="{FF2B5EF4-FFF2-40B4-BE49-F238E27FC236}">
                <a16:creationId xmlns:a16="http://schemas.microsoft.com/office/drawing/2014/main" id="{A5AC62D1-61A8-EBFA-CBD8-D1684F6B4C06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62C057A-72E5-37E4-76EA-E6EB084D4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BY 1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11267" name="Freeform 3">
            <a:extLst>
              <a:ext uri="{FF2B5EF4-FFF2-40B4-BE49-F238E27FC236}">
                <a16:creationId xmlns:a16="http://schemas.microsoft.com/office/drawing/2014/main" id="{1E9BF75D-9110-D9FD-2FC7-3EFB6BBF93DB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65258C69-DBD4-CE09-7F5F-5A40A04BB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1E740ADD-2C05-3112-6A1C-A3406360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8822CEA9-B70F-7C3F-1C49-85C18609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11273" name="Group 9">
            <a:extLst>
              <a:ext uri="{FF2B5EF4-FFF2-40B4-BE49-F238E27FC236}">
                <a16:creationId xmlns:a16="http://schemas.microsoft.com/office/drawing/2014/main" id="{49D899DD-1D00-11F3-E960-F5048699660C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1242302F-2E12-4722-867D-400CC9758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31547632-CBEF-E978-6B9A-73963C8EB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2712B6D6-8DA8-F77E-DEDC-B04F0FE7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6C3B01D8-6E65-EE96-5FBE-2F2CD3F26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2">
            <a:extLst>
              <a:ext uri="{FF2B5EF4-FFF2-40B4-BE49-F238E27FC236}">
                <a16:creationId xmlns:a16="http://schemas.microsoft.com/office/drawing/2014/main" id="{F20ED983-831A-8360-79B1-BA408AEEF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3">
            <a:extLst>
              <a:ext uri="{FF2B5EF4-FFF2-40B4-BE49-F238E27FC236}">
                <a16:creationId xmlns:a16="http://schemas.microsoft.com/office/drawing/2014/main" id="{04F0E54D-F993-4629-90F4-99E41D4FD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4">
            <a:extLst>
              <a:ext uri="{FF2B5EF4-FFF2-40B4-BE49-F238E27FC236}">
                <a16:creationId xmlns:a16="http://schemas.microsoft.com/office/drawing/2014/main" id="{1CCBF635-5D85-E748-F50B-9C7D5A07D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Line 15">
            <a:extLst>
              <a:ext uri="{FF2B5EF4-FFF2-40B4-BE49-F238E27FC236}">
                <a16:creationId xmlns:a16="http://schemas.microsoft.com/office/drawing/2014/main" id="{453D3301-40BD-1D68-032F-AF52F5215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6">
            <a:extLst>
              <a:ext uri="{FF2B5EF4-FFF2-40B4-BE49-F238E27FC236}">
                <a16:creationId xmlns:a16="http://schemas.microsoft.com/office/drawing/2014/main" id="{09ED75E8-61C9-FA8F-3888-198AF657F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Line 17">
            <a:extLst>
              <a:ext uri="{FF2B5EF4-FFF2-40B4-BE49-F238E27FC236}">
                <a16:creationId xmlns:a16="http://schemas.microsoft.com/office/drawing/2014/main" id="{90A44C53-A17E-CDB5-001B-4446C1265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2D3AD1F0-A0D9-C032-BA1C-0224B92B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F229F3BC-5674-86EE-2D86-FFF50C624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11284" name="AutoShape 20">
            <a:extLst>
              <a:ext uri="{FF2B5EF4-FFF2-40B4-BE49-F238E27FC236}">
                <a16:creationId xmlns:a16="http://schemas.microsoft.com/office/drawing/2014/main" id="{CFD3D894-5A48-41A8-FB4A-8C453311B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BEF47AE6-46BF-60D2-93A1-04EE4B4A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11286" name="Rectangle 22">
            <a:extLst>
              <a:ext uri="{FF2B5EF4-FFF2-40B4-BE49-F238E27FC236}">
                <a16:creationId xmlns:a16="http://schemas.microsoft.com/office/drawing/2014/main" id="{0963865E-B7E0-4B25-2533-EE73F6CCD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11287" name="Freeform 23">
            <a:extLst>
              <a:ext uri="{FF2B5EF4-FFF2-40B4-BE49-F238E27FC236}">
                <a16:creationId xmlns:a16="http://schemas.microsoft.com/office/drawing/2014/main" id="{BD7D8A2E-2E71-A0B6-CC36-0379227B1BC8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6C1B85B-63F8-3A2D-A8E9-FDD931D03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12291" name="Freeform 3">
            <a:extLst>
              <a:ext uri="{FF2B5EF4-FFF2-40B4-BE49-F238E27FC236}">
                <a16:creationId xmlns:a16="http://schemas.microsoft.com/office/drawing/2014/main" id="{BF683BD5-6F7B-ACAD-75B1-CFFE78A9AA1B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CD62ACC-7319-923E-A544-33E212248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3620E7F6-4A8E-B964-68FF-D0AC862DF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rgbClr val="CC0000"/>
                </a:solidFill>
              </a:rPr>
              <a:t>True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FA8C60E0-DCBF-8175-A2EA-5F18474F1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12297" name="Group 9">
            <a:extLst>
              <a:ext uri="{FF2B5EF4-FFF2-40B4-BE49-F238E27FC236}">
                <a16:creationId xmlns:a16="http://schemas.microsoft.com/office/drawing/2014/main" id="{453E5072-0941-6B44-3C85-022ED17AAFFB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12295" name="Rectangle 7">
              <a:extLst>
                <a:ext uri="{FF2B5EF4-FFF2-40B4-BE49-F238E27FC236}">
                  <a16:creationId xmlns:a16="http://schemas.microsoft.com/office/drawing/2014/main" id="{75F0E729-3C8D-6138-7A3D-6043ABEB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12296" name="Rectangle 8">
              <a:extLst>
                <a:ext uri="{FF2B5EF4-FFF2-40B4-BE49-F238E27FC236}">
                  <a16:creationId xmlns:a16="http://schemas.microsoft.com/office/drawing/2014/main" id="{5DE9844D-B20C-91E5-697F-1E28A463B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5E5FDD52-207A-3845-85ED-9726CFDB9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1">
            <a:extLst>
              <a:ext uri="{FF2B5EF4-FFF2-40B4-BE49-F238E27FC236}">
                <a16:creationId xmlns:a16="http://schemas.microsoft.com/office/drawing/2014/main" id="{E4D3D8AD-DB92-777A-53E1-BBA37804B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>
            <a:extLst>
              <a:ext uri="{FF2B5EF4-FFF2-40B4-BE49-F238E27FC236}">
                <a16:creationId xmlns:a16="http://schemas.microsoft.com/office/drawing/2014/main" id="{604B0D39-1776-A1F6-DC9F-8FC185380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3">
            <a:extLst>
              <a:ext uri="{FF2B5EF4-FFF2-40B4-BE49-F238E27FC236}">
                <a16:creationId xmlns:a16="http://schemas.microsoft.com/office/drawing/2014/main" id="{E9BF535E-A624-43B5-FB95-B30B89DA2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14">
            <a:extLst>
              <a:ext uri="{FF2B5EF4-FFF2-40B4-BE49-F238E27FC236}">
                <a16:creationId xmlns:a16="http://schemas.microsoft.com/office/drawing/2014/main" id="{0E074D1A-D790-7574-1C87-126AFCBBC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Line 15">
            <a:extLst>
              <a:ext uri="{FF2B5EF4-FFF2-40B4-BE49-F238E27FC236}">
                <a16:creationId xmlns:a16="http://schemas.microsoft.com/office/drawing/2014/main" id="{4C14A8B7-4870-EAD1-4BA7-02BADB8EB9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16">
            <a:extLst>
              <a:ext uri="{FF2B5EF4-FFF2-40B4-BE49-F238E27FC236}">
                <a16:creationId xmlns:a16="http://schemas.microsoft.com/office/drawing/2014/main" id="{F351925F-741D-0114-683D-D4A343BA3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Line 17">
            <a:extLst>
              <a:ext uri="{FF2B5EF4-FFF2-40B4-BE49-F238E27FC236}">
                <a16:creationId xmlns:a16="http://schemas.microsoft.com/office/drawing/2014/main" id="{5FEA1805-3F9B-E2AE-AAC4-9C6834AEB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DF82FCBD-0A1E-2244-CDCC-37CD87596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15B667A5-77B2-C420-0E77-916E119DC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12308" name="AutoShape 20">
            <a:extLst>
              <a:ext uri="{FF2B5EF4-FFF2-40B4-BE49-F238E27FC236}">
                <a16:creationId xmlns:a16="http://schemas.microsoft.com/office/drawing/2014/main" id="{23FD757C-06F2-5BE9-E68D-3EB429C25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12309" name="Rectangle 21">
            <a:extLst>
              <a:ext uri="{FF2B5EF4-FFF2-40B4-BE49-F238E27FC236}">
                <a16:creationId xmlns:a16="http://schemas.microsoft.com/office/drawing/2014/main" id="{A7286D04-C388-5999-33FF-9321DF3DF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12310" name="Rectangle 22">
            <a:extLst>
              <a:ext uri="{FF2B5EF4-FFF2-40B4-BE49-F238E27FC236}">
                <a16:creationId xmlns:a16="http://schemas.microsoft.com/office/drawing/2014/main" id="{FDCBC89B-4696-5B9C-27FF-5E59C58B7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12311" name="Freeform 23">
            <a:extLst>
              <a:ext uri="{FF2B5EF4-FFF2-40B4-BE49-F238E27FC236}">
                <a16:creationId xmlns:a16="http://schemas.microsoft.com/office/drawing/2014/main" id="{BAD6D832-67C8-A4AC-0A27-03FF57570E2D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30A2E96-0DA3-06A6-225B-D20FA2CCA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95250"/>
            <a:ext cx="3521075" cy="931863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PERFORM VARYING Idx1 FROM 1 BY 1 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UNTIL Idx1 EQUAL TO 3</a:t>
            </a:r>
            <a:endParaRPr lang="en-US" altLang="en-US" sz="1200" b="1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DISPLAY Idx1</a:t>
            </a:r>
          </a:p>
          <a:p>
            <a:pPr>
              <a:lnSpc>
                <a:spcPct val="80000"/>
              </a:lnSpc>
              <a:spcBef>
                <a:spcPct val="35000"/>
              </a:spcBef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END-PERFORM.</a:t>
            </a:r>
          </a:p>
        </p:txBody>
      </p:sp>
      <p:sp>
        <p:nvSpPr>
          <p:cNvPr id="13315" name="Freeform 3">
            <a:extLst>
              <a:ext uri="{FF2B5EF4-FFF2-40B4-BE49-F238E27FC236}">
                <a16:creationId xmlns:a16="http://schemas.microsoft.com/office/drawing/2014/main" id="{72C34D71-7D47-64C6-A233-15407E4878A1}"/>
              </a:ext>
            </a:extLst>
          </p:cNvPr>
          <p:cNvSpPr>
            <a:spLocks/>
          </p:cNvSpPr>
          <p:nvPr/>
        </p:nvSpPr>
        <p:spPr bwMode="auto">
          <a:xfrm>
            <a:off x="77788" y="87313"/>
            <a:ext cx="3273425" cy="69850"/>
          </a:xfrm>
          <a:custGeom>
            <a:avLst/>
            <a:gdLst>
              <a:gd name="T0" fmla="*/ 2055 w 2062"/>
              <a:gd name="T1" fmla="*/ 2 h 44"/>
              <a:gd name="T2" fmla="*/ 2002 w 2062"/>
              <a:gd name="T3" fmla="*/ 15 h 44"/>
              <a:gd name="T4" fmla="*/ 1960 w 2062"/>
              <a:gd name="T5" fmla="*/ 15 h 44"/>
              <a:gd name="T6" fmla="*/ 1924 w 2062"/>
              <a:gd name="T7" fmla="*/ 27 h 44"/>
              <a:gd name="T8" fmla="*/ 1880 w 2062"/>
              <a:gd name="T9" fmla="*/ 17 h 44"/>
              <a:gd name="T10" fmla="*/ 1835 w 2062"/>
              <a:gd name="T11" fmla="*/ 12 h 44"/>
              <a:gd name="T12" fmla="*/ 1793 w 2062"/>
              <a:gd name="T13" fmla="*/ 7 h 44"/>
              <a:gd name="T14" fmla="*/ 1752 w 2062"/>
              <a:gd name="T15" fmla="*/ 16 h 44"/>
              <a:gd name="T16" fmla="*/ 1715 w 2062"/>
              <a:gd name="T17" fmla="*/ 24 h 44"/>
              <a:gd name="T18" fmla="*/ 1674 w 2062"/>
              <a:gd name="T19" fmla="*/ 32 h 44"/>
              <a:gd name="T20" fmla="*/ 1629 w 2062"/>
              <a:gd name="T21" fmla="*/ 25 h 44"/>
              <a:gd name="T22" fmla="*/ 1587 w 2062"/>
              <a:gd name="T23" fmla="*/ 19 h 44"/>
              <a:gd name="T24" fmla="*/ 1540 w 2062"/>
              <a:gd name="T25" fmla="*/ 15 h 44"/>
              <a:gd name="T26" fmla="*/ 1498 w 2062"/>
              <a:gd name="T27" fmla="*/ 12 h 44"/>
              <a:gd name="T28" fmla="*/ 1454 w 2062"/>
              <a:gd name="T29" fmla="*/ 11 h 44"/>
              <a:gd name="T30" fmla="*/ 1415 w 2062"/>
              <a:gd name="T31" fmla="*/ 15 h 44"/>
              <a:gd name="T32" fmla="*/ 1373 w 2062"/>
              <a:gd name="T33" fmla="*/ 24 h 44"/>
              <a:gd name="T34" fmla="*/ 1331 w 2062"/>
              <a:gd name="T35" fmla="*/ 19 h 44"/>
              <a:gd name="T36" fmla="*/ 1290 w 2062"/>
              <a:gd name="T37" fmla="*/ 11 h 44"/>
              <a:gd name="T38" fmla="*/ 1245 w 2062"/>
              <a:gd name="T39" fmla="*/ 7 h 44"/>
              <a:gd name="T40" fmla="*/ 1203 w 2062"/>
              <a:gd name="T41" fmla="*/ 6 h 44"/>
              <a:gd name="T42" fmla="*/ 1162 w 2062"/>
              <a:gd name="T43" fmla="*/ 19 h 44"/>
              <a:gd name="T44" fmla="*/ 1120 w 2062"/>
              <a:gd name="T45" fmla="*/ 24 h 44"/>
              <a:gd name="T46" fmla="*/ 1073 w 2062"/>
              <a:gd name="T47" fmla="*/ 28 h 44"/>
              <a:gd name="T48" fmla="*/ 1031 w 2062"/>
              <a:gd name="T49" fmla="*/ 29 h 44"/>
              <a:gd name="T50" fmla="*/ 986 w 2062"/>
              <a:gd name="T51" fmla="*/ 16 h 44"/>
              <a:gd name="T52" fmla="*/ 942 w 2062"/>
              <a:gd name="T53" fmla="*/ 10 h 44"/>
              <a:gd name="T54" fmla="*/ 897 w 2062"/>
              <a:gd name="T55" fmla="*/ 17 h 44"/>
              <a:gd name="T56" fmla="*/ 853 w 2062"/>
              <a:gd name="T57" fmla="*/ 25 h 44"/>
              <a:gd name="T58" fmla="*/ 811 w 2062"/>
              <a:gd name="T59" fmla="*/ 15 h 44"/>
              <a:gd name="T60" fmla="*/ 769 w 2062"/>
              <a:gd name="T61" fmla="*/ 4 h 44"/>
              <a:gd name="T62" fmla="*/ 728 w 2062"/>
              <a:gd name="T63" fmla="*/ 6 h 44"/>
              <a:gd name="T64" fmla="*/ 686 w 2062"/>
              <a:gd name="T65" fmla="*/ 7 h 44"/>
              <a:gd name="T66" fmla="*/ 644 w 2062"/>
              <a:gd name="T67" fmla="*/ 8 h 44"/>
              <a:gd name="T68" fmla="*/ 602 w 2062"/>
              <a:gd name="T69" fmla="*/ 16 h 44"/>
              <a:gd name="T70" fmla="*/ 558 w 2062"/>
              <a:gd name="T71" fmla="*/ 25 h 44"/>
              <a:gd name="T72" fmla="*/ 516 w 2062"/>
              <a:gd name="T73" fmla="*/ 25 h 44"/>
              <a:gd name="T74" fmla="*/ 469 w 2062"/>
              <a:gd name="T75" fmla="*/ 17 h 44"/>
              <a:gd name="T76" fmla="*/ 430 w 2062"/>
              <a:gd name="T77" fmla="*/ 12 h 44"/>
              <a:gd name="T78" fmla="*/ 435 w 2062"/>
              <a:gd name="T79" fmla="*/ 27 h 44"/>
              <a:gd name="T80" fmla="*/ 452 w 2062"/>
              <a:gd name="T81" fmla="*/ 40 h 44"/>
              <a:gd name="T82" fmla="*/ 410 w 2062"/>
              <a:gd name="T83" fmla="*/ 24 h 44"/>
              <a:gd name="T84" fmla="*/ 366 w 2062"/>
              <a:gd name="T85" fmla="*/ 15 h 44"/>
              <a:gd name="T86" fmla="*/ 324 w 2062"/>
              <a:gd name="T87" fmla="*/ 14 h 44"/>
              <a:gd name="T88" fmla="*/ 280 w 2062"/>
              <a:gd name="T89" fmla="*/ 15 h 44"/>
              <a:gd name="T90" fmla="*/ 232 w 2062"/>
              <a:gd name="T91" fmla="*/ 17 h 44"/>
              <a:gd name="T92" fmla="*/ 204 w 2062"/>
              <a:gd name="T93" fmla="*/ 32 h 44"/>
              <a:gd name="T94" fmla="*/ 163 w 2062"/>
              <a:gd name="T95" fmla="*/ 35 h 44"/>
              <a:gd name="T96" fmla="*/ 121 w 2062"/>
              <a:gd name="T97" fmla="*/ 29 h 44"/>
              <a:gd name="T98" fmla="*/ 79 w 2062"/>
              <a:gd name="T99" fmla="*/ 23 h 44"/>
              <a:gd name="T100" fmla="*/ 38 w 2062"/>
              <a:gd name="T101" fmla="*/ 14 h 44"/>
              <a:gd name="T102" fmla="*/ 1 w 2062"/>
              <a:gd name="T103" fmla="*/ 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62" h="44">
                <a:moveTo>
                  <a:pt x="2061" y="0"/>
                </a:moveTo>
                <a:lnTo>
                  <a:pt x="2061" y="0"/>
                </a:lnTo>
                <a:lnTo>
                  <a:pt x="2061" y="0"/>
                </a:lnTo>
                <a:lnTo>
                  <a:pt x="2060" y="2"/>
                </a:lnTo>
                <a:lnTo>
                  <a:pt x="2055" y="2"/>
                </a:lnTo>
                <a:lnTo>
                  <a:pt x="2038" y="6"/>
                </a:lnTo>
                <a:lnTo>
                  <a:pt x="2027" y="10"/>
                </a:lnTo>
                <a:lnTo>
                  <a:pt x="2019" y="14"/>
                </a:lnTo>
                <a:lnTo>
                  <a:pt x="2010" y="14"/>
                </a:lnTo>
                <a:lnTo>
                  <a:pt x="2002" y="15"/>
                </a:lnTo>
                <a:lnTo>
                  <a:pt x="1994" y="15"/>
                </a:lnTo>
                <a:lnTo>
                  <a:pt x="1985" y="15"/>
                </a:lnTo>
                <a:lnTo>
                  <a:pt x="1977" y="15"/>
                </a:lnTo>
                <a:lnTo>
                  <a:pt x="1969" y="15"/>
                </a:lnTo>
                <a:lnTo>
                  <a:pt x="1960" y="15"/>
                </a:lnTo>
                <a:lnTo>
                  <a:pt x="1952" y="17"/>
                </a:lnTo>
                <a:lnTo>
                  <a:pt x="1946" y="21"/>
                </a:lnTo>
                <a:lnTo>
                  <a:pt x="1941" y="25"/>
                </a:lnTo>
                <a:lnTo>
                  <a:pt x="1932" y="27"/>
                </a:lnTo>
                <a:lnTo>
                  <a:pt x="1924" y="27"/>
                </a:lnTo>
                <a:lnTo>
                  <a:pt x="1916" y="24"/>
                </a:lnTo>
                <a:lnTo>
                  <a:pt x="1905" y="21"/>
                </a:lnTo>
                <a:lnTo>
                  <a:pt x="1896" y="21"/>
                </a:lnTo>
                <a:lnTo>
                  <a:pt x="1888" y="20"/>
                </a:lnTo>
                <a:lnTo>
                  <a:pt x="1880" y="17"/>
                </a:lnTo>
                <a:lnTo>
                  <a:pt x="1871" y="16"/>
                </a:lnTo>
                <a:lnTo>
                  <a:pt x="1860" y="16"/>
                </a:lnTo>
                <a:lnTo>
                  <a:pt x="1852" y="15"/>
                </a:lnTo>
                <a:lnTo>
                  <a:pt x="1843" y="14"/>
                </a:lnTo>
                <a:lnTo>
                  <a:pt x="1835" y="12"/>
                </a:lnTo>
                <a:lnTo>
                  <a:pt x="1827" y="12"/>
                </a:lnTo>
                <a:lnTo>
                  <a:pt x="1818" y="11"/>
                </a:lnTo>
                <a:lnTo>
                  <a:pt x="1810" y="10"/>
                </a:lnTo>
                <a:lnTo>
                  <a:pt x="1802" y="8"/>
                </a:lnTo>
                <a:lnTo>
                  <a:pt x="1793" y="7"/>
                </a:lnTo>
                <a:lnTo>
                  <a:pt x="1791" y="11"/>
                </a:lnTo>
                <a:lnTo>
                  <a:pt x="1779" y="12"/>
                </a:lnTo>
                <a:lnTo>
                  <a:pt x="1768" y="12"/>
                </a:lnTo>
                <a:lnTo>
                  <a:pt x="1760" y="14"/>
                </a:lnTo>
                <a:lnTo>
                  <a:pt x="1752" y="16"/>
                </a:lnTo>
                <a:lnTo>
                  <a:pt x="1749" y="20"/>
                </a:lnTo>
                <a:lnTo>
                  <a:pt x="1740" y="21"/>
                </a:lnTo>
                <a:lnTo>
                  <a:pt x="1732" y="21"/>
                </a:lnTo>
                <a:lnTo>
                  <a:pt x="1724" y="21"/>
                </a:lnTo>
                <a:lnTo>
                  <a:pt x="1715" y="24"/>
                </a:lnTo>
                <a:lnTo>
                  <a:pt x="1707" y="25"/>
                </a:lnTo>
                <a:lnTo>
                  <a:pt x="1699" y="27"/>
                </a:lnTo>
                <a:lnTo>
                  <a:pt x="1690" y="28"/>
                </a:lnTo>
                <a:lnTo>
                  <a:pt x="1682" y="31"/>
                </a:lnTo>
                <a:lnTo>
                  <a:pt x="1674" y="32"/>
                </a:lnTo>
                <a:lnTo>
                  <a:pt x="1665" y="32"/>
                </a:lnTo>
                <a:lnTo>
                  <a:pt x="1657" y="31"/>
                </a:lnTo>
                <a:lnTo>
                  <a:pt x="1649" y="28"/>
                </a:lnTo>
                <a:lnTo>
                  <a:pt x="1638" y="27"/>
                </a:lnTo>
                <a:lnTo>
                  <a:pt x="1629" y="25"/>
                </a:lnTo>
                <a:lnTo>
                  <a:pt x="1621" y="24"/>
                </a:lnTo>
                <a:lnTo>
                  <a:pt x="1612" y="23"/>
                </a:lnTo>
                <a:lnTo>
                  <a:pt x="1604" y="23"/>
                </a:lnTo>
                <a:lnTo>
                  <a:pt x="1596" y="20"/>
                </a:lnTo>
                <a:lnTo>
                  <a:pt x="1587" y="19"/>
                </a:lnTo>
                <a:lnTo>
                  <a:pt x="1579" y="19"/>
                </a:lnTo>
                <a:lnTo>
                  <a:pt x="1571" y="17"/>
                </a:lnTo>
                <a:lnTo>
                  <a:pt x="1562" y="17"/>
                </a:lnTo>
                <a:lnTo>
                  <a:pt x="1551" y="16"/>
                </a:lnTo>
                <a:lnTo>
                  <a:pt x="1540" y="15"/>
                </a:lnTo>
                <a:lnTo>
                  <a:pt x="1532" y="14"/>
                </a:lnTo>
                <a:lnTo>
                  <a:pt x="1523" y="12"/>
                </a:lnTo>
                <a:lnTo>
                  <a:pt x="1515" y="12"/>
                </a:lnTo>
                <a:lnTo>
                  <a:pt x="1507" y="12"/>
                </a:lnTo>
                <a:lnTo>
                  <a:pt x="1498" y="12"/>
                </a:lnTo>
                <a:lnTo>
                  <a:pt x="1490" y="12"/>
                </a:lnTo>
                <a:lnTo>
                  <a:pt x="1482" y="12"/>
                </a:lnTo>
                <a:lnTo>
                  <a:pt x="1473" y="12"/>
                </a:lnTo>
                <a:lnTo>
                  <a:pt x="1462" y="12"/>
                </a:lnTo>
                <a:lnTo>
                  <a:pt x="1454" y="11"/>
                </a:lnTo>
                <a:lnTo>
                  <a:pt x="1446" y="8"/>
                </a:lnTo>
                <a:lnTo>
                  <a:pt x="1437" y="8"/>
                </a:lnTo>
                <a:lnTo>
                  <a:pt x="1429" y="8"/>
                </a:lnTo>
                <a:lnTo>
                  <a:pt x="1423" y="12"/>
                </a:lnTo>
                <a:lnTo>
                  <a:pt x="1415" y="15"/>
                </a:lnTo>
                <a:lnTo>
                  <a:pt x="1407" y="16"/>
                </a:lnTo>
                <a:lnTo>
                  <a:pt x="1398" y="20"/>
                </a:lnTo>
                <a:lnTo>
                  <a:pt x="1390" y="21"/>
                </a:lnTo>
                <a:lnTo>
                  <a:pt x="1382" y="23"/>
                </a:lnTo>
                <a:lnTo>
                  <a:pt x="1373" y="24"/>
                </a:lnTo>
                <a:lnTo>
                  <a:pt x="1365" y="24"/>
                </a:lnTo>
                <a:lnTo>
                  <a:pt x="1356" y="23"/>
                </a:lnTo>
                <a:lnTo>
                  <a:pt x="1348" y="20"/>
                </a:lnTo>
                <a:lnTo>
                  <a:pt x="1340" y="19"/>
                </a:lnTo>
                <a:lnTo>
                  <a:pt x="1331" y="19"/>
                </a:lnTo>
                <a:lnTo>
                  <a:pt x="1323" y="17"/>
                </a:lnTo>
                <a:lnTo>
                  <a:pt x="1315" y="16"/>
                </a:lnTo>
                <a:lnTo>
                  <a:pt x="1306" y="14"/>
                </a:lnTo>
                <a:lnTo>
                  <a:pt x="1298" y="14"/>
                </a:lnTo>
                <a:lnTo>
                  <a:pt x="1290" y="11"/>
                </a:lnTo>
                <a:lnTo>
                  <a:pt x="1281" y="10"/>
                </a:lnTo>
                <a:lnTo>
                  <a:pt x="1273" y="10"/>
                </a:lnTo>
                <a:lnTo>
                  <a:pt x="1265" y="8"/>
                </a:lnTo>
                <a:lnTo>
                  <a:pt x="1256" y="8"/>
                </a:lnTo>
                <a:lnTo>
                  <a:pt x="1245" y="7"/>
                </a:lnTo>
                <a:lnTo>
                  <a:pt x="1237" y="6"/>
                </a:lnTo>
                <a:lnTo>
                  <a:pt x="1228" y="6"/>
                </a:lnTo>
                <a:lnTo>
                  <a:pt x="1220" y="6"/>
                </a:lnTo>
                <a:lnTo>
                  <a:pt x="1212" y="6"/>
                </a:lnTo>
                <a:lnTo>
                  <a:pt x="1203" y="6"/>
                </a:lnTo>
                <a:lnTo>
                  <a:pt x="1195" y="7"/>
                </a:lnTo>
                <a:lnTo>
                  <a:pt x="1187" y="10"/>
                </a:lnTo>
                <a:lnTo>
                  <a:pt x="1178" y="14"/>
                </a:lnTo>
                <a:lnTo>
                  <a:pt x="1170" y="16"/>
                </a:lnTo>
                <a:lnTo>
                  <a:pt x="1162" y="19"/>
                </a:lnTo>
                <a:lnTo>
                  <a:pt x="1153" y="21"/>
                </a:lnTo>
                <a:lnTo>
                  <a:pt x="1145" y="23"/>
                </a:lnTo>
                <a:lnTo>
                  <a:pt x="1137" y="23"/>
                </a:lnTo>
                <a:lnTo>
                  <a:pt x="1128" y="23"/>
                </a:lnTo>
                <a:lnTo>
                  <a:pt x="1120" y="24"/>
                </a:lnTo>
                <a:lnTo>
                  <a:pt x="1109" y="24"/>
                </a:lnTo>
                <a:lnTo>
                  <a:pt x="1100" y="25"/>
                </a:lnTo>
                <a:lnTo>
                  <a:pt x="1089" y="27"/>
                </a:lnTo>
                <a:lnTo>
                  <a:pt x="1081" y="28"/>
                </a:lnTo>
                <a:lnTo>
                  <a:pt x="1073" y="28"/>
                </a:lnTo>
                <a:lnTo>
                  <a:pt x="1064" y="29"/>
                </a:lnTo>
                <a:lnTo>
                  <a:pt x="1056" y="29"/>
                </a:lnTo>
                <a:lnTo>
                  <a:pt x="1048" y="29"/>
                </a:lnTo>
                <a:lnTo>
                  <a:pt x="1039" y="29"/>
                </a:lnTo>
                <a:lnTo>
                  <a:pt x="1031" y="29"/>
                </a:lnTo>
                <a:lnTo>
                  <a:pt x="1023" y="28"/>
                </a:lnTo>
                <a:lnTo>
                  <a:pt x="1017" y="24"/>
                </a:lnTo>
                <a:lnTo>
                  <a:pt x="1006" y="20"/>
                </a:lnTo>
                <a:lnTo>
                  <a:pt x="998" y="19"/>
                </a:lnTo>
                <a:lnTo>
                  <a:pt x="986" y="16"/>
                </a:lnTo>
                <a:lnTo>
                  <a:pt x="978" y="14"/>
                </a:lnTo>
                <a:lnTo>
                  <a:pt x="967" y="14"/>
                </a:lnTo>
                <a:lnTo>
                  <a:pt x="959" y="12"/>
                </a:lnTo>
                <a:lnTo>
                  <a:pt x="950" y="10"/>
                </a:lnTo>
                <a:lnTo>
                  <a:pt x="942" y="10"/>
                </a:lnTo>
                <a:lnTo>
                  <a:pt x="934" y="8"/>
                </a:lnTo>
                <a:lnTo>
                  <a:pt x="922" y="11"/>
                </a:lnTo>
                <a:lnTo>
                  <a:pt x="914" y="14"/>
                </a:lnTo>
                <a:lnTo>
                  <a:pt x="906" y="16"/>
                </a:lnTo>
                <a:lnTo>
                  <a:pt x="897" y="17"/>
                </a:lnTo>
                <a:lnTo>
                  <a:pt x="889" y="19"/>
                </a:lnTo>
                <a:lnTo>
                  <a:pt x="878" y="21"/>
                </a:lnTo>
                <a:lnTo>
                  <a:pt x="870" y="23"/>
                </a:lnTo>
                <a:lnTo>
                  <a:pt x="861" y="25"/>
                </a:lnTo>
                <a:lnTo>
                  <a:pt x="853" y="25"/>
                </a:lnTo>
                <a:lnTo>
                  <a:pt x="844" y="25"/>
                </a:lnTo>
                <a:lnTo>
                  <a:pt x="833" y="24"/>
                </a:lnTo>
                <a:lnTo>
                  <a:pt x="828" y="20"/>
                </a:lnTo>
                <a:lnTo>
                  <a:pt x="819" y="17"/>
                </a:lnTo>
                <a:lnTo>
                  <a:pt x="811" y="15"/>
                </a:lnTo>
                <a:lnTo>
                  <a:pt x="803" y="11"/>
                </a:lnTo>
                <a:lnTo>
                  <a:pt x="794" y="8"/>
                </a:lnTo>
                <a:lnTo>
                  <a:pt x="786" y="6"/>
                </a:lnTo>
                <a:lnTo>
                  <a:pt x="778" y="4"/>
                </a:lnTo>
                <a:lnTo>
                  <a:pt x="769" y="4"/>
                </a:lnTo>
                <a:lnTo>
                  <a:pt x="761" y="4"/>
                </a:lnTo>
                <a:lnTo>
                  <a:pt x="753" y="6"/>
                </a:lnTo>
                <a:lnTo>
                  <a:pt x="744" y="6"/>
                </a:lnTo>
                <a:lnTo>
                  <a:pt x="736" y="6"/>
                </a:lnTo>
                <a:lnTo>
                  <a:pt x="728" y="6"/>
                </a:lnTo>
                <a:lnTo>
                  <a:pt x="719" y="6"/>
                </a:lnTo>
                <a:lnTo>
                  <a:pt x="711" y="7"/>
                </a:lnTo>
                <a:lnTo>
                  <a:pt x="703" y="7"/>
                </a:lnTo>
                <a:lnTo>
                  <a:pt x="694" y="7"/>
                </a:lnTo>
                <a:lnTo>
                  <a:pt x="686" y="7"/>
                </a:lnTo>
                <a:lnTo>
                  <a:pt x="678" y="8"/>
                </a:lnTo>
                <a:lnTo>
                  <a:pt x="669" y="8"/>
                </a:lnTo>
                <a:lnTo>
                  <a:pt x="661" y="8"/>
                </a:lnTo>
                <a:lnTo>
                  <a:pt x="652" y="8"/>
                </a:lnTo>
                <a:lnTo>
                  <a:pt x="644" y="8"/>
                </a:lnTo>
                <a:lnTo>
                  <a:pt x="636" y="8"/>
                </a:lnTo>
                <a:lnTo>
                  <a:pt x="627" y="10"/>
                </a:lnTo>
                <a:lnTo>
                  <a:pt x="619" y="12"/>
                </a:lnTo>
                <a:lnTo>
                  <a:pt x="611" y="14"/>
                </a:lnTo>
                <a:lnTo>
                  <a:pt x="602" y="16"/>
                </a:lnTo>
                <a:lnTo>
                  <a:pt x="594" y="17"/>
                </a:lnTo>
                <a:lnTo>
                  <a:pt x="586" y="21"/>
                </a:lnTo>
                <a:lnTo>
                  <a:pt x="577" y="23"/>
                </a:lnTo>
                <a:lnTo>
                  <a:pt x="569" y="24"/>
                </a:lnTo>
                <a:lnTo>
                  <a:pt x="558" y="25"/>
                </a:lnTo>
                <a:lnTo>
                  <a:pt x="550" y="27"/>
                </a:lnTo>
                <a:lnTo>
                  <a:pt x="541" y="28"/>
                </a:lnTo>
                <a:lnTo>
                  <a:pt x="533" y="28"/>
                </a:lnTo>
                <a:lnTo>
                  <a:pt x="524" y="28"/>
                </a:lnTo>
                <a:lnTo>
                  <a:pt x="516" y="25"/>
                </a:lnTo>
                <a:lnTo>
                  <a:pt x="508" y="23"/>
                </a:lnTo>
                <a:lnTo>
                  <a:pt x="499" y="21"/>
                </a:lnTo>
                <a:lnTo>
                  <a:pt x="491" y="19"/>
                </a:lnTo>
                <a:lnTo>
                  <a:pt x="480" y="19"/>
                </a:lnTo>
                <a:lnTo>
                  <a:pt x="469" y="17"/>
                </a:lnTo>
                <a:lnTo>
                  <a:pt x="466" y="14"/>
                </a:lnTo>
                <a:lnTo>
                  <a:pt x="458" y="12"/>
                </a:lnTo>
                <a:lnTo>
                  <a:pt x="449" y="12"/>
                </a:lnTo>
                <a:lnTo>
                  <a:pt x="438" y="12"/>
                </a:lnTo>
                <a:lnTo>
                  <a:pt x="430" y="12"/>
                </a:lnTo>
                <a:lnTo>
                  <a:pt x="422" y="12"/>
                </a:lnTo>
                <a:lnTo>
                  <a:pt x="422" y="16"/>
                </a:lnTo>
                <a:lnTo>
                  <a:pt x="422" y="20"/>
                </a:lnTo>
                <a:lnTo>
                  <a:pt x="430" y="23"/>
                </a:lnTo>
                <a:lnTo>
                  <a:pt x="435" y="27"/>
                </a:lnTo>
                <a:lnTo>
                  <a:pt x="444" y="31"/>
                </a:lnTo>
                <a:lnTo>
                  <a:pt x="449" y="35"/>
                </a:lnTo>
                <a:lnTo>
                  <a:pt x="455" y="39"/>
                </a:lnTo>
                <a:lnTo>
                  <a:pt x="460" y="43"/>
                </a:lnTo>
                <a:lnTo>
                  <a:pt x="452" y="40"/>
                </a:lnTo>
                <a:lnTo>
                  <a:pt x="444" y="36"/>
                </a:lnTo>
                <a:lnTo>
                  <a:pt x="435" y="33"/>
                </a:lnTo>
                <a:lnTo>
                  <a:pt x="427" y="31"/>
                </a:lnTo>
                <a:lnTo>
                  <a:pt x="419" y="28"/>
                </a:lnTo>
                <a:lnTo>
                  <a:pt x="410" y="24"/>
                </a:lnTo>
                <a:lnTo>
                  <a:pt x="402" y="20"/>
                </a:lnTo>
                <a:lnTo>
                  <a:pt x="394" y="17"/>
                </a:lnTo>
                <a:lnTo>
                  <a:pt x="385" y="16"/>
                </a:lnTo>
                <a:lnTo>
                  <a:pt x="374" y="15"/>
                </a:lnTo>
                <a:lnTo>
                  <a:pt x="366" y="15"/>
                </a:lnTo>
                <a:lnTo>
                  <a:pt x="358" y="15"/>
                </a:lnTo>
                <a:lnTo>
                  <a:pt x="349" y="15"/>
                </a:lnTo>
                <a:lnTo>
                  <a:pt x="341" y="14"/>
                </a:lnTo>
                <a:lnTo>
                  <a:pt x="332" y="14"/>
                </a:lnTo>
                <a:lnTo>
                  <a:pt x="324" y="14"/>
                </a:lnTo>
                <a:lnTo>
                  <a:pt x="316" y="14"/>
                </a:lnTo>
                <a:lnTo>
                  <a:pt x="305" y="14"/>
                </a:lnTo>
                <a:lnTo>
                  <a:pt x="296" y="14"/>
                </a:lnTo>
                <a:lnTo>
                  <a:pt x="288" y="15"/>
                </a:lnTo>
                <a:lnTo>
                  <a:pt x="280" y="15"/>
                </a:lnTo>
                <a:lnTo>
                  <a:pt x="268" y="15"/>
                </a:lnTo>
                <a:lnTo>
                  <a:pt x="257" y="15"/>
                </a:lnTo>
                <a:lnTo>
                  <a:pt x="249" y="15"/>
                </a:lnTo>
                <a:lnTo>
                  <a:pt x="241" y="15"/>
                </a:lnTo>
                <a:lnTo>
                  <a:pt x="232" y="17"/>
                </a:lnTo>
                <a:lnTo>
                  <a:pt x="224" y="19"/>
                </a:lnTo>
                <a:lnTo>
                  <a:pt x="221" y="23"/>
                </a:lnTo>
                <a:lnTo>
                  <a:pt x="221" y="27"/>
                </a:lnTo>
                <a:lnTo>
                  <a:pt x="213" y="31"/>
                </a:lnTo>
                <a:lnTo>
                  <a:pt x="204" y="32"/>
                </a:lnTo>
                <a:lnTo>
                  <a:pt x="196" y="32"/>
                </a:lnTo>
                <a:lnTo>
                  <a:pt x="188" y="32"/>
                </a:lnTo>
                <a:lnTo>
                  <a:pt x="179" y="32"/>
                </a:lnTo>
                <a:lnTo>
                  <a:pt x="171" y="33"/>
                </a:lnTo>
                <a:lnTo>
                  <a:pt x="163" y="35"/>
                </a:lnTo>
                <a:lnTo>
                  <a:pt x="152" y="35"/>
                </a:lnTo>
                <a:lnTo>
                  <a:pt x="143" y="35"/>
                </a:lnTo>
                <a:lnTo>
                  <a:pt x="135" y="35"/>
                </a:lnTo>
                <a:lnTo>
                  <a:pt x="127" y="33"/>
                </a:lnTo>
                <a:lnTo>
                  <a:pt x="121" y="29"/>
                </a:lnTo>
                <a:lnTo>
                  <a:pt x="113" y="28"/>
                </a:lnTo>
                <a:lnTo>
                  <a:pt x="104" y="25"/>
                </a:lnTo>
                <a:lnTo>
                  <a:pt x="96" y="24"/>
                </a:lnTo>
                <a:lnTo>
                  <a:pt x="88" y="23"/>
                </a:lnTo>
                <a:lnTo>
                  <a:pt x="79" y="23"/>
                </a:lnTo>
                <a:lnTo>
                  <a:pt x="71" y="21"/>
                </a:lnTo>
                <a:lnTo>
                  <a:pt x="63" y="19"/>
                </a:lnTo>
                <a:lnTo>
                  <a:pt x="54" y="17"/>
                </a:lnTo>
                <a:lnTo>
                  <a:pt x="46" y="15"/>
                </a:lnTo>
                <a:lnTo>
                  <a:pt x="38" y="14"/>
                </a:lnTo>
                <a:lnTo>
                  <a:pt x="29" y="12"/>
                </a:lnTo>
                <a:lnTo>
                  <a:pt x="21" y="10"/>
                </a:lnTo>
                <a:lnTo>
                  <a:pt x="12" y="8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1" y="2"/>
                </a:lnTo>
                <a:lnTo>
                  <a:pt x="1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6964711-D9DF-1D4D-BEBB-E76B7EF2E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482850"/>
            <a:ext cx="1397000" cy="974725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/>
          <a:lstStyle/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  <a:p>
            <a:pPr algn="ctr"/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  <a:p>
            <a:pPr algn="ctr"/>
            <a:r>
              <a:rPr lang="en-US" altLang="en-US" sz="1600" b="1">
                <a:solidFill>
                  <a:schemeClr val="tx1"/>
                </a:solidFill>
                <a:latin typeface="Arial" panose="020B0604020202020204" pitchFamily="34" charset="0"/>
              </a:rPr>
              <a:t>exit value =</a:t>
            </a:r>
            <a:r>
              <a:rPr lang="en-US" alt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3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A5CB9EAC-7100-B887-C602-F2E21B15E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1989138"/>
            <a:ext cx="7905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648E509-1FFA-F378-5654-DD8B1C4F4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441575"/>
            <a:ext cx="60007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False</a:t>
            </a:r>
          </a:p>
        </p:txBody>
      </p:sp>
      <p:grpSp>
        <p:nvGrpSpPr>
          <p:cNvPr id="13321" name="Group 9">
            <a:extLst>
              <a:ext uri="{FF2B5EF4-FFF2-40B4-BE49-F238E27FC236}">
                <a16:creationId xmlns:a16="http://schemas.microsoft.com/office/drawing/2014/main" id="{8BD85661-D797-1714-8FA9-2D6CAC5912EF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44463"/>
            <a:ext cx="581025" cy="487362"/>
            <a:chOff x="2492" y="91"/>
            <a:chExt cx="366" cy="307"/>
          </a:xfrm>
        </p:grpSpPr>
        <p:sp>
          <p:nvSpPr>
            <p:cNvPr id="13319" name="Rectangle 7">
              <a:extLst>
                <a:ext uri="{FF2B5EF4-FFF2-40B4-BE49-F238E27FC236}">
                  <a16:creationId xmlns:a16="http://schemas.microsoft.com/office/drawing/2014/main" id="{C83D8E61-FFC3-E7CA-EB5F-AFF7FE6EF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" y="91"/>
              <a:ext cx="160" cy="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en-US" sz="1000" b="1">
                  <a:solidFill>
                    <a:schemeClr val="tx1"/>
                  </a:solidFill>
                  <a:latin typeface="Arial" panose="020B0604020202020204" pitchFamily="34" charset="0"/>
                </a:rPr>
                <a:t>Idx1</a:t>
              </a:r>
            </a:p>
          </p:txBody>
        </p:sp>
        <p:sp>
          <p:nvSpPr>
            <p:cNvPr id="13320" name="Rectangle 8">
              <a:extLst>
                <a:ext uri="{FF2B5EF4-FFF2-40B4-BE49-F238E27FC236}">
                  <a16:creationId xmlns:a16="http://schemas.microsoft.com/office/drawing/2014/main" id="{F17BE773-053B-73D3-8C2A-57E9B8F5D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170"/>
              <a:ext cx="366" cy="22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56E6DE95-E43B-B40D-2C69-083BBC3B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" y="1835150"/>
            <a:ext cx="1158875" cy="1835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255CB2DE-4695-BD47-51BC-4753A9AD9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1123950"/>
            <a:ext cx="0" cy="70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2">
            <a:extLst>
              <a:ext uri="{FF2B5EF4-FFF2-40B4-BE49-F238E27FC236}">
                <a16:creationId xmlns:a16="http://schemas.microsoft.com/office/drawing/2014/main" id="{AEFC29F9-7A8D-AAA8-2378-112722101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581275"/>
            <a:ext cx="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655C4D38-DDF7-BE4B-D3F8-A69A888D9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5525" y="2257425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8CBCC38F-EEAD-90C8-F186-85F541E07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4450" y="3676650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BC49278B-9ADB-0C2C-5B9B-BD3973794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3000" y="1830388"/>
            <a:ext cx="2381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16">
            <a:extLst>
              <a:ext uri="{FF2B5EF4-FFF2-40B4-BE49-F238E27FC236}">
                <a16:creationId xmlns:a16="http://schemas.microsoft.com/office/drawing/2014/main" id="{E1C416CE-67C4-FB42-D9F6-65B07EAE5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" y="26574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C0CAE33D-FB0A-AA4C-4FD3-59EC758A3E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750" y="2962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71A0B804-7BCD-C3DD-1F5F-276016228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32150"/>
            <a:ext cx="763587" cy="28733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Inc Idx1</a:t>
            </a:r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2E3585A9-61E9-4BC0-B698-2203414D8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2741613"/>
            <a:ext cx="992187" cy="28733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Loop Body</a:t>
            </a:r>
          </a:p>
        </p:txBody>
      </p:sp>
      <p:sp>
        <p:nvSpPr>
          <p:cNvPr id="13332" name="AutoShape 20">
            <a:extLst>
              <a:ext uri="{FF2B5EF4-FFF2-40B4-BE49-F238E27FC236}">
                <a16:creationId xmlns:a16="http://schemas.microsoft.com/office/drawing/2014/main" id="{E42E115D-1201-8674-07E4-B8F03F6F2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1957388"/>
            <a:ext cx="944563" cy="598487"/>
          </a:xfrm>
          <a:prstGeom prst="diamond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Idx1 = 3</a:t>
            </a:r>
          </a:p>
        </p:txBody>
      </p:sp>
      <p:sp>
        <p:nvSpPr>
          <p:cNvPr id="13333" name="Rectangle 21">
            <a:extLst>
              <a:ext uri="{FF2B5EF4-FFF2-40B4-BE49-F238E27FC236}">
                <a16:creationId xmlns:a16="http://schemas.microsoft.com/office/drawing/2014/main" id="{BBD6DFD6-8E0F-0D96-8ECC-149FCB14D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385888"/>
            <a:ext cx="1155700" cy="2873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6038" tIns="46038" rIns="46038" bIns="46038">
            <a:spAutoFit/>
          </a:bodyPr>
          <a:lstStyle/>
          <a:p>
            <a:pPr algn="ctr"/>
            <a:r>
              <a:rPr lang="en-US" altLang="en-US" sz="1200" b="1">
                <a:solidFill>
                  <a:schemeClr val="tx1"/>
                </a:solidFill>
                <a:latin typeface="Arial" panose="020B0604020202020204" pitchFamily="34" charset="0"/>
              </a:rPr>
              <a:t>Move 1 to Idx1</a:t>
            </a:r>
          </a:p>
        </p:txBody>
      </p:sp>
      <p:sp>
        <p:nvSpPr>
          <p:cNvPr id="13334" name="Rectangle 22">
            <a:extLst>
              <a:ext uri="{FF2B5EF4-FFF2-40B4-BE49-F238E27FC236}">
                <a16:creationId xmlns:a16="http://schemas.microsoft.com/office/drawing/2014/main" id="{17433DE3-9287-A7B3-F821-C87786A8B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2127250"/>
            <a:ext cx="1306512" cy="287338"/>
          </a:xfrm>
          <a:prstGeom prst="rect">
            <a:avLst/>
          </a:prstGeom>
          <a:solidFill>
            <a:srgbClr val="FFFF99"/>
          </a:solidFill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Next Statement</a:t>
            </a:r>
          </a:p>
        </p:txBody>
      </p:sp>
      <p:sp>
        <p:nvSpPr>
          <p:cNvPr id="13335" name="Freeform 23">
            <a:extLst>
              <a:ext uri="{FF2B5EF4-FFF2-40B4-BE49-F238E27FC236}">
                <a16:creationId xmlns:a16="http://schemas.microsoft.com/office/drawing/2014/main" id="{685AEE0A-8B8A-5AC1-34EF-F0D0B4AD944A}"/>
              </a:ext>
            </a:extLst>
          </p:cNvPr>
          <p:cNvSpPr>
            <a:spLocks/>
          </p:cNvSpPr>
          <p:nvPr/>
        </p:nvSpPr>
        <p:spPr bwMode="auto">
          <a:xfrm>
            <a:off x="80963" y="944563"/>
            <a:ext cx="3533775" cy="104775"/>
          </a:xfrm>
          <a:custGeom>
            <a:avLst/>
            <a:gdLst>
              <a:gd name="T0" fmla="*/ 0 w 2226"/>
              <a:gd name="T1" fmla="*/ 65 h 66"/>
              <a:gd name="T2" fmla="*/ 49 w 2226"/>
              <a:gd name="T3" fmla="*/ 44 h 66"/>
              <a:gd name="T4" fmla="*/ 93 w 2226"/>
              <a:gd name="T5" fmla="*/ 25 h 66"/>
              <a:gd name="T6" fmla="*/ 129 w 2226"/>
              <a:gd name="T7" fmla="*/ 19 h 66"/>
              <a:gd name="T8" fmla="*/ 165 w 2226"/>
              <a:gd name="T9" fmla="*/ 22 h 66"/>
              <a:gd name="T10" fmla="*/ 201 w 2226"/>
              <a:gd name="T11" fmla="*/ 35 h 66"/>
              <a:gd name="T12" fmla="*/ 237 w 2226"/>
              <a:gd name="T13" fmla="*/ 44 h 66"/>
              <a:gd name="T14" fmla="*/ 277 w 2226"/>
              <a:gd name="T15" fmla="*/ 25 h 66"/>
              <a:gd name="T16" fmla="*/ 313 w 2226"/>
              <a:gd name="T17" fmla="*/ 19 h 66"/>
              <a:gd name="T18" fmla="*/ 349 w 2226"/>
              <a:gd name="T19" fmla="*/ 32 h 66"/>
              <a:gd name="T20" fmla="*/ 385 w 2226"/>
              <a:gd name="T21" fmla="*/ 48 h 66"/>
              <a:gd name="T22" fmla="*/ 421 w 2226"/>
              <a:gd name="T23" fmla="*/ 32 h 66"/>
              <a:gd name="T24" fmla="*/ 461 w 2226"/>
              <a:gd name="T25" fmla="*/ 22 h 66"/>
              <a:gd name="T26" fmla="*/ 497 w 2226"/>
              <a:gd name="T27" fmla="*/ 19 h 66"/>
              <a:gd name="T28" fmla="*/ 537 w 2226"/>
              <a:gd name="T29" fmla="*/ 12 h 66"/>
              <a:gd name="T30" fmla="*/ 581 w 2226"/>
              <a:gd name="T31" fmla="*/ 19 h 66"/>
              <a:gd name="T32" fmla="*/ 613 w 2226"/>
              <a:gd name="T33" fmla="*/ 41 h 66"/>
              <a:gd name="T34" fmla="*/ 653 w 2226"/>
              <a:gd name="T35" fmla="*/ 32 h 66"/>
              <a:gd name="T36" fmla="*/ 697 w 2226"/>
              <a:gd name="T37" fmla="*/ 25 h 66"/>
              <a:gd name="T38" fmla="*/ 737 w 2226"/>
              <a:gd name="T39" fmla="*/ 16 h 66"/>
              <a:gd name="T40" fmla="*/ 773 w 2226"/>
              <a:gd name="T41" fmla="*/ 16 h 66"/>
              <a:gd name="T42" fmla="*/ 809 w 2226"/>
              <a:gd name="T43" fmla="*/ 35 h 66"/>
              <a:gd name="T44" fmla="*/ 845 w 2226"/>
              <a:gd name="T45" fmla="*/ 41 h 66"/>
              <a:gd name="T46" fmla="*/ 881 w 2226"/>
              <a:gd name="T47" fmla="*/ 35 h 66"/>
              <a:gd name="T48" fmla="*/ 921 w 2226"/>
              <a:gd name="T49" fmla="*/ 28 h 66"/>
              <a:gd name="T50" fmla="*/ 957 w 2226"/>
              <a:gd name="T51" fmla="*/ 28 h 66"/>
              <a:gd name="T52" fmla="*/ 997 w 2226"/>
              <a:gd name="T53" fmla="*/ 25 h 66"/>
              <a:gd name="T54" fmla="*/ 1033 w 2226"/>
              <a:gd name="T55" fmla="*/ 12 h 66"/>
              <a:gd name="T56" fmla="*/ 1077 w 2226"/>
              <a:gd name="T57" fmla="*/ 12 h 66"/>
              <a:gd name="T58" fmla="*/ 1113 w 2226"/>
              <a:gd name="T59" fmla="*/ 32 h 66"/>
              <a:gd name="T60" fmla="*/ 1149 w 2226"/>
              <a:gd name="T61" fmla="*/ 38 h 66"/>
              <a:gd name="T62" fmla="*/ 1189 w 2226"/>
              <a:gd name="T63" fmla="*/ 25 h 66"/>
              <a:gd name="T64" fmla="*/ 1233 w 2226"/>
              <a:gd name="T65" fmla="*/ 9 h 66"/>
              <a:gd name="T66" fmla="*/ 1273 w 2226"/>
              <a:gd name="T67" fmla="*/ 6 h 66"/>
              <a:gd name="T68" fmla="*/ 1305 w 2226"/>
              <a:gd name="T69" fmla="*/ 12 h 66"/>
              <a:gd name="T70" fmla="*/ 1341 w 2226"/>
              <a:gd name="T71" fmla="*/ 35 h 66"/>
              <a:gd name="T72" fmla="*/ 1377 w 2226"/>
              <a:gd name="T73" fmla="*/ 44 h 66"/>
              <a:gd name="T74" fmla="*/ 1413 w 2226"/>
              <a:gd name="T75" fmla="*/ 25 h 66"/>
              <a:gd name="T76" fmla="*/ 1453 w 2226"/>
              <a:gd name="T77" fmla="*/ 16 h 66"/>
              <a:gd name="T78" fmla="*/ 1489 w 2226"/>
              <a:gd name="T79" fmla="*/ 12 h 66"/>
              <a:gd name="T80" fmla="*/ 1529 w 2226"/>
              <a:gd name="T81" fmla="*/ 9 h 66"/>
              <a:gd name="T82" fmla="*/ 1577 w 2226"/>
              <a:gd name="T83" fmla="*/ 32 h 66"/>
              <a:gd name="T84" fmla="*/ 1613 w 2226"/>
              <a:gd name="T85" fmla="*/ 48 h 66"/>
              <a:gd name="T86" fmla="*/ 1653 w 2226"/>
              <a:gd name="T87" fmla="*/ 38 h 66"/>
              <a:gd name="T88" fmla="*/ 1689 w 2226"/>
              <a:gd name="T89" fmla="*/ 22 h 66"/>
              <a:gd name="T90" fmla="*/ 1729 w 2226"/>
              <a:gd name="T91" fmla="*/ 12 h 66"/>
              <a:gd name="T92" fmla="*/ 1765 w 2226"/>
              <a:gd name="T93" fmla="*/ 6 h 66"/>
              <a:gd name="T94" fmla="*/ 1809 w 2226"/>
              <a:gd name="T95" fmla="*/ 22 h 66"/>
              <a:gd name="T96" fmla="*/ 1845 w 2226"/>
              <a:gd name="T97" fmla="*/ 32 h 66"/>
              <a:gd name="T98" fmla="*/ 1881 w 2226"/>
              <a:gd name="T99" fmla="*/ 22 h 66"/>
              <a:gd name="T100" fmla="*/ 1917 w 2226"/>
              <a:gd name="T101" fmla="*/ 6 h 66"/>
              <a:gd name="T102" fmla="*/ 1957 w 2226"/>
              <a:gd name="T103" fmla="*/ 0 h 66"/>
              <a:gd name="T104" fmla="*/ 2001 w 2226"/>
              <a:gd name="T105" fmla="*/ 6 h 66"/>
              <a:gd name="T106" fmla="*/ 2037 w 2226"/>
              <a:gd name="T107" fmla="*/ 19 h 66"/>
              <a:gd name="T108" fmla="*/ 2077 w 2226"/>
              <a:gd name="T109" fmla="*/ 28 h 66"/>
              <a:gd name="T110" fmla="*/ 2109 w 2226"/>
              <a:gd name="T111" fmla="*/ 12 h 66"/>
              <a:gd name="T112" fmla="*/ 2149 w 2226"/>
              <a:gd name="T113" fmla="*/ 28 h 66"/>
              <a:gd name="T114" fmla="*/ 2181 w 2226"/>
              <a:gd name="T115" fmla="*/ 44 h 66"/>
              <a:gd name="T116" fmla="*/ 2217 w 2226"/>
              <a:gd name="T117" fmla="*/ 54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226" h="66">
                <a:moveTo>
                  <a:pt x="0" y="62"/>
                </a:moveTo>
                <a:lnTo>
                  <a:pt x="1" y="57"/>
                </a:lnTo>
                <a:lnTo>
                  <a:pt x="0" y="65"/>
                </a:lnTo>
                <a:lnTo>
                  <a:pt x="25" y="38"/>
                </a:lnTo>
                <a:lnTo>
                  <a:pt x="37" y="38"/>
                </a:lnTo>
                <a:lnTo>
                  <a:pt x="49" y="44"/>
                </a:lnTo>
                <a:lnTo>
                  <a:pt x="65" y="38"/>
                </a:lnTo>
                <a:lnTo>
                  <a:pt x="81" y="28"/>
                </a:lnTo>
                <a:lnTo>
                  <a:pt x="93" y="25"/>
                </a:lnTo>
                <a:lnTo>
                  <a:pt x="105" y="25"/>
                </a:lnTo>
                <a:lnTo>
                  <a:pt x="117" y="22"/>
                </a:lnTo>
                <a:lnTo>
                  <a:pt x="129" y="19"/>
                </a:lnTo>
                <a:lnTo>
                  <a:pt x="141" y="19"/>
                </a:lnTo>
                <a:lnTo>
                  <a:pt x="153" y="22"/>
                </a:lnTo>
                <a:lnTo>
                  <a:pt x="165" y="22"/>
                </a:lnTo>
                <a:lnTo>
                  <a:pt x="177" y="25"/>
                </a:lnTo>
                <a:lnTo>
                  <a:pt x="189" y="32"/>
                </a:lnTo>
                <a:lnTo>
                  <a:pt x="201" y="35"/>
                </a:lnTo>
                <a:lnTo>
                  <a:pt x="213" y="38"/>
                </a:lnTo>
                <a:lnTo>
                  <a:pt x="225" y="41"/>
                </a:lnTo>
                <a:lnTo>
                  <a:pt x="237" y="44"/>
                </a:lnTo>
                <a:lnTo>
                  <a:pt x="253" y="41"/>
                </a:lnTo>
                <a:lnTo>
                  <a:pt x="269" y="35"/>
                </a:lnTo>
                <a:lnTo>
                  <a:pt x="277" y="25"/>
                </a:lnTo>
                <a:lnTo>
                  <a:pt x="289" y="25"/>
                </a:lnTo>
                <a:lnTo>
                  <a:pt x="301" y="22"/>
                </a:lnTo>
                <a:lnTo>
                  <a:pt x="313" y="19"/>
                </a:lnTo>
                <a:lnTo>
                  <a:pt x="325" y="16"/>
                </a:lnTo>
                <a:lnTo>
                  <a:pt x="337" y="25"/>
                </a:lnTo>
                <a:lnTo>
                  <a:pt x="349" y="32"/>
                </a:lnTo>
                <a:lnTo>
                  <a:pt x="361" y="41"/>
                </a:lnTo>
                <a:lnTo>
                  <a:pt x="373" y="48"/>
                </a:lnTo>
                <a:lnTo>
                  <a:pt x="385" y="48"/>
                </a:lnTo>
                <a:lnTo>
                  <a:pt x="397" y="41"/>
                </a:lnTo>
                <a:lnTo>
                  <a:pt x="409" y="38"/>
                </a:lnTo>
                <a:lnTo>
                  <a:pt x="421" y="32"/>
                </a:lnTo>
                <a:lnTo>
                  <a:pt x="433" y="28"/>
                </a:lnTo>
                <a:lnTo>
                  <a:pt x="445" y="25"/>
                </a:lnTo>
                <a:lnTo>
                  <a:pt x="461" y="22"/>
                </a:lnTo>
                <a:lnTo>
                  <a:pt x="473" y="22"/>
                </a:lnTo>
                <a:lnTo>
                  <a:pt x="485" y="19"/>
                </a:lnTo>
                <a:lnTo>
                  <a:pt x="497" y="19"/>
                </a:lnTo>
                <a:lnTo>
                  <a:pt x="509" y="19"/>
                </a:lnTo>
                <a:lnTo>
                  <a:pt x="521" y="16"/>
                </a:lnTo>
                <a:lnTo>
                  <a:pt x="537" y="12"/>
                </a:lnTo>
                <a:lnTo>
                  <a:pt x="553" y="12"/>
                </a:lnTo>
                <a:lnTo>
                  <a:pt x="569" y="9"/>
                </a:lnTo>
                <a:lnTo>
                  <a:pt x="581" y="19"/>
                </a:lnTo>
                <a:lnTo>
                  <a:pt x="589" y="28"/>
                </a:lnTo>
                <a:lnTo>
                  <a:pt x="597" y="38"/>
                </a:lnTo>
                <a:lnTo>
                  <a:pt x="613" y="41"/>
                </a:lnTo>
                <a:lnTo>
                  <a:pt x="625" y="38"/>
                </a:lnTo>
                <a:lnTo>
                  <a:pt x="641" y="35"/>
                </a:lnTo>
                <a:lnTo>
                  <a:pt x="653" y="32"/>
                </a:lnTo>
                <a:lnTo>
                  <a:pt x="669" y="28"/>
                </a:lnTo>
                <a:lnTo>
                  <a:pt x="685" y="28"/>
                </a:lnTo>
                <a:lnTo>
                  <a:pt x="697" y="25"/>
                </a:lnTo>
                <a:lnTo>
                  <a:pt x="709" y="22"/>
                </a:lnTo>
                <a:lnTo>
                  <a:pt x="725" y="19"/>
                </a:lnTo>
                <a:lnTo>
                  <a:pt x="737" y="16"/>
                </a:lnTo>
                <a:lnTo>
                  <a:pt x="749" y="12"/>
                </a:lnTo>
                <a:lnTo>
                  <a:pt x="761" y="9"/>
                </a:lnTo>
                <a:lnTo>
                  <a:pt x="773" y="16"/>
                </a:lnTo>
                <a:lnTo>
                  <a:pt x="785" y="22"/>
                </a:lnTo>
                <a:lnTo>
                  <a:pt x="797" y="28"/>
                </a:lnTo>
                <a:lnTo>
                  <a:pt x="809" y="35"/>
                </a:lnTo>
                <a:lnTo>
                  <a:pt x="821" y="41"/>
                </a:lnTo>
                <a:lnTo>
                  <a:pt x="833" y="41"/>
                </a:lnTo>
                <a:lnTo>
                  <a:pt x="845" y="41"/>
                </a:lnTo>
                <a:lnTo>
                  <a:pt x="857" y="38"/>
                </a:lnTo>
                <a:lnTo>
                  <a:pt x="869" y="35"/>
                </a:lnTo>
                <a:lnTo>
                  <a:pt x="881" y="35"/>
                </a:lnTo>
                <a:lnTo>
                  <a:pt x="893" y="32"/>
                </a:lnTo>
                <a:lnTo>
                  <a:pt x="909" y="32"/>
                </a:lnTo>
                <a:lnTo>
                  <a:pt x="921" y="28"/>
                </a:lnTo>
                <a:lnTo>
                  <a:pt x="933" y="28"/>
                </a:lnTo>
                <a:lnTo>
                  <a:pt x="945" y="28"/>
                </a:lnTo>
                <a:lnTo>
                  <a:pt x="957" y="28"/>
                </a:lnTo>
                <a:lnTo>
                  <a:pt x="969" y="28"/>
                </a:lnTo>
                <a:lnTo>
                  <a:pt x="981" y="28"/>
                </a:lnTo>
                <a:lnTo>
                  <a:pt x="997" y="25"/>
                </a:lnTo>
                <a:lnTo>
                  <a:pt x="1009" y="22"/>
                </a:lnTo>
                <a:lnTo>
                  <a:pt x="1021" y="16"/>
                </a:lnTo>
                <a:lnTo>
                  <a:pt x="1033" y="12"/>
                </a:lnTo>
                <a:lnTo>
                  <a:pt x="1045" y="9"/>
                </a:lnTo>
                <a:lnTo>
                  <a:pt x="1061" y="6"/>
                </a:lnTo>
                <a:lnTo>
                  <a:pt x="1077" y="12"/>
                </a:lnTo>
                <a:lnTo>
                  <a:pt x="1089" y="22"/>
                </a:lnTo>
                <a:lnTo>
                  <a:pt x="1101" y="28"/>
                </a:lnTo>
                <a:lnTo>
                  <a:pt x="1113" y="32"/>
                </a:lnTo>
                <a:lnTo>
                  <a:pt x="1125" y="38"/>
                </a:lnTo>
                <a:lnTo>
                  <a:pt x="1137" y="38"/>
                </a:lnTo>
                <a:lnTo>
                  <a:pt x="1149" y="38"/>
                </a:lnTo>
                <a:lnTo>
                  <a:pt x="1165" y="35"/>
                </a:lnTo>
                <a:lnTo>
                  <a:pt x="1177" y="32"/>
                </a:lnTo>
                <a:lnTo>
                  <a:pt x="1189" y="25"/>
                </a:lnTo>
                <a:lnTo>
                  <a:pt x="1205" y="19"/>
                </a:lnTo>
                <a:lnTo>
                  <a:pt x="1217" y="16"/>
                </a:lnTo>
                <a:lnTo>
                  <a:pt x="1233" y="9"/>
                </a:lnTo>
                <a:lnTo>
                  <a:pt x="1245" y="9"/>
                </a:lnTo>
                <a:lnTo>
                  <a:pt x="1257" y="9"/>
                </a:lnTo>
                <a:lnTo>
                  <a:pt x="1273" y="6"/>
                </a:lnTo>
                <a:lnTo>
                  <a:pt x="1285" y="3"/>
                </a:lnTo>
                <a:lnTo>
                  <a:pt x="1297" y="3"/>
                </a:lnTo>
                <a:lnTo>
                  <a:pt x="1305" y="12"/>
                </a:lnTo>
                <a:lnTo>
                  <a:pt x="1317" y="19"/>
                </a:lnTo>
                <a:lnTo>
                  <a:pt x="1329" y="25"/>
                </a:lnTo>
                <a:lnTo>
                  <a:pt x="1341" y="35"/>
                </a:lnTo>
                <a:lnTo>
                  <a:pt x="1353" y="41"/>
                </a:lnTo>
                <a:lnTo>
                  <a:pt x="1365" y="44"/>
                </a:lnTo>
                <a:lnTo>
                  <a:pt x="1377" y="44"/>
                </a:lnTo>
                <a:lnTo>
                  <a:pt x="1389" y="38"/>
                </a:lnTo>
                <a:lnTo>
                  <a:pt x="1401" y="32"/>
                </a:lnTo>
                <a:lnTo>
                  <a:pt x="1413" y="25"/>
                </a:lnTo>
                <a:lnTo>
                  <a:pt x="1425" y="22"/>
                </a:lnTo>
                <a:lnTo>
                  <a:pt x="1437" y="19"/>
                </a:lnTo>
                <a:lnTo>
                  <a:pt x="1453" y="16"/>
                </a:lnTo>
                <a:lnTo>
                  <a:pt x="1465" y="16"/>
                </a:lnTo>
                <a:lnTo>
                  <a:pt x="1477" y="16"/>
                </a:lnTo>
                <a:lnTo>
                  <a:pt x="1489" y="12"/>
                </a:lnTo>
                <a:lnTo>
                  <a:pt x="1501" y="12"/>
                </a:lnTo>
                <a:lnTo>
                  <a:pt x="1513" y="6"/>
                </a:lnTo>
                <a:lnTo>
                  <a:pt x="1529" y="9"/>
                </a:lnTo>
                <a:lnTo>
                  <a:pt x="1549" y="19"/>
                </a:lnTo>
                <a:lnTo>
                  <a:pt x="1561" y="22"/>
                </a:lnTo>
                <a:lnTo>
                  <a:pt x="1577" y="32"/>
                </a:lnTo>
                <a:lnTo>
                  <a:pt x="1589" y="35"/>
                </a:lnTo>
                <a:lnTo>
                  <a:pt x="1601" y="41"/>
                </a:lnTo>
                <a:lnTo>
                  <a:pt x="1613" y="48"/>
                </a:lnTo>
                <a:lnTo>
                  <a:pt x="1625" y="48"/>
                </a:lnTo>
                <a:lnTo>
                  <a:pt x="1637" y="44"/>
                </a:lnTo>
                <a:lnTo>
                  <a:pt x="1653" y="38"/>
                </a:lnTo>
                <a:lnTo>
                  <a:pt x="1665" y="28"/>
                </a:lnTo>
                <a:lnTo>
                  <a:pt x="1677" y="25"/>
                </a:lnTo>
                <a:lnTo>
                  <a:pt x="1689" y="22"/>
                </a:lnTo>
                <a:lnTo>
                  <a:pt x="1701" y="19"/>
                </a:lnTo>
                <a:lnTo>
                  <a:pt x="1717" y="16"/>
                </a:lnTo>
                <a:lnTo>
                  <a:pt x="1729" y="12"/>
                </a:lnTo>
                <a:lnTo>
                  <a:pt x="1741" y="9"/>
                </a:lnTo>
                <a:lnTo>
                  <a:pt x="1753" y="6"/>
                </a:lnTo>
                <a:lnTo>
                  <a:pt x="1765" y="6"/>
                </a:lnTo>
                <a:lnTo>
                  <a:pt x="1777" y="9"/>
                </a:lnTo>
                <a:lnTo>
                  <a:pt x="1797" y="16"/>
                </a:lnTo>
                <a:lnTo>
                  <a:pt x="1809" y="22"/>
                </a:lnTo>
                <a:lnTo>
                  <a:pt x="1821" y="25"/>
                </a:lnTo>
                <a:lnTo>
                  <a:pt x="1833" y="28"/>
                </a:lnTo>
                <a:lnTo>
                  <a:pt x="1845" y="32"/>
                </a:lnTo>
                <a:lnTo>
                  <a:pt x="1857" y="32"/>
                </a:lnTo>
                <a:lnTo>
                  <a:pt x="1869" y="25"/>
                </a:lnTo>
                <a:lnTo>
                  <a:pt x="1881" y="22"/>
                </a:lnTo>
                <a:lnTo>
                  <a:pt x="1893" y="16"/>
                </a:lnTo>
                <a:lnTo>
                  <a:pt x="1905" y="9"/>
                </a:lnTo>
                <a:lnTo>
                  <a:pt x="1917" y="6"/>
                </a:lnTo>
                <a:lnTo>
                  <a:pt x="1933" y="3"/>
                </a:lnTo>
                <a:lnTo>
                  <a:pt x="1945" y="0"/>
                </a:lnTo>
                <a:lnTo>
                  <a:pt x="1957" y="0"/>
                </a:lnTo>
                <a:lnTo>
                  <a:pt x="1973" y="0"/>
                </a:lnTo>
                <a:lnTo>
                  <a:pt x="1985" y="3"/>
                </a:lnTo>
                <a:lnTo>
                  <a:pt x="2001" y="6"/>
                </a:lnTo>
                <a:lnTo>
                  <a:pt x="2013" y="9"/>
                </a:lnTo>
                <a:lnTo>
                  <a:pt x="2025" y="16"/>
                </a:lnTo>
                <a:lnTo>
                  <a:pt x="2037" y="19"/>
                </a:lnTo>
                <a:lnTo>
                  <a:pt x="2053" y="22"/>
                </a:lnTo>
                <a:lnTo>
                  <a:pt x="2065" y="28"/>
                </a:lnTo>
                <a:lnTo>
                  <a:pt x="2077" y="28"/>
                </a:lnTo>
                <a:lnTo>
                  <a:pt x="2085" y="19"/>
                </a:lnTo>
                <a:lnTo>
                  <a:pt x="2097" y="12"/>
                </a:lnTo>
                <a:lnTo>
                  <a:pt x="2109" y="12"/>
                </a:lnTo>
                <a:lnTo>
                  <a:pt x="2121" y="16"/>
                </a:lnTo>
                <a:lnTo>
                  <a:pt x="2137" y="22"/>
                </a:lnTo>
                <a:lnTo>
                  <a:pt x="2149" y="28"/>
                </a:lnTo>
                <a:lnTo>
                  <a:pt x="2161" y="32"/>
                </a:lnTo>
                <a:lnTo>
                  <a:pt x="2169" y="41"/>
                </a:lnTo>
                <a:lnTo>
                  <a:pt x="2181" y="44"/>
                </a:lnTo>
                <a:lnTo>
                  <a:pt x="2193" y="48"/>
                </a:lnTo>
                <a:lnTo>
                  <a:pt x="2205" y="54"/>
                </a:lnTo>
                <a:lnTo>
                  <a:pt x="2217" y="54"/>
                </a:lnTo>
                <a:lnTo>
                  <a:pt x="2225" y="60"/>
                </a:lnTo>
                <a:lnTo>
                  <a:pt x="2220" y="59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510</TotalTime>
  <Words>407</Words>
  <Application>Microsoft Office PowerPoint</Application>
  <PresentationFormat>Custom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30</cp:revision>
  <dcterms:created xsi:type="dcterms:W3CDTF">1995-06-17T23:31:02Z</dcterms:created>
  <dcterms:modified xsi:type="dcterms:W3CDTF">2026-05-13T01:06:47Z</dcterms:modified>
</cp:coreProperties>
</file>