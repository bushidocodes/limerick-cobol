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4762500" cy="3810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237960" y="151920"/>
            <a:ext cx="4285800" cy="63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237960" y="891360"/>
            <a:ext cx="4285800" cy="220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4762440" cy="3809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"/>
          <p:cNvSpPr/>
          <p:nvPr/>
        </p:nvSpPr>
        <p:spPr>
          <a:xfrm>
            <a:off x="9360" y="19080"/>
            <a:ext cx="4743360" cy="3786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237960" y="151920"/>
            <a:ext cx="4285800" cy="63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237960" y="891360"/>
            <a:ext cx="4285800" cy="220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 txBox="1"/>
          <p:nvPr/>
        </p:nvSpPr>
        <p:spPr>
          <a:xfrm>
            <a:off x="905040" y="517680"/>
            <a:ext cx="2933640" cy="225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PERFORM..VARYING using one counter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Click to view.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When viewing , left click (or press the Page Up key) to see the next frame and right click (or press Page Down)  to see the previous frame.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"/>
          <p:cNvSpPr txBox="1"/>
          <p:nvPr/>
        </p:nvSpPr>
        <p:spPr>
          <a:xfrm>
            <a:off x="76320" y="88920"/>
            <a:ext cx="3533760" cy="94464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VARYING Idx1 FROM 1 BY 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UNTIL Idx1 EQUAL TO 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spcBef>
                <a:spcPts val="839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DISPLAY Idx1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spcBef>
                <a:spcPts val="839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"/>
          <p:cNvSpPr/>
          <p:nvPr/>
        </p:nvSpPr>
        <p:spPr>
          <a:xfrm>
            <a:off x="77760" y="87480"/>
            <a:ext cx="3272040" cy="68760"/>
          </a:xfrm>
          <a:custGeom>
            <a:avLst/>
            <a:gdLst/>
            <a:ahLst/>
            <a:rect l="0" t="0" r="r" b="b"/>
            <a:pathLst>
              <a:path w="9089" h="191">
                <a:moveTo>
                  <a:pt x="9089" y="3"/>
                </a:moveTo>
                <a:lnTo>
                  <a:pt x="9089" y="0"/>
                </a:lnTo>
                <a:lnTo>
                  <a:pt x="9089" y="3"/>
                </a:lnTo>
                <a:lnTo>
                  <a:pt x="9085" y="9"/>
                </a:lnTo>
                <a:lnTo>
                  <a:pt x="9064" y="9"/>
                </a:lnTo>
                <a:lnTo>
                  <a:pt x="8991" y="27"/>
                </a:lnTo>
                <a:lnTo>
                  <a:pt x="8942" y="44"/>
                </a:lnTo>
                <a:lnTo>
                  <a:pt x="8905" y="62"/>
                </a:lnTo>
                <a:lnTo>
                  <a:pt x="8868" y="62"/>
                </a:lnTo>
                <a:lnTo>
                  <a:pt x="8831" y="68"/>
                </a:lnTo>
                <a:lnTo>
                  <a:pt x="8794" y="68"/>
                </a:lnTo>
                <a:lnTo>
                  <a:pt x="8758" y="68"/>
                </a:lnTo>
                <a:lnTo>
                  <a:pt x="8721" y="68"/>
                </a:lnTo>
                <a:lnTo>
                  <a:pt x="8684" y="68"/>
                </a:lnTo>
                <a:lnTo>
                  <a:pt x="8647" y="68"/>
                </a:lnTo>
                <a:lnTo>
                  <a:pt x="8610" y="80"/>
                </a:lnTo>
                <a:lnTo>
                  <a:pt x="8586" y="97"/>
                </a:lnTo>
                <a:lnTo>
                  <a:pt x="8561" y="115"/>
                </a:lnTo>
                <a:lnTo>
                  <a:pt x="8524" y="120"/>
                </a:lnTo>
                <a:lnTo>
                  <a:pt x="8488" y="120"/>
                </a:lnTo>
                <a:lnTo>
                  <a:pt x="8451" y="109"/>
                </a:lnTo>
                <a:lnTo>
                  <a:pt x="8402" y="97"/>
                </a:lnTo>
                <a:lnTo>
                  <a:pt x="8365" y="97"/>
                </a:lnTo>
                <a:lnTo>
                  <a:pt x="8328" y="91"/>
                </a:lnTo>
                <a:lnTo>
                  <a:pt x="8291" y="80"/>
                </a:lnTo>
                <a:lnTo>
                  <a:pt x="8255" y="74"/>
                </a:lnTo>
                <a:lnTo>
                  <a:pt x="8205" y="74"/>
                </a:lnTo>
                <a:lnTo>
                  <a:pt x="8169" y="68"/>
                </a:lnTo>
                <a:lnTo>
                  <a:pt x="8132" y="62"/>
                </a:lnTo>
                <a:lnTo>
                  <a:pt x="8095" y="57"/>
                </a:lnTo>
                <a:lnTo>
                  <a:pt x="8058" y="57"/>
                </a:lnTo>
                <a:lnTo>
                  <a:pt x="8021" y="51"/>
                </a:lnTo>
                <a:lnTo>
                  <a:pt x="7985" y="44"/>
                </a:lnTo>
                <a:lnTo>
                  <a:pt x="7948" y="38"/>
                </a:lnTo>
                <a:lnTo>
                  <a:pt x="7911" y="32"/>
                </a:lnTo>
                <a:lnTo>
                  <a:pt x="7899" y="51"/>
                </a:lnTo>
                <a:lnTo>
                  <a:pt x="7850" y="57"/>
                </a:lnTo>
                <a:lnTo>
                  <a:pt x="7801" y="57"/>
                </a:lnTo>
                <a:lnTo>
                  <a:pt x="7764" y="62"/>
                </a:lnTo>
                <a:lnTo>
                  <a:pt x="7727" y="74"/>
                </a:lnTo>
                <a:lnTo>
                  <a:pt x="7715" y="91"/>
                </a:lnTo>
                <a:lnTo>
                  <a:pt x="7678" y="97"/>
                </a:lnTo>
                <a:lnTo>
                  <a:pt x="7641" y="97"/>
                </a:lnTo>
                <a:lnTo>
                  <a:pt x="7604" y="97"/>
                </a:lnTo>
                <a:lnTo>
                  <a:pt x="7567" y="109"/>
                </a:lnTo>
                <a:lnTo>
                  <a:pt x="7531" y="115"/>
                </a:lnTo>
                <a:lnTo>
                  <a:pt x="7494" y="120"/>
                </a:lnTo>
                <a:lnTo>
                  <a:pt x="7457" y="126"/>
                </a:lnTo>
                <a:lnTo>
                  <a:pt x="7420" y="138"/>
                </a:lnTo>
                <a:lnTo>
                  <a:pt x="7383" y="145"/>
                </a:lnTo>
                <a:lnTo>
                  <a:pt x="7347" y="145"/>
                </a:lnTo>
                <a:lnTo>
                  <a:pt x="7310" y="138"/>
                </a:lnTo>
                <a:lnTo>
                  <a:pt x="7273" y="126"/>
                </a:lnTo>
                <a:lnTo>
                  <a:pt x="7224" y="120"/>
                </a:lnTo>
                <a:lnTo>
                  <a:pt x="7187" y="115"/>
                </a:lnTo>
                <a:lnTo>
                  <a:pt x="7150" y="109"/>
                </a:lnTo>
                <a:lnTo>
                  <a:pt x="7113" y="103"/>
                </a:lnTo>
                <a:lnTo>
                  <a:pt x="7077" y="103"/>
                </a:lnTo>
                <a:lnTo>
                  <a:pt x="7040" y="91"/>
                </a:lnTo>
                <a:lnTo>
                  <a:pt x="7003" y="86"/>
                </a:lnTo>
                <a:lnTo>
                  <a:pt x="6966" y="86"/>
                </a:lnTo>
                <a:lnTo>
                  <a:pt x="6929" y="80"/>
                </a:lnTo>
                <a:lnTo>
                  <a:pt x="6892" y="80"/>
                </a:lnTo>
                <a:lnTo>
                  <a:pt x="6843" y="74"/>
                </a:lnTo>
                <a:lnTo>
                  <a:pt x="6794" y="68"/>
                </a:lnTo>
                <a:lnTo>
                  <a:pt x="6758" y="62"/>
                </a:lnTo>
                <a:lnTo>
                  <a:pt x="6721" y="57"/>
                </a:lnTo>
                <a:lnTo>
                  <a:pt x="6684" y="57"/>
                </a:lnTo>
                <a:lnTo>
                  <a:pt x="6647" y="57"/>
                </a:lnTo>
                <a:lnTo>
                  <a:pt x="6610" y="57"/>
                </a:lnTo>
                <a:lnTo>
                  <a:pt x="6573" y="57"/>
                </a:lnTo>
                <a:lnTo>
                  <a:pt x="6537" y="57"/>
                </a:lnTo>
                <a:lnTo>
                  <a:pt x="6500" y="57"/>
                </a:lnTo>
                <a:lnTo>
                  <a:pt x="6451" y="57"/>
                </a:lnTo>
                <a:lnTo>
                  <a:pt x="6414" y="51"/>
                </a:lnTo>
                <a:lnTo>
                  <a:pt x="6377" y="38"/>
                </a:lnTo>
                <a:lnTo>
                  <a:pt x="6340" y="38"/>
                </a:lnTo>
                <a:lnTo>
                  <a:pt x="6304" y="38"/>
                </a:lnTo>
                <a:lnTo>
                  <a:pt x="6279" y="57"/>
                </a:lnTo>
                <a:lnTo>
                  <a:pt x="6242" y="68"/>
                </a:lnTo>
                <a:lnTo>
                  <a:pt x="6205" y="74"/>
                </a:lnTo>
                <a:lnTo>
                  <a:pt x="6169" y="91"/>
                </a:lnTo>
                <a:lnTo>
                  <a:pt x="6132" y="97"/>
                </a:lnTo>
                <a:lnTo>
                  <a:pt x="6095" y="103"/>
                </a:lnTo>
                <a:lnTo>
                  <a:pt x="6058" y="109"/>
                </a:lnTo>
                <a:lnTo>
                  <a:pt x="6021" y="109"/>
                </a:lnTo>
                <a:lnTo>
                  <a:pt x="5984" y="103"/>
                </a:lnTo>
                <a:lnTo>
                  <a:pt x="5948" y="91"/>
                </a:lnTo>
                <a:lnTo>
                  <a:pt x="5911" y="86"/>
                </a:lnTo>
                <a:lnTo>
                  <a:pt x="5874" y="86"/>
                </a:lnTo>
                <a:lnTo>
                  <a:pt x="5837" y="80"/>
                </a:lnTo>
                <a:lnTo>
                  <a:pt x="5800" y="74"/>
                </a:lnTo>
                <a:lnTo>
                  <a:pt x="5764" y="62"/>
                </a:lnTo>
                <a:lnTo>
                  <a:pt x="5727" y="62"/>
                </a:lnTo>
                <a:lnTo>
                  <a:pt x="5690" y="51"/>
                </a:lnTo>
                <a:lnTo>
                  <a:pt x="5653" y="44"/>
                </a:lnTo>
                <a:lnTo>
                  <a:pt x="5616" y="44"/>
                </a:lnTo>
                <a:lnTo>
                  <a:pt x="5580" y="38"/>
                </a:lnTo>
                <a:lnTo>
                  <a:pt x="5543" y="38"/>
                </a:lnTo>
                <a:lnTo>
                  <a:pt x="5494" y="32"/>
                </a:lnTo>
                <a:lnTo>
                  <a:pt x="5457" y="27"/>
                </a:lnTo>
                <a:lnTo>
                  <a:pt x="5420" y="27"/>
                </a:lnTo>
                <a:lnTo>
                  <a:pt x="5383" y="27"/>
                </a:lnTo>
                <a:lnTo>
                  <a:pt x="5346" y="27"/>
                </a:lnTo>
                <a:lnTo>
                  <a:pt x="5310" y="27"/>
                </a:lnTo>
                <a:lnTo>
                  <a:pt x="5273" y="32"/>
                </a:lnTo>
                <a:lnTo>
                  <a:pt x="5236" y="44"/>
                </a:lnTo>
                <a:lnTo>
                  <a:pt x="5199" y="62"/>
                </a:lnTo>
                <a:lnTo>
                  <a:pt x="5162" y="74"/>
                </a:lnTo>
                <a:lnTo>
                  <a:pt x="5126" y="86"/>
                </a:lnTo>
                <a:lnTo>
                  <a:pt x="5089" y="97"/>
                </a:lnTo>
                <a:lnTo>
                  <a:pt x="5052" y="103"/>
                </a:lnTo>
                <a:lnTo>
                  <a:pt x="5015" y="103"/>
                </a:lnTo>
                <a:lnTo>
                  <a:pt x="4978" y="103"/>
                </a:lnTo>
                <a:lnTo>
                  <a:pt x="4941" y="109"/>
                </a:lnTo>
                <a:lnTo>
                  <a:pt x="4892" y="109"/>
                </a:lnTo>
                <a:lnTo>
                  <a:pt x="4856" y="115"/>
                </a:lnTo>
                <a:lnTo>
                  <a:pt x="4806" y="120"/>
                </a:lnTo>
                <a:lnTo>
                  <a:pt x="4770" y="126"/>
                </a:lnTo>
                <a:lnTo>
                  <a:pt x="4733" y="126"/>
                </a:lnTo>
                <a:lnTo>
                  <a:pt x="4696" y="132"/>
                </a:lnTo>
                <a:lnTo>
                  <a:pt x="4659" y="132"/>
                </a:lnTo>
                <a:lnTo>
                  <a:pt x="4622" y="132"/>
                </a:lnTo>
                <a:lnTo>
                  <a:pt x="4586" y="132"/>
                </a:lnTo>
                <a:lnTo>
                  <a:pt x="4549" y="132"/>
                </a:lnTo>
                <a:lnTo>
                  <a:pt x="4511" y="126"/>
                </a:lnTo>
                <a:lnTo>
                  <a:pt x="4486" y="109"/>
                </a:lnTo>
                <a:lnTo>
                  <a:pt x="4437" y="91"/>
                </a:lnTo>
                <a:lnTo>
                  <a:pt x="4401" y="86"/>
                </a:lnTo>
                <a:lnTo>
                  <a:pt x="4351" y="74"/>
                </a:lnTo>
                <a:lnTo>
                  <a:pt x="4315" y="62"/>
                </a:lnTo>
                <a:lnTo>
                  <a:pt x="4266" y="62"/>
                </a:lnTo>
                <a:lnTo>
                  <a:pt x="4229" y="57"/>
                </a:lnTo>
                <a:lnTo>
                  <a:pt x="4192" y="44"/>
                </a:lnTo>
                <a:lnTo>
                  <a:pt x="4155" y="44"/>
                </a:lnTo>
                <a:lnTo>
                  <a:pt x="4118" y="38"/>
                </a:lnTo>
                <a:lnTo>
                  <a:pt x="4069" y="51"/>
                </a:lnTo>
                <a:lnTo>
                  <a:pt x="4032" y="62"/>
                </a:lnTo>
                <a:lnTo>
                  <a:pt x="3996" y="74"/>
                </a:lnTo>
                <a:lnTo>
                  <a:pt x="3959" y="80"/>
                </a:lnTo>
                <a:lnTo>
                  <a:pt x="3922" y="86"/>
                </a:lnTo>
                <a:lnTo>
                  <a:pt x="3873" y="97"/>
                </a:lnTo>
                <a:lnTo>
                  <a:pt x="3836" y="103"/>
                </a:lnTo>
                <a:lnTo>
                  <a:pt x="3799" y="115"/>
                </a:lnTo>
                <a:lnTo>
                  <a:pt x="3762" y="115"/>
                </a:lnTo>
                <a:lnTo>
                  <a:pt x="3726" y="115"/>
                </a:lnTo>
                <a:lnTo>
                  <a:pt x="3677" y="109"/>
                </a:lnTo>
                <a:lnTo>
                  <a:pt x="3652" y="91"/>
                </a:lnTo>
                <a:lnTo>
                  <a:pt x="3615" y="80"/>
                </a:lnTo>
                <a:lnTo>
                  <a:pt x="3578" y="68"/>
                </a:lnTo>
                <a:lnTo>
                  <a:pt x="3542" y="51"/>
                </a:lnTo>
                <a:lnTo>
                  <a:pt x="3505" y="38"/>
                </a:lnTo>
                <a:lnTo>
                  <a:pt x="3468" y="27"/>
                </a:lnTo>
                <a:lnTo>
                  <a:pt x="3431" y="21"/>
                </a:lnTo>
                <a:lnTo>
                  <a:pt x="3394" y="21"/>
                </a:lnTo>
                <a:lnTo>
                  <a:pt x="3358" y="21"/>
                </a:lnTo>
                <a:lnTo>
                  <a:pt x="3321" y="27"/>
                </a:lnTo>
                <a:lnTo>
                  <a:pt x="3284" y="27"/>
                </a:lnTo>
                <a:lnTo>
                  <a:pt x="3247" y="27"/>
                </a:lnTo>
                <a:lnTo>
                  <a:pt x="3210" y="27"/>
                </a:lnTo>
                <a:lnTo>
                  <a:pt x="3173" y="27"/>
                </a:lnTo>
                <a:lnTo>
                  <a:pt x="3137" y="32"/>
                </a:lnTo>
                <a:lnTo>
                  <a:pt x="3100" y="32"/>
                </a:lnTo>
                <a:lnTo>
                  <a:pt x="3063" y="32"/>
                </a:lnTo>
                <a:lnTo>
                  <a:pt x="3026" y="32"/>
                </a:lnTo>
                <a:lnTo>
                  <a:pt x="2989" y="38"/>
                </a:lnTo>
                <a:lnTo>
                  <a:pt x="2953" y="38"/>
                </a:lnTo>
                <a:lnTo>
                  <a:pt x="2916" y="38"/>
                </a:lnTo>
                <a:lnTo>
                  <a:pt x="2879" y="38"/>
                </a:lnTo>
                <a:lnTo>
                  <a:pt x="2842" y="38"/>
                </a:lnTo>
                <a:lnTo>
                  <a:pt x="2805" y="38"/>
                </a:lnTo>
                <a:lnTo>
                  <a:pt x="2769" y="44"/>
                </a:lnTo>
                <a:lnTo>
                  <a:pt x="2732" y="57"/>
                </a:lnTo>
                <a:lnTo>
                  <a:pt x="2695" y="62"/>
                </a:lnTo>
                <a:lnTo>
                  <a:pt x="2658" y="74"/>
                </a:lnTo>
                <a:lnTo>
                  <a:pt x="2621" y="80"/>
                </a:lnTo>
                <a:lnTo>
                  <a:pt x="2585" y="97"/>
                </a:lnTo>
                <a:lnTo>
                  <a:pt x="2548" y="103"/>
                </a:lnTo>
                <a:lnTo>
                  <a:pt x="2511" y="109"/>
                </a:lnTo>
                <a:lnTo>
                  <a:pt x="2462" y="115"/>
                </a:lnTo>
                <a:lnTo>
                  <a:pt x="2425" y="120"/>
                </a:lnTo>
                <a:lnTo>
                  <a:pt x="2388" y="126"/>
                </a:lnTo>
                <a:lnTo>
                  <a:pt x="2351" y="126"/>
                </a:lnTo>
                <a:lnTo>
                  <a:pt x="2315" y="126"/>
                </a:lnTo>
                <a:lnTo>
                  <a:pt x="2278" y="115"/>
                </a:lnTo>
                <a:lnTo>
                  <a:pt x="2241" y="103"/>
                </a:lnTo>
                <a:lnTo>
                  <a:pt x="2204" y="97"/>
                </a:lnTo>
                <a:lnTo>
                  <a:pt x="2167" y="86"/>
                </a:lnTo>
                <a:lnTo>
                  <a:pt x="2118" y="86"/>
                </a:lnTo>
                <a:lnTo>
                  <a:pt x="2069" y="80"/>
                </a:lnTo>
                <a:lnTo>
                  <a:pt x="2057" y="62"/>
                </a:lnTo>
                <a:lnTo>
                  <a:pt x="2020" y="57"/>
                </a:lnTo>
                <a:lnTo>
                  <a:pt x="1983" y="57"/>
                </a:lnTo>
                <a:lnTo>
                  <a:pt x="1934" y="57"/>
                </a:lnTo>
                <a:lnTo>
                  <a:pt x="1897" y="57"/>
                </a:lnTo>
                <a:lnTo>
                  <a:pt x="1861" y="57"/>
                </a:lnTo>
                <a:lnTo>
                  <a:pt x="1861" y="74"/>
                </a:lnTo>
                <a:lnTo>
                  <a:pt x="1861" y="91"/>
                </a:lnTo>
                <a:lnTo>
                  <a:pt x="1897" y="103"/>
                </a:lnTo>
                <a:lnTo>
                  <a:pt x="1922" y="120"/>
                </a:lnTo>
                <a:lnTo>
                  <a:pt x="1959" y="138"/>
                </a:lnTo>
                <a:lnTo>
                  <a:pt x="1983" y="156"/>
                </a:lnTo>
                <a:lnTo>
                  <a:pt x="2008" y="174"/>
                </a:lnTo>
                <a:lnTo>
                  <a:pt x="2032" y="191"/>
                </a:lnTo>
                <a:lnTo>
                  <a:pt x="1996" y="180"/>
                </a:lnTo>
                <a:lnTo>
                  <a:pt x="1959" y="162"/>
                </a:lnTo>
                <a:lnTo>
                  <a:pt x="1922" y="150"/>
                </a:lnTo>
                <a:lnTo>
                  <a:pt x="1885" y="138"/>
                </a:lnTo>
                <a:lnTo>
                  <a:pt x="1848" y="126"/>
                </a:lnTo>
                <a:lnTo>
                  <a:pt x="1811" y="109"/>
                </a:lnTo>
                <a:lnTo>
                  <a:pt x="1775" y="91"/>
                </a:lnTo>
                <a:lnTo>
                  <a:pt x="1738" y="80"/>
                </a:lnTo>
                <a:lnTo>
                  <a:pt x="1701" y="74"/>
                </a:lnTo>
                <a:lnTo>
                  <a:pt x="1652" y="68"/>
                </a:lnTo>
                <a:lnTo>
                  <a:pt x="1615" y="68"/>
                </a:lnTo>
                <a:lnTo>
                  <a:pt x="1578" y="68"/>
                </a:lnTo>
                <a:lnTo>
                  <a:pt x="1542" y="68"/>
                </a:lnTo>
                <a:lnTo>
                  <a:pt x="1505" y="62"/>
                </a:lnTo>
                <a:lnTo>
                  <a:pt x="1468" y="62"/>
                </a:lnTo>
                <a:lnTo>
                  <a:pt x="1431" y="62"/>
                </a:lnTo>
                <a:lnTo>
                  <a:pt x="1394" y="62"/>
                </a:lnTo>
                <a:lnTo>
                  <a:pt x="1345" y="62"/>
                </a:lnTo>
                <a:lnTo>
                  <a:pt x="1308" y="62"/>
                </a:lnTo>
                <a:lnTo>
                  <a:pt x="1272" y="68"/>
                </a:lnTo>
                <a:lnTo>
                  <a:pt x="1235" y="68"/>
                </a:lnTo>
                <a:lnTo>
                  <a:pt x="1186" y="68"/>
                </a:lnTo>
                <a:lnTo>
                  <a:pt x="1137" y="68"/>
                </a:lnTo>
                <a:lnTo>
                  <a:pt x="1100" y="68"/>
                </a:lnTo>
                <a:lnTo>
                  <a:pt x="1063" y="68"/>
                </a:lnTo>
                <a:lnTo>
                  <a:pt x="1026" y="80"/>
                </a:lnTo>
                <a:lnTo>
                  <a:pt x="989" y="86"/>
                </a:lnTo>
                <a:lnTo>
                  <a:pt x="977" y="103"/>
                </a:lnTo>
                <a:lnTo>
                  <a:pt x="977" y="120"/>
                </a:lnTo>
                <a:lnTo>
                  <a:pt x="940" y="138"/>
                </a:lnTo>
                <a:lnTo>
                  <a:pt x="903" y="145"/>
                </a:lnTo>
                <a:lnTo>
                  <a:pt x="867" y="145"/>
                </a:lnTo>
                <a:lnTo>
                  <a:pt x="830" y="145"/>
                </a:lnTo>
                <a:lnTo>
                  <a:pt x="793" y="145"/>
                </a:lnTo>
                <a:lnTo>
                  <a:pt x="756" y="150"/>
                </a:lnTo>
                <a:lnTo>
                  <a:pt x="719" y="156"/>
                </a:lnTo>
                <a:lnTo>
                  <a:pt x="670" y="156"/>
                </a:lnTo>
                <a:lnTo>
                  <a:pt x="633" y="156"/>
                </a:lnTo>
                <a:lnTo>
                  <a:pt x="597" y="156"/>
                </a:lnTo>
                <a:lnTo>
                  <a:pt x="560" y="150"/>
                </a:lnTo>
                <a:lnTo>
                  <a:pt x="535" y="132"/>
                </a:lnTo>
                <a:lnTo>
                  <a:pt x="499" y="126"/>
                </a:lnTo>
                <a:lnTo>
                  <a:pt x="462" y="115"/>
                </a:lnTo>
                <a:lnTo>
                  <a:pt x="425" y="109"/>
                </a:lnTo>
                <a:lnTo>
                  <a:pt x="388" y="103"/>
                </a:lnTo>
                <a:lnTo>
                  <a:pt x="351" y="103"/>
                </a:lnTo>
                <a:lnTo>
                  <a:pt x="314" y="97"/>
                </a:lnTo>
                <a:lnTo>
                  <a:pt x="278" y="86"/>
                </a:lnTo>
                <a:lnTo>
                  <a:pt x="241" y="80"/>
                </a:lnTo>
                <a:lnTo>
                  <a:pt x="204" y="68"/>
                </a:lnTo>
                <a:lnTo>
                  <a:pt x="167" y="62"/>
                </a:lnTo>
                <a:lnTo>
                  <a:pt x="130" y="57"/>
                </a:lnTo>
                <a:lnTo>
                  <a:pt x="94" y="44"/>
                </a:lnTo>
                <a:lnTo>
                  <a:pt x="57" y="38"/>
                </a:lnTo>
                <a:lnTo>
                  <a:pt x="8" y="9"/>
                </a:lnTo>
                <a:lnTo>
                  <a:pt x="8" y="5"/>
                </a:lnTo>
                <a:lnTo>
                  <a:pt x="0" y="5"/>
                </a:lnTo>
                <a:lnTo>
                  <a:pt x="0" y="5"/>
                </a:lnTo>
                <a:lnTo>
                  <a:pt x="8" y="11"/>
                </a:lnTo>
                <a:lnTo>
                  <a:pt x="8" y="3"/>
                </a:lnTo>
                <a:lnTo>
                  <a:pt x="9089" y="3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17640" rIns="96120" bIns="176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"/>
          <p:cNvSpPr/>
          <p:nvPr/>
        </p:nvSpPr>
        <p:spPr>
          <a:xfrm>
            <a:off x="81000" y="944640"/>
            <a:ext cx="3532680" cy="103680"/>
          </a:xfrm>
          <a:custGeom>
            <a:avLst/>
            <a:gdLst/>
            <a:ahLst/>
            <a:rect l="0" t="0" r="r" b="b"/>
            <a:pathLst>
              <a:path w="9813" h="288">
                <a:moveTo>
                  <a:pt x="0" y="278"/>
                </a:moveTo>
                <a:lnTo>
                  <a:pt x="4" y="256"/>
                </a:lnTo>
                <a:lnTo>
                  <a:pt x="0" y="288"/>
                </a:lnTo>
                <a:lnTo>
                  <a:pt x="110" y="170"/>
                </a:lnTo>
                <a:lnTo>
                  <a:pt x="163" y="170"/>
                </a:lnTo>
                <a:lnTo>
                  <a:pt x="216" y="199"/>
                </a:lnTo>
                <a:lnTo>
                  <a:pt x="286" y="170"/>
                </a:lnTo>
                <a:lnTo>
                  <a:pt x="357" y="128"/>
                </a:lnTo>
                <a:lnTo>
                  <a:pt x="410" y="114"/>
                </a:lnTo>
                <a:lnTo>
                  <a:pt x="463" y="114"/>
                </a:lnTo>
                <a:lnTo>
                  <a:pt x="515" y="100"/>
                </a:lnTo>
                <a:lnTo>
                  <a:pt x="568" y="85"/>
                </a:lnTo>
                <a:lnTo>
                  <a:pt x="621" y="85"/>
                </a:lnTo>
                <a:lnTo>
                  <a:pt x="674" y="100"/>
                </a:lnTo>
                <a:lnTo>
                  <a:pt x="727" y="100"/>
                </a:lnTo>
                <a:lnTo>
                  <a:pt x="780" y="114"/>
                </a:lnTo>
                <a:lnTo>
                  <a:pt x="833" y="142"/>
                </a:lnTo>
                <a:lnTo>
                  <a:pt x="886" y="156"/>
                </a:lnTo>
                <a:lnTo>
                  <a:pt x="939" y="170"/>
                </a:lnTo>
                <a:lnTo>
                  <a:pt x="992" y="185"/>
                </a:lnTo>
                <a:lnTo>
                  <a:pt x="1045" y="199"/>
                </a:lnTo>
                <a:lnTo>
                  <a:pt x="1115" y="185"/>
                </a:lnTo>
                <a:lnTo>
                  <a:pt x="1186" y="156"/>
                </a:lnTo>
                <a:lnTo>
                  <a:pt x="1221" y="114"/>
                </a:lnTo>
                <a:lnTo>
                  <a:pt x="1274" y="114"/>
                </a:lnTo>
                <a:lnTo>
                  <a:pt x="1327" y="100"/>
                </a:lnTo>
                <a:lnTo>
                  <a:pt x="1380" y="85"/>
                </a:lnTo>
                <a:lnTo>
                  <a:pt x="1433" y="70"/>
                </a:lnTo>
                <a:lnTo>
                  <a:pt x="1486" y="114"/>
                </a:lnTo>
                <a:lnTo>
                  <a:pt x="1538" y="142"/>
                </a:lnTo>
                <a:lnTo>
                  <a:pt x="1591" y="185"/>
                </a:lnTo>
                <a:lnTo>
                  <a:pt x="1644" y="213"/>
                </a:lnTo>
                <a:lnTo>
                  <a:pt x="1697" y="213"/>
                </a:lnTo>
                <a:lnTo>
                  <a:pt x="1750" y="185"/>
                </a:lnTo>
                <a:lnTo>
                  <a:pt x="1803" y="170"/>
                </a:lnTo>
                <a:lnTo>
                  <a:pt x="1856" y="142"/>
                </a:lnTo>
                <a:lnTo>
                  <a:pt x="1909" y="128"/>
                </a:lnTo>
                <a:lnTo>
                  <a:pt x="1962" y="114"/>
                </a:lnTo>
                <a:lnTo>
                  <a:pt x="2032" y="100"/>
                </a:lnTo>
                <a:lnTo>
                  <a:pt x="2085" y="100"/>
                </a:lnTo>
                <a:lnTo>
                  <a:pt x="2138" y="85"/>
                </a:lnTo>
                <a:lnTo>
                  <a:pt x="2191" y="85"/>
                </a:lnTo>
                <a:lnTo>
                  <a:pt x="2244" y="85"/>
                </a:lnTo>
                <a:lnTo>
                  <a:pt x="2297" y="70"/>
                </a:lnTo>
                <a:lnTo>
                  <a:pt x="2368" y="56"/>
                </a:lnTo>
                <a:lnTo>
                  <a:pt x="2438" y="56"/>
                </a:lnTo>
                <a:lnTo>
                  <a:pt x="2510" y="42"/>
                </a:lnTo>
                <a:lnTo>
                  <a:pt x="2563" y="85"/>
                </a:lnTo>
                <a:lnTo>
                  <a:pt x="2598" y="128"/>
                </a:lnTo>
                <a:lnTo>
                  <a:pt x="2633" y="170"/>
                </a:lnTo>
                <a:lnTo>
                  <a:pt x="2704" y="185"/>
                </a:lnTo>
                <a:lnTo>
                  <a:pt x="2757" y="170"/>
                </a:lnTo>
                <a:lnTo>
                  <a:pt x="2827" y="156"/>
                </a:lnTo>
                <a:lnTo>
                  <a:pt x="2880" y="142"/>
                </a:lnTo>
                <a:lnTo>
                  <a:pt x="2951" y="128"/>
                </a:lnTo>
                <a:lnTo>
                  <a:pt x="3021" y="128"/>
                </a:lnTo>
                <a:lnTo>
                  <a:pt x="3074" y="114"/>
                </a:lnTo>
                <a:lnTo>
                  <a:pt x="3127" y="100"/>
                </a:lnTo>
                <a:lnTo>
                  <a:pt x="3198" y="85"/>
                </a:lnTo>
                <a:lnTo>
                  <a:pt x="3250" y="70"/>
                </a:lnTo>
                <a:lnTo>
                  <a:pt x="3303" y="56"/>
                </a:lnTo>
                <a:lnTo>
                  <a:pt x="3356" y="42"/>
                </a:lnTo>
                <a:lnTo>
                  <a:pt x="3409" y="70"/>
                </a:lnTo>
                <a:lnTo>
                  <a:pt x="3462" y="100"/>
                </a:lnTo>
                <a:lnTo>
                  <a:pt x="3515" y="128"/>
                </a:lnTo>
                <a:lnTo>
                  <a:pt x="3568" y="156"/>
                </a:lnTo>
                <a:lnTo>
                  <a:pt x="3621" y="185"/>
                </a:lnTo>
                <a:lnTo>
                  <a:pt x="3674" y="185"/>
                </a:lnTo>
                <a:lnTo>
                  <a:pt x="3727" y="185"/>
                </a:lnTo>
                <a:lnTo>
                  <a:pt x="3780" y="170"/>
                </a:lnTo>
                <a:lnTo>
                  <a:pt x="3833" y="156"/>
                </a:lnTo>
                <a:lnTo>
                  <a:pt x="3885" y="156"/>
                </a:lnTo>
                <a:lnTo>
                  <a:pt x="3938" y="142"/>
                </a:lnTo>
                <a:lnTo>
                  <a:pt x="4009" y="142"/>
                </a:lnTo>
                <a:lnTo>
                  <a:pt x="4062" y="128"/>
                </a:lnTo>
                <a:lnTo>
                  <a:pt x="4115" y="128"/>
                </a:lnTo>
                <a:lnTo>
                  <a:pt x="4168" y="128"/>
                </a:lnTo>
                <a:lnTo>
                  <a:pt x="4221" y="128"/>
                </a:lnTo>
                <a:lnTo>
                  <a:pt x="4274" y="128"/>
                </a:lnTo>
                <a:lnTo>
                  <a:pt x="4326" y="128"/>
                </a:lnTo>
                <a:lnTo>
                  <a:pt x="4397" y="114"/>
                </a:lnTo>
                <a:lnTo>
                  <a:pt x="4450" y="100"/>
                </a:lnTo>
                <a:lnTo>
                  <a:pt x="4503" y="70"/>
                </a:lnTo>
                <a:lnTo>
                  <a:pt x="4556" y="56"/>
                </a:lnTo>
                <a:lnTo>
                  <a:pt x="4609" y="42"/>
                </a:lnTo>
                <a:lnTo>
                  <a:pt x="4679" y="28"/>
                </a:lnTo>
                <a:lnTo>
                  <a:pt x="4750" y="56"/>
                </a:lnTo>
                <a:lnTo>
                  <a:pt x="4803" y="100"/>
                </a:lnTo>
                <a:lnTo>
                  <a:pt x="4856" y="128"/>
                </a:lnTo>
                <a:lnTo>
                  <a:pt x="4909" y="142"/>
                </a:lnTo>
                <a:lnTo>
                  <a:pt x="4961" y="170"/>
                </a:lnTo>
                <a:lnTo>
                  <a:pt x="5014" y="170"/>
                </a:lnTo>
                <a:lnTo>
                  <a:pt x="5067" y="170"/>
                </a:lnTo>
                <a:lnTo>
                  <a:pt x="5138" y="156"/>
                </a:lnTo>
                <a:lnTo>
                  <a:pt x="5191" y="142"/>
                </a:lnTo>
                <a:lnTo>
                  <a:pt x="5244" y="114"/>
                </a:lnTo>
                <a:lnTo>
                  <a:pt x="5314" y="85"/>
                </a:lnTo>
                <a:lnTo>
                  <a:pt x="5367" y="70"/>
                </a:lnTo>
                <a:lnTo>
                  <a:pt x="5438" y="42"/>
                </a:lnTo>
                <a:lnTo>
                  <a:pt x="5491" y="42"/>
                </a:lnTo>
                <a:lnTo>
                  <a:pt x="5544" y="42"/>
                </a:lnTo>
                <a:lnTo>
                  <a:pt x="5614" y="28"/>
                </a:lnTo>
                <a:lnTo>
                  <a:pt x="5667" y="14"/>
                </a:lnTo>
                <a:lnTo>
                  <a:pt x="5720" y="14"/>
                </a:lnTo>
                <a:lnTo>
                  <a:pt x="5755" y="56"/>
                </a:lnTo>
                <a:lnTo>
                  <a:pt x="5808" y="85"/>
                </a:lnTo>
                <a:lnTo>
                  <a:pt x="5861" y="114"/>
                </a:lnTo>
                <a:lnTo>
                  <a:pt x="5914" y="156"/>
                </a:lnTo>
                <a:lnTo>
                  <a:pt x="5967" y="185"/>
                </a:lnTo>
                <a:lnTo>
                  <a:pt x="6020" y="199"/>
                </a:lnTo>
                <a:lnTo>
                  <a:pt x="6073" y="199"/>
                </a:lnTo>
                <a:lnTo>
                  <a:pt x="6126" y="170"/>
                </a:lnTo>
                <a:lnTo>
                  <a:pt x="6179" y="142"/>
                </a:lnTo>
                <a:lnTo>
                  <a:pt x="6231" y="114"/>
                </a:lnTo>
                <a:lnTo>
                  <a:pt x="6284" y="100"/>
                </a:lnTo>
                <a:lnTo>
                  <a:pt x="6337" y="85"/>
                </a:lnTo>
                <a:lnTo>
                  <a:pt x="6408" y="70"/>
                </a:lnTo>
                <a:lnTo>
                  <a:pt x="6461" y="70"/>
                </a:lnTo>
                <a:lnTo>
                  <a:pt x="6514" y="70"/>
                </a:lnTo>
                <a:lnTo>
                  <a:pt x="6567" y="56"/>
                </a:lnTo>
                <a:lnTo>
                  <a:pt x="6619" y="56"/>
                </a:lnTo>
                <a:lnTo>
                  <a:pt x="6672" y="28"/>
                </a:lnTo>
                <a:lnTo>
                  <a:pt x="6743" y="42"/>
                </a:lnTo>
                <a:lnTo>
                  <a:pt x="6831" y="85"/>
                </a:lnTo>
                <a:lnTo>
                  <a:pt x="6884" y="100"/>
                </a:lnTo>
                <a:lnTo>
                  <a:pt x="6955" y="142"/>
                </a:lnTo>
                <a:lnTo>
                  <a:pt x="7008" y="156"/>
                </a:lnTo>
                <a:lnTo>
                  <a:pt x="7060" y="185"/>
                </a:lnTo>
                <a:lnTo>
                  <a:pt x="7113" y="213"/>
                </a:lnTo>
                <a:lnTo>
                  <a:pt x="7166" y="213"/>
                </a:lnTo>
                <a:lnTo>
                  <a:pt x="7219" y="199"/>
                </a:lnTo>
                <a:lnTo>
                  <a:pt x="7290" y="170"/>
                </a:lnTo>
                <a:lnTo>
                  <a:pt x="7343" y="128"/>
                </a:lnTo>
                <a:lnTo>
                  <a:pt x="7397" y="114"/>
                </a:lnTo>
                <a:lnTo>
                  <a:pt x="7450" y="100"/>
                </a:lnTo>
                <a:lnTo>
                  <a:pt x="7502" y="85"/>
                </a:lnTo>
                <a:lnTo>
                  <a:pt x="7573" y="70"/>
                </a:lnTo>
                <a:lnTo>
                  <a:pt x="7626" y="56"/>
                </a:lnTo>
                <a:lnTo>
                  <a:pt x="7679" y="42"/>
                </a:lnTo>
                <a:lnTo>
                  <a:pt x="7732" y="28"/>
                </a:lnTo>
                <a:lnTo>
                  <a:pt x="7785" y="28"/>
                </a:lnTo>
                <a:lnTo>
                  <a:pt x="7838" y="42"/>
                </a:lnTo>
                <a:lnTo>
                  <a:pt x="7926" y="70"/>
                </a:lnTo>
                <a:lnTo>
                  <a:pt x="7979" y="100"/>
                </a:lnTo>
                <a:lnTo>
                  <a:pt x="8032" y="114"/>
                </a:lnTo>
                <a:lnTo>
                  <a:pt x="8085" y="128"/>
                </a:lnTo>
                <a:lnTo>
                  <a:pt x="8137" y="142"/>
                </a:lnTo>
                <a:lnTo>
                  <a:pt x="8190" y="142"/>
                </a:lnTo>
                <a:lnTo>
                  <a:pt x="8243" y="114"/>
                </a:lnTo>
                <a:lnTo>
                  <a:pt x="8296" y="100"/>
                </a:lnTo>
                <a:lnTo>
                  <a:pt x="8349" y="70"/>
                </a:lnTo>
                <a:lnTo>
                  <a:pt x="8402" y="42"/>
                </a:lnTo>
                <a:lnTo>
                  <a:pt x="8455" y="28"/>
                </a:lnTo>
                <a:lnTo>
                  <a:pt x="8525" y="14"/>
                </a:lnTo>
                <a:lnTo>
                  <a:pt x="8578" y="0"/>
                </a:lnTo>
                <a:lnTo>
                  <a:pt x="8631" y="0"/>
                </a:lnTo>
                <a:lnTo>
                  <a:pt x="8702" y="0"/>
                </a:lnTo>
                <a:lnTo>
                  <a:pt x="8755" y="14"/>
                </a:lnTo>
                <a:lnTo>
                  <a:pt x="8825" y="28"/>
                </a:lnTo>
                <a:lnTo>
                  <a:pt x="8878" y="42"/>
                </a:lnTo>
                <a:lnTo>
                  <a:pt x="8931" y="70"/>
                </a:lnTo>
                <a:lnTo>
                  <a:pt x="8984" y="85"/>
                </a:lnTo>
                <a:lnTo>
                  <a:pt x="9055" y="100"/>
                </a:lnTo>
                <a:lnTo>
                  <a:pt x="9108" y="128"/>
                </a:lnTo>
                <a:lnTo>
                  <a:pt x="9160" y="128"/>
                </a:lnTo>
                <a:lnTo>
                  <a:pt x="9196" y="85"/>
                </a:lnTo>
                <a:lnTo>
                  <a:pt x="9249" y="56"/>
                </a:lnTo>
                <a:lnTo>
                  <a:pt x="9302" y="56"/>
                </a:lnTo>
                <a:lnTo>
                  <a:pt x="9355" y="70"/>
                </a:lnTo>
                <a:lnTo>
                  <a:pt x="9425" y="100"/>
                </a:lnTo>
                <a:lnTo>
                  <a:pt x="9478" y="128"/>
                </a:lnTo>
                <a:lnTo>
                  <a:pt x="9531" y="142"/>
                </a:lnTo>
                <a:lnTo>
                  <a:pt x="9566" y="185"/>
                </a:lnTo>
                <a:lnTo>
                  <a:pt x="9619" y="199"/>
                </a:lnTo>
                <a:lnTo>
                  <a:pt x="9672" y="213"/>
                </a:lnTo>
                <a:lnTo>
                  <a:pt x="9725" y="242"/>
                </a:lnTo>
                <a:lnTo>
                  <a:pt x="9778" y="242"/>
                </a:lnTo>
                <a:lnTo>
                  <a:pt x="9813" y="270"/>
                </a:lnTo>
                <a:lnTo>
                  <a:pt x="9791" y="263"/>
                </a:lnTo>
                <a:lnTo>
                  <a:pt x="0" y="278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"/>
          <p:cNvSpPr/>
          <p:nvPr/>
        </p:nvSpPr>
        <p:spPr>
          <a:xfrm>
            <a:off x="3181320" y="2525760"/>
            <a:ext cx="1409760" cy="93816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1940040" y="1989000"/>
            <a:ext cx="790560" cy="343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1325520" y="2441520"/>
            <a:ext cx="600120" cy="23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False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" name=""/>
          <p:cNvGrpSpPr/>
          <p:nvPr/>
        </p:nvGrpSpPr>
        <p:grpSpPr>
          <a:xfrm>
            <a:off x="3949560" y="144360"/>
            <a:ext cx="593640" cy="493920"/>
            <a:chOff x="3949560" y="144360"/>
            <a:chExt cx="593640" cy="493920"/>
          </a:xfrm>
        </p:grpSpPr>
        <p:sp>
          <p:nvSpPr>
            <p:cNvPr id="16" name=""/>
            <p:cNvSpPr txBox="1"/>
            <p:nvPr/>
          </p:nvSpPr>
          <p:spPr>
            <a:xfrm>
              <a:off x="4121280" y="144360"/>
              <a:ext cx="254160" cy="1224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80000"/>
                </a:lnSpc>
              </a:pPr>
              <a:r>
                <a:rPr lang="en-US" sz="10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Idx1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" name=""/>
            <p:cNvSpPr/>
            <p:nvPr/>
          </p:nvSpPr>
          <p:spPr>
            <a:xfrm>
              <a:off x="3949560" y="263520"/>
              <a:ext cx="593640" cy="37476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8" name=""/>
          <p:cNvSpPr/>
          <p:nvPr/>
        </p:nvSpPr>
        <p:spPr>
          <a:xfrm>
            <a:off x="638280" y="1828800"/>
            <a:ext cx="1171440" cy="184788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/>
          <p:nvPr/>
        </p:nvSpPr>
        <p:spPr>
          <a:xfrm>
            <a:off x="1809720" y="1123920"/>
            <a:ext cx="0" cy="7048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/>
          <p:nvPr/>
        </p:nvSpPr>
        <p:spPr>
          <a:xfrm>
            <a:off x="1809720" y="2581200"/>
            <a:ext cx="0" cy="133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/>
          <p:nvPr/>
        </p:nvSpPr>
        <p:spPr>
          <a:xfrm>
            <a:off x="2295360" y="2257560"/>
            <a:ext cx="533520" cy="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/>
          <p:nvPr/>
        </p:nvSpPr>
        <p:spPr>
          <a:xfrm>
            <a:off x="1314360" y="3676680"/>
            <a:ext cx="238320" cy="0"/>
          </a:xfrm>
          <a:prstGeom prst="line">
            <a:avLst/>
          </a:prstGeom>
          <a:ln w="12600">
            <a:solidFill>
              <a:srgbClr val="00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 flipH="1">
            <a:off x="1143000" y="1830240"/>
            <a:ext cx="237960" cy="0"/>
          </a:xfrm>
          <a:prstGeom prst="line">
            <a:avLst/>
          </a:prstGeom>
          <a:ln w="12600">
            <a:solidFill>
              <a:srgbClr val="00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638280" y="2657520"/>
            <a:ext cx="0" cy="228600"/>
          </a:xfrm>
          <a:prstGeom prst="line">
            <a:avLst/>
          </a:prstGeom>
          <a:ln w="12600">
            <a:solidFill>
              <a:srgbClr val="00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/>
          <p:nvPr/>
        </p:nvSpPr>
        <p:spPr>
          <a:xfrm>
            <a:off x="1809720" y="2962440"/>
            <a:ext cx="0" cy="22860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1420920" y="3225960"/>
            <a:ext cx="77616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Inc Idx1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1306440" y="2735280"/>
            <a:ext cx="100476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Loop Body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1330200" y="1951200"/>
            <a:ext cx="957240" cy="6112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Idx1 = 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1225440" y="1379520"/>
            <a:ext cx="116856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Move 1 to Idx1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2817720" y="2120760"/>
            <a:ext cx="131904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Next Statement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"/>
          <p:cNvSpPr txBox="1"/>
          <p:nvPr/>
        </p:nvSpPr>
        <p:spPr>
          <a:xfrm>
            <a:off x="76320" y="88920"/>
            <a:ext cx="3533760" cy="94464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VARYING Idx1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FROM 1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BY 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UNTIL Idx1 EQUAL TO 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spcBef>
                <a:spcPts val="839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DISPLAY Idx1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spcBef>
                <a:spcPts val="839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77760" y="87480"/>
            <a:ext cx="3272040" cy="68760"/>
          </a:xfrm>
          <a:custGeom>
            <a:avLst/>
            <a:gdLst/>
            <a:ahLst/>
            <a:rect l="0" t="0" r="r" b="b"/>
            <a:pathLst>
              <a:path w="9089" h="191">
                <a:moveTo>
                  <a:pt x="9089" y="3"/>
                </a:moveTo>
                <a:lnTo>
                  <a:pt x="9089" y="0"/>
                </a:lnTo>
                <a:lnTo>
                  <a:pt x="9089" y="3"/>
                </a:lnTo>
                <a:lnTo>
                  <a:pt x="9085" y="9"/>
                </a:lnTo>
                <a:lnTo>
                  <a:pt x="9064" y="9"/>
                </a:lnTo>
                <a:lnTo>
                  <a:pt x="8991" y="27"/>
                </a:lnTo>
                <a:lnTo>
                  <a:pt x="8942" y="44"/>
                </a:lnTo>
                <a:lnTo>
                  <a:pt x="8905" y="62"/>
                </a:lnTo>
                <a:lnTo>
                  <a:pt x="8868" y="62"/>
                </a:lnTo>
                <a:lnTo>
                  <a:pt x="8831" y="68"/>
                </a:lnTo>
                <a:lnTo>
                  <a:pt x="8794" y="68"/>
                </a:lnTo>
                <a:lnTo>
                  <a:pt x="8758" y="68"/>
                </a:lnTo>
                <a:lnTo>
                  <a:pt x="8721" y="68"/>
                </a:lnTo>
                <a:lnTo>
                  <a:pt x="8684" y="68"/>
                </a:lnTo>
                <a:lnTo>
                  <a:pt x="8647" y="68"/>
                </a:lnTo>
                <a:lnTo>
                  <a:pt x="8610" y="80"/>
                </a:lnTo>
                <a:lnTo>
                  <a:pt x="8586" y="97"/>
                </a:lnTo>
                <a:lnTo>
                  <a:pt x="8561" y="115"/>
                </a:lnTo>
                <a:lnTo>
                  <a:pt x="8524" y="120"/>
                </a:lnTo>
                <a:lnTo>
                  <a:pt x="8488" y="120"/>
                </a:lnTo>
                <a:lnTo>
                  <a:pt x="8451" y="109"/>
                </a:lnTo>
                <a:lnTo>
                  <a:pt x="8402" y="97"/>
                </a:lnTo>
                <a:lnTo>
                  <a:pt x="8365" y="97"/>
                </a:lnTo>
                <a:lnTo>
                  <a:pt x="8328" y="91"/>
                </a:lnTo>
                <a:lnTo>
                  <a:pt x="8291" y="80"/>
                </a:lnTo>
                <a:lnTo>
                  <a:pt x="8255" y="74"/>
                </a:lnTo>
                <a:lnTo>
                  <a:pt x="8205" y="74"/>
                </a:lnTo>
                <a:lnTo>
                  <a:pt x="8169" y="68"/>
                </a:lnTo>
                <a:lnTo>
                  <a:pt x="8132" y="62"/>
                </a:lnTo>
                <a:lnTo>
                  <a:pt x="8095" y="57"/>
                </a:lnTo>
                <a:lnTo>
                  <a:pt x="8058" y="57"/>
                </a:lnTo>
                <a:lnTo>
                  <a:pt x="8021" y="51"/>
                </a:lnTo>
                <a:lnTo>
                  <a:pt x="7985" y="44"/>
                </a:lnTo>
                <a:lnTo>
                  <a:pt x="7948" y="38"/>
                </a:lnTo>
                <a:lnTo>
                  <a:pt x="7911" y="32"/>
                </a:lnTo>
                <a:lnTo>
                  <a:pt x="7899" y="51"/>
                </a:lnTo>
                <a:lnTo>
                  <a:pt x="7850" y="57"/>
                </a:lnTo>
                <a:lnTo>
                  <a:pt x="7801" y="57"/>
                </a:lnTo>
                <a:lnTo>
                  <a:pt x="7764" y="62"/>
                </a:lnTo>
                <a:lnTo>
                  <a:pt x="7727" y="74"/>
                </a:lnTo>
                <a:lnTo>
                  <a:pt x="7715" y="91"/>
                </a:lnTo>
                <a:lnTo>
                  <a:pt x="7678" y="97"/>
                </a:lnTo>
                <a:lnTo>
                  <a:pt x="7641" y="97"/>
                </a:lnTo>
                <a:lnTo>
                  <a:pt x="7604" y="97"/>
                </a:lnTo>
                <a:lnTo>
                  <a:pt x="7567" y="109"/>
                </a:lnTo>
                <a:lnTo>
                  <a:pt x="7531" y="115"/>
                </a:lnTo>
                <a:lnTo>
                  <a:pt x="7494" y="120"/>
                </a:lnTo>
                <a:lnTo>
                  <a:pt x="7457" y="126"/>
                </a:lnTo>
                <a:lnTo>
                  <a:pt x="7420" y="138"/>
                </a:lnTo>
                <a:lnTo>
                  <a:pt x="7383" y="145"/>
                </a:lnTo>
                <a:lnTo>
                  <a:pt x="7347" y="145"/>
                </a:lnTo>
                <a:lnTo>
                  <a:pt x="7310" y="138"/>
                </a:lnTo>
                <a:lnTo>
                  <a:pt x="7273" y="126"/>
                </a:lnTo>
                <a:lnTo>
                  <a:pt x="7224" y="120"/>
                </a:lnTo>
                <a:lnTo>
                  <a:pt x="7187" y="115"/>
                </a:lnTo>
                <a:lnTo>
                  <a:pt x="7150" y="109"/>
                </a:lnTo>
                <a:lnTo>
                  <a:pt x="7113" y="103"/>
                </a:lnTo>
                <a:lnTo>
                  <a:pt x="7077" y="103"/>
                </a:lnTo>
                <a:lnTo>
                  <a:pt x="7040" y="91"/>
                </a:lnTo>
                <a:lnTo>
                  <a:pt x="7003" y="86"/>
                </a:lnTo>
                <a:lnTo>
                  <a:pt x="6966" y="86"/>
                </a:lnTo>
                <a:lnTo>
                  <a:pt x="6929" y="80"/>
                </a:lnTo>
                <a:lnTo>
                  <a:pt x="6892" y="80"/>
                </a:lnTo>
                <a:lnTo>
                  <a:pt x="6843" y="74"/>
                </a:lnTo>
                <a:lnTo>
                  <a:pt x="6794" y="68"/>
                </a:lnTo>
                <a:lnTo>
                  <a:pt x="6758" y="62"/>
                </a:lnTo>
                <a:lnTo>
                  <a:pt x="6721" y="57"/>
                </a:lnTo>
                <a:lnTo>
                  <a:pt x="6684" y="57"/>
                </a:lnTo>
                <a:lnTo>
                  <a:pt x="6647" y="57"/>
                </a:lnTo>
                <a:lnTo>
                  <a:pt x="6610" y="57"/>
                </a:lnTo>
                <a:lnTo>
                  <a:pt x="6573" y="57"/>
                </a:lnTo>
                <a:lnTo>
                  <a:pt x="6537" y="57"/>
                </a:lnTo>
                <a:lnTo>
                  <a:pt x="6500" y="57"/>
                </a:lnTo>
                <a:lnTo>
                  <a:pt x="6451" y="57"/>
                </a:lnTo>
                <a:lnTo>
                  <a:pt x="6414" y="51"/>
                </a:lnTo>
                <a:lnTo>
                  <a:pt x="6377" y="38"/>
                </a:lnTo>
                <a:lnTo>
                  <a:pt x="6340" y="38"/>
                </a:lnTo>
                <a:lnTo>
                  <a:pt x="6304" y="38"/>
                </a:lnTo>
                <a:lnTo>
                  <a:pt x="6279" y="57"/>
                </a:lnTo>
                <a:lnTo>
                  <a:pt x="6242" y="68"/>
                </a:lnTo>
                <a:lnTo>
                  <a:pt x="6205" y="74"/>
                </a:lnTo>
                <a:lnTo>
                  <a:pt x="6169" y="91"/>
                </a:lnTo>
                <a:lnTo>
                  <a:pt x="6132" y="97"/>
                </a:lnTo>
                <a:lnTo>
                  <a:pt x="6095" y="103"/>
                </a:lnTo>
                <a:lnTo>
                  <a:pt x="6058" y="109"/>
                </a:lnTo>
                <a:lnTo>
                  <a:pt x="6021" y="109"/>
                </a:lnTo>
                <a:lnTo>
                  <a:pt x="5984" y="103"/>
                </a:lnTo>
                <a:lnTo>
                  <a:pt x="5948" y="91"/>
                </a:lnTo>
                <a:lnTo>
                  <a:pt x="5911" y="86"/>
                </a:lnTo>
                <a:lnTo>
                  <a:pt x="5874" y="86"/>
                </a:lnTo>
                <a:lnTo>
                  <a:pt x="5837" y="80"/>
                </a:lnTo>
                <a:lnTo>
                  <a:pt x="5800" y="74"/>
                </a:lnTo>
                <a:lnTo>
                  <a:pt x="5764" y="62"/>
                </a:lnTo>
                <a:lnTo>
                  <a:pt x="5727" y="62"/>
                </a:lnTo>
                <a:lnTo>
                  <a:pt x="5690" y="51"/>
                </a:lnTo>
                <a:lnTo>
                  <a:pt x="5653" y="44"/>
                </a:lnTo>
                <a:lnTo>
                  <a:pt x="5616" y="44"/>
                </a:lnTo>
                <a:lnTo>
                  <a:pt x="5580" y="38"/>
                </a:lnTo>
                <a:lnTo>
                  <a:pt x="5543" y="38"/>
                </a:lnTo>
                <a:lnTo>
                  <a:pt x="5494" y="32"/>
                </a:lnTo>
                <a:lnTo>
                  <a:pt x="5457" y="27"/>
                </a:lnTo>
                <a:lnTo>
                  <a:pt x="5420" y="27"/>
                </a:lnTo>
                <a:lnTo>
                  <a:pt x="5383" y="27"/>
                </a:lnTo>
                <a:lnTo>
                  <a:pt x="5346" y="27"/>
                </a:lnTo>
                <a:lnTo>
                  <a:pt x="5310" y="27"/>
                </a:lnTo>
                <a:lnTo>
                  <a:pt x="5273" y="32"/>
                </a:lnTo>
                <a:lnTo>
                  <a:pt x="5236" y="44"/>
                </a:lnTo>
                <a:lnTo>
                  <a:pt x="5199" y="62"/>
                </a:lnTo>
                <a:lnTo>
                  <a:pt x="5162" y="74"/>
                </a:lnTo>
                <a:lnTo>
                  <a:pt x="5126" y="86"/>
                </a:lnTo>
                <a:lnTo>
                  <a:pt x="5089" y="97"/>
                </a:lnTo>
                <a:lnTo>
                  <a:pt x="5052" y="103"/>
                </a:lnTo>
                <a:lnTo>
                  <a:pt x="5015" y="103"/>
                </a:lnTo>
                <a:lnTo>
                  <a:pt x="4978" y="103"/>
                </a:lnTo>
                <a:lnTo>
                  <a:pt x="4941" y="109"/>
                </a:lnTo>
                <a:lnTo>
                  <a:pt x="4892" y="109"/>
                </a:lnTo>
                <a:lnTo>
                  <a:pt x="4856" y="115"/>
                </a:lnTo>
                <a:lnTo>
                  <a:pt x="4806" y="120"/>
                </a:lnTo>
                <a:lnTo>
                  <a:pt x="4770" y="126"/>
                </a:lnTo>
                <a:lnTo>
                  <a:pt x="4733" y="126"/>
                </a:lnTo>
                <a:lnTo>
                  <a:pt x="4696" y="132"/>
                </a:lnTo>
                <a:lnTo>
                  <a:pt x="4659" y="132"/>
                </a:lnTo>
                <a:lnTo>
                  <a:pt x="4622" y="132"/>
                </a:lnTo>
                <a:lnTo>
                  <a:pt x="4586" y="132"/>
                </a:lnTo>
                <a:lnTo>
                  <a:pt x="4549" y="132"/>
                </a:lnTo>
                <a:lnTo>
                  <a:pt x="4511" y="126"/>
                </a:lnTo>
                <a:lnTo>
                  <a:pt x="4486" y="109"/>
                </a:lnTo>
                <a:lnTo>
                  <a:pt x="4437" y="91"/>
                </a:lnTo>
                <a:lnTo>
                  <a:pt x="4401" y="86"/>
                </a:lnTo>
                <a:lnTo>
                  <a:pt x="4351" y="74"/>
                </a:lnTo>
                <a:lnTo>
                  <a:pt x="4315" y="62"/>
                </a:lnTo>
                <a:lnTo>
                  <a:pt x="4266" y="62"/>
                </a:lnTo>
                <a:lnTo>
                  <a:pt x="4229" y="57"/>
                </a:lnTo>
                <a:lnTo>
                  <a:pt x="4192" y="44"/>
                </a:lnTo>
                <a:lnTo>
                  <a:pt x="4155" y="44"/>
                </a:lnTo>
                <a:lnTo>
                  <a:pt x="4118" y="38"/>
                </a:lnTo>
                <a:lnTo>
                  <a:pt x="4069" y="51"/>
                </a:lnTo>
                <a:lnTo>
                  <a:pt x="4032" y="62"/>
                </a:lnTo>
                <a:lnTo>
                  <a:pt x="3996" y="74"/>
                </a:lnTo>
                <a:lnTo>
                  <a:pt x="3959" y="80"/>
                </a:lnTo>
                <a:lnTo>
                  <a:pt x="3922" y="86"/>
                </a:lnTo>
                <a:lnTo>
                  <a:pt x="3873" y="97"/>
                </a:lnTo>
                <a:lnTo>
                  <a:pt x="3836" y="103"/>
                </a:lnTo>
                <a:lnTo>
                  <a:pt x="3799" y="115"/>
                </a:lnTo>
                <a:lnTo>
                  <a:pt x="3762" y="115"/>
                </a:lnTo>
                <a:lnTo>
                  <a:pt x="3726" y="115"/>
                </a:lnTo>
                <a:lnTo>
                  <a:pt x="3677" y="109"/>
                </a:lnTo>
                <a:lnTo>
                  <a:pt x="3652" y="91"/>
                </a:lnTo>
                <a:lnTo>
                  <a:pt x="3615" y="80"/>
                </a:lnTo>
                <a:lnTo>
                  <a:pt x="3578" y="68"/>
                </a:lnTo>
                <a:lnTo>
                  <a:pt x="3542" y="51"/>
                </a:lnTo>
                <a:lnTo>
                  <a:pt x="3505" y="38"/>
                </a:lnTo>
                <a:lnTo>
                  <a:pt x="3468" y="27"/>
                </a:lnTo>
                <a:lnTo>
                  <a:pt x="3431" y="21"/>
                </a:lnTo>
                <a:lnTo>
                  <a:pt x="3394" y="21"/>
                </a:lnTo>
                <a:lnTo>
                  <a:pt x="3358" y="21"/>
                </a:lnTo>
                <a:lnTo>
                  <a:pt x="3321" y="27"/>
                </a:lnTo>
                <a:lnTo>
                  <a:pt x="3284" y="27"/>
                </a:lnTo>
                <a:lnTo>
                  <a:pt x="3247" y="27"/>
                </a:lnTo>
                <a:lnTo>
                  <a:pt x="3210" y="27"/>
                </a:lnTo>
                <a:lnTo>
                  <a:pt x="3173" y="27"/>
                </a:lnTo>
                <a:lnTo>
                  <a:pt x="3137" y="32"/>
                </a:lnTo>
                <a:lnTo>
                  <a:pt x="3100" y="32"/>
                </a:lnTo>
                <a:lnTo>
                  <a:pt x="3063" y="32"/>
                </a:lnTo>
                <a:lnTo>
                  <a:pt x="3026" y="32"/>
                </a:lnTo>
                <a:lnTo>
                  <a:pt x="2989" y="38"/>
                </a:lnTo>
                <a:lnTo>
                  <a:pt x="2953" y="38"/>
                </a:lnTo>
                <a:lnTo>
                  <a:pt x="2916" y="38"/>
                </a:lnTo>
                <a:lnTo>
                  <a:pt x="2879" y="38"/>
                </a:lnTo>
                <a:lnTo>
                  <a:pt x="2842" y="38"/>
                </a:lnTo>
                <a:lnTo>
                  <a:pt x="2805" y="38"/>
                </a:lnTo>
                <a:lnTo>
                  <a:pt x="2769" y="44"/>
                </a:lnTo>
                <a:lnTo>
                  <a:pt x="2732" y="57"/>
                </a:lnTo>
                <a:lnTo>
                  <a:pt x="2695" y="62"/>
                </a:lnTo>
                <a:lnTo>
                  <a:pt x="2658" y="74"/>
                </a:lnTo>
                <a:lnTo>
                  <a:pt x="2621" y="80"/>
                </a:lnTo>
                <a:lnTo>
                  <a:pt x="2585" y="97"/>
                </a:lnTo>
                <a:lnTo>
                  <a:pt x="2548" y="103"/>
                </a:lnTo>
                <a:lnTo>
                  <a:pt x="2511" y="109"/>
                </a:lnTo>
                <a:lnTo>
                  <a:pt x="2462" y="115"/>
                </a:lnTo>
                <a:lnTo>
                  <a:pt x="2425" y="120"/>
                </a:lnTo>
                <a:lnTo>
                  <a:pt x="2388" y="126"/>
                </a:lnTo>
                <a:lnTo>
                  <a:pt x="2351" y="126"/>
                </a:lnTo>
                <a:lnTo>
                  <a:pt x="2315" y="126"/>
                </a:lnTo>
                <a:lnTo>
                  <a:pt x="2278" y="115"/>
                </a:lnTo>
                <a:lnTo>
                  <a:pt x="2241" y="103"/>
                </a:lnTo>
                <a:lnTo>
                  <a:pt x="2204" y="97"/>
                </a:lnTo>
                <a:lnTo>
                  <a:pt x="2167" y="86"/>
                </a:lnTo>
                <a:lnTo>
                  <a:pt x="2118" y="86"/>
                </a:lnTo>
                <a:lnTo>
                  <a:pt x="2069" y="80"/>
                </a:lnTo>
                <a:lnTo>
                  <a:pt x="2057" y="62"/>
                </a:lnTo>
                <a:lnTo>
                  <a:pt x="2020" y="57"/>
                </a:lnTo>
                <a:lnTo>
                  <a:pt x="1983" y="57"/>
                </a:lnTo>
                <a:lnTo>
                  <a:pt x="1934" y="57"/>
                </a:lnTo>
                <a:lnTo>
                  <a:pt x="1897" y="57"/>
                </a:lnTo>
                <a:lnTo>
                  <a:pt x="1861" y="57"/>
                </a:lnTo>
                <a:lnTo>
                  <a:pt x="1861" y="74"/>
                </a:lnTo>
                <a:lnTo>
                  <a:pt x="1861" y="91"/>
                </a:lnTo>
                <a:lnTo>
                  <a:pt x="1897" y="103"/>
                </a:lnTo>
                <a:lnTo>
                  <a:pt x="1922" y="120"/>
                </a:lnTo>
                <a:lnTo>
                  <a:pt x="1959" y="138"/>
                </a:lnTo>
                <a:lnTo>
                  <a:pt x="1983" y="156"/>
                </a:lnTo>
                <a:lnTo>
                  <a:pt x="2008" y="174"/>
                </a:lnTo>
                <a:lnTo>
                  <a:pt x="2032" y="191"/>
                </a:lnTo>
                <a:lnTo>
                  <a:pt x="1996" y="180"/>
                </a:lnTo>
                <a:lnTo>
                  <a:pt x="1959" y="162"/>
                </a:lnTo>
                <a:lnTo>
                  <a:pt x="1922" y="150"/>
                </a:lnTo>
                <a:lnTo>
                  <a:pt x="1885" y="138"/>
                </a:lnTo>
                <a:lnTo>
                  <a:pt x="1848" y="126"/>
                </a:lnTo>
                <a:lnTo>
                  <a:pt x="1811" y="109"/>
                </a:lnTo>
                <a:lnTo>
                  <a:pt x="1775" y="91"/>
                </a:lnTo>
                <a:lnTo>
                  <a:pt x="1738" y="80"/>
                </a:lnTo>
                <a:lnTo>
                  <a:pt x="1701" y="74"/>
                </a:lnTo>
                <a:lnTo>
                  <a:pt x="1652" y="68"/>
                </a:lnTo>
                <a:lnTo>
                  <a:pt x="1615" y="68"/>
                </a:lnTo>
                <a:lnTo>
                  <a:pt x="1578" y="68"/>
                </a:lnTo>
                <a:lnTo>
                  <a:pt x="1542" y="68"/>
                </a:lnTo>
                <a:lnTo>
                  <a:pt x="1505" y="62"/>
                </a:lnTo>
                <a:lnTo>
                  <a:pt x="1468" y="62"/>
                </a:lnTo>
                <a:lnTo>
                  <a:pt x="1431" y="62"/>
                </a:lnTo>
                <a:lnTo>
                  <a:pt x="1394" y="62"/>
                </a:lnTo>
                <a:lnTo>
                  <a:pt x="1345" y="62"/>
                </a:lnTo>
                <a:lnTo>
                  <a:pt x="1308" y="62"/>
                </a:lnTo>
                <a:lnTo>
                  <a:pt x="1272" y="68"/>
                </a:lnTo>
                <a:lnTo>
                  <a:pt x="1235" y="68"/>
                </a:lnTo>
                <a:lnTo>
                  <a:pt x="1186" y="68"/>
                </a:lnTo>
                <a:lnTo>
                  <a:pt x="1137" y="68"/>
                </a:lnTo>
                <a:lnTo>
                  <a:pt x="1100" y="68"/>
                </a:lnTo>
                <a:lnTo>
                  <a:pt x="1063" y="68"/>
                </a:lnTo>
                <a:lnTo>
                  <a:pt x="1026" y="80"/>
                </a:lnTo>
                <a:lnTo>
                  <a:pt x="989" y="86"/>
                </a:lnTo>
                <a:lnTo>
                  <a:pt x="977" y="103"/>
                </a:lnTo>
                <a:lnTo>
                  <a:pt x="977" y="120"/>
                </a:lnTo>
                <a:lnTo>
                  <a:pt x="940" y="138"/>
                </a:lnTo>
                <a:lnTo>
                  <a:pt x="903" y="145"/>
                </a:lnTo>
                <a:lnTo>
                  <a:pt x="867" y="145"/>
                </a:lnTo>
                <a:lnTo>
                  <a:pt x="830" y="145"/>
                </a:lnTo>
                <a:lnTo>
                  <a:pt x="793" y="145"/>
                </a:lnTo>
                <a:lnTo>
                  <a:pt x="756" y="150"/>
                </a:lnTo>
                <a:lnTo>
                  <a:pt x="719" y="156"/>
                </a:lnTo>
                <a:lnTo>
                  <a:pt x="670" y="156"/>
                </a:lnTo>
                <a:lnTo>
                  <a:pt x="633" y="156"/>
                </a:lnTo>
                <a:lnTo>
                  <a:pt x="597" y="156"/>
                </a:lnTo>
                <a:lnTo>
                  <a:pt x="560" y="150"/>
                </a:lnTo>
                <a:lnTo>
                  <a:pt x="535" y="132"/>
                </a:lnTo>
                <a:lnTo>
                  <a:pt x="499" y="126"/>
                </a:lnTo>
                <a:lnTo>
                  <a:pt x="462" y="115"/>
                </a:lnTo>
                <a:lnTo>
                  <a:pt x="425" y="109"/>
                </a:lnTo>
                <a:lnTo>
                  <a:pt x="388" y="103"/>
                </a:lnTo>
                <a:lnTo>
                  <a:pt x="351" y="103"/>
                </a:lnTo>
                <a:lnTo>
                  <a:pt x="314" y="97"/>
                </a:lnTo>
                <a:lnTo>
                  <a:pt x="278" y="86"/>
                </a:lnTo>
                <a:lnTo>
                  <a:pt x="241" y="80"/>
                </a:lnTo>
                <a:lnTo>
                  <a:pt x="204" y="68"/>
                </a:lnTo>
                <a:lnTo>
                  <a:pt x="167" y="62"/>
                </a:lnTo>
                <a:lnTo>
                  <a:pt x="130" y="57"/>
                </a:lnTo>
                <a:lnTo>
                  <a:pt x="94" y="44"/>
                </a:lnTo>
                <a:lnTo>
                  <a:pt x="57" y="38"/>
                </a:lnTo>
                <a:lnTo>
                  <a:pt x="8" y="9"/>
                </a:lnTo>
                <a:lnTo>
                  <a:pt x="8" y="5"/>
                </a:lnTo>
                <a:lnTo>
                  <a:pt x="0" y="5"/>
                </a:lnTo>
                <a:lnTo>
                  <a:pt x="0" y="5"/>
                </a:lnTo>
                <a:lnTo>
                  <a:pt x="8" y="11"/>
                </a:lnTo>
                <a:lnTo>
                  <a:pt x="8" y="3"/>
                </a:lnTo>
                <a:lnTo>
                  <a:pt x="9089" y="3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17640" rIns="96120" bIns="176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>
            <a:off x="3181320" y="2525760"/>
            <a:ext cx="1409760" cy="93816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1940040" y="1989000"/>
            <a:ext cx="790560" cy="343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1325520" y="2441520"/>
            <a:ext cx="600120" cy="23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False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6" name=""/>
          <p:cNvGrpSpPr/>
          <p:nvPr/>
        </p:nvGrpSpPr>
        <p:grpSpPr>
          <a:xfrm>
            <a:off x="3949560" y="144360"/>
            <a:ext cx="593640" cy="493920"/>
            <a:chOff x="3949560" y="144360"/>
            <a:chExt cx="593640" cy="493920"/>
          </a:xfrm>
        </p:grpSpPr>
        <p:sp>
          <p:nvSpPr>
            <p:cNvPr id="37" name=""/>
            <p:cNvSpPr txBox="1"/>
            <p:nvPr/>
          </p:nvSpPr>
          <p:spPr>
            <a:xfrm>
              <a:off x="4121280" y="144360"/>
              <a:ext cx="254160" cy="1224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80000"/>
                </a:lnSpc>
              </a:pPr>
              <a:r>
                <a:rPr lang="en-US" sz="10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Idx1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" name=""/>
            <p:cNvSpPr txBox="1"/>
            <p:nvPr/>
          </p:nvSpPr>
          <p:spPr>
            <a:xfrm>
              <a:off x="3949560" y="263520"/>
              <a:ext cx="593640" cy="37476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  <a:effectLst>
              <a:outerShdw dist="0" dir="0" rotWithShape="0">
                <a:srgbClr val="969696">
                  <a:alpha val="50000"/>
                </a:srgbClr>
              </a:outerShdw>
            </a:effectLst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FF3300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9" name=""/>
          <p:cNvSpPr/>
          <p:nvPr/>
        </p:nvSpPr>
        <p:spPr>
          <a:xfrm>
            <a:off x="638280" y="1828800"/>
            <a:ext cx="1171440" cy="184788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1809720" y="1123920"/>
            <a:ext cx="0" cy="7048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1809720" y="2581200"/>
            <a:ext cx="0" cy="133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2295360" y="2257560"/>
            <a:ext cx="533520" cy="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1314360" y="3676680"/>
            <a:ext cx="238320" cy="0"/>
          </a:xfrm>
          <a:prstGeom prst="line">
            <a:avLst/>
          </a:prstGeom>
          <a:ln w="12600">
            <a:solidFill>
              <a:srgbClr val="00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 flipH="1">
            <a:off x="1143000" y="1830240"/>
            <a:ext cx="237960" cy="0"/>
          </a:xfrm>
          <a:prstGeom prst="line">
            <a:avLst/>
          </a:prstGeom>
          <a:ln w="12600">
            <a:solidFill>
              <a:srgbClr val="00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638280" y="2657520"/>
            <a:ext cx="0" cy="228600"/>
          </a:xfrm>
          <a:prstGeom prst="line">
            <a:avLst/>
          </a:prstGeom>
          <a:ln w="12600">
            <a:solidFill>
              <a:srgbClr val="00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1809720" y="2962440"/>
            <a:ext cx="0" cy="22860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420920" y="3225960"/>
            <a:ext cx="77616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Inc Idx1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306440" y="2735280"/>
            <a:ext cx="100476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Loop Body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1330200" y="1951200"/>
            <a:ext cx="957240" cy="6112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Idx1 = 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1225440" y="1379520"/>
            <a:ext cx="1168560" cy="299880"/>
          </a:xfrm>
          <a:prstGeom prst="rect">
            <a:avLst/>
          </a:prstGeom>
          <a:solidFill>
            <a:srgbClr val="FFFF99"/>
          </a:solidFill>
          <a:ln w="12600">
            <a:solidFill>
              <a:srgbClr val="CC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Move 1 to Idx1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2817720" y="2120760"/>
            <a:ext cx="131904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Next Statement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81000" y="944640"/>
            <a:ext cx="3532680" cy="103680"/>
          </a:xfrm>
          <a:custGeom>
            <a:avLst/>
            <a:gdLst/>
            <a:ahLst/>
            <a:rect l="0" t="0" r="r" b="b"/>
            <a:pathLst>
              <a:path w="9813" h="288">
                <a:moveTo>
                  <a:pt x="0" y="278"/>
                </a:moveTo>
                <a:lnTo>
                  <a:pt x="4" y="256"/>
                </a:lnTo>
                <a:lnTo>
                  <a:pt x="0" y="288"/>
                </a:lnTo>
                <a:lnTo>
                  <a:pt x="110" y="170"/>
                </a:lnTo>
                <a:lnTo>
                  <a:pt x="163" y="170"/>
                </a:lnTo>
                <a:lnTo>
                  <a:pt x="216" y="199"/>
                </a:lnTo>
                <a:lnTo>
                  <a:pt x="286" y="170"/>
                </a:lnTo>
                <a:lnTo>
                  <a:pt x="357" y="128"/>
                </a:lnTo>
                <a:lnTo>
                  <a:pt x="410" y="114"/>
                </a:lnTo>
                <a:lnTo>
                  <a:pt x="463" y="114"/>
                </a:lnTo>
                <a:lnTo>
                  <a:pt x="515" y="100"/>
                </a:lnTo>
                <a:lnTo>
                  <a:pt x="568" y="85"/>
                </a:lnTo>
                <a:lnTo>
                  <a:pt x="621" y="85"/>
                </a:lnTo>
                <a:lnTo>
                  <a:pt x="674" y="100"/>
                </a:lnTo>
                <a:lnTo>
                  <a:pt x="727" y="100"/>
                </a:lnTo>
                <a:lnTo>
                  <a:pt x="780" y="114"/>
                </a:lnTo>
                <a:lnTo>
                  <a:pt x="833" y="142"/>
                </a:lnTo>
                <a:lnTo>
                  <a:pt x="886" y="156"/>
                </a:lnTo>
                <a:lnTo>
                  <a:pt x="939" y="170"/>
                </a:lnTo>
                <a:lnTo>
                  <a:pt x="992" y="185"/>
                </a:lnTo>
                <a:lnTo>
                  <a:pt x="1045" y="199"/>
                </a:lnTo>
                <a:lnTo>
                  <a:pt x="1115" y="185"/>
                </a:lnTo>
                <a:lnTo>
                  <a:pt x="1186" y="156"/>
                </a:lnTo>
                <a:lnTo>
                  <a:pt x="1221" y="114"/>
                </a:lnTo>
                <a:lnTo>
                  <a:pt x="1274" y="114"/>
                </a:lnTo>
                <a:lnTo>
                  <a:pt x="1327" y="100"/>
                </a:lnTo>
                <a:lnTo>
                  <a:pt x="1380" y="85"/>
                </a:lnTo>
                <a:lnTo>
                  <a:pt x="1433" y="70"/>
                </a:lnTo>
                <a:lnTo>
                  <a:pt x="1486" y="114"/>
                </a:lnTo>
                <a:lnTo>
                  <a:pt x="1538" y="142"/>
                </a:lnTo>
                <a:lnTo>
                  <a:pt x="1591" y="185"/>
                </a:lnTo>
                <a:lnTo>
                  <a:pt x="1644" y="213"/>
                </a:lnTo>
                <a:lnTo>
                  <a:pt x="1697" y="213"/>
                </a:lnTo>
                <a:lnTo>
                  <a:pt x="1750" y="185"/>
                </a:lnTo>
                <a:lnTo>
                  <a:pt x="1803" y="170"/>
                </a:lnTo>
                <a:lnTo>
                  <a:pt x="1856" y="142"/>
                </a:lnTo>
                <a:lnTo>
                  <a:pt x="1909" y="128"/>
                </a:lnTo>
                <a:lnTo>
                  <a:pt x="1962" y="114"/>
                </a:lnTo>
                <a:lnTo>
                  <a:pt x="2032" y="100"/>
                </a:lnTo>
                <a:lnTo>
                  <a:pt x="2085" y="100"/>
                </a:lnTo>
                <a:lnTo>
                  <a:pt x="2138" y="85"/>
                </a:lnTo>
                <a:lnTo>
                  <a:pt x="2191" y="85"/>
                </a:lnTo>
                <a:lnTo>
                  <a:pt x="2244" y="85"/>
                </a:lnTo>
                <a:lnTo>
                  <a:pt x="2297" y="70"/>
                </a:lnTo>
                <a:lnTo>
                  <a:pt x="2368" y="56"/>
                </a:lnTo>
                <a:lnTo>
                  <a:pt x="2438" y="56"/>
                </a:lnTo>
                <a:lnTo>
                  <a:pt x="2510" y="42"/>
                </a:lnTo>
                <a:lnTo>
                  <a:pt x="2563" y="85"/>
                </a:lnTo>
                <a:lnTo>
                  <a:pt x="2598" y="128"/>
                </a:lnTo>
                <a:lnTo>
                  <a:pt x="2633" y="170"/>
                </a:lnTo>
                <a:lnTo>
                  <a:pt x="2704" y="185"/>
                </a:lnTo>
                <a:lnTo>
                  <a:pt x="2757" y="170"/>
                </a:lnTo>
                <a:lnTo>
                  <a:pt x="2827" y="156"/>
                </a:lnTo>
                <a:lnTo>
                  <a:pt x="2880" y="142"/>
                </a:lnTo>
                <a:lnTo>
                  <a:pt x="2951" y="128"/>
                </a:lnTo>
                <a:lnTo>
                  <a:pt x="3021" y="128"/>
                </a:lnTo>
                <a:lnTo>
                  <a:pt x="3074" y="114"/>
                </a:lnTo>
                <a:lnTo>
                  <a:pt x="3127" y="100"/>
                </a:lnTo>
                <a:lnTo>
                  <a:pt x="3198" y="85"/>
                </a:lnTo>
                <a:lnTo>
                  <a:pt x="3250" y="70"/>
                </a:lnTo>
                <a:lnTo>
                  <a:pt x="3303" y="56"/>
                </a:lnTo>
                <a:lnTo>
                  <a:pt x="3356" y="42"/>
                </a:lnTo>
                <a:lnTo>
                  <a:pt x="3409" y="70"/>
                </a:lnTo>
                <a:lnTo>
                  <a:pt x="3462" y="100"/>
                </a:lnTo>
                <a:lnTo>
                  <a:pt x="3515" y="128"/>
                </a:lnTo>
                <a:lnTo>
                  <a:pt x="3568" y="156"/>
                </a:lnTo>
                <a:lnTo>
                  <a:pt x="3621" y="185"/>
                </a:lnTo>
                <a:lnTo>
                  <a:pt x="3674" y="185"/>
                </a:lnTo>
                <a:lnTo>
                  <a:pt x="3727" y="185"/>
                </a:lnTo>
                <a:lnTo>
                  <a:pt x="3780" y="170"/>
                </a:lnTo>
                <a:lnTo>
                  <a:pt x="3833" y="156"/>
                </a:lnTo>
                <a:lnTo>
                  <a:pt x="3885" y="156"/>
                </a:lnTo>
                <a:lnTo>
                  <a:pt x="3938" y="142"/>
                </a:lnTo>
                <a:lnTo>
                  <a:pt x="4009" y="142"/>
                </a:lnTo>
                <a:lnTo>
                  <a:pt x="4062" y="128"/>
                </a:lnTo>
                <a:lnTo>
                  <a:pt x="4115" y="128"/>
                </a:lnTo>
                <a:lnTo>
                  <a:pt x="4168" y="128"/>
                </a:lnTo>
                <a:lnTo>
                  <a:pt x="4221" y="128"/>
                </a:lnTo>
                <a:lnTo>
                  <a:pt x="4274" y="128"/>
                </a:lnTo>
                <a:lnTo>
                  <a:pt x="4326" y="128"/>
                </a:lnTo>
                <a:lnTo>
                  <a:pt x="4397" y="114"/>
                </a:lnTo>
                <a:lnTo>
                  <a:pt x="4450" y="100"/>
                </a:lnTo>
                <a:lnTo>
                  <a:pt x="4503" y="70"/>
                </a:lnTo>
                <a:lnTo>
                  <a:pt x="4556" y="56"/>
                </a:lnTo>
                <a:lnTo>
                  <a:pt x="4609" y="42"/>
                </a:lnTo>
                <a:lnTo>
                  <a:pt x="4679" y="28"/>
                </a:lnTo>
                <a:lnTo>
                  <a:pt x="4750" y="56"/>
                </a:lnTo>
                <a:lnTo>
                  <a:pt x="4803" y="100"/>
                </a:lnTo>
                <a:lnTo>
                  <a:pt x="4856" y="128"/>
                </a:lnTo>
                <a:lnTo>
                  <a:pt x="4909" y="142"/>
                </a:lnTo>
                <a:lnTo>
                  <a:pt x="4961" y="170"/>
                </a:lnTo>
                <a:lnTo>
                  <a:pt x="5014" y="170"/>
                </a:lnTo>
                <a:lnTo>
                  <a:pt x="5067" y="170"/>
                </a:lnTo>
                <a:lnTo>
                  <a:pt x="5138" y="156"/>
                </a:lnTo>
                <a:lnTo>
                  <a:pt x="5191" y="142"/>
                </a:lnTo>
                <a:lnTo>
                  <a:pt x="5244" y="114"/>
                </a:lnTo>
                <a:lnTo>
                  <a:pt x="5314" y="85"/>
                </a:lnTo>
                <a:lnTo>
                  <a:pt x="5367" y="70"/>
                </a:lnTo>
                <a:lnTo>
                  <a:pt x="5438" y="42"/>
                </a:lnTo>
                <a:lnTo>
                  <a:pt x="5491" y="42"/>
                </a:lnTo>
                <a:lnTo>
                  <a:pt x="5544" y="42"/>
                </a:lnTo>
                <a:lnTo>
                  <a:pt x="5614" y="28"/>
                </a:lnTo>
                <a:lnTo>
                  <a:pt x="5667" y="14"/>
                </a:lnTo>
                <a:lnTo>
                  <a:pt x="5720" y="14"/>
                </a:lnTo>
                <a:lnTo>
                  <a:pt x="5755" y="56"/>
                </a:lnTo>
                <a:lnTo>
                  <a:pt x="5808" y="85"/>
                </a:lnTo>
                <a:lnTo>
                  <a:pt x="5861" y="114"/>
                </a:lnTo>
                <a:lnTo>
                  <a:pt x="5914" y="156"/>
                </a:lnTo>
                <a:lnTo>
                  <a:pt x="5967" y="185"/>
                </a:lnTo>
                <a:lnTo>
                  <a:pt x="6020" y="199"/>
                </a:lnTo>
                <a:lnTo>
                  <a:pt x="6073" y="199"/>
                </a:lnTo>
                <a:lnTo>
                  <a:pt x="6126" y="170"/>
                </a:lnTo>
                <a:lnTo>
                  <a:pt x="6179" y="142"/>
                </a:lnTo>
                <a:lnTo>
                  <a:pt x="6231" y="114"/>
                </a:lnTo>
                <a:lnTo>
                  <a:pt x="6284" y="100"/>
                </a:lnTo>
                <a:lnTo>
                  <a:pt x="6337" y="85"/>
                </a:lnTo>
                <a:lnTo>
                  <a:pt x="6408" y="70"/>
                </a:lnTo>
                <a:lnTo>
                  <a:pt x="6461" y="70"/>
                </a:lnTo>
                <a:lnTo>
                  <a:pt x="6514" y="70"/>
                </a:lnTo>
                <a:lnTo>
                  <a:pt x="6567" y="56"/>
                </a:lnTo>
                <a:lnTo>
                  <a:pt x="6619" y="56"/>
                </a:lnTo>
                <a:lnTo>
                  <a:pt x="6672" y="28"/>
                </a:lnTo>
                <a:lnTo>
                  <a:pt x="6743" y="42"/>
                </a:lnTo>
                <a:lnTo>
                  <a:pt x="6831" y="85"/>
                </a:lnTo>
                <a:lnTo>
                  <a:pt x="6884" y="100"/>
                </a:lnTo>
                <a:lnTo>
                  <a:pt x="6955" y="142"/>
                </a:lnTo>
                <a:lnTo>
                  <a:pt x="7008" y="156"/>
                </a:lnTo>
                <a:lnTo>
                  <a:pt x="7060" y="185"/>
                </a:lnTo>
                <a:lnTo>
                  <a:pt x="7113" y="213"/>
                </a:lnTo>
                <a:lnTo>
                  <a:pt x="7166" y="213"/>
                </a:lnTo>
                <a:lnTo>
                  <a:pt x="7219" y="199"/>
                </a:lnTo>
                <a:lnTo>
                  <a:pt x="7290" y="170"/>
                </a:lnTo>
                <a:lnTo>
                  <a:pt x="7343" y="128"/>
                </a:lnTo>
                <a:lnTo>
                  <a:pt x="7397" y="114"/>
                </a:lnTo>
                <a:lnTo>
                  <a:pt x="7450" y="100"/>
                </a:lnTo>
                <a:lnTo>
                  <a:pt x="7502" y="85"/>
                </a:lnTo>
                <a:lnTo>
                  <a:pt x="7573" y="70"/>
                </a:lnTo>
                <a:lnTo>
                  <a:pt x="7626" y="56"/>
                </a:lnTo>
                <a:lnTo>
                  <a:pt x="7679" y="42"/>
                </a:lnTo>
                <a:lnTo>
                  <a:pt x="7732" y="28"/>
                </a:lnTo>
                <a:lnTo>
                  <a:pt x="7785" y="28"/>
                </a:lnTo>
                <a:lnTo>
                  <a:pt x="7838" y="42"/>
                </a:lnTo>
                <a:lnTo>
                  <a:pt x="7926" y="70"/>
                </a:lnTo>
                <a:lnTo>
                  <a:pt x="7979" y="100"/>
                </a:lnTo>
                <a:lnTo>
                  <a:pt x="8032" y="114"/>
                </a:lnTo>
                <a:lnTo>
                  <a:pt x="8085" y="128"/>
                </a:lnTo>
                <a:lnTo>
                  <a:pt x="8137" y="142"/>
                </a:lnTo>
                <a:lnTo>
                  <a:pt x="8190" y="142"/>
                </a:lnTo>
                <a:lnTo>
                  <a:pt x="8243" y="114"/>
                </a:lnTo>
                <a:lnTo>
                  <a:pt x="8296" y="100"/>
                </a:lnTo>
                <a:lnTo>
                  <a:pt x="8349" y="70"/>
                </a:lnTo>
                <a:lnTo>
                  <a:pt x="8402" y="42"/>
                </a:lnTo>
                <a:lnTo>
                  <a:pt x="8455" y="28"/>
                </a:lnTo>
                <a:lnTo>
                  <a:pt x="8525" y="14"/>
                </a:lnTo>
                <a:lnTo>
                  <a:pt x="8578" y="0"/>
                </a:lnTo>
                <a:lnTo>
                  <a:pt x="8631" y="0"/>
                </a:lnTo>
                <a:lnTo>
                  <a:pt x="8702" y="0"/>
                </a:lnTo>
                <a:lnTo>
                  <a:pt x="8755" y="14"/>
                </a:lnTo>
                <a:lnTo>
                  <a:pt x="8825" y="28"/>
                </a:lnTo>
                <a:lnTo>
                  <a:pt x="8878" y="42"/>
                </a:lnTo>
                <a:lnTo>
                  <a:pt x="8931" y="70"/>
                </a:lnTo>
                <a:lnTo>
                  <a:pt x="8984" y="85"/>
                </a:lnTo>
                <a:lnTo>
                  <a:pt x="9055" y="100"/>
                </a:lnTo>
                <a:lnTo>
                  <a:pt x="9108" y="128"/>
                </a:lnTo>
                <a:lnTo>
                  <a:pt x="9160" y="128"/>
                </a:lnTo>
                <a:lnTo>
                  <a:pt x="9196" y="85"/>
                </a:lnTo>
                <a:lnTo>
                  <a:pt x="9249" y="56"/>
                </a:lnTo>
                <a:lnTo>
                  <a:pt x="9302" y="56"/>
                </a:lnTo>
                <a:lnTo>
                  <a:pt x="9355" y="70"/>
                </a:lnTo>
                <a:lnTo>
                  <a:pt x="9425" y="100"/>
                </a:lnTo>
                <a:lnTo>
                  <a:pt x="9478" y="128"/>
                </a:lnTo>
                <a:lnTo>
                  <a:pt x="9531" y="142"/>
                </a:lnTo>
                <a:lnTo>
                  <a:pt x="9566" y="185"/>
                </a:lnTo>
                <a:lnTo>
                  <a:pt x="9619" y="199"/>
                </a:lnTo>
                <a:lnTo>
                  <a:pt x="9672" y="213"/>
                </a:lnTo>
                <a:lnTo>
                  <a:pt x="9725" y="242"/>
                </a:lnTo>
                <a:lnTo>
                  <a:pt x="9778" y="242"/>
                </a:lnTo>
                <a:lnTo>
                  <a:pt x="9813" y="270"/>
                </a:lnTo>
                <a:lnTo>
                  <a:pt x="9791" y="263"/>
                </a:lnTo>
                <a:lnTo>
                  <a:pt x="0" y="278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"/>
          <p:cNvSpPr txBox="1"/>
          <p:nvPr/>
        </p:nvSpPr>
        <p:spPr>
          <a:xfrm>
            <a:off x="76320" y="88920"/>
            <a:ext cx="3533760" cy="94464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VARYING Idx1 FROM 1 BY 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UNTIL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Idx1 EQUAL TO 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spcBef>
                <a:spcPts val="839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DISPLAY Idx1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spcBef>
                <a:spcPts val="839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77760" y="87480"/>
            <a:ext cx="3272040" cy="68760"/>
          </a:xfrm>
          <a:custGeom>
            <a:avLst/>
            <a:gdLst/>
            <a:ahLst/>
            <a:rect l="0" t="0" r="r" b="b"/>
            <a:pathLst>
              <a:path w="9089" h="191">
                <a:moveTo>
                  <a:pt x="9089" y="3"/>
                </a:moveTo>
                <a:lnTo>
                  <a:pt x="9089" y="0"/>
                </a:lnTo>
                <a:lnTo>
                  <a:pt x="9089" y="3"/>
                </a:lnTo>
                <a:lnTo>
                  <a:pt x="9085" y="9"/>
                </a:lnTo>
                <a:lnTo>
                  <a:pt x="9064" y="9"/>
                </a:lnTo>
                <a:lnTo>
                  <a:pt x="8991" y="27"/>
                </a:lnTo>
                <a:lnTo>
                  <a:pt x="8942" y="44"/>
                </a:lnTo>
                <a:lnTo>
                  <a:pt x="8905" y="62"/>
                </a:lnTo>
                <a:lnTo>
                  <a:pt x="8868" y="62"/>
                </a:lnTo>
                <a:lnTo>
                  <a:pt x="8831" y="68"/>
                </a:lnTo>
                <a:lnTo>
                  <a:pt x="8794" y="68"/>
                </a:lnTo>
                <a:lnTo>
                  <a:pt x="8758" y="68"/>
                </a:lnTo>
                <a:lnTo>
                  <a:pt x="8721" y="68"/>
                </a:lnTo>
                <a:lnTo>
                  <a:pt x="8684" y="68"/>
                </a:lnTo>
                <a:lnTo>
                  <a:pt x="8647" y="68"/>
                </a:lnTo>
                <a:lnTo>
                  <a:pt x="8610" y="80"/>
                </a:lnTo>
                <a:lnTo>
                  <a:pt x="8586" y="97"/>
                </a:lnTo>
                <a:lnTo>
                  <a:pt x="8561" y="115"/>
                </a:lnTo>
                <a:lnTo>
                  <a:pt x="8524" y="120"/>
                </a:lnTo>
                <a:lnTo>
                  <a:pt x="8488" y="120"/>
                </a:lnTo>
                <a:lnTo>
                  <a:pt x="8451" y="109"/>
                </a:lnTo>
                <a:lnTo>
                  <a:pt x="8402" y="97"/>
                </a:lnTo>
                <a:lnTo>
                  <a:pt x="8365" y="97"/>
                </a:lnTo>
                <a:lnTo>
                  <a:pt x="8328" y="91"/>
                </a:lnTo>
                <a:lnTo>
                  <a:pt x="8291" y="80"/>
                </a:lnTo>
                <a:lnTo>
                  <a:pt x="8255" y="74"/>
                </a:lnTo>
                <a:lnTo>
                  <a:pt x="8205" y="74"/>
                </a:lnTo>
                <a:lnTo>
                  <a:pt x="8169" y="68"/>
                </a:lnTo>
                <a:lnTo>
                  <a:pt x="8132" y="62"/>
                </a:lnTo>
                <a:lnTo>
                  <a:pt x="8095" y="57"/>
                </a:lnTo>
                <a:lnTo>
                  <a:pt x="8058" y="57"/>
                </a:lnTo>
                <a:lnTo>
                  <a:pt x="8021" y="51"/>
                </a:lnTo>
                <a:lnTo>
                  <a:pt x="7985" y="44"/>
                </a:lnTo>
                <a:lnTo>
                  <a:pt x="7948" y="38"/>
                </a:lnTo>
                <a:lnTo>
                  <a:pt x="7911" y="32"/>
                </a:lnTo>
                <a:lnTo>
                  <a:pt x="7899" y="51"/>
                </a:lnTo>
                <a:lnTo>
                  <a:pt x="7850" y="57"/>
                </a:lnTo>
                <a:lnTo>
                  <a:pt x="7801" y="57"/>
                </a:lnTo>
                <a:lnTo>
                  <a:pt x="7764" y="62"/>
                </a:lnTo>
                <a:lnTo>
                  <a:pt x="7727" y="74"/>
                </a:lnTo>
                <a:lnTo>
                  <a:pt x="7715" y="91"/>
                </a:lnTo>
                <a:lnTo>
                  <a:pt x="7678" y="97"/>
                </a:lnTo>
                <a:lnTo>
                  <a:pt x="7641" y="97"/>
                </a:lnTo>
                <a:lnTo>
                  <a:pt x="7604" y="97"/>
                </a:lnTo>
                <a:lnTo>
                  <a:pt x="7567" y="109"/>
                </a:lnTo>
                <a:lnTo>
                  <a:pt x="7531" y="115"/>
                </a:lnTo>
                <a:lnTo>
                  <a:pt x="7494" y="120"/>
                </a:lnTo>
                <a:lnTo>
                  <a:pt x="7457" y="126"/>
                </a:lnTo>
                <a:lnTo>
                  <a:pt x="7420" y="138"/>
                </a:lnTo>
                <a:lnTo>
                  <a:pt x="7383" y="145"/>
                </a:lnTo>
                <a:lnTo>
                  <a:pt x="7347" y="145"/>
                </a:lnTo>
                <a:lnTo>
                  <a:pt x="7310" y="138"/>
                </a:lnTo>
                <a:lnTo>
                  <a:pt x="7273" y="126"/>
                </a:lnTo>
                <a:lnTo>
                  <a:pt x="7224" y="120"/>
                </a:lnTo>
                <a:lnTo>
                  <a:pt x="7187" y="115"/>
                </a:lnTo>
                <a:lnTo>
                  <a:pt x="7150" y="109"/>
                </a:lnTo>
                <a:lnTo>
                  <a:pt x="7113" y="103"/>
                </a:lnTo>
                <a:lnTo>
                  <a:pt x="7077" y="103"/>
                </a:lnTo>
                <a:lnTo>
                  <a:pt x="7040" y="91"/>
                </a:lnTo>
                <a:lnTo>
                  <a:pt x="7003" y="86"/>
                </a:lnTo>
                <a:lnTo>
                  <a:pt x="6966" y="86"/>
                </a:lnTo>
                <a:lnTo>
                  <a:pt x="6929" y="80"/>
                </a:lnTo>
                <a:lnTo>
                  <a:pt x="6892" y="80"/>
                </a:lnTo>
                <a:lnTo>
                  <a:pt x="6843" y="74"/>
                </a:lnTo>
                <a:lnTo>
                  <a:pt x="6794" y="68"/>
                </a:lnTo>
                <a:lnTo>
                  <a:pt x="6758" y="62"/>
                </a:lnTo>
                <a:lnTo>
                  <a:pt x="6721" y="57"/>
                </a:lnTo>
                <a:lnTo>
                  <a:pt x="6684" y="57"/>
                </a:lnTo>
                <a:lnTo>
                  <a:pt x="6647" y="57"/>
                </a:lnTo>
                <a:lnTo>
                  <a:pt x="6610" y="57"/>
                </a:lnTo>
                <a:lnTo>
                  <a:pt x="6573" y="57"/>
                </a:lnTo>
                <a:lnTo>
                  <a:pt x="6537" y="57"/>
                </a:lnTo>
                <a:lnTo>
                  <a:pt x="6500" y="57"/>
                </a:lnTo>
                <a:lnTo>
                  <a:pt x="6451" y="57"/>
                </a:lnTo>
                <a:lnTo>
                  <a:pt x="6414" y="51"/>
                </a:lnTo>
                <a:lnTo>
                  <a:pt x="6377" y="38"/>
                </a:lnTo>
                <a:lnTo>
                  <a:pt x="6340" y="38"/>
                </a:lnTo>
                <a:lnTo>
                  <a:pt x="6304" y="38"/>
                </a:lnTo>
                <a:lnTo>
                  <a:pt x="6279" y="57"/>
                </a:lnTo>
                <a:lnTo>
                  <a:pt x="6242" y="68"/>
                </a:lnTo>
                <a:lnTo>
                  <a:pt x="6205" y="74"/>
                </a:lnTo>
                <a:lnTo>
                  <a:pt x="6169" y="91"/>
                </a:lnTo>
                <a:lnTo>
                  <a:pt x="6132" y="97"/>
                </a:lnTo>
                <a:lnTo>
                  <a:pt x="6095" y="103"/>
                </a:lnTo>
                <a:lnTo>
                  <a:pt x="6058" y="109"/>
                </a:lnTo>
                <a:lnTo>
                  <a:pt x="6021" y="109"/>
                </a:lnTo>
                <a:lnTo>
                  <a:pt x="5984" y="103"/>
                </a:lnTo>
                <a:lnTo>
                  <a:pt x="5948" y="91"/>
                </a:lnTo>
                <a:lnTo>
                  <a:pt x="5911" y="86"/>
                </a:lnTo>
                <a:lnTo>
                  <a:pt x="5874" y="86"/>
                </a:lnTo>
                <a:lnTo>
                  <a:pt x="5837" y="80"/>
                </a:lnTo>
                <a:lnTo>
                  <a:pt x="5800" y="74"/>
                </a:lnTo>
                <a:lnTo>
                  <a:pt x="5764" y="62"/>
                </a:lnTo>
                <a:lnTo>
                  <a:pt x="5727" y="62"/>
                </a:lnTo>
                <a:lnTo>
                  <a:pt x="5690" y="51"/>
                </a:lnTo>
                <a:lnTo>
                  <a:pt x="5653" y="44"/>
                </a:lnTo>
                <a:lnTo>
                  <a:pt x="5616" y="44"/>
                </a:lnTo>
                <a:lnTo>
                  <a:pt x="5580" y="38"/>
                </a:lnTo>
                <a:lnTo>
                  <a:pt x="5543" y="38"/>
                </a:lnTo>
                <a:lnTo>
                  <a:pt x="5494" y="32"/>
                </a:lnTo>
                <a:lnTo>
                  <a:pt x="5457" y="27"/>
                </a:lnTo>
                <a:lnTo>
                  <a:pt x="5420" y="27"/>
                </a:lnTo>
                <a:lnTo>
                  <a:pt x="5383" y="27"/>
                </a:lnTo>
                <a:lnTo>
                  <a:pt x="5346" y="27"/>
                </a:lnTo>
                <a:lnTo>
                  <a:pt x="5310" y="27"/>
                </a:lnTo>
                <a:lnTo>
                  <a:pt x="5273" y="32"/>
                </a:lnTo>
                <a:lnTo>
                  <a:pt x="5236" y="44"/>
                </a:lnTo>
                <a:lnTo>
                  <a:pt x="5199" y="62"/>
                </a:lnTo>
                <a:lnTo>
                  <a:pt x="5162" y="74"/>
                </a:lnTo>
                <a:lnTo>
                  <a:pt x="5126" y="86"/>
                </a:lnTo>
                <a:lnTo>
                  <a:pt x="5089" y="97"/>
                </a:lnTo>
                <a:lnTo>
                  <a:pt x="5052" y="103"/>
                </a:lnTo>
                <a:lnTo>
                  <a:pt x="5015" y="103"/>
                </a:lnTo>
                <a:lnTo>
                  <a:pt x="4978" y="103"/>
                </a:lnTo>
                <a:lnTo>
                  <a:pt x="4941" y="109"/>
                </a:lnTo>
                <a:lnTo>
                  <a:pt x="4892" y="109"/>
                </a:lnTo>
                <a:lnTo>
                  <a:pt x="4856" y="115"/>
                </a:lnTo>
                <a:lnTo>
                  <a:pt x="4806" y="120"/>
                </a:lnTo>
                <a:lnTo>
                  <a:pt x="4770" y="126"/>
                </a:lnTo>
                <a:lnTo>
                  <a:pt x="4733" y="126"/>
                </a:lnTo>
                <a:lnTo>
                  <a:pt x="4696" y="132"/>
                </a:lnTo>
                <a:lnTo>
                  <a:pt x="4659" y="132"/>
                </a:lnTo>
                <a:lnTo>
                  <a:pt x="4622" y="132"/>
                </a:lnTo>
                <a:lnTo>
                  <a:pt x="4586" y="132"/>
                </a:lnTo>
                <a:lnTo>
                  <a:pt x="4549" y="132"/>
                </a:lnTo>
                <a:lnTo>
                  <a:pt x="4511" y="126"/>
                </a:lnTo>
                <a:lnTo>
                  <a:pt x="4486" y="109"/>
                </a:lnTo>
                <a:lnTo>
                  <a:pt x="4437" y="91"/>
                </a:lnTo>
                <a:lnTo>
                  <a:pt x="4401" y="86"/>
                </a:lnTo>
                <a:lnTo>
                  <a:pt x="4351" y="74"/>
                </a:lnTo>
                <a:lnTo>
                  <a:pt x="4315" y="62"/>
                </a:lnTo>
                <a:lnTo>
                  <a:pt x="4266" y="62"/>
                </a:lnTo>
                <a:lnTo>
                  <a:pt x="4229" y="57"/>
                </a:lnTo>
                <a:lnTo>
                  <a:pt x="4192" y="44"/>
                </a:lnTo>
                <a:lnTo>
                  <a:pt x="4155" y="44"/>
                </a:lnTo>
                <a:lnTo>
                  <a:pt x="4118" y="38"/>
                </a:lnTo>
                <a:lnTo>
                  <a:pt x="4069" y="51"/>
                </a:lnTo>
                <a:lnTo>
                  <a:pt x="4032" y="62"/>
                </a:lnTo>
                <a:lnTo>
                  <a:pt x="3996" y="74"/>
                </a:lnTo>
                <a:lnTo>
                  <a:pt x="3959" y="80"/>
                </a:lnTo>
                <a:lnTo>
                  <a:pt x="3922" y="86"/>
                </a:lnTo>
                <a:lnTo>
                  <a:pt x="3873" y="97"/>
                </a:lnTo>
                <a:lnTo>
                  <a:pt x="3836" y="103"/>
                </a:lnTo>
                <a:lnTo>
                  <a:pt x="3799" y="115"/>
                </a:lnTo>
                <a:lnTo>
                  <a:pt x="3762" y="115"/>
                </a:lnTo>
                <a:lnTo>
                  <a:pt x="3726" y="115"/>
                </a:lnTo>
                <a:lnTo>
                  <a:pt x="3677" y="109"/>
                </a:lnTo>
                <a:lnTo>
                  <a:pt x="3652" y="91"/>
                </a:lnTo>
                <a:lnTo>
                  <a:pt x="3615" y="80"/>
                </a:lnTo>
                <a:lnTo>
                  <a:pt x="3578" y="68"/>
                </a:lnTo>
                <a:lnTo>
                  <a:pt x="3542" y="51"/>
                </a:lnTo>
                <a:lnTo>
                  <a:pt x="3505" y="38"/>
                </a:lnTo>
                <a:lnTo>
                  <a:pt x="3468" y="27"/>
                </a:lnTo>
                <a:lnTo>
                  <a:pt x="3431" y="21"/>
                </a:lnTo>
                <a:lnTo>
                  <a:pt x="3394" y="21"/>
                </a:lnTo>
                <a:lnTo>
                  <a:pt x="3358" y="21"/>
                </a:lnTo>
                <a:lnTo>
                  <a:pt x="3321" y="27"/>
                </a:lnTo>
                <a:lnTo>
                  <a:pt x="3284" y="27"/>
                </a:lnTo>
                <a:lnTo>
                  <a:pt x="3247" y="27"/>
                </a:lnTo>
                <a:lnTo>
                  <a:pt x="3210" y="27"/>
                </a:lnTo>
                <a:lnTo>
                  <a:pt x="3173" y="27"/>
                </a:lnTo>
                <a:lnTo>
                  <a:pt x="3137" y="32"/>
                </a:lnTo>
                <a:lnTo>
                  <a:pt x="3100" y="32"/>
                </a:lnTo>
                <a:lnTo>
                  <a:pt x="3063" y="32"/>
                </a:lnTo>
                <a:lnTo>
                  <a:pt x="3026" y="32"/>
                </a:lnTo>
                <a:lnTo>
                  <a:pt x="2989" y="38"/>
                </a:lnTo>
                <a:lnTo>
                  <a:pt x="2953" y="38"/>
                </a:lnTo>
                <a:lnTo>
                  <a:pt x="2916" y="38"/>
                </a:lnTo>
                <a:lnTo>
                  <a:pt x="2879" y="38"/>
                </a:lnTo>
                <a:lnTo>
                  <a:pt x="2842" y="38"/>
                </a:lnTo>
                <a:lnTo>
                  <a:pt x="2805" y="38"/>
                </a:lnTo>
                <a:lnTo>
                  <a:pt x="2769" y="44"/>
                </a:lnTo>
                <a:lnTo>
                  <a:pt x="2732" y="57"/>
                </a:lnTo>
                <a:lnTo>
                  <a:pt x="2695" y="62"/>
                </a:lnTo>
                <a:lnTo>
                  <a:pt x="2658" y="74"/>
                </a:lnTo>
                <a:lnTo>
                  <a:pt x="2621" y="80"/>
                </a:lnTo>
                <a:lnTo>
                  <a:pt x="2585" y="97"/>
                </a:lnTo>
                <a:lnTo>
                  <a:pt x="2548" y="103"/>
                </a:lnTo>
                <a:lnTo>
                  <a:pt x="2511" y="109"/>
                </a:lnTo>
                <a:lnTo>
                  <a:pt x="2462" y="115"/>
                </a:lnTo>
                <a:lnTo>
                  <a:pt x="2425" y="120"/>
                </a:lnTo>
                <a:lnTo>
                  <a:pt x="2388" y="126"/>
                </a:lnTo>
                <a:lnTo>
                  <a:pt x="2351" y="126"/>
                </a:lnTo>
                <a:lnTo>
                  <a:pt x="2315" y="126"/>
                </a:lnTo>
                <a:lnTo>
                  <a:pt x="2278" y="115"/>
                </a:lnTo>
                <a:lnTo>
                  <a:pt x="2241" y="103"/>
                </a:lnTo>
                <a:lnTo>
                  <a:pt x="2204" y="97"/>
                </a:lnTo>
                <a:lnTo>
                  <a:pt x="2167" y="86"/>
                </a:lnTo>
                <a:lnTo>
                  <a:pt x="2118" y="86"/>
                </a:lnTo>
                <a:lnTo>
                  <a:pt x="2069" y="80"/>
                </a:lnTo>
                <a:lnTo>
                  <a:pt x="2057" y="62"/>
                </a:lnTo>
                <a:lnTo>
                  <a:pt x="2020" y="57"/>
                </a:lnTo>
                <a:lnTo>
                  <a:pt x="1983" y="57"/>
                </a:lnTo>
                <a:lnTo>
                  <a:pt x="1934" y="57"/>
                </a:lnTo>
                <a:lnTo>
                  <a:pt x="1897" y="57"/>
                </a:lnTo>
                <a:lnTo>
                  <a:pt x="1861" y="57"/>
                </a:lnTo>
                <a:lnTo>
                  <a:pt x="1861" y="74"/>
                </a:lnTo>
                <a:lnTo>
                  <a:pt x="1861" y="91"/>
                </a:lnTo>
                <a:lnTo>
                  <a:pt x="1897" y="103"/>
                </a:lnTo>
                <a:lnTo>
                  <a:pt x="1922" y="120"/>
                </a:lnTo>
                <a:lnTo>
                  <a:pt x="1959" y="138"/>
                </a:lnTo>
                <a:lnTo>
                  <a:pt x="1983" y="156"/>
                </a:lnTo>
                <a:lnTo>
                  <a:pt x="2008" y="174"/>
                </a:lnTo>
                <a:lnTo>
                  <a:pt x="2032" y="191"/>
                </a:lnTo>
                <a:lnTo>
                  <a:pt x="1996" y="180"/>
                </a:lnTo>
                <a:lnTo>
                  <a:pt x="1959" y="162"/>
                </a:lnTo>
                <a:lnTo>
                  <a:pt x="1922" y="150"/>
                </a:lnTo>
                <a:lnTo>
                  <a:pt x="1885" y="138"/>
                </a:lnTo>
                <a:lnTo>
                  <a:pt x="1848" y="126"/>
                </a:lnTo>
                <a:lnTo>
                  <a:pt x="1811" y="109"/>
                </a:lnTo>
                <a:lnTo>
                  <a:pt x="1775" y="91"/>
                </a:lnTo>
                <a:lnTo>
                  <a:pt x="1738" y="80"/>
                </a:lnTo>
                <a:lnTo>
                  <a:pt x="1701" y="74"/>
                </a:lnTo>
                <a:lnTo>
                  <a:pt x="1652" y="68"/>
                </a:lnTo>
                <a:lnTo>
                  <a:pt x="1615" y="68"/>
                </a:lnTo>
                <a:lnTo>
                  <a:pt x="1578" y="68"/>
                </a:lnTo>
                <a:lnTo>
                  <a:pt x="1542" y="68"/>
                </a:lnTo>
                <a:lnTo>
                  <a:pt x="1505" y="62"/>
                </a:lnTo>
                <a:lnTo>
                  <a:pt x="1468" y="62"/>
                </a:lnTo>
                <a:lnTo>
                  <a:pt x="1431" y="62"/>
                </a:lnTo>
                <a:lnTo>
                  <a:pt x="1394" y="62"/>
                </a:lnTo>
                <a:lnTo>
                  <a:pt x="1345" y="62"/>
                </a:lnTo>
                <a:lnTo>
                  <a:pt x="1308" y="62"/>
                </a:lnTo>
                <a:lnTo>
                  <a:pt x="1272" y="68"/>
                </a:lnTo>
                <a:lnTo>
                  <a:pt x="1235" y="68"/>
                </a:lnTo>
                <a:lnTo>
                  <a:pt x="1186" y="68"/>
                </a:lnTo>
                <a:lnTo>
                  <a:pt x="1137" y="68"/>
                </a:lnTo>
                <a:lnTo>
                  <a:pt x="1100" y="68"/>
                </a:lnTo>
                <a:lnTo>
                  <a:pt x="1063" y="68"/>
                </a:lnTo>
                <a:lnTo>
                  <a:pt x="1026" y="80"/>
                </a:lnTo>
                <a:lnTo>
                  <a:pt x="989" y="86"/>
                </a:lnTo>
                <a:lnTo>
                  <a:pt x="977" y="103"/>
                </a:lnTo>
                <a:lnTo>
                  <a:pt x="977" y="120"/>
                </a:lnTo>
                <a:lnTo>
                  <a:pt x="940" y="138"/>
                </a:lnTo>
                <a:lnTo>
                  <a:pt x="903" y="145"/>
                </a:lnTo>
                <a:lnTo>
                  <a:pt x="867" y="145"/>
                </a:lnTo>
                <a:lnTo>
                  <a:pt x="830" y="145"/>
                </a:lnTo>
                <a:lnTo>
                  <a:pt x="793" y="145"/>
                </a:lnTo>
                <a:lnTo>
                  <a:pt x="756" y="150"/>
                </a:lnTo>
                <a:lnTo>
                  <a:pt x="719" y="156"/>
                </a:lnTo>
                <a:lnTo>
                  <a:pt x="670" y="156"/>
                </a:lnTo>
                <a:lnTo>
                  <a:pt x="633" y="156"/>
                </a:lnTo>
                <a:lnTo>
                  <a:pt x="597" y="156"/>
                </a:lnTo>
                <a:lnTo>
                  <a:pt x="560" y="150"/>
                </a:lnTo>
                <a:lnTo>
                  <a:pt x="535" y="132"/>
                </a:lnTo>
                <a:lnTo>
                  <a:pt x="499" y="126"/>
                </a:lnTo>
                <a:lnTo>
                  <a:pt x="462" y="115"/>
                </a:lnTo>
                <a:lnTo>
                  <a:pt x="425" y="109"/>
                </a:lnTo>
                <a:lnTo>
                  <a:pt x="388" y="103"/>
                </a:lnTo>
                <a:lnTo>
                  <a:pt x="351" y="103"/>
                </a:lnTo>
                <a:lnTo>
                  <a:pt x="314" y="97"/>
                </a:lnTo>
                <a:lnTo>
                  <a:pt x="278" y="86"/>
                </a:lnTo>
                <a:lnTo>
                  <a:pt x="241" y="80"/>
                </a:lnTo>
                <a:lnTo>
                  <a:pt x="204" y="68"/>
                </a:lnTo>
                <a:lnTo>
                  <a:pt x="167" y="62"/>
                </a:lnTo>
                <a:lnTo>
                  <a:pt x="130" y="57"/>
                </a:lnTo>
                <a:lnTo>
                  <a:pt x="94" y="44"/>
                </a:lnTo>
                <a:lnTo>
                  <a:pt x="57" y="38"/>
                </a:lnTo>
                <a:lnTo>
                  <a:pt x="8" y="9"/>
                </a:lnTo>
                <a:lnTo>
                  <a:pt x="8" y="5"/>
                </a:lnTo>
                <a:lnTo>
                  <a:pt x="0" y="5"/>
                </a:lnTo>
                <a:lnTo>
                  <a:pt x="0" y="5"/>
                </a:lnTo>
                <a:lnTo>
                  <a:pt x="8" y="11"/>
                </a:lnTo>
                <a:lnTo>
                  <a:pt x="8" y="3"/>
                </a:lnTo>
                <a:lnTo>
                  <a:pt x="9089" y="3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17640" rIns="96120" bIns="176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3181320" y="2525760"/>
            <a:ext cx="1409760" cy="93816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1940040" y="1989000"/>
            <a:ext cx="790560" cy="343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1325520" y="2441520"/>
            <a:ext cx="600120" cy="23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Times New Roman"/>
                <a:ea typeface="Times New Roman"/>
              </a:rPr>
              <a:t>False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8" name=""/>
          <p:cNvGrpSpPr/>
          <p:nvPr/>
        </p:nvGrpSpPr>
        <p:grpSpPr>
          <a:xfrm>
            <a:off x="3949560" y="144360"/>
            <a:ext cx="593640" cy="493920"/>
            <a:chOff x="3949560" y="144360"/>
            <a:chExt cx="593640" cy="493920"/>
          </a:xfrm>
        </p:grpSpPr>
        <p:sp>
          <p:nvSpPr>
            <p:cNvPr id="59" name=""/>
            <p:cNvSpPr txBox="1"/>
            <p:nvPr/>
          </p:nvSpPr>
          <p:spPr>
            <a:xfrm>
              <a:off x="4121280" y="144360"/>
              <a:ext cx="254160" cy="1224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80000"/>
                </a:lnSpc>
              </a:pPr>
              <a:r>
                <a:rPr lang="en-US" sz="10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Idx1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" name=""/>
            <p:cNvSpPr txBox="1"/>
            <p:nvPr/>
          </p:nvSpPr>
          <p:spPr>
            <a:xfrm>
              <a:off x="3949560" y="263520"/>
              <a:ext cx="593640" cy="37476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  <a:effectLst>
              <a:outerShdw dist="0" dir="0" rotWithShape="0">
                <a:srgbClr val="969696">
                  <a:alpha val="50000"/>
                </a:srgbClr>
              </a:outerShdw>
            </a:effectLst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FF3300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"/>
          <p:cNvSpPr/>
          <p:nvPr/>
        </p:nvSpPr>
        <p:spPr>
          <a:xfrm>
            <a:off x="638280" y="1828800"/>
            <a:ext cx="1171440" cy="184788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1809720" y="1123920"/>
            <a:ext cx="0" cy="7048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1809720" y="2581200"/>
            <a:ext cx="0" cy="133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2295360" y="2257560"/>
            <a:ext cx="533520" cy="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1314360" y="3676680"/>
            <a:ext cx="238320" cy="0"/>
          </a:xfrm>
          <a:prstGeom prst="line">
            <a:avLst/>
          </a:prstGeom>
          <a:ln w="12600">
            <a:solidFill>
              <a:srgbClr val="00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 flipH="1">
            <a:off x="1143000" y="1830240"/>
            <a:ext cx="237960" cy="0"/>
          </a:xfrm>
          <a:prstGeom prst="line">
            <a:avLst/>
          </a:prstGeom>
          <a:ln w="12600">
            <a:solidFill>
              <a:srgbClr val="00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638280" y="2657520"/>
            <a:ext cx="0" cy="228600"/>
          </a:xfrm>
          <a:prstGeom prst="line">
            <a:avLst/>
          </a:prstGeom>
          <a:ln w="12600">
            <a:solidFill>
              <a:srgbClr val="00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1809720" y="2962440"/>
            <a:ext cx="0" cy="22860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420920" y="3225960"/>
            <a:ext cx="77616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Inc Idx1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306440" y="2735280"/>
            <a:ext cx="100476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Loop Body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1330200" y="1951200"/>
            <a:ext cx="957240" cy="611280"/>
          </a:xfrm>
          <a:prstGeom prst="rect">
            <a:avLst/>
          </a:prstGeom>
          <a:solidFill>
            <a:srgbClr val="FFFF99"/>
          </a:solidFill>
          <a:ln w="12600">
            <a:solidFill>
              <a:srgbClr val="CC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Idx1 = 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1225440" y="1379520"/>
            <a:ext cx="116856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Move 1 to Idx1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2817720" y="2120760"/>
            <a:ext cx="131904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Next Statement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81000" y="944640"/>
            <a:ext cx="3532680" cy="103680"/>
          </a:xfrm>
          <a:custGeom>
            <a:avLst/>
            <a:gdLst/>
            <a:ahLst/>
            <a:rect l="0" t="0" r="r" b="b"/>
            <a:pathLst>
              <a:path w="9813" h="288">
                <a:moveTo>
                  <a:pt x="0" y="278"/>
                </a:moveTo>
                <a:lnTo>
                  <a:pt x="4" y="256"/>
                </a:lnTo>
                <a:lnTo>
                  <a:pt x="0" y="288"/>
                </a:lnTo>
                <a:lnTo>
                  <a:pt x="110" y="170"/>
                </a:lnTo>
                <a:lnTo>
                  <a:pt x="163" y="170"/>
                </a:lnTo>
                <a:lnTo>
                  <a:pt x="216" y="199"/>
                </a:lnTo>
                <a:lnTo>
                  <a:pt x="286" y="170"/>
                </a:lnTo>
                <a:lnTo>
                  <a:pt x="357" y="128"/>
                </a:lnTo>
                <a:lnTo>
                  <a:pt x="410" y="114"/>
                </a:lnTo>
                <a:lnTo>
                  <a:pt x="463" y="114"/>
                </a:lnTo>
                <a:lnTo>
                  <a:pt x="515" y="100"/>
                </a:lnTo>
                <a:lnTo>
                  <a:pt x="568" y="85"/>
                </a:lnTo>
                <a:lnTo>
                  <a:pt x="621" y="85"/>
                </a:lnTo>
                <a:lnTo>
                  <a:pt x="674" y="100"/>
                </a:lnTo>
                <a:lnTo>
                  <a:pt x="727" y="100"/>
                </a:lnTo>
                <a:lnTo>
                  <a:pt x="780" y="114"/>
                </a:lnTo>
                <a:lnTo>
                  <a:pt x="833" y="142"/>
                </a:lnTo>
                <a:lnTo>
                  <a:pt x="886" y="156"/>
                </a:lnTo>
                <a:lnTo>
                  <a:pt x="939" y="170"/>
                </a:lnTo>
                <a:lnTo>
                  <a:pt x="992" y="185"/>
                </a:lnTo>
                <a:lnTo>
                  <a:pt x="1045" y="199"/>
                </a:lnTo>
                <a:lnTo>
                  <a:pt x="1115" y="185"/>
                </a:lnTo>
                <a:lnTo>
                  <a:pt x="1186" y="156"/>
                </a:lnTo>
                <a:lnTo>
                  <a:pt x="1221" y="114"/>
                </a:lnTo>
                <a:lnTo>
                  <a:pt x="1274" y="114"/>
                </a:lnTo>
                <a:lnTo>
                  <a:pt x="1327" y="100"/>
                </a:lnTo>
                <a:lnTo>
                  <a:pt x="1380" y="85"/>
                </a:lnTo>
                <a:lnTo>
                  <a:pt x="1433" y="70"/>
                </a:lnTo>
                <a:lnTo>
                  <a:pt x="1486" y="114"/>
                </a:lnTo>
                <a:lnTo>
                  <a:pt x="1538" y="142"/>
                </a:lnTo>
                <a:lnTo>
                  <a:pt x="1591" y="185"/>
                </a:lnTo>
                <a:lnTo>
                  <a:pt x="1644" y="213"/>
                </a:lnTo>
                <a:lnTo>
                  <a:pt x="1697" y="213"/>
                </a:lnTo>
                <a:lnTo>
                  <a:pt x="1750" y="185"/>
                </a:lnTo>
                <a:lnTo>
                  <a:pt x="1803" y="170"/>
                </a:lnTo>
                <a:lnTo>
                  <a:pt x="1856" y="142"/>
                </a:lnTo>
                <a:lnTo>
                  <a:pt x="1909" y="128"/>
                </a:lnTo>
                <a:lnTo>
                  <a:pt x="1962" y="114"/>
                </a:lnTo>
                <a:lnTo>
                  <a:pt x="2032" y="100"/>
                </a:lnTo>
                <a:lnTo>
                  <a:pt x="2085" y="100"/>
                </a:lnTo>
                <a:lnTo>
                  <a:pt x="2138" y="85"/>
                </a:lnTo>
                <a:lnTo>
                  <a:pt x="2191" y="85"/>
                </a:lnTo>
                <a:lnTo>
                  <a:pt x="2244" y="85"/>
                </a:lnTo>
                <a:lnTo>
                  <a:pt x="2297" y="70"/>
                </a:lnTo>
                <a:lnTo>
                  <a:pt x="2368" y="56"/>
                </a:lnTo>
                <a:lnTo>
                  <a:pt x="2438" y="56"/>
                </a:lnTo>
                <a:lnTo>
                  <a:pt x="2510" y="42"/>
                </a:lnTo>
                <a:lnTo>
                  <a:pt x="2563" y="85"/>
                </a:lnTo>
                <a:lnTo>
                  <a:pt x="2598" y="128"/>
                </a:lnTo>
                <a:lnTo>
                  <a:pt x="2633" y="170"/>
                </a:lnTo>
                <a:lnTo>
                  <a:pt x="2704" y="185"/>
                </a:lnTo>
                <a:lnTo>
                  <a:pt x="2757" y="170"/>
                </a:lnTo>
                <a:lnTo>
                  <a:pt x="2827" y="156"/>
                </a:lnTo>
                <a:lnTo>
                  <a:pt x="2880" y="142"/>
                </a:lnTo>
                <a:lnTo>
                  <a:pt x="2951" y="128"/>
                </a:lnTo>
                <a:lnTo>
                  <a:pt x="3021" y="128"/>
                </a:lnTo>
                <a:lnTo>
                  <a:pt x="3074" y="114"/>
                </a:lnTo>
                <a:lnTo>
                  <a:pt x="3127" y="100"/>
                </a:lnTo>
                <a:lnTo>
                  <a:pt x="3198" y="85"/>
                </a:lnTo>
                <a:lnTo>
                  <a:pt x="3250" y="70"/>
                </a:lnTo>
                <a:lnTo>
                  <a:pt x="3303" y="56"/>
                </a:lnTo>
                <a:lnTo>
                  <a:pt x="3356" y="42"/>
                </a:lnTo>
                <a:lnTo>
                  <a:pt x="3409" y="70"/>
                </a:lnTo>
                <a:lnTo>
                  <a:pt x="3462" y="100"/>
                </a:lnTo>
                <a:lnTo>
                  <a:pt x="3515" y="128"/>
                </a:lnTo>
                <a:lnTo>
                  <a:pt x="3568" y="156"/>
                </a:lnTo>
                <a:lnTo>
                  <a:pt x="3621" y="185"/>
                </a:lnTo>
                <a:lnTo>
                  <a:pt x="3674" y="185"/>
                </a:lnTo>
                <a:lnTo>
                  <a:pt x="3727" y="185"/>
                </a:lnTo>
                <a:lnTo>
                  <a:pt x="3780" y="170"/>
                </a:lnTo>
                <a:lnTo>
                  <a:pt x="3833" y="156"/>
                </a:lnTo>
                <a:lnTo>
                  <a:pt x="3885" y="156"/>
                </a:lnTo>
                <a:lnTo>
                  <a:pt x="3938" y="142"/>
                </a:lnTo>
                <a:lnTo>
                  <a:pt x="4009" y="142"/>
                </a:lnTo>
                <a:lnTo>
                  <a:pt x="4062" y="128"/>
                </a:lnTo>
                <a:lnTo>
                  <a:pt x="4115" y="128"/>
                </a:lnTo>
                <a:lnTo>
                  <a:pt x="4168" y="128"/>
                </a:lnTo>
                <a:lnTo>
                  <a:pt x="4221" y="128"/>
                </a:lnTo>
                <a:lnTo>
                  <a:pt x="4274" y="128"/>
                </a:lnTo>
                <a:lnTo>
                  <a:pt x="4326" y="128"/>
                </a:lnTo>
                <a:lnTo>
                  <a:pt x="4397" y="114"/>
                </a:lnTo>
                <a:lnTo>
                  <a:pt x="4450" y="100"/>
                </a:lnTo>
                <a:lnTo>
                  <a:pt x="4503" y="70"/>
                </a:lnTo>
                <a:lnTo>
                  <a:pt x="4556" y="56"/>
                </a:lnTo>
                <a:lnTo>
                  <a:pt x="4609" y="42"/>
                </a:lnTo>
                <a:lnTo>
                  <a:pt x="4679" y="28"/>
                </a:lnTo>
                <a:lnTo>
                  <a:pt x="4750" y="56"/>
                </a:lnTo>
                <a:lnTo>
                  <a:pt x="4803" y="100"/>
                </a:lnTo>
                <a:lnTo>
                  <a:pt x="4856" y="128"/>
                </a:lnTo>
                <a:lnTo>
                  <a:pt x="4909" y="142"/>
                </a:lnTo>
                <a:lnTo>
                  <a:pt x="4961" y="170"/>
                </a:lnTo>
                <a:lnTo>
                  <a:pt x="5014" y="170"/>
                </a:lnTo>
                <a:lnTo>
                  <a:pt x="5067" y="170"/>
                </a:lnTo>
                <a:lnTo>
                  <a:pt x="5138" y="156"/>
                </a:lnTo>
                <a:lnTo>
                  <a:pt x="5191" y="142"/>
                </a:lnTo>
                <a:lnTo>
                  <a:pt x="5244" y="114"/>
                </a:lnTo>
                <a:lnTo>
                  <a:pt x="5314" y="85"/>
                </a:lnTo>
                <a:lnTo>
                  <a:pt x="5367" y="70"/>
                </a:lnTo>
                <a:lnTo>
                  <a:pt x="5438" y="42"/>
                </a:lnTo>
                <a:lnTo>
                  <a:pt x="5491" y="42"/>
                </a:lnTo>
                <a:lnTo>
                  <a:pt x="5544" y="42"/>
                </a:lnTo>
                <a:lnTo>
                  <a:pt x="5614" y="28"/>
                </a:lnTo>
                <a:lnTo>
                  <a:pt x="5667" y="14"/>
                </a:lnTo>
                <a:lnTo>
                  <a:pt x="5720" y="14"/>
                </a:lnTo>
                <a:lnTo>
                  <a:pt x="5755" y="56"/>
                </a:lnTo>
                <a:lnTo>
                  <a:pt x="5808" y="85"/>
                </a:lnTo>
                <a:lnTo>
                  <a:pt x="5861" y="114"/>
                </a:lnTo>
                <a:lnTo>
                  <a:pt x="5914" y="156"/>
                </a:lnTo>
                <a:lnTo>
                  <a:pt x="5967" y="185"/>
                </a:lnTo>
                <a:lnTo>
                  <a:pt x="6020" y="199"/>
                </a:lnTo>
                <a:lnTo>
                  <a:pt x="6073" y="199"/>
                </a:lnTo>
                <a:lnTo>
                  <a:pt x="6126" y="170"/>
                </a:lnTo>
                <a:lnTo>
                  <a:pt x="6179" y="142"/>
                </a:lnTo>
                <a:lnTo>
                  <a:pt x="6231" y="114"/>
                </a:lnTo>
                <a:lnTo>
                  <a:pt x="6284" y="100"/>
                </a:lnTo>
                <a:lnTo>
                  <a:pt x="6337" y="85"/>
                </a:lnTo>
                <a:lnTo>
                  <a:pt x="6408" y="70"/>
                </a:lnTo>
                <a:lnTo>
                  <a:pt x="6461" y="70"/>
                </a:lnTo>
                <a:lnTo>
                  <a:pt x="6514" y="70"/>
                </a:lnTo>
                <a:lnTo>
                  <a:pt x="6567" y="56"/>
                </a:lnTo>
                <a:lnTo>
                  <a:pt x="6619" y="56"/>
                </a:lnTo>
                <a:lnTo>
                  <a:pt x="6672" y="28"/>
                </a:lnTo>
                <a:lnTo>
                  <a:pt x="6743" y="42"/>
                </a:lnTo>
                <a:lnTo>
                  <a:pt x="6831" y="85"/>
                </a:lnTo>
                <a:lnTo>
                  <a:pt x="6884" y="100"/>
                </a:lnTo>
                <a:lnTo>
                  <a:pt x="6955" y="142"/>
                </a:lnTo>
                <a:lnTo>
                  <a:pt x="7008" y="156"/>
                </a:lnTo>
                <a:lnTo>
                  <a:pt x="7060" y="185"/>
                </a:lnTo>
                <a:lnTo>
                  <a:pt x="7113" y="213"/>
                </a:lnTo>
                <a:lnTo>
                  <a:pt x="7166" y="213"/>
                </a:lnTo>
                <a:lnTo>
                  <a:pt x="7219" y="199"/>
                </a:lnTo>
                <a:lnTo>
                  <a:pt x="7290" y="170"/>
                </a:lnTo>
                <a:lnTo>
                  <a:pt x="7343" y="128"/>
                </a:lnTo>
                <a:lnTo>
                  <a:pt x="7397" y="114"/>
                </a:lnTo>
                <a:lnTo>
                  <a:pt x="7450" y="100"/>
                </a:lnTo>
                <a:lnTo>
                  <a:pt x="7502" y="85"/>
                </a:lnTo>
                <a:lnTo>
                  <a:pt x="7573" y="70"/>
                </a:lnTo>
                <a:lnTo>
                  <a:pt x="7626" y="56"/>
                </a:lnTo>
                <a:lnTo>
                  <a:pt x="7679" y="42"/>
                </a:lnTo>
                <a:lnTo>
                  <a:pt x="7732" y="28"/>
                </a:lnTo>
                <a:lnTo>
                  <a:pt x="7785" y="28"/>
                </a:lnTo>
                <a:lnTo>
                  <a:pt x="7838" y="42"/>
                </a:lnTo>
                <a:lnTo>
                  <a:pt x="7926" y="70"/>
                </a:lnTo>
                <a:lnTo>
                  <a:pt x="7979" y="100"/>
                </a:lnTo>
                <a:lnTo>
                  <a:pt x="8032" y="114"/>
                </a:lnTo>
                <a:lnTo>
                  <a:pt x="8085" y="128"/>
                </a:lnTo>
                <a:lnTo>
                  <a:pt x="8137" y="142"/>
                </a:lnTo>
                <a:lnTo>
                  <a:pt x="8190" y="142"/>
                </a:lnTo>
                <a:lnTo>
                  <a:pt x="8243" y="114"/>
                </a:lnTo>
                <a:lnTo>
                  <a:pt x="8296" y="100"/>
                </a:lnTo>
                <a:lnTo>
                  <a:pt x="8349" y="70"/>
                </a:lnTo>
                <a:lnTo>
                  <a:pt x="8402" y="42"/>
                </a:lnTo>
                <a:lnTo>
                  <a:pt x="8455" y="28"/>
                </a:lnTo>
                <a:lnTo>
                  <a:pt x="8525" y="14"/>
                </a:lnTo>
                <a:lnTo>
                  <a:pt x="8578" y="0"/>
                </a:lnTo>
                <a:lnTo>
                  <a:pt x="8631" y="0"/>
                </a:lnTo>
                <a:lnTo>
                  <a:pt x="8702" y="0"/>
                </a:lnTo>
                <a:lnTo>
                  <a:pt x="8755" y="14"/>
                </a:lnTo>
                <a:lnTo>
                  <a:pt x="8825" y="28"/>
                </a:lnTo>
                <a:lnTo>
                  <a:pt x="8878" y="42"/>
                </a:lnTo>
                <a:lnTo>
                  <a:pt x="8931" y="70"/>
                </a:lnTo>
                <a:lnTo>
                  <a:pt x="8984" y="85"/>
                </a:lnTo>
                <a:lnTo>
                  <a:pt x="9055" y="100"/>
                </a:lnTo>
                <a:lnTo>
                  <a:pt x="9108" y="128"/>
                </a:lnTo>
                <a:lnTo>
                  <a:pt x="9160" y="128"/>
                </a:lnTo>
                <a:lnTo>
                  <a:pt x="9196" y="85"/>
                </a:lnTo>
                <a:lnTo>
                  <a:pt x="9249" y="56"/>
                </a:lnTo>
                <a:lnTo>
                  <a:pt x="9302" y="56"/>
                </a:lnTo>
                <a:lnTo>
                  <a:pt x="9355" y="70"/>
                </a:lnTo>
                <a:lnTo>
                  <a:pt x="9425" y="100"/>
                </a:lnTo>
                <a:lnTo>
                  <a:pt x="9478" y="128"/>
                </a:lnTo>
                <a:lnTo>
                  <a:pt x="9531" y="142"/>
                </a:lnTo>
                <a:lnTo>
                  <a:pt x="9566" y="185"/>
                </a:lnTo>
                <a:lnTo>
                  <a:pt x="9619" y="199"/>
                </a:lnTo>
                <a:lnTo>
                  <a:pt x="9672" y="213"/>
                </a:lnTo>
                <a:lnTo>
                  <a:pt x="9725" y="242"/>
                </a:lnTo>
                <a:lnTo>
                  <a:pt x="9778" y="242"/>
                </a:lnTo>
                <a:lnTo>
                  <a:pt x="9813" y="270"/>
                </a:lnTo>
                <a:lnTo>
                  <a:pt x="9791" y="263"/>
                </a:lnTo>
                <a:lnTo>
                  <a:pt x="0" y="278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"/>
          <p:cNvSpPr txBox="1"/>
          <p:nvPr/>
        </p:nvSpPr>
        <p:spPr>
          <a:xfrm>
            <a:off x="76320" y="88920"/>
            <a:ext cx="3533760" cy="94464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VARYING Idx1 FROM 1 BY 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UNTIL Idx1 EQUAL TO 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spcBef>
                <a:spcPts val="839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DISPLAY Idx1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spcBef>
                <a:spcPts val="839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77760" y="87480"/>
            <a:ext cx="3272040" cy="68760"/>
          </a:xfrm>
          <a:custGeom>
            <a:avLst/>
            <a:gdLst/>
            <a:ahLst/>
            <a:rect l="0" t="0" r="r" b="b"/>
            <a:pathLst>
              <a:path w="9089" h="191">
                <a:moveTo>
                  <a:pt x="9089" y="3"/>
                </a:moveTo>
                <a:lnTo>
                  <a:pt x="9089" y="0"/>
                </a:lnTo>
                <a:lnTo>
                  <a:pt x="9089" y="3"/>
                </a:lnTo>
                <a:lnTo>
                  <a:pt x="9085" y="9"/>
                </a:lnTo>
                <a:lnTo>
                  <a:pt x="9064" y="9"/>
                </a:lnTo>
                <a:lnTo>
                  <a:pt x="8991" y="27"/>
                </a:lnTo>
                <a:lnTo>
                  <a:pt x="8942" y="44"/>
                </a:lnTo>
                <a:lnTo>
                  <a:pt x="8905" y="62"/>
                </a:lnTo>
                <a:lnTo>
                  <a:pt x="8868" y="62"/>
                </a:lnTo>
                <a:lnTo>
                  <a:pt x="8831" y="68"/>
                </a:lnTo>
                <a:lnTo>
                  <a:pt x="8794" y="68"/>
                </a:lnTo>
                <a:lnTo>
                  <a:pt x="8758" y="68"/>
                </a:lnTo>
                <a:lnTo>
                  <a:pt x="8721" y="68"/>
                </a:lnTo>
                <a:lnTo>
                  <a:pt x="8684" y="68"/>
                </a:lnTo>
                <a:lnTo>
                  <a:pt x="8647" y="68"/>
                </a:lnTo>
                <a:lnTo>
                  <a:pt x="8610" y="80"/>
                </a:lnTo>
                <a:lnTo>
                  <a:pt x="8586" y="97"/>
                </a:lnTo>
                <a:lnTo>
                  <a:pt x="8561" y="115"/>
                </a:lnTo>
                <a:lnTo>
                  <a:pt x="8524" y="120"/>
                </a:lnTo>
                <a:lnTo>
                  <a:pt x="8488" y="120"/>
                </a:lnTo>
                <a:lnTo>
                  <a:pt x="8451" y="109"/>
                </a:lnTo>
                <a:lnTo>
                  <a:pt x="8402" y="97"/>
                </a:lnTo>
                <a:lnTo>
                  <a:pt x="8365" y="97"/>
                </a:lnTo>
                <a:lnTo>
                  <a:pt x="8328" y="91"/>
                </a:lnTo>
                <a:lnTo>
                  <a:pt x="8291" y="80"/>
                </a:lnTo>
                <a:lnTo>
                  <a:pt x="8255" y="74"/>
                </a:lnTo>
                <a:lnTo>
                  <a:pt x="8205" y="74"/>
                </a:lnTo>
                <a:lnTo>
                  <a:pt x="8169" y="68"/>
                </a:lnTo>
                <a:lnTo>
                  <a:pt x="8132" y="62"/>
                </a:lnTo>
                <a:lnTo>
                  <a:pt x="8095" y="57"/>
                </a:lnTo>
                <a:lnTo>
                  <a:pt x="8058" y="57"/>
                </a:lnTo>
                <a:lnTo>
                  <a:pt x="8021" y="51"/>
                </a:lnTo>
                <a:lnTo>
                  <a:pt x="7985" y="44"/>
                </a:lnTo>
                <a:lnTo>
                  <a:pt x="7948" y="38"/>
                </a:lnTo>
                <a:lnTo>
                  <a:pt x="7911" y="32"/>
                </a:lnTo>
                <a:lnTo>
                  <a:pt x="7899" y="51"/>
                </a:lnTo>
                <a:lnTo>
                  <a:pt x="7850" y="57"/>
                </a:lnTo>
                <a:lnTo>
                  <a:pt x="7801" y="57"/>
                </a:lnTo>
                <a:lnTo>
                  <a:pt x="7764" y="62"/>
                </a:lnTo>
                <a:lnTo>
                  <a:pt x="7727" y="74"/>
                </a:lnTo>
                <a:lnTo>
                  <a:pt x="7715" y="91"/>
                </a:lnTo>
                <a:lnTo>
                  <a:pt x="7678" y="97"/>
                </a:lnTo>
                <a:lnTo>
                  <a:pt x="7641" y="97"/>
                </a:lnTo>
                <a:lnTo>
                  <a:pt x="7604" y="97"/>
                </a:lnTo>
                <a:lnTo>
                  <a:pt x="7567" y="109"/>
                </a:lnTo>
                <a:lnTo>
                  <a:pt x="7531" y="115"/>
                </a:lnTo>
                <a:lnTo>
                  <a:pt x="7494" y="120"/>
                </a:lnTo>
                <a:lnTo>
                  <a:pt x="7457" y="126"/>
                </a:lnTo>
                <a:lnTo>
                  <a:pt x="7420" y="138"/>
                </a:lnTo>
                <a:lnTo>
                  <a:pt x="7383" y="145"/>
                </a:lnTo>
                <a:lnTo>
                  <a:pt x="7347" y="145"/>
                </a:lnTo>
                <a:lnTo>
                  <a:pt x="7310" y="138"/>
                </a:lnTo>
                <a:lnTo>
                  <a:pt x="7273" y="126"/>
                </a:lnTo>
                <a:lnTo>
                  <a:pt x="7224" y="120"/>
                </a:lnTo>
                <a:lnTo>
                  <a:pt x="7187" y="115"/>
                </a:lnTo>
                <a:lnTo>
                  <a:pt x="7150" y="109"/>
                </a:lnTo>
                <a:lnTo>
                  <a:pt x="7113" y="103"/>
                </a:lnTo>
                <a:lnTo>
                  <a:pt x="7077" y="103"/>
                </a:lnTo>
                <a:lnTo>
                  <a:pt x="7040" y="91"/>
                </a:lnTo>
                <a:lnTo>
                  <a:pt x="7003" y="86"/>
                </a:lnTo>
                <a:lnTo>
                  <a:pt x="6966" y="86"/>
                </a:lnTo>
                <a:lnTo>
                  <a:pt x="6929" y="80"/>
                </a:lnTo>
                <a:lnTo>
                  <a:pt x="6892" y="80"/>
                </a:lnTo>
                <a:lnTo>
                  <a:pt x="6843" y="74"/>
                </a:lnTo>
                <a:lnTo>
                  <a:pt x="6794" y="68"/>
                </a:lnTo>
                <a:lnTo>
                  <a:pt x="6758" y="62"/>
                </a:lnTo>
                <a:lnTo>
                  <a:pt x="6721" y="57"/>
                </a:lnTo>
                <a:lnTo>
                  <a:pt x="6684" y="57"/>
                </a:lnTo>
                <a:lnTo>
                  <a:pt x="6647" y="57"/>
                </a:lnTo>
                <a:lnTo>
                  <a:pt x="6610" y="57"/>
                </a:lnTo>
                <a:lnTo>
                  <a:pt x="6573" y="57"/>
                </a:lnTo>
                <a:lnTo>
                  <a:pt x="6537" y="57"/>
                </a:lnTo>
                <a:lnTo>
                  <a:pt x="6500" y="57"/>
                </a:lnTo>
                <a:lnTo>
                  <a:pt x="6451" y="57"/>
                </a:lnTo>
                <a:lnTo>
                  <a:pt x="6414" y="51"/>
                </a:lnTo>
                <a:lnTo>
                  <a:pt x="6377" y="38"/>
                </a:lnTo>
                <a:lnTo>
                  <a:pt x="6340" y="38"/>
                </a:lnTo>
                <a:lnTo>
                  <a:pt x="6304" y="38"/>
                </a:lnTo>
                <a:lnTo>
                  <a:pt x="6279" y="57"/>
                </a:lnTo>
                <a:lnTo>
                  <a:pt x="6242" y="68"/>
                </a:lnTo>
                <a:lnTo>
                  <a:pt x="6205" y="74"/>
                </a:lnTo>
                <a:lnTo>
                  <a:pt x="6169" y="91"/>
                </a:lnTo>
                <a:lnTo>
                  <a:pt x="6132" y="97"/>
                </a:lnTo>
                <a:lnTo>
                  <a:pt x="6095" y="103"/>
                </a:lnTo>
                <a:lnTo>
                  <a:pt x="6058" y="109"/>
                </a:lnTo>
                <a:lnTo>
                  <a:pt x="6021" y="109"/>
                </a:lnTo>
                <a:lnTo>
                  <a:pt x="5984" y="103"/>
                </a:lnTo>
                <a:lnTo>
                  <a:pt x="5948" y="91"/>
                </a:lnTo>
                <a:lnTo>
                  <a:pt x="5911" y="86"/>
                </a:lnTo>
                <a:lnTo>
                  <a:pt x="5874" y="86"/>
                </a:lnTo>
                <a:lnTo>
                  <a:pt x="5837" y="80"/>
                </a:lnTo>
                <a:lnTo>
                  <a:pt x="5800" y="74"/>
                </a:lnTo>
                <a:lnTo>
                  <a:pt x="5764" y="62"/>
                </a:lnTo>
                <a:lnTo>
                  <a:pt x="5727" y="62"/>
                </a:lnTo>
                <a:lnTo>
                  <a:pt x="5690" y="51"/>
                </a:lnTo>
                <a:lnTo>
                  <a:pt x="5653" y="44"/>
                </a:lnTo>
                <a:lnTo>
                  <a:pt x="5616" y="44"/>
                </a:lnTo>
                <a:lnTo>
                  <a:pt x="5580" y="38"/>
                </a:lnTo>
                <a:lnTo>
                  <a:pt x="5543" y="38"/>
                </a:lnTo>
                <a:lnTo>
                  <a:pt x="5494" y="32"/>
                </a:lnTo>
                <a:lnTo>
                  <a:pt x="5457" y="27"/>
                </a:lnTo>
                <a:lnTo>
                  <a:pt x="5420" y="27"/>
                </a:lnTo>
                <a:lnTo>
                  <a:pt x="5383" y="27"/>
                </a:lnTo>
                <a:lnTo>
                  <a:pt x="5346" y="27"/>
                </a:lnTo>
                <a:lnTo>
                  <a:pt x="5310" y="27"/>
                </a:lnTo>
                <a:lnTo>
                  <a:pt x="5273" y="32"/>
                </a:lnTo>
                <a:lnTo>
                  <a:pt x="5236" y="44"/>
                </a:lnTo>
                <a:lnTo>
                  <a:pt x="5199" y="62"/>
                </a:lnTo>
                <a:lnTo>
                  <a:pt x="5162" y="74"/>
                </a:lnTo>
                <a:lnTo>
                  <a:pt x="5126" y="86"/>
                </a:lnTo>
                <a:lnTo>
                  <a:pt x="5089" y="97"/>
                </a:lnTo>
                <a:lnTo>
                  <a:pt x="5052" y="103"/>
                </a:lnTo>
                <a:lnTo>
                  <a:pt x="5015" y="103"/>
                </a:lnTo>
                <a:lnTo>
                  <a:pt x="4978" y="103"/>
                </a:lnTo>
                <a:lnTo>
                  <a:pt x="4941" y="109"/>
                </a:lnTo>
                <a:lnTo>
                  <a:pt x="4892" y="109"/>
                </a:lnTo>
                <a:lnTo>
                  <a:pt x="4856" y="115"/>
                </a:lnTo>
                <a:lnTo>
                  <a:pt x="4806" y="120"/>
                </a:lnTo>
                <a:lnTo>
                  <a:pt x="4770" y="126"/>
                </a:lnTo>
                <a:lnTo>
                  <a:pt x="4733" y="126"/>
                </a:lnTo>
                <a:lnTo>
                  <a:pt x="4696" y="132"/>
                </a:lnTo>
                <a:lnTo>
                  <a:pt x="4659" y="132"/>
                </a:lnTo>
                <a:lnTo>
                  <a:pt x="4622" y="132"/>
                </a:lnTo>
                <a:lnTo>
                  <a:pt x="4586" y="132"/>
                </a:lnTo>
                <a:lnTo>
                  <a:pt x="4549" y="132"/>
                </a:lnTo>
                <a:lnTo>
                  <a:pt x="4511" y="126"/>
                </a:lnTo>
                <a:lnTo>
                  <a:pt x="4486" y="109"/>
                </a:lnTo>
                <a:lnTo>
                  <a:pt x="4437" y="91"/>
                </a:lnTo>
                <a:lnTo>
                  <a:pt x="4401" y="86"/>
                </a:lnTo>
                <a:lnTo>
                  <a:pt x="4351" y="74"/>
                </a:lnTo>
                <a:lnTo>
                  <a:pt x="4315" y="62"/>
                </a:lnTo>
                <a:lnTo>
                  <a:pt x="4266" y="62"/>
                </a:lnTo>
                <a:lnTo>
                  <a:pt x="4229" y="57"/>
                </a:lnTo>
                <a:lnTo>
                  <a:pt x="4192" y="44"/>
                </a:lnTo>
                <a:lnTo>
                  <a:pt x="4155" y="44"/>
                </a:lnTo>
                <a:lnTo>
                  <a:pt x="4118" y="38"/>
                </a:lnTo>
                <a:lnTo>
                  <a:pt x="4069" y="51"/>
                </a:lnTo>
                <a:lnTo>
                  <a:pt x="4032" y="62"/>
                </a:lnTo>
                <a:lnTo>
                  <a:pt x="3996" y="74"/>
                </a:lnTo>
                <a:lnTo>
                  <a:pt x="3959" y="80"/>
                </a:lnTo>
                <a:lnTo>
                  <a:pt x="3922" y="86"/>
                </a:lnTo>
                <a:lnTo>
                  <a:pt x="3873" y="97"/>
                </a:lnTo>
                <a:lnTo>
                  <a:pt x="3836" y="103"/>
                </a:lnTo>
                <a:lnTo>
                  <a:pt x="3799" y="115"/>
                </a:lnTo>
                <a:lnTo>
                  <a:pt x="3762" y="115"/>
                </a:lnTo>
                <a:lnTo>
                  <a:pt x="3726" y="115"/>
                </a:lnTo>
                <a:lnTo>
                  <a:pt x="3677" y="109"/>
                </a:lnTo>
                <a:lnTo>
                  <a:pt x="3652" y="91"/>
                </a:lnTo>
                <a:lnTo>
                  <a:pt x="3615" y="80"/>
                </a:lnTo>
                <a:lnTo>
                  <a:pt x="3578" y="68"/>
                </a:lnTo>
                <a:lnTo>
                  <a:pt x="3542" y="51"/>
                </a:lnTo>
                <a:lnTo>
                  <a:pt x="3505" y="38"/>
                </a:lnTo>
                <a:lnTo>
                  <a:pt x="3468" y="27"/>
                </a:lnTo>
                <a:lnTo>
                  <a:pt x="3431" y="21"/>
                </a:lnTo>
                <a:lnTo>
                  <a:pt x="3394" y="21"/>
                </a:lnTo>
                <a:lnTo>
                  <a:pt x="3358" y="21"/>
                </a:lnTo>
                <a:lnTo>
                  <a:pt x="3321" y="27"/>
                </a:lnTo>
                <a:lnTo>
                  <a:pt x="3284" y="27"/>
                </a:lnTo>
                <a:lnTo>
                  <a:pt x="3247" y="27"/>
                </a:lnTo>
                <a:lnTo>
                  <a:pt x="3210" y="27"/>
                </a:lnTo>
                <a:lnTo>
                  <a:pt x="3173" y="27"/>
                </a:lnTo>
                <a:lnTo>
                  <a:pt x="3137" y="32"/>
                </a:lnTo>
                <a:lnTo>
                  <a:pt x="3100" y="32"/>
                </a:lnTo>
                <a:lnTo>
                  <a:pt x="3063" y="32"/>
                </a:lnTo>
                <a:lnTo>
                  <a:pt x="3026" y="32"/>
                </a:lnTo>
                <a:lnTo>
                  <a:pt x="2989" y="38"/>
                </a:lnTo>
                <a:lnTo>
                  <a:pt x="2953" y="38"/>
                </a:lnTo>
                <a:lnTo>
                  <a:pt x="2916" y="38"/>
                </a:lnTo>
                <a:lnTo>
                  <a:pt x="2879" y="38"/>
                </a:lnTo>
                <a:lnTo>
                  <a:pt x="2842" y="38"/>
                </a:lnTo>
                <a:lnTo>
                  <a:pt x="2805" y="38"/>
                </a:lnTo>
                <a:lnTo>
                  <a:pt x="2769" y="44"/>
                </a:lnTo>
                <a:lnTo>
                  <a:pt x="2732" y="57"/>
                </a:lnTo>
                <a:lnTo>
                  <a:pt x="2695" y="62"/>
                </a:lnTo>
                <a:lnTo>
                  <a:pt x="2658" y="74"/>
                </a:lnTo>
                <a:lnTo>
                  <a:pt x="2621" y="80"/>
                </a:lnTo>
                <a:lnTo>
                  <a:pt x="2585" y="97"/>
                </a:lnTo>
                <a:lnTo>
                  <a:pt x="2548" y="103"/>
                </a:lnTo>
                <a:lnTo>
                  <a:pt x="2511" y="109"/>
                </a:lnTo>
                <a:lnTo>
                  <a:pt x="2462" y="115"/>
                </a:lnTo>
                <a:lnTo>
                  <a:pt x="2425" y="120"/>
                </a:lnTo>
                <a:lnTo>
                  <a:pt x="2388" y="126"/>
                </a:lnTo>
                <a:lnTo>
                  <a:pt x="2351" y="126"/>
                </a:lnTo>
                <a:lnTo>
                  <a:pt x="2315" y="126"/>
                </a:lnTo>
                <a:lnTo>
                  <a:pt x="2278" y="115"/>
                </a:lnTo>
                <a:lnTo>
                  <a:pt x="2241" y="103"/>
                </a:lnTo>
                <a:lnTo>
                  <a:pt x="2204" y="97"/>
                </a:lnTo>
                <a:lnTo>
                  <a:pt x="2167" y="86"/>
                </a:lnTo>
                <a:lnTo>
                  <a:pt x="2118" y="86"/>
                </a:lnTo>
                <a:lnTo>
                  <a:pt x="2069" y="80"/>
                </a:lnTo>
                <a:lnTo>
                  <a:pt x="2057" y="62"/>
                </a:lnTo>
                <a:lnTo>
                  <a:pt x="2020" y="57"/>
                </a:lnTo>
                <a:lnTo>
                  <a:pt x="1983" y="57"/>
                </a:lnTo>
                <a:lnTo>
                  <a:pt x="1934" y="57"/>
                </a:lnTo>
                <a:lnTo>
                  <a:pt x="1897" y="57"/>
                </a:lnTo>
                <a:lnTo>
                  <a:pt x="1861" y="57"/>
                </a:lnTo>
                <a:lnTo>
                  <a:pt x="1861" y="74"/>
                </a:lnTo>
                <a:lnTo>
                  <a:pt x="1861" y="91"/>
                </a:lnTo>
                <a:lnTo>
                  <a:pt x="1897" y="103"/>
                </a:lnTo>
                <a:lnTo>
                  <a:pt x="1922" y="120"/>
                </a:lnTo>
                <a:lnTo>
                  <a:pt x="1959" y="138"/>
                </a:lnTo>
                <a:lnTo>
                  <a:pt x="1983" y="156"/>
                </a:lnTo>
                <a:lnTo>
                  <a:pt x="2008" y="174"/>
                </a:lnTo>
                <a:lnTo>
                  <a:pt x="2032" y="191"/>
                </a:lnTo>
                <a:lnTo>
                  <a:pt x="1996" y="180"/>
                </a:lnTo>
                <a:lnTo>
                  <a:pt x="1959" y="162"/>
                </a:lnTo>
                <a:lnTo>
                  <a:pt x="1922" y="150"/>
                </a:lnTo>
                <a:lnTo>
                  <a:pt x="1885" y="138"/>
                </a:lnTo>
                <a:lnTo>
                  <a:pt x="1848" y="126"/>
                </a:lnTo>
                <a:lnTo>
                  <a:pt x="1811" y="109"/>
                </a:lnTo>
                <a:lnTo>
                  <a:pt x="1775" y="91"/>
                </a:lnTo>
                <a:lnTo>
                  <a:pt x="1738" y="80"/>
                </a:lnTo>
                <a:lnTo>
                  <a:pt x="1701" y="74"/>
                </a:lnTo>
                <a:lnTo>
                  <a:pt x="1652" y="68"/>
                </a:lnTo>
                <a:lnTo>
                  <a:pt x="1615" y="68"/>
                </a:lnTo>
                <a:lnTo>
                  <a:pt x="1578" y="68"/>
                </a:lnTo>
                <a:lnTo>
                  <a:pt x="1542" y="68"/>
                </a:lnTo>
                <a:lnTo>
                  <a:pt x="1505" y="62"/>
                </a:lnTo>
                <a:lnTo>
                  <a:pt x="1468" y="62"/>
                </a:lnTo>
                <a:lnTo>
                  <a:pt x="1431" y="62"/>
                </a:lnTo>
                <a:lnTo>
                  <a:pt x="1394" y="62"/>
                </a:lnTo>
                <a:lnTo>
                  <a:pt x="1345" y="62"/>
                </a:lnTo>
                <a:lnTo>
                  <a:pt x="1308" y="62"/>
                </a:lnTo>
                <a:lnTo>
                  <a:pt x="1272" y="68"/>
                </a:lnTo>
                <a:lnTo>
                  <a:pt x="1235" y="68"/>
                </a:lnTo>
                <a:lnTo>
                  <a:pt x="1186" y="68"/>
                </a:lnTo>
                <a:lnTo>
                  <a:pt x="1137" y="68"/>
                </a:lnTo>
                <a:lnTo>
                  <a:pt x="1100" y="68"/>
                </a:lnTo>
                <a:lnTo>
                  <a:pt x="1063" y="68"/>
                </a:lnTo>
                <a:lnTo>
                  <a:pt x="1026" y="80"/>
                </a:lnTo>
                <a:lnTo>
                  <a:pt x="989" y="86"/>
                </a:lnTo>
                <a:lnTo>
                  <a:pt x="977" y="103"/>
                </a:lnTo>
                <a:lnTo>
                  <a:pt x="977" y="120"/>
                </a:lnTo>
                <a:lnTo>
                  <a:pt x="940" y="138"/>
                </a:lnTo>
                <a:lnTo>
                  <a:pt x="903" y="145"/>
                </a:lnTo>
                <a:lnTo>
                  <a:pt x="867" y="145"/>
                </a:lnTo>
                <a:lnTo>
                  <a:pt x="830" y="145"/>
                </a:lnTo>
                <a:lnTo>
                  <a:pt x="793" y="145"/>
                </a:lnTo>
                <a:lnTo>
                  <a:pt x="756" y="150"/>
                </a:lnTo>
                <a:lnTo>
                  <a:pt x="719" y="156"/>
                </a:lnTo>
                <a:lnTo>
                  <a:pt x="670" y="156"/>
                </a:lnTo>
                <a:lnTo>
                  <a:pt x="633" y="156"/>
                </a:lnTo>
                <a:lnTo>
                  <a:pt x="597" y="156"/>
                </a:lnTo>
                <a:lnTo>
                  <a:pt x="560" y="150"/>
                </a:lnTo>
                <a:lnTo>
                  <a:pt x="535" y="132"/>
                </a:lnTo>
                <a:lnTo>
                  <a:pt x="499" y="126"/>
                </a:lnTo>
                <a:lnTo>
                  <a:pt x="462" y="115"/>
                </a:lnTo>
                <a:lnTo>
                  <a:pt x="425" y="109"/>
                </a:lnTo>
                <a:lnTo>
                  <a:pt x="388" y="103"/>
                </a:lnTo>
                <a:lnTo>
                  <a:pt x="351" y="103"/>
                </a:lnTo>
                <a:lnTo>
                  <a:pt x="314" y="97"/>
                </a:lnTo>
                <a:lnTo>
                  <a:pt x="278" y="86"/>
                </a:lnTo>
                <a:lnTo>
                  <a:pt x="241" y="80"/>
                </a:lnTo>
                <a:lnTo>
                  <a:pt x="204" y="68"/>
                </a:lnTo>
                <a:lnTo>
                  <a:pt x="167" y="62"/>
                </a:lnTo>
                <a:lnTo>
                  <a:pt x="130" y="57"/>
                </a:lnTo>
                <a:lnTo>
                  <a:pt x="94" y="44"/>
                </a:lnTo>
                <a:lnTo>
                  <a:pt x="57" y="38"/>
                </a:lnTo>
                <a:lnTo>
                  <a:pt x="8" y="9"/>
                </a:lnTo>
                <a:lnTo>
                  <a:pt x="8" y="5"/>
                </a:lnTo>
                <a:lnTo>
                  <a:pt x="0" y="5"/>
                </a:lnTo>
                <a:lnTo>
                  <a:pt x="0" y="5"/>
                </a:lnTo>
                <a:lnTo>
                  <a:pt x="8" y="11"/>
                </a:lnTo>
                <a:lnTo>
                  <a:pt x="8" y="3"/>
                </a:lnTo>
                <a:lnTo>
                  <a:pt x="9089" y="3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17640" rIns="96120" bIns="176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3181320" y="2476440"/>
            <a:ext cx="1409760" cy="98748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1940040" y="1989000"/>
            <a:ext cx="790560" cy="343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1325520" y="2441520"/>
            <a:ext cx="600120" cy="23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False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0" name=""/>
          <p:cNvGrpSpPr/>
          <p:nvPr/>
        </p:nvGrpSpPr>
        <p:grpSpPr>
          <a:xfrm>
            <a:off x="3949560" y="144360"/>
            <a:ext cx="593640" cy="493920"/>
            <a:chOff x="3949560" y="144360"/>
            <a:chExt cx="593640" cy="493920"/>
          </a:xfrm>
        </p:grpSpPr>
        <p:sp>
          <p:nvSpPr>
            <p:cNvPr id="81" name=""/>
            <p:cNvSpPr txBox="1"/>
            <p:nvPr/>
          </p:nvSpPr>
          <p:spPr>
            <a:xfrm>
              <a:off x="4121280" y="144360"/>
              <a:ext cx="254160" cy="1224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80000"/>
                </a:lnSpc>
              </a:pPr>
              <a:r>
                <a:rPr lang="en-US" sz="10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Idx1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" name=""/>
            <p:cNvSpPr txBox="1"/>
            <p:nvPr/>
          </p:nvSpPr>
          <p:spPr>
            <a:xfrm>
              <a:off x="3949560" y="263520"/>
              <a:ext cx="593640" cy="37476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  <a:effectLst>
              <a:outerShdw dist="0" dir="0" rotWithShape="0">
                <a:srgbClr val="969696">
                  <a:alpha val="50000"/>
                </a:srgbClr>
              </a:outerShdw>
            </a:effectLst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FF3300"/>
                  </a:solidFill>
                  <a:effectLst/>
                  <a:uFillTx/>
                  <a:latin typeface="Arial"/>
                  <a:ea typeface="Arial"/>
                </a:rPr>
                <a:t>1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3" name=""/>
          <p:cNvSpPr/>
          <p:nvPr/>
        </p:nvSpPr>
        <p:spPr>
          <a:xfrm>
            <a:off x="638280" y="1828800"/>
            <a:ext cx="1171440" cy="184788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1809720" y="1123920"/>
            <a:ext cx="0" cy="7048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1809720" y="2581200"/>
            <a:ext cx="0" cy="133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2295360" y="2257560"/>
            <a:ext cx="533520" cy="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1314360" y="3676680"/>
            <a:ext cx="238320" cy="0"/>
          </a:xfrm>
          <a:prstGeom prst="line">
            <a:avLst/>
          </a:prstGeom>
          <a:ln w="12600">
            <a:solidFill>
              <a:srgbClr val="00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 flipH="1">
            <a:off x="1143000" y="1830240"/>
            <a:ext cx="237960" cy="0"/>
          </a:xfrm>
          <a:prstGeom prst="line">
            <a:avLst/>
          </a:prstGeom>
          <a:ln w="12600">
            <a:solidFill>
              <a:srgbClr val="00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638280" y="2657520"/>
            <a:ext cx="0" cy="228600"/>
          </a:xfrm>
          <a:prstGeom prst="line">
            <a:avLst/>
          </a:prstGeom>
          <a:ln w="12600">
            <a:solidFill>
              <a:srgbClr val="00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1809720" y="2962440"/>
            <a:ext cx="0" cy="22860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1420920" y="3225960"/>
            <a:ext cx="77616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Inc Idx1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1306440" y="2735280"/>
            <a:ext cx="1004760" cy="299880"/>
          </a:xfrm>
          <a:prstGeom prst="rect">
            <a:avLst/>
          </a:prstGeom>
          <a:solidFill>
            <a:srgbClr val="FFFF99"/>
          </a:solidFill>
          <a:ln w="12600">
            <a:solidFill>
              <a:srgbClr val="CC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Loop Body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1330200" y="1951200"/>
            <a:ext cx="957240" cy="6112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Idx1 = 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1225440" y="1379520"/>
            <a:ext cx="116856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Move 1 to Idx1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2817720" y="2120760"/>
            <a:ext cx="131904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Next Statement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81000" y="944640"/>
            <a:ext cx="3532680" cy="103680"/>
          </a:xfrm>
          <a:custGeom>
            <a:avLst/>
            <a:gdLst/>
            <a:ahLst/>
            <a:rect l="0" t="0" r="r" b="b"/>
            <a:pathLst>
              <a:path w="9813" h="288">
                <a:moveTo>
                  <a:pt x="0" y="278"/>
                </a:moveTo>
                <a:lnTo>
                  <a:pt x="4" y="256"/>
                </a:lnTo>
                <a:lnTo>
                  <a:pt x="0" y="288"/>
                </a:lnTo>
                <a:lnTo>
                  <a:pt x="110" y="170"/>
                </a:lnTo>
                <a:lnTo>
                  <a:pt x="163" y="170"/>
                </a:lnTo>
                <a:lnTo>
                  <a:pt x="216" y="199"/>
                </a:lnTo>
                <a:lnTo>
                  <a:pt x="286" y="170"/>
                </a:lnTo>
                <a:lnTo>
                  <a:pt x="357" y="128"/>
                </a:lnTo>
                <a:lnTo>
                  <a:pt x="410" y="114"/>
                </a:lnTo>
                <a:lnTo>
                  <a:pt x="463" y="114"/>
                </a:lnTo>
                <a:lnTo>
                  <a:pt x="515" y="100"/>
                </a:lnTo>
                <a:lnTo>
                  <a:pt x="568" y="85"/>
                </a:lnTo>
                <a:lnTo>
                  <a:pt x="621" y="85"/>
                </a:lnTo>
                <a:lnTo>
                  <a:pt x="674" y="100"/>
                </a:lnTo>
                <a:lnTo>
                  <a:pt x="727" y="100"/>
                </a:lnTo>
                <a:lnTo>
                  <a:pt x="780" y="114"/>
                </a:lnTo>
                <a:lnTo>
                  <a:pt x="833" y="142"/>
                </a:lnTo>
                <a:lnTo>
                  <a:pt x="886" y="156"/>
                </a:lnTo>
                <a:lnTo>
                  <a:pt x="939" y="170"/>
                </a:lnTo>
                <a:lnTo>
                  <a:pt x="992" y="185"/>
                </a:lnTo>
                <a:lnTo>
                  <a:pt x="1045" y="199"/>
                </a:lnTo>
                <a:lnTo>
                  <a:pt x="1115" y="185"/>
                </a:lnTo>
                <a:lnTo>
                  <a:pt x="1186" y="156"/>
                </a:lnTo>
                <a:lnTo>
                  <a:pt x="1221" y="114"/>
                </a:lnTo>
                <a:lnTo>
                  <a:pt x="1274" y="114"/>
                </a:lnTo>
                <a:lnTo>
                  <a:pt x="1327" y="100"/>
                </a:lnTo>
                <a:lnTo>
                  <a:pt x="1380" y="85"/>
                </a:lnTo>
                <a:lnTo>
                  <a:pt x="1433" y="70"/>
                </a:lnTo>
                <a:lnTo>
                  <a:pt x="1486" y="114"/>
                </a:lnTo>
                <a:lnTo>
                  <a:pt x="1538" y="142"/>
                </a:lnTo>
                <a:lnTo>
                  <a:pt x="1591" y="185"/>
                </a:lnTo>
                <a:lnTo>
                  <a:pt x="1644" y="213"/>
                </a:lnTo>
                <a:lnTo>
                  <a:pt x="1697" y="213"/>
                </a:lnTo>
                <a:lnTo>
                  <a:pt x="1750" y="185"/>
                </a:lnTo>
                <a:lnTo>
                  <a:pt x="1803" y="170"/>
                </a:lnTo>
                <a:lnTo>
                  <a:pt x="1856" y="142"/>
                </a:lnTo>
                <a:lnTo>
                  <a:pt x="1909" y="128"/>
                </a:lnTo>
                <a:lnTo>
                  <a:pt x="1962" y="114"/>
                </a:lnTo>
                <a:lnTo>
                  <a:pt x="2032" y="100"/>
                </a:lnTo>
                <a:lnTo>
                  <a:pt x="2085" y="100"/>
                </a:lnTo>
                <a:lnTo>
                  <a:pt x="2138" y="85"/>
                </a:lnTo>
                <a:lnTo>
                  <a:pt x="2191" y="85"/>
                </a:lnTo>
                <a:lnTo>
                  <a:pt x="2244" y="85"/>
                </a:lnTo>
                <a:lnTo>
                  <a:pt x="2297" y="70"/>
                </a:lnTo>
                <a:lnTo>
                  <a:pt x="2368" y="56"/>
                </a:lnTo>
                <a:lnTo>
                  <a:pt x="2438" y="56"/>
                </a:lnTo>
                <a:lnTo>
                  <a:pt x="2510" y="42"/>
                </a:lnTo>
                <a:lnTo>
                  <a:pt x="2563" y="85"/>
                </a:lnTo>
                <a:lnTo>
                  <a:pt x="2598" y="128"/>
                </a:lnTo>
                <a:lnTo>
                  <a:pt x="2633" y="170"/>
                </a:lnTo>
                <a:lnTo>
                  <a:pt x="2704" y="185"/>
                </a:lnTo>
                <a:lnTo>
                  <a:pt x="2757" y="170"/>
                </a:lnTo>
                <a:lnTo>
                  <a:pt x="2827" y="156"/>
                </a:lnTo>
                <a:lnTo>
                  <a:pt x="2880" y="142"/>
                </a:lnTo>
                <a:lnTo>
                  <a:pt x="2951" y="128"/>
                </a:lnTo>
                <a:lnTo>
                  <a:pt x="3021" y="128"/>
                </a:lnTo>
                <a:lnTo>
                  <a:pt x="3074" y="114"/>
                </a:lnTo>
                <a:lnTo>
                  <a:pt x="3127" y="100"/>
                </a:lnTo>
                <a:lnTo>
                  <a:pt x="3198" y="85"/>
                </a:lnTo>
                <a:lnTo>
                  <a:pt x="3250" y="70"/>
                </a:lnTo>
                <a:lnTo>
                  <a:pt x="3303" y="56"/>
                </a:lnTo>
                <a:lnTo>
                  <a:pt x="3356" y="42"/>
                </a:lnTo>
                <a:lnTo>
                  <a:pt x="3409" y="70"/>
                </a:lnTo>
                <a:lnTo>
                  <a:pt x="3462" y="100"/>
                </a:lnTo>
                <a:lnTo>
                  <a:pt x="3515" y="128"/>
                </a:lnTo>
                <a:lnTo>
                  <a:pt x="3568" y="156"/>
                </a:lnTo>
                <a:lnTo>
                  <a:pt x="3621" y="185"/>
                </a:lnTo>
                <a:lnTo>
                  <a:pt x="3674" y="185"/>
                </a:lnTo>
                <a:lnTo>
                  <a:pt x="3727" y="185"/>
                </a:lnTo>
                <a:lnTo>
                  <a:pt x="3780" y="170"/>
                </a:lnTo>
                <a:lnTo>
                  <a:pt x="3833" y="156"/>
                </a:lnTo>
                <a:lnTo>
                  <a:pt x="3885" y="156"/>
                </a:lnTo>
                <a:lnTo>
                  <a:pt x="3938" y="142"/>
                </a:lnTo>
                <a:lnTo>
                  <a:pt x="4009" y="142"/>
                </a:lnTo>
                <a:lnTo>
                  <a:pt x="4062" y="128"/>
                </a:lnTo>
                <a:lnTo>
                  <a:pt x="4115" y="128"/>
                </a:lnTo>
                <a:lnTo>
                  <a:pt x="4168" y="128"/>
                </a:lnTo>
                <a:lnTo>
                  <a:pt x="4221" y="128"/>
                </a:lnTo>
                <a:lnTo>
                  <a:pt x="4274" y="128"/>
                </a:lnTo>
                <a:lnTo>
                  <a:pt x="4326" y="128"/>
                </a:lnTo>
                <a:lnTo>
                  <a:pt x="4397" y="114"/>
                </a:lnTo>
                <a:lnTo>
                  <a:pt x="4450" y="100"/>
                </a:lnTo>
                <a:lnTo>
                  <a:pt x="4503" y="70"/>
                </a:lnTo>
                <a:lnTo>
                  <a:pt x="4556" y="56"/>
                </a:lnTo>
                <a:lnTo>
                  <a:pt x="4609" y="42"/>
                </a:lnTo>
                <a:lnTo>
                  <a:pt x="4679" y="28"/>
                </a:lnTo>
                <a:lnTo>
                  <a:pt x="4750" y="56"/>
                </a:lnTo>
                <a:lnTo>
                  <a:pt x="4803" y="100"/>
                </a:lnTo>
                <a:lnTo>
                  <a:pt x="4856" y="128"/>
                </a:lnTo>
                <a:lnTo>
                  <a:pt x="4909" y="142"/>
                </a:lnTo>
                <a:lnTo>
                  <a:pt x="4961" y="170"/>
                </a:lnTo>
                <a:lnTo>
                  <a:pt x="5014" y="170"/>
                </a:lnTo>
                <a:lnTo>
                  <a:pt x="5067" y="170"/>
                </a:lnTo>
                <a:lnTo>
                  <a:pt x="5138" y="156"/>
                </a:lnTo>
                <a:lnTo>
                  <a:pt x="5191" y="142"/>
                </a:lnTo>
                <a:lnTo>
                  <a:pt x="5244" y="114"/>
                </a:lnTo>
                <a:lnTo>
                  <a:pt x="5314" y="85"/>
                </a:lnTo>
                <a:lnTo>
                  <a:pt x="5367" y="70"/>
                </a:lnTo>
                <a:lnTo>
                  <a:pt x="5438" y="42"/>
                </a:lnTo>
                <a:lnTo>
                  <a:pt x="5491" y="42"/>
                </a:lnTo>
                <a:lnTo>
                  <a:pt x="5544" y="42"/>
                </a:lnTo>
                <a:lnTo>
                  <a:pt x="5614" y="28"/>
                </a:lnTo>
                <a:lnTo>
                  <a:pt x="5667" y="14"/>
                </a:lnTo>
                <a:lnTo>
                  <a:pt x="5720" y="14"/>
                </a:lnTo>
                <a:lnTo>
                  <a:pt x="5755" y="56"/>
                </a:lnTo>
                <a:lnTo>
                  <a:pt x="5808" y="85"/>
                </a:lnTo>
                <a:lnTo>
                  <a:pt x="5861" y="114"/>
                </a:lnTo>
                <a:lnTo>
                  <a:pt x="5914" y="156"/>
                </a:lnTo>
                <a:lnTo>
                  <a:pt x="5967" y="185"/>
                </a:lnTo>
                <a:lnTo>
                  <a:pt x="6020" y="199"/>
                </a:lnTo>
                <a:lnTo>
                  <a:pt x="6073" y="199"/>
                </a:lnTo>
                <a:lnTo>
                  <a:pt x="6126" y="170"/>
                </a:lnTo>
                <a:lnTo>
                  <a:pt x="6179" y="142"/>
                </a:lnTo>
                <a:lnTo>
                  <a:pt x="6231" y="114"/>
                </a:lnTo>
                <a:lnTo>
                  <a:pt x="6284" y="100"/>
                </a:lnTo>
                <a:lnTo>
                  <a:pt x="6337" y="85"/>
                </a:lnTo>
                <a:lnTo>
                  <a:pt x="6408" y="70"/>
                </a:lnTo>
                <a:lnTo>
                  <a:pt x="6461" y="70"/>
                </a:lnTo>
                <a:lnTo>
                  <a:pt x="6514" y="70"/>
                </a:lnTo>
                <a:lnTo>
                  <a:pt x="6567" y="56"/>
                </a:lnTo>
                <a:lnTo>
                  <a:pt x="6619" y="56"/>
                </a:lnTo>
                <a:lnTo>
                  <a:pt x="6672" y="28"/>
                </a:lnTo>
                <a:lnTo>
                  <a:pt x="6743" y="42"/>
                </a:lnTo>
                <a:lnTo>
                  <a:pt x="6831" y="85"/>
                </a:lnTo>
                <a:lnTo>
                  <a:pt x="6884" y="100"/>
                </a:lnTo>
                <a:lnTo>
                  <a:pt x="6955" y="142"/>
                </a:lnTo>
                <a:lnTo>
                  <a:pt x="7008" y="156"/>
                </a:lnTo>
                <a:lnTo>
                  <a:pt x="7060" y="185"/>
                </a:lnTo>
                <a:lnTo>
                  <a:pt x="7113" y="213"/>
                </a:lnTo>
                <a:lnTo>
                  <a:pt x="7166" y="213"/>
                </a:lnTo>
                <a:lnTo>
                  <a:pt x="7219" y="199"/>
                </a:lnTo>
                <a:lnTo>
                  <a:pt x="7290" y="170"/>
                </a:lnTo>
                <a:lnTo>
                  <a:pt x="7343" y="128"/>
                </a:lnTo>
                <a:lnTo>
                  <a:pt x="7397" y="114"/>
                </a:lnTo>
                <a:lnTo>
                  <a:pt x="7450" y="100"/>
                </a:lnTo>
                <a:lnTo>
                  <a:pt x="7502" y="85"/>
                </a:lnTo>
                <a:lnTo>
                  <a:pt x="7573" y="70"/>
                </a:lnTo>
                <a:lnTo>
                  <a:pt x="7626" y="56"/>
                </a:lnTo>
                <a:lnTo>
                  <a:pt x="7679" y="42"/>
                </a:lnTo>
                <a:lnTo>
                  <a:pt x="7732" y="28"/>
                </a:lnTo>
                <a:lnTo>
                  <a:pt x="7785" y="28"/>
                </a:lnTo>
                <a:lnTo>
                  <a:pt x="7838" y="42"/>
                </a:lnTo>
                <a:lnTo>
                  <a:pt x="7926" y="70"/>
                </a:lnTo>
                <a:lnTo>
                  <a:pt x="7979" y="100"/>
                </a:lnTo>
                <a:lnTo>
                  <a:pt x="8032" y="114"/>
                </a:lnTo>
                <a:lnTo>
                  <a:pt x="8085" y="128"/>
                </a:lnTo>
                <a:lnTo>
                  <a:pt x="8137" y="142"/>
                </a:lnTo>
                <a:lnTo>
                  <a:pt x="8190" y="142"/>
                </a:lnTo>
                <a:lnTo>
                  <a:pt x="8243" y="114"/>
                </a:lnTo>
                <a:lnTo>
                  <a:pt x="8296" y="100"/>
                </a:lnTo>
                <a:lnTo>
                  <a:pt x="8349" y="70"/>
                </a:lnTo>
                <a:lnTo>
                  <a:pt x="8402" y="42"/>
                </a:lnTo>
                <a:lnTo>
                  <a:pt x="8455" y="28"/>
                </a:lnTo>
                <a:lnTo>
                  <a:pt x="8525" y="14"/>
                </a:lnTo>
                <a:lnTo>
                  <a:pt x="8578" y="0"/>
                </a:lnTo>
                <a:lnTo>
                  <a:pt x="8631" y="0"/>
                </a:lnTo>
                <a:lnTo>
                  <a:pt x="8702" y="0"/>
                </a:lnTo>
                <a:lnTo>
                  <a:pt x="8755" y="14"/>
                </a:lnTo>
                <a:lnTo>
                  <a:pt x="8825" y="28"/>
                </a:lnTo>
                <a:lnTo>
                  <a:pt x="8878" y="42"/>
                </a:lnTo>
                <a:lnTo>
                  <a:pt x="8931" y="70"/>
                </a:lnTo>
                <a:lnTo>
                  <a:pt x="8984" y="85"/>
                </a:lnTo>
                <a:lnTo>
                  <a:pt x="9055" y="100"/>
                </a:lnTo>
                <a:lnTo>
                  <a:pt x="9108" y="128"/>
                </a:lnTo>
                <a:lnTo>
                  <a:pt x="9160" y="128"/>
                </a:lnTo>
                <a:lnTo>
                  <a:pt x="9196" y="85"/>
                </a:lnTo>
                <a:lnTo>
                  <a:pt x="9249" y="56"/>
                </a:lnTo>
                <a:lnTo>
                  <a:pt x="9302" y="56"/>
                </a:lnTo>
                <a:lnTo>
                  <a:pt x="9355" y="70"/>
                </a:lnTo>
                <a:lnTo>
                  <a:pt x="9425" y="100"/>
                </a:lnTo>
                <a:lnTo>
                  <a:pt x="9478" y="128"/>
                </a:lnTo>
                <a:lnTo>
                  <a:pt x="9531" y="142"/>
                </a:lnTo>
                <a:lnTo>
                  <a:pt x="9566" y="185"/>
                </a:lnTo>
                <a:lnTo>
                  <a:pt x="9619" y="199"/>
                </a:lnTo>
                <a:lnTo>
                  <a:pt x="9672" y="213"/>
                </a:lnTo>
                <a:lnTo>
                  <a:pt x="9725" y="242"/>
                </a:lnTo>
                <a:lnTo>
                  <a:pt x="9778" y="242"/>
                </a:lnTo>
                <a:lnTo>
                  <a:pt x="9813" y="270"/>
                </a:lnTo>
                <a:lnTo>
                  <a:pt x="9791" y="263"/>
                </a:lnTo>
                <a:lnTo>
                  <a:pt x="0" y="278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"/>
          <p:cNvSpPr txBox="1"/>
          <p:nvPr/>
        </p:nvSpPr>
        <p:spPr>
          <a:xfrm>
            <a:off x="76320" y="88920"/>
            <a:ext cx="3533760" cy="94464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VARYING Idx1 FROM 1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BY 1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UNTIL Idx1 EQUAL TO 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spcBef>
                <a:spcPts val="839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DISPLAY Idx1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spcBef>
                <a:spcPts val="839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/>
          <p:nvPr/>
        </p:nvSpPr>
        <p:spPr>
          <a:xfrm>
            <a:off x="77760" y="87480"/>
            <a:ext cx="3272040" cy="68760"/>
          </a:xfrm>
          <a:custGeom>
            <a:avLst/>
            <a:gdLst/>
            <a:ahLst/>
            <a:rect l="0" t="0" r="r" b="b"/>
            <a:pathLst>
              <a:path w="9089" h="191">
                <a:moveTo>
                  <a:pt x="9089" y="3"/>
                </a:moveTo>
                <a:lnTo>
                  <a:pt x="9089" y="0"/>
                </a:lnTo>
                <a:lnTo>
                  <a:pt x="9089" y="3"/>
                </a:lnTo>
                <a:lnTo>
                  <a:pt x="9085" y="9"/>
                </a:lnTo>
                <a:lnTo>
                  <a:pt x="9064" y="9"/>
                </a:lnTo>
                <a:lnTo>
                  <a:pt x="8991" y="27"/>
                </a:lnTo>
                <a:lnTo>
                  <a:pt x="8942" y="44"/>
                </a:lnTo>
                <a:lnTo>
                  <a:pt x="8905" y="62"/>
                </a:lnTo>
                <a:lnTo>
                  <a:pt x="8868" y="62"/>
                </a:lnTo>
                <a:lnTo>
                  <a:pt x="8831" y="68"/>
                </a:lnTo>
                <a:lnTo>
                  <a:pt x="8794" y="68"/>
                </a:lnTo>
                <a:lnTo>
                  <a:pt x="8758" y="68"/>
                </a:lnTo>
                <a:lnTo>
                  <a:pt x="8721" y="68"/>
                </a:lnTo>
                <a:lnTo>
                  <a:pt x="8684" y="68"/>
                </a:lnTo>
                <a:lnTo>
                  <a:pt x="8647" y="68"/>
                </a:lnTo>
                <a:lnTo>
                  <a:pt x="8610" y="80"/>
                </a:lnTo>
                <a:lnTo>
                  <a:pt x="8586" y="97"/>
                </a:lnTo>
                <a:lnTo>
                  <a:pt x="8561" y="115"/>
                </a:lnTo>
                <a:lnTo>
                  <a:pt x="8524" y="120"/>
                </a:lnTo>
                <a:lnTo>
                  <a:pt x="8488" y="120"/>
                </a:lnTo>
                <a:lnTo>
                  <a:pt x="8451" y="109"/>
                </a:lnTo>
                <a:lnTo>
                  <a:pt x="8402" y="97"/>
                </a:lnTo>
                <a:lnTo>
                  <a:pt x="8365" y="97"/>
                </a:lnTo>
                <a:lnTo>
                  <a:pt x="8328" y="91"/>
                </a:lnTo>
                <a:lnTo>
                  <a:pt x="8291" y="80"/>
                </a:lnTo>
                <a:lnTo>
                  <a:pt x="8255" y="74"/>
                </a:lnTo>
                <a:lnTo>
                  <a:pt x="8205" y="74"/>
                </a:lnTo>
                <a:lnTo>
                  <a:pt x="8169" y="68"/>
                </a:lnTo>
                <a:lnTo>
                  <a:pt x="8132" y="62"/>
                </a:lnTo>
                <a:lnTo>
                  <a:pt x="8095" y="57"/>
                </a:lnTo>
                <a:lnTo>
                  <a:pt x="8058" y="57"/>
                </a:lnTo>
                <a:lnTo>
                  <a:pt x="8021" y="51"/>
                </a:lnTo>
                <a:lnTo>
                  <a:pt x="7985" y="44"/>
                </a:lnTo>
                <a:lnTo>
                  <a:pt x="7948" y="38"/>
                </a:lnTo>
                <a:lnTo>
                  <a:pt x="7911" y="32"/>
                </a:lnTo>
                <a:lnTo>
                  <a:pt x="7899" y="51"/>
                </a:lnTo>
                <a:lnTo>
                  <a:pt x="7850" y="57"/>
                </a:lnTo>
                <a:lnTo>
                  <a:pt x="7801" y="57"/>
                </a:lnTo>
                <a:lnTo>
                  <a:pt x="7764" y="62"/>
                </a:lnTo>
                <a:lnTo>
                  <a:pt x="7727" y="74"/>
                </a:lnTo>
                <a:lnTo>
                  <a:pt x="7715" y="91"/>
                </a:lnTo>
                <a:lnTo>
                  <a:pt x="7678" y="97"/>
                </a:lnTo>
                <a:lnTo>
                  <a:pt x="7641" y="97"/>
                </a:lnTo>
                <a:lnTo>
                  <a:pt x="7604" y="97"/>
                </a:lnTo>
                <a:lnTo>
                  <a:pt x="7567" y="109"/>
                </a:lnTo>
                <a:lnTo>
                  <a:pt x="7531" y="115"/>
                </a:lnTo>
                <a:lnTo>
                  <a:pt x="7494" y="120"/>
                </a:lnTo>
                <a:lnTo>
                  <a:pt x="7457" y="126"/>
                </a:lnTo>
                <a:lnTo>
                  <a:pt x="7420" y="138"/>
                </a:lnTo>
                <a:lnTo>
                  <a:pt x="7383" y="145"/>
                </a:lnTo>
                <a:lnTo>
                  <a:pt x="7347" y="145"/>
                </a:lnTo>
                <a:lnTo>
                  <a:pt x="7310" y="138"/>
                </a:lnTo>
                <a:lnTo>
                  <a:pt x="7273" y="126"/>
                </a:lnTo>
                <a:lnTo>
                  <a:pt x="7224" y="120"/>
                </a:lnTo>
                <a:lnTo>
                  <a:pt x="7187" y="115"/>
                </a:lnTo>
                <a:lnTo>
                  <a:pt x="7150" y="109"/>
                </a:lnTo>
                <a:lnTo>
                  <a:pt x="7113" y="103"/>
                </a:lnTo>
                <a:lnTo>
                  <a:pt x="7077" y="103"/>
                </a:lnTo>
                <a:lnTo>
                  <a:pt x="7040" y="91"/>
                </a:lnTo>
                <a:lnTo>
                  <a:pt x="7003" y="86"/>
                </a:lnTo>
                <a:lnTo>
                  <a:pt x="6966" y="86"/>
                </a:lnTo>
                <a:lnTo>
                  <a:pt x="6929" y="80"/>
                </a:lnTo>
                <a:lnTo>
                  <a:pt x="6892" y="80"/>
                </a:lnTo>
                <a:lnTo>
                  <a:pt x="6843" y="74"/>
                </a:lnTo>
                <a:lnTo>
                  <a:pt x="6794" y="68"/>
                </a:lnTo>
                <a:lnTo>
                  <a:pt x="6758" y="62"/>
                </a:lnTo>
                <a:lnTo>
                  <a:pt x="6721" y="57"/>
                </a:lnTo>
                <a:lnTo>
                  <a:pt x="6684" y="57"/>
                </a:lnTo>
                <a:lnTo>
                  <a:pt x="6647" y="57"/>
                </a:lnTo>
                <a:lnTo>
                  <a:pt x="6610" y="57"/>
                </a:lnTo>
                <a:lnTo>
                  <a:pt x="6573" y="57"/>
                </a:lnTo>
                <a:lnTo>
                  <a:pt x="6537" y="57"/>
                </a:lnTo>
                <a:lnTo>
                  <a:pt x="6500" y="57"/>
                </a:lnTo>
                <a:lnTo>
                  <a:pt x="6451" y="57"/>
                </a:lnTo>
                <a:lnTo>
                  <a:pt x="6414" y="51"/>
                </a:lnTo>
                <a:lnTo>
                  <a:pt x="6377" y="38"/>
                </a:lnTo>
                <a:lnTo>
                  <a:pt x="6340" y="38"/>
                </a:lnTo>
                <a:lnTo>
                  <a:pt x="6304" y="38"/>
                </a:lnTo>
                <a:lnTo>
                  <a:pt x="6279" y="57"/>
                </a:lnTo>
                <a:lnTo>
                  <a:pt x="6242" y="68"/>
                </a:lnTo>
                <a:lnTo>
                  <a:pt x="6205" y="74"/>
                </a:lnTo>
                <a:lnTo>
                  <a:pt x="6169" y="91"/>
                </a:lnTo>
                <a:lnTo>
                  <a:pt x="6132" y="97"/>
                </a:lnTo>
                <a:lnTo>
                  <a:pt x="6095" y="103"/>
                </a:lnTo>
                <a:lnTo>
                  <a:pt x="6058" y="109"/>
                </a:lnTo>
                <a:lnTo>
                  <a:pt x="6021" y="109"/>
                </a:lnTo>
                <a:lnTo>
                  <a:pt x="5984" y="103"/>
                </a:lnTo>
                <a:lnTo>
                  <a:pt x="5948" y="91"/>
                </a:lnTo>
                <a:lnTo>
                  <a:pt x="5911" y="86"/>
                </a:lnTo>
                <a:lnTo>
                  <a:pt x="5874" y="86"/>
                </a:lnTo>
                <a:lnTo>
                  <a:pt x="5837" y="80"/>
                </a:lnTo>
                <a:lnTo>
                  <a:pt x="5800" y="74"/>
                </a:lnTo>
                <a:lnTo>
                  <a:pt x="5764" y="62"/>
                </a:lnTo>
                <a:lnTo>
                  <a:pt x="5727" y="62"/>
                </a:lnTo>
                <a:lnTo>
                  <a:pt x="5690" y="51"/>
                </a:lnTo>
                <a:lnTo>
                  <a:pt x="5653" y="44"/>
                </a:lnTo>
                <a:lnTo>
                  <a:pt x="5616" y="44"/>
                </a:lnTo>
                <a:lnTo>
                  <a:pt x="5580" y="38"/>
                </a:lnTo>
                <a:lnTo>
                  <a:pt x="5543" y="38"/>
                </a:lnTo>
                <a:lnTo>
                  <a:pt x="5494" y="32"/>
                </a:lnTo>
                <a:lnTo>
                  <a:pt x="5457" y="27"/>
                </a:lnTo>
                <a:lnTo>
                  <a:pt x="5420" y="27"/>
                </a:lnTo>
                <a:lnTo>
                  <a:pt x="5383" y="27"/>
                </a:lnTo>
                <a:lnTo>
                  <a:pt x="5346" y="27"/>
                </a:lnTo>
                <a:lnTo>
                  <a:pt x="5310" y="27"/>
                </a:lnTo>
                <a:lnTo>
                  <a:pt x="5273" y="32"/>
                </a:lnTo>
                <a:lnTo>
                  <a:pt x="5236" y="44"/>
                </a:lnTo>
                <a:lnTo>
                  <a:pt x="5199" y="62"/>
                </a:lnTo>
                <a:lnTo>
                  <a:pt x="5162" y="74"/>
                </a:lnTo>
                <a:lnTo>
                  <a:pt x="5126" y="86"/>
                </a:lnTo>
                <a:lnTo>
                  <a:pt x="5089" y="97"/>
                </a:lnTo>
                <a:lnTo>
                  <a:pt x="5052" y="103"/>
                </a:lnTo>
                <a:lnTo>
                  <a:pt x="5015" y="103"/>
                </a:lnTo>
                <a:lnTo>
                  <a:pt x="4978" y="103"/>
                </a:lnTo>
                <a:lnTo>
                  <a:pt x="4941" y="109"/>
                </a:lnTo>
                <a:lnTo>
                  <a:pt x="4892" y="109"/>
                </a:lnTo>
                <a:lnTo>
                  <a:pt x="4856" y="115"/>
                </a:lnTo>
                <a:lnTo>
                  <a:pt x="4806" y="120"/>
                </a:lnTo>
                <a:lnTo>
                  <a:pt x="4770" y="126"/>
                </a:lnTo>
                <a:lnTo>
                  <a:pt x="4733" y="126"/>
                </a:lnTo>
                <a:lnTo>
                  <a:pt x="4696" y="132"/>
                </a:lnTo>
                <a:lnTo>
                  <a:pt x="4659" y="132"/>
                </a:lnTo>
                <a:lnTo>
                  <a:pt x="4622" y="132"/>
                </a:lnTo>
                <a:lnTo>
                  <a:pt x="4586" y="132"/>
                </a:lnTo>
                <a:lnTo>
                  <a:pt x="4549" y="132"/>
                </a:lnTo>
                <a:lnTo>
                  <a:pt x="4511" y="126"/>
                </a:lnTo>
                <a:lnTo>
                  <a:pt x="4486" y="109"/>
                </a:lnTo>
                <a:lnTo>
                  <a:pt x="4437" y="91"/>
                </a:lnTo>
                <a:lnTo>
                  <a:pt x="4401" y="86"/>
                </a:lnTo>
                <a:lnTo>
                  <a:pt x="4351" y="74"/>
                </a:lnTo>
                <a:lnTo>
                  <a:pt x="4315" y="62"/>
                </a:lnTo>
                <a:lnTo>
                  <a:pt x="4266" y="62"/>
                </a:lnTo>
                <a:lnTo>
                  <a:pt x="4229" y="57"/>
                </a:lnTo>
                <a:lnTo>
                  <a:pt x="4192" y="44"/>
                </a:lnTo>
                <a:lnTo>
                  <a:pt x="4155" y="44"/>
                </a:lnTo>
                <a:lnTo>
                  <a:pt x="4118" y="38"/>
                </a:lnTo>
                <a:lnTo>
                  <a:pt x="4069" y="51"/>
                </a:lnTo>
                <a:lnTo>
                  <a:pt x="4032" y="62"/>
                </a:lnTo>
                <a:lnTo>
                  <a:pt x="3996" y="74"/>
                </a:lnTo>
                <a:lnTo>
                  <a:pt x="3959" y="80"/>
                </a:lnTo>
                <a:lnTo>
                  <a:pt x="3922" y="86"/>
                </a:lnTo>
                <a:lnTo>
                  <a:pt x="3873" y="97"/>
                </a:lnTo>
                <a:lnTo>
                  <a:pt x="3836" y="103"/>
                </a:lnTo>
                <a:lnTo>
                  <a:pt x="3799" y="115"/>
                </a:lnTo>
                <a:lnTo>
                  <a:pt x="3762" y="115"/>
                </a:lnTo>
                <a:lnTo>
                  <a:pt x="3726" y="115"/>
                </a:lnTo>
                <a:lnTo>
                  <a:pt x="3677" y="109"/>
                </a:lnTo>
                <a:lnTo>
                  <a:pt x="3652" y="91"/>
                </a:lnTo>
                <a:lnTo>
                  <a:pt x="3615" y="80"/>
                </a:lnTo>
                <a:lnTo>
                  <a:pt x="3578" y="68"/>
                </a:lnTo>
                <a:lnTo>
                  <a:pt x="3542" y="51"/>
                </a:lnTo>
                <a:lnTo>
                  <a:pt x="3505" y="38"/>
                </a:lnTo>
                <a:lnTo>
                  <a:pt x="3468" y="27"/>
                </a:lnTo>
                <a:lnTo>
                  <a:pt x="3431" y="21"/>
                </a:lnTo>
                <a:lnTo>
                  <a:pt x="3394" y="21"/>
                </a:lnTo>
                <a:lnTo>
                  <a:pt x="3358" y="21"/>
                </a:lnTo>
                <a:lnTo>
                  <a:pt x="3321" y="27"/>
                </a:lnTo>
                <a:lnTo>
                  <a:pt x="3284" y="27"/>
                </a:lnTo>
                <a:lnTo>
                  <a:pt x="3247" y="27"/>
                </a:lnTo>
                <a:lnTo>
                  <a:pt x="3210" y="27"/>
                </a:lnTo>
                <a:lnTo>
                  <a:pt x="3173" y="27"/>
                </a:lnTo>
                <a:lnTo>
                  <a:pt x="3137" y="32"/>
                </a:lnTo>
                <a:lnTo>
                  <a:pt x="3100" y="32"/>
                </a:lnTo>
                <a:lnTo>
                  <a:pt x="3063" y="32"/>
                </a:lnTo>
                <a:lnTo>
                  <a:pt x="3026" y="32"/>
                </a:lnTo>
                <a:lnTo>
                  <a:pt x="2989" y="38"/>
                </a:lnTo>
                <a:lnTo>
                  <a:pt x="2953" y="38"/>
                </a:lnTo>
                <a:lnTo>
                  <a:pt x="2916" y="38"/>
                </a:lnTo>
                <a:lnTo>
                  <a:pt x="2879" y="38"/>
                </a:lnTo>
                <a:lnTo>
                  <a:pt x="2842" y="38"/>
                </a:lnTo>
                <a:lnTo>
                  <a:pt x="2805" y="38"/>
                </a:lnTo>
                <a:lnTo>
                  <a:pt x="2769" y="44"/>
                </a:lnTo>
                <a:lnTo>
                  <a:pt x="2732" y="57"/>
                </a:lnTo>
                <a:lnTo>
                  <a:pt x="2695" y="62"/>
                </a:lnTo>
                <a:lnTo>
                  <a:pt x="2658" y="74"/>
                </a:lnTo>
                <a:lnTo>
                  <a:pt x="2621" y="80"/>
                </a:lnTo>
                <a:lnTo>
                  <a:pt x="2585" y="97"/>
                </a:lnTo>
                <a:lnTo>
                  <a:pt x="2548" y="103"/>
                </a:lnTo>
                <a:lnTo>
                  <a:pt x="2511" y="109"/>
                </a:lnTo>
                <a:lnTo>
                  <a:pt x="2462" y="115"/>
                </a:lnTo>
                <a:lnTo>
                  <a:pt x="2425" y="120"/>
                </a:lnTo>
                <a:lnTo>
                  <a:pt x="2388" y="126"/>
                </a:lnTo>
                <a:lnTo>
                  <a:pt x="2351" y="126"/>
                </a:lnTo>
                <a:lnTo>
                  <a:pt x="2315" y="126"/>
                </a:lnTo>
                <a:lnTo>
                  <a:pt x="2278" y="115"/>
                </a:lnTo>
                <a:lnTo>
                  <a:pt x="2241" y="103"/>
                </a:lnTo>
                <a:lnTo>
                  <a:pt x="2204" y="97"/>
                </a:lnTo>
                <a:lnTo>
                  <a:pt x="2167" y="86"/>
                </a:lnTo>
                <a:lnTo>
                  <a:pt x="2118" y="86"/>
                </a:lnTo>
                <a:lnTo>
                  <a:pt x="2069" y="80"/>
                </a:lnTo>
                <a:lnTo>
                  <a:pt x="2057" y="62"/>
                </a:lnTo>
                <a:lnTo>
                  <a:pt x="2020" y="57"/>
                </a:lnTo>
                <a:lnTo>
                  <a:pt x="1983" y="57"/>
                </a:lnTo>
                <a:lnTo>
                  <a:pt x="1934" y="57"/>
                </a:lnTo>
                <a:lnTo>
                  <a:pt x="1897" y="57"/>
                </a:lnTo>
                <a:lnTo>
                  <a:pt x="1861" y="57"/>
                </a:lnTo>
                <a:lnTo>
                  <a:pt x="1861" y="74"/>
                </a:lnTo>
                <a:lnTo>
                  <a:pt x="1861" y="91"/>
                </a:lnTo>
                <a:lnTo>
                  <a:pt x="1897" y="103"/>
                </a:lnTo>
                <a:lnTo>
                  <a:pt x="1922" y="120"/>
                </a:lnTo>
                <a:lnTo>
                  <a:pt x="1959" y="138"/>
                </a:lnTo>
                <a:lnTo>
                  <a:pt x="1983" y="156"/>
                </a:lnTo>
                <a:lnTo>
                  <a:pt x="2008" y="174"/>
                </a:lnTo>
                <a:lnTo>
                  <a:pt x="2032" y="191"/>
                </a:lnTo>
                <a:lnTo>
                  <a:pt x="1996" y="180"/>
                </a:lnTo>
                <a:lnTo>
                  <a:pt x="1959" y="162"/>
                </a:lnTo>
                <a:lnTo>
                  <a:pt x="1922" y="150"/>
                </a:lnTo>
                <a:lnTo>
                  <a:pt x="1885" y="138"/>
                </a:lnTo>
                <a:lnTo>
                  <a:pt x="1848" y="126"/>
                </a:lnTo>
                <a:lnTo>
                  <a:pt x="1811" y="109"/>
                </a:lnTo>
                <a:lnTo>
                  <a:pt x="1775" y="91"/>
                </a:lnTo>
                <a:lnTo>
                  <a:pt x="1738" y="80"/>
                </a:lnTo>
                <a:lnTo>
                  <a:pt x="1701" y="74"/>
                </a:lnTo>
                <a:lnTo>
                  <a:pt x="1652" y="68"/>
                </a:lnTo>
                <a:lnTo>
                  <a:pt x="1615" y="68"/>
                </a:lnTo>
                <a:lnTo>
                  <a:pt x="1578" y="68"/>
                </a:lnTo>
                <a:lnTo>
                  <a:pt x="1542" y="68"/>
                </a:lnTo>
                <a:lnTo>
                  <a:pt x="1505" y="62"/>
                </a:lnTo>
                <a:lnTo>
                  <a:pt x="1468" y="62"/>
                </a:lnTo>
                <a:lnTo>
                  <a:pt x="1431" y="62"/>
                </a:lnTo>
                <a:lnTo>
                  <a:pt x="1394" y="62"/>
                </a:lnTo>
                <a:lnTo>
                  <a:pt x="1345" y="62"/>
                </a:lnTo>
                <a:lnTo>
                  <a:pt x="1308" y="62"/>
                </a:lnTo>
                <a:lnTo>
                  <a:pt x="1272" y="68"/>
                </a:lnTo>
                <a:lnTo>
                  <a:pt x="1235" y="68"/>
                </a:lnTo>
                <a:lnTo>
                  <a:pt x="1186" y="68"/>
                </a:lnTo>
                <a:lnTo>
                  <a:pt x="1137" y="68"/>
                </a:lnTo>
                <a:lnTo>
                  <a:pt x="1100" y="68"/>
                </a:lnTo>
                <a:lnTo>
                  <a:pt x="1063" y="68"/>
                </a:lnTo>
                <a:lnTo>
                  <a:pt x="1026" y="80"/>
                </a:lnTo>
                <a:lnTo>
                  <a:pt x="989" y="86"/>
                </a:lnTo>
                <a:lnTo>
                  <a:pt x="977" y="103"/>
                </a:lnTo>
                <a:lnTo>
                  <a:pt x="977" y="120"/>
                </a:lnTo>
                <a:lnTo>
                  <a:pt x="940" y="138"/>
                </a:lnTo>
                <a:lnTo>
                  <a:pt x="903" y="145"/>
                </a:lnTo>
                <a:lnTo>
                  <a:pt x="867" y="145"/>
                </a:lnTo>
                <a:lnTo>
                  <a:pt x="830" y="145"/>
                </a:lnTo>
                <a:lnTo>
                  <a:pt x="793" y="145"/>
                </a:lnTo>
                <a:lnTo>
                  <a:pt x="756" y="150"/>
                </a:lnTo>
                <a:lnTo>
                  <a:pt x="719" y="156"/>
                </a:lnTo>
                <a:lnTo>
                  <a:pt x="670" y="156"/>
                </a:lnTo>
                <a:lnTo>
                  <a:pt x="633" y="156"/>
                </a:lnTo>
                <a:lnTo>
                  <a:pt x="597" y="156"/>
                </a:lnTo>
                <a:lnTo>
                  <a:pt x="560" y="150"/>
                </a:lnTo>
                <a:lnTo>
                  <a:pt x="535" y="132"/>
                </a:lnTo>
                <a:lnTo>
                  <a:pt x="499" y="126"/>
                </a:lnTo>
                <a:lnTo>
                  <a:pt x="462" y="115"/>
                </a:lnTo>
                <a:lnTo>
                  <a:pt x="425" y="109"/>
                </a:lnTo>
                <a:lnTo>
                  <a:pt x="388" y="103"/>
                </a:lnTo>
                <a:lnTo>
                  <a:pt x="351" y="103"/>
                </a:lnTo>
                <a:lnTo>
                  <a:pt x="314" y="97"/>
                </a:lnTo>
                <a:lnTo>
                  <a:pt x="278" y="86"/>
                </a:lnTo>
                <a:lnTo>
                  <a:pt x="241" y="80"/>
                </a:lnTo>
                <a:lnTo>
                  <a:pt x="204" y="68"/>
                </a:lnTo>
                <a:lnTo>
                  <a:pt x="167" y="62"/>
                </a:lnTo>
                <a:lnTo>
                  <a:pt x="130" y="57"/>
                </a:lnTo>
                <a:lnTo>
                  <a:pt x="94" y="44"/>
                </a:lnTo>
                <a:lnTo>
                  <a:pt x="57" y="38"/>
                </a:lnTo>
                <a:lnTo>
                  <a:pt x="8" y="9"/>
                </a:lnTo>
                <a:lnTo>
                  <a:pt x="8" y="5"/>
                </a:lnTo>
                <a:lnTo>
                  <a:pt x="0" y="5"/>
                </a:lnTo>
                <a:lnTo>
                  <a:pt x="0" y="5"/>
                </a:lnTo>
                <a:lnTo>
                  <a:pt x="8" y="11"/>
                </a:lnTo>
                <a:lnTo>
                  <a:pt x="8" y="3"/>
                </a:lnTo>
                <a:lnTo>
                  <a:pt x="9089" y="3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17640" rIns="96120" bIns="176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3181320" y="2476440"/>
            <a:ext cx="1409760" cy="98748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1940040" y="1989000"/>
            <a:ext cx="790560" cy="343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1325520" y="2441520"/>
            <a:ext cx="600120" cy="23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False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2" name=""/>
          <p:cNvGrpSpPr/>
          <p:nvPr/>
        </p:nvGrpSpPr>
        <p:grpSpPr>
          <a:xfrm>
            <a:off x="3949560" y="144360"/>
            <a:ext cx="593640" cy="493920"/>
            <a:chOff x="3949560" y="144360"/>
            <a:chExt cx="593640" cy="493920"/>
          </a:xfrm>
        </p:grpSpPr>
        <p:sp>
          <p:nvSpPr>
            <p:cNvPr id="103" name=""/>
            <p:cNvSpPr txBox="1"/>
            <p:nvPr/>
          </p:nvSpPr>
          <p:spPr>
            <a:xfrm>
              <a:off x="4121280" y="144360"/>
              <a:ext cx="254160" cy="1224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80000"/>
                </a:lnSpc>
              </a:pPr>
              <a:r>
                <a:rPr lang="en-US" sz="10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Idx1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4" name=""/>
            <p:cNvSpPr txBox="1"/>
            <p:nvPr/>
          </p:nvSpPr>
          <p:spPr>
            <a:xfrm>
              <a:off x="3949560" y="263520"/>
              <a:ext cx="593640" cy="37476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  <a:effectLst>
              <a:outerShdw dist="0" dir="0" rotWithShape="0">
                <a:srgbClr val="969696">
                  <a:alpha val="50000"/>
                </a:srgbClr>
              </a:outerShdw>
            </a:effectLst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FF3300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5" name=""/>
          <p:cNvSpPr/>
          <p:nvPr/>
        </p:nvSpPr>
        <p:spPr>
          <a:xfrm>
            <a:off x="638280" y="1828800"/>
            <a:ext cx="1171440" cy="184788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1809720" y="1123920"/>
            <a:ext cx="0" cy="7048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1809720" y="2581200"/>
            <a:ext cx="0" cy="133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2295360" y="2257560"/>
            <a:ext cx="533520" cy="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1314360" y="3676680"/>
            <a:ext cx="238320" cy="0"/>
          </a:xfrm>
          <a:prstGeom prst="line">
            <a:avLst/>
          </a:prstGeom>
          <a:ln w="12600">
            <a:solidFill>
              <a:srgbClr val="00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 flipH="1">
            <a:off x="1143000" y="1830240"/>
            <a:ext cx="237960" cy="0"/>
          </a:xfrm>
          <a:prstGeom prst="line">
            <a:avLst/>
          </a:prstGeom>
          <a:ln w="12600">
            <a:solidFill>
              <a:srgbClr val="00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638280" y="2657520"/>
            <a:ext cx="0" cy="228600"/>
          </a:xfrm>
          <a:prstGeom prst="line">
            <a:avLst/>
          </a:prstGeom>
          <a:ln w="12600">
            <a:solidFill>
              <a:srgbClr val="00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1809720" y="2962440"/>
            <a:ext cx="0" cy="22860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1420920" y="3225960"/>
            <a:ext cx="776160" cy="299880"/>
          </a:xfrm>
          <a:prstGeom prst="rect">
            <a:avLst/>
          </a:prstGeom>
          <a:solidFill>
            <a:srgbClr val="FFFF99"/>
          </a:solidFill>
          <a:ln w="12600">
            <a:solidFill>
              <a:srgbClr val="CC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Inc Idx1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1306440" y="2735280"/>
            <a:ext cx="100476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Loop Body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1330200" y="1951200"/>
            <a:ext cx="957240" cy="6112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Idx1 = 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1225440" y="1379520"/>
            <a:ext cx="116856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Move 1 to Idx1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2817720" y="2120760"/>
            <a:ext cx="131904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Next Statement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"/>
          <p:cNvSpPr/>
          <p:nvPr/>
        </p:nvSpPr>
        <p:spPr>
          <a:xfrm>
            <a:off x="81000" y="944640"/>
            <a:ext cx="3532680" cy="103680"/>
          </a:xfrm>
          <a:custGeom>
            <a:avLst/>
            <a:gdLst/>
            <a:ahLst/>
            <a:rect l="0" t="0" r="r" b="b"/>
            <a:pathLst>
              <a:path w="9813" h="288">
                <a:moveTo>
                  <a:pt x="0" y="278"/>
                </a:moveTo>
                <a:lnTo>
                  <a:pt x="4" y="256"/>
                </a:lnTo>
                <a:lnTo>
                  <a:pt x="0" y="288"/>
                </a:lnTo>
                <a:lnTo>
                  <a:pt x="110" y="170"/>
                </a:lnTo>
                <a:lnTo>
                  <a:pt x="163" y="170"/>
                </a:lnTo>
                <a:lnTo>
                  <a:pt x="216" y="199"/>
                </a:lnTo>
                <a:lnTo>
                  <a:pt x="286" y="170"/>
                </a:lnTo>
                <a:lnTo>
                  <a:pt x="357" y="128"/>
                </a:lnTo>
                <a:lnTo>
                  <a:pt x="410" y="114"/>
                </a:lnTo>
                <a:lnTo>
                  <a:pt x="463" y="114"/>
                </a:lnTo>
                <a:lnTo>
                  <a:pt x="515" y="100"/>
                </a:lnTo>
                <a:lnTo>
                  <a:pt x="568" y="85"/>
                </a:lnTo>
                <a:lnTo>
                  <a:pt x="621" y="85"/>
                </a:lnTo>
                <a:lnTo>
                  <a:pt x="674" y="100"/>
                </a:lnTo>
                <a:lnTo>
                  <a:pt x="727" y="100"/>
                </a:lnTo>
                <a:lnTo>
                  <a:pt x="780" y="114"/>
                </a:lnTo>
                <a:lnTo>
                  <a:pt x="833" y="142"/>
                </a:lnTo>
                <a:lnTo>
                  <a:pt x="886" y="156"/>
                </a:lnTo>
                <a:lnTo>
                  <a:pt x="939" y="170"/>
                </a:lnTo>
                <a:lnTo>
                  <a:pt x="992" y="185"/>
                </a:lnTo>
                <a:lnTo>
                  <a:pt x="1045" y="199"/>
                </a:lnTo>
                <a:lnTo>
                  <a:pt x="1115" y="185"/>
                </a:lnTo>
                <a:lnTo>
                  <a:pt x="1186" y="156"/>
                </a:lnTo>
                <a:lnTo>
                  <a:pt x="1221" y="114"/>
                </a:lnTo>
                <a:lnTo>
                  <a:pt x="1274" y="114"/>
                </a:lnTo>
                <a:lnTo>
                  <a:pt x="1327" y="100"/>
                </a:lnTo>
                <a:lnTo>
                  <a:pt x="1380" y="85"/>
                </a:lnTo>
                <a:lnTo>
                  <a:pt x="1433" y="70"/>
                </a:lnTo>
                <a:lnTo>
                  <a:pt x="1486" y="114"/>
                </a:lnTo>
                <a:lnTo>
                  <a:pt x="1538" y="142"/>
                </a:lnTo>
                <a:lnTo>
                  <a:pt x="1591" y="185"/>
                </a:lnTo>
                <a:lnTo>
                  <a:pt x="1644" y="213"/>
                </a:lnTo>
                <a:lnTo>
                  <a:pt x="1697" y="213"/>
                </a:lnTo>
                <a:lnTo>
                  <a:pt x="1750" y="185"/>
                </a:lnTo>
                <a:lnTo>
                  <a:pt x="1803" y="170"/>
                </a:lnTo>
                <a:lnTo>
                  <a:pt x="1856" y="142"/>
                </a:lnTo>
                <a:lnTo>
                  <a:pt x="1909" y="128"/>
                </a:lnTo>
                <a:lnTo>
                  <a:pt x="1962" y="114"/>
                </a:lnTo>
                <a:lnTo>
                  <a:pt x="2032" y="100"/>
                </a:lnTo>
                <a:lnTo>
                  <a:pt x="2085" y="100"/>
                </a:lnTo>
                <a:lnTo>
                  <a:pt x="2138" y="85"/>
                </a:lnTo>
                <a:lnTo>
                  <a:pt x="2191" y="85"/>
                </a:lnTo>
                <a:lnTo>
                  <a:pt x="2244" y="85"/>
                </a:lnTo>
                <a:lnTo>
                  <a:pt x="2297" y="70"/>
                </a:lnTo>
                <a:lnTo>
                  <a:pt x="2368" y="56"/>
                </a:lnTo>
                <a:lnTo>
                  <a:pt x="2438" y="56"/>
                </a:lnTo>
                <a:lnTo>
                  <a:pt x="2510" y="42"/>
                </a:lnTo>
                <a:lnTo>
                  <a:pt x="2563" y="85"/>
                </a:lnTo>
                <a:lnTo>
                  <a:pt x="2598" y="128"/>
                </a:lnTo>
                <a:lnTo>
                  <a:pt x="2633" y="170"/>
                </a:lnTo>
                <a:lnTo>
                  <a:pt x="2704" y="185"/>
                </a:lnTo>
                <a:lnTo>
                  <a:pt x="2757" y="170"/>
                </a:lnTo>
                <a:lnTo>
                  <a:pt x="2827" y="156"/>
                </a:lnTo>
                <a:lnTo>
                  <a:pt x="2880" y="142"/>
                </a:lnTo>
                <a:lnTo>
                  <a:pt x="2951" y="128"/>
                </a:lnTo>
                <a:lnTo>
                  <a:pt x="3021" y="128"/>
                </a:lnTo>
                <a:lnTo>
                  <a:pt x="3074" y="114"/>
                </a:lnTo>
                <a:lnTo>
                  <a:pt x="3127" y="100"/>
                </a:lnTo>
                <a:lnTo>
                  <a:pt x="3198" y="85"/>
                </a:lnTo>
                <a:lnTo>
                  <a:pt x="3250" y="70"/>
                </a:lnTo>
                <a:lnTo>
                  <a:pt x="3303" y="56"/>
                </a:lnTo>
                <a:lnTo>
                  <a:pt x="3356" y="42"/>
                </a:lnTo>
                <a:lnTo>
                  <a:pt x="3409" y="70"/>
                </a:lnTo>
                <a:lnTo>
                  <a:pt x="3462" y="100"/>
                </a:lnTo>
                <a:lnTo>
                  <a:pt x="3515" y="128"/>
                </a:lnTo>
                <a:lnTo>
                  <a:pt x="3568" y="156"/>
                </a:lnTo>
                <a:lnTo>
                  <a:pt x="3621" y="185"/>
                </a:lnTo>
                <a:lnTo>
                  <a:pt x="3674" y="185"/>
                </a:lnTo>
                <a:lnTo>
                  <a:pt x="3727" y="185"/>
                </a:lnTo>
                <a:lnTo>
                  <a:pt x="3780" y="170"/>
                </a:lnTo>
                <a:lnTo>
                  <a:pt x="3833" y="156"/>
                </a:lnTo>
                <a:lnTo>
                  <a:pt x="3885" y="156"/>
                </a:lnTo>
                <a:lnTo>
                  <a:pt x="3938" y="142"/>
                </a:lnTo>
                <a:lnTo>
                  <a:pt x="4009" y="142"/>
                </a:lnTo>
                <a:lnTo>
                  <a:pt x="4062" y="128"/>
                </a:lnTo>
                <a:lnTo>
                  <a:pt x="4115" y="128"/>
                </a:lnTo>
                <a:lnTo>
                  <a:pt x="4168" y="128"/>
                </a:lnTo>
                <a:lnTo>
                  <a:pt x="4221" y="128"/>
                </a:lnTo>
                <a:lnTo>
                  <a:pt x="4274" y="128"/>
                </a:lnTo>
                <a:lnTo>
                  <a:pt x="4326" y="128"/>
                </a:lnTo>
                <a:lnTo>
                  <a:pt x="4397" y="114"/>
                </a:lnTo>
                <a:lnTo>
                  <a:pt x="4450" y="100"/>
                </a:lnTo>
                <a:lnTo>
                  <a:pt x="4503" y="70"/>
                </a:lnTo>
                <a:lnTo>
                  <a:pt x="4556" y="56"/>
                </a:lnTo>
                <a:lnTo>
                  <a:pt x="4609" y="42"/>
                </a:lnTo>
                <a:lnTo>
                  <a:pt x="4679" y="28"/>
                </a:lnTo>
                <a:lnTo>
                  <a:pt x="4750" y="56"/>
                </a:lnTo>
                <a:lnTo>
                  <a:pt x="4803" y="100"/>
                </a:lnTo>
                <a:lnTo>
                  <a:pt x="4856" y="128"/>
                </a:lnTo>
                <a:lnTo>
                  <a:pt x="4909" y="142"/>
                </a:lnTo>
                <a:lnTo>
                  <a:pt x="4961" y="170"/>
                </a:lnTo>
                <a:lnTo>
                  <a:pt x="5014" y="170"/>
                </a:lnTo>
                <a:lnTo>
                  <a:pt x="5067" y="170"/>
                </a:lnTo>
                <a:lnTo>
                  <a:pt x="5138" y="156"/>
                </a:lnTo>
                <a:lnTo>
                  <a:pt x="5191" y="142"/>
                </a:lnTo>
                <a:lnTo>
                  <a:pt x="5244" y="114"/>
                </a:lnTo>
                <a:lnTo>
                  <a:pt x="5314" y="85"/>
                </a:lnTo>
                <a:lnTo>
                  <a:pt x="5367" y="70"/>
                </a:lnTo>
                <a:lnTo>
                  <a:pt x="5438" y="42"/>
                </a:lnTo>
                <a:lnTo>
                  <a:pt x="5491" y="42"/>
                </a:lnTo>
                <a:lnTo>
                  <a:pt x="5544" y="42"/>
                </a:lnTo>
                <a:lnTo>
                  <a:pt x="5614" y="28"/>
                </a:lnTo>
                <a:lnTo>
                  <a:pt x="5667" y="14"/>
                </a:lnTo>
                <a:lnTo>
                  <a:pt x="5720" y="14"/>
                </a:lnTo>
                <a:lnTo>
                  <a:pt x="5755" y="56"/>
                </a:lnTo>
                <a:lnTo>
                  <a:pt x="5808" y="85"/>
                </a:lnTo>
                <a:lnTo>
                  <a:pt x="5861" y="114"/>
                </a:lnTo>
                <a:lnTo>
                  <a:pt x="5914" y="156"/>
                </a:lnTo>
                <a:lnTo>
                  <a:pt x="5967" y="185"/>
                </a:lnTo>
                <a:lnTo>
                  <a:pt x="6020" y="199"/>
                </a:lnTo>
                <a:lnTo>
                  <a:pt x="6073" y="199"/>
                </a:lnTo>
                <a:lnTo>
                  <a:pt x="6126" y="170"/>
                </a:lnTo>
                <a:lnTo>
                  <a:pt x="6179" y="142"/>
                </a:lnTo>
                <a:lnTo>
                  <a:pt x="6231" y="114"/>
                </a:lnTo>
                <a:lnTo>
                  <a:pt x="6284" y="100"/>
                </a:lnTo>
                <a:lnTo>
                  <a:pt x="6337" y="85"/>
                </a:lnTo>
                <a:lnTo>
                  <a:pt x="6408" y="70"/>
                </a:lnTo>
                <a:lnTo>
                  <a:pt x="6461" y="70"/>
                </a:lnTo>
                <a:lnTo>
                  <a:pt x="6514" y="70"/>
                </a:lnTo>
                <a:lnTo>
                  <a:pt x="6567" y="56"/>
                </a:lnTo>
                <a:lnTo>
                  <a:pt x="6619" y="56"/>
                </a:lnTo>
                <a:lnTo>
                  <a:pt x="6672" y="28"/>
                </a:lnTo>
                <a:lnTo>
                  <a:pt x="6743" y="42"/>
                </a:lnTo>
                <a:lnTo>
                  <a:pt x="6831" y="85"/>
                </a:lnTo>
                <a:lnTo>
                  <a:pt x="6884" y="100"/>
                </a:lnTo>
                <a:lnTo>
                  <a:pt x="6955" y="142"/>
                </a:lnTo>
                <a:lnTo>
                  <a:pt x="7008" y="156"/>
                </a:lnTo>
                <a:lnTo>
                  <a:pt x="7060" y="185"/>
                </a:lnTo>
                <a:lnTo>
                  <a:pt x="7113" y="213"/>
                </a:lnTo>
                <a:lnTo>
                  <a:pt x="7166" y="213"/>
                </a:lnTo>
                <a:lnTo>
                  <a:pt x="7219" y="199"/>
                </a:lnTo>
                <a:lnTo>
                  <a:pt x="7290" y="170"/>
                </a:lnTo>
                <a:lnTo>
                  <a:pt x="7343" y="128"/>
                </a:lnTo>
                <a:lnTo>
                  <a:pt x="7397" y="114"/>
                </a:lnTo>
                <a:lnTo>
                  <a:pt x="7450" y="100"/>
                </a:lnTo>
                <a:lnTo>
                  <a:pt x="7502" y="85"/>
                </a:lnTo>
                <a:lnTo>
                  <a:pt x="7573" y="70"/>
                </a:lnTo>
                <a:lnTo>
                  <a:pt x="7626" y="56"/>
                </a:lnTo>
                <a:lnTo>
                  <a:pt x="7679" y="42"/>
                </a:lnTo>
                <a:lnTo>
                  <a:pt x="7732" y="28"/>
                </a:lnTo>
                <a:lnTo>
                  <a:pt x="7785" y="28"/>
                </a:lnTo>
                <a:lnTo>
                  <a:pt x="7838" y="42"/>
                </a:lnTo>
                <a:lnTo>
                  <a:pt x="7926" y="70"/>
                </a:lnTo>
                <a:lnTo>
                  <a:pt x="7979" y="100"/>
                </a:lnTo>
                <a:lnTo>
                  <a:pt x="8032" y="114"/>
                </a:lnTo>
                <a:lnTo>
                  <a:pt x="8085" y="128"/>
                </a:lnTo>
                <a:lnTo>
                  <a:pt x="8137" y="142"/>
                </a:lnTo>
                <a:lnTo>
                  <a:pt x="8190" y="142"/>
                </a:lnTo>
                <a:lnTo>
                  <a:pt x="8243" y="114"/>
                </a:lnTo>
                <a:lnTo>
                  <a:pt x="8296" y="100"/>
                </a:lnTo>
                <a:lnTo>
                  <a:pt x="8349" y="70"/>
                </a:lnTo>
                <a:lnTo>
                  <a:pt x="8402" y="42"/>
                </a:lnTo>
                <a:lnTo>
                  <a:pt x="8455" y="28"/>
                </a:lnTo>
                <a:lnTo>
                  <a:pt x="8525" y="14"/>
                </a:lnTo>
                <a:lnTo>
                  <a:pt x="8578" y="0"/>
                </a:lnTo>
                <a:lnTo>
                  <a:pt x="8631" y="0"/>
                </a:lnTo>
                <a:lnTo>
                  <a:pt x="8702" y="0"/>
                </a:lnTo>
                <a:lnTo>
                  <a:pt x="8755" y="14"/>
                </a:lnTo>
                <a:lnTo>
                  <a:pt x="8825" y="28"/>
                </a:lnTo>
                <a:lnTo>
                  <a:pt x="8878" y="42"/>
                </a:lnTo>
                <a:lnTo>
                  <a:pt x="8931" y="70"/>
                </a:lnTo>
                <a:lnTo>
                  <a:pt x="8984" y="85"/>
                </a:lnTo>
                <a:lnTo>
                  <a:pt x="9055" y="100"/>
                </a:lnTo>
                <a:lnTo>
                  <a:pt x="9108" y="128"/>
                </a:lnTo>
                <a:lnTo>
                  <a:pt x="9160" y="128"/>
                </a:lnTo>
                <a:lnTo>
                  <a:pt x="9196" y="85"/>
                </a:lnTo>
                <a:lnTo>
                  <a:pt x="9249" y="56"/>
                </a:lnTo>
                <a:lnTo>
                  <a:pt x="9302" y="56"/>
                </a:lnTo>
                <a:lnTo>
                  <a:pt x="9355" y="70"/>
                </a:lnTo>
                <a:lnTo>
                  <a:pt x="9425" y="100"/>
                </a:lnTo>
                <a:lnTo>
                  <a:pt x="9478" y="128"/>
                </a:lnTo>
                <a:lnTo>
                  <a:pt x="9531" y="142"/>
                </a:lnTo>
                <a:lnTo>
                  <a:pt x="9566" y="185"/>
                </a:lnTo>
                <a:lnTo>
                  <a:pt x="9619" y="199"/>
                </a:lnTo>
                <a:lnTo>
                  <a:pt x="9672" y="213"/>
                </a:lnTo>
                <a:lnTo>
                  <a:pt x="9725" y="242"/>
                </a:lnTo>
                <a:lnTo>
                  <a:pt x="9778" y="242"/>
                </a:lnTo>
                <a:lnTo>
                  <a:pt x="9813" y="270"/>
                </a:lnTo>
                <a:lnTo>
                  <a:pt x="9791" y="263"/>
                </a:lnTo>
                <a:lnTo>
                  <a:pt x="0" y="278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"/>
          <p:cNvSpPr txBox="1"/>
          <p:nvPr/>
        </p:nvSpPr>
        <p:spPr>
          <a:xfrm>
            <a:off x="76320" y="88920"/>
            <a:ext cx="3533760" cy="94464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VARYING Idx1 FROM 1 BY 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UNTIL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Idx1 EQUAL TO 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spcBef>
                <a:spcPts val="839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DISPLAY Idx1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spcBef>
                <a:spcPts val="839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"/>
          <p:cNvSpPr/>
          <p:nvPr/>
        </p:nvSpPr>
        <p:spPr>
          <a:xfrm>
            <a:off x="77760" y="87480"/>
            <a:ext cx="3272040" cy="68760"/>
          </a:xfrm>
          <a:custGeom>
            <a:avLst/>
            <a:gdLst/>
            <a:ahLst/>
            <a:rect l="0" t="0" r="r" b="b"/>
            <a:pathLst>
              <a:path w="9089" h="191">
                <a:moveTo>
                  <a:pt x="9089" y="3"/>
                </a:moveTo>
                <a:lnTo>
                  <a:pt x="9089" y="0"/>
                </a:lnTo>
                <a:lnTo>
                  <a:pt x="9089" y="3"/>
                </a:lnTo>
                <a:lnTo>
                  <a:pt x="9085" y="9"/>
                </a:lnTo>
                <a:lnTo>
                  <a:pt x="9064" y="9"/>
                </a:lnTo>
                <a:lnTo>
                  <a:pt x="8991" y="27"/>
                </a:lnTo>
                <a:lnTo>
                  <a:pt x="8942" y="44"/>
                </a:lnTo>
                <a:lnTo>
                  <a:pt x="8905" y="62"/>
                </a:lnTo>
                <a:lnTo>
                  <a:pt x="8868" y="62"/>
                </a:lnTo>
                <a:lnTo>
                  <a:pt x="8831" y="68"/>
                </a:lnTo>
                <a:lnTo>
                  <a:pt x="8794" y="68"/>
                </a:lnTo>
                <a:lnTo>
                  <a:pt x="8758" y="68"/>
                </a:lnTo>
                <a:lnTo>
                  <a:pt x="8721" y="68"/>
                </a:lnTo>
                <a:lnTo>
                  <a:pt x="8684" y="68"/>
                </a:lnTo>
                <a:lnTo>
                  <a:pt x="8647" y="68"/>
                </a:lnTo>
                <a:lnTo>
                  <a:pt x="8610" y="80"/>
                </a:lnTo>
                <a:lnTo>
                  <a:pt x="8586" y="97"/>
                </a:lnTo>
                <a:lnTo>
                  <a:pt x="8561" y="115"/>
                </a:lnTo>
                <a:lnTo>
                  <a:pt x="8524" y="120"/>
                </a:lnTo>
                <a:lnTo>
                  <a:pt x="8488" y="120"/>
                </a:lnTo>
                <a:lnTo>
                  <a:pt x="8451" y="109"/>
                </a:lnTo>
                <a:lnTo>
                  <a:pt x="8402" y="97"/>
                </a:lnTo>
                <a:lnTo>
                  <a:pt x="8365" y="97"/>
                </a:lnTo>
                <a:lnTo>
                  <a:pt x="8328" y="91"/>
                </a:lnTo>
                <a:lnTo>
                  <a:pt x="8291" y="80"/>
                </a:lnTo>
                <a:lnTo>
                  <a:pt x="8255" y="74"/>
                </a:lnTo>
                <a:lnTo>
                  <a:pt x="8205" y="74"/>
                </a:lnTo>
                <a:lnTo>
                  <a:pt x="8169" y="68"/>
                </a:lnTo>
                <a:lnTo>
                  <a:pt x="8132" y="62"/>
                </a:lnTo>
                <a:lnTo>
                  <a:pt x="8095" y="57"/>
                </a:lnTo>
                <a:lnTo>
                  <a:pt x="8058" y="57"/>
                </a:lnTo>
                <a:lnTo>
                  <a:pt x="8021" y="51"/>
                </a:lnTo>
                <a:lnTo>
                  <a:pt x="7985" y="44"/>
                </a:lnTo>
                <a:lnTo>
                  <a:pt x="7948" y="38"/>
                </a:lnTo>
                <a:lnTo>
                  <a:pt x="7911" y="32"/>
                </a:lnTo>
                <a:lnTo>
                  <a:pt x="7899" y="51"/>
                </a:lnTo>
                <a:lnTo>
                  <a:pt x="7850" y="57"/>
                </a:lnTo>
                <a:lnTo>
                  <a:pt x="7801" y="57"/>
                </a:lnTo>
                <a:lnTo>
                  <a:pt x="7764" y="62"/>
                </a:lnTo>
                <a:lnTo>
                  <a:pt x="7727" y="74"/>
                </a:lnTo>
                <a:lnTo>
                  <a:pt x="7715" y="91"/>
                </a:lnTo>
                <a:lnTo>
                  <a:pt x="7678" y="97"/>
                </a:lnTo>
                <a:lnTo>
                  <a:pt x="7641" y="97"/>
                </a:lnTo>
                <a:lnTo>
                  <a:pt x="7604" y="97"/>
                </a:lnTo>
                <a:lnTo>
                  <a:pt x="7567" y="109"/>
                </a:lnTo>
                <a:lnTo>
                  <a:pt x="7531" y="115"/>
                </a:lnTo>
                <a:lnTo>
                  <a:pt x="7494" y="120"/>
                </a:lnTo>
                <a:lnTo>
                  <a:pt x="7457" y="126"/>
                </a:lnTo>
                <a:lnTo>
                  <a:pt x="7420" y="138"/>
                </a:lnTo>
                <a:lnTo>
                  <a:pt x="7383" y="145"/>
                </a:lnTo>
                <a:lnTo>
                  <a:pt x="7347" y="145"/>
                </a:lnTo>
                <a:lnTo>
                  <a:pt x="7310" y="138"/>
                </a:lnTo>
                <a:lnTo>
                  <a:pt x="7273" y="126"/>
                </a:lnTo>
                <a:lnTo>
                  <a:pt x="7224" y="120"/>
                </a:lnTo>
                <a:lnTo>
                  <a:pt x="7187" y="115"/>
                </a:lnTo>
                <a:lnTo>
                  <a:pt x="7150" y="109"/>
                </a:lnTo>
                <a:lnTo>
                  <a:pt x="7113" y="103"/>
                </a:lnTo>
                <a:lnTo>
                  <a:pt x="7077" y="103"/>
                </a:lnTo>
                <a:lnTo>
                  <a:pt x="7040" y="91"/>
                </a:lnTo>
                <a:lnTo>
                  <a:pt x="7003" y="86"/>
                </a:lnTo>
                <a:lnTo>
                  <a:pt x="6966" y="86"/>
                </a:lnTo>
                <a:lnTo>
                  <a:pt x="6929" y="80"/>
                </a:lnTo>
                <a:lnTo>
                  <a:pt x="6892" y="80"/>
                </a:lnTo>
                <a:lnTo>
                  <a:pt x="6843" y="74"/>
                </a:lnTo>
                <a:lnTo>
                  <a:pt x="6794" y="68"/>
                </a:lnTo>
                <a:lnTo>
                  <a:pt x="6758" y="62"/>
                </a:lnTo>
                <a:lnTo>
                  <a:pt x="6721" y="57"/>
                </a:lnTo>
                <a:lnTo>
                  <a:pt x="6684" y="57"/>
                </a:lnTo>
                <a:lnTo>
                  <a:pt x="6647" y="57"/>
                </a:lnTo>
                <a:lnTo>
                  <a:pt x="6610" y="57"/>
                </a:lnTo>
                <a:lnTo>
                  <a:pt x="6573" y="57"/>
                </a:lnTo>
                <a:lnTo>
                  <a:pt x="6537" y="57"/>
                </a:lnTo>
                <a:lnTo>
                  <a:pt x="6500" y="57"/>
                </a:lnTo>
                <a:lnTo>
                  <a:pt x="6451" y="57"/>
                </a:lnTo>
                <a:lnTo>
                  <a:pt x="6414" y="51"/>
                </a:lnTo>
                <a:lnTo>
                  <a:pt x="6377" y="38"/>
                </a:lnTo>
                <a:lnTo>
                  <a:pt x="6340" y="38"/>
                </a:lnTo>
                <a:lnTo>
                  <a:pt x="6304" y="38"/>
                </a:lnTo>
                <a:lnTo>
                  <a:pt x="6279" y="57"/>
                </a:lnTo>
                <a:lnTo>
                  <a:pt x="6242" y="68"/>
                </a:lnTo>
                <a:lnTo>
                  <a:pt x="6205" y="74"/>
                </a:lnTo>
                <a:lnTo>
                  <a:pt x="6169" y="91"/>
                </a:lnTo>
                <a:lnTo>
                  <a:pt x="6132" y="97"/>
                </a:lnTo>
                <a:lnTo>
                  <a:pt x="6095" y="103"/>
                </a:lnTo>
                <a:lnTo>
                  <a:pt x="6058" y="109"/>
                </a:lnTo>
                <a:lnTo>
                  <a:pt x="6021" y="109"/>
                </a:lnTo>
                <a:lnTo>
                  <a:pt x="5984" y="103"/>
                </a:lnTo>
                <a:lnTo>
                  <a:pt x="5948" y="91"/>
                </a:lnTo>
                <a:lnTo>
                  <a:pt x="5911" y="86"/>
                </a:lnTo>
                <a:lnTo>
                  <a:pt x="5874" y="86"/>
                </a:lnTo>
                <a:lnTo>
                  <a:pt x="5837" y="80"/>
                </a:lnTo>
                <a:lnTo>
                  <a:pt x="5800" y="74"/>
                </a:lnTo>
                <a:lnTo>
                  <a:pt x="5764" y="62"/>
                </a:lnTo>
                <a:lnTo>
                  <a:pt x="5727" y="62"/>
                </a:lnTo>
                <a:lnTo>
                  <a:pt x="5690" y="51"/>
                </a:lnTo>
                <a:lnTo>
                  <a:pt x="5653" y="44"/>
                </a:lnTo>
                <a:lnTo>
                  <a:pt x="5616" y="44"/>
                </a:lnTo>
                <a:lnTo>
                  <a:pt x="5580" y="38"/>
                </a:lnTo>
                <a:lnTo>
                  <a:pt x="5543" y="38"/>
                </a:lnTo>
                <a:lnTo>
                  <a:pt x="5494" y="32"/>
                </a:lnTo>
                <a:lnTo>
                  <a:pt x="5457" y="27"/>
                </a:lnTo>
                <a:lnTo>
                  <a:pt x="5420" y="27"/>
                </a:lnTo>
                <a:lnTo>
                  <a:pt x="5383" y="27"/>
                </a:lnTo>
                <a:lnTo>
                  <a:pt x="5346" y="27"/>
                </a:lnTo>
                <a:lnTo>
                  <a:pt x="5310" y="27"/>
                </a:lnTo>
                <a:lnTo>
                  <a:pt x="5273" y="32"/>
                </a:lnTo>
                <a:lnTo>
                  <a:pt x="5236" y="44"/>
                </a:lnTo>
                <a:lnTo>
                  <a:pt x="5199" y="62"/>
                </a:lnTo>
                <a:lnTo>
                  <a:pt x="5162" y="74"/>
                </a:lnTo>
                <a:lnTo>
                  <a:pt x="5126" y="86"/>
                </a:lnTo>
                <a:lnTo>
                  <a:pt x="5089" y="97"/>
                </a:lnTo>
                <a:lnTo>
                  <a:pt x="5052" y="103"/>
                </a:lnTo>
                <a:lnTo>
                  <a:pt x="5015" y="103"/>
                </a:lnTo>
                <a:lnTo>
                  <a:pt x="4978" y="103"/>
                </a:lnTo>
                <a:lnTo>
                  <a:pt x="4941" y="109"/>
                </a:lnTo>
                <a:lnTo>
                  <a:pt x="4892" y="109"/>
                </a:lnTo>
                <a:lnTo>
                  <a:pt x="4856" y="115"/>
                </a:lnTo>
                <a:lnTo>
                  <a:pt x="4806" y="120"/>
                </a:lnTo>
                <a:lnTo>
                  <a:pt x="4770" y="126"/>
                </a:lnTo>
                <a:lnTo>
                  <a:pt x="4733" y="126"/>
                </a:lnTo>
                <a:lnTo>
                  <a:pt x="4696" y="132"/>
                </a:lnTo>
                <a:lnTo>
                  <a:pt x="4659" y="132"/>
                </a:lnTo>
                <a:lnTo>
                  <a:pt x="4622" y="132"/>
                </a:lnTo>
                <a:lnTo>
                  <a:pt x="4586" y="132"/>
                </a:lnTo>
                <a:lnTo>
                  <a:pt x="4549" y="132"/>
                </a:lnTo>
                <a:lnTo>
                  <a:pt x="4511" y="126"/>
                </a:lnTo>
                <a:lnTo>
                  <a:pt x="4486" y="109"/>
                </a:lnTo>
                <a:lnTo>
                  <a:pt x="4437" y="91"/>
                </a:lnTo>
                <a:lnTo>
                  <a:pt x="4401" y="86"/>
                </a:lnTo>
                <a:lnTo>
                  <a:pt x="4351" y="74"/>
                </a:lnTo>
                <a:lnTo>
                  <a:pt x="4315" y="62"/>
                </a:lnTo>
                <a:lnTo>
                  <a:pt x="4266" y="62"/>
                </a:lnTo>
                <a:lnTo>
                  <a:pt x="4229" y="57"/>
                </a:lnTo>
                <a:lnTo>
                  <a:pt x="4192" y="44"/>
                </a:lnTo>
                <a:lnTo>
                  <a:pt x="4155" y="44"/>
                </a:lnTo>
                <a:lnTo>
                  <a:pt x="4118" y="38"/>
                </a:lnTo>
                <a:lnTo>
                  <a:pt x="4069" y="51"/>
                </a:lnTo>
                <a:lnTo>
                  <a:pt x="4032" y="62"/>
                </a:lnTo>
                <a:lnTo>
                  <a:pt x="3996" y="74"/>
                </a:lnTo>
                <a:lnTo>
                  <a:pt x="3959" y="80"/>
                </a:lnTo>
                <a:lnTo>
                  <a:pt x="3922" y="86"/>
                </a:lnTo>
                <a:lnTo>
                  <a:pt x="3873" y="97"/>
                </a:lnTo>
                <a:lnTo>
                  <a:pt x="3836" y="103"/>
                </a:lnTo>
                <a:lnTo>
                  <a:pt x="3799" y="115"/>
                </a:lnTo>
                <a:lnTo>
                  <a:pt x="3762" y="115"/>
                </a:lnTo>
                <a:lnTo>
                  <a:pt x="3726" y="115"/>
                </a:lnTo>
                <a:lnTo>
                  <a:pt x="3677" y="109"/>
                </a:lnTo>
                <a:lnTo>
                  <a:pt x="3652" y="91"/>
                </a:lnTo>
                <a:lnTo>
                  <a:pt x="3615" y="80"/>
                </a:lnTo>
                <a:lnTo>
                  <a:pt x="3578" y="68"/>
                </a:lnTo>
                <a:lnTo>
                  <a:pt x="3542" y="51"/>
                </a:lnTo>
                <a:lnTo>
                  <a:pt x="3505" y="38"/>
                </a:lnTo>
                <a:lnTo>
                  <a:pt x="3468" y="27"/>
                </a:lnTo>
                <a:lnTo>
                  <a:pt x="3431" y="21"/>
                </a:lnTo>
                <a:lnTo>
                  <a:pt x="3394" y="21"/>
                </a:lnTo>
                <a:lnTo>
                  <a:pt x="3358" y="21"/>
                </a:lnTo>
                <a:lnTo>
                  <a:pt x="3321" y="27"/>
                </a:lnTo>
                <a:lnTo>
                  <a:pt x="3284" y="27"/>
                </a:lnTo>
                <a:lnTo>
                  <a:pt x="3247" y="27"/>
                </a:lnTo>
                <a:lnTo>
                  <a:pt x="3210" y="27"/>
                </a:lnTo>
                <a:lnTo>
                  <a:pt x="3173" y="27"/>
                </a:lnTo>
                <a:lnTo>
                  <a:pt x="3137" y="32"/>
                </a:lnTo>
                <a:lnTo>
                  <a:pt x="3100" y="32"/>
                </a:lnTo>
                <a:lnTo>
                  <a:pt x="3063" y="32"/>
                </a:lnTo>
                <a:lnTo>
                  <a:pt x="3026" y="32"/>
                </a:lnTo>
                <a:lnTo>
                  <a:pt x="2989" y="38"/>
                </a:lnTo>
                <a:lnTo>
                  <a:pt x="2953" y="38"/>
                </a:lnTo>
                <a:lnTo>
                  <a:pt x="2916" y="38"/>
                </a:lnTo>
                <a:lnTo>
                  <a:pt x="2879" y="38"/>
                </a:lnTo>
                <a:lnTo>
                  <a:pt x="2842" y="38"/>
                </a:lnTo>
                <a:lnTo>
                  <a:pt x="2805" y="38"/>
                </a:lnTo>
                <a:lnTo>
                  <a:pt x="2769" y="44"/>
                </a:lnTo>
                <a:lnTo>
                  <a:pt x="2732" y="57"/>
                </a:lnTo>
                <a:lnTo>
                  <a:pt x="2695" y="62"/>
                </a:lnTo>
                <a:lnTo>
                  <a:pt x="2658" y="74"/>
                </a:lnTo>
                <a:lnTo>
                  <a:pt x="2621" y="80"/>
                </a:lnTo>
                <a:lnTo>
                  <a:pt x="2585" y="97"/>
                </a:lnTo>
                <a:lnTo>
                  <a:pt x="2548" y="103"/>
                </a:lnTo>
                <a:lnTo>
                  <a:pt x="2511" y="109"/>
                </a:lnTo>
                <a:lnTo>
                  <a:pt x="2462" y="115"/>
                </a:lnTo>
                <a:lnTo>
                  <a:pt x="2425" y="120"/>
                </a:lnTo>
                <a:lnTo>
                  <a:pt x="2388" y="126"/>
                </a:lnTo>
                <a:lnTo>
                  <a:pt x="2351" y="126"/>
                </a:lnTo>
                <a:lnTo>
                  <a:pt x="2315" y="126"/>
                </a:lnTo>
                <a:lnTo>
                  <a:pt x="2278" y="115"/>
                </a:lnTo>
                <a:lnTo>
                  <a:pt x="2241" y="103"/>
                </a:lnTo>
                <a:lnTo>
                  <a:pt x="2204" y="97"/>
                </a:lnTo>
                <a:lnTo>
                  <a:pt x="2167" y="86"/>
                </a:lnTo>
                <a:lnTo>
                  <a:pt x="2118" y="86"/>
                </a:lnTo>
                <a:lnTo>
                  <a:pt x="2069" y="80"/>
                </a:lnTo>
                <a:lnTo>
                  <a:pt x="2057" y="62"/>
                </a:lnTo>
                <a:lnTo>
                  <a:pt x="2020" y="57"/>
                </a:lnTo>
                <a:lnTo>
                  <a:pt x="1983" y="57"/>
                </a:lnTo>
                <a:lnTo>
                  <a:pt x="1934" y="57"/>
                </a:lnTo>
                <a:lnTo>
                  <a:pt x="1897" y="57"/>
                </a:lnTo>
                <a:lnTo>
                  <a:pt x="1861" y="57"/>
                </a:lnTo>
                <a:lnTo>
                  <a:pt x="1861" y="74"/>
                </a:lnTo>
                <a:lnTo>
                  <a:pt x="1861" y="91"/>
                </a:lnTo>
                <a:lnTo>
                  <a:pt x="1897" y="103"/>
                </a:lnTo>
                <a:lnTo>
                  <a:pt x="1922" y="120"/>
                </a:lnTo>
                <a:lnTo>
                  <a:pt x="1959" y="138"/>
                </a:lnTo>
                <a:lnTo>
                  <a:pt x="1983" y="156"/>
                </a:lnTo>
                <a:lnTo>
                  <a:pt x="2008" y="174"/>
                </a:lnTo>
                <a:lnTo>
                  <a:pt x="2032" y="191"/>
                </a:lnTo>
                <a:lnTo>
                  <a:pt x="1996" y="180"/>
                </a:lnTo>
                <a:lnTo>
                  <a:pt x="1959" y="162"/>
                </a:lnTo>
                <a:lnTo>
                  <a:pt x="1922" y="150"/>
                </a:lnTo>
                <a:lnTo>
                  <a:pt x="1885" y="138"/>
                </a:lnTo>
                <a:lnTo>
                  <a:pt x="1848" y="126"/>
                </a:lnTo>
                <a:lnTo>
                  <a:pt x="1811" y="109"/>
                </a:lnTo>
                <a:lnTo>
                  <a:pt x="1775" y="91"/>
                </a:lnTo>
                <a:lnTo>
                  <a:pt x="1738" y="80"/>
                </a:lnTo>
                <a:lnTo>
                  <a:pt x="1701" y="74"/>
                </a:lnTo>
                <a:lnTo>
                  <a:pt x="1652" y="68"/>
                </a:lnTo>
                <a:lnTo>
                  <a:pt x="1615" y="68"/>
                </a:lnTo>
                <a:lnTo>
                  <a:pt x="1578" y="68"/>
                </a:lnTo>
                <a:lnTo>
                  <a:pt x="1542" y="68"/>
                </a:lnTo>
                <a:lnTo>
                  <a:pt x="1505" y="62"/>
                </a:lnTo>
                <a:lnTo>
                  <a:pt x="1468" y="62"/>
                </a:lnTo>
                <a:lnTo>
                  <a:pt x="1431" y="62"/>
                </a:lnTo>
                <a:lnTo>
                  <a:pt x="1394" y="62"/>
                </a:lnTo>
                <a:lnTo>
                  <a:pt x="1345" y="62"/>
                </a:lnTo>
                <a:lnTo>
                  <a:pt x="1308" y="62"/>
                </a:lnTo>
                <a:lnTo>
                  <a:pt x="1272" y="68"/>
                </a:lnTo>
                <a:lnTo>
                  <a:pt x="1235" y="68"/>
                </a:lnTo>
                <a:lnTo>
                  <a:pt x="1186" y="68"/>
                </a:lnTo>
                <a:lnTo>
                  <a:pt x="1137" y="68"/>
                </a:lnTo>
                <a:lnTo>
                  <a:pt x="1100" y="68"/>
                </a:lnTo>
                <a:lnTo>
                  <a:pt x="1063" y="68"/>
                </a:lnTo>
                <a:lnTo>
                  <a:pt x="1026" y="80"/>
                </a:lnTo>
                <a:lnTo>
                  <a:pt x="989" y="86"/>
                </a:lnTo>
                <a:lnTo>
                  <a:pt x="977" y="103"/>
                </a:lnTo>
                <a:lnTo>
                  <a:pt x="977" y="120"/>
                </a:lnTo>
                <a:lnTo>
                  <a:pt x="940" y="138"/>
                </a:lnTo>
                <a:lnTo>
                  <a:pt x="903" y="145"/>
                </a:lnTo>
                <a:lnTo>
                  <a:pt x="867" y="145"/>
                </a:lnTo>
                <a:lnTo>
                  <a:pt x="830" y="145"/>
                </a:lnTo>
                <a:lnTo>
                  <a:pt x="793" y="145"/>
                </a:lnTo>
                <a:lnTo>
                  <a:pt x="756" y="150"/>
                </a:lnTo>
                <a:lnTo>
                  <a:pt x="719" y="156"/>
                </a:lnTo>
                <a:lnTo>
                  <a:pt x="670" y="156"/>
                </a:lnTo>
                <a:lnTo>
                  <a:pt x="633" y="156"/>
                </a:lnTo>
                <a:lnTo>
                  <a:pt x="597" y="156"/>
                </a:lnTo>
                <a:lnTo>
                  <a:pt x="560" y="150"/>
                </a:lnTo>
                <a:lnTo>
                  <a:pt x="535" y="132"/>
                </a:lnTo>
                <a:lnTo>
                  <a:pt x="499" y="126"/>
                </a:lnTo>
                <a:lnTo>
                  <a:pt x="462" y="115"/>
                </a:lnTo>
                <a:lnTo>
                  <a:pt x="425" y="109"/>
                </a:lnTo>
                <a:lnTo>
                  <a:pt x="388" y="103"/>
                </a:lnTo>
                <a:lnTo>
                  <a:pt x="351" y="103"/>
                </a:lnTo>
                <a:lnTo>
                  <a:pt x="314" y="97"/>
                </a:lnTo>
                <a:lnTo>
                  <a:pt x="278" y="86"/>
                </a:lnTo>
                <a:lnTo>
                  <a:pt x="241" y="80"/>
                </a:lnTo>
                <a:lnTo>
                  <a:pt x="204" y="68"/>
                </a:lnTo>
                <a:lnTo>
                  <a:pt x="167" y="62"/>
                </a:lnTo>
                <a:lnTo>
                  <a:pt x="130" y="57"/>
                </a:lnTo>
                <a:lnTo>
                  <a:pt x="94" y="44"/>
                </a:lnTo>
                <a:lnTo>
                  <a:pt x="57" y="38"/>
                </a:lnTo>
                <a:lnTo>
                  <a:pt x="8" y="9"/>
                </a:lnTo>
                <a:lnTo>
                  <a:pt x="8" y="5"/>
                </a:lnTo>
                <a:lnTo>
                  <a:pt x="0" y="5"/>
                </a:lnTo>
                <a:lnTo>
                  <a:pt x="0" y="5"/>
                </a:lnTo>
                <a:lnTo>
                  <a:pt x="8" y="11"/>
                </a:lnTo>
                <a:lnTo>
                  <a:pt x="8" y="3"/>
                </a:lnTo>
                <a:lnTo>
                  <a:pt x="9089" y="3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17640" rIns="96120" bIns="176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3181320" y="2476440"/>
            <a:ext cx="1409760" cy="98748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1940040" y="1989000"/>
            <a:ext cx="790560" cy="343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1325520" y="2441520"/>
            <a:ext cx="600120" cy="23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Times New Roman"/>
                <a:ea typeface="Times New Roman"/>
              </a:rPr>
              <a:t>False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4" name=""/>
          <p:cNvGrpSpPr/>
          <p:nvPr/>
        </p:nvGrpSpPr>
        <p:grpSpPr>
          <a:xfrm>
            <a:off x="3949560" y="144360"/>
            <a:ext cx="593640" cy="493920"/>
            <a:chOff x="3949560" y="144360"/>
            <a:chExt cx="593640" cy="493920"/>
          </a:xfrm>
        </p:grpSpPr>
        <p:sp>
          <p:nvSpPr>
            <p:cNvPr id="125" name=""/>
            <p:cNvSpPr txBox="1"/>
            <p:nvPr/>
          </p:nvSpPr>
          <p:spPr>
            <a:xfrm>
              <a:off x="4121280" y="144360"/>
              <a:ext cx="254160" cy="1224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80000"/>
                </a:lnSpc>
              </a:pPr>
              <a:r>
                <a:rPr lang="en-US" sz="10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Idx1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" name=""/>
            <p:cNvSpPr txBox="1"/>
            <p:nvPr/>
          </p:nvSpPr>
          <p:spPr>
            <a:xfrm>
              <a:off x="3949560" y="263520"/>
              <a:ext cx="593640" cy="37476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  <a:effectLst>
              <a:outerShdw dist="0" dir="0" rotWithShape="0">
                <a:srgbClr val="969696">
                  <a:alpha val="50000"/>
                </a:srgbClr>
              </a:outerShdw>
            </a:effectLst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FF3300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7" name=""/>
          <p:cNvSpPr/>
          <p:nvPr/>
        </p:nvSpPr>
        <p:spPr>
          <a:xfrm>
            <a:off x="638280" y="1828800"/>
            <a:ext cx="1171440" cy="184788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"/>
          <p:cNvSpPr/>
          <p:nvPr/>
        </p:nvSpPr>
        <p:spPr>
          <a:xfrm>
            <a:off x="1809720" y="1123920"/>
            <a:ext cx="0" cy="7048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1809720" y="2581200"/>
            <a:ext cx="0" cy="133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"/>
          <p:cNvSpPr/>
          <p:nvPr/>
        </p:nvSpPr>
        <p:spPr>
          <a:xfrm>
            <a:off x="2295360" y="2257560"/>
            <a:ext cx="533520" cy="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1314360" y="3676680"/>
            <a:ext cx="238320" cy="0"/>
          </a:xfrm>
          <a:prstGeom prst="line">
            <a:avLst/>
          </a:prstGeom>
          <a:ln w="12600">
            <a:solidFill>
              <a:srgbClr val="00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"/>
          <p:cNvSpPr/>
          <p:nvPr/>
        </p:nvSpPr>
        <p:spPr>
          <a:xfrm flipH="1">
            <a:off x="1143000" y="1830240"/>
            <a:ext cx="237960" cy="0"/>
          </a:xfrm>
          <a:prstGeom prst="line">
            <a:avLst/>
          </a:prstGeom>
          <a:ln w="12600">
            <a:solidFill>
              <a:srgbClr val="00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"/>
          <p:cNvSpPr/>
          <p:nvPr/>
        </p:nvSpPr>
        <p:spPr>
          <a:xfrm>
            <a:off x="638280" y="2657520"/>
            <a:ext cx="0" cy="228600"/>
          </a:xfrm>
          <a:prstGeom prst="line">
            <a:avLst/>
          </a:prstGeom>
          <a:ln w="12600">
            <a:solidFill>
              <a:srgbClr val="00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1809720" y="2962440"/>
            <a:ext cx="0" cy="22860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1420920" y="3225960"/>
            <a:ext cx="77616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Inc Idx1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1306440" y="2735280"/>
            <a:ext cx="100476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Loop Body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1330200" y="1951200"/>
            <a:ext cx="957240" cy="611280"/>
          </a:xfrm>
          <a:prstGeom prst="rect">
            <a:avLst/>
          </a:prstGeom>
          <a:solidFill>
            <a:srgbClr val="FFFF99"/>
          </a:solidFill>
          <a:ln w="12600">
            <a:solidFill>
              <a:srgbClr val="CC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Idx1 = 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1225440" y="1379520"/>
            <a:ext cx="116856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Move 1 to Idx1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2817720" y="2120760"/>
            <a:ext cx="131904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Next Statement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"/>
          <p:cNvSpPr/>
          <p:nvPr/>
        </p:nvSpPr>
        <p:spPr>
          <a:xfrm>
            <a:off x="81000" y="944640"/>
            <a:ext cx="3532680" cy="103680"/>
          </a:xfrm>
          <a:custGeom>
            <a:avLst/>
            <a:gdLst/>
            <a:ahLst/>
            <a:rect l="0" t="0" r="r" b="b"/>
            <a:pathLst>
              <a:path w="9813" h="288">
                <a:moveTo>
                  <a:pt x="0" y="278"/>
                </a:moveTo>
                <a:lnTo>
                  <a:pt x="4" y="256"/>
                </a:lnTo>
                <a:lnTo>
                  <a:pt x="0" y="288"/>
                </a:lnTo>
                <a:lnTo>
                  <a:pt x="110" y="170"/>
                </a:lnTo>
                <a:lnTo>
                  <a:pt x="163" y="170"/>
                </a:lnTo>
                <a:lnTo>
                  <a:pt x="216" y="199"/>
                </a:lnTo>
                <a:lnTo>
                  <a:pt x="286" y="170"/>
                </a:lnTo>
                <a:lnTo>
                  <a:pt x="357" y="128"/>
                </a:lnTo>
                <a:lnTo>
                  <a:pt x="410" y="114"/>
                </a:lnTo>
                <a:lnTo>
                  <a:pt x="463" y="114"/>
                </a:lnTo>
                <a:lnTo>
                  <a:pt x="515" y="100"/>
                </a:lnTo>
                <a:lnTo>
                  <a:pt x="568" y="85"/>
                </a:lnTo>
                <a:lnTo>
                  <a:pt x="621" y="85"/>
                </a:lnTo>
                <a:lnTo>
                  <a:pt x="674" y="100"/>
                </a:lnTo>
                <a:lnTo>
                  <a:pt x="727" y="100"/>
                </a:lnTo>
                <a:lnTo>
                  <a:pt x="780" y="114"/>
                </a:lnTo>
                <a:lnTo>
                  <a:pt x="833" y="142"/>
                </a:lnTo>
                <a:lnTo>
                  <a:pt x="886" y="156"/>
                </a:lnTo>
                <a:lnTo>
                  <a:pt x="939" y="170"/>
                </a:lnTo>
                <a:lnTo>
                  <a:pt x="992" y="185"/>
                </a:lnTo>
                <a:lnTo>
                  <a:pt x="1045" y="199"/>
                </a:lnTo>
                <a:lnTo>
                  <a:pt x="1115" y="185"/>
                </a:lnTo>
                <a:lnTo>
                  <a:pt x="1186" y="156"/>
                </a:lnTo>
                <a:lnTo>
                  <a:pt x="1221" y="114"/>
                </a:lnTo>
                <a:lnTo>
                  <a:pt x="1274" y="114"/>
                </a:lnTo>
                <a:lnTo>
                  <a:pt x="1327" y="100"/>
                </a:lnTo>
                <a:lnTo>
                  <a:pt x="1380" y="85"/>
                </a:lnTo>
                <a:lnTo>
                  <a:pt x="1433" y="70"/>
                </a:lnTo>
                <a:lnTo>
                  <a:pt x="1486" y="114"/>
                </a:lnTo>
                <a:lnTo>
                  <a:pt x="1538" y="142"/>
                </a:lnTo>
                <a:lnTo>
                  <a:pt x="1591" y="185"/>
                </a:lnTo>
                <a:lnTo>
                  <a:pt x="1644" y="213"/>
                </a:lnTo>
                <a:lnTo>
                  <a:pt x="1697" y="213"/>
                </a:lnTo>
                <a:lnTo>
                  <a:pt x="1750" y="185"/>
                </a:lnTo>
                <a:lnTo>
                  <a:pt x="1803" y="170"/>
                </a:lnTo>
                <a:lnTo>
                  <a:pt x="1856" y="142"/>
                </a:lnTo>
                <a:lnTo>
                  <a:pt x="1909" y="128"/>
                </a:lnTo>
                <a:lnTo>
                  <a:pt x="1962" y="114"/>
                </a:lnTo>
                <a:lnTo>
                  <a:pt x="2032" y="100"/>
                </a:lnTo>
                <a:lnTo>
                  <a:pt x="2085" y="100"/>
                </a:lnTo>
                <a:lnTo>
                  <a:pt x="2138" y="85"/>
                </a:lnTo>
                <a:lnTo>
                  <a:pt x="2191" y="85"/>
                </a:lnTo>
                <a:lnTo>
                  <a:pt x="2244" y="85"/>
                </a:lnTo>
                <a:lnTo>
                  <a:pt x="2297" y="70"/>
                </a:lnTo>
                <a:lnTo>
                  <a:pt x="2368" y="56"/>
                </a:lnTo>
                <a:lnTo>
                  <a:pt x="2438" y="56"/>
                </a:lnTo>
                <a:lnTo>
                  <a:pt x="2510" y="42"/>
                </a:lnTo>
                <a:lnTo>
                  <a:pt x="2563" y="85"/>
                </a:lnTo>
                <a:lnTo>
                  <a:pt x="2598" y="128"/>
                </a:lnTo>
                <a:lnTo>
                  <a:pt x="2633" y="170"/>
                </a:lnTo>
                <a:lnTo>
                  <a:pt x="2704" y="185"/>
                </a:lnTo>
                <a:lnTo>
                  <a:pt x="2757" y="170"/>
                </a:lnTo>
                <a:lnTo>
                  <a:pt x="2827" y="156"/>
                </a:lnTo>
                <a:lnTo>
                  <a:pt x="2880" y="142"/>
                </a:lnTo>
                <a:lnTo>
                  <a:pt x="2951" y="128"/>
                </a:lnTo>
                <a:lnTo>
                  <a:pt x="3021" y="128"/>
                </a:lnTo>
                <a:lnTo>
                  <a:pt x="3074" y="114"/>
                </a:lnTo>
                <a:lnTo>
                  <a:pt x="3127" y="100"/>
                </a:lnTo>
                <a:lnTo>
                  <a:pt x="3198" y="85"/>
                </a:lnTo>
                <a:lnTo>
                  <a:pt x="3250" y="70"/>
                </a:lnTo>
                <a:lnTo>
                  <a:pt x="3303" y="56"/>
                </a:lnTo>
                <a:lnTo>
                  <a:pt x="3356" y="42"/>
                </a:lnTo>
                <a:lnTo>
                  <a:pt x="3409" y="70"/>
                </a:lnTo>
                <a:lnTo>
                  <a:pt x="3462" y="100"/>
                </a:lnTo>
                <a:lnTo>
                  <a:pt x="3515" y="128"/>
                </a:lnTo>
                <a:lnTo>
                  <a:pt x="3568" y="156"/>
                </a:lnTo>
                <a:lnTo>
                  <a:pt x="3621" y="185"/>
                </a:lnTo>
                <a:lnTo>
                  <a:pt x="3674" y="185"/>
                </a:lnTo>
                <a:lnTo>
                  <a:pt x="3727" y="185"/>
                </a:lnTo>
                <a:lnTo>
                  <a:pt x="3780" y="170"/>
                </a:lnTo>
                <a:lnTo>
                  <a:pt x="3833" y="156"/>
                </a:lnTo>
                <a:lnTo>
                  <a:pt x="3885" y="156"/>
                </a:lnTo>
                <a:lnTo>
                  <a:pt x="3938" y="142"/>
                </a:lnTo>
                <a:lnTo>
                  <a:pt x="4009" y="142"/>
                </a:lnTo>
                <a:lnTo>
                  <a:pt x="4062" y="128"/>
                </a:lnTo>
                <a:lnTo>
                  <a:pt x="4115" y="128"/>
                </a:lnTo>
                <a:lnTo>
                  <a:pt x="4168" y="128"/>
                </a:lnTo>
                <a:lnTo>
                  <a:pt x="4221" y="128"/>
                </a:lnTo>
                <a:lnTo>
                  <a:pt x="4274" y="128"/>
                </a:lnTo>
                <a:lnTo>
                  <a:pt x="4326" y="128"/>
                </a:lnTo>
                <a:lnTo>
                  <a:pt x="4397" y="114"/>
                </a:lnTo>
                <a:lnTo>
                  <a:pt x="4450" y="100"/>
                </a:lnTo>
                <a:lnTo>
                  <a:pt x="4503" y="70"/>
                </a:lnTo>
                <a:lnTo>
                  <a:pt x="4556" y="56"/>
                </a:lnTo>
                <a:lnTo>
                  <a:pt x="4609" y="42"/>
                </a:lnTo>
                <a:lnTo>
                  <a:pt x="4679" y="28"/>
                </a:lnTo>
                <a:lnTo>
                  <a:pt x="4750" y="56"/>
                </a:lnTo>
                <a:lnTo>
                  <a:pt x="4803" y="100"/>
                </a:lnTo>
                <a:lnTo>
                  <a:pt x="4856" y="128"/>
                </a:lnTo>
                <a:lnTo>
                  <a:pt x="4909" y="142"/>
                </a:lnTo>
                <a:lnTo>
                  <a:pt x="4961" y="170"/>
                </a:lnTo>
                <a:lnTo>
                  <a:pt x="5014" y="170"/>
                </a:lnTo>
                <a:lnTo>
                  <a:pt x="5067" y="170"/>
                </a:lnTo>
                <a:lnTo>
                  <a:pt x="5138" y="156"/>
                </a:lnTo>
                <a:lnTo>
                  <a:pt x="5191" y="142"/>
                </a:lnTo>
                <a:lnTo>
                  <a:pt x="5244" y="114"/>
                </a:lnTo>
                <a:lnTo>
                  <a:pt x="5314" y="85"/>
                </a:lnTo>
                <a:lnTo>
                  <a:pt x="5367" y="70"/>
                </a:lnTo>
                <a:lnTo>
                  <a:pt x="5438" y="42"/>
                </a:lnTo>
                <a:lnTo>
                  <a:pt x="5491" y="42"/>
                </a:lnTo>
                <a:lnTo>
                  <a:pt x="5544" y="42"/>
                </a:lnTo>
                <a:lnTo>
                  <a:pt x="5614" y="28"/>
                </a:lnTo>
                <a:lnTo>
                  <a:pt x="5667" y="14"/>
                </a:lnTo>
                <a:lnTo>
                  <a:pt x="5720" y="14"/>
                </a:lnTo>
                <a:lnTo>
                  <a:pt x="5755" y="56"/>
                </a:lnTo>
                <a:lnTo>
                  <a:pt x="5808" y="85"/>
                </a:lnTo>
                <a:lnTo>
                  <a:pt x="5861" y="114"/>
                </a:lnTo>
                <a:lnTo>
                  <a:pt x="5914" y="156"/>
                </a:lnTo>
                <a:lnTo>
                  <a:pt x="5967" y="185"/>
                </a:lnTo>
                <a:lnTo>
                  <a:pt x="6020" y="199"/>
                </a:lnTo>
                <a:lnTo>
                  <a:pt x="6073" y="199"/>
                </a:lnTo>
                <a:lnTo>
                  <a:pt x="6126" y="170"/>
                </a:lnTo>
                <a:lnTo>
                  <a:pt x="6179" y="142"/>
                </a:lnTo>
                <a:lnTo>
                  <a:pt x="6231" y="114"/>
                </a:lnTo>
                <a:lnTo>
                  <a:pt x="6284" y="100"/>
                </a:lnTo>
                <a:lnTo>
                  <a:pt x="6337" y="85"/>
                </a:lnTo>
                <a:lnTo>
                  <a:pt x="6408" y="70"/>
                </a:lnTo>
                <a:lnTo>
                  <a:pt x="6461" y="70"/>
                </a:lnTo>
                <a:lnTo>
                  <a:pt x="6514" y="70"/>
                </a:lnTo>
                <a:lnTo>
                  <a:pt x="6567" y="56"/>
                </a:lnTo>
                <a:lnTo>
                  <a:pt x="6619" y="56"/>
                </a:lnTo>
                <a:lnTo>
                  <a:pt x="6672" y="28"/>
                </a:lnTo>
                <a:lnTo>
                  <a:pt x="6743" y="42"/>
                </a:lnTo>
                <a:lnTo>
                  <a:pt x="6831" y="85"/>
                </a:lnTo>
                <a:lnTo>
                  <a:pt x="6884" y="100"/>
                </a:lnTo>
                <a:lnTo>
                  <a:pt x="6955" y="142"/>
                </a:lnTo>
                <a:lnTo>
                  <a:pt x="7008" y="156"/>
                </a:lnTo>
                <a:lnTo>
                  <a:pt x="7060" y="185"/>
                </a:lnTo>
                <a:lnTo>
                  <a:pt x="7113" y="213"/>
                </a:lnTo>
                <a:lnTo>
                  <a:pt x="7166" y="213"/>
                </a:lnTo>
                <a:lnTo>
                  <a:pt x="7219" y="199"/>
                </a:lnTo>
                <a:lnTo>
                  <a:pt x="7290" y="170"/>
                </a:lnTo>
                <a:lnTo>
                  <a:pt x="7343" y="128"/>
                </a:lnTo>
                <a:lnTo>
                  <a:pt x="7397" y="114"/>
                </a:lnTo>
                <a:lnTo>
                  <a:pt x="7450" y="100"/>
                </a:lnTo>
                <a:lnTo>
                  <a:pt x="7502" y="85"/>
                </a:lnTo>
                <a:lnTo>
                  <a:pt x="7573" y="70"/>
                </a:lnTo>
                <a:lnTo>
                  <a:pt x="7626" y="56"/>
                </a:lnTo>
                <a:lnTo>
                  <a:pt x="7679" y="42"/>
                </a:lnTo>
                <a:lnTo>
                  <a:pt x="7732" y="28"/>
                </a:lnTo>
                <a:lnTo>
                  <a:pt x="7785" y="28"/>
                </a:lnTo>
                <a:lnTo>
                  <a:pt x="7838" y="42"/>
                </a:lnTo>
                <a:lnTo>
                  <a:pt x="7926" y="70"/>
                </a:lnTo>
                <a:lnTo>
                  <a:pt x="7979" y="100"/>
                </a:lnTo>
                <a:lnTo>
                  <a:pt x="8032" y="114"/>
                </a:lnTo>
                <a:lnTo>
                  <a:pt x="8085" y="128"/>
                </a:lnTo>
                <a:lnTo>
                  <a:pt x="8137" y="142"/>
                </a:lnTo>
                <a:lnTo>
                  <a:pt x="8190" y="142"/>
                </a:lnTo>
                <a:lnTo>
                  <a:pt x="8243" y="114"/>
                </a:lnTo>
                <a:lnTo>
                  <a:pt x="8296" y="100"/>
                </a:lnTo>
                <a:lnTo>
                  <a:pt x="8349" y="70"/>
                </a:lnTo>
                <a:lnTo>
                  <a:pt x="8402" y="42"/>
                </a:lnTo>
                <a:lnTo>
                  <a:pt x="8455" y="28"/>
                </a:lnTo>
                <a:lnTo>
                  <a:pt x="8525" y="14"/>
                </a:lnTo>
                <a:lnTo>
                  <a:pt x="8578" y="0"/>
                </a:lnTo>
                <a:lnTo>
                  <a:pt x="8631" y="0"/>
                </a:lnTo>
                <a:lnTo>
                  <a:pt x="8702" y="0"/>
                </a:lnTo>
                <a:lnTo>
                  <a:pt x="8755" y="14"/>
                </a:lnTo>
                <a:lnTo>
                  <a:pt x="8825" y="28"/>
                </a:lnTo>
                <a:lnTo>
                  <a:pt x="8878" y="42"/>
                </a:lnTo>
                <a:lnTo>
                  <a:pt x="8931" y="70"/>
                </a:lnTo>
                <a:lnTo>
                  <a:pt x="8984" y="85"/>
                </a:lnTo>
                <a:lnTo>
                  <a:pt x="9055" y="100"/>
                </a:lnTo>
                <a:lnTo>
                  <a:pt x="9108" y="128"/>
                </a:lnTo>
                <a:lnTo>
                  <a:pt x="9160" y="128"/>
                </a:lnTo>
                <a:lnTo>
                  <a:pt x="9196" y="85"/>
                </a:lnTo>
                <a:lnTo>
                  <a:pt x="9249" y="56"/>
                </a:lnTo>
                <a:lnTo>
                  <a:pt x="9302" y="56"/>
                </a:lnTo>
                <a:lnTo>
                  <a:pt x="9355" y="70"/>
                </a:lnTo>
                <a:lnTo>
                  <a:pt x="9425" y="100"/>
                </a:lnTo>
                <a:lnTo>
                  <a:pt x="9478" y="128"/>
                </a:lnTo>
                <a:lnTo>
                  <a:pt x="9531" y="142"/>
                </a:lnTo>
                <a:lnTo>
                  <a:pt x="9566" y="185"/>
                </a:lnTo>
                <a:lnTo>
                  <a:pt x="9619" y="199"/>
                </a:lnTo>
                <a:lnTo>
                  <a:pt x="9672" y="213"/>
                </a:lnTo>
                <a:lnTo>
                  <a:pt x="9725" y="242"/>
                </a:lnTo>
                <a:lnTo>
                  <a:pt x="9778" y="242"/>
                </a:lnTo>
                <a:lnTo>
                  <a:pt x="9813" y="270"/>
                </a:lnTo>
                <a:lnTo>
                  <a:pt x="9791" y="263"/>
                </a:lnTo>
                <a:lnTo>
                  <a:pt x="0" y="278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"/>
          <p:cNvSpPr txBox="1"/>
          <p:nvPr/>
        </p:nvSpPr>
        <p:spPr>
          <a:xfrm>
            <a:off x="76320" y="88920"/>
            <a:ext cx="3533760" cy="94464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VARYING Idx1 FROM 1 BY 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UNTIL Idx1 EQUAL TO 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spcBef>
                <a:spcPts val="839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DISPLAY Idx1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spcBef>
                <a:spcPts val="839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"/>
          <p:cNvSpPr/>
          <p:nvPr/>
        </p:nvSpPr>
        <p:spPr>
          <a:xfrm>
            <a:off x="77760" y="87480"/>
            <a:ext cx="3272040" cy="68760"/>
          </a:xfrm>
          <a:custGeom>
            <a:avLst/>
            <a:gdLst/>
            <a:ahLst/>
            <a:rect l="0" t="0" r="r" b="b"/>
            <a:pathLst>
              <a:path w="9089" h="191">
                <a:moveTo>
                  <a:pt x="9089" y="3"/>
                </a:moveTo>
                <a:lnTo>
                  <a:pt x="9089" y="0"/>
                </a:lnTo>
                <a:lnTo>
                  <a:pt x="9089" y="3"/>
                </a:lnTo>
                <a:lnTo>
                  <a:pt x="9085" y="9"/>
                </a:lnTo>
                <a:lnTo>
                  <a:pt x="9064" y="9"/>
                </a:lnTo>
                <a:lnTo>
                  <a:pt x="8991" y="27"/>
                </a:lnTo>
                <a:lnTo>
                  <a:pt x="8942" y="44"/>
                </a:lnTo>
                <a:lnTo>
                  <a:pt x="8905" y="62"/>
                </a:lnTo>
                <a:lnTo>
                  <a:pt x="8868" y="62"/>
                </a:lnTo>
                <a:lnTo>
                  <a:pt x="8831" y="68"/>
                </a:lnTo>
                <a:lnTo>
                  <a:pt x="8794" y="68"/>
                </a:lnTo>
                <a:lnTo>
                  <a:pt x="8758" y="68"/>
                </a:lnTo>
                <a:lnTo>
                  <a:pt x="8721" y="68"/>
                </a:lnTo>
                <a:lnTo>
                  <a:pt x="8684" y="68"/>
                </a:lnTo>
                <a:lnTo>
                  <a:pt x="8647" y="68"/>
                </a:lnTo>
                <a:lnTo>
                  <a:pt x="8610" y="80"/>
                </a:lnTo>
                <a:lnTo>
                  <a:pt x="8586" y="97"/>
                </a:lnTo>
                <a:lnTo>
                  <a:pt x="8561" y="115"/>
                </a:lnTo>
                <a:lnTo>
                  <a:pt x="8524" y="120"/>
                </a:lnTo>
                <a:lnTo>
                  <a:pt x="8488" y="120"/>
                </a:lnTo>
                <a:lnTo>
                  <a:pt x="8451" y="109"/>
                </a:lnTo>
                <a:lnTo>
                  <a:pt x="8402" y="97"/>
                </a:lnTo>
                <a:lnTo>
                  <a:pt x="8365" y="97"/>
                </a:lnTo>
                <a:lnTo>
                  <a:pt x="8328" y="91"/>
                </a:lnTo>
                <a:lnTo>
                  <a:pt x="8291" y="80"/>
                </a:lnTo>
                <a:lnTo>
                  <a:pt x="8255" y="74"/>
                </a:lnTo>
                <a:lnTo>
                  <a:pt x="8205" y="74"/>
                </a:lnTo>
                <a:lnTo>
                  <a:pt x="8169" y="68"/>
                </a:lnTo>
                <a:lnTo>
                  <a:pt x="8132" y="62"/>
                </a:lnTo>
                <a:lnTo>
                  <a:pt x="8095" y="57"/>
                </a:lnTo>
                <a:lnTo>
                  <a:pt x="8058" y="57"/>
                </a:lnTo>
                <a:lnTo>
                  <a:pt x="8021" y="51"/>
                </a:lnTo>
                <a:lnTo>
                  <a:pt x="7985" y="44"/>
                </a:lnTo>
                <a:lnTo>
                  <a:pt x="7948" y="38"/>
                </a:lnTo>
                <a:lnTo>
                  <a:pt x="7911" y="32"/>
                </a:lnTo>
                <a:lnTo>
                  <a:pt x="7899" y="51"/>
                </a:lnTo>
                <a:lnTo>
                  <a:pt x="7850" y="57"/>
                </a:lnTo>
                <a:lnTo>
                  <a:pt x="7801" y="57"/>
                </a:lnTo>
                <a:lnTo>
                  <a:pt x="7764" y="62"/>
                </a:lnTo>
                <a:lnTo>
                  <a:pt x="7727" y="74"/>
                </a:lnTo>
                <a:lnTo>
                  <a:pt x="7715" y="91"/>
                </a:lnTo>
                <a:lnTo>
                  <a:pt x="7678" y="97"/>
                </a:lnTo>
                <a:lnTo>
                  <a:pt x="7641" y="97"/>
                </a:lnTo>
                <a:lnTo>
                  <a:pt x="7604" y="97"/>
                </a:lnTo>
                <a:lnTo>
                  <a:pt x="7567" y="109"/>
                </a:lnTo>
                <a:lnTo>
                  <a:pt x="7531" y="115"/>
                </a:lnTo>
                <a:lnTo>
                  <a:pt x="7494" y="120"/>
                </a:lnTo>
                <a:lnTo>
                  <a:pt x="7457" y="126"/>
                </a:lnTo>
                <a:lnTo>
                  <a:pt x="7420" y="138"/>
                </a:lnTo>
                <a:lnTo>
                  <a:pt x="7383" y="145"/>
                </a:lnTo>
                <a:lnTo>
                  <a:pt x="7347" y="145"/>
                </a:lnTo>
                <a:lnTo>
                  <a:pt x="7310" y="138"/>
                </a:lnTo>
                <a:lnTo>
                  <a:pt x="7273" y="126"/>
                </a:lnTo>
                <a:lnTo>
                  <a:pt x="7224" y="120"/>
                </a:lnTo>
                <a:lnTo>
                  <a:pt x="7187" y="115"/>
                </a:lnTo>
                <a:lnTo>
                  <a:pt x="7150" y="109"/>
                </a:lnTo>
                <a:lnTo>
                  <a:pt x="7113" y="103"/>
                </a:lnTo>
                <a:lnTo>
                  <a:pt x="7077" y="103"/>
                </a:lnTo>
                <a:lnTo>
                  <a:pt x="7040" y="91"/>
                </a:lnTo>
                <a:lnTo>
                  <a:pt x="7003" y="86"/>
                </a:lnTo>
                <a:lnTo>
                  <a:pt x="6966" y="86"/>
                </a:lnTo>
                <a:lnTo>
                  <a:pt x="6929" y="80"/>
                </a:lnTo>
                <a:lnTo>
                  <a:pt x="6892" y="80"/>
                </a:lnTo>
                <a:lnTo>
                  <a:pt x="6843" y="74"/>
                </a:lnTo>
                <a:lnTo>
                  <a:pt x="6794" y="68"/>
                </a:lnTo>
                <a:lnTo>
                  <a:pt x="6758" y="62"/>
                </a:lnTo>
                <a:lnTo>
                  <a:pt x="6721" y="57"/>
                </a:lnTo>
                <a:lnTo>
                  <a:pt x="6684" y="57"/>
                </a:lnTo>
                <a:lnTo>
                  <a:pt x="6647" y="57"/>
                </a:lnTo>
                <a:lnTo>
                  <a:pt x="6610" y="57"/>
                </a:lnTo>
                <a:lnTo>
                  <a:pt x="6573" y="57"/>
                </a:lnTo>
                <a:lnTo>
                  <a:pt x="6537" y="57"/>
                </a:lnTo>
                <a:lnTo>
                  <a:pt x="6500" y="57"/>
                </a:lnTo>
                <a:lnTo>
                  <a:pt x="6451" y="57"/>
                </a:lnTo>
                <a:lnTo>
                  <a:pt x="6414" y="51"/>
                </a:lnTo>
                <a:lnTo>
                  <a:pt x="6377" y="38"/>
                </a:lnTo>
                <a:lnTo>
                  <a:pt x="6340" y="38"/>
                </a:lnTo>
                <a:lnTo>
                  <a:pt x="6304" y="38"/>
                </a:lnTo>
                <a:lnTo>
                  <a:pt x="6279" y="57"/>
                </a:lnTo>
                <a:lnTo>
                  <a:pt x="6242" y="68"/>
                </a:lnTo>
                <a:lnTo>
                  <a:pt x="6205" y="74"/>
                </a:lnTo>
                <a:lnTo>
                  <a:pt x="6169" y="91"/>
                </a:lnTo>
                <a:lnTo>
                  <a:pt x="6132" y="97"/>
                </a:lnTo>
                <a:lnTo>
                  <a:pt x="6095" y="103"/>
                </a:lnTo>
                <a:lnTo>
                  <a:pt x="6058" y="109"/>
                </a:lnTo>
                <a:lnTo>
                  <a:pt x="6021" y="109"/>
                </a:lnTo>
                <a:lnTo>
                  <a:pt x="5984" y="103"/>
                </a:lnTo>
                <a:lnTo>
                  <a:pt x="5948" y="91"/>
                </a:lnTo>
                <a:lnTo>
                  <a:pt x="5911" y="86"/>
                </a:lnTo>
                <a:lnTo>
                  <a:pt x="5874" y="86"/>
                </a:lnTo>
                <a:lnTo>
                  <a:pt x="5837" y="80"/>
                </a:lnTo>
                <a:lnTo>
                  <a:pt x="5800" y="74"/>
                </a:lnTo>
                <a:lnTo>
                  <a:pt x="5764" y="62"/>
                </a:lnTo>
                <a:lnTo>
                  <a:pt x="5727" y="62"/>
                </a:lnTo>
                <a:lnTo>
                  <a:pt x="5690" y="51"/>
                </a:lnTo>
                <a:lnTo>
                  <a:pt x="5653" y="44"/>
                </a:lnTo>
                <a:lnTo>
                  <a:pt x="5616" y="44"/>
                </a:lnTo>
                <a:lnTo>
                  <a:pt x="5580" y="38"/>
                </a:lnTo>
                <a:lnTo>
                  <a:pt x="5543" y="38"/>
                </a:lnTo>
                <a:lnTo>
                  <a:pt x="5494" y="32"/>
                </a:lnTo>
                <a:lnTo>
                  <a:pt x="5457" y="27"/>
                </a:lnTo>
                <a:lnTo>
                  <a:pt x="5420" y="27"/>
                </a:lnTo>
                <a:lnTo>
                  <a:pt x="5383" y="27"/>
                </a:lnTo>
                <a:lnTo>
                  <a:pt x="5346" y="27"/>
                </a:lnTo>
                <a:lnTo>
                  <a:pt x="5310" y="27"/>
                </a:lnTo>
                <a:lnTo>
                  <a:pt x="5273" y="32"/>
                </a:lnTo>
                <a:lnTo>
                  <a:pt x="5236" y="44"/>
                </a:lnTo>
                <a:lnTo>
                  <a:pt x="5199" y="62"/>
                </a:lnTo>
                <a:lnTo>
                  <a:pt x="5162" y="74"/>
                </a:lnTo>
                <a:lnTo>
                  <a:pt x="5126" y="86"/>
                </a:lnTo>
                <a:lnTo>
                  <a:pt x="5089" y="97"/>
                </a:lnTo>
                <a:lnTo>
                  <a:pt x="5052" y="103"/>
                </a:lnTo>
                <a:lnTo>
                  <a:pt x="5015" y="103"/>
                </a:lnTo>
                <a:lnTo>
                  <a:pt x="4978" y="103"/>
                </a:lnTo>
                <a:lnTo>
                  <a:pt x="4941" y="109"/>
                </a:lnTo>
                <a:lnTo>
                  <a:pt x="4892" y="109"/>
                </a:lnTo>
                <a:lnTo>
                  <a:pt x="4856" y="115"/>
                </a:lnTo>
                <a:lnTo>
                  <a:pt x="4806" y="120"/>
                </a:lnTo>
                <a:lnTo>
                  <a:pt x="4770" y="126"/>
                </a:lnTo>
                <a:lnTo>
                  <a:pt x="4733" y="126"/>
                </a:lnTo>
                <a:lnTo>
                  <a:pt x="4696" y="132"/>
                </a:lnTo>
                <a:lnTo>
                  <a:pt x="4659" y="132"/>
                </a:lnTo>
                <a:lnTo>
                  <a:pt x="4622" y="132"/>
                </a:lnTo>
                <a:lnTo>
                  <a:pt x="4586" y="132"/>
                </a:lnTo>
                <a:lnTo>
                  <a:pt x="4549" y="132"/>
                </a:lnTo>
                <a:lnTo>
                  <a:pt x="4511" y="126"/>
                </a:lnTo>
                <a:lnTo>
                  <a:pt x="4486" y="109"/>
                </a:lnTo>
                <a:lnTo>
                  <a:pt x="4437" y="91"/>
                </a:lnTo>
                <a:lnTo>
                  <a:pt x="4401" y="86"/>
                </a:lnTo>
                <a:lnTo>
                  <a:pt x="4351" y="74"/>
                </a:lnTo>
                <a:lnTo>
                  <a:pt x="4315" y="62"/>
                </a:lnTo>
                <a:lnTo>
                  <a:pt x="4266" y="62"/>
                </a:lnTo>
                <a:lnTo>
                  <a:pt x="4229" y="57"/>
                </a:lnTo>
                <a:lnTo>
                  <a:pt x="4192" y="44"/>
                </a:lnTo>
                <a:lnTo>
                  <a:pt x="4155" y="44"/>
                </a:lnTo>
                <a:lnTo>
                  <a:pt x="4118" y="38"/>
                </a:lnTo>
                <a:lnTo>
                  <a:pt x="4069" y="51"/>
                </a:lnTo>
                <a:lnTo>
                  <a:pt x="4032" y="62"/>
                </a:lnTo>
                <a:lnTo>
                  <a:pt x="3996" y="74"/>
                </a:lnTo>
                <a:lnTo>
                  <a:pt x="3959" y="80"/>
                </a:lnTo>
                <a:lnTo>
                  <a:pt x="3922" y="86"/>
                </a:lnTo>
                <a:lnTo>
                  <a:pt x="3873" y="97"/>
                </a:lnTo>
                <a:lnTo>
                  <a:pt x="3836" y="103"/>
                </a:lnTo>
                <a:lnTo>
                  <a:pt x="3799" y="115"/>
                </a:lnTo>
                <a:lnTo>
                  <a:pt x="3762" y="115"/>
                </a:lnTo>
                <a:lnTo>
                  <a:pt x="3726" y="115"/>
                </a:lnTo>
                <a:lnTo>
                  <a:pt x="3677" y="109"/>
                </a:lnTo>
                <a:lnTo>
                  <a:pt x="3652" y="91"/>
                </a:lnTo>
                <a:lnTo>
                  <a:pt x="3615" y="80"/>
                </a:lnTo>
                <a:lnTo>
                  <a:pt x="3578" y="68"/>
                </a:lnTo>
                <a:lnTo>
                  <a:pt x="3542" y="51"/>
                </a:lnTo>
                <a:lnTo>
                  <a:pt x="3505" y="38"/>
                </a:lnTo>
                <a:lnTo>
                  <a:pt x="3468" y="27"/>
                </a:lnTo>
                <a:lnTo>
                  <a:pt x="3431" y="21"/>
                </a:lnTo>
                <a:lnTo>
                  <a:pt x="3394" y="21"/>
                </a:lnTo>
                <a:lnTo>
                  <a:pt x="3358" y="21"/>
                </a:lnTo>
                <a:lnTo>
                  <a:pt x="3321" y="27"/>
                </a:lnTo>
                <a:lnTo>
                  <a:pt x="3284" y="27"/>
                </a:lnTo>
                <a:lnTo>
                  <a:pt x="3247" y="27"/>
                </a:lnTo>
                <a:lnTo>
                  <a:pt x="3210" y="27"/>
                </a:lnTo>
                <a:lnTo>
                  <a:pt x="3173" y="27"/>
                </a:lnTo>
                <a:lnTo>
                  <a:pt x="3137" y="32"/>
                </a:lnTo>
                <a:lnTo>
                  <a:pt x="3100" y="32"/>
                </a:lnTo>
                <a:lnTo>
                  <a:pt x="3063" y="32"/>
                </a:lnTo>
                <a:lnTo>
                  <a:pt x="3026" y="32"/>
                </a:lnTo>
                <a:lnTo>
                  <a:pt x="2989" y="38"/>
                </a:lnTo>
                <a:lnTo>
                  <a:pt x="2953" y="38"/>
                </a:lnTo>
                <a:lnTo>
                  <a:pt x="2916" y="38"/>
                </a:lnTo>
                <a:lnTo>
                  <a:pt x="2879" y="38"/>
                </a:lnTo>
                <a:lnTo>
                  <a:pt x="2842" y="38"/>
                </a:lnTo>
                <a:lnTo>
                  <a:pt x="2805" y="38"/>
                </a:lnTo>
                <a:lnTo>
                  <a:pt x="2769" y="44"/>
                </a:lnTo>
                <a:lnTo>
                  <a:pt x="2732" y="57"/>
                </a:lnTo>
                <a:lnTo>
                  <a:pt x="2695" y="62"/>
                </a:lnTo>
                <a:lnTo>
                  <a:pt x="2658" y="74"/>
                </a:lnTo>
                <a:lnTo>
                  <a:pt x="2621" y="80"/>
                </a:lnTo>
                <a:lnTo>
                  <a:pt x="2585" y="97"/>
                </a:lnTo>
                <a:lnTo>
                  <a:pt x="2548" y="103"/>
                </a:lnTo>
                <a:lnTo>
                  <a:pt x="2511" y="109"/>
                </a:lnTo>
                <a:lnTo>
                  <a:pt x="2462" y="115"/>
                </a:lnTo>
                <a:lnTo>
                  <a:pt x="2425" y="120"/>
                </a:lnTo>
                <a:lnTo>
                  <a:pt x="2388" y="126"/>
                </a:lnTo>
                <a:lnTo>
                  <a:pt x="2351" y="126"/>
                </a:lnTo>
                <a:lnTo>
                  <a:pt x="2315" y="126"/>
                </a:lnTo>
                <a:lnTo>
                  <a:pt x="2278" y="115"/>
                </a:lnTo>
                <a:lnTo>
                  <a:pt x="2241" y="103"/>
                </a:lnTo>
                <a:lnTo>
                  <a:pt x="2204" y="97"/>
                </a:lnTo>
                <a:lnTo>
                  <a:pt x="2167" y="86"/>
                </a:lnTo>
                <a:lnTo>
                  <a:pt x="2118" y="86"/>
                </a:lnTo>
                <a:lnTo>
                  <a:pt x="2069" y="80"/>
                </a:lnTo>
                <a:lnTo>
                  <a:pt x="2057" y="62"/>
                </a:lnTo>
                <a:lnTo>
                  <a:pt x="2020" y="57"/>
                </a:lnTo>
                <a:lnTo>
                  <a:pt x="1983" y="57"/>
                </a:lnTo>
                <a:lnTo>
                  <a:pt x="1934" y="57"/>
                </a:lnTo>
                <a:lnTo>
                  <a:pt x="1897" y="57"/>
                </a:lnTo>
                <a:lnTo>
                  <a:pt x="1861" y="57"/>
                </a:lnTo>
                <a:lnTo>
                  <a:pt x="1861" y="74"/>
                </a:lnTo>
                <a:lnTo>
                  <a:pt x="1861" y="91"/>
                </a:lnTo>
                <a:lnTo>
                  <a:pt x="1897" y="103"/>
                </a:lnTo>
                <a:lnTo>
                  <a:pt x="1922" y="120"/>
                </a:lnTo>
                <a:lnTo>
                  <a:pt x="1959" y="138"/>
                </a:lnTo>
                <a:lnTo>
                  <a:pt x="1983" y="156"/>
                </a:lnTo>
                <a:lnTo>
                  <a:pt x="2008" y="174"/>
                </a:lnTo>
                <a:lnTo>
                  <a:pt x="2032" y="191"/>
                </a:lnTo>
                <a:lnTo>
                  <a:pt x="1996" y="180"/>
                </a:lnTo>
                <a:lnTo>
                  <a:pt x="1959" y="162"/>
                </a:lnTo>
                <a:lnTo>
                  <a:pt x="1922" y="150"/>
                </a:lnTo>
                <a:lnTo>
                  <a:pt x="1885" y="138"/>
                </a:lnTo>
                <a:lnTo>
                  <a:pt x="1848" y="126"/>
                </a:lnTo>
                <a:lnTo>
                  <a:pt x="1811" y="109"/>
                </a:lnTo>
                <a:lnTo>
                  <a:pt x="1775" y="91"/>
                </a:lnTo>
                <a:lnTo>
                  <a:pt x="1738" y="80"/>
                </a:lnTo>
                <a:lnTo>
                  <a:pt x="1701" y="74"/>
                </a:lnTo>
                <a:lnTo>
                  <a:pt x="1652" y="68"/>
                </a:lnTo>
                <a:lnTo>
                  <a:pt x="1615" y="68"/>
                </a:lnTo>
                <a:lnTo>
                  <a:pt x="1578" y="68"/>
                </a:lnTo>
                <a:lnTo>
                  <a:pt x="1542" y="68"/>
                </a:lnTo>
                <a:lnTo>
                  <a:pt x="1505" y="62"/>
                </a:lnTo>
                <a:lnTo>
                  <a:pt x="1468" y="62"/>
                </a:lnTo>
                <a:lnTo>
                  <a:pt x="1431" y="62"/>
                </a:lnTo>
                <a:lnTo>
                  <a:pt x="1394" y="62"/>
                </a:lnTo>
                <a:lnTo>
                  <a:pt x="1345" y="62"/>
                </a:lnTo>
                <a:lnTo>
                  <a:pt x="1308" y="62"/>
                </a:lnTo>
                <a:lnTo>
                  <a:pt x="1272" y="68"/>
                </a:lnTo>
                <a:lnTo>
                  <a:pt x="1235" y="68"/>
                </a:lnTo>
                <a:lnTo>
                  <a:pt x="1186" y="68"/>
                </a:lnTo>
                <a:lnTo>
                  <a:pt x="1137" y="68"/>
                </a:lnTo>
                <a:lnTo>
                  <a:pt x="1100" y="68"/>
                </a:lnTo>
                <a:lnTo>
                  <a:pt x="1063" y="68"/>
                </a:lnTo>
                <a:lnTo>
                  <a:pt x="1026" y="80"/>
                </a:lnTo>
                <a:lnTo>
                  <a:pt x="989" y="86"/>
                </a:lnTo>
                <a:lnTo>
                  <a:pt x="977" y="103"/>
                </a:lnTo>
                <a:lnTo>
                  <a:pt x="977" y="120"/>
                </a:lnTo>
                <a:lnTo>
                  <a:pt x="940" y="138"/>
                </a:lnTo>
                <a:lnTo>
                  <a:pt x="903" y="145"/>
                </a:lnTo>
                <a:lnTo>
                  <a:pt x="867" y="145"/>
                </a:lnTo>
                <a:lnTo>
                  <a:pt x="830" y="145"/>
                </a:lnTo>
                <a:lnTo>
                  <a:pt x="793" y="145"/>
                </a:lnTo>
                <a:lnTo>
                  <a:pt x="756" y="150"/>
                </a:lnTo>
                <a:lnTo>
                  <a:pt x="719" y="156"/>
                </a:lnTo>
                <a:lnTo>
                  <a:pt x="670" y="156"/>
                </a:lnTo>
                <a:lnTo>
                  <a:pt x="633" y="156"/>
                </a:lnTo>
                <a:lnTo>
                  <a:pt x="597" y="156"/>
                </a:lnTo>
                <a:lnTo>
                  <a:pt x="560" y="150"/>
                </a:lnTo>
                <a:lnTo>
                  <a:pt x="535" y="132"/>
                </a:lnTo>
                <a:lnTo>
                  <a:pt x="499" y="126"/>
                </a:lnTo>
                <a:lnTo>
                  <a:pt x="462" y="115"/>
                </a:lnTo>
                <a:lnTo>
                  <a:pt x="425" y="109"/>
                </a:lnTo>
                <a:lnTo>
                  <a:pt x="388" y="103"/>
                </a:lnTo>
                <a:lnTo>
                  <a:pt x="351" y="103"/>
                </a:lnTo>
                <a:lnTo>
                  <a:pt x="314" y="97"/>
                </a:lnTo>
                <a:lnTo>
                  <a:pt x="278" y="86"/>
                </a:lnTo>
                <a:lnTo>
                  <a:pt x="241" y="80"/>
                </a:lnTo>
                <a:lnTo>
                  <a:pt x="204" y="68"/>
                </a:lnTo>
                <a:lnTo>
                  <a:pt x="167" y="62"/>
                </a:lnTo>
                <a:lnTo>
                  <a:pt x="130" y="57"/>
                </a:lnTo>
                <a:lnTo>
                  <a:pt x="94" y="44"/>
                </a:lnTo>
                <a:lnTo>
                  <a:pt x="57" y="38"/>
                </a:lnTo>
                <a:lnTo>
                  <a:pt x="8" y="9"/>
                </a:lnTo>
                <a:lnTo>
                  <a:pt x="8" y="5"/>
                </a:lnTo>
                <a:lnTo>
                  <a:pt x="0" y="5"/>
                </a:lnTo>
                <a:lnTo>
                  <a:pt x="0" y="5"/>
                </a:lnTo>
                <a:lnTo>
                  <a:pt x="8" y="11"/>
                </a:lnTo>
                <a:lnTo>
                  <a:pt x="8" y="3"/>
                </a:lnTo>
                <a:lnTo>
                  <a:pt x="9089" y="3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17640" rIns="96120" bIns="176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3181320" y="2476440"/>
            <a:ext cx="1409760" cy="98748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1940040" y="1989000"/>
            <a:ext cx="790560" cy="343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1325520" y="2441520"/>
            <a:ext cx="600120" cy="23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False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6" name=""/>
          <p:cNvGrpSpPr/>
          <p:nvPr/>
        </p:nvGrpSpPr>
        <p:grpSpPr>
          <a:xfrm>
            <a:off x="3949560" y="144360"/>
            <a:ext cx="593640" cy="493920"/>
            <a:chOff x="3949560" y="144360"/>
            <a:chExt cx="593640" cy="493920"/>
          </a:xfrm>
        </p:grpSpPr>
        <p:sp>
          <p:nvSpPr>
            <p:cNvPr id="147" name=""/>
            <p:cNvSpPr txBox="1"/>
            <p:nvPr/>
          </p:nvSpPr>
          <p:spPr>
            <a:xfrm>
              <a:off x="4121280" y="144360"/>
              <a:ext cx="254160" cy="1224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80000"/>
                </a:lnSpc>
              </a:pPr>
              <a:r>
                <a:rPr lang="en-US" sz="10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Idx1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8" name=""/>
            <p:cNvSpPr txBox="1"/>
            <p:nvPr/>
          </p:nvSpPr>
          <p:spPr>
            <a:xfrm>
              <a:off x="3949560" y="263520"/>
              <a:ext cx="593640" cy="37476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  <a:effectLst>
              <a:outerShdw dist="0" dir="0" rotWithShape="0">
                <a:srgbClr val="969696">
                  <a:alpha val="50000"/>
                </a:srgbClr>
              </a:outerShdw>
            </a:effectLst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FF3300"/>
                  </a:solidFill>
                  <a:effectLst/>
                  <a:uFillTx/>
                  <a:latin typeface="Arial"/>
                  <a:ea typeface="Arial"/>
                </a:rPr>
                <a:t>2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9" name=""/>
          <p:cNvSpPr/>
          <p:nvPr/>
        </p:nvSpPr>
        <p:spPr>
          <a:xfrm>
            <a:off x="638280" y="1828800"/>
            <a:ext cx="1171440" cy="184788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"/>
          <p:cNvSpPr/>
          <p:nvPr/>
        </p:nvSpPr>
        <p:spPr>
          <a:xfrm>
            <a:off x="1809720" y="1123920"/>
            <a:ext cx="0" cy="7048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"/>
          <p:cNvSpPr/>
          <p:nvPr/>
        </p:nvSpPr>
        <p:spPr>
          <a:xfrm>
            <a:off x="1809720" y="2581200"/>
            <a:ext cx="0" cy="133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"/>
          <p:cNvSpPr/>
          <p:nvPr/>
        </p:nvSpPr>
        <p:spPr>
          <a:xfrm>
            <a:off x="2295360" y="2257560"/>
            <a:ext cx="533520" cy="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"/>
          <p:cNvSpPr/>
          <p:nvPr/>
        </p:nvSpPr>
        <p:spPr>
          <a:xfrm>
            <a:off x="1314360" y="3676680"/>
            <a:ext cx="238320" cy="0"/>
          </a:xfrm>
          <a:prstGeom prst="line">
            <a:avLst/>
          </a:prstGeom>
          <a:ln w="12600">
            <a:solidFill>
              <a:srgbClr val="00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"/>
          <p:cNvSpPr/>
          <p:nvPr/>
        </p:nvSpPr>
        <p:spPr>
          <a:xfrm flipH="1">
            <a:off x="1143000" y="1830240"/>
            <a:ext cx="237960" cy="0"/>
          </a:xfrm>
          <a:prstGeom prst="line">
            <a:avLst/>
          </a:prstGeom>
          <a:ln w="12600">
            <a:solidFill>
              <a:srgbClr val="00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"/>
          <p:cNvSpPr/>
          <p:nvPr/>
        </p:nvSpPr>
        <p:spPr>
          <a:xfrm>
            <a:off x="638280" y="2657520"/>
            <a:ext cx="0" cy="228600"/>
          </a:xfrm>
          <a:prstGeom prst="line">
            <a:avLst/>
          </a:prstGeom>
          <a:ln w="12600">
            <a:solidFill>
              <a:srgbClr val="00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"/>
          <p:cNvSpPr/>
          <p:nvPr/>
        </p:nvSpPr>
        <p:spPr>
          <a:xfrm>
            <a:off x="1809720" y="2962440"/>
            <a:ext cx="0" cy="22860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1420920" y="3225960"/>
            <a:ext cx="77616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Inc Idx1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1306440" y="2735280"/>
            <a:ext cx="1004760" cy="299880"/>
          </a:xfrm>
          <a:prstGeom prst="rect">
            <a:avLst/>
          </a:prstGeom>
          <a:solidFill>
            <a:srgbClr val="FFFF99"/>
          </a:solidFill>
          <a:ln w="12600">
            <a:solidFill>
              <a:srgbClr val="CC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Loop Body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1330200" y="1951200"/>
            <a:ext cx="957240" cy="6112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Idx1 = 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1225440" y="1379520"/>
            <a:ext cx="116856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Move 1 to Idx1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2817720" y="2120760"/>
            <a:ext cx="131904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Next Statement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"/>
          <p:cNvSpPr/>
          <p:nvPr/>
        </p:nvSpPr>
        <p:spPr>
          <a:xfrm>
            <a:off x="81000" y="944640"/>
            <a:ext cx="3532680" cy="103680"/>
          </a:xfrm>
          <a:custGeom>
            <a:avLst/>
            <a:gdLst/>
            <a:ahLst/>
            <a:rect l="0" t="0" r="r" b="b"/>
            <a:pathLst>
              <a:path w="9813" h="288">
                <a:moveTo>
                  <a:pt x="0" y="278"/>
                </a:moveTo>
                <a:lnTo>
                  <a:pt x="4" y="256"/>
                </a:lnTo>
                <a:lnTo>
                  <a:pt x="0" y="288"/>
                </a:lnTo>
                <a:lnTo>
                  <a:pt x="110" y="170"/>
                </a:lnTo>
                <a:lnTo>
                  <a:pt x="163" y="170"/>
                </a:lnTo>
                <a:lnTo>
                  <a:pt x="216" y="199"/>
                </a:lnTo>
                <a:lnTo>
                  <a:pt x="286" y="170"/>
                </a:lnTo>
                <a:lnTo>
                  <a:pt x="357" y="128"/>
                </a:lnTo>
                <a:lnTo>
                  <a:pt x="410" y="114"/>
                </a:lnTo>
                <a:lnTo>
                  <a:pt x="463" y="114"/>
                </a:lnTo>
                <a:lnTo>
                  <a:pt x="515" y="100"/>
                </a:lnTo>
                <a:lnTo>
                  <a:pt x="568" y="85"/>
                </a:lnTo>
                <a:lnTo>
                  <a:pt x="621" y="85"/>
                </a:lnTo>
                <a:lnTo>
                  <a:pt x="674" y="100"/>
                </a:lnTo>
                <a:lnTo>
                  <a:pt x="727" y="100"/>
                </a:lnTo>
                <a:lnTo>
                  <a:pt x="780" y="114"/>
                </a:lnTo>
                <a:lnTo>
                  <a:pt x="833" y="142"/>
                </a:lnTo>
                <a:lnTo>
                  <a:pt x="886" y="156"/>
                </a:lnTo>
                <a:lnTo>
                  <a:pt x="939" y="170"/>
                </a:lnTo>
                <a:lnTo>
                  <a:pt x="992" y="185"/>
                </a:lnTo>
                <a:lnTo>
                  <a:pt x="1045" y="199"/>
                </a:lnTo>
                <a:lnTo>
                  <a:pt x="1115" y="185"/>
                </a:lnTo>
                <a:lnTo>
                  <a:pt x="1186" y="156"/>
                </a:lnTo>
                <a:lnTo>
                  <a:pt x="1221" y="114"/>
                </a:lnTo>
                <a:lnTo>
                  <a:pt x="1274" y="114"/>
                </a:lnTo>
                <a:lnTo>
                  <a:pt x="1327" y="100"/>
                </a:lnTo>
                <a:lnTo>
                  <a:pt x="1380" y="85"/>
                </a:lnTo>
                <a:lnTo>
                  <a:pt x="1433" y="70"/>
                </a:lnTo>
                <a:lnTo>
                  <a:pt x="1486" y="114"/>
                </a:lnTo>
                <a:lnTo>
                  <a:pt x="1538" y="142"/>
                </a:lnTo>
                <a:lnTo>
                  <a:pt x="1591" y="185"/>
                </a:lnTo>
                <a:lnTo>
                  <a:pt x="1644" y="213"/>
                </a:lnTo>
                <a:lnTo>
                  <a:pt x="1697" y="213"/>
                </a:lnTo>
                <a:lnTo>
                  <a:pt x="1750" y="185"/>
                </a:lnTo>
                <a:lnTo>
                  <a:pt x="1803" y="170"/>
                </a:lnTo>
                <a:lnTo>
                  <a:pt x="1856" y="142"/>
                </a:lnTo>
                <a:lnTo>
                  <a:pt x="1909" y="128"/>
                </a:lnTo>
                <a:lnTo>
                  <a:pt x="1962" y="114"/>
                </a:lnTo>
                <a:lnTo>
                  <a:pt x="2032" y="100"/>
                </a:lnTo>
                <a:lnTo>
                  <a:pt x="2085" y="100"/>
                </a:lnTo>
                <a:lnTo>
                  <a:pt x="2138" y="85"/>
                </a:lnTo>
                <a:lnTo>
                  <a:pt x="2191" y="85"/>
                </a:lnTo>
                <a:lnTo>
                  <a:pt x="2244" y="85"/>
                </a:lnTo>
                <a:lnTo>
                  <a:pt x="2297" y="70"/>
                </a:lnTo>
                <a:lnTo>
                  <a:pt x="2368" y="56"/>
                </a:lnTo>
                <a:lnTo>
                  <a:pt x="2438" y="56"/>
                </a:lnTo>
                <a:lnTo>
                  <a:pt x="2510" y="42"/>
                </a:lnTo>
                <a:lnTo>
                  <a:pt x="2563" y="85"/>
                </a:lnTo>
                <a:lnTo>
                  <a:pt x="2598" y="128"/>
                </a:lnTo>
                <a:lnTo>
                  <a:pt x="2633" y="170"/>
                </a:lnTo>
                <a:lnTo>
                  <a:pt x="2704" y="185"/>
                </a:lnTo>
                <a:lnTo>
                  <a:pt x="2757" y="170"/>
                </a:lnTo>
                <a:lnTo>
                  <a:pt x="2827" y="156"/>
                </a:lnTo>
                <a:lnTo>
                  <a:pt x="2880" y="142"/>
                </a:lnTo>
                <a:lnTo>
                  <a:pt x="2951" y="128"/>
                </a:lnTo>
                <a:lnTo>
                  <a:pt x="3021" y="128"/>
                </a:lnTo>
                <a:lnTo>
                  <a:pt x="3074" y="114"/>
                </a:lnTo>
                <a:lnTo>
                  <a:pt x="3127" y="100"/>
                </a:lnTo>
                <a:lnTo>
                  <a:pt x="3198" y="85"/>
                </a:lnTo>
                <a:lnTo>
                  <a:pt x="3250" y="70"/>
                </a:lnTo>
                <a:lnTo>
                  <a:pt x="3303" y="56"/>
                </a:lnTo>
                <a:lnTo>
                  <a:pt x="3356" y="42"/>
                </a:lnTo>
                <a:lnTo>
                  <a:pt x="3409" y="70"/>
                </a:lnTo>
                <a:lnTo>
                  <a:pt x="3462" y="100"/>
                </a:lnTo>
                <a:lnTo>
                  <a:pt x="3515" y="128"/>
                </a:lnTo>
                <a:lnTo>
                  <a:pt x="3568" y="156"/>
                </a:lnTo>
                <a:lnTo>
                  <a:pt x="3621" y="185"/>
                </a:lnTo>
                <a:lnTo>
                  <a:pt x="3674" y="185"/>
                </a:lnTo>
                <a:lnTo>
                  <a:pt x="3727" y="185"/>
                </a:lnTo>
                <a:lnTo>
                  <a:pt x="3780" y="170"/>
                </a:lnTo>
                <a:lnTo>
                  <a:pt x="3833" y="156"/>
                </a:lnTo>
                <a:lnTo>
                  <a:pt x="3885" y="156"/>
                </a:lnTo>
                <a:lnTo>
                  <a:pt x="3938" y="142"/>
                </a:lnTo>
                <a:lnTo>
                  <a:pt x="4009" y="142"/>
                </a:lnTo>
                <a:lnTo>
                  <a:pt x="4062" y="128"/>
                </a:lnTo>
                <a:lnTo>
                  <a:pt x="4115" y="128"/>
                </a:lnTo>
                <a:lnTo>
                  <a:pt x="4168" y="128"/>
                </a:lnTo>
                <a:lnTo>
                  <a:pt x="4221" y="128"/>
                </a:lnTo>
                <a:lnTo>
                  <a:pt x="4274" y="128"/>
                </a:lnTo>
                <a:lnTo>
                  <a:pt x="4326" y="128"/>
                </a:lnTo>
                <a:lnTo>
                  <a:pt x="4397" y="114"/>
                </a:lnTo>
                <a:lnTo>
                  <a:pt x="4450" y="100"/>
                </a:lnTo>
                <a:lnTo>
                  <a:pt x="4503" y="70"/>
                </a:lnTo>
                <a:lnTo>
                  <a:pt x="4556" y="56"/>
                </a:lnTo>
                <a:lnTo>
                  <a:pt x="4609" y="42"/>
                </a:lnTo>
                <a:lnTo>
                  <a:pt x="4679" y="28"/>
                </a:lnTo>
                <a:lnTo>
                  <a:pt x="4750" y="56"/>
                </a:lnTo>
                <a:lnTo>
                  <a:pt x="4803" y="100"/>
                </a:lnTo>
                <a:lnTo>
                  <a:pt x="4856" y="128"/>
                </a:lnTo>
                <a:lnTo>
                  <a:pt x="4909" y="142"/>
                </a:lnTo>
                <a:lnTo>
                  <a:pt x="4961" y="170"/>
                </a:lnTo>
                <a:lnTo>
                  <a:pt x="5014" y="170"/>
                </a:lnTo>
                <a:lnTo>
                  <a:pt x="5067" y="170"/>
                </a:lnTo>
                <a:lnTo>
                  <a:pt x="5138" y="156"/>
                </a:lnTo>
                <a:lnTo>
                  <a:pt x="5191" y="142"/>
                </a:lnTo>
                <a:lnTo>
                  <a:pt x="5244" y="114"/>
                </a:lnTo>
                <a:lnTo>
                  <a:pt x="5314" y="85"/>
                </a:lnTo>
                <a:lnTo>
                  <a:pt x="5367" y="70"/>
                </a:lnTo>
                <a:lnTo>
                  <a:pt x="5438" y="42"/>
                </a:lnTo>
                <a:lnTo>
                  <a:pt x="5491" y="42"/>
                </a:lnTo>
                <a:lnTo>
                  <a:pt x="5544" y="42"/>
                </a:lnTo>
                <a:lnTo>
                  <a:pt x="5614" y="28"/>
                </a:lnTo>
                <a:lnTo>
                  <a:pt x="5667" y="14"/>
                </a:lnTo>
                <a:lnTo>
                  <a:pt x="5720" y="14"/>
                </a:lnTo>
                <a:lnTo>
                  <a:pt x="5755" y="56"/>
                </a:lnTo>
                <a:lnTo>
                  <a:pt x="5808" y="85"/>
                </a:lnTo>
                <a:lnTo>
                  <a:pt x="5861" y="114"/>
                </a:lnTo>
                <a:lnTo>
                  <a:pt x="5914" y="156"/>
                </a:lnTo>
                <a:lnTo>
                  <a:pt x="5967" y="185"/>
                </a:lnTo>
                <a:lnTo>
                  <a:pt x="6020" y="199"/>
                </a:lnTo>
                <a:lnTo>
                  <a:pt x="6073" y="199"/>
                </a:lnTo>
                <a:lnTo>
                  <a:pt x="6126" y="170"/>
                </a:lnTo>
                <a:lnTo>
                  <a:pt x="6179" y="142"/>
                </a:lnTo>
                <a:lnTo>
                  <a:pt x="6231" y="114"/>
                </a:lnTo>
                <a:lnTo>
                  <a:pt x="6284" y="100"/>
                </a:lnTo>
                <a:lnTo>
                  <a:pt x="6337" y="85"/>
                </a:lnTo>
                <a:lnTo>
                  <a:pt x="6408" y="70"/>
                </a:lnTo>
                <a:lnTo>
                  <a:pt x="6461" y="70"/>
                </a:lnTo>
                <a:lnTo>
                  <a:pt x="6514" y="70"/>
                </a:lnTo>
                <a:lnTo>
                  <a:pt x="6567" y="56"/>
                </a:lnTo>
                <a:lnTo>
                  <a:pt x="6619" y="56"/>
                </a:lnTo>
                <a:lnTo>
                  <a:pt x="6672" y="28"/>
                </a:lnTo>
                <a:lnTo>
                  <a:pt x="6743" y="42"/>
                </a:lnTo>
                <a:lnTo>
                  <a:pt x="6831" y="85"/>
                </a:lnTo>
                <a:lnTo>
                  <a:pt x="6884" y="100"/>
                </a:lnTo>
                <a:lnTo>
                  <a:pt x="6955" y="142"/>
                </a:lnTo>
                <a:lnTo>
                  <a:pt x="7008" y="156"/>
                </a:lnTo>
                <a:lnTo>
                  <a:pt x="7060" y="185"/>
                </a:lnTo>
                <a:lnTo>
                  <a:pt x="7113" y="213"/>
                </a:lnTo>
                <a:lnTo>
                  <a:pt x="7166" y="213"/>
                </a:lnTo>
                <a:lnTo>
                  <a:pt x="7219" y="199"/>
                </a:lnTo>
                <a:lnTo>
                  <a:pt x="7290" y="170"/>
                </a:lnTo>
                <a:lnTo>
                  <a:pt x="7343" y="128"/>
                </a:lnTo>
                <a:lnTo>
                  <a:pt x="7397" y="114"/>
                </a:lnTo>
                <a:lnTo>
                  <a:pt x="7450" y="100"/>
                </a:lnTo>
                <a:lnTo>
                  <a:pt x="7502" y="85"/>
                </a:lnTo>
                <a:lnTo>
                  <a:pt x="7573" y="70"/>
                </a:lnTo>
                <a:lnTo>
                  <a:pt x="7626" y="56"/>
                </a:lnTo>
                <a:lnTo>
                  <a:pt x="7679" y="42"/>
                </a:lnTo>
                <a:lnTo>
                  <a:pt x="7732" y="28"/>
                </a:lnTo>
                <a:lnTo>
                  <a:pt x="7785" y="28"/>
                </a:lnTo>
                <a:lnTo>
                  <a:pt x="7838" y="42"/>
                </a:lnTo>
                <a:lnTo>
                  <a:pt x="7926" y="70"/>
                </a:lnTo>
                <a:lnTo>
                  <a:pt x="7979" y="100"/>
                </a:lnTo>
                <a:lnTo>
                  <a:pt x="8032" y="114"/>
                </a:lnTo>
                <a:lnTo>
                  <a:pt x="8085" y="128"/>
                </a:lnTo>
                <a:lnTo>
                  <a:pt x="8137" y="142"/>
                </a:lnTo>
                <a:lnTo>
                  <a:pt x="8190" y="142"/>
                </a:lnTo>
                <a:lnTo>
                  <a:pt x="8243" y="114"/>
                </a:lnTo>
                <a:lnTo>
                  <a:pt x="8296" y="100"/>
                </a:lnTo>
                <a:lnTo>
                  <a:pt x="8349" y="70"/>
                </a:lnTo>
                <a:lnTo>
                  <a:pt x="8402" y="42"/>
                </a:lnTo>
                <a:lnTo>
                  <a:pt x="8455" y="28"/>
                </a:lnTo>
                <a:lnTo>
                  <a:pt x="8525" y="14"/>
                </a:lnTo>
                <a:lnTo>
                  <a:pt x="8578" y="0"/>
                </a:lnTo>
                <a:lnTo>
                  <a:pt x="8631" y="0"/>
                </a:lnTo>
                <a:lnTo>
                  <a:pt x="8702" y="0"/>
                </a:lnTo>
                <a:lnTo>
                  <a:pt x="8755" y="14"/>
                </a:lnTo>
                <a:lnTo>
                  <a:pt x="8825" y="28"/>
                </a:lnTo>
                <a:lnTo>
                  <a:pt x="8878" y="42"/>
                </a:lnTo>
                <a:lnTo>
                  <a:pt x="8931" y="70"/>
                </a:lnTo>
                <a:lnTo>
                  <a:pt x="8984" y="85"/>
                </a:lnTo>
                <a:lnTo>
                  <a:pt x="9055" y="100"/>
                </a:lnTo>
                <a:lnTo>
                  <a:pt x="9108" y="128"/>
                </a:lnTo>
                <a:lnTo>
                  <a:pt x="9160" y="128"/>
                </a:lnTo>
                <a:lnTo>
                  <a:pt x="9196" y="85"/>
                </a:lnTo>
                <a:lnTo>
                  <a:pt x="9249" y="56"/>
                </a:lnTo>
                <a:lnTo>
                  <a:pt x="9302" y="56"/>
                </a:lnTo>
                <a:lnTo>
                  <a:pt x="9355" y="70"/>
                </a:lnTo>
                <a:lnTo>
                  <a:pt x="9425" y="100"/>
                </a:lnTo>
                <a:lnTo>
                  <a:pt x="9478" y="128"/>
                </a:lnTo>
                <a:lnTo>
                  <a:pt x="9531" y="142"/>
                </a:lnTo>
                <a:lnTo>
                  <a:pt x="9566" y="185"/>
                </a:lnTo>
                <a:lnTo>
                  <a:pt x="9619" y="199"/>
                </a:lnTo>
                <a:lnTo>
                  <a:pt x="9672" y="213"/>
                </a:lnTo>
                <a:lnTo>
                  <a:pt x="9725" y="242"/>
                </a:lnTo>
                <a:lnTo>
                  <a:pt x="9778" y="242"/>
                </a:lnTo>
                <a:lnTo>
                  <a:pt x="9813" y="270"/>
                </a:lnTo>
                <a:lnTo>
                  <a:pt x="9791" y="263"/>
                </a:lnTo>
                <a:lnTo>
                  <a:pt x="0" y="278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"/>
          <p:cNvSpPr txBox="1"/>
          <p:nvPr/>
        </p:nvSpPr>
        <p:spPr>
          <a:xfrm>
            <a:off x="76320" y="88920"/>
            <a:ext cx="3533760" cy="94464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VARYING Idx1 FROM 1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BY 1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UNTIL Idx1 EQUAL TO 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spcBef>
                <a:spcPts val="839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DISPLAY Idx1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spcBef>
                <a:spcPts val="839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"/>
          <p:cNvSpPr/>
          <p:nvPr/>
        </p:nvSpPr>
        <p:spPr>
          <a:xfrm>
            <a:off x="77760" y="87480"/>
            <a:ext cx="3272040" cy="68760"/>
          </a:xfrm>
          <a:custGeom>
            <a:avLst/>
            <a:gdLst/>
            <a:ahLst/>
            <a:rect l="0" t="0" r="r" b="b"/>
            <a:pathLst>
              <a:path w="9089" h="191">
                <a:moveTo>
                  <a:pt x="9089" y="3"/>
                </a:moveTo>
                <a:lnTo>
                  <a:pt x="9089" y="0"/>
                </a:lnTo>
                <a:lnTo>
                  <a:pt x="9089" y="3"/>
                </a:lnTo>
                <a:lnTo>
                  <a:pt x="9085" y="9"/>
                </a:lnTo>
                <a:lnTo>
                  <a:pt x="9064" y="9"/>
                </a:lnTo>
                <a:lnTo>
                  <a:pt x="8991" y="27"/>
                </a:lnTo>
                <a:lnTo>
                  <a:pt x="8942" y="44"/>
                </a:lnTo>
                <a:lnTo>
                  <a:pt x="8905" y="62"/>
                </a:lnTo>
                <a:lnTo>
                  <a:pt x="8868" y="62"/>
                </a:lnTo>
                <a:lnTo>
                  <a:pt x="8831" y="68"/>
                </a:lnTo>
                <a:lnTo>
                  <a:pt x="8794" y="68"/>
                </a:lnTo>
                <a:lnTo>
                  <a:pt x="8758" y="68"/>
                </a:lnTo>
                <a:lnTo>
                  <a:pt x="8721" y="68"/>
                </a:lnTo>
                <a:lnTo>
                  <a:pt x="8684" y="68"/>
                </a:lnTo>
                <a:lnTo>
                  <a:pt x="8647" y="68"/>
                </a:lnTo>
                <a:lnTo>
                  <a:pt x="8610" y="80"/>
                </a:lnTo>
                <a:lnTo>
                  <a:pt x="8586" y="97"/>
                </a:lnTo>
                <a:lnTo>
                  <a:pt x="8561" y="115"/>
                </a:lnTo>
                <a:lnTo>
                  <a:pt x="8524" y="120"/>
                </a:lnTo>
                <a:lnTo>
                  <a:pt x="8488" y="120"/>
                </a:lnTo>
                <a:lnTo>
                  <a:pt x="8451" y="109"/>
                </a:lnTo>
                <a:lnTo>
                  <a:pt x="8402" y="97"/>
                </a:lnTo>
                <a:lnTo>
                  <a:pt x="8365" y="97"/>
                </a:lnTo>
                <a:lnTo>
                  <a:pt x="8328" y="91"/>
                </a:lnTo>
                <a:lnTo>
                  <a:pt x="8291" y="80"/>
                </a:lnTo>
                <a:lnTo>
                  <a:pt x="8255" y="74"/>
                </a:lnTo>
                <a:lnTo>
                  <a:pt x="8205" y="74"/>
                </a:lnTo>
                <a:lnTo>
                  <a:pt x="8169" y="68"/>
                </a:lnTo>
                <a:lnTo>
                  <a:pt x="8132" y="62"/>
                </a:lnTo>
                <a:lnTo>
                  <a:pt x="8095" y="57"/>
                </a:lnTo>
                <a:lnTo>
                  <a:pt x="8058" y="57"/>
                </a:lnTo>
                <a:lnTo>
                  <a:pt x="8021" y="51"/>
                </a:lnTo>
                <a:lnTo>
                  <a:pt x="7985" y="44"/>
                </a:lnTo>
                <a:lnTo>
                  <a:pt x="7948" y="38"/>
                </a:lnTo>
                <a:lnTo>
                  <a:pt x="7911" y="32"/>
                </a:lnTo>
                <a:lnTo>
                  <a:pt x="7899" y="51"/>
                </a:lnTo>
                <a:lnTo>
                  <a:pt x="7850" y="57"/>
                </a:lnTo>
                <a:lnTo>
                  <a:pt x="7801" y="57"/>
                </a:lnTo>
                <a:lnTo>
                  <a:pt x="7764" y="62"/>
                </a:lnTo>
                <a:lnTo>
                  <a:pt x="7727" y="74"/>
                </a:lnTo>
                <a:lnTo>
                  <a:pt x="7715" y="91"/>
                </a:lnTo>
                <a:lnTo>
                  <a:pt x="7678" y="97"/>
                </a:lnTo>
                <a:lnTo>
                  <a:pt x="7641" y="97"/>
                </a:lnTo>
                <a:lnTo>
                  <a:pt x="7604" y="97"/>
                </a:lnTo>
                <a:lnTo>
                  <a:pt x="7567" y="109"/>
                </a:lnTo>
                <a:lnTo>
                  <a:pt x="7531" y="115"/>
                </a:lnTo>
                <a:lnTo>
                  <a:pt x="7494" y="120"/>
                </a:lnTo>
                <a:lnTo>
                  <a:pt x="7457" y="126"/>
                </a:lnTo>
                <a:lnTo>
                  <a:pt x="7420" y="138"/>
                </a:lnTo>
                <a:lnTo>
                  <a:pt x="7383" y="145"/>
                </a:lnTo>
                <a:lnTo>
                  <a:pt x="7347" y="145"/>
                </a:lnTo>
                <a:lnTo>
                  <a:pt x="7310" y="138"/>
                </a:lnTo>
                <a:lnTo>
                  <a:pt x="7273" y="126"/>
                </a:lnTo>
                <a:lnTo>
                  <a:pt x="7224" y="120"/>
                </a:lnTo>
                <a:lnTo>
                  <a:pt x="7187" y="115"/>
                </a:lnTo>
                <a:lnTo>
                  <a:pt x="7150" y="109"/>
                </a:lnTo>
                <a:lnTo>
                  <a:pt x="7113" y="103"/>
                </a:lnTo>
                <a:lnTo>
                  <a:pt x="7077" y="103"/>
                </a:lnTo>
                <a:lnTo>
                  <a:pt x="7040" y="91"/>
                </a:lnTo>
                <a:lnTo>
                  <a:pt x="7003" y="86"/>
                </a:lnTo>
                <a:lnTo>
                  <a:pt x="6966" y="86"/>
                </a:lnTo>
                <a:lnTo>
                  <a:pt x="6929" y="80"/>
                </a:lnTo>
                <a:lnTo>
                  <a:pt x="6892" y="80"/>
                </a:lnTo>
                <a:lnTo>
                  <a:pt x="6843" y="74"/>
                </a:lnTo>
                <a:lnTo>
                  <a:pt x="6794" y="68"/>
                </a:lnTo>
                <a:lnTo>
                  <a:pt x="6758" y="62"/>
                </a:lnTo>
                <a:lnTo>
                  <a:pt x="6721" y="57"/>
                </a:lnTo>
                <a:lnTo>
                  <a:pt x="6684" y="57"/>
                </a:lnTo>
                <a:lnTo>
                  <a:pt x="6647" y="57"/>
                </a:lnTo>
                <a:lnTo>
                  <a:pt x="6610" y="57"/>
                </a:lnTo>
                <a:lnTo>
                  <a:pt x="6573" y="57"/>
                </a:lnTo>
                <a:lnTo>
                  <a:pt x="6537" y="57"/>
                </a:lnTo>
                <a:lnTo>
                  <a:pt x="6500" y="57"/>
                </a:lnTo>
                <a:lnTo>
                  <a:pt x="6451" y="57"/>
                </a:lnTo>
                <a:lnTo>
                  <a:pt x="6414" y="51"/>
                </a:lnTo>
                <a:lnTo>
                  <a:pt x="6377" y="38"/>
                </a:lnTo>
                <a:lnTo>
                  <a:pt x="6340" y="38"/>
                </a:lnTo>
                <a:lnTo>
                  <a:pt x="6304" y="38"/>
                </a:lnTo>
                <a:lnTo>
                  <a:pt x="6279" y="57"/>
                </a:lnTo>
                <a:lnTo>
                  <a:pt x="6242" y="68"/>
                </a:lnTo>
                <a:lnTo>
                  <a:pt x="6205" y="74"/>
                </a:lnTo>
                <a:lnTo>
                  <a:pt x="6169" y="91"/>
                </a:lnTo>
                <a:lnTo>
                  <a:pt x="6132" y="97"/>
                </a:lnTo>
                <a:lnTo>
                  <a:pt x="6095" y="103"/>
                </a:lnTo>
                <a:lnTo>
                  <a:pt x="6058" y="109"/>
                </a:lnTo>
                <a:lnTo>
                  <a:pt x="6021" y="109"/>
                </a:lnTo>
                <a:lnTo>
                  <a:pt x="5984" y="103"/>
                </a:lnTo>
                <a:lnTo>
                  <a:pt x="5948" y="91"/>
                </a:lnTo>
                <a:lnTo>
                  <a:pt x="5911" y="86"/>
                </a:lnTo>
                <a:lnTo>
                  <a:pt x="5874" y="86"/>
                </a:lnTo>
                <a:lnTo>
                  <a:pt x="5837" y="80"/>
                </a:lnTo>
                <a:lnTo>
                  <a:pt x="5800" y="74"/>
                </a:lnTo>
                <a:lnTo>
                  <a:pt x="5764" y="62"/>
                </a:lnTo>
                <a:lnTo>
                  <a:pt x="5727" y="62"/>
                </a:lnTo>
                <a:lnTo>
                  <a:pt x="5690" y="51"/>
                </a:lnTo>
                <a:lnTo>
                  <a:pt x="5653" y="44"/>
                </a:lnTo>
                <a:lnTo>
                  <a:pt x="5616" y="44"/>
                </a:lnTo>
                <a:lnTo>
                  <a:pt x="5580" y="38"/>
                </a:lnTo>
                <a:lnTo>
                  <a:pt x="5543" y="38"/>
                </a:lnTo>
                <a:lnTo>
                  <a:pt x="5494" y="32"/>
                </a:lnTo>
                <a:lnTo>
                  <a:pt x="5457" y="27"/>
                </a:lnTo>
                <a:lnTo>
                  <a:pt x="5420" y="27"/>
                </a:lnTo>
                <a:lnTo>
                  <a:pt x="5383" y="27"/>
                </a:lnTo>
                <a:lnTo>
                  <a:pt x="5346" y="27"/>
                </a:lnTo>
                <a:lnTo>
                  <a:pt x="5310" y="27"/>
                </a:lnTo>
                <a:lnTo>
                  <a:pt x="5273" y="32"/>
                </a:lnTo>
                <a:lnTo>
                  <a:pt x="5236" y="44"/>
                </a:lnTo>
                <a:lnTo>
                  <a:pt x="5199" y="62"/>
                </a:lnTo>
                <a:lnTo>
                  <a:pt x="5162" y="74"/>
                </a:lnTo>
                <a:lnTo>
                  <a:pt x="5126" y="86"/>
                </a:lnTo>
                <a:lnTo>
                  <a:pt x="5089" y="97"/>
                </a:lnTo>
                <a:lnTo>
                  <a:pt x="5052" y="103"/>
                </a:lnTo>
                <a:lnTo>
                  <a:pt x="5015" y="103"/>
                </a:lnTo>
                <a:lnTo>
                  <a:pt x="4978" y="103"/>
                </a:lnTo>
                <a:lnTo>
                  <a:pt x="4941" y="109"/>
                </a:lnTo>
                <a:lnTo>
                  <a:pt x="4892" y="109"/>
                </a:lnTo>
                <a:lnTo>
                  <a:pt x="4856" y="115"/>
                </a:lnTo>
                <a:lnTo>
                  <a:pt x="4806" y="120"/>
                </a:lnTo>
                <a:lnTo>
                  <a:pt x="4770" y="126"/>
                </a:lnTo>
                <a:lnTo>
                  <a:pt x="4733" y="126"/>
                </a:lnTo>
                <a:lnTo>
                  <a:pt x="4696" y="132"/>
                </a:lnTo>
                <a:lnTo>
                  <a:pt x="4659" y="132"/>
                </a:lnTo>
                <a:lnTo>
                  <a:pt x="4622" y="132"/>
                </a:lnTo>
                <a:lnTo>
                  <a:pt x="4586" y="132"/>
                </a:lnTo>
                <a:lnTo>
                  <a:pt x="4549" y="132"/>
                </a:lnTo>
                <a:lnTo>
                  <a:pt x="4511" y="126"/>
                </a:lnTo>
                <a:lnTo>
                  <a:pt x="4486" y="109"/>
                </a:lnTo>
                <a:lnTo>
                  <a:pt x="4437" y="91"/>
                </a:lnTo>
                <a:lnTo>
                  <a:pt x="4401" y="86"/>
                </a:lnTo>
                <a:lnTo>
                  <a:pt x="4351" y="74"/>
                </a:lnTo>
                <a:lnTo>
                  <a:pt x="4315" y="62"/>
                </a:lnTo>
                <a:lnTo>
                  <a:pt x="4266" y="62"/>
                </a:lnTo>
                <a:lnTo>
                  <a:pt x="4229" y="57"/>
                </a:lnTo>
                <a:lnTo>
                  <a:pt x="4192" y="44"/>
                </a:lnTo>
                <a:lnTo>
                  <a:pt x="4155" y="44"/>
                </a:lnTo>
                <a:lnTo>
                  <a:pt x="4118" y="38"/>
                </a:lnTo>
                <a:lnTo>
                  <a:pt x="4069" y="51"/>
                </a:lnTo>
                <a:lnTo>
                  <a:pt x="4032" y="62"/>
                </a:lnTo>
                <a:lnTo>
                  <a:pt x="3996" y="74"/>
                </a:lnTo>
                <a:lnTo>
                  <a:pt x="3959" y="80"/>
                </a:lnTo>
                <a:lnTo>
                  <a:pt x="3922" y="86"/>
                </a:lnTo>
                <a:lnTo>
                  <a:pt x="3873" y="97"/>
                </a:lnTo>
                <a:lnTo>
                  <a:pt x="3836" y="103"/>
                </a:lnTo>
                <a:lnTo>
                  <a:pt x="3799" y="115"/>
                </a:lnTo>
                <a:lnTo>
                  <a:pt x="3762" y="115"/>
                </a:lnTo>
                <a:lnTo>
                  <a:pt x="3726" y="115"/>
                </a:lnTo>
                <a:lnTo>
                  <a:pt x="3677" y="109"/>
                </a:lnTo>
                <a:lnTo>
                  <a:pt x="3652" y="91"/>
                </a:lnTo>
                <a:lnTo>
                  <a:pt x="3615" y="80"/>
                </a:lnTo>
                <a:lnTo>
                  <a:pt x="3578" y="68"/>
                </a:lnTo>
                <a:lnTo>
                  <a:pt x="3542" y="51"/>
                </a:lnTo>
                <a:lnTo>
                  <a:pt x="3505" y="38"/>
                </a:lnTo>
                <a:lnTo>
                  <a:pt x="3468" y="27"/>
                </a:lnTo>
                <a:lnTo>
                  <a:pt x="3431" y="21"/>
                </a:lnTo>
                <a:lnTo>
                  <a:pt x="3394" y="21"/>
                </a:lnTo>
                <a:lnTo>
                  <a:pt x="3358" y="21"/>
                </a:lnTo>
                <a:lnTo>
                  <a:pt x="3321" y="27"/>
                </a:lnTo>
                <a:lnTo>
                  <a:pt x="3284" y="27"/>
                </a:lnTo>
                <a:lnTo>
                  <a:pt x="3247" y="27"/>
                </a:lnTo>
                <a:lnTo>
                  <a:pt x="3210" y="27"/>
                </a:lnTo>
                <a:lnTo>
                  <a:pt x="3173" y="27"/>
                </a:lnTo>
                <a:lnTo>
                  <a:pt x="3137" y="32"/>
                </a:lnTo>
                <a:lnTo>
                  <a:pt x="3100" y="32"/>
                </a:lnTo>
                <a:lnTo>
                  <a:pt x="3063" y="32"/>
                </a:lnTo>
                <a:lnTo>
                  <a:pt x="3026" y="32"/>
                </a:lnTo>
                <a:lnTo>
                  <a:pt x="2989" y="38"/>
                </a:lnTo>
                <a:lnTo>
                  <a:pt x="2953" y="38"/>
                </a:lnTo>
                <a:lnTo>
                  <a:pt x="2916" y="38"/>
                </a:lnTo>
                <a:lnTo>
                  <a:pt x="2879" y="38"/>
                </a:lnTo>
                <a:lnTo>
                  <a:pt x="2842" y="38"/>
                </a:lnTo>
                <a:lnTo>
                  <a:pt x="2805" y="38"/>
                </a:lnTo>
                <a:lnTo>
                  <a:pt x="2769" y="44"/>
                </a:lnTo>
                <a:lnTo>
                  <a:pt x="2732" y="57"/>
                </a:lnTo>
                <a:lnTo>
                  <a:pt x="2695" y="62"/>
                </a:lnTo>
                <a:lnTo>
                  <a:pt x="2658" y="74"/>
                </a:lnTo>
                <a:lnTo>
                  <a:pt x="2621" y="80"/>
                </a:lnTo>
                <a:lnTo>
                  <a:pt x="2585" y="97"/>
                </a:lnTo>
                <a:lnTo>
                  <a:pt x="2548" y="103"/>
                </a:lnTo>
                <a:lnTo>
                  <a:pt x="2511" y="109"/>
                </a:lnTo>
                <a:lnTo>
                  <a:pt x="2462" y="115"/>
                </a:lnTo>
                <a:lnTo>
                  <a:pt x="2425" y="120"/>
                </a:lnTo>
                <a:lnTo>
                  <a:pt x="2388" y="126"/>
                </a:lnTo>
                <a:lnTo>
                  <a:pt x="2351" y="126"/>
                </a:lnTo>
                <a:lnTo>
                  <a:pt x="2315" y="126"/>
                </a:lnTo>
                <a:lnTo>
                  <a:pt x="2278" y="115"/>
                </a:lnTo>
                <a:lnTo>
                  <a:pt x="2241" y="103"/>
                </a:lnTo>
                <a:lnTo>
                  <a:pt x="2204" y="97"/>
                </a:lnTo>
                <a:lnTo>
                  <a:pt x="2167" y="86"/>
                </a:lnTo>
                <a:lnTo>
                  <a:pt x="2118" y="86"/>
                </a:lnTo>
                <a:lnTo>
                  <a:pt x="2069" y="80"/>
                </a:lnTo>
                <a:lnTo>
                  <a:pt x="2057" y="62"/>
                </a:lnTo>
                <a:lnTo>
                  <a:pt x="2020" y="57"/>
                </a:lnTo>
                <a:lnTo>
                  <a:pt x="1983" y="57"/>
                </a:lnTo>
                <a:lnTo>
                  <a:pt x="1934" y="57"/>
                </a:lnTo>
                <a:lnTo>
                  <a:pt x="1897" y="57"/>
                </a:lnTo>
                <a:lnTo>
                  <a:pt x="1861" y="57"/>
                </a:lnTo>
                <a:lnTo>
                  <a:pt x="1861" y="74"/>
                </a:lnTo>
                <a:lnTo>
                  <a:pt x="1861" y="91"/>
                </a:lnTo>
                <a:lnTo>
                  <a:pt x="1897" y="103"/>
                </a:lnTo>
                <a:lnTo>
                  <a:pt x="1922" y="120"/>
                </a:lnTo>
                <a:lnTo>
                  <a:pt x="1959" y="138"/>
                </a:lnTo>
                <a:lnTo>
                  <a:pt x="1983" y="156"/>
                </a:lnTo>
                <a:lnTo>
                  <a:pt x="2008" y="174"/>
                </a:lnTo>
                <a:lnTo>
                  <a:pt x="2032" y="191"/>
                </a:lnTo>
                <a:lnTo>
                  <a:pt x="1996" y="180"/>
                </a:lnTo>
                <a:lnTo>
                  <a:pt x="1959" y="162"/>
                </a:lnTo>
                <a:lnTo>
                  <a:pt x="1922" y="150"/>
                </a:lnTo>
                <a:lnTo>
                  <a:pt x="1885" y="138"/>
                </a:lnTo>
                <a:lnTo>
                  <a:pt x="1848" y="126"/>
                </a:lnTo>
                <a:lnTo>
                  <a:pt x="1811" y="109"/>
                </a:lnTo>
                <a:lnTo>
                  <a:pt x="1775" y="91"/>
                </a:lnTo>
                <a:lnTo>
                  <a:pt x="1738" y="80"/>
                </a:lnTo>
                <a:lnTo>
                  <a:pt x="1701" y="74"/>
                </a:lnTo>
                <a:lnTo>
                  <a:pt x="1652" y="68"/>
                </a:lnTo>
                <a:lnTo>
                  <a:pt x="1615" y="68"/>
                </a:lnTo>
                <a:lnTo>
                  <a:pt x="1578" y="68"/>
                </a:lnTo>
                <a:lnTo>
                  <a:pt x="1542" y="68"/>
                </a:lnTo>
                <a:lnTo>
                  <a:pt x="1505" y="62"/>
                </a:lnTo>
                <a:lnTo>
                  <a:pt x="1468" y="62"/>
                </a:lnTo>
                <a:lnTo>
                  <a:pt x="1431" y="62"/>
                </a:lnTo>
                <a:lnTo>
                  <a:pt x="1394" y="62"/>
                </a:lnTo>
                <a:lnTo>
                  <a:pt x="1345" y="62"/>
                </a:lnTo>
                <a:lnTo>
                  <a:pt x="1308" y="62"/>
                </a:lnTo>
                <a:lnTo>
                  <a:pt x="1272" y="68"/>
                </a:lnTo>
                <a:lnTo>
                  <a:pt x="1235" y="68"/>
                </a:lnTo>
                <a:lnTo>
                  <a:pt x="1186" y="68"/>
                </a:lnTo>
                <a:lnTo>
                  <a:pt x="1137" y="68"/>
                </a:lnTo>
                <a:lnTo>
                  <a:pt x="1100" y="68"/>
                </a:lnTo>
                <a:lnTo>
                  <a:pt x="1063" y="68"/>
                </a:lnTo>
                <a:lnTo>
                  <a:pt x="1026" y="80"/>
                </a:lnTo>
                <a:lnTo>
                  <a:pt x="989" y="86"/>
                </a:lnTo>
                <a:lnTo>
                  <a:pt x="977" y="103"/>
                </a:lnTo>
                <a:lnTo>
                  <a:pt x="977" y="120"/>
                </a:lnTo>
                <a:lnTo>
                  <a:pt x="940" y="138"/>
                </a:lnTo>
                <a:lnTo>
                  <a:pt x="903" y="145"/>
                </a:lnTo>
                <a:lnTo>
                  <a:pt x="867" y="145"/>
                </a:lnTo>
                <a:lnTo>
                  <a:pt x="830" y="145"/>
                </a:lnTo>
                <a:lnTo>
                  <a:pt x="793" y="145"/>
                </a:lnTo>
                <a:lnTo>
                  <a:pt x="756" y="150"/>
                </a:lnTo>
                <a:lnTo>
                  <a:pt x="719" y="156"/>
                </a:lnTo>
                <a:lnTo>
                  <a:pt x="670" y="156"/>
                </a:lnTo>
                <a:lnTo>
                  <a:pt x="633" y="156"/>
                </a:lnTo>
                <a:lnTo>
                  <a:pt x="597" y="156"/>
                </a:lnTo>
                <a:lnTo>
                  <a:pt x="560" y="150"/>
                </a:lnTo>
                <a:lnTo>
                  <a:pt x="535" y="132"/>
                </a:lnTo>
                <a:lnTo>
                  <a:pt x="499" y="126"/>
                </a:lnTo>
                <a:lnTo>
                  <a:pt x="462" y="115"/>
                </a:lnTo>
                <a:lnTo>
                  <a:pt x="425" y="109"/>
                </a:lnTo>
                <a:lnTo>
                  <a:pt x="388" y="103"/>
                </a:lnTo>
                <a:lnTo>
                  <a:pt x="351" y="103"/>
                </a:lnTo>
                <a:lnTo>
                  <a:pt x="314" y="97"/>
                </a:lnTo>
                <a:lnTo>
                  <a:pt x="278" y="86"/>
                </a:lnTo>
                <a:lnTo>
                  <a:pt x="241" y="80"/>
                </a:lnTo>
                <a:lnTo>
                  <a:pt x="204" y="68"/>
                </a:lnTo>
                <a:lnTo>
                  <a:pt x="167" y="62"/>
                </a:lnTo>
                <a:lnTo>
                  <a:pt x="130" y="57"/>
                </a:lnTo>
                <a:lnTo>
                  <a:pt x="94" y="44"/>
                </a:lnTo>
                <a:lnTo>
                  <a:pt x="57" y="38"/>
                </a:lnTo>
                <a:lnTo>
                  <a:pt x="8" y="9"/>
                </a:lnTo>
                <a:lnTo>
                  <a:pt x="8" y="5"/>
                </a:lnTo>
                <a:lnTo>
                  <a:pt x="0" y="5"/>
                </a:lnTo>
                <a:lnTo>
                  <a:pt x="0" y="5"/>
                </a:lnTo>
                <a:lnTo>
                  <a:pt x="8" y="11"/>
                </a:lnTo>
                <a:lnTo>
                  <a:pt x="8" y="3"/>
                </a:lnTo>
                <a:lnTo>
                  <a:pt x="9089" y="3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17640" rIns="96120" bIns="176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3181320" y="2476440"/>
            <a:ext cx="1409760" cy="98748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1940040" y="1989000"/>
            <a:ext cx="790560" cy="343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1325520" y="2441520"/>
            <a:ext cx="600120" cy="23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False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68" name=""/>
          <p:cNvGrpSpPr/>
          <p:nvPr/>
        </p:nvGrpSpPr>
        <p:grpSpPr>
          <a:xfrm>
            <a:off x="3949560" y="144360"/>
            <a:ext cx="593640" cy="493920"/>
            <a:chOff x="3949560" y="144360"/>
            <a:chExt cx="593640" cy="493920"/>
          </a:xfrm>
        </p:grpSpPr>
        <p:sp>
          <p:nvSpPr>
            <p:cNvPr id="169" name=""/>
            <p:cNvSpPr txBox="1"/>
            <p:nvPr/>
          </p:nvSpPr>
          <p:spPr>
            <a:xfrm>
              <a:off x="4121280" y="144360"/>
              <a:ext cx="254160" cy="1224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80000"/>
                </a:lnSpc>
              </a:pPr>
              <a:r>
                <a:rPr lang="en-US" sz="10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Idx1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0" name=""/>
            <p:cNvSpPr txBox="1"/>
            <p:nvPr/>
          </p:nvSpPr>
          <p:spPr>
            <a:xfrm>
              <a:off x="3949560" y="263520"/>
              <a:ext cx="593640" cy="37476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  <a:effectLst>
              <a:outerShdw dist="0" dir="0" rotWithShape="0">
                <a:srgbClr val="969696">
                  <a:alpha val="50000"/>
                </a:srgbClr>
              </a:outerShdw>
            </a:effectLst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FF3300"/>
                  </a:solidFill>
                  <a:effectLst/>
                  <a:uFillTx/>
                  <a:latin typeface="Arial"/>
                  <a:ea typeface="Arial"/>
                </a:rPr>
                <a:t>3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1" name=""/>
          <p:cNvSpPr/>
          <p:nvPr/>
        </p:nvSpPr>
        <p:spPr>
          <a:xfrm>
            <a:off x="638280" y="1828800"/>
            <a:ext cx="1171440" cy="184788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"/>
          <p:cNvSpPr/>
          <p:nvPr/>
        </p:nvSpPr>
        <p:spPr>
          <a:xfrm>
            <a:off x="1809720" y="1123920"/>
            <a:ext cx="0" cy="7048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"/>
          <p:cNvSpPr/>
          <p:nvPr/>
        </p:nvSpPr>
        <p:spPr>
          <a:xfrm>
            <a:off x="1809720" y="2581200"/>
            <a:ext cx="0" cy="133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"/>
          <p:cNvSpPr/>
          <p:nvPr/>
        </p:nvSpPr>
        <p:spPr>
          <a:xfrm>
            <a:off x="2295360" y="2257560"/>
            <a:ext cx="533520" cy="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"/>
          <p:cNvSpPr/>
          <p:nvPr/>
        </p:nvSpPr>
        <p:spPr>
          <a:xfrm>
            <a:off x="1314360" y="3676680"/>
            <a:ext cx="238320" cy="0"/>
          </a:xfrm>
          <a:prstGeom prst="line">
            <a:avLst/>
          </a:prstGeom>
          <a:ln w="12600">
            <a:solidFill>
              <a:srgbClr val="00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"/>
          <p:cNvSpPr/>
          <p:nvPr/>
        </p:nvSpPr>
        <p:spPr>
          <a:xfrm flipH="1">
            <a:off x="1143000" y="1830240"/>
            <a:ext cx="237960" cy="0"/>
          </a:xfrm>
          <a:prstGeom prst="line">
            <a:avLst/>
          </a:prstGeom>
          <a:ln w="12600">
            <a:solidFill>
              <a:srgbClr val="00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"/>
          <p:cNvSpPr/>
          <p:nvPr/>
        </p:nvSpPr>
        <p:spPr>
          <a:xfrm>
            <a:off x="638280" y="2657520"/>
            <a:ext cx="0" cy="228600"/>
          </a:xfrm>
          <a:prstGeom prst="line">
            <a:avLst/>
          </a:prstGeom>
          <a:ln w="12600">
            <a:solidFill>
              <a:srgbClr val="00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"/>
          <p:cNvSpPr/>
          <p:nvPr/>
        </p:nvSpPr>
        <p:spPr>
          <a:xfrm>
            <a:off x="1809720" y="2962440"/>
            <a:ext cx="0" cy="22860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1420920" y="3225960"/>
            <a:ext cx="776160" cy="299880"/>
          </a:xfrm>
          <a:prstGeom prst="rect">
            <a:avLst/>
          </a:prstGeom>
          <a:solidFill>
            <a:srgbClr val="FFFF99"/>
          </a:solidFill>
          <a:ln w="12600">
            <a:solidFill>
              <a:srgbClr val="CC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Inc Idx1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1306440" y="2735280"/>
            <a:ext cx="100476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Loop Body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1330200" y="1951200"/>
            <a:ext cx="957240" cy="6112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Idx1 = 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1225440" y="1379520"/>
            <a:ext cx="116856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Move 1 to Idx1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2817720" y="2120760"/>
            <a:ext cx="131904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Next Statement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"/>
          <p:cNvSpPr/>
          <p:nvPr/>
        </p:nvSpPr>
        <p:spPr>
          <a:xfrm>
            <a:off x="81000" y="944640"/>
            <a:ext cx="3532680" cy="103680"/>
          </a:xfrm>
          <a:custGeom>
            <a:avLst/>
            <a:gdLst/>
            <a:ahLst/>
            <a:rect l="0" t="0" r="r" b="b"/>
            <a:pathLst>
              <a:path w="9813" h="288">
                <a:moveTo>
                  <a:pt x="0" y="278"/>
                </a:moveTo>
                <a:lnTo>
                  <a:pt x="4" y="256"/>
                </a:lnTo>
                <a:lnTo>
                  <a:pt x="0" y="288"/>
                </a:lnTo>
                <a:lnTo>
                  <a:pt x="110" y="170"/>
                </a:lnTo>
                <a:lnTo>
                  <a:pt x="163" y="170"/>
                </a:lnTo>
                <a:lnTo>
                  <a:pt x="216" y="199"/>
                </a:lnTo>
                <a:lnTo>
                  <a:pt x="286" y="170"/>
                </a:lnTo>
                <a:lnTo>
                  <a:pt x="357" y="128"/>
                </a:lnTo>
                <a:lnTo>
                  <a:pt x="410" y="114"/>
                </a:lnTo>
                <a:lnTo>
                  <a:pt x="463" y="114"/>
                </a:lnTo>
                <a:lnTo>
                  <a:pt x="515" y="100"/>
                </a:lnTo>
                <a:lnTo>
                  <a:pt x="568" y="85"/>
                </a:lnTo>
                <a:lnTo>
                  <a:pt x="621" y="85"/>
                </a:lnTo>
                <a:lnTo>
                  <a:pt x="674" y="100"/>
                </a:lnTo>
                <a:lnTo>
                  <a:pt x="727" y="100"/>
                </a:lnTo>
                <a:lnTo>
                  <a:pt x="780" y="114"/>
                </a:lnTo>
                <a:lnTo>
                  <a:pt x="833" y="142"/>
                </a:lnTo>
                <a:lnTo>
                  <a:pt x="886" y="156"/>
                </a:lnTo>
                <a:lnTo>
                  <a:pt x="939" y="170"/>
                </a:lnTo>
                <a:lnTo>
                  <a:pt x="992" y="185"/>
                </a:lnTo>
                <a:lnTo>
                  <a:pt x="1045" y="199"/>
                </a:lnTo>
                <a:lnTo>
                  <a:pt x="1115" y="185"/>
                </a:lnTo>
                <a:lnTo>
                  <a:pt x="1186" y="156"/>
                </a:lnTo>
                <a:lnTo>
                  <a:pt x="1221" y="114"/>
                </a:lnTo>
                <a:lnTo>
                  <a:pt x="1274" y="114"/>
                </a:lnTo>
                <a:lnTo>
                  <a:pt x="1327" y="100"/>
                </a:lnTo>
                <a:lnTo>
                  <a:pt x="1380" y="85"/>
                </a:lnTo>
                <a:lnTo>
                  <a:pt x="1433" y="70"/>
                </a:lnTo>
                <a:lnTo>
                  <a:pt x="1486" y="114"/>
                </a:lnTo>
                <a:lnTo>
                  <a:pt x="1538" y="142"/>
                </a:lnTo>
                <a:lnTo>
                  <a:pt x="1591" y="185"/>
                </a:lnTo>
                <a:lnTo>
                  <a:pt x="1644" y="213"/>
                </a:lnTo>
                <a:lnTo>
                  <a:pt x="1697" y="213"/>
                </a:lnTo>
                <a:lnTo>
                  <a:pt x="1750" y="185"/>
                </a:lnTo>
                <a:lnTo>
                  <a:pt x="1803" y="170"/>
                </a:lnTo>
                <a:lnTo>
                  <a:pt x="1856" y="142"/>
                </a:lnTo>
                <a:lnTo>
                  <a:pt x="1909" y="128"/>
                </a:lnTo>
                <a:lnTo>
                  <a:pt x="1962" y="114"/>
                </a:lnTo>
                <a:lnTo>
                  <a:pt x="2032" y="100"/>
                </a:lnTo>
                <a:lnTo>
                  <a:pt x="2085" y="100"/>
                </a:lnTo>
                <a:lnTo>
                  <a:pt x="2138" y="85"/>
                </a:lnTo>
                <a:lnTo>
                  <a:pt x="2191" y="85"/>
                </a:lnTo>
                <a:lnTo>
                  <a:pt x="2244" y="85"/>
                </a:lnTo>
                <a:lnTo>
                  <a:pt x="2297" y="70"/>
                </a:lnTo>
                <a:lnTo>
                  <a:pt x="2368" y="56"/>
                </a:lnTo>
                <a:lnTo>
                  <a:pt x="2438" y="56"/>
                </a:lnTo>
                <a:lnTo>
                  <a:pt x="2510" y="42"/>
                </a:lnTo>
                <a:lnTo>
                  <a:pt x="2563" y="85"/>
                </a:lnTo>
                <a:lnTo>
                  <a:pt x="2598" y="128"/>
                </a:lnTo>
                <a:lnTo>
                  <a:pt x="2633" y="170"/>
                </a:lnTo>
                <a:lnTo>
                  <a:pt x="2704" y="185"/>
                </a:lnTo>
                <a:lnTo>
                  <a:pt x="2757" y="170"/>
                </a:lnTo>
                <a:lnTo>
                  <a:pt x="2827" y="156"/>
                </a:lnTo>
                <a:lnTo>
                  <a:pt x="2880" y="142"/>
                </a:lnTo>
                <a:lnTo>
                  <a:pt x="2951" y="128"/>
                </a:lnTo>
                <a:lnTo>
                  <a:pt x="3021" y="128"/>
                </a:lnTo>
                <a:lnTo>
                  <a:pt x="3074" y="114"/>
                </a:lnTo>
                <a:lnTo>
                  <a:pt x="3127" y="100"/>
                </a:lnTo>
                <a:lnTo>
                  <a:pt x="3198" y="85"/>
                </a:lnTo>
                <a:lnTo>
                  <a:pt x="3250" y="70"/>
                </a:lnTo>
                <a:lnTo>
                  <a:pt x="3303" y="56"/>
                </a:lnTo>
                <a:lnTo>
                  <a:pt x="3356" y="42"/>
                </a:lnTo>
                <a:lnTo>
                  <a:pt x="3409" y="70"/>
                </a:lnTo>
                <a:lnTo>
                  <a:pt x="3462" y="100"/>
                </a:lnTo>
                <a:lnTo>
                  <a:pt x="3515" y="128"/>
                </a:lnTo>
                <a:lnTo>
                  <a:pt x="3568" y="156"/>
                </a:lnTo>
                <a:lnTo>
                  <a:pt x="3621" y="185"/>
                </a:lnTo>
                <a:lnTo>
                  <a:pt x="3674" y="185"/>
                </a:lnTo>
                <a:lnTo>
                  <a:pt x="3727" y="185"/>
                </a:lnTo>
                <a:lnTo>
                  <a:pt x="3780" y="170"/>
                </a:lnTo>
                <a:lnTo>
                  <a:pt x="3833" y="156"/>
                </a:lnTo>
                <a:lnTo>
                  <a:pt x="3885" y="156"/>
                </a:lnTo>
                <a:lnTo>
                  <a:pt x="3938" y="142"/>
                </a:lnTo>
                <a:lnTo>
                  <a:pt x="4009" y="142"/>
                </a:lnTo>
                <a:lnTo>
                  <a:pt x="4062" y="128"/>
                </a:lnTo>
                <a:lnTo>
                  <a:pt x="4115" y="128"/>
                </a:lnTo>
                <a:lnTo>
                  <a:pt x="4168" y="128"/>
                </a:lnTo>
                <a:lnTo>
                  <a:pt x="4221" y="128"/>
                </a:lnTo>
                <a:lnTo>
                  <a:pt x="4274" y="128"/>
                </a:lnTo>
                <a:lnTo>
                  <a:pt x="4326" y="128"/>
                </a:lnTo>
                <a:lnTo>
                  <a:pt x="4397" y="114"/>
                </a:lnTo>
                <a:lnTo>
                  <a:pt x="4450" y="100"/>
                </a:lnTo>
                <a:lnTo>
                  <a:pt x="4503" y="70"/>
                </a:lnTo>
                <a:lnTo>
                  <a:pt x="4556" y="56"/>
                </a:lnTo>
                <a:lnTo>
                  <a:pt x="4609" y="42"/>
                </a:lnTo>
                <a:lnTo>
                  <a:pt x="4679" y="28"/>
                </a:lnTo>
                <a:lnTo>
                  <a:pt x="4750" y="56"/>
                </a:lnTo>
                <a:lnTo>
                  <a:pt x="4803" y="100"/>
                </a:lnTo>
                <a:lnTo>
                  <a:pt x="4856" y="128"/>
                </a:lnTo>
                <a:lnTo>
                  <a:pt x="4909" y="142"/>
                </a:lnTo>
                <a:lnTo>
                  <a:pt x="4961" y="170"/>
                </a:lnTo>
                <a:lnTo>
                  <a:pt x="5014" y="170"/>
                </a:lnTo>
                <a:lnTo>
                  <a:pt x="5067" y="170"/>
                </a:lnTo>
                <a:lnTo>
                  <a:pt x="5138" y="156"/>
                </a:lnTo>
                <a:lnTo>
                  <a:pt x="5191" y="142"/>
                </a:lnTo>
                <a:lnTo>
                  <a:pt x="5244" y="114"/>
                </a:lnTo>
                <a:lnTo>
                  <a:pt x="5314" y="85"/>
                </a:lnTo>
                <a:lnTo>
                  <a:pt x="5367" y="70"/>
                </a:lnTo>
                <a:lnTo>
                  <a:pt x="5438" y="42"/>
                </a:lnTo>
                <a:lnTo>
                  <a:pt x="5491" y="42"/>
                </a:lnTo>
                <a:lnTo>
                  <a:pt x="5544" y="42"/>
                </a:lnTo>
                <a:lnTo>
                  <a:pt x="5614" y="28"/>
                </a:lnTo>
                <a:lnTo>
                  <a:pt x="5667" y="14"/>
                </a:lnTo>
                <a:lnTo>
                  <a:pt x="5720" y="14"/>
                </a:lnTo>
                <a:lnTo>
                  <a:pt x="5755" y="56"/>
                </a:lnTo>
                <a:lnTo>
                  <a:pt x="5808" y="85"/>
                </a:lnTo>
                <a:lnTo>
                  <a:pt x="5861" y="114"/>
                </a:lnTo>
                <a:lnTo>
                  <a:pt x="5914" y="156"/>
                </a:lnTo>
                <a:lnTo>
                  <a:pt x="5967" y="185"/>
                </a:lnTo>
                <a:lnTo>
                  <a:pt x="6020" y="199"/>
                </a:lnTo>
                <a:lnTo>
                  <a:pt x="6073" y="199"/>
                </a:lnTo>
                <a:lnTo>
                  <a:pt x="6126" y="170"/>
                </a:lnTo>
                <a:lnTo>
                  <a:pt x="6179" y="142"/>
                </a:lnTo>
                <a:lnTo>
                  <a:pt x="6231" y="114"/>
                </a:lnTo>
                <a:lnTo>
                  <a:pt x="6284" y="100"/>
                </a:lnTo>
                <a:lnTo>
                  <a:pt x="6337" y="85"/>
                </a:lnTo>
                <a:lnTo>
                  <a:pt x="6408" y="70"/>
                </a:lnTo>
                <a:lnTo>
                  <a:pt x="6461" y="70"/>
                </a:lnTo>
                <a:lnTo>
                  <a:pt x="6514" y="70"/>
                </a:lnTo>
                <a:lnTo>
                  <a:pt x="6567" y="56"/>
                </a:lnTo>
                <a:lnTo>
                  <a:pt x="6619" y="56"/>
                </a:lnTo>
                <a:lnTo>
                  <a:pt x="6672" y="28"/>
                </a:lnTo>
                <a:lnTo>
                  <a:pt x="6743" y="42"/>
                </a:lnTo>
                <a:lnTo>
                  <a:pt x="6831" y="85"/>
                </a:lnTo>
                <a:lnTo>
                  <a:pt x="6884" y="100"/>
                </a:lnTo>
                <a:lnTo>
                  <a:pt x="6955" y="142"/>
                </a:lnTo>
                <a:lnTo>
                  <a:pt x="7008" y="156"/>
                </a:lnTo>
                <a:lnTo>
                  <a:pt x="7060" y="185"/>
                </a:lnTo>
                <a:lnTo>
                  <a:pt x="7113" y="213"/>
                </a:lnTo>
                <a:lnTo>
                  <a:pt x="7166" y="213"/>
                </a:lnTo>
                <a:lnTo>
                  <a:pt x="7219" y="199"/>
                </a:lnTo>
                <a:lnTo>
                  <a:pt x="7290" y="170"/>
                </a:lnTo>
                <a:lnTo>
                  <a:pt x="7343" y="128"/>
                </a:lnTo>
                <a:lnTo>
                  <a:pt x="7397" y="114"/>
                </a:lnTo>
                <a:lnTo>
                  <a:pt x="7450" y="100"/>
                </a:lnTo>
                <a:lnTo>
                  <a:pt x="7502" y="85"/>
                </a:lnTo>
                <a:lnTo>
                  <a:pt x="7573" y="70"/>
                </a:lnTo>
                <a:lnTo>
                  <a:pt x="7626" y="56"/>
                </a:lnTo>
                <a:lnTo>
                  <a:pt x="7679" y="42"/>
                </a:lnTo>
                <a:lnTo>
                  <a:pt x="7732" y="28"/>
                </a:lnTo>
                <a:lnTo>
                  <a:pt x="7785" y="28"/>
                </a:lnTo>
                <a:lnTo>
                  <a:pt x="7838" y="42"/>
                </a:lnTo>
                <a:lnTo>
                  <a:pt x="7926" y="70"/>
                </a:lnTo>
                <a:lnTo>
                  <a:pt x="7979" y="100"/>
                </a:lnTo>
                <a:lnTo>
                  <a:pt x="8032" y="114"/>
                </a:lnTo>
                <a:lnTo>
                  <a:pt x="8085" y="128"/>
                </a:lnTo>
                <a:lnTo>
                  <a:pt x="8137" y="142"/>
                </a:lnTo>
                <a:lnTo>
                  <a:pt x="8190" y="142"/>
                </a:lnTo>
                <a:lnTo>
                  <a:pt x="8243" y="114"/>
                </a:lnTo>
                <a:lnTo>
                  <a:pt x="8296" y="100"/>
                </a:lnTo>
                <a:lnTo>
                  <a:pt x="8349" y="70"/>
                </a:lnTo>
                <a:lnTo>
                  <a:pt x="8402" y="42"/>
                </a:lnTo>
                <a:lnTo>
                  <a:pt x="8455" y="28"/>
                </a:lnTo>
                <a:lnTo>
                  <a:pt x="8525" y="14"/>
                </a:lnTo>
                <a:lnTo>
                  <a:pt x="8578" y="0"/>
                </a:lnTo>
                <a:lnTo>
                  <a:pt x="8631" y="0"/>
                </a:lnTo>
                <a:lnTo>
                  <a:pt x="8702" y="0"/>
                </a:lnTo>
                <a:lnTo>
                  <a:pt x="8755" y="14"/>
                </a:lnTo>
                <a:lnTo>
                  <a:pt x="8825" y="28"/>
                </a:lnTo>
                <a:lnTo>
                  <a:pt x="8878" y="42"/>
                </a:lnTo>
                <a:lnTo>
                  <a:pt x="8931" y="70"/>
                </a:lnTo>
                <a:lnTo>
                  <a:pt x="8984" y="85"/>
                </a:lnTo>
                <a:lnTo>
                  <a:pt x="9055" y="100"/>
                </a:lnTo>
                <a:lnTo>
                  <a:pt x="9108" y="128"/>
                </a:lnTo>
                <a:lnTo>
                  <a:pt x="9160" y="128"/>
                </a:lnTo>
                <a:lnTo>
                  <a:pt x="9196" y="85"/>
                </a:lnTo>
                <a:lnTo>
                  <a:pt x="9249" y="56"/>
                </a:lnTo>
                <a:lnTo>
                  <a:pt x="9302" y="56"/>
                </a:lnTo>
                <a:lnTo>
                  <a:pt x="9355" y="70"/>
                </a:lnTo>
                <a:lnTo>
                  <a:pt x="9425" y="100"/>
                </a:lnTo>
                <a:lnTo>
                  <a:pt x="9478" y="128"/>
                </a:lnTo>
                <a:lnTo>
                  <a:pt x="9531" y="142"/>
                </a:lnTo>
                <a:lnTo>
                  <a:pt x="9566" y="185"/>
                </a:lnTo>
                <a:lnTo>
                  <a:pt x="9619" y="199"/>
                </a:lnTo>
                <a:lnTo>
                  <a:pt x="9672" y="213"/>
                </a:lnTo>
                <a:lnTo>
                  <a:pt x="9725" y="242"/>
                </a:lnTo>
                <a:lnTo>
                  <a:pt x="9778" y="242"/>
                </a:lnTo>
                <a:lnTo>
                  <a:pt x="9813" y="270"/>
                </a:lnTo>
                <a:lnTo>
                  <a:pt x="9791" y="263"/>
                </a:lnTo>
                <a:lnTo>
                  <a:pt x="0" y="278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"/>
          <p:cNvSpPr txBox="1"/>
          <p:nvPr/>
        </p:nvSpPr>
        <p:spPr>
          <a:xfrm>
            <a:off x="76320" y="88920"/>
            <a:ext cx="3533760" cy="94464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VARYING Idx1 FROM 1 BY 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UNTIL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Idx1 EQUAL TO 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spcBef>
                <a:spcPts val="839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DISPLAY Idx1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spcBef>
                <a:spcPts val="839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"/>
          <p:cNvSpPr/>
          <p:nvPr/>
        </p:nvSpPr>
        <p:spPr>
          <a:xfrm>
            <a:off x="77760" y="87480"/>
            <a:ext cx="3272040" cy="68760"/>
          </a:xfrm>
          <a:custGeom>
            <a:avLst/>
            <a:gdLst/>
            <a:ahLst/>
            <a:rect l="0" t="0" r="r" b="b"/>
            <a:pathLst>
              <a:path w="9089" h="191">
                <a:moveTo>
                  <a:pt x="9089" y="3"/>
                </a:moveTo>
                <a:lnTo>
                  <a:pt x="9089" y="0"/>
                </a:lnTo>
                <a:lnTo>
                  <a:pt x="9089" y="3"/>
                </a:lnTo>
                <a:lnTo>
                  <a:pt x="9085" y="9"/>
                </a:lnTo>
                <a:lnTo>
                  <a:pt x="9064" y="9"/>
                </a:lnTo>
                <a:lnTo>
                  <a:pt x="8991" y="27"/>
                </a:lnTo>
                <a:lnTo>
                  <a:pt x="8942" y="44"/>
                </a:lnTo>
                <a:lnTo>
                  <a:pt x="8905" y="62"/>
                </a:lnTo>
                <a:lnTo>
                  <a:pt x="8868" y="62"/>
                </a:lnTo>
                <a:lnTo>
                  <a:pt x="8831" y="68"/>
                </a:lnTo>
                <a:lnTo>
                  <a:pt x="8794" y="68"/>
                </a:lnTo>
                <a:lnTo>
                  <a:pt x="8758" y="68"/>
                </a:lnTo>
                <a:lnTo>
                  <a:pt x="8721" y="68"/>
                </a:lnTo>
                <a:lnTo>
                  <a:pt x="8684" y="68"/>
                </a:lnTo>
                <a:lnTo>
                  <a:pt x="8647" y="68"/>
                </a:lnTo>
                <a:lnTo>
                  <a:pt x="8610" y="80"/>
                </a:lnTo>
                <a:lnTo>
                  <a:pt x="8586" y="97"/>
                </a:lnTo>
                <a:lnTo>
                  <a:pt x="8561" y="115"/>
                </a:lnTo>
                <a:lnTo>
                  <a:pt x="8524" y="120"/>
                </a:lnTo>
                <a:lnTo>
                  <a:pt x="8488" y="120"/>
                </a:lnTo>
                <a:lnTo>
                  <a:pt x="8451" y="109"/>
                </a:lnTo>
                <a:lnTo>
                  <a:pt x="8402" y="97"/>
                </a:lnTo>
                <a:lnTo>
                  <a:pt x="8365" y="97"/>
                </a:lnTo>
                <a:lnTo>
                  <a:pt x="8328" y="91"/>
                </a:lnTo>
                <a:lnTo>
                  <a:pt x="8291" y="80"/>
                </a:lnTo>
                <a:lnTo>
                  <a:pt x="8255" y="74"/>
                </a:lnTo>
                <a:lnTo>
                  <a:pt x="8205" y="74"/>
                </a:lnTo>
                <a:lnTo>
                  <a:pt x="8169" y="68"/>
                </a:lnTo>
                <a:lnTo>
                  <a:pt x="8132" y="62"/>
                </a:lnTo>
                <a:lnTo>
                  <a:pt x="8095" y="57"/>
                </a:lnTo>
                <a:lnTo>
                  <a:pt x="8058" y="57"/>
                </a:lnTo>
                <a:lnTo>
                  <a:pt x="8021" y="51"/>
                </a:lnTo>
                <a:lnTo>
                  <a:pt x="7985" y="44"/>
                </a:lnTo>
                <a:lnTo>
                  <a:pt x="7948" y="38"/>
                </a:lnTo>
                <a:lnTo>
                  <a:pt x="7911" y="32"/>
                </a:lnTo>
                <a:lnTo>
                  <a:pt x="7899" y="51"/>
                </a:lnTo>
                <a:lnTo>
                  <a:pt x="7850" y="57"/>
                </a:lnTo>
                <a:lnTo>
                  <a:pt x="7801" y="57"/>
                </a:lnTo>
                <a:lnTo>
                  <a:pt x="7764" y="62"/>
                </a:lnTo>
                <a:lnTo>
                  <a:pt x="7727" y="74"/>
                </a:lnTo>
                <a:lnTo>
                  <a:pt x="7715" y="91"/>
                </a:lnTo>
                <a:lnTo>
                  <a:pt x="7678" y="97"/>
                </a:lnTo>
                <a:lnTo>
                  <a:pt x="7641" y="97"/>
                </a:lnTo>
                <a:lnTo>
                  <a:pt x="7604" y="97"/>
                </a:lnTo>
                <a:lnTo>
                  <a:pt x="7567" y="109"/>
                </a:lnTo>
                <a:lnTo>
                  <a:pt x="7531" y="115"/>
                </a:lnTo>
                <a:lnTo>
                  <a:pt x="7494" y="120"/>
                </a:lnTo>
                <a:lnTo>
                  <a:pt x="7457" y="126"/>
                </a:lnTo>
                <a:lnTo>
                  <a:pt x="7420" y="138"/>
                </a:lnTo>
                <a:lnTo>
                  <a:pt x="7383" y="145"/>
                </a:lnTo>
                <a:lnTo>
                  <a:pt x="7347" y="145"/>
                </a:lnTo>
                <a:lnTo>
                  <a:pt x="7310" y="138"/>
                </a:lnTo>
                <a:lnTo>
                  <a:pt x="7273" y="126"/>
                </a:lnTo>
                <a:lnTo>
                  <a:pt x="7224" y="120"/>
                </a:lnTo>
                <a:lnTo>
                  <a:pt x="7187" y="115"/>
                </a:lnTo>
                <a:lnTo>
                  <a:pt x="7150" y="109"/>
                </a:lnTo>
                <a:lnTo>
                  <a:pt x="7113" y="103"/>
                </a:lnTo>
                <a:lnTo>
                  <a:pt x="7077" y="103"/>
                </a:lnTo>
                <a:lnTo>
                  <a:pt x="7040" y="91"/>
                </a:lnTo>
                <a:lnTo>
                  <a:pt x="7003" y="86"/>
                </a:lnTo>
                <a:lnTo>
                  <a:pt x="6966" y="86"/>
                </a:lnTo>
                <a:lnTo>
                  <a:pt x="6929" y="80"/>
                </a:lnTo>
                <a:lnTo>
                  <a:pt x="6892" y="80"/>
                </a:lnTo>
                <a:lnTo>
                  <a:pt x="6843" y="74"/>
                </a:lnTo>
                <a:lnTo>
                  <a:pt x="6794" y="68"/>
                </a:lnTo>
                <a:lnTo>
                  <a:pt x="6758" y="62"/>
                </a:lnTo>
                <a:lnTo>
                  <a:pt x="6721" y="57"/>
                </a:lnTo>
                <a:lnTo>
                  <a:pt x="6684" y="57"/>
                </a:lnTo>
                <a:lnTo>
                  <a:pt x="6647" y="57"/>
                </a:lnTo>
                <a:lnTo>
                  <a:pt x="6610" y="57"/>
                </a:lnTo>
                <a:lnTo>
                  <a:pt x="6573" y="57"/>
                </a:lnTo>
                <a:lnTo>
                  <a:pt x="6537" y="57"/>
                </a:lnTo>
                <a:lnTo>
                  <a:pt x="6500" y="57"/>
                </a:lnTo>
                <a:lnTo>
                  <a:pt x="6451" y="57"/>
                </a:lnTo>
                <a:lnTo>
                  <a:pt x="6414" y="51"/>
                </a:lnTo>
                <a:lnTo>
                  <a:pt x="6377" y="38"/>
                </a:lnTo>
                <a:lnTo>
                  <a:pt x="6340" y="38"/>
                </a:lnTo>
                <a:lnTo>
                  <a:pt x="6304" y="38"/>
                </a:lnTo>
                <a:lnTo>
                  <a:pt x="6279" y="57"/>
                </a:lnTo>
                <a:lnTo>
                  <a:pt x="6242" y="68"/>
                </a:lnTo>
                <a:lnTo>
                  <a:pt x="6205" y="74"/>
                </a:lnTo>
                <a:lnTo>
                  <a:pt x="6169" y="91"/>
                </a:lnTo>
                <a:lnTo>
                  <a:pt x="6132" y="97"/>
                </a:lnTo>
                <a:lnTo>
                  <a:pt x="6095" y="103"/>
                </a:lnTo>
                <a:lnTo>
                  <a:pt x="6058" y="109"/>
                </a:lnTo>
                <a:lnTo>
                  <a:pt x="6021" y="109"/>
                </a:lnTo>
                <a:lnTo>
                  <a:pt x="5984" y="103"/>
                </a:lnTo>
                <a:lnTo>
                  <a:pt x="5948" y="91"/>
                </a:lnTo>
                <a:lnTo>
                  <a:pt x="5911" y="86"/>
                </a:lnTo>
                <a:lnTo>
                  <a:pt x="5874" y="86"/>
                </a:lnTo>
                <a:lnTo>
                  <a:pt x="5837" y="80"/>
                </a:lnTo>
                <a:lnTo>
                  <a:pt x="5800" y="74"/>
                </a:lnTo>
                <a:lnTo>
                  <a:pt x="5764" y="62"/>
                </a:lnTo>
                <a:lnTo>
                  <a:pt x="5727" y="62"/>
                </a:lnTo>
                <a:lnTo>
                  <a:pt x="5690" y="51"/>
                </a:lnTo>
                <a:lnTo>
                  <a:pt x="5653" y="44"/>
                </a:lnTo>
                <a:lnTo>
                  <a:pt x="5616" y="44"/>
                </a:lnTo>
                <a:lnTo>
                  <a:pt x="5580" y="38"/>
                </a:lnTo>
                <a:lnTo>
                  <a:pt x="5543" y="38"/>
                </a:lnTo>
                <a:lnTo>
                  <a:pt x="5494" y="32"/>
                </a:lnTo>
                <a:lnTo>
                  <a:pt x="5457" y="27"/>
                </a:lnTo>
                <a:lnTo>
                  <a:pt x="5420" y="27"/>
                </a:lnTo>
                <a:lnTo>
                  <a:pt x="5383" y="27"/>
                </a:lnTo>
                <a:lnTo>
                  <a:pt x="5346" y="27"/>
                </a:lnTo>
                <a:lnTo>
                  <a:pt x="5310" y="27"/>
                </a:lnTo>
                <a:lnTo>
                  <a:pt x="5273" y="32"/>
                </a:lnTo>
                <a:lnTo>
                  <a:pt x="5236" y="44"/>
                </a:lnTo>
                <a:lnTo>
                  <a:pt x="5199" y="62"/>
                </a:lnTo>
                <a:lnTo>
                  <a:pt x="5162" y="74"/>
                </a:lnTo>
                <a:lnTo>
                  <a:pt x="5126" y="86"/>
                </a:lnTo>
                <a:lnTo>
                  <a:pt x="5089" y="97"/>
                </a:lnTo>
                <a:lnTo>
                  <a:pt x="5052" y="103"/>
                </a:lnTo>
                <a:lnTo>
                  <a:pt x="5015" y="103"/>
                </a:lnTo>
                <a:lnTo>
                  <a:pt x="4978" y="103"/>
                </a:lnTo>
                <a:lnTo>
                  <a:pt x="4941" y="109"/>
                </a:lnTo>
                <a:lnTo>
                  <a:pt x="4892" y="109"/>
                </a:lnTo>
                <a:lnTo>
                  <a:pt x="4856" y="115"/>
                </a:lnTo>
                <a:lnTo>
                  <a:pt x="4806" y="120"/>
                </a:lnTo>
                <a:lnTo>
                  <a:pt x="4770" y="126"/>
                </a:lnTo>
                <a:lnTo>
                  <a:pt x="4733" y="126"/>
                </a:lnTo>
                <a:lnTo>
                  <a:pt x="4696" y="132"/>
                </a:lnTo>
                <a:lnTo>
                  <a:pt x="4659" y="132"/>
                </a:lnTo>
                <a:lnTo>
                  <a:pt x="4622" y="132"/>
                </a:lnTo>
                <a:lnTo>
                  <a:pt x="4586" y="132"/>
                </a:lnTo>
                <a:lnTo>
                  <a:pt x="4549" y="132"/>
                </a:lnTo>
                <a:lnTo>
                  <a:pt x="4511" y="126"/>
                </a:lnTo>
                <a:lnTo>
                  <a:pt x="4486" y="109"/>
                </a:lnTo>
                <a:lnTo>
                  <a:pt x="4437" y="91"/>
                </a:lnTo>
                <a:lnTo>
                  <a:pt x="4401" y="86"/>
                </a:lnTo>
                <a:lnTo>
                  <a:pt x="4351" y="74"/>
                </a:lnTo>
                <a:lnTo>
                  <a:pt x="4315" y="62"/>
                </a:lnTo>
                <a:lnTo>
                  <a:pt x="4266" y="62"/>
                </a:lnTo>
                <a:lnTo>
                  <a:pt x="4229" y="57"/>
                </a:lnTo>
                <a:lnTo>
                  <a:pt x="4192" y="44"/>
                </a:lnTo>
                <a:lnTo>
                  <a:pt x="4155" y="44"/>
                </a:lnTo>
                <a:lnTo>
                  <a:pt x="4118" y="38"/>
                </a:lnTo>
                <a:lnTo>
                  <a:pt x="4069" y="51"/>
                </a:lnTo>
                <a:lnTo>
                  <a:pt x="4032" y="62"/>
                </a:lnTo>
                <a:lnTo>
                  <a:pt x="3996" y="74"/>
                </a:lnTo>
                <a:lnTo>
                  <a:pt x="3959" y="80"/>
                </a:lnTo>
                <a:lnTo>
                  <a:pt x="3922" y="86"/>
                </a:lnTo>
                <a:lnTo>
                  <a:pt x="3873" y="97"/>
                </a:lnTo>
                <a:lnTo>
                  <a:pt x="3836" y="103"/>
                </a:lnTo>
                <a:lnTo>
                  <a:pt x="3799" y="115"/>
                </a:lnTo>
                <a:lnTo>
                  <a:pt x="3762" y="115"/>
                </a:lnTo>
                <a:lnTo>
                  <a:pt x="3726" y="115"/>
                </a:lnTo>
                <a:lnTo>
                  <a:pt x="3677" y="109"/>
                </a:lnTo>
                <a:lnTo>
                  <a:pt x="3652" y="91"/>
                </a:lnTo>
                <a:lnTo>
                  <a:pt x="3615" y="80"/>
                </a:lnTo>
                <a:lnTo>
                  <a:pt x="3578" y="68"/>
                </a:lnTo>
                <a:lnTo>
                  <a:pt x="3542" y="51"/>
                </a:lnTo>
                <a:lnTo>
                  <a:pt x="3505" y="38"/>
                </a:lnTo>
                <a:lnTo>
                  <a:pt x="3468" y="27"/>
                </a:lnTo>
                <a:lnTo>
                  <a:pt x="3431" y="21"/>
                </a:lnTo>
                <a:lnTo>
                  <a:pt x="3394" y="21"/>
                </a:lnTo>
                <a:lnTo>
                  <a:pt x="3358" y="21"/>
                </a:lnTo>
                <a:lnTo>
                  <a:pt x="3321" y="27"/>
                </a:lnTo>
                <a:lnTo>
                  <a:pt x="3284" y="27"/>
                </a:lnTo>
                <a:lnTo>
                  <a:pt x="3247" y="27"/>
                </a:lnTo>
                <a:lnTo>
                  <a:pt x="3210" y="27"/>
                </a:lnTo>
                <a:lnTo>
                  <a:pt x="3173" y="27"/>
                </a:lnTo>
                <a:lnTo>
                  <a:pt x="3137" y="32"/>
                </a:lnTo>
                <a:lnTo>
                  <a:pt x="3100" y="32"/>
                </a:lnTo>
                <a:lnTo>
                  <a:pt x="3063" y="32"/>
                </a:lnTo>
                <a:lnTo>
                  <a:pt x="3026" y="32"/>
                </a:lnTo>
                <a:lnTo>
                  <a:pt x="2989" y="38"/>
                </a:lnTo>
                <a:lnTo>
                  <a:pt x="2953" y="38"/>
                </a:lnTo>
                <a:lnTo>
                  <a:pt x="2916" y="38"/>
                </a:lnTo>
                <a:lnTo>
                  <a:pt x="2879" y="38"/>
                </a:lnTo>
                <a:lnTo>
                  <a:pt x="2842" y="38"/>
                </a:lnTo>
                <a:lnTo>
                  <a:pt x="2805" y="38"/>
                </a:lnTo>
                <a:lnTo>
                  <a:pt x="2769" y="44"/>
                </a:lnTo>
                <a:lnTo>
                  <a:pt x="2732" y="57"/>
                </a:lnTo>
                <a:lnTo>
                  <a:pt x="2695" y="62"/>
                </a:lnTo>
                <a:lnTo>
                  <a:pt x="2658" y="74"/>
                </a:lnTo>
                <a:lnTo>
                  <a:pt x="2621" y="80"/>
                </a:lnTo>
                <a:lnTo>
                  <a:pt x="2585" y="97"/>
                </a:lnTo>
                <a:lnTo>
                  <a:pt x="2548" y="103"/>
                </a:lnTo>
                <a:lnTo>
                  <a:pt x="2511" y="109"/>
                </a:lnTo>
                <a:lnTo>
                  <a:pt x="2462" y="115"/>
                </a:lnTo>
                <a:lnTo>
                  <a:pt x="2425" y="120"/>
                </a:lnTo>
                <a:lnTo>
                  <a:pt x="2388" y="126"/>
                </a:lnTo>
                <a:lnTo>
                  <a:pt x="2351" y="126"/>
                </a:lnTo>
                <a:lnTo>
                  <a:pt x="2315" y="126"/>
                </a:lnTo>
                <a:lnTo>
                  <a:pt x="2278" y="115"/>
                </a:lnTo>
                <a:lnTo>
                  <a:pt x="2241" y="103"/>
                </a:lnTo>
                <a:lnTo>
                  <a:pt x="2204" y="97"/>
                </a:lnTo>
                <a:lnTo>
                  <a:pt x="2167" y="86"/>
                </a:lnTo>
                <a:lnTo>
                  <a:pt x="2118" y="86"/>
                </a:lnTo>
                <a:lnTo>
                  <a:pt x="2069" y="80"/>
                </a:lnTo>
                <a:lnTo>
                  <a:pt x="2057" y="62"/>
                </a:lnTo>
                <a:lnTo>
                  <a:pt x="2020" y="57"/>
                </a:lnTo>
                <a:lnTo>
                  <a:pt x="1983" y="57"/>
                </a:lnTo>
                <a:lnTo>
                  <a:pt x="1934" y="57"/>
                </a:lnTo>
                <a:lnTo>
                  <a:pt x="1897" y="57"/>
                </a:lnTo>
                <a:lnTo>
                  <a:pt x="1861" y="57"/>
                </a:lnTo>
                <a:lnTo>
                  <a:pt x="1861" y="74"/>
                </a:lnTo>
                <a:lnTo>
                  <a:pt x="1861" y="91"/>
                </a:lnTo>
                <a:lnTo>
                  <a:pt x="1897" y="103"/>
                </a:lnTo>
                <a:lnTo>
                  <a:pt x="1922" y="120"/>
                </a:lnTo>
                <a:lnTo>
                  <a:pt x="1959" y="138"/>
                </a:lnTo>
                <a:lnTo>
                  <a:pt x="1983" y="156"/>
                </a:lnTo>
                <a:lnTo>
                  <a:pt x="2008" y="174"/>
                </a:lnTo>
                <a:lnTo>
                  <a:pt x="2032" y="191"/>
                </a:lnTo>
                <a:lnTo>
                  <a:pt x="1996" y="180"/>
                </a:lnTo>
                <a:lnTo>
                  <a:pt x="1959" y="162"/>
                </a:lnTo>
                <a:lnTo>
                  <a:pt x="1922" y="150"/>
                </a:lnTo>
                <a:lnTo>
                  <a:pt x="1885" y="138"/>
                </a:lnTo>
                <a:lnTo>
                  <a:pt x="1848" y="126"/>
                </a:lnTo>
                <a:lnTo>
                  <a:pt x="1811" y="109"/>
                </a:lnTo>
                <a:lnTo>
                  <a:pt x="1775" y="91"/>
                </a:lnTo>
                <a:lnTo>
                  <a:pt x="1738" y="80"/>
                </a:lnTo>
                <a:lnTo>
                  <a:pt x="1701" y="74"/>
                </a:lnTo>
                <a:lnTo>
                  <a:pt x="1652" y="68"/>
                </a:lnTo>
                <a:lnTo>
                  <a:pt x="1615" y="68"/>
                </a:lnTo>
                <a:lnTo>
                  <a:pt x="1578" y="68"/>
                </a:lnTo>
                <a:lnTo>
                  <a:pt x="1542" y="68"/>
                </a:lnTo>
                <a:lnTo>
                  <a:pt x="1505" y="62"/>
                </a:lnTo>
                <a:lnTo>
                  <a:pt x="1468" y="62"/>
                </a:lnTo>
                <a:lnTo>
                  <a:pt x="1431" y="62"/>
                </a:lnTo>
                <a:lnTo>
                  <a:pt x="1394" y="62"/>
                </a:lnTo>
                <a:lnTo>
                  <a:pt x="1345" y="62"/>
                </a:lnTo>
                <a:lnTo>
                  <a:pt x="1308" y="62"/>
                </a:lnTo>
                <a:lnTo>
                  <a:pt x="1272" y="68"/>
                </a:lnTo>
                <a:lnTo>
                  <a:pt x="1235" y="68"/>
                </a:lnTo>
                <a:lnTo>
                  <a:pt x="1186" y="68"/>
                </a:lnTo>
                <a:lnTo>
                  <a:pt x="1137" y="68"/>
                </a:lnTo>
                <a:lnTo>
                  <a:pt x="1100" y="68"/>
                </a:lnTo>
                <a:lnTo>
                  <a:pt x="1063" y="68"/>
                </a:lnTo>
                <a:lnTo>
                  <a:pt x="1026" y="80"/>
                </a:lnTo>
                <a:lnTo>
                  <a:pt x="989" y="86"/>
                </a:lnTo>
                <a:lnTo>
                  <a:pt x="977" y="103"/>
                </a:lnTo>
                <a:lnTo>
                  <a:pt x="977" y="120"/>
                </a:lnTo>
                <a:lnTo>
                  <a:pt x="940" y="138"/>
                </a:lnTo>
                <a:lnTo>
                  <a:pt x="903" y="145"/>
                </a:lnTo>
                <a:lnTo>
                  <a:pt x="867" y="145"/>
                </a:lnTo>
                <a:lnTo>
                  <a:pt x="830" y="145"/>
                </a:lnTo>
                <a:lnTo>
                  <a:pt x="793" y="145"/>
                </a:lnTo>
                <a:lnTo>
                  <a:pt x="756" y="150"/>
                </a:lnTo>
                <a:lnTo>
                  <a:pt x="719" y="156"/>
                </a:lnTo>
                <a:lnTo>
                  <a:pt x="670" y="156"/>
                </a:lnTo>
                <a:lnTo>
                  <a:pt x="633" y="156"/>
                </a:lnTo>
                <a:lnTo>
                  <a:pt x="597" y="156"/>
                </a:lnTo>
                <a:lnTo>
                  <a:pt x="560" y="150"/>
                </a:lnTo>
                <a:lnTo>
                  <a:pt x="535" y="132"/>
                </a:lnTo>
                <a:lnTo>
                  <a:pt x="499" y="126"/>
                </a:lnTo>
                <a:lnTo>
                  <a:pt x="462" y="115"/>
                </a:lnTo>
                <a:lnTo>
                  <a:pt x="425" y="109"/>
                </a:lnTo>
                <a:lnTo>
                  <a:pt x="388" y="103"/>
                </a:lnTo>
                <a:lnTo>
                  <a:pt x="351" y="103"/>
                </a:lnTo>
                <a:lnTo>
                  <a:pt x="314" y="97"/>
                </a:lnTo>
                <a:lnTo>
                  <a:pt x="278" y="86"/>
                </a:lnTo>
                <a:lnTo>
                  <a:pt x="241" y="80"/>
                </a:lnTo>
                <a:lnTo>
                  <a:pt x="204" y="68"/>
                </a:lnTo>
                <a:lnTo>
                  <a:pt x="167" y="62"/>
                </a:lnTo>
                <a:lnTo>
                  <a:pt x="130" y="57"/>
                </a:lnTo>
                <a:lnTo>
                  <a:pt x="94" y="44"/>
                </a:lnTo>
                <a:lnTo>
                  <a:pt x="57" y="38"/>
                </a:lnTo>
                <a:lnTo>
                  <a:pt x="8" y="9"/>
                </a:lnTo>
                <a:lnTo>
                  <a:pt x="8" y="5"/>
                </a:lnTo>
                <a:lnTo>
                  <a:pt x="0" y="5"/>
                </a:lnTo>
                <a:lnTo>
                  <a:pt x="0" y="5"/>
                </a:lnTo>
                <a:lnTo>
                  <a:pt x="8" y="11"/>
                </a:lnTo>
                <a:lnTo>
                  <a:pt x="8" y="3"/>
                </a:lnTo>
                <a:lnTo>
                  <a:pt x="9089" y="3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17640" rIns="96120" bIns="176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3181320" y="2476440"/>
            <a:ext cx="1409760" cy="98748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1940040" y="1989000"/>
            <a:ext cx="790560" cy="343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Times New Roman"/>
                <a:ea typeface="Times New Roman"/>
              </a:rPr>
              <a:t>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1325520" y="2441520"/>
            <a:ext cx="600120" cy="23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False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90" name=""/>
          <p:cNvGrpSpPr/>
          <p:nvPr/>
        </p:nvGrpSpPr>
        <p:grpSpPr>
          <a:xfrm>
            <a:off x="3949560" y="144360"/>
            <a:ext cx="593640" cy="493920"/>
            <a:chOff x="3949560" y="144360"/>
            <a:chExt cx="593640" cy="493920"/>
          </a:xfrm>
        </p:grpSpPr>
        <p:sp>
          <p:nvSpPr>
            <p:cNvPr id="191" name=""/>
            <p:cNvSpPr txBox="1"/>
            <p:nvPr/>
          </p:nvSpPr>
          <p:spPr>
            <a:xfrm>
              <a:off x="4121280" y="144360"/>
              <a:ext cx="254160" cy="1224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80000"/>
                </a:lnSpc>
              </a:pPr>
              <a:r>
                <a:rPr lang="en-US" sz="10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Idx1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2" name=""/>
            <p:cNvSpPr txBox="1"/>
            <p:nvPr/>
          </p:nvSpPr>
          <p:spPr>
            <a:xfrm>
              <a:off x="3949560" y="263520"/>
              <a:ext cx="593640" cy="37476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  <a:effectLst>
              <a:outerShdw dist="0" dir="0" rotWithShape="0">
                <a:srgbClr val="969696">
                  <a:alpha val="50000"/>
                </a:srgbClr>
              </a:outerShdw>
            </a:effectLst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FF3300"/>
                  </a:solidFill>
                  <a:effectLst/>
                  <a:uFillTx/>
                  <a:latin typeface="Arial"/>
                  <a:ea typeface="Arial"/>
                </a:rPr>
                <a:t>3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3" name=""/>
          <p:cNvSpPr/>
          <p:nvPr/>
        </p:nvSpPr>
        <p:spPr>
          <a:xfrm>
            <a:off x="638280" y="1828800"/>
            <a:ext cx="1171440" cy="184788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"/>
          <p:cNvSpPr/>
          <p:nvPr/>
        </p:nvSpPr>
        <p:spPr>
          <a:xfrm>
            <a:off x="1809720" y="1123920"/>
            <a:ext cx="0" cy="7048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"/>
          <p:cNvSpPr/>
          <p:nvPr/>
        </p:nvSpPr>
        <p:spPr>
          <a:xfrm>
            <a:off x="1809720" y="2581200"/>
            <a:ext cx="0" cy="133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"/>
          <p:cNvSpPr/>
          <p:nvPr/>
        </p:nvSpPr>
        <p:spPr>
          <a:xfrm>
            <a:off x="2295360" y="2257560"/>
            <a:ext cx="533520" cy="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1314360" y="3676680"/>
            <a:ext cx="238320" cy="0"/>
          </a:xfrm>
          <a:prstGeom prst="line">
            <a:avLst/>
          </a:prstGeom>
          <a:ln w="12600">
            <a:solidFill>
              <a:srgbClr val="00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"/>
          <p:cNvSpPr/>
          <p:nvPr/>
        </p:nvSpPr>
        <p:spPr>
          <a:xfrm flipH="1">
            <a:off x="1143000" y="1830240"/>
            <a:ext cx="237960" cy="0"/>
          </a:xfrm>
          <a:prstGeom prst="line">
            <a:avLst/>
          </a:prstGeom>
          <a:ln w="12600">
            <a:solidFill>
              <a:srgbClr val="00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"/>
          <p:cNvSpPr/>
          <p:nvPr/>
        </p:nvSpPr>
        <p:spPr>
          <a:xfrm>
            <a:off x="638280" y="2657520"/>
            <a:ext cx="0" cy="228600"/>
          </a:xfrm>
          <a:prstGeom prst="line">
            <a:avLst/>
          </a:prstGeom>
          <a:ln w="12600">
            <a:solidFill>
              <a:srgbClr val="00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"/>
          <p:cNvSpPr/>
          <p:nvPr/>
        </p:nvSpPr>
        <p:spPr>
          <a:xfrm>
            <a:off x="1809720" y="2962440"/>
            <a:ext cx="0" cy="22860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1420920" y="3225960"/>
            <a:ext cx="77616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Inc Idx1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1306440" y="2735280"/>
            <a:ext cx="100476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Loop Body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1330200" y="1951200"/>
            <a:ext cx="957240" cy="611280"/>
          </a:xfrm>
          <a:prstGeom prst="rect">
            <a:avLst/>
          </a:prstGeom>
          <a:solidFill>
            <a:srgbClr val="FFFF99"/>
          </a:solidFill>
          <a:ln w="12600">
            <a:solidFill>
              <a:srgbClr val="CC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Idx1 = 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1225440" y="1379520"/>
            <a:ext cx="116856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Move 1 to Idx1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2817720" y="2120760"/>
            <a:ext cx="131904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Next Statement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"/>
          <p:cNvSpPr/>
          <p:nvPr/>
        </p:nvSpPr>
        <p:spPr>
          <a:xfrm>
            <a:off x="81000" y="944640"/>
            <a:ext cx="3532680" cy="103680"/>
          </a:xfrm>
          <a:custGeom>
            <a:avLst/>
            <a:gdLst/>
            <a:ahLst/>
            <a:rect l="0" t="0" r="r" b="b"/>
            <a:pathLst>
              <a:path w="9813" h="288">
                <a:moveTo>
                  <a:pt x="0" y="278"/>
                </a:moveTo>
                <a:lnTo>
                  <a:pt x="4" y="256"/>
                </a:lnTo>
                <a:lnTo>
                  <a:pt x="0" y="288"/>
                </a:lnTo>
                <a:lnTo>
                  <a:pt x="110" y="170"/>
                </a:lnTo>
                <a:lnTo>
                  <a:pt x="163" y="170"/>
                </a:lnTo>
                <a:lnTo>
                  <a:pt x="216" y="199"/>
                </a:lnTo>
                <a:lnTo>
                  <a:pt x="286" y="170"/>
                </a:lnTo>
                <a:lnTo>
                  <a:pt x="357" y="128"/>
                </a:lnTo>
                <a:lnTo>
                  <a:pt x="410" y="114"/>
                </a:lnTo>
                <a:lnTo>
                  <a:pt x="463" y="114"/>
                </a:lnTo>
                <a:lnTo>
                  <a:pt x="515" y="100"/>
                </a:lnTo>
                <a:lnTo>
                  <a:pt x="568" y="85"/>
                </a:lnTo>
                <a:lnTo>
                  <a:pt x="621" y="85"/>
                </a:lnTo>
                <a:lnTo>
                  <a:pt x="674" y="100"/>
                </a:lnTo>
                <a:lnTo>
                  <a:pt x="727" y="100"/>
                </a:lnTo>
                <a:lnTo>
                  <a:pt x="780" y="114"/>
                </a:lnTo>
                <a:lnTo>
                  <a:pt x="833" y="142"/>
                </a:lnTo>
                <a:lnTo>
                  <a:pt x="886" y="156"/>
                </a:lnTo>
                <a:lnTo>
                  <a:pt x="939" y="170"/>
                </a:lnTo>
                <a:lnTo>
                  <a:pt x="992" y="185"/>
                </a:lnTo>
                <a:lnTo>
                  <a:pt x="1045" y="199"/>
                </a:lnTo>
                <a:lnTo>
                  <a:pt x="1115" y="185"/>
                </a:lnTo>
                <a:lnTo>
                  <a:pt x="1186" y="156"/>
                </a:lnTo>
                <a:lnTo>
                  <a:pt x="1221" y="114"/>
                </a:lnTo>
                <a:lnTo>
                  <a:pt x="1274" y="114"/>
                </a:lnTo>
                <a:lnTo>
                  <a:pt x="1327" y="100"/>
                </a:lnTo>
                <a:lnTo>
                  <a:pt x="1380" y="85"/>
                </a:lnTo>
                <a:lnTo>
                  <a:pt x="1433" y="70"/>
                </a:lnTo>
                <a:lnTo>
                  <a:pt x="1486" y="114"/>
                </a:lnTo>
                <a:lnTo>
                  <a:pt x="1538" y="142"/>
                </a:lnTo>
                <a:lnTo>
                  <a:pt x="1591" y="185"/>
                </a:lnTo>
                <a:lnTo>
                  <a:pt x="1644" y="213"/>
                </a:lnTo>
                <a:lnTo>
                  <a:pt x="1697" y="213"/>
                </a:lnTo>
                <a:lnTo>
                  <a:pt x="1750" y="185"/>
                </a:lnTo>
                <a:lnTo>
                  <a:pt x="1803" y="170"/>
                </a:lnTo>
                <a:lnTo>
                  <a:pt x="1856" y="142"/>
                </a:lnTo>
                <a:lnTo>
                  <a:pt x="1909" y="128"/>
                </a:lnTo>
                <a:lnTo>
                  <a:pt x="1962" y="114"/>
                </a:lnTo>
                <a:lnTo>
                  <a:pt x="2032" y="100"/>
                </a:lnTo>
                <a:lnTo>
                  <a:pt x="2085" y="100"/>
                </a:lnTo>
                <a:lnTo>
                  <a:pt x="2138" y="85"/>
                </a:lnTo>
                <a:lnTo>
                  <a:pt x="2191" y="85"/>
                </a:lnTo>
                <a:lnTo>
                  <a:pt x="2244" y="85"/>
                </a:lnTo>
                <a:lnTo>
                  <a:pt x="2297" y="70"/>
                </a:lnTo>
                <a:lnTo>
                  <a:pt x="2368" y="56"/>
                </a:lnTo>
                <a:lnTo>
                  <a:pt x="2438" y="56"/>
                </a:lnTo>
                <a:lnTo>
                  <a:pt x="2510" y="42"/>
                </a:lnTo>
                <a:lnTo>
                  <a:pt x="2563" y="85"/>
                </a:lnTo>
                <a:lnTo>
                  <a:pt x="2598" y="128"/>
                </a:lnTo>
                <a:lnTo>
                  <a:pt x="2633" y="170"/>
                </a:lnTo>
                <a:lnTo>
                  <a:pt x="2704" y="185"/>
                </a:lnTo>
                <a:lnTo>
                  <a:pt x="2757" y="170"/>
                </a:lnTo>
                <a:lnTo>
                  <a:pt x="2827" y="156"/>
                </a:lnTo>
                <a:lnTo>
                  <a:pt x="2880" y="142"/>
                </a:lnTo>
                <a:lnTo>
                  <a:pt x="2951" y="128"/>
                </a:lnTo>
                <a:lnTo>
                  <a:pt x="3021" y="128"/>
                </a:lnTo>
                <a:lnTo>
                  <a:pt x="3074" y="114"/>
                </a:lnTo>
                <a:lnTo>
                  <a:pt x="3127" y="100"/>
                </a:lnTo>
                <a:lnTo>
                  <a:pt x="3198" y="85"/>
                </a:lnTo>
                <a:lnTo>
                  <a:pt x="3250" y="70"/>
                </a:lnTo>
                <a:lnTo>
                  <a:pt x="3303" y="56"/>
                </a:lnTo>
                <a:lnTo>
                  <a:pt x="3356" y="42"/>
                </a:lnTo>
                <a:lnTo>
                  <a:pt x="3409" y="70"/>
                </a:lnTo>
                <a:lnTo>
                  <a:pt x="3462" y="100"/>
                </a:lnTo>
                <a:lnTo>
                  <a:pt x="3515" y="128"/>
                </a:lnTo>
                <a:lnTo>
                  <a:pt x="3568" y="156"/>
                </a:lnTo>
                <a:lnTo>
                  <a:pt x="3621" y="185"/>
                </a:lnTo>
                <a:lnTo>
                  <a:pt x="3674" y="185"/>
                </a:lnTo>
                <a:lnTo>
                  <a:pt x="3727" y="185"/>
                </a:lnTo>
                <a:lnTo>
                  <a:pt x="3780" y="170"/>
                </a:lnTo>
                <a:lnTo>
                  <a:pt x="3833" y="156"/>
                </a:lnTo>
                <a:lnTo>
                  <a:pt x="3885" y="156"/>
                </a:lnTo>
                <a:lnTo>
                  <a:pt x="3938" y="142"/>
                </a:lnTo>
                <a:lnTo>
                  <a:pt x="4009" y="142"/>
                </a:lnTo>
                <a:lnTo>
                  <a:pt x="4062" y="128"/>
                </a:lnTo>
                <a:lnTo>
                  <a:pt x="4115" y="128"/>
                </a:lnTo>
                <a:lnTo>
                  <a:pt x="4168" y="128"/>
                </a:lnTo>
                <a:lnTo>
                  <a:pt x="4221" y="128"/>
                </a:lnTo>
                <a:lnTo>
                  <a:pt x="4274" y="128"/>
                </a:lnTo>
                <a:lnTo>
                  <a:pt x="4326" y="128"/>
                </a:lnTo>
                <a:lnTo>
                  <a:pt x="4397" y="114"/>
                </a:lnTo>
                <a:lnTo>
                  <a:pt x="4450" y="100"/>
                </a:lnTo>
                <a:lnTo>
                  <a:pt x="4503" y="70"/>
                </a:lnTo>
                <a:lnTo>
                  <a:pt x="4556" y="56"/>
                </a:lnTo>
                <a:lnTo>
                  <a:pt x="4609" y="42"/>
                </a:lnTo>
                <a:lnTo>
                  <a:pt x="4679" y="28"/>
                </a:lnTo>
                <a:lnTo>
                  <a:pt x="4750" y="56"/>
                </a:lnTo>
                <a:lnTo>
                  <a:pt x="4803" y="100"/>
                </a:lnTo>
                <a:lnTo>
                  <a:pt x="4856" y="128"/>
                </a:lnTo>
                <a:lnTo>
                  <a:pt x="4909" y="142"/>
                </a:lnTo>
                <a:lnTo>
                  <a:pt x="4961" y="170"/>
                </a:lnTo>
                <a:lnTo>
                  <a:pt x="5014" y="170"/>
                </a:lnTo>
                <a:lnTo>
                  <a:pt x="5067" y="170"/>
                </a:lnTo>
                <a:lnTo>
                  <a:pt x="5138" y="156"/>
                </a:lnTo>
                <a:lnTo>
                  <a:pt x="5191" y="142"/>
                </a:lnTo>
                <a:lnTo>
                  <a:pt x="5244" y="114"/>
                </a:lnTo>
                <a:lnTo>
                  <a:pt x="5314" y="85"/>
                </a:lnTo>
                <a:lnTo>
                  <a:pt x="5367" y="70"/>
                </a:lnTo>
                <a:lnTo>
                  <a:pt x="5438" y="42"/>
                </a:lnTo>
                <a:lnTo>
                  <a:pt x="5491" y="42"/>
                </a:lnTo>
                <a:lnTo>
                  <a:pt x="5544" y="42"/>
                </a:lnTo>
                <a:lnTo>
                  <a:pt x="5614" y="28"/>
                </a:lnTo>
                <a:lnTo>
                  <a:pt x="5667" y="14"/>
                </a:lnTo>
                <a:lnTo>
                  <a:pt x="5720" y="14"/>
                </a:lnTo>
                <a:lnTo>
                  <a:pt x="5755" y="56"/>
                </a:lnTo>
                <a:lnTo>
                  <a:pt x="5808" y="85"/>
                </a:lnTo>
                <a:lnTo>
                  <a:pt x="5861" y="114"/>
                </a:lnTo>
                <a:lnTo>
                  <a:pt x="5914" y="156"/>
                </a:lnTo>
                <a:lnTo>
                  <a:pt x="5967" y="185"/>
                </a:lnTo>
                <a:lnTo>
                  <a:pt x="6020" y="199"/>
                </a:lnTo>
                <a:lnTo>
                  <a:pt x="6073" y="199"/>
                </a:lnTo>
                <a:lnTo>
                  <a:pt x="6126" y="170"/>
                </a:lnTo>
                <a:lnTo>
                  <a:pt x="6179" y="142"/>
                </a:lnTo>
                <a:lnTo>
                  <a:pt x="6231" y="114"/>
                </a:lnTo>
                <a:lnTo>
                  <a:pt x="6284" y="100"/>
                </a:lnTo>
                <a:lnTo>
                  <a:pt x="6337" y="85"/>
                </a:lnTo>
                <a:lnTo>
                  <a:pt x="6408" y="70"/>
                </a:lnTo>
                <a:lnTo>
                  <a:pt x="6461" y="70"/>
                </a:lnTo>
                <a:lnTo>
                  <a:pt x="6514" y="70"/>
                </a:lnTo>
                <a:lnTo>
                  <a:pt x="6567" y="56"/>
                </a:lnTo>
                <a:lnTo>
                  <a:pt x="6619" y="56"/>
                </a:lnTo>
                <a:lnTo>
                  <a:pt x="6672" y="28"/>
                </a:lnTo>
                <a:lnTo>
                  <a:pt x="6743" y="42"/>
                </a:lnTo>
                <a:lnTo>
                  <a:pt x="6831" y="85"/>
                </a:lnTo>
                <a:lnTo>
                  <a:pt x="6884" y="100"/>
                </a:lnTo>
                <a:lnTo>
                  <a:pt x="6955" y="142"/>
                </a:lnTo>
                <a:lnTo>
                  <a:pt x="7008" y="156"/>
                </a:lnTo>
                <a:lnTo>
                  <a:pt x="7060" y="185"/>
                </a:lnTo>
                <a:lnTo>
                  <a:pt x="7113" y="213"/>
                </a:lnTo>
                <a:lnTo>
                  <a:pt x="7166" y="213"/>
                </a:lnTo>
                <a:lnTo>
                  <a:pt x="7219" y="199"/>
                </a:lnTo>
                <a:lnTo>
                  <a:pt x="7290" y="170"/>
                </a:lnTo>
                <a:lnTo>
                  <a:pt x="7343" y="128"/>
                </a:lnTo>
                <a:lnTo>
                  <a:pt x="7397" y="114"/>
                </a:lnTo>
                <a:lnTo>
                  <a:pt x="7450" y="100"/>
                </a:lnTo>
                <a:lnTo>
                  <a:pt x="7502" y="85"/>
                </a:lnTo>
                <a:lnTo>
                  <a:pt x="7573" y="70"/>
                </a:lnTo>
                <a:lnTo>
                  <a:pt x="7626" y="56"/>
                </a:lnTo>
                <a:lnTo>
                  <a:pt x="7679" y="42"/>
                </a:lnTo>
                <a:lnTo>
                  <a:pt x="7732" y="28"/>
                </a:lnTo>
                <a:lnTo>
                  <a:pt x="7785" y="28"/>
                </a:lnTo>
                <a:lnTo>
                  <a:pt x="7838" y="42"/>
                </a:lnTo>
                <a:lnTo>
                  <a:pt x="7926" y="70"/>
                </a:lnTo>
                <a:lnTo>
                  <a:pt x="7979" y="100"/>
                </a:lnTo>
                <a:lnTo>
                  <a:pt x="8032" y="114"/>
                </a:lnTo>
                <a:lnTo>
                  <a:pt x="8085" y="128"/>
                </a:lnTo>
                <a:lnTo>
                  <a:pt x="8137" y="142"/>
                </a:lnTo>
                <a:lnTo>
                  <a:pt x="8190" y="142"/>
                </a:lnTo>
                <a:lnTo>
                  <a:pt x="8243" y="114"/>
                </a:lnTo>
                <a:lnTo>
                  <a:pt x="8296" y="100"/>
                </a:lnTo>
                <a:lnTo>
                  <a:pt x="8349" y="70"/>
                </a:lnTo>
                <a:lnTo>
                  <a:pt x="8402" y="42"/>
                </a:lnTo>
                <a:lnTo>
                  <a:pt x="8455" y="28"/>
                </a:lnTo>
                <a:lnTo>
                  <a:pt x="8525" y="14"/>
                </a:lnTo>
                <a:lnTo>
                  <a:pt x="8578" y="0"/>
                </a:lnTo>
                <a:lnTo>
                  <a:pt x="8631" y="0"/>
                </a:lnTo>
                <a:lnTo>
                  <a:pt x="8702" y="0"/>
                </a:lnTo>
                <a:lnTo>
                  <a:pt x="8755" y="14"/>
                </a:lnTo>
                <a:lnTo>
                  <a:pt x="8825" y="28"/>
                </a:lnTo>
                <a:lnTo>
                  <a:pt x="8878" y="42"/>
                </a:lnTo>
                <a:lnTo>
                  <a:pt x="8931" y="70"/>
                </a:lnTo>
                <a:lnTo>
                  <a:pt x="8984" y="85"/>
                </a:lnTo>
                <a:lnTo>
                  <a:pt x="9055" y="100"/>
                </a:lnTo>
                <a:lnTo>
                  <a:pt x="9108" y="128"/>
                </a:lnTo>
                <a:lnTo>
                  <a:pt x="9160" y="128"/>
                </a:lnTo>
                <a:lnTo>
                  <a:pt x="9196" y="85"/>
                </a:lnTo>
                <a:lnTo>
                  <a:pt x="9249" y="56"/>
                </a:lnTo>
                <a:lnTo>
                  <a:pt x="9302" y="56"/>
                </a:lnTo>
                <a:lnTo>
                  <a:pt x="9355" y="70"/>
                </a:lnTo>
                <a:lnTo>
                  <a:pt x="9425" y="100"/>
                </a:lnTo>
                <a:lnTo>
                  <a:pt x="9478" y="128"/>
                </a:lnTo>
                <a:lnTo>
                  <a:pt x="9531" y="142"/>
                </a:lnTo>
                <a:lnTo>
                  <a:pt x="9566" y="185"/>
                </a:lnTo>
                <a:lnTo>
                  <a:pt x="9619" y="199"/>
                </a:lnTo>
                <a:lnTo>
                  <a:pt x="9672" y="213"/>
                </a:lnTo>
                <a:lnTo>
                  <a:pt x="9725" y="242"/>
                </a:lnTo>
                <a:lnTo>
                  <a:pt x="9778" y="242"/>
                </a:lnTo>
                <a:lnTo>
                  <a:pt x="9813" y="270"/>
                </a:lnTo>
                <a:lnTo>
                  <a:pt x="9791" y="263"/>
                </a:lnTo>
                <a:lnTo>
                  <a:pt x="0" y="278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"/>
          <p:cNvSpPr txBox="1"/>
          <p:nvPr/>
        </p:nvSpPr>
        <p:spPr>
          <a:xfrm>
            <a:off x="76320" y="88920"/>
            <a:ext cx="3533760" cy="94464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VARYING Idx1 FROM 1 BY 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UNTIL Idx1 EQUAL TO 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spcBef>
                <a:spcPts val="839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DISPLAY Idx1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spcBef>
                <a:spcPts val="839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"/>
          <p:cNvSpPr/>
          <p:nvPr/>
        </p:nvSpPr>
        <p:spPr>
          <a:xfrm>
            <a:off x="77760" y="87480"/>
            <a:ext cx="3272040" cy="68760"/>
          </a:xfrm>
          <a:custGeom>
            <a:avLst/>
            <a:gdLst/>
            <a:ahLst/>
            <a:rect l="0" t="0" r="r" b="b"/>
            <a:pathLst>
              <a:path w="9089" h="191">
                <a:moveTo>
                  <a:pt x="9089" y="3"/>
                </a:moveTo>
                <a:lnTo>
                  <a:pt x="9089" y="0"/>
                </a:lnTo>
                <a:lnTo>
                  <a:pt x="9089" y="3"/>
                </a:lnTo>
                <a:lnTo>
                  <a:pt x="9085" y="9"/>
                </a:lnTo>
                <a:lnTo>
                  <a:pt x="9064" y="9"/>
                </a:lnTo>
                <a:lnTo>
                  <a:pt x="8991" y="27"/>
                </a:lnTo>
                <a:lnTo>
                  <a:pt x="8942" y="44"/>
                </a:lnTo>
                <a:lnTo>
                  <a:pt x="8905" y="62"/>
                </a:lnTo>
                <a:lnTo>
                  <a:pt x="8868" y="62"/>
                </a:lnTo>
                <a:lnTo>
                  <a:pt x="8831" y="68"/>
                </a:lnTo>
                <a:lnTo>
                  <a:pt x="8794" y="68"/>
                </a:lnTo>
                <a:lnTo>
                  <a:pt x="8758" y="68"/>
                </a:lnTo>
                <a:lnTo>
                  <a:pt x="8721" y="68"/>
                </a:lnTo>
                <a:lnTo>
                  <a:pt x="8684" y="68"/>
                </a:lnTo>
                <a:lnTo>
                  <a:pt x="8647" y="68"/>
                </a:lnTo>
                <a:lnTo>
                  <a:pt x="8610" y="80"/>
                </a:lnTo>
                <a:lnTo>
                  <a:pt x="8586" y="97"/>
                </a:lnTo>
                <a:lnTo>
                  <a:pt x="8561" y="115"/>
                </a:lnTo>
                <a:lnTo>
                  <a:pt x="8524" y="120"/>
                </a:lnTo>
                <a:lnTo>
                  <a:pt x="8488" y="120"/>
                </a:lnTo>
                <a:lnTo>
                  <a:pt x="8451" y="109"/>
                </a:lnTo>
                <a:lnTo>
                  <a:pt x="8402" y="97"/>
                </a:lnTo>
                <a:lnTo>
                  <a:pt x="8365" y="97"/>
                </a:lnTo>
                <a:lnTo>
                  <a:pt x="8328" y="91"/>
                </a:lnTo>
                <a:lnTo>
                  <a:pt x="8291" y="80"/>
                </a:lnTo>
                <a:lnTo>
                  <a:pt x="8255" y="74"/>
                </a:lnTo>
                <a:lnTo>
                  <a:pt x="8205" y="74"/>
                </a:lnTo>
                <a:lnTo>
                  <a:pt x="8169" y="68"/>
                </a:lnTo>
                <a:lnTo>
                  <a:pt x="8132" y="62"/>
                </a:lnTo>
                <a:lnTo>
                  <a:pt x="8095" y="57"/>
                </a:lnTo>
                <a:lnTo>
                  <a:pt x="8058" y="57"/>
                </a:lnTo>
                <a:lnTo>
                  <a:pt x="8021" y="51"/>
                </a:lnTo>
                <a:lnTo>
                  <a:pt x="7985" y="44"/>
                </a:lnTo>
                <a:lnTo>
                  <a:pt x="7948" y="38"/>
                </a:lnTo>
                <a:lnTo>
                  <a:pt x="7911" y="32"/>
                </a:lnTo>
                <a:lnTo>
                  <a:pt x="7899" y="51"/>
                </a:lnTo>
                <a:lnTo>
                  <a:pt x="7850" y="57"/>
                </a:lnTo>
                <a:lnTo>
                  <a:pt x="7801" y="57"/>
                </a:lnTo>
                <a:lnTo>
                  <a:pt x="7764" y="62"/>
                </a:lnTo>
                <a:lnTo>
                  <a:pt x="7727" y="74"/>
                </a:lnTo>
                <a:lnTo>
                  <a:pt x="7715" y="91"/>
                </a:lnTo>
                <a:lnTo>
                  <a:pt x="7678" y="97"/>
                </a:lnTo>
                <a:lnTo>
                  <a:pt x="7641" y="97"/>
                </a:lnTo>
                <a:lnTo>
                  <a:pt x="7604" y="97"/>
                </a:lnTo>
                <a:lnTo>
                  <a:pt x="7567" y="109"/>
                </a:lnTo>
                <a:lnTo>
                  <a:pt x="7531" y="115"/>
                </a:lnTo>
                <a:lnTo>
                  <a:pt x="7494" y="120"/>
                </a:lnTo>
                <a:lnTo>
                  <a:pt x="7457" y="126"/>
                </a:lnTo>
                <a:lnTo>
                  <a:pt x="7420" y="138"/>
                </a:lnTo>
                <a:lnTo>
                  <a:pt x="7383" y="145"/>
                </a:lnTo>
                <a:lnTo>
                  <a:pt x="7347" y="145"/>
                </a:lnTo>
                <a:lnTo>
                  <a:pt x="7310" y="138"/>
                </a:lnTo>
                <a:lnTo>
                  <a:pt x="7273" y="126"/>
                </a:lnTo>
                <a:lnTo>
                  <a:pt x="7224" y="120"/>
                </a:lnTo>
                <a:lnTo>
                  <a:pt x="7187" y="115"/>
                </a:lnTo>
                <a:lnTo>
                  <a:pt x="7150" y="109"/>
                </a:lnTo>
                <a:lnTo>
                  <a:pt x="7113" y="103"/>
                </a:lnTo>
                <a:lnTo>
                  <a:pt x="7077" y="103"/>
                </a:lnTo>
                <a:lnTo>
                  <a:pt x="7040" y="91"/>
                </a:lnTo>
                <a:lnTo>
                  <a:pt x="7003" y="86"/>
                </a:lnTo>
                <a:lnTo>
                  <a:pt x="6966" y="86"/>
                </a:lnTo>
                <a:lnTo>
                  <a:pt x="6929" y="80"/>
                </a:lnTo>
                <a:lnTo>
                  <a:pt x="6892" y="80"/>
                </a:lnTo>
                <a:lnTo>
                  <a:pt x="6843" y="74"/>
                </a:lnTo>
                <a:lnTo>
                  <a:pt x="6794" y="68"/>
                </a:lnTo>
                <a:lnTo>
                  <a:pt x="6758" y="62"/>
                </a:lnTo>
                <a:lnTo>
                  <a:pt x="6721" y="57"/>
                </a:lnTo>
                <a:lnTo>
                  <a:pt x="6684" y="57"/>
                </a:lnTo>
                <a:lnTo>
                  <a:pt x="6647" y="57"/>
                </a:lnTo>
                <a:lnTo>
                  <a:pt x="6610" y="57"/>
                </a:lnTo>
                <a:lnTo>
                  <a:pt x="6573" y="57"/>
                </a:lnTo>
                <a:lnTo>
                  <a:pt x="6537" y="57"/>
                </a:lnTo>
                <a:lnTo>
                  <a:pt x="6500" y="57"/>
                </a:lnTo>
                <a:lnTo>
                  <a:pt x="6451" y="57"/>
                </a:lnTo>
                <a:lnTo>
                  <a:pt x="6414" y="51"/>
                </a:lnTo>
                <a:lnTo>
                  <a:pt x="6377" y="38"/>
                </a:lnTo>
                <a:lnTo>
                  <a:pt x="6340" y="38"/>
                </a:lnTo>
                <a:lnTo>
                  <a:pt x="6304" y="38"/>
                </a:lnTo>
                <a:lnTo>
                  <a:pt x="6279" y="57"/>
                </a:lnTo>
                <a:lnTo>
                  <a:pt x="6242" y="68"/>
                </a:lnTo>
                <a:lnTo>
                  <a:pt x="6205" y="74"/>
                </a:lnTo>
                <a:lnTo>
                  <a:pt x="6169" y="91"/>
                </a:lnTo>
                <a:lnTo>
                  <a:pt x="6132" y="97"/>
                </a:lnTo>
                <a:lnTo>
                  <a:pt x="6095" y="103"/>
                </a:lnTo>
                <a:lnTo>
                  <a:pt x="6058" y="109"/>
                </a:lnTo>
                <a:lnTo>
                  <a:pt x="6021" y="109"/>
                </a:lnTo>
                <a:lnTo>
                  <a:pt x="5984" y="103"/>
                </a:lnTo>
                <a:lnTo>
                  <a:pt x="5948" y="91"/>
                </a:lnTo>
                <a:lnTo>
                  <a:pt x="5911" y="86"/>
                </a:lnTo>
                <a:lnTo>
                  <a:pt x="5874" y="86"/>
                </a:lnTo>
                <a:lnTo>
                  <a:pt x="5837" y="80"/>
                </a:lnTo>
                <a:lnTo>
                  <a:pt x="5800" y="74"/>
                </a:lnTo>
                <a:lnTo>
                  <a:pt x="5764" y="62"/>
                </a:lnTo>
                <a:lnTo>
                  <a:pt x="5727" y="62"/>
                </a:lnTo>
                <a:lnTo>
                  <a:pt x="5690" y="51"/>
                </a:lnTo>
                <a:lnTo>
                  <a:pt x="5653" y="44"/>
                </a:lnTo>
                <a:lnTo>
                  <a:pt x="5616" y="44"/>
                </a:lnTo>
                <a:lnTo>
                  <a:pt x="5580" y="38"/>
                </a:lnTo>
                <a:lnTo>
                  <a:pt x="5543" y="38"/>
                </a:lnTo>
                <a:lnTo>
                  <a:pt x="5494" y="32"/>
                </a:lnTo>
                <a:lnTo>
                  <a:pt x="5457" y="27"/>
                </a:lnTo>
                <a:lnTo>
                  <a:pt x="5420" y="27"/>
                </a:lnTo>
                <a:lnTo>
                  <a:pt x="5383" y="27"/>
                </a:lnTo>
                <a:lnTo>
                  <a:pt x="5346" y="27"/>
                </a:lnTo>
                <a:lnTo>
                  <a:pt x="5310" y="27"/>
                </a:lnTo>
                <a:lnTo>
                  <a:pt x="5273" y="32"/>
                </a:lnTo>
                <a:lnTo>
                  <a:pt x="5236" y="44"/>
                </a:lnTo>
                <a:lnTo>
                  <a:pt x="5199" y="62"/>
                </a:lnTo>
                <a:lnTo>
                  <a:pt x="5162" y="74"/>
                </a:lnTo>
                <a:lnTo>
                  <a:pt x="5126" y="86"/>
                </a:lnTo>
                <a:lnTo>
                  <a:pt x="5089" y="97"/>
                </a:lnTo>
                <a:lnTo>
                  <a:pt x="5052" y="103"/>
                </a:lnTo>
                <a:lnTo>
                  <a:pt x="5015" y="103"/>
                </a:lnTo>
                <a:lnTo>
                  <a:pt x="4978" y="103"/>
                </a:lnTo>
                <a:lnTo>
                  <a:pt x="4941" y="109"/>
                </a:lnTo>
                <a:lnTo>
                  <a:pt x="4892" y="109"/>
                </a:lnTo>
                <a:lnTo>
                  <a:pt x="4856" y="115"/>
                </a:lnTo>
                <a:lnTo>
                  <a:pt x="4806" y="120"/>
                </a:lnTo>
                <a:lnTo>
                  <a:pt x="4770" y="126"/>
                </a:lnTo>
                <a:lnTo>
                  <a:pt x="4733" y="126"/>
                </a:lnTo>
                <a:lnTo>
                  <a:pt x="4696" y="132"/>
                </a:lnTo>
                <a:lnTo>
                  <a:pt x="4659" y="132"/>
                </a:lnTo>
                <a:lnTo>
                  <a:pt x="4622" y="132"/>
                </a:lnTo>
                <a:lnTo>
                  <a:pt x="4586" y="132"/>
                </a:lnTo>
                <a:lnTo>
                  <a:pt x="4549" y="132"/>
                </a:lnTo>
                <a:lnTo>
                  <a:pt x="4511" y="126"/>
                </a:lnTo>
                <a:lnTo>
                  <a:pt x="4486" y="109"/>
                </a:lnTo>
                <a:lnTo>
                  <a:pt x="4437" y="91"/>
                </a:lnTo>
                <a:lnTo>
                  <a:pt x="4401" y="86"/>
                </a:lnTo>
                <a:lnTo>
                  <a:pt x="4351" y="74"/>
                </a:lnTo>
                <a:lnTo>
                  <a:pt x="4315" y="62"/>
                </a:lnTo>
                <a:lnTo>
                  <a:pt x="4266" y="62"/>
                </a:lnTo>
                <a:lnTo>
                  <a:pt x="4229" y="57"/>
                </a:lnTo>
                <a:lnTo>
                  <a:pt x="4192" y="44"/>
                </a:lnTo>
                <a:lnTo>
                  <a:pt x="4155" y="44"/>
                </a:lnTo>
                <a:lnTo>
                  <a:pt x="4118" y="38"/>
                </a:lnTo>
                <a:lnTo>
                  <a:pt x="4069" y="51"/>
                </a:lnTo>
                <a:lnTo>
                  <a:pt x="4032" y="62"/>
                </a:lnTo>
                <a:lnTo>
                  <a:pt x="3996" y="74"/>
                </a:lnTo>
                <a:lnTo>
                  <a:pt x="3959" y="80"/>
                </a:lnTo>
                <a:lnTo>
                  <a:pt x="3922" y="86"/>
                </a:lnTo>
                <a:lnTo>
                  <a:pt x="3873" y="97"/>
                </a:lnTo>
                <a:lnTo>
                  <a:pt x="3836" y="103"/>
                </a:lnTo>
                <a:lnTo>
                  <a:pt x="3799" y="115"/>
                </a:lnTo>
                <a:lnTo>
                  <a:pt x="3762" y="115"/>
                </a:lnTo>
                <a:lnTo>
                  <a:pt x="3726" y="115"/>
                </a:lnTo>
                <a:lnTo>
                  <a:pt x="3677" y="109"/>
                </a:lnTo>
                <a:lnTo>
                  <a:pt x="3652" y="91"/>
                </a:lnTo>
                <a:lnTo>
                  <a:pt x="3615" y="80"/>
                </a:lnTo>
                <a:lnTo>
                  <a:pt x="3578" y="68"/>
                </a:lnTo>
                <a:lnTo>
                  <a:pt x="3542" y="51"/>
                </a:lnTo>
                <a:lnTo>
                  <a:pt x="3505" y="38"/>
                </a:lnTo>
                <a:lnTo>
                  <a:pt x="3468" y="27"/>
                </a:lnTo>
                <a:lnTo>
                  <a:pt x="3431" y="21"/>
                </a:lnTo>
                <a:lnTo>
                  <a:pt x="3394" y="21"/>
                </a:lnTo>
                <a:lnTo>
                  <a:pt x="3358" y="21"/>
                </a:lnTo>
                <a:lnTo>
                  <a:pt x="3321" y="27"/>
                </a:lnTo>
                <a:lnTo>
                  <a:pt x="3284" y="27"/>
                </a:lnTo>
                <a:lnTo>
                  <a:pt x="3247" y="27"/>
                </a:lnTo>
                <a:lnTo>
                  <a:pt x="3210" y="27"/>
                </a:lnTo>
                <a:lnTo>
                  <a:pt x="3173" y="27"/>
                </a:lnTo>
                <a:lnTo>
                  <a:pt x="3137" y="32"/>
                </a:lnTo>
                <a:lnTo>
                  <a:pt x="3100" y="32"/>
                </a:lnTo>
                <a:lnTo>
                  <a:pt x="3063" y="32"/>
                </a:lnTo>
                <a:lnTo>
                  <a:pt x="3026" y="32"/>
                </a:lnTo>
                <a:lnTo>
                  <a:pt x="2989" y="38"/>
                </a:lnTo>
                <a:lnTo>
                  <a:pt x="2953" y="38"/>
                </a:lnTo>
                <a:lnTo>
                  <a:pt x="2916" y="38"/>
                </a:lnTo>
                <a:lnTo>
                  <a:pt x="2879" y="38"/>
                </a:lnTo>
                <a:lnTo>
                  <a:pt x="2842" y="38"/>
                </a:lnTo>
                <a:lnTo>
                  <a:pt x="2805" y="38"/>
                </a:lnTo>
                <a:lnTo>
                  <a:pt x="2769" y="44"/>
                </a:lnTo>
                <a:lnTo>
                  <a:pt x="2732" y="57"/>
                </a:lnTo>
                <a:lnTo>
                  <a:pt x="2695" y="62"/>
                </a:lnTo>
                <a:lnTo>
                  <a:pt x="2658" y="74"/>
                </a:lnTo>
                <a:lnTo>
                  <a:pt x="2621" y="80"/>
                </a:lnTo>
                <a:lnTo>
                  <a:pt x="2585" y="97"/>
                </a:lnTo>
                <a:lnTo>
                  <a:pt x="2548" y="103"/>
                </a:lnTo>
                <a:lnTo>
                  <a:pt x="2511" y="109"/>
                </a:lnTo>
                <a:lnTo>
                  <a:pt x="2462" y="115"/>
                </a:lnTo>
                <a:lnTo>
                  <a:pt x="2425" y="120"/>
                </a:lnTo>
                <a:lnTo>
                  <a:pt x="2388" y="126"/>
                </a:lnTo>
                <a:lnTo>
                  <a:pt x="2351" y="126"/>
                </a:lnTo>
                <a:lnTo>
                  <a:pt x="2315" y="126"/>
                </a:lnTo>
                <a:lnTo>
                  <a:pt x="2278" y="115"/>
                </a:lnTo>
                <a:lnTo>
                  <a:pt x="2241" y="103"/>
                </a:lnTo>
                <a:lnTo>
                  <a:pt x="2204" y="97"/>
                </a:lnTo>
                <a:lnTo>
                  <a:pt x="2167" y="86"/>
                </a:lnTo>
                <a:lnTo>
                  <a:pt x="2118" y="86"/>
                </a:lnTo>
                <a:lnTo>
                  <a:pt x="2069" y="80"/>
                </a:lnTo>
                <a:lnTo>
                  <a:pt x="2057" y="62"/>
                </a:lnTo>
                <a:lnTo>
                  <a:pt x="2020" y="57"/>
                </a:lnTo>
                <a:lnTo>
                  <a:pt x="1983" y="57"/>
                </a:lnTo>
                <a:lnTo>
                  <a:pt x="1934" y="57"/>
                </a:lnTo>
                <a:lnTo>
                  <a:pt x="1897" y="57"/>
                </a:lnTo>
                <a:lnTo>
                  <a:pt x="1861" y="57"/>
                </a:lnTo>
                <a:lnTo>
                  <a:pt x="1861" y="74"/>
                </a:lnTo>
                <a:lnTo>
                  <a:pt x="1861" y="91"/>
                </a:lnTo>
                <a:lnTo>
                  <a:pt x="1897" y="103"/>
                </a:lnTo>
                <a:lnTo>
                  <a:pt x="1922" y="120"/>
                </a:lnTo>
                <a:lnTo>
                  <a:pt x="1959" y="138"/>
                </a:lnTo>
                <a:lnTo>
                  <a:pt x="1983" y="156"/>
                </a:lnTo>
                <a:lnTo>
                  <a:pt x="2008" y="174"/>
                </a:lnTo>
                <a:lnTo>
                  <a:pt x="2032" y="191"/>
                </a:lnTo>
                <a:lnTo>
                  <a:pt x="1996" y="180"/>
                </a:lnTo>
                <a:lnTo>
                  <a:pt x="1959" y="162"/>
                </a:lnTo>
                <a:lnTo>
                  <a:pt x="1922" y="150"/>
                </a:lnTo>
                <a:lnTo>
                  <a:pt x="1885" y="138"/>
                </a:lnTo>
                <a:lnTo>
                  <a:pt x="1848" y="126"/>
                </a:lnTo>
                <a:lnTo>
                  <a:pt x="1811" y="109"/>
                </a:lnTo>
                <a:lnTo>
                  <a:pt x="1775" y="91"/>
                </a:lnTo>
                <a:lnTo>
                  <a:pt x="1738" y="80"/>
                </a:lnTo>
                <a:lnTo>
                  <a:pt x="1701" y="74"/>
                </a:lnTo>
                <a:lnTo>
                  <a:pt x="1652" y="68"/>
                </a:lnTo>
                <a:lnTo>
                  <a:pt x="1615" y="68"/>
                </a:lnTo>
                <a:lnTo>
                  <a:pt x="1578" y="68"/>
                </a:lnTo>
                <a:lnTo>
                  <a:pt x="1542" y="68"/>
                </a:lnTo>
                <a:lnTo>
                  <a:pt x="1505" y="62"/>
                </a:lnTo>
                <a:lnTo>
                  <a:pt x="1468" y="62"/>
                </a:lnTo>
                <a:lnTo>
                  <a:pt x="1431" y="62"/>
                </a:lnTo>
                <a:lnTo>
                  <a:pt x="1394" y="62"/>
                </a:lnTo>
                <a:lnTo>
                  <a:pt x="1345" y="62"/>
                </a:lnTo>
                <a:lnTo>
                  <a:pt x="1308" y="62"/>
                </a:lnTo>
                <a:lnTo>
                  <a:pt x="1272" y="68"/>
                </a:lnTo>
                <a:lnTo>
                  <a:pt x="1235" y="68"/>
                </a:lnTo>
                <a:lnTo>
                  <a:pt x="1186" y="68"/>
                </a:lnTo>
                <a:lnTo>
                  <a:pt x="1137" y="68"/>
                </a:lnTo>
                <a:lnTo>
                  <a:pt x="1100" y="68"/>
                </a:lnTo>
                <a:lnTo>
                  <a:pt x="1063" y="68"/>
                </a:lnTo>
                <a:lnTo>
                  <a:pt x="1026" y="80"/>
                </a:lnTo>
                <a:lnTo>
                  <a:pt x="989" y="86"/>
                </a:lnTo>
                <a:lnTo>
                  <a:pt x="977" y="103"/>
                </a:lnTo>
                <a:lnTo>
                  <a:pt x="977" y="120"/>
                </a:lnTo>
                <a:lnTo>
                  <a:pt x="940" y="138"/>
                </a:lnTo>
                <a:lnTo>
                  <a:pt x="903" y="145"/>
                </a:lnTo>
                <a:lnTo>
                  <a:pt x="867" y="145"/>
                </a:lnTo>
                <a:lnTo>
                  <a:pt x="830" y="145"/>
                </a:lnTo>
                <a:lnTo>
                  <a:pt x="793" y="145"/>
                </a:lnTo>
                <a:lnTo>
                  <a:pt x="756" y="150"/>
                </a:lnTo>
                <a:lnTo>
                  <a:pt x="719" y="156"/>
                </a:lnTo>
                <a:lnTo>
                  <a:pt x="670" y="156"/>
                </a:lnTo>
                <a:lnTo>
                  <a:pt x="633" y="156"/>
                </a:lnTo>
                <a:lnTo>
                  <a:pt x="597" y="156"/>
                </a:lnTo>
                <a:lnTo>
                  <a:pt x="560" y="150"/>
                </a:lnTo>
                <a:lnTo>
                  <a:pt x="535" y="132"/>
                </a:lnTo>
                <a:lnTo>
                  <a:pt x="499" y="126"/>
                </a:lnTo>
                <a:lnTo>
                  <a:pt x="462" y="115"/>
                </a:lnTo>
                <a:lnTo>
                  <a:pt x="425" y="109"/>
                </a:lnTo>
                <a:lnTo>
                  <a:pt x="388" y="103"/>
                </a:lnTo>
                <a:lnTo>
                  <a:pt x="351" y="103"/>
                </a:lnTo>
                <a:lnTo>
                  <a:pt x="314" y="97"/>
                </a:lnTo>
                <a:lnTo>
                  <a:pt x="278" y="86"/>
                </a:lnTo>
                <a:lnTo>
                  <a:pt x="241" y="80"/>
                </a:lnTo>
                <a:lnTo>
                  <a:pt x="204" y="68"/>
                </a:lnTo>
                <a:lnTo>
                  <a:pt x="167" y="62"/>
                </a:lnTo>
                <a:lnTo>
                  <a:pt x="130" y="57"/>
                </a:lnTo>
                <a:lnTo>
                  <a:pt x="94" y="44"/>
                </a:lnTo>
                <a:lnTo>
                  <a:pt x="57" y="38"/>
                </a:lnTo>
                <a:lnTo>
                  <a:pt x="8" y="9"/>
                </a:lnTo>
                <a:lnTo>
                  <a:pt x="8" y="5"/>
                </a:lnTo>
                <a:lnTo>
                  <a:pt x="0" y="5"/>
                </a:lnTo>
                <a:lnTo>
                  <a:pt x="0" y="5"/>
                </a:lnTo>
                <a:lnTo>
                  <a:pt x="8" y="11"/>
                </a:lnTo>
                <a:lnTo>
                  <a:pt x="8" y="3"/>
                </a:lnTo>
                <a:lnTo>
                  <a:pt x="9089" y="3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17640" rIns="96120" bIns="176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3181320" y="2476440"/>
            <a:ext cx="1409760" cy="98748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exit value =</a:t>
            </a:r>
            <a:r>
              <a:rPr lang="en-US" sz="16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 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1940040" y="1989000"/>
            <a:ext cx="790560" cy="343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1325520" y="2441520"/>
            <a:ext cx="600120" cy="23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False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12" name=""/>
          <p:cNvGrpSpPr/>
          <p:nvPr/>
        </p:nvGrpSpPr>
        <p:grpSpPr>
          <a:xfrm>
            <a:off x="3949560" y="144360"/>
            <a:ext cx="593640" cy="493920"/>
            <a:chOff x="3949560" y="144360"/>
            <a:chExt cx="593640" cy="493920"/>
          </a:xfrm>
        </p:grpSpPr>
        <p:sp>
          <p:nvSpPr>
            <p:cNvPr id="213" name=""/>
            <p:cNvSpPr txBox="1"/>
            <p:nvPr/>
          </p:nvSpPr>
          <p:spPr>
            <a:xfrm>
              <a:off x="4121280" y="144360"/>
              <a:ext cx="254160" cy="1224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80000"/>
                </a:lnSpc>
              </a:pPr>
              <a:r>
                <a:rPr lang="en-US" sz="10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Idx1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4" name=""/>
            <p:cNvSpPr txBox="1"/>
            <p:nvPr/>
          </p:nvSpPr>
          <p:spPr>
            <a:xfrm>
              <a:off x="3949560" y="263520"/>
              <a:ext cx="593640" cy="37476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  <a:effectLst>
              <a:outerShdw dist="0" dir="0" rotWithShape="0">
                <a:srgbClr val="969696">
                  <a:alpha val="50000"/>
                </a:srgbClr>
              </a:outerShdw>
            </a:effectLst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FF3300"/>
                  </a:solidFill>
                  <a:effectLst/>
                  <a:uFillTx/>
                  <a:latin typeface="Arial"/>
                  <a:ea typeface="Arial"/>
                </a:rPr>
                <a:t>3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15" name=""/>
          <p:cNvSpPr/>
          <p:nvPr/>
        </p:nvSpPr>
        <p:spPr>
          <a:xfrm>
            <a:off x="638280" y="1828800"/>
            <a:ext cx="1171440" cy="184788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"/>
          <p:cNvSpPr/>
          <p:nvPr/>
        </p:nvSpPr>
        <p:spPr>
          <a:xfrm>
            <a:off x="1809720" y="1123920"/>
            <a:ext cx="0" cy="7048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"/>
          <p:cNvSpPr/>
          <p:nvPr/>
        </p:nvSpPr>
        <p:spPr>
          <a:xfrm>
            <a:off x="1809720" y="2581200"/>
            <a:ext cx="0" cy="133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"/>
          <p:cNvSpPr/>
          <p:nvPr/>
        </p:nvSpPr>
        <p:spPr>
          <a:xfrm>
            <a:off x="2295360" y="2257560"/>
            <a:ext cx="533520" cy="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1314360" y="3676680"/>
            <a:ext cx="238320" cy="0"/>
          </a:xfrm>
          <a:prstGeom prst="line">
            <a:avLst/>
          </a:prstGeom>
          <a:ln w="12600">
            <a:solidFill>
              <a:srgbClr val="00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"/>
          <p:cNvSpPr/>
          <p:nvPr/>
        </p:nvSpPr>
        <p:spPr>
          <a:xfrm flipH="1">
            <a:off x="1143000" y="1830240"/>
            <a:ext cx="237960" cy="0"/>
          </a:xfrm>
          <a:prstGeom prst="line">
            <a:avLst/>
          </a:prstGeom>
          <a:ln w="12600">
            <a:solidFill>
              <a:srgbClr val="00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"/>
          <p:cNvSpPr/>
          <p:nvPr/>
        </p:nvSpPr>
        <p:spPr>
          <a:xfrm>
            <a:off x="638280" y="2657520"/>
            <a:ext cx="0" cy="228600"/>
          </a:xfrm>
          <a:prstGeom prst="line">
            <a:avLst/>
          </a:prstGeom>
          <a:ln w="12600">
            <a:solidFill>
              <a:srgbClr val="0000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"/>
          <p:cNvSpPr/>
          <p:nvPr/>
        </p:nvSpPr>
        <p:spPr>
          <a:xfrm>
            <a:off x="1809720" y="2962440"/>
            <a:ext cx="0" cy="22860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1420920" y="3225960"/>
            <a:ext cx="77616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Inc Idx1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1306440" y="2735280"/>
            <a:ext cx="100476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Loop Body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1330200" y="1951200"/>
            <a:ext cx="957240" cy="6112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Idx1 = 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1225440" y="1379520"/>
            <a:ext cx="1168560" cy="2998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Move 1 to Idx1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2817720" y="2120760"/>
            <a:ext cx="1319040" cy="299880"/>
          </a:xfrm>
          <a:prstGeom prst="rect">
            <a:avLst/>
          </a:prstGeom>
          <a:solidFill>
            <a:srgbClr val="FFFF99"/>
          </a:solidFill>
          <a:ln w="12600">
            <a:solidFill>
              <a:srgbClr val="CC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Next Statement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"/>
          <p:cNvSpPr/>
          <p:nvPr/>
        </p:nvSpPr>
        <p:spPr>
          <a:xfrm>
            <a:off x="81000" y="944640"/>
            <a:ext cx="3532680" cy="103680"/>
          </a:xfrm>
          <a:custGeom>
            <a:avLst/>
            <a:gdLst/>
            <a:ahLst/>
            <a:rect l="0" t="0" r="r" b="b"/>
            <a:pathLst>
              <a:path w="9813" h="288">
                <a:moveTo>
                  <a:pt x="0" y="278"/>
                </a:moveTo>
                <a:lnTo>
                  <a:pt x="4" y="256"/>
                </a:lnTo>
                <a:lnTo>
                  <a:pt x="0" y="288"/>
                </a:lnTo>
                <a:lnTo>
                  <a:pt x="110" y="170"/>
                </a:lnTo>
                <a:lnTo>
                  <a:pt x="163" y="170"/>
                </a:lnTo>
                <a:lnTo>
                  <a:pt x="216" y="199"/>
                </a:lnTo>
                <a:lnTo>
                  <a:pt x="286" y="170"/>
                </a:lnTo>
                <a:lnTo>
                  <a:pt x="357" y="128"/>
                </a:lnTo>
                <a:lnTo>
                  <a:pt x="410" y="114"/>
                </a:lnTo>
                <a:lnTo>
                  <a:pt x="463" y="114"/>
                </a:lnTo>
                <a:lnTo>
                  <a:pt x="515" y="100"/>
                </a:lnTo>
                <a:lnTo>
                  <a:pt x="568" y="85"/>
                </a:lnTo>
                <a:lnTo>
                  <a:pt x="621" y="85"/>
                </a:lnTo>
                <a:lnTo>
                  <a:pt x="674" y="100"/>
                </a:lnTo>
                <a:lnTo>
                  <a:pt x="727" y="100"/>
                </a:lnTo>
                <a:lnTo>
                  <a:pt x="780" y="114"/>
                </a:lnTo>
                <a:lnTo>
                  <a:pt x="833" y="142"/>
                </a:lnTo>
                <a:lnTo>
                  <a:pt x="886" y="156"/>
                </a:lnTo>
                <a:lnTo>
                  <a:pt x="939" y="170"/>
                </a:lnTo>
                <a:lnTo>
                  <a:pt x="992" y="185"/>
                </a:lnTo>
                <a:lnTo>
                  <a:pt x="1045" y="199"/>
                </a:lnTo>
                <a:lnTo>
                  <a:pt x="1115" y="185"/>
                </a:lnTo>
                <a:lnTo>
                  <a:pt x="1186" y="156"/>
                </a:lnTo>
                <a:lnTo>
                  <a:pt x="1221" y="114"/>
                </a:lnTo>
                <a:lnTo>
                  <a:pt x="1274" y="114"/>
                </a:lnTo>
                <a:lnTo>
                  <a:pt x="1327" y="100"/>
                </a:lnTo>
                <a:lnTo>
                  <a:pt x="1380" y="85"/>
                </a:lnTo>
                <a:lnTo>
                  <a:pt x="1433" y="70"/>
                </a:lnTo>
                <a:lnTo>
                  <a:pt x="1486" y="114"/>
                </a:lnTo>
                <a:lnTo>
                  <a:pt x="1538" y="142"/>
                </a:lnTo>
                <a:lnTo>
                  <a:pt x="1591" y="185"/>
                </a:lnTo>
                <a:lnTo>
                  <a:pt x="1644" y="213"/>
                </a:lnTo>
                <a:lnTo>
                  <a:pt x="1697" y="213"/>
                </a:lnTo>
                <a:lnTo>
                  <a:pt x="1750" y="185"/>
                </a:lnTo>
                <a:lnTo>
                  <a:pt x="1803" y="170"/>
                </a:lnTo>
                <a:lnTo>
                  <a:pt x="1856" y="142"/>
                </a:lnTo>
                <a:lnTo>
                  <a:pt x="1909" y="128"/>
                </a:lnTo>
                <a:lnTo>
                  <a:pt x="1962" y="114"/>
                </a:lnTo>
                <a:lnTo>
                  <a:pt x="2032" y="100"/>
                </a:lnTo>
                <a:lnTo>
                  <a:pt x="2085" y="100"/>
                </a:lnTo>
                <a:lnTo>
                  <a:pt x="2138" y="85"/>
                </a:lnTo>
                <a:lnTo>
                  <a:pt x="2191" y="85"/>
                </a:lnTo>
                <a:lnTo>
                  <a:pt x="2244" y="85"/>
                </a:lnTo>
                <a:lnTo>
                  <a:pt x="2297" y="70"/>
                </a:lnTo>
                <a:lnTo>
                  <a:pt x="2368" y="56"/>
                </a:lnTo>
                <a:lnTo>
                  <a:pt x="2438" y="56"/>
                </a:lnTo>
                <a:lnTo>
                  <a:pt x="2510" y="42"/>
                </a:lnTo>
                <a:lnTo>
                  <a:pt x="2563" y="85"/>
                </a:lnTo>
                <a:lnTo>
                  <a:pt x="2598" y="128"/>
                </a:lnTo>
                <a:lnTo>
                  <a:pt x="2633" y="170"/>
                </a:lnTo>
                <a:lnTo>
                  <a:pt x="2704" y="185"/>
                </a:lnTo>
                <a:lnTo>
                  <a:pt x="2757" y="170"/>
                </a:lnTo>
                <a:lnTo>
                  <a:pt x="2827" y="156"/>
                </a:lnTo>
                <a:lnTo>
                  <a:pt x="2880" y="142"/>
                </a:lnTo>
                <a:lnTo>
                  <a:pt x="2951" y="128"/>
                </a:lnTo>
                <a:lnTo>
                  <a:pt x="3021" y="128"/>
                </a:lnTo>
                <a:lnTo>
                  <a:pt x="3074" y="114"/>
                </a:lnTo>
                <a:lnTo>
                  <a:pt x="3127" y="100"/>
                </a:lnTo>
                <a:lnTo>
                  <a:pt x="3198" y="85"/>
                </a:lnTo>
                <a:lnTo>
                  <a:pt x="3250" y="70"/>
                </a:lnTo>
                <a:lnTo>
                  <a:pt x="3303" y="56"/>
                </a:lnTo>
                <a:lnTo>
                  <a:pt x="3356" y="42"/>
                </a:lnTo>
                <a:lnTo>
                  <a:pt x="3409" y="70"/>
                </a:lnTo>
                <a:lnTo>
                  <a:pt x="3462" y="100"/>
                </a:lnTo>
                <a:lnTo>
                  <a:pt x="3515" y="128"/>
                </a:lnTo>
                <a:lnTo>
                  <a:pt x="3568" y="156"/>
                </a:lnTo>
                <a:lnTo>
                  <a:pt x="3621" y="185"/>
                </a:lnTo>
                <a:lnTo>
                  <a:pt x="3674" y="185"/>
                </a:lnTo>
                <a:lnTo>
                  <a:pt x="3727" y="185"/>
                </a:lnTo>
                <a:lnTo>
                  <a:pt x="3780" y="170"/>
                </a:lnTo>
                <a:lnTo>
                  <a:pt x="3833" y="156"/>
                </a:lnTo>
                <a:lnTo>
                  <a:pt x="3885" y="156"/>
                </a:lnTo>
                <a:lnTo>
                  <a:pt x="3938" y="142"/>
                </a:lnTo>
                <a:lnTo>
                  <a:pt x="4009" y="142"/>
                </a:lnTo>
                <a:lnTo>
                  <a:pt x="4062" y="128"/>
                </a:lnTo>
                <a:lnTo>
                  <a:pt x="4115" y="128"/>
                </a:lnTo>
                <a:lnTo>
                  <a:pt x="4168" y="128"/>
                </a:lnTo>
                <a:lnTo>
                  <a:pt x="4221" y="128"/>
                </a:lnTo>
                <a:lnTo>
                  <a:pt x="4274" y="128"/>
                </a:lnTo>
                <a:lnTo>
                  <a:pt x="4326" y="128"/>
                </a:lnTo>
                <a:lnTo>
                  <a:pt x="4397" y="114"/>
                </a:lnTo>
                <a:lnTo>
                  <a:pt x="4450" y="100"/>
                </a:lnTo>
                <a:lnTo>
                  <a:pt x="4503" y="70"/>
                </a:lnTo>
                <a:lnTo>
                  <a:pt x="4556" y="56"/>
                </a:lnTo>
                <a:lnTo>
                  <a:pt x="4609" y="42"/>
                </a:lnTo>
                <a:lnTo>
                  <a:pt x="4679" y="28"/>
                </a:lnTo>
                <a:lnTo>
                  <a:pt x="4750" y="56"/>
                </a:lnTo>
                <a:lnTo>
                  <a:pt x="4803" y="100"/>
                </a:lnTo>
                <a:lnTo>
                  <a:pt x="4856" y="128"/>
                </a:lnTo>
                <a:lnTo>
                  <a:pt x="4909" y="142"/>
                </a:lnTo>
                <a:lnTo>
                  <a:pt x="4961" y="170"/>
                </a:lnTo>
                <a:lnTo>
                  <a:pt x="5014" y="170"/>
                </a:lnTo>
                <a:lnTo>
                  <a:pt x="5067" y="170"/>
                </a:lnTo>
                <a:lnTo>
                  <a:pt x="5138" y="156"/>
                </a:lnTo>
                <a:lnTo>
                  <a:pt x="5191" y="142"/>
                </a:lnTo>
                <a:lnTo>
                  <a:pt x="5244" y="114"/>
                </a:lnTo>
                <a:lnTo>
                  <a:pt x="5314" y="85"/>
                </a:lnTo>
                <a:lnTo>
                  <a:pt x="5367" y="70"/>
                </a:lnTo>
                <a:lnTo>
                  <a:pt x="5438" y="42"/>
                </a:lnTo>
                <a:lnTo>
                  <a:pt x="5491" y="42"/>
                </a:lnTo>
                <a:lnTo>
                  <a:pt x="5544" y="42"/>
                </a:lnTo>
                <a:lnTo>
                  <a:pt x="5614" y="28"/>
                </a:lnTo>
                <a:lnTo>
                  <a:pt x="5667" y="14"/>
                </a:lnTo>
                <a:lnTo>
                  <a:pt x="5720" y="14"/>
                </a:lnTo>
                <a:lnTo>
                  <a:pt x="5755" y="56"/>
                </a:lnTo>
                <a:lnTo>
                  <a:pt x="5808" y="85"/>
                </a:lnTo>
                <a:lnTo>
                  <a:pt x="5861" y="114"/>
                </a:lnTo>
                <a:lnTo>
                  <a:pt x="5914" y="156"/>
                </a:lnTo>
                <a:lnTo>
                  <a:pt x="5967" y="185"/>
                </a:lnTo>
                <a:lnTo>
                  <a:pt x="6020" y="199"/>
                </a:lnTo>
                <a:lnTo>
                  <a:pt x="6073" y="199"/>
                </a:lnTo>
                <a:lnTo>
                  <a:pt x="6126" y="170"/>
                </a:lnTo>
                <a:lnTo>
                  <a:pt x="6179" y="142"/>
                </a:lnTo>
                <a:lnTo>
                  <a:pt x="6231" y="114"/>
                </a:lnTo>
                <a:lnTo>
                  <a:pt x="6284" y="100"/>
                </a:lnTo>
                <a:lnTo>
                  <a:pt x="6337" y="85"/>
                </a:lnTo>
                <a:lnTo>
                  <a:pt x="6408" y="70"/>
                </a:lnTo>
                <a:lnTo>
                  <a:pt x="6461" y="70"/>
                </a:lnTo>
                <a:lnTo>
                  <a:pt x="6514" y="70"/>
                </a:lnTo>
                <a:lnTo>
                  <a:pt x="6567" y="56"/>
                </a:lnTo>
                <a:lnTo>
                  <a:pt x="6619" y="56"/>
                </a:lnTo>
                <a:lnTo>
                  <a:pt x="6672" y="28"/>
                </a:lnTo>
                <a:lnTo>
                  <a:pt x="6743" y="42"/>
                </a:lnTo>
                <a:lnTo>
                  <a:pt x="6831" y="85"/>
                </a:lnTo>
                <a:lnTo>
                  <a:pt x="6884" y="100"/>
                </a:lnTo>
                <a:lnTo>
                  <a:pt x="6955" y="142"/>
                </a:lnTo>
                <a:lnTo>
                  <a:pt x="7008" y="156"/>
                </a:lnTo>
                <a:lnTo>
                  <a:pt x="7060" y="185"/>
                </a:lnTo>
                <a:lnTo>
                  <a:pt x="7113" y="213"/>
                </a:lnTo>
                <a:lnTo>
                  <a:pt x="7166" y="213"/>
                </a:lnTo>
                <a:lnTo>
                  <a:pt x="7219" y="199"/>
                </a:lnTo>
                <a:lnTo>
                  <a:pt x="7290" y="170"/>
                </a:lnTo>
                <a:lnTo>
                  <a:pt x="7343" y="128"/>
                </a:lnTo>
                <a:lnTo>
                  <a:pt x="7397" y="114"/>
                </a:lnTo>
                <a:lnTo>
                  <a:pt x="7450" y="100"/>
                </a:lnTo>
                <a:lnTo>
                  <a:pt x="7502" y="85"/>
                </a:lnTo>
                <a:lnTo>
                  <a:pt x="7573" y="70"/>
                </a:lnTo>
                <a:lnTo>
                  <a:pt x="7626" y="56"/>
                </a:lnTo>
                <a:lnTo>
                  <a:pt x="7679" y="42"/>
                </a:lnTo>
                <a:lnTo>
                  <a:pt x="7732" y="28"/>
                </a:lnTo>
                <a:lnTo>
                  <a:pt x="7785" y="28"/>
                </a:lnTo>
                <a:lnTo>
                  <a:pt x="7838" y="42"/>
                </a:lnTo>
                <a:lnTo>
                  <a:pt x="7926" y="70"/>
                </a:lnTo>
                <a:lnTo>
                  <a:pt x="7979" y="100"/>
                </a:lnTo>
                <a:lnTo>
                  <a:pt x="8032" y="114"/>
                </a:lnTo>
                <a:lnTo>
                  <a:pt x="8085" y="128"/>
                </a:lnTo>
                <a:lnTo>
                  <a:pt x="8137" y="142"/>
                </a:lnTo>
                <a:lnTo>
                  <a:pt x="8190" y="142"/>
                </a:lnTo>
                <a:lnTo>
                  <a:pt x="8243" y="114"/>
                </a:lnTo>
                <a:lnTo>
                  <a:pt x="8296" y="100"/>
                </a:lnTo>
                <a:lnTo>
                  <a:pt x="8349" y="70"/>
                </a:lnTo>
                <a:lnTo>
                  <a:pt x="8402" y="42"/>
                </a:lnTo>
                <a:lnTo>
                  <a:pt x="8455" y="28"/>
                </a:lnTo>
                <a:lnTo>
                  <a:pt x="8525" y="14"/>
                </a:lnTo>
                <a:lnTo>
                  <a:pt x="8578" y="0"/>
                </a:lnTo>
                <a:lnTo>
                  <a:pt x="8631" y="0"/>
                </a:lnTo>
                <a:lnTo>
                  <a:pt x="8702" y="0"/>
                </a:lnTo>
                <a:lnTo>
                  <a:pt x="8755" y="14"/>
                </a:lnTo>
                <a:lnTo>
                  <a:pt x="8825" y="28"/>
                </a:lnTo>
                <a:lnTo>
                  <a:pt x="8878" y="42"/>
                </a:lnTo>
                <a:lnTo>
                  <a:pt x="8931" y="70"/>
                </a:lnTo>
                <a:lnTo>
                  <a:pt x="8984" y="85"/>
                </a:lnTo>
                <a:lnTo>
                  <a:pt x="9055" y="100"/>
                </a:lnTo>
                <a:lnTo>
                  <a:pt x="9108" y="128"/>
                </a:lnTo>
                <a:lnTo>
                  <a:pt x="9160" y="128"/>
                </a:lnTo>
                <a:lnTo>
                  <a:pt x="9196" y="85"/>
                </a:lnTo>
                <a:lnTo>
                  <a:pt x="9249" y="56"/>
                </a:lnTo>
                <a:lnTo>
                  <a:pt x="9302" y="56"/>
                </a:lnTo>
                <a:lnTo>
                  <a:pt x="9355" y="70"/>
                </a:lnTo>
                <a:lnTo>
                  <a:pt x="9425" y="100"/>
                </a:lnTo>
                <a:lnTo>
                  <a:pt x="9478" y="128"/>
                </a:lnTo>
                <a:lnTo>
                  <a:pt x="9531" y="142"/>
                </a:lnTo>
                <a:lnTo>
                  <a:pt x="9566" y="185"/>
                </a:lnTo>
                <a:lnTo>
                  <a:pt x="9619" y="199"/>
                </a:lnTo>
                <a:lnTo>
                  <a:pt x="9672" y="213"/>
                </a:lnTo>
                <a:lnTo>
                  <a:pt x="9725" y="242"/>
                </a:lnTo>
                <a:lnTo>
                  <a:pt x="9778" y="242"/>
                </a:lnTo>
                <a:lnTo>
                  <a:pt x="9813" y="270"/>
                </a:lnTo>
                <a:lnTo>
                  <a:pt x="9791" y="263"/>
                </a:lnTo>
                <a:lnTo>
                  <a:pt x="0" y="278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Michael Coughlan</dc:creator>
  <dc:description/>
  <dc:language>en-US</dc:language>
  <cp:lastModifiedBy>Michael Coughlan</cp:lastModifiedBy>
  <cp:revision>0</cp:revision>
  <dc:subject/>
  <dc:title>No Slide Title</dc:title>
</cp:coreProperties>
</file>