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64" r:id="rId3"/>
    <p:sldId id="265" r:id="rId4"/>
    <p:sldId id="266" r:id="rId5"/>
  </p:sldIdLst>
  <p:sldSz cx="4762500" cy="304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60">
          <p15:clr>
            <a:srgbClr val="A4A3A4"/>
          </p15:clr>
        </p15:guide>
        <p15:guide id="2" pos="150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960">
          <p15:clr>
            <a:srgbClr val="A4A3A4"/>
          </p15:clr>
        </p15:guide>
        <p15:guide id="2" pos="15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336600"/>
    <a:srgbClr val="FFFF00"/>
    <a:srgbClr val="9900CC"/>
    <a:srgbClr val="009900"/>
    <a:srgbClr val="006633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47" d="100"/>
          <a:sy n="247" d="100"/>
        </p:scale>
        <p:origin x="198" y="468"/>
      </p:cViewPr>
      <p:guideLst>
        <p:guide orient="horz" pos="960"/>
        <p:guide pos="150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0" d="100"/>
          <a:sy n="70" d="100"/>
        </p:scale>
        <p:origin x="-1704" y="-78"/>
      </p:cViewPr>
      <p:guideLst>
        <p:guide orient="horz" pos="960"/>
        <p:guide pos="15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E062BD2-3F1C-DDCE-3D7E-16FB1FC2CA1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i="1"/>
            </a:lvl1pPr>
          </a:lstStyle>
          <a:p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3DA20D0-C4A4-91C5-BFF9-407095F9CB6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i="1"/>
            </a:lvl1pPr>
          </a:lstStyle>
          <a:p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860440E7-4FED-BB7F-5457-0C526E94A44C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757238" y="692150"/>
            <a:ext cx="5343525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758DEF96-F814-4307-3084-708AE6FF70D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685EF258-A79D-D8E2-D343-20ADC8BB56F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i="1"/>
            </a:lvl1pPr>
          </a:lstStyle>
          <a:p>
            <a:endParaRPr lang="en-US" alt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0D0CBEBD-8785-74DA-7323-BD77D0AEC8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/>
            </a:lvl1pPr>
          </a:lstStyle>
          <a:p>
            <a:fld id="{BCDF46F0-2F16-4E93-B293-C17A56A7C1F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205BB-A7A6-B3F2-BF83-F775755048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313" y="498475"/>
            <a:ext cx="3571875" cy="1062038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AB74E0-A5A2-7C1B-4372-A503C49123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5313" y="1600200"/>
            <a:ext cx="3571875" cy="736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32336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AE111-CA2B-B35F-3853-0314F047F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161925"/>
            <a:ext cx="4108450" cy="5889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3F5F3-5C8F-C210-E3CF-617015838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25" y="811213"/>
            <a:ext cx="4108450" cy="1933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5799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FDC67-DC61-DDC7-3523-E121BAA2A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760413"/>
            <a:ext cx="4106862" cy="126682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F7F68-9D75-BE9B-AB61-56767A8A0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5438" y="2039938"/>
            <a:ext cx="4106862" cy="666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5863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5C461-B3E7-E435-E6E4-9B15A57DB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161925"/>
            <a:ext cx="4108450" cy="5889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F8897-DBD1-C917-9AA8-00D0747C9A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7025" y="811213"/>
            <a:ext cx="1978025" cy="1933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19F43B-0BE1-9691-D56E-8785C0CA5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57450" y="811213"/>
            <a:ext cx="1978025" cy="1933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9391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55B5D-644D-F892-FF75-AFD6E71EF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161925"/>
            <a:ext cx="4106862" cy="5889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B7ECD-B9D8-0585-0A61-F53C40BB0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8613" y="747713"/>
            <a:ext cx="2014537" cy="365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191E09-0663-8149-C1FD-828F00999A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8613" y="1112838"/>
            <a:ext cx="2014537" cy="16383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BFDA25-3BCF-8E52-4CFC-97A017C9C0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411413" y="747713"/>
            <a:ext cx="2024062" cy="365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E17124-7C87-280D-8D11-5271C3F16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411413" y="1112838"/>
            <a:ext cx="2024062" cy="16383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4115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C827-5851-CB4F-453E-0CD060784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161925"/>
            <a:ext cx="4108450" cy="5889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4749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3866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D3CA6-0BFD-84B0-263C-B24D9E04E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03200"/>
            <a:ext cx="1535112" cy="711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45BEB-7D64-2719-FAD0-3EFF01B33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4063" y="438150"/>
            <a:ext cx="2411412" cy="216693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DEE28D-A35C-C07A-D978-34C2113970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8613" y="914400"/>
            <a:ext cx="1535112" cy="1693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5468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0C7C0-2FCC-8383-C664-F5B24B50A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03200"/>
            <a:ext cx="1535112" cy="711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980564-474D-252A-214A-87040D77E8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024063" y="438150"/>
            <a:ext cx="2411412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262D2-E607-A2D9-7577-3338E9640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8613" y="914400"/>
            <a:ext cx="1535112" cy="1693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8031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C3CBA-B39A-FB64-80CA-2B70B4C6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161925"/>
            <a:ext cx="4108450" cy="5889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A8197D-9F68-8441-F40D-A29D98564A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27025" y="811213"/>
            <a:ext cx="4108450" cy="19335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23970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B259FF-3208-1EE5-6588-87720B4A6A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408363" y="161925"/>
            <a:ext cx="1027112" cy="2582863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096C67-DE93-F0AC-A2C0-96118AB08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27025" y="161925"/>
            <a:ext cx="2928938" cy="25828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70527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107197F-10F5-5CC2-C3CA-5C3EFE88E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" y="15875"/>
            <a:ext cx="4733925" cy="30194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6973C3D-8115-C08B-5B7B-769095253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127000"/>
            <a:ext cx="4349750" cy="137795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152400" tIns="38100" rIns="152400" bIns="38100"/>
          <a:lstStyle>
            <a:lvl1pPr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RussianPay PIC $$$,$$$,$$9.99.</a:t>
            </a:r>
          </a:p>
          <a:p>
            <a:pPr>
              <a:lnSpc>
                <a:spcPct val="90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MOVE 12345.67 TO RussianPay.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INSPECT RussianPay REPLACING ALL </a:t>
            </a:r>
            <a:r>
              <a:rPr lang="en-US" altLang="en-US" sz="1200" b="1">
                <a:latin typeface="Courier New" panose="02070309020205020404" pitchFamily="49" charset="0"/>
              </a:rPr>
              <a:t>"</a:t>
            </a:r>
            <a:r>
              <a:rPr lang="en-US" altLang="en-US" sz="12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$</a:t>
            </a:r>
            <a:r>
              <a:rPr lang="en-US" altLang="en-US" sz="1200" b="1">
                <a:effectLst>
                  <a:outerShdw blurRad="38100" dist="38100" dir="2700000" algn="tl">
                    <a:srgbClr val="FFFFFF"/>
                  </a:outerShdw>
                </a:effectLst>
                <a:latin typeface="Courier New" panose="02070309020205020404" pitchFamily="49" charset="0"/>
              </a:rPr>
              <a:t>"</a:t>
            </a: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BY  "</a:t>
            </a:r>
            <a:r>
              <a:rPr lang="en-US" altLang="en-US" sz="1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R</a:t>
            </a: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".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DISPLAY RussianPay " roubles".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EBECB632-F697-A0AB-1884-36558DB50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" y="2163763"/>
            <a:ext cx="1549400" cy="3651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r"/>
            <a:r>
              <a:rPr lang="en-US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          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B436DBB-4BA4-C46F-5B7D-C56A8455F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3" y="1900238"/>
            <a:ext cx="1192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400" b="1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RussianPay</a:t>
            </a:r>
          </a:p>
        </p:txBody>
      </p:sp>
      <p:sp useBgFill="1">
        <p:nvSpPr>
          <p:cNvPr id="3077" name="Freeform 5">
            <a:extLst>
              <a:ext uri="{FF2B5EF4-FFF2-40B4-BE49-F238E27FC236}">
                <a16:creationId xmlns:a16="http://schemas.microsoft.com/office/drawing/2014/main" id="{8DD04980-E2FF-6CA7-1592-C2DAA4E2593A}"/>
              </a:ext>
            </a:extLst>
          </p:cNvPr>
          <p:cNvSpPr>
            <a:spLocks/>
          </p:cNvSpPr>
          <p:nvPr/>
        </p:nvSpPr>
        <p:spPr bwMode="auto">
          <a:xfrm>
            <a:off x="114300" y="377825"/>
            <a:ext cx="4478338" cy="652463"/>
          </a:xfrm>
          <a:custGeom>
            <a:avLst/>
            <a:gdLst>
              <a:gd name="T0" fmla="*/ 90 w 2821"/>
              <a:gd name="T1" fmla="*/ 28 h 411"/>
              <a:gd name="T2" fmla="*/ 181 w 2821"/>
              <a:gd name="T3" fmla="*/ 14 h 411"/>
              <a:gd name="T4" fmla="*/ 263 w 2821"/>
              <a:gd name="T5" fmla="*/ 57 h 411"/>
              <a:gd name="T6" fmla="*/ 345 w 2821"/>
              <a:gd name="T7" fmla="*/ 61 h 411"/>
              <a:gd name="T8" fmla="*/ 440 w 2821"/>
              <a:gd name="T9" fmla="*/ 61 h 411"/>
              <a:gd name="T10" fmla="*/ 526 w 2821"/>
              <a:gd name="T11" fmla="*/ 85 h 411"/>
              <a:gd name="T12" fmla="*/ 621 w 2821"/>
              <a:gd name="T13" fmla="*/ 85 h 411"/>
              <a:gd name="T14" fmla="*/ 729 w 2821"/>
              <a:gd name="T15" fmla="*/ 81 h 411"/>
              <a:gd name="T16" fmla="*/ 816 w 2821"/>
              <a:gd name="T17" fmla="*/ 90 h 411"/>
              <a:gd name="T18" fmla="*/ 915 w 2821"/>
              <a:gd name="T19" fmla="*/ 85 h 411"/>
              <a:gd name="T20" fmla="*/ 1010 w 2821"/>
              <a:gd name="T21" fmla="*/ 100 h 411"/>
              <a:gd name="T22" fmla="*/ 1114 w 2821"/>
              <a:gd name="T23" fmla="*/ 109 h 411"/>
              <a:gd name="T24" fmla="*/ 1256 w 2821"/>
              <a:gd name="T25" fmla="*/ 109 h 411"/>
              <a:gd name="T26" fmla="*/ 1420 w 2821"/>
              <a:gd name="T27" fmla="*/ 71 h 411"/>
              <a:gd name="T28" fmla="*/ 1494 w 2821"/>
              <a:gd name="T29" fmla="*/ 100 h 411"/>
              <a:gd name="T30" fmla="*/ 1576 w 2821"/>
              <a:gd name="T31" fmla="*/ 114 h 411"/>
              <a:gd name="T32" fmla="*/ 1662 w 2821"/>
              <a:gd name="T33" fmla="*/ 104 h 411"/>
              <a:gd name="T34" fmla="*/ 1744 w 2821"/>
              <a:gd name="T35" fmla="*/ 114 h 411"/>
              <a:gd name="T36" fmla="*/ 1835 w 2821"/>
              <a:gd name="T37" fmla="*/ 114 h 411"/>
              <a:gd name="T38" fmla="*/ 1926 w 2821"/>
              <a:gd name="T39" fmla="*/ 100 h 411"/>
              <a:gd name="T40" fmla="*/ 2047 w 2821"/>
              <a:gd name="T41" fmla="*/ 95 h 411"/>
              <a:gd name="T42" fmla="*/ 2137 w 2821"/>
              <a:gd name="T43" fmla="*/ 52 h 411"/>
              <a:gd name="T44" fmla="*/ 2237 w 2821"/>
              <a:gd name="T45" fmla="*/ 76 h 411"/>
              <a:gd name="T46" fmla="*/ 2323 w 2821"/>
              <a:gd name="T47" fmla="*/ 66 h 411"/>
              <a:gd name="T48" fmla="*/ 2409 w 2821"/>
              <a:gd name="T49" fmla="*/ 76 h 411"/>
              <a:gd name="T50" fmla="*/ 2513 w 2821"/>
              <a:gd name="T51" fmla="*/ 61 h 411"/>
              <a:gd name="T52" fmla="*/ 2604 w 2821"/>
              <a:gd name="T53" fmla="*/ 33 h 411"/>
              <a:gd name="T54" fmla="*/ 2724 w 2821"/>
              <a:gd name="T55" fmla="*/ 23 h 411"/>
              <a:gd name="T56" fmla="*/ 2820 w 2821"/>
              <a:gd name="T57" fmla="*/ 5 h 411"/>
              <a:gd name="T58" fmla="*/ 2742 w 2821"/>
              <a:gd name="T59" fmla="*/ 333 h 411"/>
              <a:gd name="T60" fmla="*/ 2664 w 2821"/>
              <a:gd name="T61" fmla="*/ 333 h 411"/>
              <a:gd name="T62" fmla="*/ 2595 w 2821"/>
              <a:gd name="T63" fmla="*/ 262 h 411"/>
              <a:gd name="T64" fmla="*/ 2547 w 2821"/>
              <a:gd name="T65" fmla="*/ 195 h 411"/>
              <a:gd name="T66" fmla="*/ 2478 w 2821"/>
              <a:gd name="T67" fmla="*/ 143 h 411"/>
              <a:gd name="T68" fmla="*/ 2396 w 2821"/>
              <a:gd name="T69" fmla="*/ 128 h 411"/>
              <a:gd name="T70" fmla="*/ 2327 w 2821"/>
              <a:gd name="T71" fmla="*/ 123 h 411"/>
              <a:gd name="T72" fmla="*/ 2284 w 2821"/>
              <a:gd name="T73" fmla="*/ 247 h 411"/>
              <a:gd name="T74" fmla="*/ 2103 w 2821"/>
              <a:gd name="T75" fmla="*/ 128 h 411"/>
              <a:gd name="T76" fmla="*/ 2025 w 2821"/>
              <a:gd name="T77" fmla="*/ 147 h 411"/>
              <a:gd name="T78" fmla="*/ 1947 w 2821"/>
              <a:gd name="T79" fmla="*/ 143 h 411"/>
              <a:gd name="T80" fmla="*/ 1861 w 2821"/>
              <a:gd name="T81" fmla="*/ 157 h 411"/>
              <a:gd name="T82" fmla="*/ 1774 w 2821"/>
              <a:gd name="T83" fmla="*/ 147 h 411"/>
              <a:gd name="T84" fmla="*/ 1697 w 2821"/>
              <a:gd name="T85" fmla="*/ 157 h 411"/>
              <a:gd name="T86" fmla="*/ 1606 w 2821"/>
              <a:gd name="T87" fmla="*/ 152 h 411"/>
              <a:gd name="T88" fmla="*/ 1507 w 2821"/>
              <a:gd name="T89" fmla="*/ 162 h 411"/>
              <a:gd name="T90" fmla="*/ 1429 w 2821"/>
              <a:gd name="T91" fmla="*/ 157 h 411"/>
              <a:gd name="T92" fmla="*/ 1360 w 2821"/>
              <a:gd name="T93" fmla="*/ 152 h 411"/>
              <a:gd name="T94" fmla="*/ 1278 w 2821"/>
              <a:gd name="T95" fmla="*/ 166 h 411"/>
              <a:gd name="T96" fmla="*/ 1196 w 2821"/>
              <a:gd name="T97" fmla="*/ 152 h 411"/>
              <a:gd name="T98" fmla="*/ 1105 w 2821"/>
              <a:gd name="T99" fmla="*/ 157 h 411"/>
              <a:gd name="T100" fmla="*/ 1023 w 2821"/>
              <a:gd name="T101" fmla="*/ 152 h 411"/>
              <a:gd name="T102" fmla="*/ 941 w 2821"/>
              <a:gd name="T103" fmla="*/ 138 h 411"/>
              <a:gd name="T104" fmla="*/ 859 w 2821"/>
              <a:gd name="T105" fmla="*/ 104 h 411"/>
              <a:gd name="T106" fmla="*/ 781 w 2821"/>
              <a:gd name="T107" fmla="*/ 128 h 411"/>
              <a:gd name="T108" fmla="*/ 695 w 2821"/>
              <a:gd name="T109" fmla="*/ 104 h 411"/>
              <a:gd name="T110" fmla="*/ 617 w 2821"/>
              <a:gd name="T111" fmla="*/ 128 h 411"/>
              <a:gd name="T112" fmla="*/ 535 w 2821"/>
              <a:gd name="T113" fmla="*/ 123 h 411"/>
              <a:gd name="T114" fmla="*/ 453 w 2821"/>
              <a:gd name="T115" fmla="*/ 138 h 411"/>
              <a:gd name="T116" fmla="*/ 375 w 2821"/>
              <a:gd name="T117" fmla="*/ 128 h 411"/>
              <a:gd name="T118" fmla="*/ 289 w 2821"/>
              <a:gd name="T119" fmla="*/ 152 h 411"/>
              <a:gd name="T120" fmla="*/ 211 w 2821"/>
              <a:gd name="T121" fmla="*/ 143 h 411"/>
              <a:gd name="T122" fmla="*/ 125 w 2821"/>
              <a:gd name="T123" fmla="*/ 143 h 411"/>
              <a:gd name="T124" fmla="*/ 47 w 2821"/>
              <a:gd name="T125" fmla="*/ 162 h 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821" h="411">
                <a:moveTo>
                  <a:pt x="0" y="37"/>
                </a:moveTo>
                <a:lnTo>
                  <a:pt x="25" y="28"/>
                </a:lnTo>
                <a:lnTo>
                  <a:pt x="47" y="33"/>
                </a:lnTo>
                <a:lnTo>
                  <a:pt x="60" y="33"/>
                </a:lnTo>
                <a:lnTo>
                  <a:pt x="77" y="33"/>
                </a:lnTo>
                <a:lnTo>
                  <a:pt x="90" y="28"/>
                </a:lnTo>
                <a:lnTo>
                  <a:pt x="103" y="23"/>
                </a:lnTo>
                <a:lnTo>
                  <a:pt x="121" y="23"/>
                </a:lnTo>
                <a:lnTo>
                  <a:pt x="138" y="14"/>
                </a:lnTo>
                <a:lnTo>
                  <a:pt x="151" y="14"/>
                </a:lnTo>
                <a:lnTo>
                  <a:pt x="164" y="14"/>
                </a:lnTo>
                <a:lnTo>
                  <a:pt x="181" y="14"/>
                </a:lnTo>
                <a:lnTo>
                  <a:pt x="194" y="14"/>
                </a:lnTo>
                <a:lnTo>
                  <a:pt x="207" y="23"/>
                </a:lnTo>
                <a:lnTo>
                  <a:pt x="224" y="28"/>
                </a:lnTo>
                <a:lnTo>
                  <a:pt x="233" y="42"/>
                </a:lnTo>
                <a:lnTo>
                  <a:pt x="250" y="47"/>
                </a:lnTo>
                <a:lnTo>
                  <a:pt x="263" y="57"/>
                </a:lnTo>
                <a:lnTo>
                  <a:pt x="276" y="61"/>
                </a:lnTo>
                <a:lnTo>
                  <a:pt x="293" y="61"/>
                </a:lnTo>
                <a:lnTo>
                  <a:pt x="306" y="61"/>
                </a:lnTo>
                <a:lnTo>
                  <a:pt x="319" y="61"/>
                </a:lnTo>
                <a:lnTo>
                  <a:pt x="332" y="61"/>
                </a:lnTo>
                <a:lnTo>
                  <a:pt x="345" y="61"/>
                </a:lnTo>
                <a:lnTo>
                  <a:pt x="358" y="61"/>
                </a:lnTo>
                <a:lnTo>
                  <a:pt x="371" y="57"/>
                </a:lnTo>
                <a:lnTo>
                  <a:pt x="384" y="57"/>
                </a:lnTo>
                <a:lnTo>
                  <a:pt x="405" y="57"/>
                </a:lnTo>
                <a:lnTo>
                  <a:pt x="423" y="61"/>
                </a:lnTo>
                <a:lnTo>
                  <a:pt x="440" y="61"/>
                </a:lnTo>
                <a:lnTo>
                  <a:pt x="457" y="66"/>
                </a:lnTo>
                <a:lnTo>
                  <a:pt x="470" y="71"/>
                </a:lnTo>
                <a:lnTo>
                  <a:pt x="483" y="76"/>
                </a:lnTo>
                <a:lnTo>
                  <a:pt x="496" y="81"/>
                </a:lnTo>
                <a:lnTo>
                  <a:pt x="509" y="81"/>
                </a:lnTo>
                <a:lnTo>
                  <a:pt x="526" y="85"/>
                </a:lnTo>
                <a:lnTo>
                  <a:pt x="539" y="85"/>
                </a:lnTo>
                <a:lnTo>
                  <a:pt x="561" y="85"/>
                </a:lnTo>
                <a:lnTo>
                  <a:pt x="578" y="85"/>
                </a:lnTo>
                <a:lnTo>
                  <a:pt x="595" y="85"/>
                </a:lnTo>
                <a:lnTo>
                  <a:pt x="608" y="85"/>
                </a:lnTo>
                <a:lnTo>
                  <a:pt x="621" y="85"/>
                </a:lnTo>
                <a:lnTo>
                  <a:pt x="643" y="85"/>
                </a:lnTo>
                <a:lnTo>
                  <a:pt x="665" y="81"/>
                </a:lnTo>
                <a:lnTo>
                  <a:pt x="682" y="81"/>
                </a:lnTo>
                <a:lnTo>
                  <a:pt x="699" y="81"/>
                </a:lnTo>
                <a:lnTo>
                  <a:pt x="716" y="81"/>
                </a:lnTo>
                <a:lnTo>
                  <a:pt x="729" y="81"/>
                </a:lnTo>
                <a:lnTo>
                  <a:pt x="742" y="81"/>
                </a:lnTo>
                <a:lnTo>
                  <a:pt x="755" y="81"/>
                </a:lnTo>
                <a:lnTo>
                  <a:pt x="768" y="85"/>
                </a:lnTo>
                <a:lnTo>
                  <a:pt x="781" y="85"/>
                </a:lnTo>
                <a:lnTo>
                  <a:pt x="803" y="90"/>
                </a:lnTo>
                <a:lnTo>
                  <a:pt x="816" y="90"/>
                </a:lnTo>
                <a:lnTo>
                  <a:pt x="833" y="85"/>
                </a:lnTo>
                <a:lnTo>
                  <a:pt x="855" y="85"/>
                </a:lnTo>
                <a:lnTo>
                  <a:pt x="872" y="85"/>
                </a:lnTo>
                <a:lnTo>
                  <a:pt x="889" y="85"/>
                </a:lnTo>
                <a:lnTo>
                  <a:pt x="902" y="85"/>
                </a:lnTo>
                <a:lnTo>
                  <a:pt x="915" y="85"/>
                </a:lnTo>
                <a:lnTo>
                  <a:pt x="928" y="85"/>
                </a:lnTo>
                <a:lnTo>
                  <a:pt x="941" y="85"/>
                </a:lnTo>
                <a:lnTo>
                  <a:pt x="958" y="90"/>
                </a:lnTo>
                <a:lnTo>
                  <a:pt x="976" y="90"/>
                </a:lnTo>
                <a:lnTo>
                  <a:pt x="993" y="95"/>
                </a:lnTo>
                <a:lnTo>
                  <a:pt x="1010" y="100"/>
                </a:lnTo>
                <a:lnTo>
                  <a:pt x="1027" y="100"/>
                </a:lnTo>
                <a:lnTo>
                  <a:pt x="1040" y="100"/>
                </a:lnTo>
                <a:lnTo>
                  <a:pt x="1062" y="104"/>
                </a:lnTo>
                <a:lnTo>
                  <a:pt x="1088" y="109"/>
                </a:lnTo>
                <a:lnTo>
                  <a:pt x="1100" y="109"/>
                </a:lnTo>
                <a:lnTo>
                  <a:pt x="1114" y="109"/>
                </a:lnTo>
                <a:lnTo>
                  <a:pt x="1131" y="109"/>
                </a:lnTo>
                <a:lnTo>
                  <a:pt x="1144" y="109"/>
                </a:lnTo>
                <a:lnTo>
                  <a:pt x="1157" y="109"/>
                </a:lnTo>
                <a:lnTo>
                  <a:pt x="1170" y="109"/>
                </a:lnTo>
                <a:lnTo>
                  <a:pt x="1213" y="109"/>
                </a:lnTo>
                <a:lnTo>
                  <a:pt x="1256" y="109"/>
                </a:lnTo>
                <a:lnTo>
                  <a:pt x="1299" y="109"/>
                </a:lnTo>
                <a:lnTo>
                  <a:pt x="1317" y="109"/>
                </a:lnTo>
                <a:lnTo>
                  <a:pt x="1334" y="109"/>
                </a:lnTo>
                <a:lnTo>
                  <a:pt x="1351" y="109"/>
                </a:lnTo>
                <a:lnTo>
                  <a:pt x="1364" y="104"/>
                </a:lnTo>
                <a:lnTo>
                  <a:pt x="1420" y="71"/>
                </a:lnTo>
                <a:lnTo>
                  <a:pt x="1429" y="85"/>
                </a:lnTo>
                <a:lnTo>
                  <a:pt x="1437" y="104"/>
                </a:lnTo>
                <a:lnTo>
                  <a:pt x="1455" y="109"/>
                </a:lnTo>
                <a:lnTo>
                  <a:pt x="1468" y="104"/>
                </a:lnTo>
                <a:lnTo>
                  <a:pt x="1481" y="104"/>
                </a:lnTo>
                <a:lnTo>
                  <a:pt x="1494" y="100"/>
                </a:lnTo>
                <a:lnTo>
                  <a:pt x="1507" y="104"/>
                </a:lnTo>
                <a:lnTo>
                  <a:pt x="1524" y="109"/>
                </a:lnTo>
                <a:lnTo>
                  <a:pt x="1537" y="109"/>
                </a:lnTo>
                <a:lnTo>
                  <a:pt x="1550" y="114"/>
                </a:lnTo>
                <a:lnTo>
                  <a:pt x="1563" y="114"/>
                </a:lnTo>
                <a:lnTo>
                  <a:pt x="1576" y="114"/>
                </a:lnTo>
                <a:lnTo>
                  <a:pt x="1589" y="114"/>
                </a:lnTo>
                <a:lnTo>
                  <a:pt x="1602" y="114"/>
                </a:lnTo>
                <a:lnTo>
                  <a:pt x="1614" y="109"/>
                </a:lnTo>
                <a:lnTo>
                  <a:pt x="1627" y="109"/>
                </a:lnTo>
                <a:lnTo>
                  <a:pt x="1645" y="109"/>
                </a:lnTo>
                <a:lnTo>
                  <a:pt x="1662" y="104"/>
                </a:lnTo>
                <a:lnTo>
                  <a:pt x="1675" y="100"/>
                </a:lnTo>
                <a:lnTo>
                  <a:pt x="1688" y="100"/>
                </a:lnTo>
                <a:lnTo>
                  <a:pt x="1705" y="100"/>
                </a:lnTo>
                <a:lnTo>
                  <a:pt x="1719" y="95"/>
                </a:lnTo>
                <a:lnTo>
                  <a:pt x="1731" y="100"/>
                </a:lnTo>
                <a:lnTo>
                  <a:pt x="1744" y="114"/>
                </a:lnTo>
                <a:lnTo>
                  <a:pt x="1757" y="119"/>
                </a:lnTo>
                <a:lnTo>
                  <a:pt x="1774" y="119"/>
                </a:lnTo>
                <a:lnTo>
                  <a:pt x="1787" y="119"/>
                </a:lnTo>
                <a:lnTo>
                  <a:pt x="1800" y="119"/>
                </a:lnTo>
                <a:lnTo>
                  <a:pt x="1817" y="119"/>
                </a:lnTo>
                <a:lnTo>
                  <a:pt x="1835" y="114"/>
                </a:lnTo>
                <a:lnTo>
                  <a:pt x="1852" y="109"/>
                </a:lnTo>
                <a:lnTo>
                  <a:pt x="1870" y="109"/>
                </a:lnTo>
                <a:lnTo>
                  <a:pt x="1883" y="104"/>
                </a:lnTo>
                <a:lnTo>
                  <a:pt x="1900" y="104"/>
                </a:lnTo>
                <a:lnTo>
                  <a:pt x="1913" y="100"/>
                </a:lnTo>
                <a:lnTo>
                  <a:pt x="1926" y="100"/>
                </a:lnTo>
                <a:lnTo>
                  <a:pt x="1939" y="100"/>
                </a:lnTo>
                <a:lnTo>
                  <a:pt x="1990" y="100"/>
                </a:lnTo>
                <a:lnTo>
                  <a:pt x="2003" y="100"/>
                </a:lnTo>
                <a:lnTo>
                  <a:pt x="2021" y="100"/>
                </a:lnTo>
                <a:lnTo>
                  <a:pt x="2034" y="100"/>
                </a:lnTo>
                <a:lnTo>
                  <a:pt x="2047" y="95"/>
                </a:lnTo>
                <a:lnTo>
                  <a:pt x="2064" y="85"/>
                </a:lnTo>
                <a:lnTo>
                  <a:pt x="2086" y="81"/>
                </a:lnTo>
                <a:lnTo>
                  <a:pt x="2098" y="76"/>
                </a:lnTo>
                <a:lnTo>
                  <a:pt x="2111" y="66"/>
                </a:lnTo>
                <a:lnTo>
                  <a:pt x="2124" y="61"/>
                </a:lnTo>
                <a:lnTo>
                  <a:pt x="2137" y="52"/>
                </a:lnTo>
                <a:lnTo>
                  <a:pt x="2150" y="52"/>
                </a:lnTo>
                <a:lnTo>
                  <a:pt x="2163" y="57"/>
                </a:lnTo>
                <a:lnTo>
                  <a:pt x="2185" y="61"/>
                </a:lnTo>
                <a:lnTo>
                  <a:pt x="2198" y="61"/>
                </a:lnTo>
                <a:lnTo>
                  <a:pt x="2219" y="71"/>
                </a:lnTo>
                <a:lnTo>
                  <a:pt x="2237" y="76"/>
                </a:lnTo>
                <a:lnTo>
                  <a:pt x="2250" y="76"/>
                </a:lnTo>
                <a:lnTo>
                  <a:pt x="2263" y="76"/>
                </a:lnTo>
                <a:lnTo>
                  <a:pt x="2275" y="71"/>
                </a:lnTo>
                <a:lnTo>
                  <a:pt x="2293" y="71"/>
                </a:lnTo>
                <a:lnTo>
                  <a:pt x="2306" y="66"/>
                </a:lnTo>
                <a:lnTo>
                  <a:pt x="2323" y="66"/>
                </a:lnTo>
                <a:lnTo>
                  <a:pt x="2344" y="66"/>
                </a:lnTo>
                <a:lnTo>
                  <a:pt x="2357" y="66"/>
                </a:lnTo>
                <a:lnTo>
                  <a:pt x="2370" y="71"/>
                </a:lnTo>
                <a:lnTo>
                  <a:pt x="2383" y="71"/>
                </a:lnTo>
                <a:lnTo>
                  <a:pt x="2396" y="76"/>
                </a:lnTo>
                <a:lnTo>
                  <a:pt x="2409" y="76"/>
                </a:lnTo>
                <a:lnTo>
                  <a:pt x="2427" y="76"/>
                </a:lnTo>
                <a:lnTo>
                  <a:pt x="2448" y="71"/>
                </a:lnTo>
                <a:lnTo>
                  <a:pt x="2470" y="71"/>
                </a:lnTo>
                <a:lnTo>
                  <a:pt x="2483" y="71"/>
                </a:lnTo>
                <a:lnTo>
                  <a:pt x="2500" y="66"/>
                </a:lnTo>
                <a:lnTo>
                  <a:pt x="2513" y="61"/>
                </a:lnTo>
                <a:lnTo>
                  <a:pt x="2526" y="52"/>
                </a:lnTo>
                <a:lnTo>
                  <a:pt x="2539" y="47"/>
                </a:lnTo>
                <a:lnTo>
                  <a:pt x="2556" y="42"/>
                </a:lnTo>
                <a:lnTo>
                  <a:pt x="2573" y="42"/>
                </a:lnTo>
                <a:lnTo>
                  <a:pt x="2591" y="38"/>
                </a:lnTo>
                <a:lnTo>
                  <a:pt x="2604" y="33"/>
                </a:lnTo>
                <a:lnTo>
                  <a:pt x="2621" y="28"/>
                </a:lnTo>
                <a:lnTo>
                  <a:pt x="2634" y="23"/>
                </a:lnTo>
                <a:lnTo>
                  <a:pt x="2647" y="19"/>
                </a:lnTo>
                <a:lnTo>
                  <a:pt x="2694" y="0"/>
                </a:lnTo>
                <a:lnTo>
                  <a:pt x="2716" y="9"/>
                </a:lnTo>
                <a:lnTo>
                  <a:pt x="2724" y="23"/>
                </a:lnTo>
                <a:lnTo>
                  <a:pt x="2737" y="28"/>
                </a:lnTo>
                <a:lnTo>
                  <a:pt x="2751" y="28"/>
                </a:lnTo>
                <a:lnTo>
                  <a:pt x="2772" y="23"/>
                </a:lnTo>
                <a:lnTo>
                  <a:pt x="2785" y="19"/>
                </a:lnTo>
                <a:lnTo>
                  <a:pt x="2798" y="9"/>
                </a:lnTo>
                <a:lnTo>
                  <a:pt x="2820" y="5"/>
                </a:lnTo>
                <a:lnTo>
                  <a:pt x="2820" y="410"/>
                </a:lnTo>
                <a:lnTo>
                  <a:pt x="2772" y="386"/>
                </a:lnTo>
                <a:lnTo>
                  <a:pt x="2764" y="371"/>
                </a:lnTo>
                <a:lnTo>
                  <a:pt x="2759" y="357"/>
                </a:lnTo>
                <a:lnTo>
                  <a:pt x="2755" y="343"/>
                </a:lnTo>
                <a:lnTo>
                  <a:pt x="2742" y="333"/>
                </a:lnTo>
                <a:lnTo>
                  <a:pt x="2729" y="333"/>
                </a:lnTo>
                <a:lnTo>
                  <a:pt x="2716" y="348"/>
                </a:lnTo>
                <a:lnTo>
                  <a:pt x="2703" y="333"/>
                </a:lnTo>
                <a:lnTo>
                  <a:pt x="2690" y="338"/>
                </a:lnTo>
                <a:lnTo>
                  <a:pt x="2672" y="348"/>
                </a:lnTo>
                <a:lnTo>
                  <a:pt x="2664" y="333"/>
                </a:lnTo>
                <a:lnTo>
                  <a:pt x="2651" y="328"/>
                </a:lnTo>
                <a:lnTo>
                  <a:pt x="2638" y="319"/>
                </a:lnTo>
                <a:lnTo>
                  <a:pt x="2630" y="305"/>
                </a:lnTo>
                <a:lnTo>
                  <a:pt x="2617" y="290"/>
                </a:lnTo>
                <a:lnTo>
                  <a:pt x="2604" y="276"/>
                </a:lnTo>
                <a:lnTo>
                  <a:pt x="2595" y="262"/>
                </a:lnTo>
                <a:lnTo>
                  <a:pt x="2582" y="271"/>
                </a:lnTo>
                <a:lnTo>
                  <a:pt x="2569" y="262"/>
                </a:lnTo>
                <a:lnTo>
                  <a:pt x="2569" y="247"/>
                </a:lnTo>
                <a:lnTo>
                  <a:pt x="2560" y="228"/>
                </a:lnTo>
                <a:lnTo>
                  <a:pt x="2552" y="209"/>
                </a:lnTo>
                <a:lnTo>
                  <a:pt x="2547" y="195"/>
                </a:lnTo>
                <a:lnTo>
                  <a:pt x="2534" y="185"/>
                </a:lnTo>
                <a:lnTo>
                  <a:pt x="2517" y="195"/>
                </a:lnTo>
                <a:lnTo>
                  <a:pt x="2508" y="176"/>
                </a:lnTo>
                <a:lnTo>
                  <a:pt x="2500" y="162"/>
                </a:lnTo>
                <a:lnTo>
                  <a:pt x="2487" y="157"/>
                </a:lnTo>
                <a:lnTo>
                  <a:pt x="2478" y="143"/>
                </a:lnTo>
                <a:lnTo>
                  <a:pt x="2465" y="143"/>
                </a:lnTo>
                <a:lnTo>
                  <a:pt x="2453" y="143"/>
                </a:lnTo>
                <a:lnTo>
                  <a:pt x="2440" y="138"/>
                </a:lnTo>
                <a:lnTo>
                  <a:pt x="2422" y="128"/>
                </a:lnTo>
                <a:lnTo>
                  <a:pt x="2409" y="128"/>
                </a:lnTo>
                <a:lnTo>
                  <a:pt x="2396" y="128"/>
                </a:lnTo>
                <a:lnTo>
                  <a:pt x="2379" y="123"/>
                </a:lnTo>
                <a:lnTo>
                  <a:pt x="2366" y="119"/>
                </a:lnTo>
                <a:lnTo>
                  <a:pt x="2357" y="104"/>
                </a:lnTo>
                <a:lnTo>
                  <a:pt x="2344" y="104"/>
                </a:lnTo>
                <a:lnTo>
                  <a:pt x="2331" y="109"/>
                </a:lnTo>
                <a:lnTo>
                  <a:pt x="2327" y="123"/>
                </a:lnTo>
                <a:lnTo>
                  <a:pt x="2314" y="138"/>
                </a:lnTo>
                <a:lnTo>
                  <a:pt x="2301" y="143"/>
                </a:lnTo>
                <a:lnTo>
                  <a:pt x="2327" y="276"/>
                </a:lnTo>
                <a:lnTo>
                  <a:pt x="2310" y="271"/>
                </a:lnTo>
                <a:lnTo>
                  <a:pt x="2297" y="262"/>
                </a:lnTo>
                <a:lnTo>
                  <a:pt x="2284" y="247"/>
                </a:lnTo>
                <a:lnTo>
                  <a:pt x="2163" y="157"/>
                </a:lnTo>
                <a:lnTo>
                  <a:pt x="2150" y="147"/>
                </a:lnTo>
                <a:lnTo>
                  <a:pt x="2137" y="138"/>
                </a:lnTo>
                <a:lnTo>
                  <a:pt x="2128" y="123"/>
                </a:lnTo>
                <a:lnTo>
                  <a:pt x="2116" y="119"/>
                </a:lnTo>
                <a:lnTo>
                  <a:pt x="2103" y="128"/>
                </a:lnTo>
                <a:lnTo>
                  <a:pt x="2094" y="143"/>
                </a:lnTo>
                <a:lnTo>
                  <a:pt x="2077" y="157"/>
                </a:lnTo>
                <a:lnTo>
                  <a:pt x="2064" y="162"/>
                </a:lnTo>
                <a:lnTo>
                  <a:pt x="2051" y="162"/>
                </a:lnTo>
                <a:lnTo>
                  <a:pt x="2038" y="152"/>
                </a:lnTo>
                <a:lnTo>
                  <a:pt x="2025" y="147"/>
                </a:lnTo>
                <a:lnTo>
                  <a:pt x="2012" y="157"/>
                </a:lnTo>
                <a:lnTo>
                  <a:pt x="1999" y="143"/>
                </a:lnTo>
                <a:lnTo>
                  <a:pt x="1986" y="147"/>
                </a:lnTo>
                <a:lnTo>
                  <a:pt x="1973" y="157"/>
                </a:lnTo>
                <a:lnTo>
                  <a:pt x="1960" y="147"/>
                </a:lnTo>
                <a:lnTo>
                  <a:pt x="1947" y="143"/>
                </a:lnTo>
                <a:lnTo>
                  <a:pt x="1934" y="143"/>
                </a:lnTo>
                <a:lnTo>
                  <a:pt x="1921" y="147"/>
                </a:lnTo>
                <a:lnTo>
                  <a:pt x="1908" y="147"/>
                </a:lnTo>
                <a:lnTo>
                  <a:pt x="1896" y="143"/>
                </a:lnTo>
                <a:lnTo>
                  <a:pt x="1878" y="147"/>
                </a:lnTo>
                <a:lnTo>
                  <a:pt x="1861" y="157"/>
                </a:lnTo>
                <a:lnTo>
                  <a:pt x="1848" y="157"/>
                </a:lnTo>
                <a:lnTo>
                  <a:pt x="1830" y="162"/>
                </a:lnTo>
                <a:lnTo>
                  <a:pt x="1817" y="162"/>
                </a:lnTo>
                <a:lnTo>
                  <a:pt x="1800" y="152"/>
                </a:lnTo>
                <a:lnTo>
                  <a:pt x="1787" y="147"/>
                </a:lnTo>
                <a:lnTo>
                  <a:pt x="1774" y="147"/>
                </a:lnTo>
                <a:lnTo>
                  <a:pt x="1761" y="157"/>
                </a:lnTo>
                <a:lnTo>
                  <a:pt x="1744" y="171"/>
                </a:lnTo>
                <a:lnTo>
                  <a:pt x="1731" y="181"/>
                </a:lnTo>
                <a:lnTo>
                  <a:pt x="1723" y="166"/>
                </a:lnTo>
                <a:lnTo>
                  <a:pt x="1710" y="157"/>
                </a:lnTo>
                <a:lnTo>
                  <a:pt x="1697" y="157"/>
                </a:lnTo>
                <a:lnTo>
                  <a:pt x="1684" y="162"/>
                </a:lnTo>
                <a:lnTo>
                  <a:pt x="1671" y="166"/>
                </a:lnTo>
                <a:lnTo>
                  <a:pt x="1653" y="166"/>
                </a:lnTo>
                <a:lnTo>
                  <a:pt x="1636" y="162"/>
                </a:lnTo>
                <a:lnTo>
                  <a:pt x="1619" y="157"/>
                </a:lnTo>
                <a:lnTo>
                  <a:pt x="1606" y="152"/>
                </a:lnTo>
                <a:lnTo>
                  <a:pt x="1584" y="157"/>
                </a:lnTo>
                <a:lnTo>
                  <a:pt x="1572" y="162"/>
                </a:lnTo>
                <a:lnTo>
                  <a:pt x="1554" y="166"/>
                </a:lnTo>
                <a:lnTo>
                  <a:pt x="1533" y="176"/>
                </a:lnTo>
                <a:lnTo>
                  <a:pt x="1520" y="171"/>
                </a:lnTo>
                <a:lnTo>
                  <a:pt x="1507" y="162"/>
                </a:lnTo>
                <a:lnTo>
                  <a:pt x="1494" y="152"/>
                </a:lnTo>
                <a:lnTo>
                  <a:pt x="1481" y="157"/>
                </a:lnTo>
                <a:lnTo>
                  <a:pt x="1468" y="157"/>
                </a:lnTo>
                <a:lnTo>
                  <a:pt x="1455" y="157"/>
                </a:lnTo>
                <a:lnTo>
                  <a:pt x="1442" y="157"/>
                </a:lnTo>
                <a:lnTo>
                  <a:pt x="1429" y="157"/>
                </a:lnTo>
                <a:lnTo>
                  <a:pt x="1416" y="157"/>
                </a:lnTo>
                <a:lnTo>
                  <a:pt x="1338" y="276"/>
                </a:lnTo>
                <a:lnTo>
                  <a:pt x="1399" y="147"/>
                </a:lnTo>
                <a:lnTo>
                  <a:pt x="1386" y="147"/>
                </a:lnTo>
                <a:lnTo>
                  <a:pt x="1373" y="147"/>
                </a:lnTo>
                <a:lnTo>
                  <a:pt x="1360" y="152"/>
                </a:lnTo>
                <a:lnTo>
                  <a:pt x="1343" y="152"/>
                </a:lnTo>
                <a:lnTo>
                  <a:pt x="1330" y="152"/>
                </a:lnTo>
                <a:lnTo>
                  <a:pt x="1317" y="157"/>
                </a:lnTo>
                <a:lnTo>
                  <a:pt x="1304" y="166"/>
                </a:lnTo>
                <a:lnTo>
                  <a:pt x="1291" y="166"/>
                </a:lnTo>
                <a:lnTo>
                  <a:pt x="1278" y="166"/>
                </a:lnTo>
                <a:lnTo>
                  <a:pt x="1265" y="166"/>
                </a:lnTo>
                <a:lnTo>
                  <a:pt x="1252" y="166"/>
                </a:lnTo>
                <a:lnTo>
                  <a:pt x="1239" y="157"/>
                </a:lnTo>
                <a:lnTo>
                  <a:pt x="1222" y="152"/>
                </a:lnTo>
                <a:lnTo>
                  <a:pt x="1209" y="152"/>
                </a:lnTo>
                <a:lnTo>
                  <a:pt x="1196" y="152"/>
                </a:lnTo>
                <a:lnTo>
                  <a:pt x="1179" y="157"/>
                </a:lnTo>
                <a:lnTo>
                  <a:pt x="1166" y="157"/>
                </a:lnTo>
                <a:lnTo>
                  <a:pt x="1148" y="157"/>
                </a:lnTo>
                <a:lnTo>
                  <a:pt x="1135" y="162"/>
                </a:lnTo>
                <a:lnTo>
                  <a:pt x="1118" y="162"/>
                </a:lnTo>
                <a:lnTo>
                  <a:pt x="1105" y="157"/>
                </a:lnTo>
                <a:lnTo>
                  <a:pt x="1092" y="157"/>
                </a:lnTo>
                <a:lnTo>
                  <a:pt x="1075" y="152"/>
                </a:lnTo>
                <a:lnTo>
                  <a:pt x="1062" y="147"/>
                </a:lnTo>
                <a:lnTo>
                  <a:pt x="1049" y="147"/>
                </a:lnTo>
                <a:lnTo>
                  <a:pt x="1036" y="147"/>
                </a:lnTo>
                <a:lnTo>
                  <a:pt x="1023" y="152"/>
                </a:lnTo>
                <a:lnTo>
                  <a:pt x="1010" y="157"/>
                </a:lnTo>
                <a:lnTo>
                  <a:pt x="997" y="157"/>
                </a:lnTo>
                <a:lnTo>
                  <a:pt x="980" y="157"/>
                </a:lnTo>
                <a:lnTo>
                  <a:pt x="967" y="157"/>
                </a:lnTo>
                <a:lnTo>
                  <a:pt x="954" y="147"/>
                </a:lnTo>
                <a:lnTo>
                  <a:pt x="941" y="138"/>
                </a:lnTo>
                <a:lnTo>
                  <a:pt x="928" y="128"/>
                </a:lnTo>
                <a:lnTo>
                  <a:pt x="911" y="123"/>
                </a:lnTo>
                <a:lnTo>
                  <a:pt x="898" y="123"/>
                </a:lnTo>
                <a:lnTo>
                  <a:pt x="885" y="119"/>
                </a:lnTo>
                <a:lnTo>
                  <a:pt x="872" y="109"/>
                </a:lnTo>
                <a:lnTo>
                  <a:pt x="859" y="104"/>
                </a:lnTo>
                <a:lnTo>
                  <a:pt x="846" y="104"/>
                </a:lnTo>
                <a:lnTo>
                  <a:pt x="833" y="104"/>
                </a:lnTo>
                <a:lnTo>
                  <a:pt x="820" y="109"/>
                </a:lnTo>
                <a:lnTo>
                  <a:pt x="807" y="119"/>
                </a:lnTo>
                <a:lnTo>
                  <a:pt x="794" y="119"/>
                </a:lnTo>
                <a:lnTo>
                  <a:pt x="781" y="128"/>
                </a:lnTo>
                <a:lnTo>
                  <a:pt x="768" y="128"/>
                </a:lnTo>
                <a:lnTo>
                  <a:pt x="755" y="119"/>
                </a:lnTo>
                <a:lnTo>
                  <a:pt x="738" y="114"/>
                </a:lnTo>
                <a:lnTo>
                  <a:pt x="725" y="114"/>
                </a:lnTo>
                <a:lnTo>
                  <a:pt x="708" y="104"/>
                </a:lnTo>
                <a:lnTo>
                  <a:pt x="695" y="104"/>
                </a:lnTo>
                <a:lnTo>
                  <a:pt x="682" y="109"/>
                </a:lnTo>
                <a:lnTo>
                  <a:pt x="669" y="114"/>
                </a:lnTo>
                <a:lnTo>
                  <a:pt x="656" y="119"/>
                </a:lnTo>
                <a:lnTo>
                  <a:pt x="643" y="123"/>
                </a:lnTo>
                <a:lnTo>
                  <a:pt x="630" y="128"/>
                </a:lnTo>
                <a:lnTo>
                  <a:pt x="617" y="128"/>
                </a:lnTo>
                <a:lnTo>
                  <a:pt x="604" y="128"/>
                </a:lnTo>
                <a:lnTo>
                  <a:pt x="591" y="128"/>
                </a:lnTo>
                <a:lnTo>
                  <a:pt x="574" y="128"/>
                </a:lnTo>
                <a:lnTo>
                  <a:pt x="561" y="128"/>
                </a:lnTo>
                <a:lnTo>
                  <a:pt x="548" y="123"/>
                </a:lnTo>
                <a:lnTo>
                  <a:pt x="535" y="123"/>
                </a:lnTo>
                <a:lnTo>
                  <a:pt x="522" y="123"/>
                </a:lnTo>
                <a:lnTo>
                  <a:pt x="505" y="123"/>
                </a:lnTo>
                <a:lnTo>
                  <a:pt x="492" y="123"/>
                </a:lnTo>
                <a:lnTo>
                  <a:pt x="479" y="123"/>
                </a:lnTo>
                <a:lnTo>
                  <a:pt x="466" y="133"/>
                </a:lnTo>
                <a:lnTo>
                  <a:pt x="453" y="138"/>
                </a:lnTo>
                <a:lnTo>
                  <a:pt x="440" y="143"/>
                </a:lnTo>
                <a:lnTo>
                  <a:pt x="427" y="143"/>
                </a:lnTo>
                <a:lnTo>
                  <a:pt x="414" y="143"/>
                </a:lnTo>
                <a:lnTo>
                  <a:pt x="401" y="133"/>
                </a:lnTo>
                <a:lnTo>
                  <a:pt x="388" y="128"/>
                </a:lnTo>
                <a:lnTo>
                  <a:pt x="375" y="128"/>
                </a:lnTo>
                <a:lnTo>
                  <a:pt x="362" y="128"/>
                </a:lnTo>
                <a:lnTo>
                  <a:pt x="341" y="123"/>
                </a:lnTo>
                <a:lnTo>
                  <a:pt x="328" y="123"/>
                </a:lnTo>
                <a:lnTo>
                  <a:pt x="315" y="133"/>
                </a:lnTo>
                <a:lnTo>
                  <a:pt x="302" y="143"/>
                </a:lnTo>
                <a:lnTo>
                  <a:pt x="289" y="152"/>
                </a:lnTo>
                <a:lnTo>
                  <a:pt x="276" y="157"/>
                </a:lnTo>
                <a:lnTo>
                  <a:pt x="263" y="157"/>
                </a:lnTo>
                <a:lnTo>
                  <a:pt x="250" y="152"/>
                </a:lnTo>
                <a:lnTo>
                  <a:pt x="237" y="147"/>
                </a:lnTo>
                <a:lnTo>
                  <a:pt x="224" y="147"/>
                </a:lnTo>
                <a:lnTo>
                  <a:pt x="211" y="143"/>
                </a:lnTo>
                <a:lnTo>
                  <a:pt x="198" y="143"/>
                </a:lnTo>
                <a:lnTo>
                  <a:pt x="185" y="143"/>
                </a:lnTo>
                <a:lnTo>
                  <a:pt x="168" y="143"/>
                </a:lnTo>
                <a:lnTo>
                  <a:pt x="151" y="143"/>
                </a:lnTo>
                <a:lnTo>
                  <a:pt x="138" y="143"/>
                </a:lnTo>
                <a:lnTo>
                  <a:pt x="125" y="143"/>
                </a:lnTo>
                <a:lnTo>
                  <a:pt x="112" y="147"/>
                </a:lnTo>
                <a:lnTo>
                  <a:pt x="99" y="147"/>
                </a:lnTo>
                <a:lnTo>
                  <a:pt x="86" y="147"/>
                </a:lnTo>
                <a:lnTo>
                  <a:pt x="73" y="152"/>
                </a:lnTo>
                <a:lnTo>
                  <a:pt x="60" y="157"/>
                </a:lnTo>
                <a:lnTo>
                  <a:pt x="47" y="162"/>
                </a:lnTo>
                <a:lnTo>
                  <a:pt x="30" y="171"/>
                </a:lnTo>
                <a:lnTo>
                  <a:pt x="12" y="176"/>
                </a:lnTo>
                <a:lnTo>
                  <a:pt x="0" y="185"/>
                </a:lnTo>
                <a:lnTo>
                  <a:pt x="0" y="37"/>
                </a:lnTo>
              </a:path>
            </a:pathLst>
          </a:custGeom>
          <a:ln w="127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1CB93651-8446-C900-E08F-D2E3D12CA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8" y="290513"/>
            <a:ext cx="61912" cy="5476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E841D1F8-7EBC-A729-E2F7-E576D4A00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6438" y="387350"/>
            <a:ext cx="106362" cy="6667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8EE58C5-38F8-4721-B434-C8305CC76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127000"/>
            <a:ext cx="4349750" cy="137795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152400" tIns="38100" rIns="152400" bIns="38100"/>
          <a:lstStyle>
            <a:lvl1pPr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RussianPay PIC $$$,$$$,$$9.99.</a:t>
            </a:r>
          </a:p>
          <a:p>
            <a:pPr>
              <a:lnSpc>
                <a:spcPct val="90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chemeClr val="accent2"/>
                </a:solidFill>
                <a:latin typeface="Courier New" panose="02070309020205020404" pitchFamily="49" charset="0"/>
              </a:rPr>
              <a:t>MOVE 12345.67 TO RussianPay.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INSPECT RussianPay REPLACING ALL </a:t>
            </a:r>
            <a:r>
              <a:rPr lang="en-US" altLang="en-US" sz="1200" b="1">
                <a:latin typeface="Courier New" panose="02070309020205020404" pitchFamily="49" charset="0"/>
              </a:rPr>
              <a:t>"</a:t>
            </a:r>
            <a:r>
              <a:rPr lang="en-US" altLang="en-US" sz="1200" b="1"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$</a:t>
            </a:r>
            <a:r>
              <a:rPr lang="en-US" altLang="en-US" sz="1200" b="1">
                <a:effectLst>
                  <a:outerShdw blurRad="38100" dist="38100" dir="2700000" algn="tl">
                    <a:srgbClr val="FFFFFF"/>
                  </a:outerShdw>
                </a:effectLst>
                <a:latin typeface="Courier New" panose="02070309020205020404" pitchFamily="49" charset="0"/>
              </a:rPr>
              <a:t>"</a:t>
            </a: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BY  "</a:t>
            </a:r>
            <a:r>
              <a:rPr lang="en-US" altLang="en-US" sz="1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R</a:t>
            </a: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".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DISPLAY RussianPay " roubles".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22E664D-F8F5-250A-68C0-684A5CDD3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" y="2163763"/>
            <a:ext cx="1549400" cy="3651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r"/>
            <a:r>
              <a:rPr lang="en-US" altLang="en-US" sz="2800" b="1"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en-US" altLang="en-US" sz="1800" b="1"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$12,345.67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08CEA3E5-6893-9407-34F6-BF00773B5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3" y="1900238"/>
            <a:ext cx="1192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400" b="1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RussianPay</a:t>
            </a:r>
          </a:p>
        </p:txBody>
      </p:sp>
      <p:sp useBgFill="1">
        <p:nvSpPr>
          <p:cNvPr id="4101" name="Freeform 5">
            <a:extLst>
              <a:ext uri="{FF2B5EF4-FFF2-40B4-BE49-F238E27FC236}">
                <a16:creationId xmlns:a16="http://schemas.microsoft.com/office/drawing/2014/main" id="{D6192666-B4FF-423D-7A7A-CA15E3AB955E}"/>
              </a:ext>
            </a:extLst>
          </p:cNvPr>
          <p:cNvSpPr>
            <a:spLocks/>
          </p:cNvSpPr>
          <p:nvPr/>
        </p:nvSpPr>
        <p:spPr bwMode="auto">
          <a:xfrm>
            <a:off x="114300" y="377825"/>
            <a:ext cx="4478338" cy="652463"/>
          </a:xfrm>
          <a:custGeom>
            <a:avLst/>
            <a:gdLst>
              <a:gd name="T0" fmla="*/ 90 w 2821"/>
              <a:gd name="T1" fmla="*/ 28 h 411"/>
              <a:gd name="T2" fmla="*/ 181 w 2821"/>
              <a:gd name="T3" fmla="*/ 14 h 411"/>
              <a:gd name="T4" fmla="*/ 263 w 2821"/>
              <a:gd name="T5" fmla="*/ 57 h 411"/>
              <a:gd name="T6" fmla="*/ 345 w 2821"/>
              <a:gd name="T7" fmla="*/ 61 h 411"/>
              <a:gd name="T8" fmla="*/ 440 w 2821"/>
              <a:gd name="T9" fmla="*/ 61 h 411"/>
              <a:gd name="T10" fmla="*/ 526 w 2821"/>
              <a:gd name="T11" fmla="*/ 85 h 411"/>
              <a:gd name="T12" fmla="*/ 621 w 2821"/>
              <a:gd name="T13" fmla="*/ 85 h 411"/>
              <a:gd name="T14" fmla="*/ 729 w 2821"/>
              <a:gd name="T15" fmla="*/ 81 h 411"/>
              <a:gd name="T16" fmla="*/ 816 w 2821"/>
              <a:gd name="T17" fmla="*/ 90 h 411"/>
              <a:gd name="T18" fmla="*/ 915 w 2821"/>
              <a:gd name="T19" fmla="*/ 85 h 411"/>
              <a:gd name="T20" fmla="*/ 1010 w 2821"/>
              <a:gd name="T21" fmla="*/ 100 h 411"/>
              <a:gd name="T22" fmla="*/ 1114 w 2821"/>
              <a:gd name="T23" fmla="*/ 109 h 411"/>
              <a:gd name="T24" fmla="*/ 1256 w 2821"/>
              <a:gd name="T25" fmla="*/ 109 h 411"/>
              <a:gd name="T26" fmla="*/ 1420 w 2821"/>
              <a:gd name="T27" fmla="*/ 71 h 411"/>
              <a:gd name="T28" fmla="*/ 1494 w 2821"/>
              <a:gd name="T29" fmla="*/ 100 h 411"/>
              <a:gd name="T30" fmla="*/ 1576 w 2821"/>
              <a:gd name="T31" fmla="*/ 114 h 411"/>
              <a:gd name="T32" fmla="*/ 1662 w 2821"/>
              <a:gd name="T33" fmla="*/ 104 h 411"/>
              <a:gd name="T34" fmla="*/ 1744 w 2821"/>
              <a:gd name="T35" fmla="*/ 114 h 411"/>
              <a:gd name="T36" fmla="*/ 1835 w 2821"/>
              <a:gd name="T37" fmla="*/ 114 h 411"/>
              <a:gd name="T38" fmla="*/ 1926 w 2821"/>
              <a:gd name="T39" fmla="*/ 100 h 411"/>
              <a:gd name="T40" fmla="*/ 2047 w 2821"/>
              <a:gd name="T41" fmla="*/ 95 h 411"/>
              <a:gd name="T42" fmla="*/ 2137 w 2821"/>
              <a:gd name="T43" fmla="*/ 52 h 411"/>
              <a:gd name="T44" fmla="*/ 2237 w 2821"/>
              <a:gd name="T45" fmla="*/ 76 h 411"/>
              <a:gd name="T46" fmla="*/ 2323 w 2821"/>
              <a:gd name="T47" fmla="*/ 66 h 411"/>
              <a:gd name="T48" fmla="*/ 2409 w 2821"/>
              <a:gd name="T49" fmla="*/ 76 h 411"/>
              <a:gd name="T50" fmla="*/ 2513 w 2821"/>
              <a:gd name="T51" fmla="*/ 61 h 411"/>
              <a:gd name="T52" fmla="*/ 2604 w 2821"/>
              <a:gd name="T53" fmla="*/ 33 h 411"/>
              <a:gd name="T54" fmla="*/ 2724 w 2821"/>
              <a:gd name="T55" fmla="*/ 23 h 411"/>
              <a:gd name="T56" fmla="*/ 2820 w 2821"/>
              <a:gd name="T57" fmla="*/ 5 h 411"/>
              <a:gd name="T58" fmla="*/ 2742 w 2821"/>
              <a:gd name="T59" fmla="*/ 333 h 411"/>
              <a:gd name="T60" fmla="*/ 2664 w 2821"/>
              <a:gd name="T61" fmla="*/ 333 h 411"/>
              <a:gd name="T62" fmla="*/ 2595 w 2821"/>
              <a:gd name="T63" fmla="*/ 262 h 411"/>
              <a:gd name="T64" fmla="*/ 2547 w 2821"/>
              <a:gd name="T65" fmla="*/ 195 h 411"/>
              <a:gd name="T66" fmla="*/ 2478 w 2821"/>
              <a:gd name="T67" fmla="*/ 143 h 411"/>
              <a:gd name="T68" fmla="*/ 2396 w 2821"/>
              <a:gd name="T69" fmla="*/ 128 h 411"/>
              <a:gd name="T70" fmla="*/ 2327 w 2821"/>
              <a:gd name="T71" fmla="*/ 123 h 411"/>
              <a:gd name="T72" fmla="*/ 2284 w 2821"/>
              <a:gd name="T73" fmla="*/ 247 h 411"/>
              <a:gd name="T74" fmla="*/ 2103 w 2821"/>
              <a:gd name="T75" fmla="*/ 128 h 411"/>
              <a:gd name="T76" fmla="*/ 2025 w 2821"/>
              <a:gd name="T77" fmla="*/ 147 h 411"/>
              <a:gd name="T78" fmla="*/ 1947 w 2821"/>
              <a:gd name="T79" fmla="*/ 143 h 411"/>
              <a:gd name="T80" fmla="*/ 1861 w 2821"/>
              <a:gd name="T81" fmla="*/ 157 h 411"/>
              <a:gd name="T82" fmla="*/ 1774 w 2821"/>
              <a:gd name="T83" fmla="*/ 147 h 411"/>
              <a:gd name="T84" fmla="*/ 1697 w 2821"/>
              <a:gd name="T85" fmla="*/ 157 h 411"/>
              <a:gd name="T86" fmla="*/ 1606 w 2821"/>
              <a:gd name="T87" fmla="*/ 152 h 411"/>
              <a:gd name="T88" fmla="*/ 1507 w 2821"/>
              <a:gd name="T89" fmla="*/ 162 h 411"/>
              <a:gd name="T90" fmla="*/ 1429 w 2821"/>
              <a:gd name="T91" fmla="*/ 157 h 411"/>
              <a:gd name="T92" fmla="*/ 1360 w 2821"/>
              <a:gd name="T93" fmla="*/ 152 h 411"/>
              <a:gd name="T94" fmla="*/ 1278 w 2821"/>
              <a:gd name="T95" fmla="*/ 166 h 411"/>
              <a:gd name="T96" fmla="*/ 1196 w 2821"/>
              <a:gd name="T97" fmla="*/ 152 h 411"/>
              <a:gd name="T98" fmla="*/ 1105 w 2821"/>
              <a:gd name="T99" fmla="*/ 157 h 411"/>
              <a:gd name="T100" fmla="*/ 1023 w 2821"/>
              <a:gd name="T101" fmla="*/ 152 h 411"/>
              <a:gd name="T102" fmla="*/ 941 w 2821"/>
              <a:gd name="T103" fmla="*/ 138 h 411"/>
              <a:gd name="T104" fmla="*/ 859 w 2821"/>
              <a:gd name="T105" fmla="*/ 104 h 411"/>
              <a:gd name="T106" fmla="*/ 781 w 2821"/>
              <a:gd name="T107" fmla="*/ 128 h 411"/>
              <a:gd name="T108" fmla="*/ 695 w 2821"/>
              <a:gd name="T109" fmla="*/ 104 h 411"/>
              <a:gd name="T110" fmla="*/ 617 w 2821"/>
              <a:gd name="T111" fmla="*/ 128 h 411"/>
              <a:gd name="T112" fmla="*/ 535 w 2821"/>
              <a:gd name="T113" fmla="*/ 123 h 411"/>
              <a:gd name="T114" fmla="*/ 453 w 2821"/>
              <a:gd name="T115" fmla="*/ 138 h 411"/>
              <a:gd name="T116" fmla="*/ 375 w 2821"/>
              <a:gd name="T117" fmla="*/ 128 h 411"/>
              <a:gd name="T118" fmla="*/ 289 w 2821"/>
              <a:gd name="T119" fmla="*/ 152 h 411"/>
              <a:gd name="T120" fmla="*/ 211 w 2821"/>
              <a:gd name="T121" fmla="*/ 143 h 411"/>
              <a:gd name="T122" fmla="*/ 125 w 2821"/>
              <a:gd name="T123" fmla="*/ 143 h 411"/>
              <a:gd name="T124" fmla="*/ 47 w 2821"/>
              <a:gd name="T125" fmla="*/ 162 h 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821" h="411">
                <a:moveTo>
                  <a:pt x="0" y="37"/>
                </a:moveTo>
                <a:lnTo>
                  <a:pt x="25" y="28"/>
                </a:lnTo>
                <a:lnTo>
                  <a:pt x="47" y="33"/>
                </a:lnTo>
                <a:lnTo>
                  <a:pt x="60" y="33"/>
                </a:lnTo>
                <a:lnTo>
                  <a:pt x="77" y="33"/>
                </a:lnTo>
                <a:lnTo>
                  <a:pt x="90" y="28"/>
                </a:lnTo>
                <a:lnTo>
                  <a:pt x="103" y="23"/>
                </a:lnTo>
                <a:lnTo>
                  <a:pt x="121" y="23"/>
                </a:lnTo>
                <a:lnTo>
                  <a:pt x="138" y="14"/>
                </a:lnTo>
                <a:lnTo>
                  <a:pt x="151" y="14"/>
                </a:lnTo>
                <a:lnTo>
                  <a:pt x="164" y="14"/>
                </a:lnTo>
                <a:lnTo>
                  <a:pt x="181" y="14"/>
                </a:lnTo>
                <a:lnTo>
                  <a:pt x="194" y="14"/>
                </a:lnTo>
                <a:lnTo>
                  <a:pt x="207" y="23"/>
                </a:lnTo>
                <a:lnTo>
                  <a:pt x="224" y="28"/>
                </a:lnTo>
                <a:lnTo>
                  <a:pt x="233" y="42"/>
                </a:lnTo>
                <a:lnTo>
                  <a:pt x="250" y="47"/>
                </a:lnTo>
                <a:lnTo>
                  <a:pt x="263" y="57"/>
                </a:lnTo>
                <a:lnTo>
                  <a:pt x="276" y="61"/>
                </a:lnTo>
                <a:lnTo>
                  <a:pt x="293" y="61"/>
                </a:lnTo>
                <a:lnTo>
                  <a:pt x="306" y="61"/>
                </a:lnTo>
                <a:lnTo>
                  <a:pt x="319" y="61"/>
                </a:lnTo>
                <a:lnTo>
                  <a:pt x="332" y="61"/>
                </a:lnTo>
                <a:lnTo>
                  <a:pt x="345" y="61"/>
                </a:lnTo>
                <a:lnTo>
                  <a:pt x="358" y="61"/>
                </a:lnTo>
                <a:lnTo>
                  <a:pt x="371" y="57"/>
                </a:lnTo>
                <a:lnTo>
                  <a:pt x="384" y="57"/>
                </a:lnTo>
                <a:lnTo>
                  <a:pt x="405" y="57"/>
                </a:lnTo>
                <a:lnTo>
                  <a:pt x="423" y="61"/>
                </a:lnTo>
                <a:lnTo>
                  <a:pt x="440" y="61"/>
                </a:lnTo>
                <a:lnTo>
                  <a:pt x="457" y="66"/>
                </a:lnTo>
                <a:lnTo>
                  <a:pt x="470" y="71"/>
                </a:lnTo>
                <a:lnTo>
                  <a:pt x="483" y="76"/>
                </a:lnTo>
                <a:lnTo>
                  <a:pt x="496" y="81"/>
                </a:lnTo>
                <a:lnTo>
                  <a:pt x="509" y="81"/>
                </a:lnTo>
                <a:lnTo>
                  <a:pt x="526" y="85"/>
                </a:lnTo>
                <a:lnTo>
                  <a:pt x="539" y="85"/>
                </a:lnTo>
                <a:lnTo>
                  <a:pt x="561" y="85"/>
                </a:lnTo>
                <a:lnTo>
                  <a:pt x="578" y="85"/>
                </a:lnTo>
                <a:lnTo>
                  <a:pt x="595" y="85"/>
                </a:lnTo>
                <a:lnTo>
                  <a:pt x="608" y="85"/>
                </a:lnTo>
                <a:lnTo>
                  <a:pt x="621" y="85"/>
                </a:lnTo>
                <a:lnTo>
                  <a:pt x="643" y="85"/>
                </a:lnTo>
                <a:lnTo>
                  <a:pt x="665" y="81"/>
                </a:lnTo>
                <a:lnTo>
                  <a:pt x="682" y="81"/>
                </a:lnTo>
                <a:lnTo>
                  <a:pt x="699" y="81"/>
                </a:lnTo>
                <a:lnTo>
                  <a:pt x="716" y="81"/>
                </a:lnTo>
                <a:lnTo>
                  <a:pt x="729" y="81"/>
                </a:lnTo>
                <a:lnTo>
                  <a:pt x="742" y="81"/>
                </a:lnTo>
                <a:lnTo>
                  <a:pt x="755" y="81"/>
                </a:lnTo>
                <a:lnTo>
                  <a:pt x="768" y="85"/>
                </a:lnTo>
                <a:lnTo>
                  <a:pt x="781" y="85"/>
                </a:lnTo>
                <a:lnTo>
                  <a:pt x="803" y="90"/>
                </a:lnTo>
                <a:lnTo>
                  <a:pt x="816" y="90"/>
                </a:lnTo>
                <a:lnTo>
                  <a:pt x="833" y="85"/>
                </a:lnTo>
                <a:lnTo>
                  <a:pt x="855" y="85"/>
                </a:lnTo>
                <a:lnTo>
                  <a:pt x="872" y="85"/>
                </a:lnTo>
                <a:lnTo>
                  <a:pt x="889" y="85"/>
                </a:lnTo>
                <a:lnTo>
                  <a:pt x="902" y="85"/>
                </a:lnTo>
                <a:lnTo>
                  <a:pt x="915" y="85"/>
                </a:lnTo>
                <a:lnTo>
                  <a:pt x="928" y="85"/>
                </a:lnTo>
                <a:lnTo>
                  <a:pt x="941" y="85"/>
                </a:lnTo>
                <a:lnTo>
                  <a:pt x="958" y="90"/>
                </a:lnTo>
                <a:lnTo>
                  <a:pt x="976" y="90"/>
                </a:lnTo>
                <a:lnTo>
                  <a:pt x="993" y="95"/>
                </a:lnTo>
                <a:lnTo>
                  <a:pt x="1010" y="100"/>
                </a:lnTo>
                <a:lnTo>
                  <a:pt x="1027" y="100"/>
                </a:lnTo>
                <a:lnTo>
                  <a:pt x="1040" y="100"/>
                </a:lnTo>
                <a:lnTo>
                  <a:pt x="1062" y="104"/>
                </a:lnTo>
                <a:lnTo>
                  <a:pt x="1088" y="109"/>
                </a:lnTo>
                <a:lnTo>
                  <a:pt x="1100" y="109"/>
                </a:lnTo>
                <a:lnTo>
                  <a:pt x="1114" y="109"/>
                </a:lnTo>
                <a:lnTo>
                  <a:pt x="1131" y="109"/>
                </a:lnTo>
                <a:lnTo>
                  <a:pt x="1144" y="109"/>
                </a:lnTo>
                <a:lnTo>
                  <a:pt x="1157" y="109"/>
                </a:lnTo>
                <a:lnTo>
                  <a:pt x="1170" y="109"/>
                </a:lnTo>
                <a:lnTo>
                  <a:pt x="1213" y="109"/>
                </a:lnTo>
                <a:lnTo>
                  <a:pt x="1256" y="109"/>
                </a:lnTo>
                <a:lnTo>
                  <a:pt x="1299" y="109"/>
                </a:lnTo>
                <a:lnTo>
                  <a:pt x="1317" y="109"/>
                </a:lnTo>
                <a:lnTo>
                  <a:pt x="1334" y="109"/>
                </a:lnTo>
                <a:lnTo>
                  <a:pt x="1351" y="109"/>
                </a:lnTo>
                <a:lnTo>
                  <a:pt x="1364" y="104"/>
                </a:lnTo>
                <a:lnTo>
                  <a:pt x="1420" y="71"/>
                </a:lnTo>
                <a:lnTo>
                  <a:pt x="1429" y="85"/>
                </a:lnTo>
                <a:lnTo>
                  <a:pt x="1437" y="104"/>
                </a:lnTo>
                <a:lnTo>
                  <a:pt x="1455" y="109"/>
                </a:lnTo>
                <a:lnTo>
                  <a:pt x="1468" y="104"/>
                </a:lnTo>
                <a:lnTo>
                  <a:pt x="1481" y="104"/>
                </a:lnTo>
                <a:lnTo>
                  <a:pt x="1494" y="100"/>
                </a:lnTo>
                <a:lnTo>
                  <a:pt x="1507" y="104"/>
                </a:lnTo>
                <a:lnTo>
                  <a:pt x="1524" y="109"/>
                </a:lnTo>
                <a:lnTo>
                  <a:pt x="1537" y="109"/>
                </a:lnTo>
                <a:lnTo>
                  <a:pt x="1550" y="114"/>
                </a:lnTo>
                <a:lnTo>
                  <a:pt x="1563" y="114"/>
                </a:lnTo>
                <a:lnTo>
                  <a:pt x="1576" y="114"/>
                </a:lnTo>
                <a:lnTo>
                  <a:pt x="1589" y="114"/>
                </a:lnTo>
                <a:lnTo>
                  <a:pt x="1602" y="114"/>
                </a:lnTo>
                <a:lnTo>
                  <a:pt x="1614" y="109"/>
                </a:lnTo>
                <a:lnTo>
                  <a:pt x="1627" y="109"/>
                </a:lnTo>
                <a:lnTo>
                  <a:pt x="1645" y="109"/>
                </a:lnTo>
                <a:lnTo>
                  <a:pt x="1662" y="104"/>
                </a:lnTo>
                <a:lnTo>
                  <a:pt x="1675" y="100"/>
                </a:lnTo>
                <a:lnTo>
                  <a:pt x="1688" y="100"/>
                </a:lnTo>
                <a:lnTo>
                  <a:pt x="1705" y="100"/>
                </a:lnTo>
                <a:lnTo>
                  <a:pt x="1719" y="95"/>
                </a:lnTo>
                <a:lnTo>
                  <a:pt x="1731" y="100"/>
                </a:lnTo>
                <a:lnTo>
                  <a:pt x="1744" y="114"/>
                </a:lnTo>
                <a:lnTo>
                  <a:pt x="1757" y="119"/>
                </a:lnTo>
                <a:lnTo>
                  <a:pt x="1774" y="119"/>
                </a:lnTo>
                <a:lnTo>
                  <a:pt x="1787" y="119"/>
                </a:lnTo>
                <a:lnTo>
                  <a:pt x="1800" y="119"/>
                </a:lnTo>
                <a:lnTo>
                  <a:pt x="1817" y="119"/>
                </a:lnTo>
                <a:lnTo>
                  <a:pt x="1835" y="114"/>
                </a:lnTo>
                <a:lnTo>
                  <a:pt x="1852" y="109"/>
                </a:lnTo>
                <a:lnTo>
                  <a:pt x="1870" y="109"/>
                </a:lnTo>
                <a:lnTo>
                  <a:pt x="1883" y="104"/>
                </a:lnTo>
                <a:lnTo>
                  <a:pt x="1900" y="104"/>
                </a:lnTo>
                <a:lnTo>
                  <a:pt x="1913" y="100"/>
                </a:lnTo>
                <a:lnTo>
                  <a:pt x="1926" y="100"/>
                </a:lnTo>
                <a:lnTo>
                  <a:pt x="1939" y="100"/>
                </a:lnTo>
                <a:lnTo>
                  <a:pt x="1990" y="100"/>
                </a:lnTo>
                <a:lnTo>
                  <a:pt x="2003" y="100"/>
                </a:lnTo>
                <a:lnTo>
                  <a:pt x="2021" y="100"/>
                </a:lnTo>
                <a:lnTo>
                  <a:pt x="2034" y="100"/>
                </a:lnTo>
                <a:lnTo>
                  <a:pt x="2047" y="95"/>
                </a:lnTo>
                <a:lnTo>
                  <a:pt x="2064" y="85"/>
                </a:lnTo>
                <a:lnTo>
                  <a:pt x="2086" y="81"/>
                </a:lnTo>
                <a:lnTo>
                  <a:pt x="2098" y="76"/>
                </a:lnTo>
                <a:lnTo>
                  <a:pt x="2111" y="66"/>
                </a:lnTo>
                <a:lnTo>
                  <a:pt x="2124" y="61"/>
                </a:lnTo>
                <a:lnTo>
                  <a:pt x="2137" y="52"/>
                </a:lnTo>
                <a:lnTo>
                  <a:pt x="2150" y="52"/>
                </a:lnTo>
                <a:lnTo>
                  <a:pt x="2163" y="57"/>
                </a:lnTo>
                <a:lnTo>
                  <a:pt x="2185" y="61"/>
                </a:lnTo>
                <a:lnTo>
                  <a:pt x="2198" y="61"/>
                </a:lnTo>
                <a:lnTo>
                  <a:pt x="2219" y="71"/>
                </a:lnTo>
                <a:lnTo>
                  <a:pt x="2237" y="76"/>
                </a:lnTo>
                <a:lnTo>
                  <a:pt x="2250" y="76"/>
                </a:lnTo>
                <a:lnTo>
                  <a:pt x="2263" y="76"/>
                </a:lnTo>
                <a:lnTo>
                  <a:pt x="2275" y="71"/>
                </a:lnTo>
                <a:lnTo>
                  <a:pt x="2293" y="71"/>
                </a:lnTo>
                <a:lnTo>
                  <a:pt x="2306" y="66"/>
                </a:lnTo>
                <a:lnTo>
                  <a:pt x="2323" y="66"/>
                </a:lnTo>
                <a:lnTo>
                  <a:pt x="2344" y="66"/>
                </a:lnTo>
                <a:lnTo>
                  <a:pt x="2357" y="66"/>
                </a:lnTo>
                <a:lnTo>
                  <a:pt x="2370" y="71"/>
                </a:lnTo>
                <a:lnTo>
                  <a:pt x="2383" y="71"/>
                </a:lnTo>
                <a:lnTo>
                  <a:pt x="2396" y="76"/>
                </a:lnTo>
                <a:lnTo>
                  <a:pt x="2409" y="76"/>
                </a:lnTo>
                <a:lnTo>
                  <a:pt x="2427" y="76"/>
                </a:lnTo>
                <a:lnTo>
                  <a:pt x="2448" y="71"/>
                </a:lnTo>
                <a:lnTo>
                  <a:pt x="2470" y="71"/>
                </a:lnTo>
                <a:lnTo>
                  <a:pt x="2483" y="71"/>
                </a:lnTo>
                <a:lnTo>
                  <a:pt x="2500" y="66"/>
                </a:lnTo>
                <a:lnTo>
                  <a:pt x="2513" y="61"/>
                </a:lnTo>
                <a:lnTo>
                  <a:pt x="2526" y="52"/>
                </a:lnTo>
                <a:lnTo>
                  <a:pt x="2539" y="47"/>
                </a:lnTo>
                <a:lnTo>
                  <a:pt x="2556" y="42"/>
                </a:lnTo>
                <a:lnTo>
                  <a:pt x="2573" y="42"/>
                </a:lnTo>
                <a:lnTo>
                  <a:pt x="2591" y="38"/>
                </a:lnTo>
                <a:lnTo>
                  <a:pt x="2604" y="33"/>
                </a:lnTo>
                <a:lnTo>
                  <a:pt x="2621" y="28"/>
                </a:lnTo>
                <a:lnTo>
                  <a:pt x="2634" y="23"/>
                </a:lnTo>
                <a:lnTo>
                  <a:pt x="2647" y="19"/>
                </a:lnTo>
                <a:lnTo>
                  <a:pt x="2694" y="0"/>
                </a:lnTo>
                <a:lnTo>
                  <a:pt x="2716" y="9"/>
                </a:lnTo>
                <a:lnTo>
                  <a:pt x="2724" y="23"/>
                </a:lnTo>
                <a:lnTo>
                  <a:pt x="2737" y="28"/>
                </a:lnTo>
                <a:lnTo>
                  <a:pt x="2751" y="28"/>
                </a:lnTo>
                <a:lnTo>
                  <a:pt x="2772" y="23"/>
                </a:lnTo>
                <a:lnTo>
                  <a:pt x="2785" y="19"/>
                </a:lnTo>
                <a:lnTo>
                  <a:pt x="2798" y="9"/>
                </a:lnTo>
                <a:lnTo>
                  <a:pt x="2820" y="5"/>
                </a:lnTo>
                <a:lnTo>
                  <a:pt x="2820" y="410"/>
                </a:lnTo>
                <a:lnTo>
                  <a:pt x="2772" y="386"/>
                </a:lnTo>
                <a:lnTo>
                  <a:pt x="2764" y="371"/>
                </a:lnTo>
                <a:lnTo>
                  <a:pt x="2759" y="357"/>
                </a:lnTo>
                <a:lnTo>
                  <a:pt x="2755" y="343"/>
                </a:lnTo>
                <a:lnTo>
                  <a:pt x="2742" y="333"/>
                </a:lnTo>
                <a:lnTo>
                  <a:pt x="2729" y="333"/>
                </a:lnTo>
                <a:lnTo>
                  <a:pt x="2716" y="348"/>
                </a:lnTo>
                <a:lnTo>
                  <a:pt x="2703" y="333"/>
                </a:lnTo>
                <a:lnTo>
                  <a:pt x="2690" y="338"/>
                </a:lnTo>
                <a:lnTo>
                  <a:pt x="2672" y="348"/>
                </a:lnTo>
                <a:lnTo>
                  <a:pt x="2664" y="333"/>
                </a:lnTo>
                <a:lnTo>
                  <a:pt x="2651" y="328"/>
                </a:lnTo>
                <a:lnTo>
                  <a:pt x="2638" y="319"/>
                </a:lnTo>
                <a:lnTo>
                  <a:pt x="2630" y="305"/>
                </a:lnTo>
                <a:lnTo>
                  <a:pt x="2617" y="290"/>
                </a:lnTo>
                <a:lnTo>
                  <a:pt x="2604" y="276"/>
                </a:lnTo>
                <a:lnTo>
                  <a:pt x="2595" y="262"/>
                </a:lnTo>
                <a:lnTo>
                  <a:pt x="2582" y="271"/>
                </a:lnTo>
                <a:lnTo>
                  <a:pt x="2569" y="262"/>
                </a:lnTo>
                <a:lnTo>
                  <a:pt x="2569" y="247"/>
                </a:lnTo>
                <a:lnTo>
                  <a:pt x="2560" y="228"/>
                </a:lnTo>
                <a:lnTo>
                  <a:pt x="2552" y="209"/>
                </a:lnTo>
                <a:lnTo>
                  <a:pt x="2547" y="195"/>
                </a:lnTo>
                <a:lnTo>
                  <a:pt x="2534" y="185"/>
                </a:lnTo>
                <a:lnTo>
                  <a:pt x="2517" y="195"/>
                </a:lnTo>
                <a:lnTo>
                  <a:pt x="2508" y="176"/>
                </a:lnTo>
                <a:lnTo>
                  <a:pt x="2500" y="162"/>
                </a:lnTo>
                <a:lnTo>
                  <a:pt x="2487" y="157"/>
                </a:lnTo>
                <a:lnTo>
                  <a:pt x="2478" y="143"/>
                </a:lnTo>
                <a:lnTo>
                  <a:pt x="2465" y="143"/>
                </a:lnTo>
                <a:lnTo>
                  <a:pt x="2453" y="143"/>
                </a:lnTo>
                <a:lnTo>
                  <a:pt x="2440" y="138"/>
                </a:lnTo>
                <a:lnTo>
                  <a:pt x="2422" y="128"/>
                </a:lnTo>
                <a:lnTo>
                  <a:pt x="2409" y="128"/>
                </a:lnTo>
                <a:lnTo>
                  <a:pt x="2396" y="128"/>
                </a:lnTo>
                <a:lnTo>
                  <a:pt x="2379" y="123"/>
                </a:lnTo>
                <a:lnTo>
                  <a:pt x="2366" y="119"/>
                </a:lnTo>
                <a:lnTo>
                  <a:pt x="2357" y="104"/>
                </a:lnTo>
                <a:lnTo>
                  <a:pt x="2344" y="104"/>
                </a:lnTo>
                <a:lnTo>
                  <a:pt x="2331" y="109"/>
                </a:lnTo>
                <a:lnTo>
                  <a:pt x="2327" y="123"/>
                </a:lnTo>
                <a:lnTo>
                  <a:pt x="2314" y="138"/>
                </a:lnTo>
                <a:lnTo>
                  <a:pt x="2301" y="143"/>
                </a:lnTo>
                <a:lnTo>
                  <a:pt x="2327" y="276"/>
                </a:lnTo>
                <a:lnTo>
                  <a:pt x="2310" y="271"/>
                </a:lnTo>
                <a:lnTo>
                  <a:pt x="2297" y="262"/>
                </a:lnTo>
                <a:lnTo>
                  <a:pt x="2284" y="247"/>
                </a:lnTo>
                <a:lnTo>
                  <a:pt x="2163" y="157"/>
                </a:lnTo>
                <a:lnTo>
                  <a:pt x="2150" y="147"/>
                </a:lnTo>
                <a:lnTo>
                  <a:pt x="2137" y="138"/>
                </a:lnTo>
                <a:lnTo>
                  <a:pt x="2128" y="123"/>
                </a:lnTo>
                <a:lnTo>
                  <a:pt x="2116" y="119"/>
                </a:lnTo>
                <a:lnTo>
                  <a:pt x="2103" y="128"/>
                </a:lnTo>
                <a:lnTo>
                  <a:pt x="2094" y="143"/>
                </a:lnTo>
                <a:lnTo>
                  <a:pt x="2077" y="157"/>
                </a:lnTo>
                <a:lnTo>
                  <a:pt x="2064" y="162"/>
                </a:lnTo>
                <a:lnTo>
                  <a:pt x="2051" y="162"/>
                </a:lnTo>
                <a:lnTo>
                  <a:pt x="2038" y="152"/>
                </a:lnTo>
                <a:lnTo>
                  <a:pt x="2025" y="147"/>
                </a:lnTo>
                <a:lnTo>
                  <a:pt x="2012" y="157"/>
                </a:lnTo>
                <a:lnTo>
                  <a:pt x="1999" y="143"/>
                </a:lnTo>
                <a:lnTo>
                  <a:pt x="1986" y="147"/>
                </a:lnTo>
                <a:lnTo>
                  <a:pt x="1973" y="157"/>
                </a:lnTo>
                <a:lnTo>
                  <a:pt x="1960" y="147"/>
                </a:lnTo>
                <a:lnTo>
                  <a:pt x="1947" y="143"/>
                </a:lnTo>
                <a:lnTo>
                  <a:pt x="1934" y="143"/>
                </a:lnTo>
                <a:lnTo>
                  <a:pt x="1921" y="147"/>
                </a:lnTo>
                <a:lnTo>
                  <a:pt x="1908" y="147"/>
                </a:lnTo>
                <a:lnTo>
                  <a:pt x="1896" y="143"/>
                </a:lnTo>
                <a:lnTo>
                  <a:pt x="1878" y="147"/>
                </a:lnTo>
                <a:lnTo>
                  <a:pt x="1861" y="157"/>
                </a:lnTo>
                <a:lnTo>
                  <a:pt x="1848" y="157"/>
                </a:lnTo>
                <a:lnTo>
                  <a:pt x="1830" y="162"/>
                </a:lnTo>
                <a:lnTo>
                  <a:pt x="1817" y="162"/>
                </a:lnTo>
                <a:lnTo>
                  <a:pt x="1800" y="152"/>
                </a:lnTo>
                <a:lnTo>
                  <a:pt x="1787" y="147"/>
                </a:lnTo>
                <a:lnTo>
                  <a:pt x="1774" y="147"/>
                </a:lnTo>
                <a:lnTo>
                  <a:pt x="1761" y="157"/>
                </a:lnTo>
                <a:lnTo>
                  <a:pt x="1744" y="171"/>
                </a:lnTo>
                <a:lnTo>
                  <a:pt x="1731" y="181"/>
                </a:lnTo>
                <a:lnTo>
                  <a:pt x="1723" y="166"/>
                </a:lnTo>
                <a:lnTo>
                  <a:pt x="1710" y="157"/>
                </a:lnTo>
                <a:lnTo>
                  <a:pt x="1697" y="157"/>
                </a:lnTo>
                <a:lnTo>
                  <a:pt x="1684" y="162"/>
                </a:lnTo>
                <a:lnTo>
                  <a:pt x="1671" y="166"/>
                </a:lnTo>
                <a:lnTo>
                  <a:pt x="1653" y="166"/>
                </a:lnTo>
                <a:lnTo>
                  <a:pt x="1636" y="162"/>
                </a:lnTo>
                <a:lnTo>
                  <a:pt x="1619" y="157"/>
                </a:lnTo>
                <a:lnTo>
                  <a:pt x="1606" y="152"/>
                </a:lnTo>
                <a:lnTo>
                  <a:pt x="1584" y="157"/>
                </a:lnTo>
                <a:lnTo>
                  <a:pt x="1572" y="162"/>
                </a:lnTo>
                <a:lnTo>
                  <a:pt x="1554" y="166"/>
                </a:lnTo>
                <a:lnTo>
                  <a:pt x="1533" y="176"/>
                </a:lnTo>
                <a:lnTo>
                  <a:pt x="1520" y="171"/>
                </a:lnTo>
                <a:lnTo>
                  <a:pt x="1507" y="162"/>
                </a:lnTo>
                <a:lnTo>
                  <a:pt x="1494" y="152"/>
                </a:lnTo>
                <a:lnTo>
                  <a:pt x="1481" y="157"/>
                </a:lnTo>
                <a:lnTo>
                  <a:pt x="1468" y="157"/>
                </a:lnTo>
                <a:lnTo>
                  <a:pt x="1455" y="157"/>
                </a:lnTo>
                <a:lnTo>
                  <a:pt x="1442" y="157"/>
                </a:lnTo>
                <a:lnTo>
                  <a:pt x="1429" y="157"/>
                </a:lnTo>
                <a:lnTo>
                  <a:pt x="1416" y="157"/>
                </a:lnTo>
                <a:lnTo>
                  <a:pt x="1338" y="276"/>
                </a:lnTo>
                <a:lnTo>
                  <a:pt x="1399" y="147"/>
                </a:lnTo>
                <a:lnTo>
                  <a:pt x="1386" y="147"/>
                </a:lnTo>
                <a:lnTo>
                  <a:pt x="1373" y="147"/>
                </a:lnTo>
                <a:lnTo>
                  <a:pt x="1360" y="152"/>
                </a:lnTo>
                <a:lnTo>
                  <a:pt x="1343" y="152"/>
                </a:lnTo>
                <a:lnTo>
                  <a:pt x="1330" y="152"/>
                </a:lnTo>
                <a:lnTo>
                  <a:pt x="1317" y="157"/>
                </a:lnTo>
                <a:lnTo>
                  <a:pt x="1304" y="166"/>
                </a:lnTo>
                <a:lnTo>
                  <a:pt x="1291" y="166"/>
                </a:lnTo>
                <a:lnTo>
                  <a:pt x="1278" y="166"/>
                </a:lnTo>
                <a:lnTo>
                  <a:pt x="1265" y="166"/>
                </a:lnTo>
                <a:lnTo>
                  <a:pt x="1252" y="166"/>
                </a:lnTo>
                <a:lnTo>
                  <a:pt x="1239" y="157"/>
                </a:lnTo>
                <a:lnTo>
                  <a:pt x="1222" y="152"/>
                </a:lnTo>
                <a:lnTo>
                  <a:pt x="1209" y="152"/>
                </a:lnTo>
                <a:lnTo>
                  <a:pt x="1196" y="152"/>
                </a:lnTo>
                <a:lnTo>
                  <a:pt x="1179" y="157"/>
                </a:lnTo>
                <a:lnTo>
                  <a:pt x="1166" y="157"/>
                </a:lnTo>
                <a:lnTo>
                  <a:pt x="1148" y="157"/>
                </a:lnTo>
                <a:lnTo>
                  <a:pt x="1135" y="162"/>
                </a:lnTo>
                <a:lnTo>
                  <a:pt x="1118" y="162"/>
                </a:lnTo>
                <a:lnTo>
                  <a:pt x="1105" y="157"/>
                </a:lnTo>
                <a:lnTo>
                  <a:pt x="1092" y="157"/>
                </a:lnTo>
                <a:lnTo>
                  <a:pt x="1075" y="152"/>
                </a:lnTo>
                <a:lnTo>
                  <a:pt x="1062" y="147"/>
                </a:lnTo>
                <a:lnTo>
                  <a:pt x="1049" y="147"/>
                </a:lnTo>
                <a:lnTo>
                  <a:pt x="1036" y="147"/>
                </a:lnTo>
                <a:lnTo>
                  <a:pt x="1023" y="152"/>
                </a:lnTo>
                <a:lnTo>
                  <a:pt x="1010" y="157"/>
                </a:lnTo>
                <a:lnTo>
                  <a:pt x="997" y="157"/>
                </a:lnTo>
                <a:lnTo>
                  <a:pt x="980" y="157"/>
                </a:lnTo>
                <a:lnTo>
                  <a:pt x="967" y="157"/>
                </a:lnTo>
                <a:lnTo>
                  <a:pt x="954" y="147"/>
                </a:lnTo>
                <a:lnTo>
                  <a:pt x="941" y="138"/>
                </a:lnTo>
                <a:lnTo>
                  <a:pt x="928" y="128"/>
                </a:lnTo>
                <a:lnTo>
                  <a:pt x="911" y="123"/>
                </a:lnTo>
                <a:lnTo>
                  <a:pt x="898" y="123"/>
                </a:lnTo>
                <a:lnTo>
                  <a:pt x="885" y="119"/>
                </a:lnTo>
                <a:lnTo>
                  <a:pt x="872" y="109"/>
                </a:lnTo>
                <a:lnTo>
                  <a:pt x="859" y="104"/>
                </a:lnTo>
                <a:lnTo>
                  <a:pt x="846" y="104"/>
                </a:lnTo>
                <a:lnTo>
                  <a:pt x="833" y="104"/>
                </a:lnTo>
                <a:lnTo>
                  <a:pt x="820" y="109"/>
                </a:lnTo>
                <a:lnTo>
                  <a:pt x="807" y="119"/>
                </a:lnTo>
                <a:lnTo>
                  <a:pt x="794" y="119"/>
                </a:lnTo>
                <a:lnTo>
                  <a:pt x="781" y="128"/>
                </a:lnTo>
                <a:lnTo>
                  <a:pt x="768" y="128"/>
                </a:lnTo>
                <a:lnTo>
                  <a:pt x="755" y="119"/>
                </a:lnTo>
                <a:lnTo>
                  <a:pt x="738" y="114"/>
                </a:lnTo>
                <a:lnTo>
                  <a:pt x="725" y="114"/>
                </a:lnTo>
                <a:lnTo>
                  <a:pt x="708" y="104"/>
                </a:lnTo>
                <a:lnTo>
                  <a:pt x="695" y="104"/>
                </a:lnTo>
                <a:lnTo>
                  <a:pt x="682" y="109"/>
                </a:lnTo>
                <a:lnTo>
                  <a:pt x="669" y="114"/>
                </a:lnTo>
                <a:lnTo>
                  <a:pt x="656" y="119"/>
                </a:lnTo>
                <a:lnTo>
                  <a:pt x="643" y="123"/>
                </a:lnTo>
                <a:lnTo>
                  <a:pt x="630" y="128"/>
                </a:lnTo>
                <a:lnTo>
                  <a:pt x="617" y="128"/>
                </a:lnTo>
                <a:lnTo>
                  <a:pt x="604" y="128"/>
                </a:lnTo>
                <a:lnTo>
                  <a:pt x="591" y="128"/>
                </a:lnTo>
                <a:lnTo>
                  <a:pt x="574" y="128"/>
                </a:lnTo>
                <a:lnTo>
                  <a:pt x="561" y="128"/>
                </a:lnTo>
                <a:lnTo>
                  <a:pt x="548" y="123"/>
                </a:lnTo>
                <a:lnTo>
                  <a:pt x="535" y="123"/>
                </a:lnTo>
                <a:lnTo>
                  <a:pt x="522" y="123"/>
                </a:lnTo>
                <a:lnTo>
                  <a:pt x="505" y="123"/>
                </a:lnTo>
                <a:lnTo>
                  <a:pt x="492" y="123"/>
                </a:lnTo>
                <a:lnTo>
                  <a:pt x="479" y="123"/>
                </a:lnTo>
                <a:lnTo>
                  <a:pt x="466" y="133"/>
                </a:lnTo>
                <a:lnTo>
                  <a:pt x="453" y="138"/>
                </a:lnTo>
                <a:lnTo>
                  <a:pt x="440" y="143"/>
                </a:lnTo>
                <a:lnTo>
                  <a:pt x="427" y="143"/>
                </a:lnTo>
                <a:lnTo>
                  <a:pt x="414" y="143"/>
                </a:lnTo>
                <a:lnTo>
                  <a:pt x="401" y="133"/>
                </a:lnTo>
                <a:lnTo>
                  <a:pt x="388" y="128"/>
                </a:lnTo>
                <a:lnTo>
                  <a:pt x="375" y="128"/>
                </a:lnTo>
                <a:lnTo>
                  <a:pt x="362" y="128"/>
                </a:lnTo>
                <a:lnTo>
                  <a:pt x="341" y="123"/>
                </a:lnTo>
                <a:lnTo>
                  <a:pt x="328" y="123"/>
                </a:lnTo>
                <a:lnTo>
                  <a:pt x="315" y="133"/>
                </a:lnTo>
                <a:lnTo>
                  <a:pt x="302" y="143"/>
                </a:lnTo>
                <a:lnTo>
                  <a:pt x="289" y="152"/>
                </a:lnTo>
                <a:lnTo>
                  <a:pt x="276" y="157"/>
                </a:lnTo>
                <a:lnTo>
                  <a:pt x="263" y="157"/>
                </a:lnTo>
                <a:lnTo>
                  <a:pt x="250" y="152"/>
                </a:lnTo>
                <a:lnTo>
                  <a:pt x="237" y="147"/>
                </a:lnTo>
                <a:lnTo>
                  <a:pt x="224" y="147"/>
                </a:lnTo>
                <a:lnTo>
                  <a:pt x="211" y="143"/>
                </a:lnTo>
                <a:lnTo>
                  <a:pt x="198" y="143"/>
                </a:lnTo>
                <a:lnTo>
                  <a:pt x="185" y="143"/>
                </a:lnTo>
                <a:lnTo>
                  <a:pt x="168" y="143"/>
                </a:lnTo>
                <a:lnTo>
                  <a:pt x="151" y="143"/>
                </a:lnTo>
                <a:lnTo>
                  <a:pt x="138" y="143"/>
                </a:lnTo>
                <a:lnTo>
                  <a:pt x="125" y="143"/>
                </a:lnTo>
                <a:lnTo>
                  <a:pt x="112" y="147"/>
                </a:lnTo>
                <a:lnTo>
                  <a:pt x="99" y="147"/>
                </a:lnTo>
                <a:lnTo>
                  <a:pt x="86" y="147"/>
                </a:lnTo>
                <a:lnTo>
                  <a:pt x="73" y="152"/>
                </a:lnTo>
                <a:lnTo>
                  <a:pt x="60" y="157"/>
                </a:lnTo>
                <a:lnTo>
                  <a:pt x="47" y="162"/>
                </a:lnTo>
                <a:lnTo>
                  <a:pt x="30" y="171"/>
                </a:lnTo>
                <a:lnTo>
                  <a:pt x="12" y="176"/>
                </a:lnTo>
                <a:lnTo>
                  <a:pt x="0" y="185"/>
                </a:lnTo>
                <a:lnTo>
                  <a:pt x="0" y="37"/>
                </a:lnTo>
              </a:path>
            </a:pathLst>
          </a:custGeom>
          <a:ln w="127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7DB262C4-73C2-ABC3-43AB-73FD509D3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8" y="290513"/>
            <a:ext cx="61912" cy="5476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ECE3F3A1-0812-1AC7-53D6-5DD3F9D97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6438" y="387350"/>
            <a:ext cx="106362" cy="6667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4C7B74B-67F3-AB12-A291-718D63BE7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127000"/>
            <a:ext cx="4349750" cy="137795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152400" tIns="38100" rIns="152400" bIns="38100"/>
          <a:lstStyle>
            <a:lvl1pPr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RussianPay PIC $$$,$$$,$$9.99.</a:t>
            </a:r>
          </a:p>
          <a:p>
            <a:pPr>
              <a:lnSpc>
                <a:spcPct val="90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MOVE 12345.67 TO RussianPay.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chemeClr val="accent2"/>
                </a:solidFill>
                <a:latin typeface="Courier New" panose="02070309020205020404" pitchFamily="49" charset="0"/>
              </a:rPr>
              <a:t>INSPECT RussianPay REPLACING ALL "</a:t>
            </a:r>
            <a:r>
              <a:rPr lang="en-US" altLang="en-US" sz="1200" b="1"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$</a:t>
            </a:r>
            <a:r>
              <a:rPr lang="en-US" altLang="en-US" sz="1200" b="1">
                <a:solidFill>
                  <a:schemeClr val="accent2"/>
                </a:solidFill>
                <a:latin typeface="Courier New" panose="02070309020205020404" pitchFamily="49" charset="0"/>
              </a:rPr>
              <a:t>" BY  "</a:t>
            </a:r>
            <a:r>
              <a:rPr lang="en-US" altLang="en-US" sz="1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R</a:t>
            </a:r>
            <a:r>
              <a:rPr lang="en-US" altLang="en-US" sz="1200" b="1">
                <a:solidFill>
                  <a:schemeClr val="accent2"/>
                </a:solidFill>
                <a:latin typeface="Courier New" panose="02070309020205020404" pitchFamily="49" charset="0"/>
              </a:rPr>
              <a:t>".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DISPLAY RussianPay " roubles".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E6EBE1E1-DB45-5883-03DF-CFABDA510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" y="2163763"/>
            <a:ext cx="1549400" cy="3651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r"/>
            <a:r>
              <a:rPr lang="en-US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en-US" altLang="en-US" sz="18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R</a:t>
            </a:r>
            <a:r>
              <a:rPr lang="en-US" altLang="en-US" sz="1800" b="1"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12,345.67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09E05401-12A1-D343-ACF0-9E133B9AE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3" y="1900238"/>
            <a:ext cx="1192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400" b="1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RussianPay</a:t>
            </a:r>
          </a:p>
        </p:txBody>
      </p:sp>
      <p:sp useBgFill="1">
        <p:nvSpPr>
          <p:cNvPr id="5125" name="Freeform 5">
            <a:extLst>
              <a:ext uri="{FF2B5EF4-FFF2-40B4-BE49-F238E27FC236}">
                <a16:creationId xmlns:a16="http://schemas.microsoft.com/office/drawing/2014/main" id="{FEE27D01-94E5-07D5-0823-9E342CF7FB5A}"/>
              </a:ext>
            </a:extLst>
          </p:cNvPr>
          <p:cNvSpPr>
            <a:spLocks/>
          </p:cNvSpPr>
          <p:nvPr/>
        </p:nvSpPr>
        <p:spPr bwMode="auto">
          <a:xfrm>
            <a:off x="114300" y="377825"/>
            <a:ext cx="4478338" cy="652463"/>
          </a:xfrm>
          <a:custGeom>
            <a:avLst/>
            <a:gdLst>
              <a:gd name="T0" fmla="*/ 90 w 2821"/>
              <a:gd name="T1" fmla="*/ 28 h 411"/>
              <a:gd name="T2" fmla="*/ 181 w 2821"/>
              <a:gd name="T3" fmla="*/ 14 h 411"/>
              <a:gd name="T4" fmla="*/ 263 w 2821"/>
              <a:gd name="T5" fmla="*/ 57 h 411"/>
              <a:gd name="T6" fmla="*/ 345 w 2821"/>
              <a:gd name="T7" fmla="*/ 61 h 411"/>
              <a:gd name="T8" fmla="*/ 440 w 2821"/>
              <a:gd name="T9" fmla="*/ 61 h 411"/>
              <a:gd name="T10" fmla="*/ 526 w 2821"/>
              <a:gd name="T11" fmla="*/ 85 h 411"/>
              <a:gd name="T12" fmla="*/ 621 w 2821"/>
              <a:gd name="T13" fmla="*/ 85 h 411"/>
              <a:gd name="T14" fmla="*/ 729 w 2821"/>
              <a:gd name="T15" fmla="*/ 81 h 411"/>
              <a:gd name="T16" fmla="*/ 816 w 2821"/>
              <a:gd name="T17" fmla="*/ 90 h 411"/>
              <a:gd name="T18" fmla="*/ 915 w 2821"/>
              <a:gd name="T19" fmla="*/ 85 h 411"/>
              <a:gd name="T20" fmla="*/ 1010 w 2821"/>
              <a:gd name="T21" fmla="*/ 100 h 411"/>
              <a:gd name="T22" fmla="*/ 1114 w 2821"/>
              <a:gd name="T23" fmla="*/ 109 h 411"/>
              <a:gd name="T24" fmla="*/ 1256 w 2821"/>
              <a:gd name="T25" fmla="*/ 109 h 411"/>
              <a:gd name="T26" fmla="*/ 1420 w 2821"/>
              <a:gd name="T27" fmla="*/ 71 h 411"/>
              <a:gd name="T28" fmla="*/ 1494 w 2821"/>
              <a:gd name="T29" fmla="*/ 100 h 411"/>
              <a:gd name="T30" fmla="*/ 1576 w 2821"/>
              <a:gd name="T31" fmla="*/ 114 h 411"/>
              <a:gd name="T32" fmla="*/ 1662 w 2821"/>
              <a:gd name="T33" fmla="*/ 104 h 411"/>
              <a:gd name="T34" fmla="*/ 1744 w 2821"/>
              <a:gd name="T35" fmla="*/ 114 h 411"/>
              <a:gd name="T36" fmla="*/ 1835 w 2821"/>
              <a:gd name="T37" fmla="*/ 114 h 411"/>
              <a:gd name="T38" fmla="*/ 1926 w 2821"/>
              <a:gd name="T39" fmla="*/ 100 h 411"/>
              <a:gd name="T40" fmla="*/ 2047 w 2821"/>
              <a:gd name="T41" fmla="*/ 95 h 411"/>
              <a:gd name="T42" fmla="*/ 2137 w 2821"/>
              <a:gd name="T43" fmla="*/ 52 h 411"/>
              <a:gd name="T44" fmla="*/ 2237 w 2821"/>
              <a:gd name="T45" fmla="*/ 76 h 411"/>
              <a:gd name="T46" fmla="*/ 2323 w 2821"/>
              <a:gd name="T47" fmla="*/ 66 h 411"/>
              <a:gd name="T48" fmla="*/ 2409 w 2821"/>
              <a:gd name="T49" fmla="*/ 76 h 411"/>
              <a:gd name="T50" fmla="*/ 2513 w 2821"/>
              <a:gd name="T51" fmla="*/ 61 h 411"/>
              <a:gd name="T52" fmla="*/ 2604 w 2821"/>
              <a:gd name="T53" fmla="*/ 33 h 411"/>
              <a:gd name="T54" fmla="*/ 2724 w 2821"/>
              <a:gd name="T55" fmla="*/ 23 h 411"/>
              <a:gd name="T56" fmla="*/ 2820 w 2821"/>
              <a:gd name="T57" fmla="*/ 5 h 411"/>
              <a:gd name="T58" fmla="*/ 2742 w 2821"/>
              <a:gd name="T59" fmla="*/ 333 h 411"/>
              <a:gd name="T60" fmla="*/ 2664 w 2821"/>
              <a:gd name="T61" fmla="*/ 333 h 411"/>
              <a:gd name="T62" fmla="*/ 2595 w 2821"/>
              <a:gd name="T63" fmla="*/ 262 h 411"/>
              <a:gd name="T64" fmla="*/ 2547 w 2821"/>
              <a:gd name="T65" fmla="*/ 195 h 411"/>
              <a:gd name="T66" fmla="*/ 2478 w 2821"/>
              <a:gd name="T67" fmla="*/ 143 h 411"/>
              <a:gd name="T68" fmla="*/ 2396 w 2821"/>
              <a:gd name="T69" fmla="*/ 128 h 411"/>
              <a:gd name="T70" fmla="*/ 2327 w 2821"/>
              <a:gd name="T71" fmla="*/ 123 h 411"/>
              <a:gd name="T72" fmla="*/ 2284 w 2821"/>
              <a:gd name="T73" fmla="*/ 247 h 411"/>
              <a:gd name="T74" fmla="*/ 2103 w 2821"/>
              <a:gd name="T75" fmla="*/ 128 h 411"/>
              <a:gd name="T76" fmla="*/ 2025 w 2821"/>
              <a:gd name="T77" fmla="*/ 147 h 411"/>
              <a:gd name="T78" fmla="*/ 1947 w 2821"/>
              <a:gd name="T79" fmla="*/ 143 h 411"/>
              <a:gd name="T80" fmla="*/ 1861 w 2821"/>
              <a:gd name="T81" fmla="*/ 157 h 411"/>
              <a:gd name="T82" fmla="*/ 1774 w 2821"/>
              <a:gd name="T83" fmla="*/ 147 h 411"/>
              <a:gd name="T84" fmla="*/ 1697 w 2821"/>
              <a:gd name="T85" fmla="*/ 157 h 411"/>
              <a:gd name="T86" fmla="*/ 1606 w 2821"/>
              <a:gd name="T87" fmla="*/ 152 h 411"/>
              <a:gd name="T88" fmla="*/ 1507 w 2821"/>
              <a:gd name="T89" fmla="*/ 162 h 411"/>
              <a:gd name="T90" fmla="*/ 1429 w 2821"/>
              <a:gd name="T91" fmla="*/ 157 h 411"/>
              <a:gd name="T92" fmla="*/ 1360 w 2821"/>
              <a:gd name="T93" fmla="*/ 152 h 411"/>
              <a:gd name="T94" fmla="*/ 1278 w 2821"/>
              <a:gd name="T95" fmla="*/ 166 h 411"/>
              <a:gd name="T96" fmla="*/ 1196 w 2821"/>
              <a:gd name="T97" fmla="*/ 152 h 411"/>
              <a:gd name="T98" fmla="*/ 1105 w 2821"/>
              <a:gd name="T99" fmla="*/ 157 h 411"/>
              <a:gd name="T100" fmla="*/ 1023 w 2821"/>
              <a:gd name="T101" fmla="*/ 152 h 411"/>
              <a:gd name="T102" fmla="*/ 941 w 2821"/>
              <a:gd name="T103" fmla="*/ 138 h 411"/>
              <a:gd name="T104" fmla="*/ 859 w 2821"/>
              <a:gd name="T105" fmla="*/ 104 h 411"/>
              <a:gd name="T106" fmla="*/ 781 w 2821"/>
              <a:gd name="T107" fmla="*/ 128 h 411"/>
              <a:gd name="T108" fmla="*/ 695 w 2821"/>
              <a:gd name="T109" fmla="*/ 104 h 411"/>
              <a:gd name="T110" fmla="*/ 617 w 2821"/>
              <a:gd name="T111" fmla="*/ 128 h 411"/>
              <a:gd name="T112" fmla="*/ 535 w 2821"/>
              <a:gd name="T113" fmla="*/ 123 h 411"/>
              <a:gd name="T114" fmla="*/ 453 w 2821"/>
              <a:gd name="T115" fmla="*/ 138 h 411"/>
              <a:gd name="T116" fmla="*/ 375 w 2821"/>
              <a:gd name="T117" fmla="*/ 128 h 411"/>
              <a:gd name="T118" fmla="*/ 289 w 2821"/>
              <a:gd name="T119" fmla="*/ 152 h 411"/>
              <a:gd name="T120" fmla="*/ 211 w 2821"/>
              <a:gd name="T121" fmla="*/ 143 h 411"/>
              <a:gd name="T122" fmla="*/ 125 w 2821"/>
              <a:gd name="T123" fmla="*/ 143 h 411"/>
              <a:gd name="T124" fmla="*/ 47 w 2821"/>
              <a:gd name="T125" fmla="*/ 162 h 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821" h="411">
                <a:moveTo>
                  <a:pt x="0" y="37"/>
                </a:moveTo>
                <a:lnTo>
                  <a:pt x="25" y="28"/>
                </a:lnTo>
                <a:lnTo>
                  <a:pt x="47" y="33"/>
                </a:lnTo>
                <a:lnTo>
                  <a:pt x="60" y="33"/>
                </a:lnTo>
                <a:lnTo>
                  <a:pt x="77" y="33"/>
                </a:lnTo>
                <a:lnTo>
                  <a:pt x="90" y="28"/>
                </a:lnTo>
                <a:lnTo>
                  <a:pt x="103" y="23"/>
                </a:lnTo>
                <a:lnTo>
                  <a:pt x="121" y="23"/>
                </a:lnTo>
                <a:lnTo>
                  <a:pt x="138" y="14"/>
                </a:lnTo>
                <a:lnTo>
                  <a:pt x="151" y="14"/>
                </a:lnTo>
                <a:lnTo>
                  <a:pt x="164" y="14"/>
                </a:lnTo>
                <a:lnTo>
                  <a:pt x="181" y="14"/>
                </a:lnTo>
                <a:lnTo>
                  <a:pt x="194" y="14"/>
                </a:lnTo>
                <a:lnTo>
                  <a:pt x="207" y="23"/>
                </a:lnTo>
                <a:lnTo>
                  <a:pt x="224" y="28"/>
                </a:lnTo>
                <a:lnTo>
                  <a:pt x="233" y="42"/>
                </a:lnTo>
                <a:lnTo>
                  <a:pt x="250" y="47"/>
                </a:lnTo>
                <a:lnTo>
                  <a:pt x="263" y="57"/>
                </a:lnTo>
                <a:lnTo>
                  <a:pt x="276" y="61"/>
                </a:lnTo>
                <a:lnTo>
                  <a:pt x="293" y="61"/>
                </a:lnTo>
                <a:lnTo>
                  <a:pt x="306" y="61"/>
                </a:lnTo>
                <a:lnTo>
                  <a:pt x="319" y="61"/>
                </a:lnTo>
                <a:lnTo>
                  <a:pt x="332" y="61"/>
                </a:lnTo>
                <a:lnTo>
                  <a:pt x="345" y="61"/>
                </a:lnTo>
                <a:lnTo>
                  <a:pt x="358" y="61"/>
                </a:lnTo>
                <a:lnTo>
                  <a:pt x="371" y="57"/>
                </a:lnTo>
                <a:lnTo>
                  <a:pt x="384" y="57"/>
                </a:lnTo>
                <a:lnTo>
                  <a:pt x="405" y="57"/>
                </a:lnTo>
                <a:lnTo>
                  <a:pt x="423" y="61"/>
                </a:lnTo>
                <a:lnTo>
                  <a:pt x="440" y="61"/>
                </a:lnTo>
                <a:lnTo>
                  <a:pt x="457" y="66"/>
                </a:lnTo>
                <a:lnTo>
                  <a:pt x="470" y="71"/>
                </a:lnTo>
                <a:lnTo>
                  <a:pt x="483" y="76"/>
                </a:lnTo>
                <a:lnTo>
                  <a:pt x="496" y="81"/>
                </a:lnTo>
                <a:lnTo>
                  <a:pt x="509" y="81"/>
                </a:lnTo>
                <a:lnTo>
                  <a:pt x="526" y="85"/>
                </a:lnTo>
                <a:lnTo>
                  <a:pt x="539" y="85"/>
                </a:lnTo>
                <a:lnTo>
                  <a:pt x="561" y="85"/>
                </a:lnTo>
                <a:lnTo>
                  <a:pt x="578" y="85"/>
                </a:lnTo>
                <a:lnTo>
                  <a:pt x="595" y="85"/>
                </a:lnTo>
                <a:lnTo>
                  <a:pt x="608" y="85"/>
                </a:lnTo>
                <a:lnTo>
                  <a:pt x="621" y="85"/>
                </a:lnTo>
                <a:lnTo>
                  <a:pt x="643" y="85"/>
                </a:lnTo>
                <a:lnTo>
                  <a:pt x="665" y="81"/>
                </a:lnTo>
                <a:lnTo>
                  <a:pt x="682" y="81"/>
                </a:lnTo>
                <a:lnTo>
                  <a:pt x="699" y="81"/>
                </a:lnTo>
                <a:lnTo>
                  <a:pt x="716" y="81"/>
                </a:lnTo>
                <a:lnTo>
                  <a:pt x="729" y="81"/>
                </a:lnTo>
                <a:lnTo>
                  <a:pt x="742" y="81"/>
                </a:lnTo>
                <a:lnTo>
                  <a:pt x="755" y="81"/>
                </a:lnTo>
                <a:lnTo>
                  <a:pt x="768" y="85"/>
                </a:lnTo>
                <a:lnTo>
                  <a:pt x="781" y="85"/>
                </a:lnTo>
                <a:lnTo>
                  <a:pt x="803" y="90"/>
                </a:lnTo>
                <a:lnTo>
                  <a:pt x="816" y="90"/>
                </a:lnTo>
                <a:lnTo>
                  <a:pt x="833" y="85"/>
                </a:lnTo>
                <a:lnTo>
                  <a:pt x="855" y="85"/>
                </a:lnTo>
                <a:lnTo>
                  <a:pt x="872" y="85"/>
                </a:lnTo>
                <a:lnTo>
                  <a:pt x="889" y="85"/>
                </a:lnTo>
                <a:lnTo>
                  <a:pt x="902" y="85"/>
                </a:lnTo>
                <a:lnTo>
                  <a:pt x="915" y="85"/>
                </a:lnTo>
                <a:lnTo>
                  <a:pt x="928" y="85"/>
                </a:lnTo>
                <a:lnTo>
                  <a:pt x="941" y="85"/>
                </a:lnTo>
                <a:lnTo>
                  <a:pt x="958" y="90"/>
                </a:lnTo>
                <a:lnTo>
                  <a:pt x="976" y="90"/>
                </a:lnTo>
                <a:lnTo>
                  <a:pt x="993" y="95"/>
                </a:lnTo>
                <a:lnTo>
                  <a:pt x="1010" y="100"/>
                </a:lnTo>
                <a:lnTo>
                  <a:pt x="1027" y="100"/>
                </a:lnTo>
                <a:lnTo>
                  <a:pt x="1040" y="100"/>
                </a:lnTo>
                <a:lnTo>
                  <a:pt x="1062" y="104"/>
                </a:lnTo>
                <a:lnTo>
                  <a:pt x="1088" y="109"/>
                </a:lnTo>
                <a:lnTo>
                  <a:pt x="1100" y="109"/>
                </a:lnTo>
                <a:lnTo>
                  <a:pt x="1114" y="109"/>
                </a:lnTo>
                <a:lnTo>
                  <a:pt x="1131" y="109"/>
                </a:lnTo>
                <a:lnTo>
                  <a:pt x="1144" y="109"/>
                </a:lnTo>
                <a:lnTo>
                  <a:pt x="1157" y="109"/>
                </a:lnTo>
                <a:lnTo>
                  <a:pt x="1170" y="109"/>
                </a:lnTo>
                <a:lnTo>
                  <a:pt x="1213" y="109"/>
                </a:lnTo>
                <a:lnTo>
                  <a:pt x="1256" y="109"/>
                </a:lnTo>
                <a:lnTo>
                  <a:pt x="1299" y="109"/>
                </a:lnTo>
                <a:lnTo>
                  <a:pt x="1317" y="109"/>
                </a:lnTo>
                <a:lnTo>
                  <a:pt x="1334" y="109"/>
                </a:lnTo>
                <a:lnTo>
                  <a:pt x="1351" y="109"/>
                </a:lnTo>
                <a:lnTo>
                  <a:pt x="1364" y="104"/>
                </a:lnTo>
                <a:lnTo>
                  <a:pt x="1420" y="71"/>
                </a:lnTo>
                <a:lnTo>
                  <a:pt x="1429" y="85"/>
                </a:lnTo>
                <a:lnTo>
                  <a:pt x="1437" y="104"/>
                </a:lnTo>
                <a:lnTo>
                  <a:pt x="1455" y="109"/>
                </a:lnTo>
                <a:lnTo>
                  <a:pt x="1468" y="104"/>
                </a:lnTo>
                <a:lnTo>
                  <a:pt x="1481" y="104"/>
                </a:lnTo>
                <a:lnTo>
                  <a:pt x="1494" y="100"/>
                </a:lnTo>
                <a:lnTo>
                  <a:pt x="1507" y="104"/>
                </a:lnTo>
                <a:lnTo>
                  <a:pt x="1524" y="109"/>
                </a:lnTo>
                <a:lnTo>
                  <a:pt x="1537" y="109"/>
                </a:lnTo>
                <a:lnTo>
                  <a:pt x="1550" y="114"/>
                </a:lnTo>
                <a:lnTo>
                  <a:pt x="1563" y="114"/>
                </a:lnTo>
                <a:lnTo>
                  <a:pt x="1576" y="114"/>
                </a:lnTo>
                <a:lnTo>
                  <a:pt x="1589" y="114"/>
                </a:lnTo>
                <a:lnTo>
                  <a:pt x="1602" y="114"/>
                </a:lnTo>
                <a:lnTo>
                  <a:pt x="1614" y="109"/>
                </a:lnTo>
                <a:lnTo>
                  <a:pt x="1627" y="109"/>
                </a:lnTo>
                <a:lnTo>
                  <a:pt x="1645" y="109"/>
                </a:lnTo>
                <a:lnTo>
                  <a:pt x="1662" y="104"/>
                </a:lnTo>
                <a:lnTo>
                  <a:pt x="1675" y="100"/>
                </a:lnTo>
                <a:lnTo>
                  <a:pt x="1688" y="100"/>
                </a:lnTo>
                <a:lnTo>
                  <a:pt x="1705" y="100"/>
                </a:lnTo>
                <a:lnTo>
                  <a:pt x="1719" y="95"/>
                </a:lnTo>
                <a:lnTo>
                  <a:pt x="1731" y="100"/>
                </a:lnTo>
                <a:lnTo>
                  <a:pt x="1744" y="114"/>
                </a:lnTo>
                <a:lnTo>
                  <a:pt x="1757" y="119"/>
                </a:lnTo>
                <a:lnTo>
                  <a:pt x="1774" y="119"/>
                </a:lnTo>
                <a:lnTo>
                  <a:pt x="1787" y="119"/>
                </a:lnTo>
                <a:lnTo>
                  <a:pt x="1800" y="119"/>
                </a:lnTo>
                <a:lnTo>
                  <a:pt x="1817" y="119"/>
                </a:lnTo>
                <a:lnTo>
                  <a:pt x="1835" y="114"/>
                </a:lnTo>
                <a:lnTo>
                  <a:pt x="1852" y="109"/>
                </a:lnTo>
                <a:lnTo>
                  <a:pt x="1870" y="109"/>
                </a:lnTo>
                <a:lnTo>
                  <a:pt x="1883" y="104"/>
                </a:lnTo>
                <a:lnTo>
                  <a:pt x="1900" y="104"/>
                </a:lnTo>
                <a:lnTo>
                  <a:pt x="1913" y="100"/>
                </a:lnTo>
                <a:lnTo>
                  <a:pt x="1926" y="100"/>
                </a:lnTo>
                <a:lnTo>
                  <a:pt x="1939" y="100"/>
                </a:lnTo>
                <a:lnTo>
                  <a:pt x="1990" y="100"/>
                </a:lnTo>
                <a:lnTo>
                  <a:pt x="2003" y="100"/>
                </a:lnTo>
                <a:lnTo>
                  <a:pt x="2021" y="100"/>
                </a:lnTo>
                <a:lnTo>
                  <a:pt x="2034" y="100"/>
                </a:lnTo>
                <a:lnTo>
                  <a:pt x="2047" y="95"/>
                </a:lnTo>
                <a:lnTo>
                  <a:pt x="2064" y="85"/>
                </a:lnTo>
                <a:lnTo>
                  <a:pt x="2086" y="81"/>
                </a:lnTo>
                <a:lnTo>
                  <a:pt x="2098" y="76"/>
                </a:lnTo>
                <a:lnTo>
                  <a:pt x="2111" y="66"/>
                </a:lnTo>
                <a:lnTo>
                  <a:pt x="2124" y="61"/>
                </a:lnTo>
                <a:lnTo>
                  <a:pt x="2137" y="52"/>
                </a:lnTo>
                <a:lnTo>
                  <a:pt x="2150" y="52"/>
                </a:lnTo>
                <a:lnTo>
                  <a:pt x="2163" y="57"/>
                </a:lnTo>
                <a:lnTo>
                  <a:pt x="2185" y="61"/>
                </a:lnTo>
                <a:lnTo>
                  <a:pt x="2198" y="61"/>
                </a:lnTo>
                <a:lnTo>
                  <a:pt x="2219" y="71"/>
                </a:lnTo>
                <a:lnTo>
                  <a:pt x="2237" y="76"/>
                </a:lnTo>
                <a:lnTo>
                  <a:pt x="2250" y="76"/>
                </a:lnTo>
                <a:lnTo>
                  <a:pt x="2263" y="76"/>
                </a:lnTo>
                <a:lnTo>
                  <a:pt x="2275" y="71"/>
                </a:lnTo>
                <a:lnTo>
                  <a:pt x="2293" y="71"/>
                </a:lnTo>
                <a:lnTo>
                  <a:pt x="2306" y="66"/>
                </a:lnTo>
                <a:lnTo>
                  <a:pt x="2323" y="66"/>
                </a:lnTo>
                <a:lnTo>
                  <a:pt x="2344" y="66"/>
                </a:lnTo>
                <a:lnTo>
                  <a:pt x="2357" y="66"/>
                </a:lnTo>
                <a:lnTo>
                  <a:pt x="2370" y="71"/>
                </a:lnTo>
                <a:lnTo>
                  <a:pt x="2383" y="71"/>
                </a:lnTo>
                <a:lnTo>
                  <a:pt x="2396" y="76"/>
                </a:lnTo>
                <a:lnTo>
                  <a:pt x="2409" y="76"/>
                </a:lnTo>
                <a:lnTo>
                  <a:pt x="2427" y="76"/>
                </a:lnTo>
                <a:lnTo>
                  <a:pt x="2448" y="71"/>
                </a:lnTo>
                <a:lnTo>
                  <a:pt x="2470" y="71"/>
                </a:lnTo>
                <a:lnTo>
                  <a:pt x="2483" y="71"/>
                </a:lnTo>
                <a:lnTo>
                  <a:pt x="2500" y="66"/>
                </a:lnTo>
                <a:lnTo>
                  <a:pt x="2513" y="61"/>
                </a:lnTo>
                <a:lnTo>
                  <a:pt x="2526" y="52"/>
                </a:lnTo>
                <a:lnTo>
                  <a:pt x="2539" y="47"/>
                </a:lnTo>
                <a:lnTo>
                  <a:pt x="2556" y="42"/>
                </a:lnTo>
                <a:lnTo>
                  <a:pt x="2573" y="42"/>
                </a:lnTo>
                <a:lnTo>
                  <a:pt x="2591" y="38"/>
                </a:lnTo>
                <a:lnTo>
                  <a:pt x="2604" y="33"/>
                </a:lnTo>
                <a:lnTo>
                  <a:pt x="2621" y="28"/>
                </a:lnTo>
                <a:lnTo>
                  <a:pt x="2634" y="23"/>
                </a:lnTo>
                <a:lnTo>
                  <a:pt x="2647" y="19"/>
                </a:lnTo>
                <a:lnTo>
                  <a:pt x="2694" y="0"/>
                </a:lnTo>
                <a:lnTo>
                  <a:pt x="2716" y="9"/>
                </a:lnTo>
                <a:lnTo>
                  <a:pt x="2724" y="23"/>
                </a:lnTo>
                <a:lnTo>
                  <a:pt x="2737" y="28"/>
                </a:lnTo>
                <a:lnTo>
                  <a:pt x="2751" y="28"/>
                </a:lnTo>
                <a:lnTo>
                  <a:pt x="2772" y="23"/>
                </a:lnTo>
                <a:lnTo>
                  <a:pt x="2785" y="19"/>
                </a:lnTo>
                <a:lnTo>
                  <a:pt x="2798" y="9"/>
                </a:lnTo>
                <a:lnTo>
                  <a:pt x="2820" y="5"/>
                </a:lnTo>
                <a:lnTo>
                  <a:pt x="2820" y="410"/>
                </a:lnTo>
                <a:lnTo>
                  <a:pt x="2772" y="386"/>
                </a:lnTo>
                <a:lnTo>
                  <a:pt x="2764" y="371"/>
                </a:lnTo>
                <a:lnTo>
                  <a:pt x="2759" y="357"/>
                </a:lnTo>
                <a:lnTo>
                  <a:pt x="2755" y="343"/>
                </a:lnTo>
                <a:lnTo>
                  <a:pt x="2742" y="333"/>
                </a:lnTo>
                <a:lnTo>
                  <a:pt x="2729" y="333"/>
                </a:lnTo>
                <a:lnTo>
                  <a:pt x="2716" y="348"/>
                </a:lnTo>
                <a:lnTo>
                  <a:pt x="2703" y="333"/>
                </a:lnTo>
                <a:lnTo>
                  <a:pt x="2690" y="338"/>
                </a:lnTo>
                <a:lnTo>
                  <a:pt x="2672" y="348"/>
                </a:lnTo>
                <a:lnTo>
                  <a:pt x="2664" y="333"/>
                </a:lnTo>
                <a:lnTo>
                  <a:pt x="2651" y="328"/>
                </a:lnTo>
                <a:lnTo>
                  <a:pt x="2638" y="319"/>
                </a:lnTo>
                <a:lnTo>
                  <a:pt x="2630" y="305"/>
                </a:lnTo>
                <a:lnTo>
                  <a:pt x="2617" y="290"/>
                </a:lnTo>
                <a:lnTo>
                  <a:pt x="2604" y="276"/>
                </a:lnTo>
                <a:lnTo>
                  <a:pt x="2595" y="262"/>
                </a:lnTo>
                <a:lnTo>
                  <a:pt x="2582" y="271"/>
                </a:lnTo>
                <a:lnTo>
                  <a:pt x="2569" y="262"/>
                </a:lnTo>
                <a:lnTo>
                  <a:pt x="2569" y="247"/>
                </a:lnTo>
                <a:lnTo>
                  <a:pt x="2560" y="228"/>
                </a:lnTo>
                <a:lnTo>
                  <a:pt x="2552" y="209"/>
                </a:lnTo>
                <a:lnTo>
                  <a:pt x="2547" y="195"/>
                </a:lnTo>
                <a:lnTo>
                  <a:pt x="2534" y="185"/>
                </a:lnTo>
                <a:lnTo>
                  <a:pt x="2517" y="195"/>
                </a:lnTo>
                <a:lnTo>
                  <a:pt x="2508" y="176"/>
                </a:lnTo>
                <a:lnTo>
                  <a:pt x="2500" y="162"/>
                </a:lnTo>
                <a:lnTo>
                  <a:pt x="2487" y="157"/>
                </a:lnTo>
                <a:lnTo>
                  <a:pt x="2478" y="143"/>
                </a:lnTo>
                <a:lnTo>
                  <a:pt x="2465" y="143"/>
                </a:lnTo>
                <a:lnTo>
                  <a:pt x="2453" y="143"/>
                </a:lnTo>
                <a:lnTo>
                  <a:pt x="2440" y="138"/>
                </a:lnTo>
                <a:lnTo>
                  <a:pt x="2422" y="128"/>
                </a:lnTo>
                <a:lnTo>
                  <a:pt x="2409" y="128"/>
                </a:lnTo>
                <a:lnTo>
                  <a:pt x="2396" y="128"/>
                </a:lnTo>
                <a:lnTo>
                  <a:pt x="2379" y="123"/>
                </a:lnTo>
                <a:lnTo>
                  <a:pt x="2366" y="119"/>
                </a:lnTo>
                <a:lnTo>
                  <a:pt x="2357" y="104"/>
                </a:lnTo>
                <a:lnTo>
                  <a:pt x="2344" y="104"/>
                </a:lnTo>
                <a:lnTo>
                  <a:pt x="2331" y="109"/>
                </a:lnTo>
                <a:lnTo>
                  <a:pt x="2327" y="123"/>
                </a:lnTo>
                <a:lnTo>
                  <a:pt x="2314" y="138"/>
                </a:lnTo>
                <a:lnTo>
                  <a:pt x="2301" y="143"/>
                </a:lnTo>
                <a:lnTo>
                  <a:pt x="2327" y="276"/>
                </a:lnTo>
                <a:lnTo>
                  <a:pt x="2310" y="271"/>
                </a:lnTo>
                <a:lnTo>
                  <a:pt x="2297" y="262"/>
                </a:lnTo>
                <a:lnTo>
                  <a:pt x="2284" y="247"/>
                </a:lnTo>
                <a:lnTo>
                  <a:pt x="2163" y="157"/>
                </a:lnTo>
                <a:lnTo>
                  <a:pt x="2150" y="147"/>
                </a:lnTo>
                <a:lnTo>
                  <a:pt x="2137" y="138"/>
                </a:lnTo>
                <a:lnTo>
                  <a:pt x="2128" y="123"/>
                </a:lnTo>
                <a:lnTo>
                  <a:pt x="2116" y="119"/>
                </a:lnTo>
                <a:lnTo>
                  <a:pt x="2103" y="128"/>
                </a:lnTo>
                <a:lnTo>
                  <a:pt x="2094" y="143"/>
                </a:lnTo>
                <a:lnTo>
                  <a:pt x="2077" y="157"/>
                </a:lnTo>
                <a:lnTo>
                  <a:pt x="2064" y="162"/>
                </a:lnTo>
                <a:lnTo>
                  <a:pt x="2051" y="162"/>
                </a:lnTo>
                <a:lnTo>
                  <a:pt x="2038" y="152"/>
                </a:lnTo>
                <a:lnTo>
                  <a:pt x="2025" y="147"/>
                </a:lnTo>
                <a:lnTo>
                  <a:pt x="2012" y="157"/>
                </a:lnTo>
                <a:lnTo>
                  <a:pt x="1999" y="143"/>
                </a:lnTo>
                <a:lnTo>
                  <a:pt x="1986" y="147"/>
                </a:lnTo>
                <a:lnTo>
                  <a:pt x="1973" y="157"/>
                </a:lnTo>
                <a:lnTo>
                  <a:pt x="1960" y="147"/>
                </a:lnTo>
                <a:lnTo>
                  <a:pt x="1947" y="143"/>
                </a:lnTo>
                <a:lnTo>
                  <a:pt x="1934" y="143"/>
                </a:lnTo>
                <a:lnTo>
                  <a:pt x="1921" y="147"/>
                </a:lnTo>
                <a:lnTo>
                  <a:pt x="1908" y="147"/>
                </a:lnTo>
                <a:lnTo>
                  <a:pt x="1896" y="143"/>
                </a:lnTo>
                <a:lnTo>
                  <a:pt x="1878" y="147"/>
                </a:lnTo>
                <a:lnTo>
                  <a:pt x="1861" y="157"/>
                </a:lnTo>
                <a:lnTo>
                  <a:pt x="1848" y="157"/>
                </a:lnTo>
                <a:lnTo>
                  <a:pt x="1830" y="162"/>
                </a:lnTo>
                <a:lnTo>
                  <a:pt x="1817" y="162"/>
                </a:lnTo>
                <a:lnTo>
                  <a:pt x="1800" y="152"/>
                </a:lnTo>
                <a:lnTo>
                  <a:pt x="1787" y="147"/>
                </a:lnTo>
                <a:lnTo>
                  <a:pt x="1774" y="147"/>
                </a:lnTo>
                <a:lnTo>
                  <a:pt x="1761" y="157"/>
                </a:lnTo>
                <a:lnTo>
                  <a:pt x="1744" y="171"/>
                </a:lnTo>
                <a:lnTo>
                  <a:pt x="1731" y="181"/>
                </a:lnTo>
                <a:lnTo>
                  <a:pt x="1723" y="166"/>
                </a:lnTo>
                <a:lnTo>
                  <a:pt x="1710" y="157"/>
                </a:lnTo>
                <a:lnTo>
                  <a:pt x="1697" y="157"/>
                </a:lnTo>
                <a:lnTo>
                  <a:pt x="1684" y="162"/>
                </a:lnTo>
                <a:lnTo>
                  <a:pt x="1671" y="166"/>
                </a:lnTo>
                <a:lnTo>
                  <a:pt x="1653" y="166"/>
                </a:lnTo>
                <a:lnTo>
                  <a:pt x="1636" y="162"/>
                </a:lnTo>
                <a:lnTo>
                  <a:pt x="1619" y="157"/>
                </a:lnTo>
                <a:lnTo>
                  <a:pt x="1606" y="152"/>
                </a:lnTo>
                <a:lnTo>
                  <a:pt x="1584" y="157"/>
                </a:lnTo>
                <a:lnTo>
                  <a:pt x="1572" y="162"/>
                </a:lnTo>
                <a:lnTo>
                  <a:pt x="1554" y="166"/>
                </a:lnTo>
                <a:lnTo>
                  <a:pt x="1533" y="176"/>
                </a:lnTo>
                <a:lnTo>
                  <a:pt x="1520" y="171"/>
                </a:lnTo>
                <a:lnTo>
                  <a:pt x="1507" y="162"/>
                </a:lnTo>
                <a:lnTo>
                  <a:pt x="1494" y="152"/>
                </a:lnTo>
                <a:lnTo>
                  <a:pt x="1481" y="157"/>
                </a:lnTo>
                <a:lnTo>
                  <a:pt x="1468" y="157"/>
                </a:lnTo>
                <a:lnTo>
                  <a:pt x="1455" y="157"/>
                </a:lnTo>
                <a:lnTo>
                  <a:pt x="1442" y="157"/>
                </a:lnTo>
                <a:lnTo>
                  <a:pt x="1429" y="157"/>
                </a:lnTo>
                <a:lnTo>
                  <a:pt x="1416" y="157"/>
                </a:lnTo>
                <a:lnTo>
                  <a:pt x="1338" y="276"/>
                </a:lnTo>
                <a:lnTo>
                  <a:pt x="1399" y="147"/>
                </a:lnTo>
                <a:lnTo>
                  <a:pt x="1386" y="147"/>
                </a:lnTo>
                <a:lnTo>
                  <a:pt x="1373" y="147"/>
                </a:lnTo>
                <a:lnTo>
                  <a:pt x="1360" y="152"/>
                </a:lnTo>
                <a:lnTo>
                  <a:pt x="1343" y="152"/>
                </a:lnTo>
                <a:lnTo>
                  <a:pt x="1330" y="152"/>
                </a:lnTo>
                <a:lnTo>
                  <a:pt x="1317" y="157"/>
                </a:lnTo>
                <a:lnTo>
                  <a:pt x="1304" y="166"/>
                </a:lnTo>
                <a:lnTo>
                  <a:pt x="1291" y="166"/>
                </a:lnTo>
                <a:lnTo>
                  <a:pt x="1278" y="166"/>
                </a:lnTo>
                <a:lnTo>
                  <a:pt x="1265" y="166"/>
                </a:lnTo>
                <a:lnTo>
                  <a:pt x="1252" y="166"/>
                </a:lnTo>
                <a:lnTo>
                  <a:pt x="1239" y="157"/>
                </a:lnTo>
                <a:lnTo>
                  <a:pt x="1222" y="152"/>
                </a:lnTo>
                <a:lnTo>
                  <a:pt x="1209" y="152"/>
                </a:lnTo>
                <a:lnTo>
                  <a:pt x="1196" y="152"/>
                </a:lnTo>
                <a:lnTo>
                  <a:pt x="1179" y="157"/>
                </a:lnTo>
                <a:lnTo>
                  <a:pt x="1166" y="157"/>
                </a:lnTo>
                <a:lnTo>
                  <a:pt x="1148" y="157"/>
                </a:lnTo>
                <a:lnTo>
                  <a:pt x="1135" y="162"/>
                </a:lnTo>
                <a:lnTo>
                  <a:pt x="1118" y="162"/>
                </a:lnTo>
                <a:lnTo>
                  <a:pt x="1105" y="157"/>
                </a:lnTo>
                <a:lnTo>
                  <a:pt x="1092" y="157"/>
                </a:lnTo>
                <a:lnTo>
                  <a:pt x="1075" y="152"/>
                </a:lnTo>
                <a:lnTo>
                  <a:pt x="1062" y="147"/>
                </a:lnTo>
                <a:lnTo>
                  <a:pt x="1049" y="147"/>
                </a:lnTo>
                <a:lnTo>
                  <a:pt x="1036" y="147"/>
                </a:lnTo>
                <a:lnTo>
                  <a:pt x="1023" y="152"/>
                </a:lnTo>
                <a:lnTo>
                  <a:pt x="1010" y="157"/>
                </a:lnTo>
                <a:lnTo>
                  <a:pt x="997" y="157"/>
                </a:lnTo>
                <a:lnTo>
                  <a:pt x="980" y="157"/>
                </a:lnTo>
                <a:lnTo>
                  <a:pt x="967" y="157"/>
                </a:lnTo>
                <a:lnTo>
                  <a:pt x="954" y="147"/>
                </a:lnTo>
                <a:lnTo>
                  <a:pt x="941" y="138"/>
                </a:lnTo>
                <a:lnTo>
                  <a:pt x="928" y="128"/>
                </a:lnTo>
                <a:lnTo>
                  <a:pt x="911" y="123"/>
                </a:lnTo>
                <a:lnTo>
                  <a:pt x="898" y="123"/>
                </a:lnTo>
                <a:lnTo>
                  <a:pt x="885" y="119"/>
                </a:lnTo>
                <a:lnTo>
                  <a:pt x="872" y="109"/>
                </a:lnTo>
                <a:lnTo>
                  <a:pt x="859" y="104"/>
                </a:lnTo>
                <a:lnTo>
                  <a:pt x="846" y="104"/>
                </a:lnTo>
                <a:lnTo>
                  <a:pt x="833" y="104"/>
                </a:lnTo>
                <a:lnTo>
                  <a:pt x="820" y="109"/>
                </a:lnTo>
                <a:lnTo>
                  <a:pt x="807" y="119"/>
                </a:lnTo>
                <a:lnTo>
                  <a:pt x="794" y="119"/>
                </a:lnTo>
                <a:lnTo>
                  <a:pt x="781" y="128"/>
                </a:lnTo>
                <a:lnTo>
                  <a:pt x="768" y="128"/>
                </a:lnTo>
                <a:lnTo>
                  <a:pt x="755" y="119"/>
                </a:lnTo>
                <a:lnTo>
                  <a:pt x="738" y="114"/>
                </a:lnTo>
                <a:lnTo>
                  <a:pt x="725" y="114"/>
                </a:lnTo>
                <a:lnTo>
                  <a:pt x="708" y="104"/>
                </a:lnTo>
                <a:lnTo>
                  <a:pt x="695" y="104"/>
                </a:lnTo>
                <a:lnTo>
                  <a:pt x="682" y="109"/>
                </a:lnTo>
                <a:lnTo>
                  <a:pt x="669" y="114"/>
                </a:lnTo>
                <a:lnTo>
                  <a:pt x="656" y="119"/>
                </a:lnTo>
                <a:lnTo>
                  <a:pt x="643" y="123"/>
                </a:lnTo>
                <a:lnTo>
                  <a:pt x="630" y="128"/>
                </a:lnTo>
                <a:lnTo>
                  <a:pt x="617" y="128"/>
                </a:lnTo>
                <a:lnTo>
                  <a:pt x="604" y="128"/>
                </a:lnTo>
                <a:lnTo>
                  <a:pt x="591" y="128"/>
                </a:lnTo>
                <a:lnTo>
                  <a:pt x="574" y="128"/>
                </a:lnTo>
                <a:lnTo>
                  <a:pt x="561" y="128"/>
                </a:lnTo>
                <a:lnTo>
                  <a:pt x="548" y="123"/>
                </a:lnTo>
                <a:lnTo>
                  <a:pt x="535" y="123"/>
                </a:lnTo>
                <a:lnTo>
                  <a:pt x="522" y="123"/>
                </a:lnTo>
                <a:lnTo>
                  <a:pt x="505" y="123"/>
                </a:lnTo>
                <a:lnTo>
                  <a:pt x="492" y="123"/>
                </a:lnTo>
                <a:lnTo>
                  <a:pt x="479" y="123"/>
                </a:lnTo>
                <a:lnTo>
                  <a:pt x="466" y="133"/>
                </a:lnTo>
                <a:lnTo>
                  <a:pt x="453" y="138"/>
                </a:lnTo>
                <a:lnTo>
                  <a:pt x="440" y="143"/>
                </a:lnTo>
                <a:lnTo>
                  <a:pt x="427" y="143"/>
                </a:lnTo>
                <a:lnTo>
                  <a:pt x="414" y="143"/>
                </a:lnTo>
                <a:lnTo>
                  <a:pt x="401" y="133"/>
                </a:lnTo>
                <a:lnTo>
                  <a:pt x="388" y="128"/>
                </a:lnTo>
                <a:lnTo>
                  <a:pt x="375" y="128"/>
                </a:lnTo>
                <a:lnTo>
                  <a:pt x="362" y="128"/>
                </a:lnTo>
                <a:lnTo>
                  <a:pt x="341" y="123"/>
                </a:lnTo>
                <a:lnTo>
                  <a:pt x="328" y="123"/>
                </a:lnTo>
                <a:lnTo>
                  <a:pt x="315" y="133"/>
                </a:lnTo>
                <a:lnTo>
                  <a:pt x="302" y="143"/>
                </a:lnTo>
                <a:lnTo>
                  <a:pt x="289" y="152"/>
                </a:lnTo>
                <a:lnTo>
                  <a:pt x="276" y="157"/>
                </a:lnTo>
                <a:lnTo>
                  <a:pt x="263" y="157"/>
                </a:lnTo>
                <a:lnTo>
                  <a:pt x="250" y="152"/>
                </a:lnTo>
                <a:lnTo>
                  <a:pt x="237" y="147"/>
                </a:lnTo>
                <a:lnTo>
                  <a:pt x="224" y="147"/>
                </a:lnTo>
                <a:lnTo>
                  <a:pt x="211" y="143"/>
                </a:lnTo>
                <a:lnTo>
                  <a:pt x="198" y="143"/>
                </a:lnTo>
                <a:lnTo>
                  <a:pt x="185" y="143"/>
                </a:lnTo>
                <a:lnTo>
                  <a:pt x="168" y="143"/>
                </a:lnTo>
                <a:lnTo>
                  <a:pt x="151" y="143"/>
                </a:lnTo>
                <a:lnTo>
                  <a:pt x="138" y="143"/>
                </a:lnTo>
                <a:lnTo>
                  <a:pt x="125" y="143"/>
                </a:lnTo>
                <a:lnTo>
                  <a:pt x="112" y="147"/>
                </a:lnTo>
                <a:lnTo>
                  <a:pt x="99" y="147"/>
                </a:lnTo>
                <a:lnTo>
                  <a:pt x="86" y="147"/>
                </a:lnTo>
                <a:lnTo>
                  <a:pt x="73" y="152"/>
                </a:lnTo>
                <a:lnTo>
                  <a:pt x="60" y="157"/>
                </a:lnTo>
                <a:lnTo>
                  <a:pt x="47" y="162"/>
                </a:lnTo>
                <a:lnTo>
                  <a:pt x="30" y="171"/>
                </a:lnTo>
                <a:lnTo>
                  <a:pt x="12" y="176"/>
                </a:lnTo>
                <a:lnTo>
                  <a:pt x="0" y="185"/>
                </a:lnTo>
                <a:lnTo>
                  <a:pt x="0" y="37"/>
                </a:lnTo>
              </a:path>
            </a:pathLst>
          </a:custGeom>
          <a:ln w="127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BC576C7D-4817-4BBA-6920-CA7FB2B8F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8" y="290513"/>
            <a:ext cx="61912" cy="5476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1EA04F7C-CE6F-CCA8-3480-B23BAFE5A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6438" y="387350"/>
            <a:ext cx="106362" cy="6667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192AF28-8365-1078-F738-B6EBEECFD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127000"/>
            <a:ext cx="4349750" cy="137795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152400" tIns="38100" rIns="152400" bIns="38100"/>
          <a:lstStyle>
            <a:lvl1pPr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3337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RussianPay PIC $$$,$$$,$$9.99.</a:t>
            </a:r>
          </a:p>
          <a:p>
            <a:pPr>
              <a:lnSpc>
                <a:spcPct val="90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MOVE 12345.67 TO RussianPay.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INSPECT RussianPay REPLACING ALL </a:t>
            </a:r>
            <a:r>
              <a:rPr lang="en-US" altLang="en-US" sz="1200" b="1">
                <a:latin typeface="Courier New" panose="02070309020205020404" pitchFamily="49" charset="0"/>
              </a:rPr>
              <a:t>"</a:t>
            </a:r>
            <a:r>
              <a:rPr lang="en-US" altLang="en-US" sz="1200" b="1"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$</a:t>
            </a:r>
            <a:r>
              <a:rPr lang="en-US" altLang="en-US" sz="1200" b="1">
                <a:effectLst>
                  <a:outerShdw blurRad="38100" dist="38100" dir="2700000" algn="tl">
                    <a:srgbClr val="FFFFFF"/>
                  </a:outerShdw>
                </a:effectLst>
                <a:latin typeface="Courier New" panose="02070309020205020404" pitchFamily="49" charset="0"/>
              </a:rPr>
              <a:t>"</a:t>
            </a: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BY  "</a:t>
            </a:r>
            <a:r>
              <a:rPr lang="en-US" altLang="en-US" sz="12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R</a:t>
            </a: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".</a:t>
            </a:r>
          </a:p>
          <a:p>
            <a:pPr>
              <a:lnSpc>
                <a:spcPct val="90000"/>
              </a:lnSpc>
            </a:pPr>
            <a:r>
              <a:rPr lang="en-US" altLang="en-US" sz="1200" b="1">
                <a:solidFill>
                  <a:schemeClr val="accent2"/>
                </a:solidFill>
                <a:latin typeface="Courier New" panose="02070309020205020404" pitchFamily="49" charset="0"/>
              </a:rPr>
              <a:t>DISPLAY RussianPay " roubles".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5D22EEC1-A3FA-B6DB-5D68-413B62173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" y="2163763"/>
            <a:ext cx="1549400" cy="3651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r"/>
            <a:r>
              <a:rPr lang="en-US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en-US" altLang="en-US" sz="18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R</a:t>
            </a:r>
            <a:r>
              <a:rPr lang="en-US" altLang="en-US" sz="1800" b="1"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12,345.67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5AE57392-0E8B-55D7-994A-4268FED90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3" y="1900238"/>
            <a:ext cx="1192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400" b="1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RussianPay</a:t>
            </a:r>
          </a:p>
        </p:txBody>
      </p:sp>
      <p:sp useBgFill="1">
        <p:nvSpPr>
          <p:cNvPr id="6149" name="Freeform 5">
            <a:extLst>
              <a:ext uri="{FF2B5EF4-FFF2-40B4-BE49-F238E27FC236}">
                <a16:creationId xmlns:a16="http://schemas.microsoft.com/office/drawing/2014/main" id="{3DF54795-6CD6-F62A-8035-43F52F170762}"/>
              </a:ext>
            </a:extLst>
          </p:cNvPr>
          <p:cNvSpPr>
            <a:spLocks/>
          </p:cNvSpPr>
          <p:nvPr/>
        </p:nvSpPr>
        <p:spPr bwMode="auto">
          <a:xfrm>
            <a:off x="114300" y="377825"/>
            <a:ext cx="4478338" cy="652463"/>
          </a:xfrm>
          <a:custGeom>
            <a:avLst/>
            <a:gdLst>
              <a:gd name="T0" fmla="*/ 90 w 2821"/>
              <a:gd name="T1" fmla="*/ 28 h 411"/>
              <a:gd name="T2" fmla="*/ 181 w 2821"/>
              <a:gd name="T3" fmla="*/ 14 h 411"/>
              <a:gd name="T4" fmla="*/ 263 w 2821"/>
              <a:gd name="T5" fmla="*/ 57 h 411"/>
              <a:gd name="T6" fmla="*/ 345 w 2821"/>
              <a:gd name="T7" fmla="*/ 61 h 411"/>
              <a:gd name="T8" fmla="*/ 440 w 2821"/>
              <a:gd name="T9" fmla="*/ 61 h 411"/>
              <a:gd name="T10" fmla="*/ 526 w 2821"/>
              <a:gd name="T11" fmla="*/ 85 h 411"/>
              <a:gd name="T12" fmla="*/ 621 w 2821"/>
              <a:gd name="T13" fmla="*/ 85 h 411"/>
              <a:gd name="T14" fmla="*/ 729 w 2821"/>
              <a:gd name="T15" fmla="*/ 81 h 411"/>
              <a:gd name="T16" fmla="*/ 816 w 2821"/>
              <a:gd name="T17" fmla="*/ 90 h 411"/>
              <a:gd name="T18" fmla="*/ 915 w 2821"/>
              <a:gd name="T19" fmla="*/ 85 h 411"/>
              <a:gd name="T20" fmla="*/ 1010 w 2821"/>
              <a:gd name="T21" fmla="*/ 100 h 411"/>
              <a:gd name="T22" fmla="*/ 1114 w 2821"/>
              <a:gd name="T23" fmla="*/ 109 h 411"/>
              <a:gd name="T24" fmla="*/ 1256 w 2821"/>
              <a:gd name="T25" fmla="*/ 109 h 411"/>
              <a:gd name="T26" fmla="*/ 1420 w 2821"/>
              <a:gd name="T27" fmla="*/ 71 h 411"/>
              <a:gd name="T28" fmla="*/ 1494 w 2821"/>
              <a:gd name="T29" fmla="*/ 100 h 411"/>
              <a:gd name="T30" fmla="*/ 1576 w 2821"/>
              <a:gd name="T31" fmla="*/ 114 h 411"/>
              <a:gd name="T32" fmla="*/ 1662 w 2821"/>
              <a:gd name="T33" fmla="*/ 104 h 411"/>
              <a:gd name="T34" fmla="*/ 1744 w 2821"/>
              <a:gd name="T35" fmla="*/ 114 h 411"/>
              <a:gd name="T36" fmla="*/ 1835 w 2821"/>
              <a:gd name="T37" fmla="*/ 114 h 411"/>
              <a:gd name="T38" fmla="*/ 1926 w 2821"/>
              <a:gd name="T39" fmla="*/ 100 h 411"/>
              <a:gd name="T40" fmla="*/ 2047 w 2821"/>
              <a:gd name="T41" fmla="*/ 95 h 411"/>
              <a:gd name="T42" fmla="*/ 2137 w 2821"/>
              <a:gd name="T43" fmla="*/ 52 h 411"/>
              <a:gd name="T44" fmla="*/ 2237 w 2821"/>
              <a:gd name="T45" fmla="*/ 76 h 411"/>
              <a:gd name="T46" fmla="*/ 2323 w 2821"/>
              <a:gd name="T47" fmla="*/ 66 h 411"/>
              <a:gd name="T48" fmla="*/ 2409 w 2821"/>
              <a:gd name="T49" fmla="*/ 76 h 411"/>
              <a:gd name="T50" fmla="*/ 2513 w 2821"/>
              <a:gd name="T51" fmla="*/ 61 h 411"/>
              <a:gd name="T52" fmla="*/ 2604 w 2821"/>
              <a:gd name="T53" fmla="*/ 33 h 411"/>
              <a:gd name="T54" fmla="*/ 2724 w 2821"/>
              <a:gd name="T55" fmla="*/ 23 h 411"/>
              <a:gd name="T56" fmla="*/ 2820 w 2821"/>
              <a:gd name="T57" fmla="*/ 5 h 411"/>
              <a:gd name="T58" fmla="*/ 2742 w 2821"/>
              <a:gd name="T59" fmla="*/ 333 h 411"/>
              <a:gd name="T60" fmla="*/ 2664 w 2821"/>
              <a:gd name="T61" fmla="*/ 333 h 411"/>
              <a:gd name="T62" fmla="*/ 2595 w 2821"/>
              <a:gd name="T63" fmla="*/ 262 h 411"/>
              <a:gd name="T64" fmla="*/ 2547 w 2821"/>
              <a:gd name="T65" fmla="*/ 195 h 411"/>
              <a:gd name="T66" fmla="*/ 2478 w 2821"/>
              <a:gd name="T67" fmla="*/ 143 h 411"/>
              <a:gd name="T68" fmla="*/ 2396 w 2821"/>
              <a:gd name="T69" fmla="*/ 128 h 411"/>
              <a:gd name="T70" fmla="*/ 2327 w 2821"/>
              <a:gd name="T71" fmla="*/ 123 h 411"/>
              <a:gd name="T72" fmla="*/ 2284 w 2821"/>
              <a:gd name="T73" fmla="*/ 247 h 411"/>
              <a:gd name="T74" fmla="*/ 2103 w 2821"/>
              <a:gd name="T75" fmla="*/ 128 h 411"/>
              <a:gd name="T76" fmla="*/ 2025 w 2821"/>
              <a:gd name="T77" fmla="*/ 147 h 411"/>
              <a:gd name="T78" fmla="*/ 1947 w 2821"/>
              <a:gd name="T79" fmla="*/ 143 h 411"/>
              <a:gd name="T80" fmla="*/ 1861 w 2821"/>
              <a:gd name="T81" fmla="*/ 157 h 411"/>
              <a:gd name="T82" fmla="*/ 1774 w 2821"/>
              <a:gd name="T83" fmla="*/ 147 h 411"/>
              <a:gd name="T84" fmla="*/ 1697 w 2821"/>
              <a:gd name="T85" fmla="*/ 157 h 411"/>
              <a:gd name="T86" fmla="*/ 1606 w 2821"/>
              <a:gd name="T87" fmla="*/ 152 h 411"/>
              <a:gd name="T88" fmla="*/ 1507 w 2821"/>
              <a:gd name="T89" fmla="*/ 162 h 411"/>
              <a:gd name="T90" fmla="*/ 1429 w 2821"/>
              <a:gd name="T91" fmla="*/ 157 h 411"/>
              <a:gd name="T92" fmla="*/ 1360 w 2821"/>
              <a:gd name="T93" fmla="*/ 152 h 411"/>
              <a:gd name="T94" fmla="*/ 1278 w 2821"/>
              <a:gd name="T95" fmla="*/ 166 h 411"/>
              <a:gd name="T96" fmla="*/ 1196 w 2821"/>
              <a:gd name="T97" fmla="*/ 152 h 411"/>
              <a:gd name="T98" fmla="*/ 1105 w 2821"/>
              <a:gd name="T99" fmla="*/ 157 h 411"/>
              <a:gd name="T100" fmla="*/ 1023 w 2821"/>
              <a:gd name="T101" fmla="*/ 152 h 411"/>
              <a:gd name="T102" fmla="*/ 941 w 2821"/>
              <a:gd name="T103" fmla="*/ 138 h 411"/>
              <a:gd name="T104" fmla="*/ 859 w 2821"/>
              <a:gd name="T105" fmla="*/ 104 h 411"/>
              <a:gd name="T106" fmla="*/ 781 w 2821"/>
              <a:gd name="T107" fmla="*/ 128 h 411"/>
              <a:gd name="T108" fmla="*/ 695 w 2821"/>
              <a:gd name="T109" fmla="*/ 104 h 411"/>
              <a:gd name="T110" fmla="*/ 617 w 2821"/>
              <a:gd name="T111" fmla="*/ 128 h 411"/>
              <a:gd name="T112" fmla="*/ 535 w 2821"/>
              <a:gd name="T113" fmla="*/ 123 h 411"/>
              <a:gd name="T114" fmla="*/ 453 w 2821"/>
              <a:gd name="T115" fmla="*/ 138 h 411"/>
              <a:gd name="T116" fmla="*/ 375 w 2821"/>
              <a:gd name="T117" fmla="*/ 128 h 411"/>
              <a:gd name="T118" fmla="*/ 289 w 2821"/>
              <a:gd name="T119" fmla="*/ 152 h 411"/>
              <a:gd name="T120" fmla="*/ 211 w 2821"/>
              <a:gd name="T121" fmla="*/ 143 h 411"/>
              <a:gd name="T122" fmla="*/ 125 w 2821"/>
              <a:gd name="T123" fmla="*/ 143 h 411"/>
              <a:gd name="T124" fmla="*/ 47 w 2821"/>
              <a:gd name="T125" fmla="*/ 162 h 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821" h="411">
                <a:moveTo>
                  <a:pt x="0" y="37"/>
                </a:moveTo>
                <a:lnTo>
                  <a:pt x="25" y="28"/>
                </a:lnTo>
                <a:lnTo>
                  <a:pt x="47" y="33"/>
                </a:lnTo>
                <a:lnTo>
                  <a:pt x="60" y="33"/>
                </a:lnTo>
                <a:lnTo>
                  <a:pt x="77" y="33"/>
                </a:lnTo>
                <a:lnTo>
                  <a:pt x="90" y="28"/>
                </a:lnTo>
                <a:lnTo>
                  <a:pt x="103" y="23"/>
                </a:lnTo>
                <a:lnTo>
                  <a:pt x="121" y="23"/>
                </a:lnTo>
                <a:lnTo>
                  <a:pt x="138" y="14"/>
                </a:lnTo>
                <a:lnTo>
                  <a:pt x="151" y="14"/>
                </a:lnTo>
                <a:lnTo>
                  <a:pt x="164" y="14"/>
                </a:lnTo>
                <a:lnTo>
                  <a:pt x="181" y="14"/>
                </a:lnTo>
                <a:lnTo>
                  <a:pt x="194" y="14"/>
                </a:lnTo>
                <a:lnTo>
                  <a:pt x="207" y="23"/>
                </a:lnTo>
                <a:lnTo>
                  <a:pt x="224" y="28"/>
                </a:lnTo>
                <a:lnTo>
                  <a:pt x="233" y="42"/>
                </a:lnTo>
                <a:lnTo>
                  <a:pt x="250" y="47"/>
                </a:lnTo>
                <a:lnTo>
                  <a:pt x="263" y="57"/>
                </a:lnTo>
                <a:lnTo>
                  <a:pt x="276" y="61"/>
                </a:lnTo>
                <a:lnTo>
                  <a:pt x="293" y="61"/>
                </a:lnTo>
                <a:lnTo>
                  <a:pt x="306" y="61"/>
                </a:lnTo>
                <a:lnTo>
                  <a:pt x="319" y="61"/>
                </a:lnTo>
                <a:lnTo>
                  <a:pt x="332" y="61"/>
                </a:lnTo>
                <a:lnTo>
                  <a:pt x="345" y="61"/>
                </a:lnTo>
                <a:lnTo>
                  <a:pt x="358" y="61"/>
                </a:lnTo>
                <a:lnTo>
                  <a:pt x="371" y="57"/>
                </a:lnTo>
                <a:lnTo>
                  <a:pt x="384" y="57"/>
                </a:lnTo>
                <a:lnTo>
                  <a:pt x="405" y="57"/>
                </a:lnTo>
                <a:lnTo>
                  <a:pt x="423" y="61"/>
                </a:lnTo>
                <a:lnTo>
                  <a:pt x="440" y="61"/>
                </a:lnTo>
                <a:lnTo>
                  <a:pt x="457" y="66"/>
                </a:lnTo>
                <a:lnTo>
                  <a:pt x="470" y="71"/>
                </a:lnTo>
                <a:lnTo>
                  <a:pt x="483" y="76"/>
                </a:lnTo>
                <a:lnTo>
                  <a:pt x="496" y="81"/>
                </a:lnTo>
                <a:lnTo>
                  <a:pt x="509" y="81"/>
                </a:lnTo>
                <a:lnTo>
                  <a:pt x="526" y="85"/>
                </a:lnTo>
                <a:lnTo>
                  <a:pt x="539" y="85"/>
                </a:lnTo>
                <a:lnTo>
                  <a:pt x="561" y="85"/>
                </a:lnTo>
                <a:lnTo>
                  <a:pt x="578" y="85"/>
                </a:lnTo>
                <a:lnTo>
                  <a:pt x="595" y="85"/>
                </a:lnTo>
                <a:lnTo>
                  <a:pt x="608" y="85"/>
                </a:lnTo>
                <a:lnTo>
                  <a:pt x="621" y="85"/>
                </a:lnTo>
                <a:lnTo>
                  <a:pt x="643" y="85"/>
                </a:lnTo>
                <a:lnTo>
                  <a:pt x="665" y="81"/>
                </a:lnTo>
                <a:lnTo>
                  <a:pt x="682" y="81"/>
                </a:lnTo>
                <a:lnTo>
                  <a:pt x="699" y="81"/>
                </a:lnTo>
                <a:lnTo>
                  <a:pt x="716" y="81"/>
                </a:lnTo>
                <a:lnTo>
                  <a:pt x="729" y="81"/>
                </a:lnTo>
                <a:lnTo>
                  <a:pt x="742" y="81"/>
                </a:lnTo>
                <a:lnTo>
                  <a:pt x="755" y="81"/>
                </a:lnTo>
                <a:lnTo>
                  <a:pt x="768" y="85"/>
                </a:lnTo>
                <a:lnTo>
                  <a:pt x="781" y="85"/>
                </a:lnTo>
                <a:lnTo>
                  <a:pt x="803" y="90"/>
                </a:lnTo>
                <a:lnTo>
                  <a:pt x="816" y="90"/>
                </a:lnTo>
                <a:lnTo>
                  <a:pt x="833" y="85"/>
                </a:lnTo>
                <a:lnTo>
                  <a:pt x="855" y="85"/>
                </a:lnTo>
                <a:lnTo>
                  <a:pt x="872" y="85"/>
                </a:lnTo>
                <a:lnTo>
                  <a:pt x="889" y="85"/>
                </a:lnTo>
                <a:lnTo>
                  <a:pt x="902" y="85"/>
                </a:lnTo>
                <a:lnTo>
                  <a:pt x="915" y="85"/>
                </a:lnTo>
                <a:lnTo>
                  <a:pt x="928" y="85"/>
                </a:lnTo>
                <a:lnTo>
                  <a:pt x="941" y="85"/>
                </a:lnTo>
                <a:lnTo>
                  <a:pt x="958" y="90"/>
                </a:lnTo>
                <a:lnTo>
                  <a:pt x="976" y="90"/>
                </a:lnTo>
                <a:lnTo>
                  <a:pt x="993" y="95"/>
                </a:lnTo>
                <a:lnTo>
                  <a:pt x="1010" y="100"/>
                </a:lnTo>
                <a:lnTo>
                  <a:pt x="1027" y="100"/>
                </a:lnTo>
                <a:lnTo>
                  <a:pt x="1040" y="100"/>
                </a:lnTo>
                <a:lnTo>
                  <a:pt x="1062" y="104"/>
                </a:lnTo>
                <a:lnTo>
                  <a:pt x="1088" y="109"/>
                </a:lnTo>
                <a:lnTo>
                  <a:pt x="1100" y="109"/>
                </a:lnTo>
                <a:lnTo>
                  <a:pt x="1114" y="109"/>
                </a:lnTo>
                <a:lnTo>
                  <a:pt x="1131" y="109"/>
                </a:lnTo>
                <a:lnTo>
                  <a:pt x="1144" y="109"/>
                </a:lnTo>
                <a:lnTo>
                  <a:pt x="1157" y="109"/>
                </a:lnTo>
                <a:lnTo>
                  <a:pt x="1170" y="109"/>
                </a:lnTo>
                <a:lnTo>
                  <a:pt x="1213" y="109"/>
                </a:lnTo>
                <a:lnTo>
                  <a:pt x="1256" y="109"/>
                </a:lnTo>
                <a:lnTo>
                  <a:pt x="1299" y="109"/>
                </a:lnTo>
                <a:lnTo>
                  <a:pt x="1317" y="109"/>
                </a:lnTo>
                <a:lnTo>
                  <a:pt x="1334" y="109"/>
                </a:lnTo>
                <a:lnTo>
                  <a:pt x="1351" y="109"/>
                </a:lnTo>
                <a:lnTo>
                  <a:pt x="1364" y="104"/>
                </a:lnTo>
                <a:lnTo>
                  <a:pt x="1420" y="71"/>
                </a:lnTo>
                <a:lnTo>
                  <a:pt x="1429" y="85"/>
                </a:lnTo>
                <a:lnTo>
                  <a:pt x="1437" y="104"/>
                </a:lnTo>
                <a:lnTo>
                  <a:pt x="1455" y="109"/>
                </a:lnTo>
                <a:lnTo>
                  <a:pt x="1468" y="104"/>
                </a:lnTo>
                <a:lnTo>
                  <a:pt x="1481" y="104"/>
                </a:lnTo>
                <a:lnTo>
                  <a:pt x="1494" y="100"/>
                </a:lnTo>
                <a:lnTo>
                  <a:pt x="1507" y="104"/>
                </a:lnTo>
                <a:lnTo>
                  <a:pt x="1524" y="109"/>
                </a:lnTo>
                <a:lnTo>
                  <a:pt x="1537" y="109"/>
                </a:lnTo>
                <a:lnTo>
                  <a:pt x="1550" y="114"/>
                </a:lnTo>
                <a:lnTo>
                  <a:pt x="1563" y="114"/>
                </a:lnTo>
                <a:lnTo>
                  <a:pt x="1576" y="114"/>
                </a:lnTo>
                <a:lnTo>
                  <a:pt x="1589" y="114"/>
                </a:lnTo>
                <a:lnTo>
                  <a:pt x="1602" y="114"/>
                </a:lnTo>
                <a:lnTo>
                  <a:pt x="1614" y="109"/>
                </a:lnTo>
                <a:lnTo>
                  <a:pt x="1627" y="109"/>
                </a:lnTo>
                <a:lnTo>
                  <a:pt x="1645" y="109"/>
                </a:lnTo>
                <a:lnTo>
                  <a:pt x="1662" y="104"/>
                </a:lnTo>
                <a:lnTo>
                  <a:pt x="1675" y="100"/>
                </a:lnTo>
                <a:lnTo>
                  <a:pt x="1688" y="100"/>
                </a:lnTo>
                <a:lnTo>
                  <a:pt x="1705" y="100"/>
                </a:lnTo>
                <a:lnTo>
                  <a:pt x="1719" y="95"/>
                </a:lnTo>
                <a:lnTo>
                  <a:pt x="1731" y="100"/>
                </a:lnTo>
                <a:lnTo>
                  <a:pt x="1744" y="114"/>
                </a:lnTo>
                <a:lnTo>
                  <a:pt x="1757" y="119"/>
                </a:lnTo>
                <a:lnTo>
                  <a:pt x="1774" y="119"/>
                </a:lnTo>
                <a:lnTo>
                  <a:pt x="1787" y="119"/>
                </a:lnTo>
                <a:lnTo>
                  <a:pt x="1800" y="119"/>
                </a:lnTo>
                <a:lnTo>
                  <a:pt x="1817" y="119"/>
                </a:lnTo>
                <a:lnTo>
                  <a:pt x="1835" y="114"/>
                </a:lnTo>
                <a:lnTo>
                  <a:pt x="1852" y="109"/>
                </a:lnTo>
                <a:lnTo>
                  <a:pt x="1870" y="109"/>
                </a:lnTo>
                <a:lnTo>
                  <a:pt x="1883" y="104"/>
                </a:lnTo>
                <a:lnTo>
                  <a:pt x="1900" y="104"/>
                </a:lnTo>
                <a:lnTo>
                  <a:pt x="1913" y="100"/>
                </a:lnTo>
                <a:lnTo>
                  <a:pt x="1926" y="100"/>
                </a:lnTo>
                <a:lnTo>
                  <a:pt x="1939" y="100"/>
                </a:lnTo>
                <a:lnTo>
                  <a:pt x="1990" y="100"/>
                </a:lnTo>
                <a:lnTo>
                  <a:pt x="2003" y="100"/>
                </a:lnTo>
                <a:lnTo>
                  <a:pt x="2021" y="100"/>
                </a:lnTo>
                <a:lnTo>
                  <a:pt x="2034" y="100"/>
                </a:lnTo>
                <a:lnTo>
                  <a:pt x="2047" y="95"/>
                </a:lnTo>
                <a:lnTo>
                  <a:pt x="2064" y="85"/>
                </a:lnTo>
                <a:lnTo>
                  <a:pt x="2086" y="81"/>
                </a:lnTo>
                <a:lnTo>
                  <a:pt x="2098" y="76"/>
                </a:lnTo>
                <a:lnTo>
                  <a:pt x="2111" y="66"/>
                </a:lnTo>
                <a:lnTo>
                  <a:pt x="2124" y="61"/>
                </a:lnTo>
                <a:lnTo>
                  <a:pt x="2137" y="52"/>
                </a:lnTo>
                <a:lnTo>
                  <a:pt x="2150" y="52"/>
                </a:lnTo>
                <a:lnTo>
                  <a:pt x="2163" y="57"/>
                </a:lnTo>
                <a:lnTo>
                  <a:pt x="2185" y="61"/>
                </a:lnTo>
                <a:lnTo>
                  <a:pt x="2198" y="61"/>
                </a:lnTo>
                <a:lnTo>
                  <a:pt x="2219" y="71"/>
                </a:lnTo>
                <a:lnTo>
                  <a:pt x="2237" y="76"/>
                </a:lnTo>
                <a:lnTo>
                  <a:pt x="2250" y="76"/>
                </a:lnTo>
                <a:lnTo>
                  <a:pt x="2263" y="76"/>
                </a:lnTo>
                <a:lnTo>
                  <a:pt x="2275" y="71"/>
                </a:lnTo>
                <a:lnTo>
                  <a:pt x="2293" y="71"/>
                </a:lnTo>
                <a:lnTo>
                  <a:pt x="2306" y="66"/>
                </a:lnTo>
                <a:lnTo>
                  <a:pt x="2323" y="66"/>
                </a:lnTo>
                <a:lnTo>
                  <a:pt x="2344" y="66"/>
                </a:lnTo>
                <a:lnTo>
                  <a:pt x="2357" y="66"/>
                </a:lnTo>
                <a:lnTo>
                  <a:pt x="2370" y="71"/>
                </a:lnTo>
                <a:lnTo>
                  <a:pt x="2383" y="71"/>
                </a:lnTo>
                <a:lnTo>
                  <a:pt x="2396" y="76"/>
                </a:lnTo>
                <a:lnTo>
                  <a:pt x="2409" y="76"/>
                </a:lnTo>
                <a:lnTo>
                  <a:pt x="2427" y="76"/>
                </a:lnTo>
                <a:lnTo>
                  <a:pt x="2448" y="71"/>
                </a:lnTo>
                <a:lnTo>
                  <a:pt x="2470" y="71"/>
                </a:lnTo>
                <a:lnTo>
                  <a:pt x="2483" y="71"/>
                </a:lnTo>
                <a:lnTo>
                  <a:pt x="2500" y="66"/>
                </a:lnTo>
                <a:lnTo>
                  <a:pt x="2513" y="61"/>
                </a:lnTo>
                <a:lnTo>
                  <a:pt x="2526" y="52"/>
                </a:lnTo>
                <a:lnTo>
                  <a:pt x="2539" y="47"/>
                </a:lnTo>
                <a:lnTo>
                  <a:pt x="2556" y="42"/>
                </a:lnTo>
                <a:lnTo>
                  <a:pt x="2573" y="42"/>
                </a:lnTo>
                <a:lnTo>
                  <a:pt x="2591" y="38"/>
                </a:lnTo>
                <a:lnTo>
                  <a:pt x="2604" y="33"/>
                </a:lnTo>
                <a:lnTo>
                  <a:pt x="2621" y="28"/>
                </a:lnTo>
                <a:lnTo>
                  <a:pt x="2634" y="23"/>
                </a:lnTo>
                <a:lnTo>
                  <a:pt x="2647" y="19"/>
                </a:lnTo>
                <a:lnTo>
                  <a:pt x="2694" y="0"/>
                </a:lnTo>
                <a:lnTo>
                  <a:pt x="2716" y="9"/>
                </a:lnTo>
                <a:lnTo>
                  <a:pt x="2724" y="23"/>
                </a:lnTo>
                <a:lnTo>
                  <a:pt x="2737" y="28"/>
                </a:lnTo>
                <a:lnTo>
                  <a:pt x="2751" y="28"/>
                </a:lnTo>
                <a:lnTo>
                  <a:pt x="2772" y="23"/>
                </a:lnTo>
                <a:lnTo>
                  <a:pt x="2785" y="19"/>
                </a:lnTo>
                <a:lnTo>
                  <a:pt x="2798" y="9"/>
                </a:lnTo>
                <a:lnTo>
                  <a:pt x="2820" y="5"/>
                </a:lnTo>
                <a:lnTo>
                  <a:pt x="2820" y="410"/>
                </a:lnTo>
                <a:lnTo>
                  <a:pt x="2772" y="386"/>
                </a:lnTo>
                <a:lnTo>
                  <a:pt x="2764" y="371"/>
                </a:lnTo>
                <a:lnTo>
                  <a:pt x="2759" y="357"/>
                </a:lnTo>
                <a:lnTo>
                  <a:pt x="2755" y="343"/>
                </a:lnTo>
                <a:lnTo>
                  <a:pt x="2742" y="333"/>
                </a:lnTo>
                <a:lnTo>
                  <a:pt x="2729" y="333"/>
                </a:lnTo>
                <a:lnTo>
                  <a:pt x="2716" y="348"/>
                </a:lnTo>
                <a:lnTo>
                  <a:pt x="2703" y="333"/>
                </a:lnTo>
                <a:lnTo>
                  <a:pt x="2690" y="338"/>
                </a:lnTo>
                <a:lnTo>
                  <a:pt x="2672" y="348"/>
                </a:lnTo>
                <a:lnTo>
                  <a:pt x="2664" y="333"/>
                </a:lnTo>
                <a:lnTo>
                  <a:pt x="2651" y="328"/>
                </a:lnTo>
                <a:lnTo>
                  <a:pt x="2638" y="319"/>
                </a:lnTo>
                <a:lnTo>
                  <a:pt x="2630" y="305"/>
                </a:lnTo>
                <a:lnTo>
                  <a:pt x="2617" y="290"/>
                </a:lnTo>
                <a:lnTo>
                  <a:pt x="2604" y="276"/>
                </a:lnTo>
                <a:lnTo>
                  <a:pt x="2595" y="262"/>
                </a:lnTo>
                <a:lnTo>
                  <a:pt x="2582" y="271"/>
                </a:lnTo>
                <a:lnTo>
                  <a:pt x="2569" y="262"/>
                </a:lnTo>
                <a:lnTo>
                  <a:pt x="2569" y="247"/>
                </a:lnTo>
                <a:lnTo>
                  <a:pt x="2560" y="228"/>
                </a:lnTo>
                <a:lnTo>
                  <a:pt x="2552" y="209"/>
                </a:lnTo>
                <a:lnTo>
                  <a:pt x="2547" y="195"/>
                </a:lnTo>
                <a:lnTo>
                  <a:pt x="2534" y="185"/>
                </a:lnTo>
                <a:lnTo>
                  <a:pt x="2517" y="195"/>
                </a:lnTo>
                <a:lnTo>
                  <a:pt x="2508" y="176"/>
                </a:lnTo>
                <a:lnTo>
                  <a:pt x="2500" y="162"/>
                </a:lnTo>
                <a:lnTo>
                  <a:pt x="2487" y="157"/>
                </a:lnTo>
                <a:lnTo>
                  <a:pt x="2478" y="143"/>
                </a:lnTo>
                <a:lnTo>
                  <a:pt x="2465" y="143"/>
                </a:lnTo>
                <a:lnTo>
                  <a:pt x="2453" y="143"/>
                </a:lnTo>
                <a:lnTo>
                  <a:pt x="2440" y="138"/>
                </a:lnTo>
                <a:lnTo>
                  <a:pt x="2422" y="128"/>
                </a:lnTo>
                <a:lnTo>
                  <a:pt x="2409" y="128"/>
                </a:lnTo>
                <a:lnTo>
                  <a:pt x="2396" y="128"/>
                </a:lnTo>
                <a:lnTo>
                  <a:pt x="2379" y="123"/>
                </a:lnTo>
                <a:lnTo>
                  <a:pt x="2366" y="119"/>
                </a:lnTo>
                <a:lnTo>
                  <a:pt x="2357" y="104"/>
                </a:lnTo>
                <a:lnTo>
                  <a:pt x="2344" y="104"/>
                </a:lnTo>
                <a:lnTo>
                  <a:pt x="2331" y="109"/>
                </a:lnTo>
                <a:lnTo>
                  <a:pt x="2327" y="123"/>
                </a:lnTo>
                <a:lnTo>
                  <a:pt x="2314" y="138"/>
                </a:lnTo>
                <a:lnTo>
                  <a:pt x="2301" y="143"/>
                </a:lnTo>
                <a:lnTo>
                  <a:pt x="2327" y="276"/>
                </a:lnTo>
                <a:lnTo>
                  <a:pt x="2310" y="271"/>
                </a:lnTo>
                <a:lnTo>
                  <a:pt x="2297" y="262"/>
                </a:lnTo>
                <a:lnTo>
                  <a:pt x="2284" y="247"/>
                </a:lnTo>
                <a:lnTo>
                  <a:pt x="2163" y="157"/>
                </a:lnTo>
                <a:lnTo>
                  <a:pt x="2150" y="147"/>
                </a:lnTo>
                <a:lnTo>
                  <a:pt x="2137" y="138"/>
                </a:lnTo>
                <a:lnTo>
                  <a:pt x="2128" y="123"/>
                </a:lnTo>
                <a:lnTo>
                  <a:pt x="2116" y="119"/>
                </a:lnTo>
                <a:lnTo>
                  <a:pt x="2103" y="128"/>
                </a:lnTo>
                <a:lnTo>
                  <a:pt x="2094" y="143"/>
                </a:lnTo>
                <a:lnTo>
                  <a:pt x="2077" y="157"/>
                </a:lnTo>
                <a:lnTo>
                  <a:pt x="2064" y="162"/>
                </a:lnTo>
                <a:lnTo>
                  <a:pt x="2051" y="162"/>
                </a:lnTo>
                <a:lnTo>
                  <a:pt x="2038" y="152"/>
                </a:lnTo>
                <a:lnTo>
                  <a:pt x="2025" y="147"/>
                </a:lnTo>
                <a:lnTo>
                  <a:pt x="2012" y="157"/>
                </a:lnTo>
                <a:lnTo>
                  <a:pt x="1999" y="143"/>
                </a:lnTo>
                <a:lnTo>
                  <a:pt x="1986" y="147"/>
                </a:lnTo>
                <a:lnTo>
                  <a:pt x="1973" y="157"/>
                </a:lnTo>
                <a:lnTo>
                  <a:pt x="1960" y="147"/>
                </a:lnTo>
                <a:lnTo>
                  <a:pt x="1947" y="143"/>
                </a:lnTo>
                <a:lnTo>
                  <a:pt x="1934" y="143"/>
                </a:lnTo>
                <a:lnTo>
                  <a:pt x="1921" y="147"/>
                </a:lnTo>
                <a:lnTo>
                  <a:pt x="1908" y="147"/>
                </a:lnTo>
                <a:lnTo>
                  <a:pt x="1896" y="143"/>
                </a:lnTo>
                <a:lnTo>
                  <a:pt x="1878" y="147"/>
                </a:lnTo>
                <a:lnTo>
                  <a:pt x="1861" y="157"/>
                </a:lnTo>
                <a:lnTo>
                  <a:pt x="1848" y="157"/>
                </a:lnTo>
                <a:lnTo>
                  <a:pt x="1830" y="162"/>
                </a:lnTo>
                <a:lnTo>
                  <a:pt x="1817" y="162"/>
                </a:lnTo>
                <a:lnTo>
                  <a:pt x="1800" y="152"/>
                </a:lnTo>
                <a:lnTo>
                  <a:pt x="1787" y="147"/>
                </a:lnTo>
                <a:lnTo>
                  <a:pt x="1774" y="147"/>
                </a:lnTo>
                <a:lnTo>
                  <a:pt x="1761" y="157"/>
                </a:lnTo>
                <a:lnTo>
                  <a:pt x="1744" y="171"/>
                </a:lnTo>
                <a:lnTo>
                  <a:pt x="1731" y="181"/>
                </a:lnTo>
                <a:lnTo>
                  <a:pt x="1723" y="166"/>
                </a:lnTo>
                <a:lnTo>
                  <a:pt x="1710" y="157"/>
                </a:lnTo>
                <a:lnTo>
                  <a:pt x="1697" y="157"/>
                </a:lnTo>
                <a:lnTo>
                  <a:pt x="1684" y="162"/>
                </a:lnTo>
                <a:lnTo>
                  <a:pt x="1671" y="166"/>
                </a:lnTo>
                <a:lnTo>
                  <a:pt x="1653" y="166"/>
                </a:lnTo>
                <a:lnTo>
                  <a:pt x="1636" y="162"/>
                </a:lnTo>
                <a:lnTo>
                  <a:pt x="1619" y="157"/>
                </a:lnTo>
                <a:lnTo>
                  <a:pt x="1606" y="152"/>
                </a:lnTo>
                <a:lnTo>
                  <a:pt x="1584" y="157"/>
                </a:lnTo>
                <a:lnTo>
                  <a:pt x="1572" y="162"/>
                </a:lnTo>
                <a:lnTo>
                  <a:pt x="1554" y="166"/>
                </a:lnTo>
                <a:lnTo>
                  <a:pt x="1533" y="176"/>
                </a:lnTo>
                <a:lnTo>
                  <a:pt x="1520" y="171"/>
                </a:lnTo>
                <a:lnTo>
                  <a:pt x="1507" y="162"/>
                </a:lnTo>
                <a:lnTo>
                  <a:pt x="1494" y="152"/>
                </a:lnTo>
                <a:lnTo>
                  <a:pt x="1481" y="157"/>
                </a:lnTo>
                <a:lnTo>
                  <a:pt x="1468" y="157"/>
                </a:lnTo>
                <a:lnTo>
                  <a:pt x="1455" y="157"/>
                </a:lnTo>
                <a:lnTo>
                  <a:pt x="1442" y="157"/>
                </a:lnTo>
                <a:lnTo>
                  <a:pt x="1429" y="157"/>
                </a:lnTo>
                <a:lnTo>
                  <a:pt x="1416" y="157"/>
                </a:lnTo>
                <a:lnTo>
                  <a:pt x="1338" y="276"/>
                </a:lnTo>
                <a:lnTo>
                  <a:pt x="1399" y="147"/>
                </a:lnTo>
                <a:lnTo>
                  <a:pt x="1386" y="147"/>
                </a:lnTo>
                <a:lnTo>
                  <a:pt x="1373" y="147"/>
                </a:lnTo>
                <a:lnTo>
                  <a:pt x="1360" y="152"/>
                </a:lnTo>
                <a:lnTo>
                  <a:pt x="1343" y="152"/>
                </a:lnTo>
                <a:lnTo>
                  <a:pt x="1330" y="152"/>
                </a:lnTo>
                <a:lnTo>
                  <a:pt x="1317" y="157"/>
                </a:lnTo>
                <a:lnTo>
                  <a:pt x="1304" y="166"/>
                </a:lnTo>
                <a:lnTo>
                  <a:pt x="1291" y="166"/>
                </a:lnTo>
                <a:lnTo>
                  <a:pt x="1278" y="166"/>
                </a:lnTo>
                <a:lnTo>
                  <a:pt x="1265" y="166"/>
                </a:lnTo>
                <a:lnTo>
                  <a:pt x="1252" y="166"/>
                </a:lnTo>
                <a:lnTo>
                  <a:pt x="1239" y="157"/>
                </a:lnTo>
                <a:lnTo>
                  <a:pt x="1222" y="152"/>
                </a:lnTo>
                <a:lnTo>
                  <a:pt x="1209" y="152"/>
                </a:lnTo>
                <a:lnTo>
                  <a:pt x="1196" y="152"/>
                </a:lnTo>
                <a:lnTo>
                  <a:pt x="1179" y="157"/>
                </a:lnTo>
                <a:lnTo>
                  <a:pt x="1166" y="157"/>
                </a:lnTo>
                <a:lnTo>
                  <a:pt x="1148" y="157"/>
                </a:lnTo>
                <a:lnTo>
                  <a:pt x="1135" y="162"/>
                </a:lnTo>
                <a:lnTo>
                  <a:pt x="1118" y="162"/>
                </a:lnTo>
                <a:lnTo>
                  <a:pt x="1105" y="157"/>
                </a:lnTo>
                <a:lnTo>
                  <a:pt x="1092" y="157"/>
                </a:lnTo>
                <a:lnTo>
                  <a:pt x="1075" y="152"/>
                </a:lnTo>
                <a:lnTo>
                  <a:pt x="1062" y="147"/>
                </a:lnTo>
                <a:lnTo>
                  <a:pt x="1049" y="147"/>
                </a:lnTo>
                <a:lnTo>
                  <a:pt x="1036" y="147"/>
                </a:lnTo>
                <a:lnTo>
                  <a:pt x="1023" y="152"/>
                </a:lnTo>
                <a:lnTo>
                  <a:pt x="1010" y="157"/>
                </a:lnTo>
                <a:lnTo>
                  <a:pt x="997" y="157"/>
                </a:lnTo>
                <a:lnTo>
                  <a:pt x="980" y="157"/>
                </a:lnTo>
                <a:lnTo>
                  <a:pt x="967" y="157"/>
                </a:lnTo>
                <a:lnTo>
                  <a:pt x="954" y="147"/>
                </a:lnTo>
                <a:lnTo>
                  <a:pt x="941" y="138"/>
                </a:lnTo>
                <a:lnTo>
                  <a:pt x="928" y="128"/>
                </a:lnTo>
                <a:lnTo>
                  <a:pt x="911" y="123"/>
                </a:lnTo>
                <a:lnTo>
                  <a:pt x="898" y="123"/>
                </a:lnTo>
                <a:lnTo>
                  <a:pt x="885" y="119"/>
                </a:lnTo>
                <a:lnTo>
                  <a:pt x="872" y="109"/>
                </a:lnTo>
                <a:lnTo>
                  <a:pt x="859" y="104"/>
                </a:lnTo>
                <a:lnTo>
                  <a:pt x="846" y="104"/>
                </a:lnTo>
                <a:lnTo>
                  <a:pt x="833" y="104"/>
                </a:lnTo>
                <a:lnTo>
                  <a:pt x="820" y="109"/>
                </a:lnTo>
                <a:lnTo>
                  <a:pt x="807" y="119"/>
                </a:lnTo>
                <a:lnTo>
                  <a:pt x="794" y="119"/>
                </a:lnTo>
                <a:lnTo>
                  <a:pt x="781" y="128"/>
                </a:lnTo>
                <a:lnTo>
                  <a:pt x="768" y="128"/>
                </a:lnTo>
                <a:lnTo>
                  <a:pt x="755" y="119"/>
                </a:lnTo>
                <a:lnTo>
                  <a:pt x="738" y="114"/>
                </a:lnTo>
                <a:lnTo>
                  <a:pt x="725" y="114"/>
                </a:lnTo>
                <a:lnTo>
                  <a:pt x="708" y="104"/>
                </a:lnTo>
                <a:lnTo>
                  <a:pt x="695" y="104"/>
                </a:lnTo>
                <a:lnTo>
                  <a:pt x="682" y="109"/>
                </a:lnTo>
                <a:lnTo>
                  <a:pt x="669" y="114"/>
                </a:lnTo>
                <a:lnTo>
                  <a:pt x="656" y="119"/>
                </a:lnTo>
                <a:lnTo>
                  <a:pt x="643" y="123"/>
                </a:lnTo>
                <a:lnTo>
                  <a:pt x="630" y="128"/>
                </a:lnTo>
                <a:lnTo>
                  <a:pt x="617" y="128"/>
                </a:lnTo>
                <a:lnTo>
                  <a:pt x="604" y="128"/>
                </a:lnTo>
                <a:lnTo>
                  <a:pt x="591" y="128"/>
                </a:lnTo>
                <a:lnTo>
                  <a:pt x="574" y="128"/>
                </a:lnTo>
                <a:lnTo>
                  <a:pt x="561" y="128"/>
                </a:lnTo>
                <a:lnTo>
                  <a:pt x="548" y="123"/>
                </a:lnTo>
                <a:lnTo>
                  <a:pt x="535" y="123"/>
                </a:lnTo>
                <a:lnTo>
                  <a:pt x="522" y="123"/>
                </a:lnTo>
                <a:lnTo>
                  <a:pt x="505" y="123"/>
                </a:lnTo>
                <a:lnTo>
                  <a:pt x="492" y="123"/>
                </a:lnTo>
                <a:lnTo>
                  <a:pt x="479" y="123"/>
                </a:lnTo>
                <a:lnTo>
                  <a:pt x="466" y="133"/>
                </a:lnTo>
                <a:lnTo>
                  <a:pt x="453" y="138"/>
                </a:lnTo>
                <a:lnTo>
                  <a:pt x="440" y="143"/>
                </a:lnTo>
                <a:lnTo>
                  <a:pt x="427" y="143"/>
                </a:lnTo>
                <a:lnTo>
                  <a:pt x="414" y="143"/>
                </a:lnTo>
                <a:lnTo>
                  <a:pt x="401" y="133"/>
                </a:lnTo>
                <a:lnTo>
                  <a:pt x="388" y="128"/>
                </a:lnTo>
                <a:lnTo>
                  <a:pt x="375" y="128"/>
                </a:lnTo>
                <a:lnTo>
                  <a:pt x="362" y="128"/>
                </a:lnTo>
                <a:lnTo>
                  <a:pt x="341" y="123"/>
                </a:lnTo>
                <a:lnTo>
                  <a:pt x="328" y="123"/>
                </a:lnTo>
                <a:lnTo>
                  <a:pt x="315" y="133"/>
                </a:lnTo>
                <a:lnTo>
                  <a:pt x="302" y="143"/>
                </a:lnTo>
                <a:lnTo>
                  <a:pt x="289" y="152"/>
                </a:lnTo>
                <a:lnTo>
                  <a:pt x="276" y="157"/>
                </a:lnTo>
                <a:lnTo>
                  <a:pt x="263" y="157"/>
                </a:lnTo>
                <a:lnTo>
                  <a:pt x="250" y="152"/>
                </a:lnTo>
                <a:lnTo>
                  <a:pt x="237" y="147"/>
                </a:lnTo>
                <a:lnTo>
                  <a:pt x="224" y="147"/>
                </a:lnTo>
                <a:lnTo>
                  <a:pt x="211" y="143"/>
                </a:lnTo>
                <a:lnTo>
                  <a:pt x="198" y="143"/>
                </a:lnTo>
                <a:lnTo>
                  <a:pt x="185" y="143"/>
                </a:lnTo>
                <a:lnTo>
                  <a:pt x="168" y="143"/>
                </a:lnTo>
                <a:lnTo>
                  <a:pt x="151" y="143"/>
                </a:lnTo>
                <a:lnTo>
                  <a:pt x="138" y="143"/>
                </a:lnTo>
                <a:lnTo>
                  <a:pt x="125" y="143"/>
                </a:lnTo>
                <a:lnTo>
                  <a:pt x="112" y="147"/>
                </a:lnTo>
                <a:lnTo>
                  <a:pt x="99" y="147"/>
                </a:lnTo>
                <a:lnTo>
                  <a:pt x="86" y="147"/>
                </a:lnTo>
                <a:lnTo>
                  <a:pt x="73" y="152"/>
                </a:lnTo>
                <a:lnTo>
                  <a:pt x="60" y="157"/>
                </a:lnTo>
                <a:lnTo>
                  <a:pt x="47" y="162"/>
                </a:lnTo>
                <a:lnTo>
                  <a:pt x="30" y="171"/>
                </a:lnTo>
                <a:lnTo>
                  <a:pt x="12" y="176"/>
                </a:lnTo>
                <a:lnTo>
                  <a:pt x="0" y="185"/>
                </a:lnTo>
                <a:lnTo>
                  <a:pt x="0" y="37"/>
                </a:lnTo>
              </a:path>
            </a:pathLst>
          </a:custGeom>
          <a:ln w="127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69AA659B-ADA1-2167-6627-AE335EAE7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8" y="290513"/>
            <a:ext cx="61912" cy="5476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E18F7AD9-5756-7787-C174-1E59B104D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6438" y="387350"/>
            <a:ext cx="106362" cy="6667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2" name="AutoShape 8">
            <a:extLst>
              <a:ext uri="{FF2B5EF4-FFF2-40B4-BE49-F238E27FC236}">
                <a16:creationId xmlns:a16="http://schemas.microsoft.com/office/drawing/2014/main" id="{EE77408A-EA82-CEE3-5E9B-10A0B0CBF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5075" y="1978025"/>
            <a:ext cx="2051050" cy="798513"/>
          </a:xfrm>
          <a:prstGeom prst="roundRect">
            <a:avLst>
              <a:gd name="adj" fmla="val 12495"/>
            </a:avLst>
          </a:prstGeom>
          <a:solidFill>
            <a:schemeClr val="accent1"/>
          </a:solidFill>
          <a:ln w="5080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3" name="Rectangle 9">
            <a:extLst>
              <a:ext uri="{FF2B5EF4-FFF2-40B4-BE49-F238E27FC236}">
                <a16:creationId xmlns:a16="http://schemas.microsoft.com/office/drawing/2014/main" id="{DD7970E8-5109-463C-B55F-6C4AD9EC0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6188" y="2203450"/>
            <a:ext cx="20256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R12,345.67 roubles</a:t>
            </a:r>
          </a:p>
        </p:txBody>
      </p:sp>
      <p:sp>
        <p:nvSpPr>
          <p:cNvPr id="6154" name="Arc 10">
            <a:extLst>
              <a:ext uri="{FF2B5EF4-FFF2-40B4-BE49-F238E27FC236}">
                <a16:creationId xmlns:a16="http://schemas.microsoft.com/office/drawing/2014/main" id="{430F9171-1873-D821-6247-60C483914982}"/>
              </a:ext>
            </a:extLst>
          </p:cNvPr>
          <p:cNvSpPr>
            <a:spLocks/>
          </p:cNvSpPr>
          <p:nvPr/>
        </p:nvSpPr>
        <p:spPr bwMode="auto">
          <a:xfrm>
            <a:off x="2943225" y="1223963"/>
            <a:ext cx="523875" cy="1016000"/>
          </a:xfrm>
          <a:custGeom>
            <a:avLst/>
            <a:gdLst>
              <a:gd name="G0" fmla="+- 0 0 0"/>
              <a:gd name="G1" fmla="+- 21543 0 0"/>
              <a:gd name="G2" fmla="+- 21600 0 0"/>
              <a:gd name="T0" fmla="*/ 1570 w 21600"/>
              <a:gd name="T1" fmla="*/ 0 h 25494"/>
              <a:gd name="T2" fmla="*/ 21236 w 21600"/>
              <a:gd name="T3" fmla="*/ 25494 h 25494"/>
              <a:gd name="T4" fmla="*/ 0 w 21600"/>
              <a:gd name="T5" fmla="*/ 21543 h 25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5494" fill="none" extrusionOk="0">
                <a:moveTo>
                  <a:pt x="1569" y="0"/>
                </a:moveTo>
                <a:cubicBezTo>
                  <a:pt x="12860" y="822"/>
                  <a:pt x="21600" y="10222"/>
                  <a:pt x="21600" y="21543"/>
                </a:cubicBezTo>
                <a:cubicBezTo>
                  <a:pt x="21600" y="22868"/>
                  <a:pt x="21478" y="24190"/>
                  <a:pt x="21235" y="25493"/>
                </a:cubicBezTo>
              </a:path>
              <a:path w="21600" h="25494" stroke="0" extrusionOk="0">
                <a:moveTo>
                  <a:pt x="1569" y="0"/>
                </a:moveTo>
                <a:cubicBezTo>
                  <a:pt x="12860" y="822"/>
                  <a:pt x="21600" y="10222"/>
                  <a:pt x="21600" y="21543"/>
                </a:cubicBezTo>
                <a:cubicBezTo>
                  <a:pt x="21600" y="22868"/>
                  <a:pt x="21478" y="24190"/>
                  <a:pt x="21235" y="25493"/>
                </a:cubicBezTo>
                <a:lnTo>
                  <a:pt x="0" y="21543"/>
                </a:lnTo>
                <a:close/>
              </a:path>
            </a:pathLst>
          </a:custGeom>
          <a:noFill/>
          <a:ln w="12700" cap="rnd">
            <a:solidFill>
              <a:srgbClr val="FF3300"/>
            </a:solidFill>
            <a:round/>
            <a:headEnd type="none" w="sm" len="sm"/>
            <a:tailEnd type="stealth" w="med" len="med"/>
          </a:ln>
          <a:effectLst>
            <a:outerShdw dist="28398" dir="3806097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E:\MSOffice\Templates\Blank Presentation.pot</Template>
  <TotalTime>46</TotalTime>
  <Words>114</Words>
  <Application>Microsoft Office PowerPoint</Application>
  <PresentationFormat>Custom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Times New Roman</vt:lpstr>
      <vt:lpstr>Courier New</vt:lpstr>
      <vt:lpstr>Blank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Michael Coughlan</dc:creator>
  <cp:lastModifiedBy>Sean McBride</cp:lastModifiedBy>
  <cp:revision>7</cp:revision>
  <dcterms:created xsi:type="dcterms:W3CDTF">1995-06-17T23:31:02Z</dcterms:created>
  <dcterms:modified xsi:type="dcterms:W3CDTF">2026-05-13T01:05:42Z</dcterms:modified>
</cp:coreProperties>
</file>