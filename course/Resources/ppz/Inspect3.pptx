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</p:sldIdLst>
  <p:sldSz cx="4762500" cy="304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37960" y="63000"/>
            <a:ext cx="4285800" cy="625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237960" y="713160"/>
            <a:ext cx="4285800" cy="176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4762440" cy="3048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>
            <a:off x="9360" y="9360"/>
            <a:ext cx="4746600" cy="303228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237960" y="121320"/>
            <a:ext cx="4285800" cy="50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237960" y="713160"/>
            <a:ext cx="4285800" cy="176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 txBox="1"/>
          <p:nvPr/>
        </p:nvSpPr>
        <p:spPr>
          <a:xfrm>
            <a:off x="136440" y="120600"/>
            <a:ext cx="4362480" cy="1390680"/>
          </a:xfrm>
          <a:prstGeom prst="rect">
            <a:avLst/>
          </a:prstGeom>
          <a:solidFill>
            <a:srgbClr val="DDDDDD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RussianPay PIC $$$,$$$,$$9.99.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12345.67 TO RussianPay.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INSPECT RussianPay REPLACING ALL "</a:t>
            </a:r>
            <a:r>
              <a:rPr lang="en-US" sz="12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$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"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BY  "</a:t>
            </a:r>
            <a:r>
              <a:rPr lang="en-US" sz="12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R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DISPLAY RussianPay " roubles".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171360" y="2151000"/>
            <a:ext cx="1574640" cy="396720"/>
          </a:xfrm>
          <a:prstGeom prst="rect">
            <a:avLst/>
          </a:prstGeom>
          <a:solidFill>
            <a:srgbClr val="DDDDDD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r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         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347760" y="1900080"/>
            <a:ext cx="119232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RussianPay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"/>
          <p:cNvSpPr/>
          <p:nvPr/>
        </p:nvSpPr>
        <p:spPr>
          <a:xfrm>
            <a:off x="114480" y="378000"/>
            <a:ext cx="4476960" cy="651240"/>
          </a:xfrm>
          <a:custGeom>
            <a:avLst/>
            <a:gdLst/>
            <a:ahLst/>
            <a:rect l="0" t="0" r="r" b="b"/>
            <a:pathLst>
              <a:path w="12436" h="1809">
                <a:moveTo>
                  <a:pt x="0" y="165"/>
                </a:moveTo>
                <a:lnTo>
                  <a:pt x="114" y="126"/>
                </a:lnTo>
                <a:lnTo>
                  <a:pt x="209" y="147"/>
                </a:lnTo>
                <a:lnTo>
                  <a:pt x="267" y="147"/>
                </a:lnTo>
                <a:lnTo>
                  <a:pt x="342" y="147"/>
                </a:lnTo>
                <a:lnTo>
                  <a:pt x="399" y="126"/>
                </a:lnTo>
                <a:lnTo>
                  <a:pt x="456" y="105"/>
                </a:lnTo>
                <a:lnTo>
                  <a:pt x="534" y="105"/>
                </a:lnTo>
                <a:lnTo>
                  <a:pt x="609" y="63"/>
                </a:lnTo>
                <a:lnTo>
                  <a:pt x="666" y="63"/>
                </a:lnTo>
                <a:lnTo>
                  <a:pt x="723" y="63"/>
                </a:lnTo>
                <a:lnTo>
                  <a:pt x="798" y="63"/>
                </a:lnTo>
                <a:lnTo>
                  <a:pt x="855" y="63"/>
                </a:lnTo>
                <a:lnTo>
                  <a:pt x="913" y="105"/>
                </a:lnTo>
                <a:lnTo>
                  <a:pt x="990" y="126"/>
                </a:lnTo>
                <a:lnTo>
                  <a:pt x="1029" y="189"/>
                </a:lnTo>
                <a:lnTo>
                  <a:pt x="1104" y="210"/>
                </a:lnTo>
                <a:lnTo>
                  <a:pt x="1161" y="252"/>
                </a:lnTo>
                <a:lnTo>
                  <a:pt x="1218" y="273"/>
                </a:lnTo>
                <a:lnTo>
                  <a:pt x="1294" y="273"/>
                </a:lnTo>
                <a:lnTo>
                  <a:pt x="1351" y="273"/>
                </a:lnTo>
                <a:lnTo>
                  <a:pt x="1408" y="273"/>
                </a:lnTo>
                <a:lnTo>
                  <a:pt x="1465" y="273"/>
                </a:lnTo>
                <a:lnTo>
                  <a:pt x="1522" y="273"/>
                </a:lnTo>
                <a:lnTo>
                  <a:pt x="1579" y="273"/>
                </a:lnTo>
                <a:lnTo>
                  <a:pt x="1638" y="252"/>
                </a:lnTo>
                <a:lnTo>
                  <a:pt x="1695" y="252"/>
                </a:lnTo>
                <a:lnTo>
                  <a:pt x="1789" y="252"/>
                </a:lnTo>
                <a:lnTo>
                  <a:pt x="1867" y="273"/>
                </a:lnTo>
                <a:lnTo>
                  <a:pt x="1942" y="273"/>
                </a:lnTo>
                <a:lnTo>
                  <a:pt x="2017" y="294"/>
                </a:lnTo>
                <a:lnTo>
                  <a:pt x="2074" y="315"/>
                </a:lnTo>
                <a:lnTo>
                  <a:pt x="2131" y="336"/>
                </a:lnTo>
                <a:lnTo>
                  <a:pt x="2188" y="357"/>
                </a:lnTo>
                <a:lnTo>
                  <a:pt x="2246" y="357"/>
                </a:lnTo>
                <a:lnTo>
                  <a:pt x="2323" y="378"/>
                </a:lnTo>
                <a:lnTo>
                  <a:pt x="2380" y="378"/>
                </a:lnTo>
                <a:lnTo>
                  <a:pt x="2476" y="378"/>
                </a:lnTo>
                <a:lnTo>
                  <a:pt x="2551" y="378"/>
                </a:lnTo>
                <a:lnTo>
                  <a:pt x="2627" y="378"/>
                </a:lnTo>
                <a:lnTo>
                  <a:pt x="2684" y="378"/>
                </a:lnTo>
                <a:lnTo>
                  <a:pt x="2741" y="378"/>
                </a:lnTo>
                <a:lnTo>
                  <a:pt x="2837" y="378"/>
                </a:lnTo>
                <a:lnTo>
                  <a:pt x="2933" y="357"/>
                </a:lnTo>
                <a:lnTo>
                  <a:pt x="3008" y="357"/>
                </a:lnTo>
                <a:lnTo>
                  <a:pt x="3086" y="357"/>
                </a:lnTo>
                <a:lnTo>
                  <a:pt x="3161" y="357"/>
                </a:lnTo>
                <a:lnTo>
                  <a:pt x="3218" y="357"/>
                </a:lnTo>
                <a:lnTo>
                  <a:pt x="3275" y="357"/>
                </a:lnTo>
                <a:lnTo>
                  <a:pt x="3332" y="357"/>
                </a:lnTo>
                <a:lnTo>
                  <a:pt x="3389" y="378"/>
                </a:lnTo>
                <a:lnTo>
                  <a:pt x="3446" y="378"/>
                </a:lnTo>
                <a:lnTo>
                  <a:pt x="3542" y="399"/>
                </a:lnTo>
                <a:lnTo>
                  <a:pt x="3599" y="399"/>
                </a:lnTo>
                <a:lnTo>
                  <a:pt x="3674" y="378"/>
                </a:lnTo>
                <a:lnTo>
                  <a:pt x="3770" y="378"/>
                </a:lnTo>
                <a:lnTo>
                  <a:pt x="3846" y="378"/>
                </a:lnTo>
                <a:lnTo>
                  <a:pt x="3923" y="378"/>
                </a:lnTo>
                <a:lnTo>
                  <a:pt x="3980" y="378"/>
                </a:lnTo>
                <a:lnTo>
                  <a:pt x="4037" y="378"/>
                </a:lnTo>
                <a:lnTo>
                  <a:pt x="4094" y="378"/>
                </a:lnTo>
                <a:lnTo>
                  <a:pt x="4151" y="378"/>
                </a:lnTo>
                <a:lnTo>
                  <a:pt x="4227" y="399"/>
                </a:lnTo>
                <a:lnTo>
                  <a:pt x="4304" y="399"/>
                </a:lnTo>
                <a:lnTo>
                  <a:pt x="4380" y="420"/>
                </a:lnTo>
                <a:lnTo>
                  <a:pt x="4455" y="441"/>
                </a:lnTo>
                <a:lnTo>
                  <a:pt x="4533" y="441"/>
                </a:lnTo>
                <a:lnTo>
                  <a:pt x="4590" y="441"/>
                </a:lnTo>
                <a:lnTo>
                  <a:pt x="4683" y="463"/>
                </a:lnTo>
                <a:lnTo>
                  <a:pt x="4797" y="484"/>
                </a:lnTo>
                <a:lnTo>
                  <a:pt x="4855" y="484"/>
                </a:lnTo>
                <a:lnTo>
                  <a:pt x="4914" y="484"/>
                </a:lnTo>
                <a:lnTo>
                  <a:pt x="4989" y="484"/>
                </a:lnTo>
                <a:lnTo>
                  <a:pt x="5046" y="484"/>
                </a:lnTo>
                <a:lnTo>
                  <a:pt x="5103" y="484"/>
                </a:lnTo>
                <a:lnTo>
                  <a:pt x="5160" y="484"/>
                </a:lnTo>
                <a:lnTo>
                  <a:pt x="5350" y="484"/>
                </a:lnTo>
                <a:lnTo>
                  <a:pt x="5542" y="484"/>
                </a:lnTo>
                <a:lnTo>
                  <a:pt x="5731" y="484"/>
                </a:lnTo>
                <a:lnTo>
                  <a:pt x="5809" y="484"/>
                </a:lnTo>
                <a:lnTo>
                  <a:pt x="5884" y="484"/>
                </a:lnTo>
                <a:lnTo>
                  <a:pt x="5959" y="484"/>
                </a:lnTo>
                <a:lnTo>
                  <a:pt x="6016" y="463"/>
                </a:lnTo>
                <a:lnTo>
                  <a:pt x="6266" y="315"/>
                </a:lnTo>
                <a:lnTo>
                  <a:pt x="6305" y="378"/>
                </a:lnTo>
                <a:lnTo>
                  <a:pt x="6341" y="463"/>
                </a:lnTo>
                <a:lnTo>
                  <a:pt x="6419" y="484"/>
                </a:lnTo>
                <a:lnTo>
                  <a:pt x="6476" y="463"/>
                </a:lnTo>
                <a:lnTo>
                  <a:pt x="6533" y="463"/>
                </a:lnTo>
                <a:lnTo>
                  <a:pt x="6590" y="441"/>
                </a:lnTo>
                <a:lnTo>
                  <a:pt x="6647" y="463"/>
                </a:lnTo>
                <a:lnTo>
                  <a:pt x="6723" y="484"/>
                </a:lnTo>
                <a:lnTo>
                  <a:pt x="6780" y="484"/>
                </a:lnTo>
                <a:lnTo>
                  <a:pt x="6837" y="505"/>
                </a:lnTo>
                <a:lnTo>
                  <a:pt x="6894" y="505"/>
                </a:lnTo>
                <a:lnTo>
                  <a:pt x="6951" y="505"/>
                </a:lnTo>
                <a:lnTo>
                  <a:pt x="7008" y="505"/>
                </a:lnTo>
                <a:lnTo>
                  <a:pt x="7065" y="505"/>
                </a:lnTo>
                <a:lnTo>
                  <a:pt x="7122" y="484"/>
                </a:lnTo>
                <a:lnTo>
                  <a:pt x="7179" y="484"/>
                </a:lnTo>
                <a:lnTo>
                  <a:pt x="7257" y="484"/>
                </a:lnTo>
                <a:lnTo>
                  <a:pt x="7332" y="463"/>
                </a:lnTo>
                <a:lnTo>
                  <a:pt x="7389" y="441"/>
                </a:lnTo>
                <a:lnTo>
                  <a:pt x="7446" y="441"/>
                </a:lnTo>
                <a:lnTo>
                  <a:pt x="7522" y="441"/>
                </a:lnTo>
                <a:lnTo>
                  <a:pt x="7581" y="420"/>
                </a:lnTo>
                <a:lnTo>
                  <a:pt x="7638" y="441"/>
                </a:lnTo>
                <a:lnTo>
                  <a:pt x="7695" y="505"/>
                </a:lnTo>
                <a:lnTo>
                  <a:pt x="7752" y="526"/>
                </a:lnTo>
                <a:lnTo>
                  <a:pt x="7827" y="526"/>
                </a:lnTo>
                <a:lnTo>
                  <a:pt x="7884" y="526"/>
                </a:lnTo>
                <a:lnTo>
                  <a:pt x="7942" y="526"/>
                </a:lnTo>
                <a:lnTo>
                  <a:pt x="8017" y="526"/>
                </a:lnTo>
                <a:lnTo>
                  <a:pt x="8094" y="505"/>
                </a:lnTo>
                <a:lnTo>
                  <a:pt x="8170" y="484"/>
                </a:lnTo>
                <a:lnTo>
                  <a:pt x="8247" y="484"/>
                </a:lnTo>
                <a:lnTo>
                  <a:pt x="8304" y="463"/>
                </a:lnTo>
                <a:lnTo>
                  <a:pt x="8380" y="463"/>
                </a:lnTo>
                <a:lnTo>
                  <a:pt x="8437" y="441"/>
                </a:lnTo>
                <a:lnTo>
                  <a:pt x="8494" y="441"/>
                </a:lnTo>
                <a:lnTo>
                  <a:pt x="8551" y="441"/>
                </a:lnTo>
                <a:lnTo>
                  <a:pt x="8779" y="441"/>
                </a:lnTo>
                <a:lnTo>
                  <a:pt x="8836" y="441"/>
                </a:lnTo>
                <a:lnTo>
                  <a:pt x="8914" y="441"/>
                </a:lnTo>
                <a:lnTo>
                  <a:pt x="8971" y="441"/>
                </a:lnTo>
                <a:lnTo>
                  <a:pt x="9028" y="420"/>
                </a:lnTo>
                <a:lnTo>
                  <a:pt x="9103" y="378"/>
                </a:lnTo>
                <a:lnTo>
                  <a:pt x="9199" y="357"/>
                </a:lnTo>
                <a:lnTo>
                  <a:pt x="9256" y="336"/>
                </a:lnTo>
                <a:lnTo>
                  <a:pt x="9313" y="294"/>
                </a:lnTo>
                <a:lnTo>
                  <a:pt x="9370" y="273"/>
                </a:lnTo>
                <a:lnTo>
                  <a:pt x="9427" y="231"/>
                </a:lnTo>
                <a:lnTo>
                  <a:pt x="9485" y="231"/>
                </a:lnTo>
                <a:lnTo>
                  <a:pt x="9542" y="252"/>
                </a:lnTo>
                <a:lnTo>
                  <a:pt x="9637" y="273"/>
                </a:lnTo>
                <a:lnTo>
                  <a:pt x="9695" y="273"/>
                </a:lnTo>
                <a:lnTo>
                  <a:pt x="9788" y="315"/>
                </a:lnTo>
                <a:lnTo>
                  <a:pt x="9866" y="336"/>
                </a:lnTo>
                <a:lnTo>
                  <a:pt x="9923" y="336"/>
                </a:lnTo>
                <a:lnTo>
                  <a:pt x="9980" y="336"/>
                </a:lnTo>
                <a:lnTo>
                  <a:pt x="10037" y="315"/>
                </a:lnTo>
                <a:lnTo>
                  <a:pt x="10112" y="315"/>
                </a:lnTo>
                <a:lnTo>
                  <a:pt x="10169" y="294"/>
                </a:lnTo>
                <a:lnTo>
                  <a:pt x="10247" y="294"/>
                </a:lnTo>
                <a:lnTo>
                  <a:pt x="10341" y="294"/>
                </a:lnTo>
                <a:lnTo>
                  <a:pt x="10398" y="294"/>
                </a:lnTo>
                <a:lnTo>
                  <a:pt x="10455" y="315"/>
                </a:lnTo>
                <a:lnTo>
                  <a:pt x="10512" y="315"/>
                </a:lnTo>
                <a:lnTo>
                  <a:pt x="10569" y="336"/>
                </a:lnTo>
                <a:lnTo>
                  <a:pt x="10626" y="336"/>
                </a:lnTo>
                <a:lnTo>
                  <a:pt x="10703" y="336"/>
                </a:lnTo>
                <a:lnTo>
                  <a:pt x="10797" y="315"/>
                </a:lnTo>
                <a:lnTo>
                  <a:pt x="10893" y="315"/>
                </a:lnTo>
                <a:lnTo>
                  <a:pt x="10950" y="315"/>
                </a:lnTo>
                <a:lnTo>
                  <a:pt x="11028" y="294"/>
                </a:lnTo>
                <a:lnTo>
                  <a:pt x="11085" y="273"/>
                </a:lnTo>
                <a:lnTo>
                  <a:pt x="11142" y="231"/>
                </a:lnTo>
                <a:lnTo>
                  <a:pt x="11199" y="210"/>
                </a:lnTo>
                <a:lnTo>
                  <a:pt x="11274" y="189"/>
                </a:lnTo>
                <a:lnTo>
                  <a:pt x="11349" y="189"/>
                </a:lnTo>
                <a:lnTo>
                  <a:pt x="11427" y="168"/>
                </a:lnTo>
                <a:lnTo>
                  <a:pt x="11484" y="147"/>
                </a:lnTo>
                <a:lnTo>
                  <a:pt x="11559" y="126"/>
                </a:lnTo>
                <a:lnTo>
                  <a:pt x="11616" y="105"/>
                </a:lnTo>
                <a:lnTo>
                  <a:pt x="11674" y="84"/>
                </a:lnTo>
                <a:lnTo>
                  <a:pt x="11884" y="0"/>
                </a:lnTo>
                <a:lnTo>
                  <a:pt x="11979" y="42"/>
                </a:lnTo>
                <a:lnTo>
                  <a:pt x="12016" y="105"/>
                </a:lnTo>
                <a:lnTo>
                  <a:pt x="12073" y="126"/>
                </a:lnTo>
                <a:lnTo>
                  <a:pt x="12132" y="126"/>
                </a:lnTo>
                <a:lnTo>
                  <a:pt x="12226" y="105"/>
                </a:lnTo>
                <a:lnTo>
                  <a:pt x="12283" y="84"/>
                </a:lnTo>
                <a:lnTo>
                  <a:pt x="12340" y="42"/>
                </a:lnTo>
                <a:lnTo>
                  <a:pt x="12436" y="26"/>
                </a:lnTo>
                <a:lnTo>
                  <a:pt x="12436" y="1809"/>
                </a:lnTo>
                <a:lnTo>
                  <a:pt x="12226" y="1704"/>
                </a:lnTo>
                <a:lnTo>
                  <a:pt x="12189" y="1641"/>
                </a:lnTo>
                <a:lnTo>
                  <a:pt x="12169" y="1578"/>
                </a:lnTo>
                <a:lnTo>
                  <a:pt x="12151" y="1515"/>
                </a:lnTo>
                <a:lnTo>
                  <a:pt x="12094" y="1473"/>
                </a:lnTo>
                <a:lnTo>
                  <a:pt x="12036" y="1473"/>
                </a:lnTo>
                <a:lnTo>
                  <a:pt x="11979" y="1536"/>
                </a:lnTo>
                <a:lnTo>
                  <a:pt x="11922" y="1473"/>
                </a:lnTo>
                <a:lnTo>
                  <a:pt x="11865" y="1494"/>
                </a:lnTo>
                <a:lnTo>
                  <a:pt x="11788" y="1536"/>
                </a:lnTo>
                <a:lnTo>
                  <a:pt x="11751" y="1473"/>
                </a:lnTo>
                <a:lnTo>
                  <a:pt x="11694" y="1452"/>
                </a:lnTo>
                <a:lnTo>
                  <a:pt x="11637" y="1410"/>
                </a:lnTo>
                <a:lnTo>
                  <a:pt x="11598" y="1346"/>
                </a:lnTo>
                <a:lnTo>
                  <a:pt x="11541" y="1283"/>
                </a:lnTo>
                <a:lnTo>
                  <a:pt x="11484" y="1220"/>
                </a:lnTo>
                <a:lnTo>
                  <a:pt x="11445" y="1157"/>
                </a:lnTo>
                <a:lnTo>
                  <a:pt x="11388" y="1199"/>
                </a:lnTo>
                <a:lnTo>
                  <a:pt x="11331" y="1157"/>
                </a:lnTo>
                <a:lnTo>
                  <a:pt x="11331" y="1094"/>
                </a:lnTo>
                <a:lnTo>
                  <a:pt x="11292" y="1010"/>
                </a:lnTo>
                <a:lnTo>
                  <a:pt x="11256" y="926"/>
                </a:lnTo>
                <a:lnTo>
                  <a:pt x="11235" y="862"/>
                </a:lnTo>
                <a:lnTo>
                  <a:pt x="11178" y="820"/>
                </a:lnTo>
                <a:lnTo>
                  <a:pt x="11103" y="862"/>
                </a:lnTo>
                <a:lnTo>
                  <a:pt x="11064" y="778"/>
                </a:lnTo>
                <a:lnTo>
                  <a:pt x="11028" y="715"/>
                </a:lnTo>
                <a:lnTo>
                  <a:pt x="10971" y="694"/>
                </a:lnTo>
                <a:lnTo>
                  <a:pt x="10932" y="631"/>
                </a:lnTo>
                <a:lnTo>
                  <a:pt x="10875" y="631"/>
                </a:lnTo>
                <a:lnTo>
                  <a:pt x="10818" y="631"/>
                </a:lnTo>
                <a:lnTo>
                  <a:pt x="10761" y="610"/>
                </a:lnTo>
                <a:lnTo>
                  <a:pt x="10683" y="568"/>
                </a:lnTo>
                <a:lnTo>
                  <a:pt x="10626" y="568"/>
                </a:lnTo>
                <a:lnTo>
                  <a:pt x="10569" y="568"/>
                </a:lnTo>
                <a:lnTo>
                  <a:pt x="10493" y="547"/>
                </a:lnTo>
                <a:lnTo>
                  <a:pt x="10436" y="526"/>
                </a:lnTo>
                <a:lnTo>
                  <a:pt x="10398" y="463"/>
                </a:lnTo>
                <a:lnTo>
                  <a:pt x="10341" y="463"/>
                </a:lnTo>
                <a:lnTo>
                  <a:pt x="10283" y="484"/>
                </a:lnTo>
                <a:lnTo>
                  <a:pt x="10265" y="547"/>
                </a:lnTo>
                <a:lnTo>
                  <a:pt x="10208" y="610"/>
                </a:lnTo>
                <a:lnTo>
                  <a:pt x="10151" y="631"/>
                </a:lnTo>
                <a:lnTo>
                  <a:pt x="10265" y="1220"/>
                </a:lnTo>
                <a:lnTo>
                  <a:pt x="10190" y="1199"/>
                </a:lnTo>
                <a:lnTo>
                  <a:pt x="10131" y="1157"/>
                </a:lnTo>
                <a:lnTo>
                  <a:pt x="10073" y="1094"/>
                </a:lnTo>
                <a:lnTo>
                  <a:pt x="9542" y="694"/>
                </a:lnTo>
                <a:lnTo>
                  <a:pt x="9485" y="652"/>
                </a:lnTo>
                <a:lnTo>
                  <a:pt x="9427" y="610"/>
                </a:lnTo>
                <a:lnTo>
                  <a:pt x="9389" y="547"/>
                </a:lnTo>
                <a:lnTo>
                  <a:pt x="9332" y="526"/>
                </a:lnTo>
                <a:lnTo>
                  <a:pt x="9275" y="568"/>
                </a:lnTo>
                <a:lnTo>
                  <a:pt x="9236" y="631"/>
                </a:lnTo>
                <a:lnTo>
                  <a:pt x="9160" y="694"/>
                </a:lnTo>
                <a:lnTo>
                  <a:pt x="9103" y="715"/>
                </a:lnTo>
                <a:lnTo>
                  <a:pt x="9046" y="715"/>
                </a:lnTo>
                <a:lnTo>
                  <a:pt x="8989" y="673"/>
                </a:lnTo>
                <a:lnTo>
                  <a:pt x="8932" y="652"/>
                </a:lnTo>
                <a:lnTo>
                  <a:pt x="8875" y="694"/>
                </a:lnTo>
                <a:lnTo>
                  <a:pt x="8818" y="631"/>
                </a:lnTo>
                <a:lnTo>
                  <a:pt x="8761" y="652"/>
                </a:lnTo>
                <a:lnTo>
                  <a:pt x="8704" y="694"/>
                </a:lnTo>
                <a:lnTo>
                  <a:pt x="8647" y="652"/>
                </a:lnTo>
                <a:lnTo>
                  <a:pt x="8590" y="631"/>
                </a:lnTo>
                <a:lnTo>
                  <a:pt x="8533" y="631"/>
                </a:lnTo>
                <a:lnTo>
                  <a:pt x="8476" y="652"/>
                </a:lnTo>
                <a:lnTo>
                  <a:pt x="8419" y="652"/>
                </a:lnTo>
                <a:lnTo>
                  <a:pt x="8362" y="631"/>
                </a:lnTo>
                <a:lnTo>
                  <a:pt x="8284" y="652"/>
                </a:lnTo>
                <a:lnTo>
                  <a:pt x="8209" y="694"/>
                </a:lnTo>
                <a:lnTo>
                  <a:pt x="8152" y="694"/>
                </a:lnTo>
                <a:lnTo>
                  <a:pt x="8074" y="715"/>
                </a:lnTo>
                <a:lnTo>
                  <a:pt x="8017" y="715"/>
                </a:lnTo>
                <a:lnTo>
                  <a:pt x="7942" y="673"/>
                </a:lnTo>
                <a:lnTo>
                  <a:pt x="7884" y="652"/>
                </a:lnTo>
                <a:lnTo>
                  <a:pt x="7827" y="652"/>
                </a:lnTo>
                <a:lnTo>
                  <a:pt x="7770" y="694"/>
                </a:lnTo>
                <a:lnTo>
                  <a:pt x="7695" y="757"/>
                </a:lnTo>
                <a:lnTo>
                  <a:pt x="7638" y="799"/>
                </a:lnTo>
                <a:lnTo>
                  <a:pt x="7599" y="736"/>
                </a:lnTo>
                <a:lnTo>
                  <a:pt x="7542" y="694"/>
                </a:lnTo>
                <a:lnTo>
                  <a:pt x="7485" y="694"/>
                </a:lnTo>
                <a:lnTo>
                  <a:pt x="7428" y="715"/>
                </a:lnTo>
                <a:lnTo>
                  <a:pt x="7371" y="736"/>
                </a:lnTo>
                <a:lnTo>
                  <a:pt x="7293" y="736"/>
                </a:lnTo>
                <a:lnTo>
                  <a:pt x="7218" y="715"/>
                </a:lnTo>
                <a:lnTo>
                  <a:pt x="7143" y="694"/>
                </a:lnTo>
                <a:lnTo>
                  <a:pt x="7086" y="673"/>
                </a:lnTo>
                <a:lnTo>
                  <a:pt x="6990" y="694"/>
                </a:lnTo>
                <a:lnTo>
                  <a:pt x="6933" y="715"/>
                </a:lnTo>
                <a:lnTo>
                  <a:pt x="6855" y="736"/>
                </a:lnTo>
                <a:lnTo>
                  <a:pt x="6761" y="778"/>
                </a:lnTo>
                <a:lnTo>
                  <a:pt x="6704" y="757"/>
                </a:lnTo>
                <a:lnTo>
                  <a:pt x="6647" y="715"/>
                </a:lnTo>
                <a:lnTo>
                  <a:pt x="6590" y="673"/>
                </a:lnTo>
                <a:lnTo>
                  <a:pt x="6533" y="694"/>
                </a:lnTo>
                <a:lnTo>
                  <a:pt x="6476" y="694"/>
                </a:lnTo>
                <a:lnTo>
                  <a:pt x="6419" y="694"/>
                </a:lnTo>
                <a:lnTo>
                  <a:pt x="6362" y="694"/>
                </a:lnTo>
                <a:lnTo>
                  <a:pt x="6305" y="694"/>
                </a:lnTo>
                <a:lnTo>
                  <a:pt x="6248" y="694"/>
                </a:lnTo>
                <a:lnTo>
                  <a:pt x="5902" y="1220"/>
                </a:lnTo>
                <a:lnTo>
                  <a:pt x="6169" y="652"/>
                </a:lnTo>
                <a:lnTo>
                  <a:pt x="6112" y="652"/>
                </a:lnTo>
                <a:lnTo>
                  <a:pt x="6055" y="652"/>
                </a:lnTo>
                <a:lnTo>
                  <a:pt x="5998" y="673"/>
                </a:lnTo>
                <a:lnTo>
                  <a:pt x="5923" y="673"/>
                </a:lnTo>
                <a:lnTo>
                  <a:pt x="5866" y="673"/>
                </a:lnTo>
                <a:lnTo>
                  <a:pt x="5809" y="694"/>
                </a:lnTo>
                <a:lnTo>
                  <a:pt x="5752" y="736"/>
                </a:lnTo>
                <a:lnTo>
                  <a:pt x="5695" y="736"/>
                </a:lnTo>
                <a:lnTo>
                  <a:pt x="5637" y="736"/>
                </a:lnTo>
                <a:lnTo>
                  <a:pt x="5580" y="736"/>
                </a:lnTo>
                <a:lnTo>
                  <a:pt x="5521" y="736"/>
                </a:lnTo>
                <a:lnTo>
                  <a:pt x="5464" y="694"/>
                </a:lnTo>
                <a:lnTo>
                  <a:pt x="5389" y="673"/>
                </a:lnTo>
                <a:lnTo>
                  <a:pt x="5332" y="673"/>
                </a:lnTo>
                <a:lnTo>
                  <a:pt x="5275" y="673"/>
                </a:lnTo>
                <a:lnTo>
                  <a:pt x="5199" y="694"/>
                </a:lnTo>
                <a:lnTo>
                  <a:pt x="5142" y="694"/>
                </a:lnTo>
                <a:lnTo>
                  <a:pt x="5065" y="694"/>
                </a:lnTo>
                <a:lnTo>
                  <a:pt x="5007" y="715"/>
                </a:lnTo>
                <a:lnTo>
                  <a:pt x="4932" y="715"/>
                </a:lnTo>
                <a:lnTo>
                  <a:pt x="4875" y="694"/>
                </a:lnTo>
                <a:lnTo>
                  <a:pt x="4818" y="694"/>
                </a:lnTo>
                <a:lnTo>
                  <a:pt x="4740" y="673"/>
                </a:lnTo>
                <a:lnTo>
                  <a:pt x="4683" y="652"/>
                </a:lnTo>
                <a:lnTo>
                  <a:pt x="4626" y="652"/>
                </a:lnTo>
                <a:lnTo>
                  <a:pt x="4569" y="652"/>
                </a:lnTo>
                <a:lnTo>
                  <a:pt x="4512" y="673"/>
                </a:lnTo>
                <a:lnTo>
                  <a:pt x="4455" y="694"/>
                </a:lnTo>
                <a:lnTo>
                  <a:pt x="4398" y="694"/>
                </a:lnTo>
                <a:lnTo>
                  <a:pt x="4323" y="694"/>
                </a:lnTo>
                <a:lnTo>
                  <a:pt x="4266" y="694"/>
                </a:lnTo>
                <a:lnTo>
                  <a:pt x="4209" y="652"/>
                </a:lnTo>
                <a:lnTo>
                  <a:pt x="4151" y="610"/>
                </a:lnTo>
                <a:lnTo>
                  <a:pt x="4094" y="568"/>
                </a:lnTo>
                <a:lnTo>
                  <a:pt x="4017" y="547"/>
                </a:lnTo>
                <a:lnTo>
                  <a:pt x="3960" y="547"/>
                </a:lnTo>
                <a:lnTo>
                  <a:pt x="3903" y="526"/>
                </a:lnTo>
                <a:lnTo>
                  <a:pt x="3846" y="484"/>
                </a:lnTo>
                <a:lnTo>
                  <a:pt x="3789" y="463"/>
                </a:lnTo>
                <a:lnTo>
                  <a:pt x="3731" y="463"/>
                </a:lnTo>
                <a:lnTo>
                  <a:pt x="3674" y="463"/>
                </a:lnTo>
                <a:lnTo>
                  <a:pt x="3617" y="484"/>
                </a:lnTo>
                <a:lnTo>
                  <a:pt x="3560" y="526"/>
                </a:lnTo>
                <a:lnTo>
                  <a:pt x="3503" y="526"/>
                </a:lnTo>
                <a:lnTo>
                  <a:pt x="3446" y="568"/>
                </a:lnTo>
                <a:lnTo>
                  <a:pt x="3389" y="568"/>
                </a:lnTo>
                <a:lnTo>
                  <a:pt x="3332" y="526"/>
                </a:lnTo>
                <a:lnTo>
                  <a:pt x="3257" y="505"/>
                </a:lnTo>
                <a:lnTo>
                  <a:pt x="3200" y="505"/>
                </a:lnTo>
                <a:lnTo>
                  <a:pt x="3122" y="463"/>
                </a:lnTo>
                <a:lnTo>
                  <a:pt x="3065" y="463"/>
                </a:lnTo>
                <a:lnTo>
                  <a:pt x="3008" y="484"/>
                </a:lnTo>
                <a:lnTo>
                  <a:pt x="2951" y="505"/>
                </a:lnTo>
                <a:lnTo>
                  <a:pt x="2894" y="526"/>
                </a:lnTo>
                <a:lnTo>
                  <a:pt x="2837" y="547"/>
                </a:lnTo>
                <a:lnTo>
                  <a:pt x="2780" y="568"/>
                </a:lnTo>
                <a:lnTo>
                  <a:pt x="2723" y="568"/>
                </a:lnTo>
                <a:lnTo>
                  <a:pt x="2666" y="568"/>
                </a:lnTo>
                <a:lnTo>
                  <a:pt x="2608" y="568"/>
                </a:lnTo>
                <a:lnTo>
                  <a:pt x="2533" y="568"/>
                </a:lnTo>
                <a:lnTo>
                  <a:pt x="2476" y="568"/>
                </a:lnTo>
                <a:lnTo>
                  <a:pt x="2419" y="547"/>
                </a:lnTo>
                <a:lnTo>
                  <a:pt x="2362" y="547"/>
                </a:lnTo>
                <a:lnTo>
                  <a:pt x="2305" y="547"/>
                </a:lnTo>
                <a:lnTo>
                  <a:pt x="2227" y="547"/>
                </a:lnTo>
                <a:lnTo>
                  <a:pt x="2170" y="547"/>
                </a:lnTo>
                <a:lnTo>
                  <a:pt x="2113" y="547"/>
                </a:lnTo>
                <a:lnTo>
                  <a:pt x="2056" y="589"/>
                </a:lnTo>
                <a:lnTo>
                  <a:pt x="1999" y="610"/>
                </a:lnTo>
                <a:lnTo>
                  <a:pt x="1942" y="631"/>
                </a:lnTo>
                <a:lnTo>
                  <a:pt x="1885" y="631"/>
                </a:lnTo>
                <a:lnTo>
                  <a:pt x="1828" y="631"/>
                </a:lnTo>
                <a:lnTo>
                  <a:pt x="1771" y="589"/>
                </a:lnTo>
                <a:lnTo>
                  <a:pt x="1714" y="568"/>
                </a:lnTo>
                <a:lnTo>
                  <a:pt x="1657" y="568"/>
                </a:lnTo>
                <a:lnTo>
                  <a:pt x="1600" y="568"/>
                </a:lnTo>
                <a:lnTo>
                  <a:pt x="1504" y="547"/>
                </a:lnTo>
                <a:lnTo>
                  <a:pt x="1447" y="547"/>
                </a:lnTo>
                <a:lnTo>
                  <a:pt x="1390" y="589"/>
                </a:lnTo>
                <a:lnTo>
                  <a:pt x="1333" y="631"/>
                </a:lnTo>
                <a:lnTo>
                  <a:pt x="1275" y="673"/>
                </a:lnTo>
                <a:lnTo>
                  <a:pt x="1218" y="694"/>
                </a:lnTo>
                <a:lnTo>
                  <a:pt x="1161" y="694"/>
                </a:lnTo>
                <a:lnTo>
                  <a:pt x="1104" y="673"/>
                </a:lnTo>
                <a:lnTo>
                  <a:pt x="1047" y="652"/>
                </a:lnTo>
                <a:lnTo>
                  <a:pt x="990" y="652"/>
                </a:lnTo>
                <a:lnTo>
                  <a:pt x="933" y="631"/>
                </a:lnTo>
                <a:lnTo>
                  <a:pt x="876" y="631"/>
                </a:lnTo>
                <a:lnTo>
                  <a:pt x="819" y="631"/>
                </a:lnTo>
                <a:lnTo>
                  <a:pt x="741" y="631"/>
                </a:lnTo>
                <a:lnTo>
                  <a:pt x="666" y="631"/>
                </a:lnTo>
                <a:lnTo>
                  <a:pt x="609" y="631"/>
                </a:lnTo>
                <a:lnTo>
                  <a:pt x="552" y="631"/>
                </a:lnTo>
                <a:lnTo>
                  <a:pt x="495" y="652"/>
                </a:lnTo>
                <a:lnTo>
                  <a:pt x="438" y="652"/>
                </a:lnTo>
                <a:lnTo>
                  <a:pt x="381" y="652"/>
                </a:lnTo>
                <a:lnTo>
                  <a:pt x="324" y="673"/>
                </a:lnTo>
                <a:lnTo>
                  <a:pt x="267" y="694"/>
                </a:lnTo>
                <a:lnTo>
                  <a:pt x="209" y="715"/>
                </a:lnTo>
                <a:lnTo>
                  <a:pt x="132" y="757"/>
                </a:lnTo>
                <a:lnTo>
                  <a:pt x="57" y="778"/>
                </a:lnTo>
                <a:lnTo>
                  <a:pt x="0" y="820"/>
                </a:lnTo>
                <a:lnTo>
                  <a:pt x="0" y="165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/>
          <p:nvPr/>
        </p:nvSpPr>
        <p:spPr>
          <a:xfrm>
            <a:off x="65160" y="290520"/>
            <a:ext cx="61920" cy="547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/>
          <p:nvPr/>
        </p:nvSpPr>
        <p:spPr>
          <a:xfrm>
            <a:off x="4516560" y="387360"/>
            <a:ext cx="106200" cy="6667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 txBox="1"/>
          <p:nvPr/>
        </p:nvSpPr>
        <p:spPr>
          <a:xfrm>
            <a:off x="136440" y="120600"/>
            <a:ext cx="4362480" cy="1390680"/>
          </a:xfrm>
          <a:prstGeom prst="rect">
            <a:avLst/>
          </a:prstGeom>
          <a:solidFill>
            <a:srgbClr val="DDDDDD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RussianPay PIC $$$,$$$,$$9.99.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12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MOVE 12345.67 TO RussianPay.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INSPECT RussianPay REPLACING ALL "</a:t>
            </a:r>
            <a:r>
              <a:rPr lang="en-US" sz="12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$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"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BY  "</a:t>
            </a:r>
            <a:r>
              <a:rPr lang="en-US" sz="12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R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DISPLAY RussianPay " roubles".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71360" y="2151000"/>
            <a:ext cx="1574640" cy="390600"/>
          </a:xfrm>
          <a:prstGeom prst="rect">
            <a:avLst/>
          </a:prstGeom>
          <a:solidFill>
            <a:srgbClr val="DDDDDD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r">
              <a:lnSpc>
                <a:spcPct val="100000"/>
              </a:lnSpc>
            </a:pPr>
            <a:r>
              <a:rPr lang="en-US" sz="1800" b="1" u="none" strike="noStrike">
                <a:solidFill>
                  <a:srgbClr val="009900"/>
                </a:solidFill>
                <a:effectLst/>
                <a:uFillTx/>
                <a:latin typeface="Arial"/>
                <a:ea typeface="Arial"/>
              </a:rPr>
              <a:t>$12,345.67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347760" y="1900080"/>
            <a:ext cx="119232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RussianPay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114480" y="378000"/>
            <a:ext cx="4476960" cy="651240"/>
          </a:xfrm>
          <a:custGeom>
            <a:avLst/>
            <a:gdLst/>
            <a:ahLst/>
            <a:rect l="0" t="0" r="r" b="b"/>
            <a:pathLst>
              <a:path w="12436" h="1809">
                <a:moveTo>
                  <a:pt x="0" y="165"/>
                </a:moveTo>
                <a:lnTo>
                  <a:pt x="114" y="126"/>
                </a:lnTo>
                <a:lnTo>
                  <a:pt x="209" y="147"/>
                </a:lnTo>
                <a:lnTo>
                  <a:pt x="267" y="147"/>
                </a:lnTo>
                <a:lnTo>
                  <a:pt x="342" y="147"/>
                </a:lnTo>
                <a:lnTo>
                  <a:pt x="399" y="126"/>
                </a:lnTo>
                <a:lnTo>
                  <a:pt x="456" y="105"/>
                </a:lnTo>
                <a:lnTo>
                  <a:pt x="534" y="105"/>
                </a:lnTo>
                <a:lnTo>
                  <a:pt x="609" y="63"/>
                </a:lnTo>
                <a:lnTo>
                  <a:pt x="666" y="63"/>
                </a:lnTo>
                <a:lnTo>
                  <a:pt x="723" y="63"/>
                </a:lnTo>
                <a:lnTo>
                  <a:pt x="798" y="63"/>
                </a:lnTo>
                <a:lnTo>
                  <a:pt x="855" y="63"/>
                </a:lnTo>
                <a:lnTo>
                  <a:pt x="913" y="105"/>
                </a:lnTo>
                <a:lnTo>
                  <a:pt x="990" y="126"/>
                </a:lnTo>
                <a:lnTo>
                  <a:pt x="1029" y="189"/>
                </a:lnTo>
                <a:lnTo>
                  <a:pt x="1104" y="210"/>
                </a:lnTo>
                <a:lnTo>
                  <a:pt x="1161" y="252"/>
                </a:lnTo>
                <a:lnTo>
                  <a:pt x="1218" y="273"/>
                </a:lnTo>
                <a:lnTo>
                  <a:pt x="1294" y="273"/>
                </a:lnTo>
                <a:lnTo>
                  <a:pt x="1351" y="273"/>
                </a:lnTo>
                <a:lnTo>
                  <a:pt x="1408" y="273"/>
                </a:lnTo>
                <a:lnTo>
                  <a:pt x="1465" y="273"/>
                </a:lnTo>
                <a:lnTo>
                  <a:pt x="1522" y="273"/>
                </a:lnTo>
                <a:lnTo>
                  <a:pt x="1579" y="273"/>
                </a:lnTo>
                <a:lnTo>
                  <a:pt x="1638" y="252"/>
                </a:lnTo>
                <a:lnTo>
                  <a:pt x="1695" y="252"/>
                </a:lnTo>
                <a:lnTo>
                  <a:pt x="1789" y="252"/>
                </a:lnTo>
                <a:lnTo>
                  <a:pt x="1867" y="273"/>
                </a:lnTo>
                <a:lnTo>
                  <a:pt x="1942" y="273"/>
                </a:lnTo>
                <a:lnTo>
                  <a:pt x="2017" y="294"/>
                </a:lnTo>
                <a:lnTo>
                  <a:pt x="2074" y="315"/>
                </a:lnTo>
                <a:lnTo>
                  <a:pt x="2131" y="336"/>
                </a:lnTo>
                <a:lnTo>
                  <a:pt x="2188" y="357"/>
                </a:lnTo>
                <a:lnTo>
                  <a:pt x="2246" y="357"/>
                </a:lnTo>
                <a:lnTo>
                  <a:pt x="2323" y="378"/>
                </a:lnTo>
                <a:lnTo>
                  <a:pt x="2380" y="378"/>
                </a:lnTo>
                <a:lnTo>
                  <a:pt x="2476" y="378"/>
                </a:lnTo>
                <a:lnTo>
                  <a:pt x="2551" y="378"/>
                </a:lnTo>
                <a:lnTo>
                  <a:pt x="2627" y="378"/>
                </a:lnTo>
                <a:lnTo>
                  <a:pt x="2684" y="378"/>
                </a:lnTo>
                <a:lnTo>
                  <a:pt x="2741" y="378"/>
                </a:lnTo>
                <a:lnTo>
                  <a:pt x="2837" y="378"/>
                </a:lnTo>
                <a:lnTo>
                  <a:pt x="2933" y="357"/>
                </a:lnTo>
                <a:lnTo>
                  <a:pt x="3008" y="357"/>
                </a:lnTo>
                <a:lnTo>
                  <a:pt x="3086" y="357"/>
                </a:lnTo>
                <a:lnTo>
                  <a:pt x="3161" y="357"/>
                </a:lnTo>
                <a:lnTo>
                  <a:pt x="3218" y="357"/>
                </a:lnTo>
                <a:lnTo>
                  <a:pt x="3275" y="357"/>
                </a:lnTo>
                <a:lnTo>
                  <a:pt x="3332" y="357"/>
                </a:lnTo>
                <a:lnTo>
                  <a:pt x="3389" y="378"/>
                </a:lnTo>
                <a:lnTo>
                  <a:pt x="3446" y="378"/>
                </a:lnTo>
                <a:lnTo>
                  <a:pt x="3542" y="399"/>
                </a:lnTo>
                <a:lnTo>
                  <a:pt x="3599" y="399"/>
                </a:lnTo>
                <a:lnTo>
                  <a:pt x="3674" y="378"/>
                </a:lnTo>
                <a:lnTo>
                  <a:pt x="3770" y="378"/>
                </a:lnTo>
                <a:lnTo>
                  <a:pt x="3846" y="378"/>
                </a:lnTo>
                <a:lnTo>
                  <a:pt x="3923" y="378"/>
                </a:lnTo>
                <a:lnTo>
                  <a:pt x="3980" y="378"/>
                </a:lnTo>
                <a:lnTo>
                  <a:pt x="4037" y="378"/>
                </a:lnTo>
                <a:lnTo>
                  <a:pt x="4094" y="378"/>
                </a:lnTo>
                <a:lnTo>
                  <a:pt x="4151" y="378"/>
                </a:lnTo>
                <a:lnTo>
                  <a:pt x="4227" y="399"/>
                </a:lnTo>
                <a:lnTo>
                  <a:pt x="4304" y="399"/>
                </a:lnTo>
                <a:lnTo>
                  <a:pt x="4380" y="420"/>
                </a:lnTo>
                <a:lnTo>
                  <a:pt x="4455" y="441"/>
                </a:lnTo>
                <a:lnTo>
                  <a:pt x="4533" y="441"/>
                </a:lnTo>
                <a:lnTo>
                  <a:pt x="4590" y="441"/>
                </a:lnTo>
                <a:lnTo>
                  <a:pt x="4683" y="463"/>
                </a:lnTo>
                <a:lnTo>
                  <a:pt x="4797" y="484"/>
                </a:lnTo>
                <a:lnTo>
                  <a:pt x="4855" y="484"/>
                </a:lnTo>
                <a:lnTo>
                  <a:pt x="4914" y="484"/>
                </a:lnTo>
                <a:lnTo>
                  <a:pt x="4989" y="484"/>
                </a:lnTo>
                <a:lnTo>
                  <a:pt x="5046" y="484"/>
                </a:lnTo>
                <a:lnTo>
                  <a:pt x="5103" y="484"/>
                </a:lnTo>
                <a:lnTo>
                  <a:pt x="5160" y="484"/>
                </a:lnTo>
                <a:lnTo>
                  <a:pt x="5350" y="484"/>
                </a:lnTo>
                <a:lnTo>
                  <a:pt x="5542" y="484"/>
                </a:lnTo>
                <a:lnTo>
                  <a:pt x="5731" y="484"/>
                </a:lnTo>
                <a:lnTo>
                  <a:pt x="5809" y="484"/>
                </a:lnTo>
                <a:lnTo>
                  <a:pt x="5884" y="484"/>
                </a:lnTo>
                <a:lnTo>
                  <a:pt x="5959" y="484"/>
                </a:lnTo>
                <a:lnTo>
                  <a:pt x="6016" y="463"/>
                </a:lnTo>
                <a:lnTo>
                  <a:pt x="6266" y="315"/>
                </a:lnTo>
                <a:lnTo>
                  <a:pt x="6305" y="378"/>
                </a:lnTo>
                <a:lnTo>
                  <a:pt x="6341" y="463"/>
                </a:lnTo>
                <a:lnTo>
                  <a:pt x="6419" y="484"/>
                </a:lnTo>
                <a:lnTo>
                  <a:pt x="6476" y="463"/>
                </a:lnTo>
                <a:lnTo>
                  <a:pt x="6533" y="463"/>
                </a:lnTo>
                <a:lnTo>
                  <a:pt x="6590" y="441"/>
                </a:lnTo>
                <a:lnTo>
                  <a:pt x="6647" y="463"/>
                </a:lnTo>
                <a:lnTo>
                  <a:pt x="6723" y="484"/>
                </a:lnTo>
                <a:lnTo>
                  <a:pt x="6780" y="484"/>
                </a:lnTo>
                <a:lnTo>
                  <a:pt x="6837" y="505"/>
                </a:lnTo>
                <a:lnTo>
                  <a:pt x="6894" y="505"/>
                </a:lnTo>
                <a:lnTo>
                  <a:pt x="6951" y="505"/>
                </a:lnTo>
                <a:lnTo>
                  <a:pt x="7008" y="505"/>
                </a:lnTo>
                <a:lnTo>
                  <a:pt x="7065" y="505"/>
                </a:lnTo>
                <a:lnTo>
                  <a:pt x="7122" y="484"/>
                </a:lnTo>
                <a:lnTo>
                  <a:pt x="7179" y="484"/>
                </a:lnTo>
                <a:lnTo>
                  <a:pt x="7257" y="484"/>
                </a:lnTo>
                <a:lnTo>
                  <a:pt x="7332" y="463"/>
                </a:lnTo>
                <a:lnTo>
                  <a:pt x="7389" y="441"/>
                </a:lnTo>
                <a:lnTo>
                  <a:pt x="7446" y="441"/>
                </a:lnTo>
                <a:lnTo>
                  <a:pt x="7522" y="441"/>
                </a:lnTo>
                <a:lnTo>
                  <a:pt x="7581" y="420"/>
                </a:lnTo>
                <a:lnTo>
                  <a:pt x="7638" y="441"/>
                </a:lnTo>
                <a:lnTo>
                  <a:pt x="7695" y="505"/>
                </a:lnTo>
                <a:lnTo>
                  <a:pt x="7752" y="526"/>
                </a:lnTo>
                <a:lnTo>
                  <a:pt x="7827" y="526"/>
                </a:lnTo>
                <a:lnTo>
                  <a:pt x="7884" y="526"/>
                </a:lnTo>
                <a:lnTo>
                  <a:pt x="7942" y="526"/>
                </a:lnTo>
                <a:lnTo>
                  <a:pt x="8017" y="526"/>
                </a:lnTo>
                <a:lnTo>
                  <a:pt x="8094" y="505"/>
                </a:lnTo>
                <a:lnTo>
                  <a:pt x="8170" y="484"/>
                </a:lnTo>
                <a:lnTo>
                  <a:pt x="8247" y="484"/>
                </a:lnTo>
                <a:lnTo>
                  <a:pt x="8304" y="463"/>
                </a:lnTo>
                <a:lnTo>
                  <a:pt x="8380" y="463"/>
                </a:lnTo>
                <a:lnTo>
                  <a:pt x="8437" y="441"/>
                </a:lnTo>
                <a:lnTo>
                  <a:pt x="8494" y="441"/>
                </a:lnTo>
                <a:lnTo>
                  <a:pt x="8551" y="441"/>
                </a:lnTo>
                <a:lnTo>
                  <a:pt x="8779" y="441"/>
                </a:lnTo>
                <a:lnTo>
                  <a:pt x="8836" y="441"/>
                </a:lnTo>
                <a:lnTo>
                  <a:pt x="8914" y="441"/>
                </a:lnTo>
                <a:lnTo>
                  <a:pt x="8971" y="441"/>
                </a:lnTo>
                <a:lnTo>
                  <a:pt x="9028" y="420"/>
                </a:lnTo>
                <a:lnTo>
                  <a:pt x="9103" y="378"/>
                </a:lnTo>
                <a:lnTo>
                  <a:pt x="9199" y="357"/>
                </a:lnTo>
                <a:lnTo>
                  <a:pt x="9256" y="336"/>
                </a:lnTo>
                <a:lnTo>
                  <a:pt x="9313" y="294"/>
                </a:lnTo>
                <a:lnTo>
                  <a:pt x="9370" y="273"/>
                </a:lnTo>
                <a:lnTo>
                  <a:pt x="9427" y="231"/>
                </a:lnTo>
                <a:lnTo>
                  <a:pt x="9485" y="231"/>
                </a:lnTo>
                <a:lnTo>
                  <a:pt x="9542" y="252"/>
                </a:lnTo>
                <a:lnTo>
                  <a:pt x="9637" y="273"/>
                </a:lnTo>
                <a:lnTo>
                  <a:pt x="9695" y="273"/>
                </a:lnTo>
                <a:lnTo>
                  <a:pt x="9788" y="315"/>
                </a:lnTo>
                <a:lnTo>
                  <a:pt x="9866" y="336"/>
                </a:lnTo>
                <a:lnTo>
                  <a:pt x="9923" y="336"/>
                </a:lnTo>
                <a:lnTo>
                  <a:pt x="9980" y="336"/>
                </a:lnTo>
                <a:lnTo>
                  <a:pt x="10037" y="315"/>
                </a:lnTo>
                <a:lnTo>
                  <a:pt x="10112" y="315"/>
                </a:lnTo>
                <a:lnTo>
                  <a:pt x="10169" y="294"/>
                </a:lnTo>
                <a:lnTo>
                  <a:pt x="10247" y="294"/>
                </a:lnTo>
                <a:lnTo>
                  <a:pt x="10341" y="294"/>
                </a:lnTo>
                <a:lnTo>
                  <a:pt x="10398" y="294"/>
                </a:lnTo>
                <a:lnTo>
                  <a:pt x="10455" y="315"/>
                </a:lnTo>
                <a:lnTo>
                  <a:pt x="10512" y="315"/>
                </a:lnTo>
                <a:lnTo>
                  <a:pt x="10569" y="336"/>
                </a:lnTo>
                <a:lnTo>
                  <a:pt x="10626" y="336"/>
                </a:lnTo>
                <a:lnTo>
                  <a:pt x="10703" y="336"/>
                </a:lnTo>
                <a:lnTo>
                  <a:pt x="10797" y="315"/>
                </a:lnTo>
                <a:lnTo>
                  <a:pt x="10893" y="315"/>
                </a:lnTo>
                <a:lnTo>
                  <a:pt x="10950" y="315"/>
                </a:lnTo>
                <a:lnTo>
                  <a:pt x="11028" y="294"/>
                </a:lnTo>
                <a:lnTo>
                  <a:pt x="11085" y="273"/>
                </a:lnTo>
                <a:lnTo>
                  <a:pt x="11142" y="231"/>
                </a:lnTo>
                <a:lnTo>
                  <a:pt x="11199" y="210"/>
                </a:lnTo>
                <a:lnTo>
                  <a:pt x="11274" y="189"/>
                </a:lnTo>
                <a:lnTo>
                  <a:pt x="11349" y="189"/>
                </a:lnTo>
                <a:lnTo>
                  <a:pt x="11427" y="168"/>
                </a:lnTo>
                <a:lnTo>
                  <a:pt x="11484" y="147"/>
                </a:lnTo>
                <a:lnTo>
                  <a:pt x="11559" y="126"/>
                </a:lnTo>
                <a:lnTo>
                  <a:pt x="11616" y="105"/>
                </a:lnTo>
                <a:lnTo>
                  <a:pt x="11674" y="84"/>
                </a:lnTo>
                <a:lnTo>
                  <a:pt x="11884" y="0"/>
                </a:lnTo>
                <a:lnTo>
                  <a:pt x="11979" y="42"/>
                </a:lnTo>
                <a:lnTo>
                  <a:pt x="12016" y="105"/>
                </a:lnTo>
                <a:lnTo>
                  <a:pt x="12073" y="126"/>
                </a:lnTo>
                <a:lnTo>
                  <a:pt x="12132" y="126"/>
                </a:lnTo>
                <a:lnTo>
                  <a:pt x="12226" y="105"/>
                </a:lnTo>
                <a:lnTo>
                  <a:pt x="12283" y="84"/>
                </a:lnTo>
                <a:lnTo>
                  <a:pt x="12340" y="42"/>
                </a:lnTo>
                <a:lnTo>
                  <a:pt x="12436" y="26"/>
                </a:lnTo>
                <a:lnTo>
                  <a:pt x="12436" y="1809"/>
                </a:lnTo>
                <a:lnTo>
                  <a:pt x="12226" y="1704"/>
                </a:lnTo>
                <a:lnTo>
                  <a:pt x="12189" y="1641"/>
                </a:lnTo>
                <a:lnTo>
                  <a:pt x="12169" y="1578"/>
                </a:lnTo>
                <a:lnTo>
                  <a:pt x="12151" y="1515"/>
                </a:lnTo>
                <a:lnTo>
                  <a:pt x="12094" y="1473"/>
                </a:lnTo>
                <a:lnTo>
                  <a:pt x="12036" y="1473"/>
                </a:lnTo>
                <a:lnTo>
                  <a:pt x="11979" y="1536"/>
                </a:lnTo>
                <a:lnTo>
                  <a:pt x="11922" y="1473"/>
                </a:lnTo>
                <a:lnTo>
                  <a:pt x="11865" y="1494"/>
                </a:lnTo>
                <a:lnTo>
                  <a:pt x="11788" y="1536"/>
                </a:lnTo>
                <a:lnTo>
                  <a:pt x="11751" y="1473"/>
                </a:lnTo>
                <a:lnTo>
                  <a:pt x="11694" y="1452"/>
                </a:lnTo>
                <a:lnTo>
                  <a:pt x="11637" y="1410"/>
                </a:lnTo>
                <a:lnTo>
                  <a:pt x="11598" y="1346"/>
                </a:lnTo>
                <a:lnTo>
                  <a:pt x="11541" y="1283"/>
                </a:lnTo>
                <a:lnTo>
                  <a:pt x="11484" y="1220"/>
                </a:lnTo>
                <a:lnTo>
                  <a:pt x="11445" y="1157"/>
                </a:lnTo>
                <a:lnTo>
                  <a:pt x="11388" y="1199"/>
                </a:lnTo>
                <a:lnTo>
                  <a:pt x="11331" y="1157"/>
                </a:lnTo>
                <a:lnTo>
                  <a:pt x="11331" y="1094"/>
                </a:lnTo>
                <a:lnTo>
                  <a:pt x="11292" y="1010"/>
                </a:lnTo>
                <a:lnTo>
                  <a:pt x="11256" y="926"/>
                </a:lnTo>
                <a:lnTo>
                  <a:pt x="11235" y="862"/>
                </a:lnTo>
                <a:lnTo>
                  <a:pt x="11178" y="820"/>
                </a:lnTo>
                <a:lnTo>
                  <a:pt x="11103" y="862"/>
                </a:lnTo>
                <a:lnTo>
                  <a:pt x="11064" y="778"/>
                </a:lnTo>
                <a:lnTo>
                  <a:pt x="11028" y="715"/>
                </a:lnTo>
                <a:lnTo>
                  <a:pt x="10971" y="694"/>
                </a:lnTo>
                <a:lnTo>
                  <a:pt x="10932" y="631"/>
                </a:lnTo>
                <a:lnTo>
                  <a:pt x="10875" y="631"/>
                </a:lnTo>
                <a:lnTo>
                  <a:pt x="10818" y="631"/>
                </a:lnTo>
                <a:lnTo>
                  <a:pt x="10761" y="610"/>
                </a:lnTo>
                <a:lnTo>
                  <a:pt x="10683" y="568"/>
                </a:lnTo>
                <a:lnTo>
                  <a:pt x="10626" y="568"/>
                </a:lnTo>
                <a:lnTo>
                  <a:pt x="10569" y="568"/>
                </a:lnTo>
                <a:lnTo>
                  <a:pt x="10493" y="547"/>
                </a:lnTo>
                <a:lnTo>
                  <a:pt x="10436" y="526"/>
                </a:lnTo>
                <a:lnTo>
                  <a:pt x="10398" y="463"/>
                </a:lnTo>
                <a:lnTo>
                  <a:pt x="10341" y="463"/>
                </a:lnTo>
                <a:lnTo>
                  <a:pt x="10283" y="484"/>
                </a:lnTo>
                <a:lnTo>
                  <a:pt x="10265" y="547"/>
                </a:lnTo>
                <a:lnTo>
                  <a:pt x="10208" y="610"/>
                </a:lnTo>
                <a:lnTo>
                  <a:pt x="10151" y="631"/>
                </a:lnTo>
                <a:lnTo>
                  <a:pt x="10265" y="1220"/>
                </a:lnTo>
                <a:lnTo>
                  <a:pt x="10190" y="1199"/>
                </a:lnTo>
                <a:lnTo>
                  <a:pt x="10131" y="1157"/>
                </a:lnTo>
                <a:lnTo>
                  <a:pt x="10073" y="1094"/>
                </a:lnTo>
                <a:lnTo>
                  <a:pt x="9542" y="694"/>
                </a:lnTo>
                <a:lnTo>
                  <a:pt x="9485" y="652"/>
                </a:lnTo>
                <a:lnTo>
                  <a:pt x="9427" y="610"/>
                </a:lnTo>
                <a:lnTo>
                  <a:pt x="9389" y="547"/>
                </a:lnTo>
                <a:lnTo>
                  <a:pt x="9332" y="526"/>
                </a:lnTo>
                <a:lnTo>
                  <a:pt x="9275" y="568"/>
                </a:lnTo>
                <a:lnTo>
                  <a:pt x="9236" y="631"/>
                </a:lnTo>
                <a:lnTo>
                  <a:pt x="9160" y="694"/>
                </a:lnTo>
                <a:lnTo>
                  <a:pt x="9103" y="715"/>
                </a:lnTo>
                <a:lnTo>
                  <a:pt x="9046" y="715"/>
                </a:lnTo>
                <a:lnTo>
                  <a:pt x="8989" y="673"/>
                </a:lnTo>
                <a:lnTo>
                  <a:pt x="8932" y="652"/>
                </a:lnTo>
                <a:lnTo>
                  <a:pt x="8875" y="694"/>
                </a:lnTo>
                <a:lnTo>
                  <a:pt x="8818" y="631"/>
                </a:lnTo>
                <a:lnTo>
                  <a:pt x="8761" y="652"/>
                </a:lnTo>
                <a:lnTo>
                  <a:pt x="8704" y="694"/>
                </a:lnTo>
                <a:lnTo>
                  <a:pt x="8647" y="652"/>
                </a:lnTo>
                <a:lnTo>
                  <a:pt x="8590" y="631"/>
                </a:lnTo>
                <a:lnTo>
                  <a:pt x="8533" y="631"/>
                </a:lnTo>
                <a:lnTo>
                  <a:pt x="8476" y="652"/>
                </a:lnTo>
                <a:lnTo>
                  <a:pt x="8419" y="652"/>
                </a:lnTo>
                <a:lnTo>
                  <a:pt x="8362" y="631"/>
                </a:lnTo>
                <a:lnTo>
                  <a:pt x="8284" y="652"/>
                </a:lnTo>
                <a:lnTo>
                  <a:pt x="8209" y="694"/>
                </a:lnTo>
                <a:lnTo>
                  <a:pt x="8152" y="694"/>
                </a:lnTo>
                <a:lnTo>
                  <a:pt x="8074" y="715"/>
                </a:lnTo>
                <a:lnTo>
                  <a:pt x="8017" y="715"/>
                </a:lnTo>
                <a:lnTo>
                  <a:pt x="7942" y="673"/>
                </a:lnTo>
                <a:lnTo>
                  <a:pt x="7884" y="652"/>
                </a:lnTo>
                <a:lnTo>
                  <a:pt x="7827" y="652"/>
                </a:lnTo>
                <a:lnTo>
                  <a:pt x="7770" y="694"/>
                </a:lnTo>
                <a:lnTo>
                  <a:pt x="7695" y="757"/>
                </a:lnTo>
                <a:lnTo>
                  <a:pt x="7638" y="799"/>
                </a:lnTo>
                <a:lnTo>
                  <a:pt x="7599" y="736"/>
                </a:lnTo>
                <a:lnTo>
                  <a:pt x="7542" y="694"/>
                </a:lnTo>
                <a:lnTo>
                  <a:pt x="7485" y="694"/>
                </a:lnTo>
                <a:lnTo>
                  <a:pt x="7428" y="715"/>
                </a:lnTo>
                <a:lnTo>
                  <a:pt x="7371" y="736"/>
                </a:lnTo>
                <a:lnTo>
                  <a:pt x="7293" y="736"/>
                </a:lnTo>
                <a:lnTo>
                  <a:pt x="7218" y="715"/>
                </a:lnTo>
                <a:lnTo>
                  <a:pt x="7143" y="694"/>
                </a:lnTo>
                <a:lnTo>
                  <a:pt x="7086" y="673"/>
                </a:lnTo>
                <a:lnTo>
                  <a:pt x="6990" y="694"/>
                </a:lnTo>
                <a:lnTo>
                  <a:pt x="6933" y="715"/>
                </a:lnTo>
                <a:lnTo>
                  <a:pt x="6855" y="736"/>
                </a:lnTo>
                <a:lnTo>
                  <a:pt x="6761" y="778"/>
                </a:lnTo>
                <a:lnTo>
                  <a:pt x="6704" y="757"/>
                </a:lnTo>
                <a:lnTo>
                  <a:pt x="6647" y="715"/>
                </a:lnTo>
                <a:lnTo>
                  <a:pt x="6590" y="673"/>
                </a:lnTo>
                <a:lnTo>
                  <a:pt x="6533" y="694"/>
                </a:lnTo>
                <a:lnTo>
                  <a:pt x="6476" y="694"/>
                </a:lnTo>
                <a:lnTo>
                  <a:pt x="6419" y="694"/>
                </a:lnTo>
                <a:lnTo>
                  <a:pt x="6362" y="694"/>
                </a:lnTo>
                <a:lnTo>
                  <a:pt x="6305" y="694"/>
                </a:lnTo>
                <a:lnTo>
                  <a:pt x="6248" y="694"/>
                </a:lnTo>
                <a:lnTo>
                  <a:pt x="5902" y="1220"/>
                </a:lnTo>
                <a:lnTo>
                  <a:pt x="6169" y="652"/>
                </a:lnTo>
                <a:lnTo>
                  <a:pt x="6112" y="652"/>
                </a:lnTo>
                <a:lnTo>
                  <a:pt x="6055" y="652"/>
                </a:lnTo>
                <a:lnTo>
                  <a:pt x="5998" y="673"/>
                </a:lnTo>
                <a:lnTo>
                  <a:pt x="5923" y="673"/>
                </a:lnTo>
                <a:lnTo>
                  <a:pt x="5866" y="673"/>
                </a:lnTo>
                <a:lnTo>
                  <a:pt x="5809" y="694"/>
                </a:lnTo>
                <a:lnTo>
                  <a:pt x="5752" y="736"/>
                </a:lnTo>
                <a:lnTo>
                  <a:pt x="5695" y="736"/>
                </a:lnTo>
                <a:lnTo>
                  <a:pt x="5637" y="736"/>
                </a:lnTo>
                <a:lnTo>
                  <a:pt x="5580" y="736"/>
                </a:lnTo>
                <a:lnTo>
                  <a:pt x="5521" y="736"/>
                </a:lnTo>
                <a:lnTo>
                  <a:pt x="5464" y="694"/>
                </a:lnTo>
                <a:lnTo>
                  <a:pt x="5389" y="673"/>
                </a:lnTo>
                <a:lnTo>
                  <a:pt x="5332" y="673"/>
                </a:lnTo>
                <a:lnTo>
                  <a:pt x="5275" y="673"/>
                </a:lnTo>
                <a:lnTo>
                  <a:pt x="5199" y="694"/>
                </a:lnTo>
                <a:lnTo>
                  <a:pt x="5142" y="694"/>
                </a:lnTo>
                <a:lnTo>
                  <a:pt x="5065" y="694"/>
                </a:lnTo>
                <a:lnTo>
                  <a:pt x="5007" y="715"/>
                </a:lnTo>
                <a:lnTo>
                  <a:pt x="4932" y="715"/>
                </a:lnTo>
                <a:lnTo>
                  <a:pt x="4875" y="694"/>
                </a:lnTo>
                <a:lnTo>
                  <a:pt x="4818" y="694"/>
                </a:lnTo>
                <a:lnTo>
                  <a:pt x="4740" y="673"/>
                </a:lnTo>
                <a:lnTo>
                  <a:pt x="4683" y="652"/>
                </a:lnTo>
                <a:lnTo>
                  <a:pt x="4626" y="652"/>
                </a:lnTo>
                <a:lnTo>
                  <a:pt x="4569" y="652"/>
                </a:lnTo>
                <a:lnTo>
                  <a:pt x="4512" y="673"/>
                </a:lnTo>
                <a:lnTo>
                  <a:pt x="4455" y="694"/>
                </a:lnTo>
                <a:lnTo>
                  <a:pt x="4398" y="694"/>
                </a:lnTo>
                <a:lnTo>
                  <a:pt x="4323" y="694"/>
                </a:lnTo>
                <a:lnTo>
                  <a:pt x="4266" y="694"/>
                </a:lnTo>
                <a:lnTo>
                  <a:pt x="4209" y="652"/>
                </a:lnTo>
                <a:lnTo>
                  <a:pt x="4151" y="610"/>
                </a:lnTo>
                <a:lnTo>
                  <a:pt x="4094" y="568"/>
                </a:lnTo>
                <a:lnTo>
                  <a:pt x="4017" y="547"/>
                </a:lnTo>
                <a:lnTo>
                  <a:pt x="3960" y="547"/>
                </a:lnTo>
                <a:lnTo>
                  <a:pt x="3903" y="526"/>
                </a:lnTo>
                <a:lnTo>
                  <a:pt x="3846" y="484"/>
                </a:lnTo>
                <a:lnTo>
                  <a:pt x="3789" y="463"/>
                </a:lnTo>
                <a:lnTo>
                  <a:pt x="3731" y="463"/>
                </a:lnTo>
                <a:lnTo>
                  <a:pt x="3674" y="463"/>
                </a:lnTo>
                <a:lnTo>
                  <a:pt x="3617" y="484"/>
                </a:lnTo>
                <a:lnTo>
                  <a:pt x="3560" y="526"/>
                </a:lnTo>
                <a:lnTo>
                  <a:pt x="3503" y="526"/>
                </a:lnTo>
                <a:lnTo>
                  <a:pt x="3446" y="568"/>
                </a:lnTo>
                <a:lnTo>
                  <a:pt x="3389" y="568"/>
                </a:lnTo>
                <a:lnTo>
                  <a:pt x="3332" y="526"/>
                </a:lnTo>
                <a:lnTo>
                  <a:pt x="3257" y="505"/>
                </a:lnTo>
                <a:lnTo>
                  <a:pt x="3200" y="505"/>
                </a:lnTo>
                <a:lnTo>
                  <a:pt x="3122" y="463"/>
                </a:lnTo>
                <a:lnTo>
                  <a:pt x="3065" y="463"/>
                </a:lnTo>
                <a:lnTo>
                  <a:pt x="3008" y="484"/>
                </a:lnTo>
                <a:lnTo>
                  <a:pt x="2951" y="505"/>
                </a:lnTo>
                <a:lnTo>
                  <a:pt x="2894" y="526"/>
                </a:lnTo>
                <a:lnTo>
                  <a:pt x="2837" y="547"/>
                </a:lnTo>
                <a:lnTo>
                  <a:pt x="2780" y="568"/>
                </a:lnTo>
                <a:lnTo>
                  <a:pt x="2723" y="568"/>
                </a:lnTo>
                <a:lnTo>
                  <a:pt x="2666" y="568"/>
                </a:lnTo>
                <a:lnTo>
                  <a:pt x="2608" y="568"/>
                </a:lnTo>
                <a:lnTo>
                  <a:pt x="2533" y="568"/>
                </a:lnTo>
                <a:lnTo>
                  <a:pt x="2476" y="568"/>
                </a:lnTo>
                <a:lnTo>
                  <a:pt x="2419" y="547"/>
                </a:lnTo>
                <a:lnTo>
                  <a:pt x="2362" y="547"/>
                </a:lnTo>
                <a:lnTo>
                  <a:pt x="2305" y="547"/>
                </a:lnTo>
                <a:lnTo>
                  <a:pt x="2227" y="547"/>
                </a:lnTo>
                <a:lnTo>
                  <a:pt x="2170" y="547"/>
                </a:lnTo>
                <a:lnTo>
                  <a:pt x="2113" y="547"/>
                </a:lnTo>
                <a:lnTo>
                  <a:pt x="2056" y="589"/>
                </a:lnTo>
                <a:lnTo>
                  <a:pt x="1999" y="610"/>
                </a:lnTo>
                <a:lnTo>
                  <a:pt x="1942" y="631"/>
                </a:lnTo>
                <a:lnTo>
                  <a:pt x="1885" y="631"/>
                </a:lnTo>
                <a:lnTo>
                  <a:pt x="1828" y="631"/>
                </a:lnTo>
                <a:lnTo>
                  <a:pt x="1771" y="589"/>
                </a:lnTo>
                <a:lnTo>
                  <a:pt x="1714" y="568"/>
                </a:lnTo>
                <a:lnTo>
                  <a:pt x="1657" y="568"/>
                </a:lnTo>
                <a:lnTo>
                  <a:pt x="1600" y="568"/>
                </a:lnTo>
                <a:lnTo>
                  <a:pt x="1504" y="547"/>
                </a:lnTo>
                <a:lnTo>
                  <a:pt x="1447" y="547"/>
                </a:lnTo>
                <a:lnTo>
                  <a:pt x="1390" y="589"/>
                </a:lnTo>
                <a:lnTo>
                  <a:pt x="1333" y="631"/>
                </a:lnTo>
                <a:lnTo>
                  <a:pt x="1275" y="673"/>
                </a:lnTo>
                <a:lnTo>
                  <a:pt x="1218" y="694"/>
                </a:lnTo>
                <a:lnTo>
                  <a:pt x="1161" y="694"/>
                </a:lnTo>
                <a:lnTo>
                  <a:pt x="1104" y="673"/>
                </a:lnTo>
                <a:lnTo>
                  <a:pt x="1047" y="652"/>
                </a:lnTo>
                <a:lnTo>
                  <a:pt x="990" y="652"/>
                </a:lnTo>
                <a:lnTo>
                  <a:pt x="933" y="631"/>
                </a:lnTo>
                <a:lnTo>
                  <a:pt x="876" y="631"/>
                </a:lnTo>
                <a:lnTo>
                  <a:pt x="819" y="631"/>
                </a:lnTo>
                <a:lnTo>
                  <a:pt x="741" y="631"/>
                </a:lnTo>
                <a:lnTo>
                  <a:pt x="666" y="631"/>
                </a:lnTo>
                <a:lnTo>
                  <a:pt x="609" y="631"/>
                </a:lnTo>
                <a:lnTo>
                  <a:pt x="552" y="631"/>
                </a:lnTo>
                <a:lnTo>
                  <a:pt x="495" y="652"/>
                </a:lnTo>
                <a:lnTo>
                  <a:pt x="438" y="652"/>
                </a:lnTo>
                <a:lnTo>
                  <a:pt x="381" y="652"/>
                </a:lnTo>
                <a:lnTo>
                  <a:pt x="324" y="673"/>
                </a:lnTo>
                <a:lnTo>
                  <a:pt x="267" y="694"/>
                </a:lnTo>
                <a:lnTo>
                  <a:pt x="209" y="715"/>
                </a:lnTo>
                <a:lnTo>
                  <a:pt x="132" y="757"/>
                </a:lnTo>
                <a:lnTo>
                  <a:pt x="57" y="778"/>
                </a:lnTo>
                <a:lnTo>
                  <a:pt x="0" y="820"/>
                </a:lnTo>
                <a:lnTo>
                  <a:pt x="0" y="165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65160" y="290520"/>
            <a:ext cx="61920" cy="547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/>
          <p:nvPr/>
        </p:nvSpPr>
        <p:spPr>
          <a:xfrm>
            <a:off x="4516560" y="387360"/>
            <a:ext cx="106200" cy="6667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"/>
          <p:cNvSpPr txBox="1"/>
          <p:nvPr/>
        </p:nvSpPr>
        <p:spPr>
          <a:xfrm>
            <a:off x="136440" y="120600"/>
            <a:ext cx="4362480" cy="1390680"/>
          </a:xfrm>
          <a:prstGeom prst="rect">
            <a:avLst/>
          </a:prstGeom>
          <a:solidFill>
            <a:srgbClr val="DDDDDD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RussianPay PIC $$$,$$$,$$9.99.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12345.67 TO RussianPay.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12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INSPECT RussianPay REPLACING ALL "</a:t>
            </a:r>
            <a:r>
              <a:rPr lang="en-US" sz="12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$</a:t>
            </a:r>
            <a:r>
              <a:rPr lang="en-US" sz="12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" BY  "</a:t>
            </a:r>
            <a:r>
              <a:rPr lang="en-US" sz="12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R</a:t>
            </a:r>
            <a:r>
              <a:rPr lang="en-US" sz="12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DISPLAY RussianPay " roubles".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171360" y="2151000"/>
            <a:ext cx="1574640" cy="390600"/>
          </a:xfrm>
          <a:prstGeom prst="rect">
            <a:avLst/>
          </a:prstGeom>
          <a:solidFill>
            <a:srgbClr val="DDDDDD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r">
              <a:lnSpc>
                <a:spcPct val="100000"/>
              </a:lnSpc>
            </a:pP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R</a:t>
            </a:r>
            <a:r>
              <a:rPr lang="en-US" sz="1800" b="1" u="none" strike="noStrike">
                <a:solidFill>
                  <a:srgbClr val="009900"/>
                </a:solidFill>
                <a:effectLst/>
                <a:uFillTx/>
                <a:latin typeface="Arial"/>
                <a:ea typeface="Arial"/>
              </a:rPr>
              <a:t>12,345.67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347760" y="1900080"/>
            <a:ext cx="119232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RussianPay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114480" y="378000"/>
            <a:ext cx="4476960" cy="651240"/>
          </a:xfrm>
          <a:custGeom>
            <a:avLst/>
            <a:gdLst/>
            <a:ahLst/>
            <a:rect l="0" t="0" r="r" b="b"/>
            <a:pathLst>
              <a:path w="12436" h="1809">
                <a:moveTo>
                  <a:pt x="0" y="165"/>
                </a:moveTo>
                <a:lnTo>
                  <a:pt x="114" y="126"/>
                </a:lnTo>
                <a:lnTo>
                  <a:pt x="209" y="147"/>
                </a:lnTo>
                <a:lnTo>
                  <a:pt x="267" y="147"/>
                </a:lnTo>
                <a:lnTo>
                  <a:pt x="342" y="147"/>
                </a:lnTo>
                <a:lnTo>
                  <a:pt x="399" y="126"/>
                </a:lnTo>
                <a:lnTo>
                  <a:pt x="456" y="105"/>
                </a:lnTo>
                <a:lnTo>
                  <a:pt x="534" y="105"/>
                </a:lnTo>
                <a:lnTo>
                  <a:pt x="609" y="63"/>
                </a:lnTo>
                <a:lnTo>
                  <a:pt x="666" y="63"/>
                </a:lnTo>
                <a:lnTo>
                  <a:pt x="723" y="63"/>
                </a:lnTo>
                <a:lnTo>
                  <a:pt x="798" y="63"/>
                </a:lnTo>
                <a:lnTo>
                  <a:pt x="855" y="63"/>
                </a:lnTo>
                <a:lnTo>
                  <a:pt x="913" y="105"/>
                </a:lnTo>
                <a:lnTo>
                  <a:pt x="990" y="126"/>
                </a:lnTo>
                <a:lnTo>
                  <a:pt x="1029" y="189"/>
                </a:lnTo>
                <a:lnTo>
                  <a:pt x="1104" y="210"/>
                </a:lnTo>
                <a:lnTo>
                  <a:pt x="1161" y="252"/>
                </a:lnTo>
                <a:lnTo>
                  <a:pt x="1218" y="273"/>
                </a:lnTo>
                <a:lnTo>
                  <a:pt x="1294" y="273"/>
                </a:lnTo>
                <a:lnTo>
                  <a:pt x="1351" y="273"/>
                </a:lnTo>
                <a:lnTo>
                  <a:pt x="1408" y="273"/>
                </a:lnTo>
                <a:lnTo>
                  <a:pt x="1465" y="273"/>
                </a:lnTo>
                <a:lnTo>
                  <a:pt x="1522" y="273"/>
                </a:lnTo>
                <a:lnTo>
                  <a:pt x="1579" y="273"/>
                </a:lnTo>
                <a:lnTo>
                  <a:pt x="1638" y="252"/>
                </a:lnTo>
                <a:lnTo>
                  <a:pt x="1695" y="252"/>
                </a:lnTo>
                <a:lnTo>
                  <a:pt x="1789" y="252"/>
                </a:lnTo>
                <a:lnTo>
                  <a:pt x="1867" y="273"/>
                </a:lnTo>
                <a:lnTo>
                  <a:pt x="1942" y="273"/>
                </a:lnTo>
                <a:lnTo>
                  <a:pt x="2017" y="294"/>
                </a:lnTo>
                <a:lnTo>
                  <a:pt x="2074" y="315"/>
                </a:lnTo>
                <a:lnTo>
                  <a:pt x="2131" y="336"/>
                </a:lnTo>
                <a:lnTo>
                  <a:pt x="2188" y="357"/>
                </a:lnTo>
                <a:lnTo>
                  <a:pt x="2246" y="357"/>
                </a:lnTo>
                <a:lnTo>
                  <a:pt x="2323" y="378"/>
                </a:lnTo>
                <a:lnTo>
                  <a:pt x="2380" y="378"/>
                </a:lnTo>
                <a:lnTo>
                  <a:pt x="2476" y="378"/>
                </a:lnTo>
                <a:lnTo>
                  <a:pt x="2551" y="378"/>
                </a:lnTo>
                <a:lnTo>
                  <a:pt x="2627" y="378"/>
                </a:lnTo>
                <a:lnTo>
                  <a:pt x="2684" y="378"/>
                </a:lnTo>
                <a:lnTo>
                  <a:pt x="2741" y="378"/>
                </a:lnTo>
                <a:lnTo>
                  <a:pt x="2837" y="378"/>
                </a:lnTo>
                <a:lnTo>
                  <a:pt x="2933" y="357"/>
                </a:lnTo>
                <a:lnTo>
                  <a:pt x="3008" y="357"/>
                </a:lnTo>
                <a:lnTo>
                  <a:pt x="3086" y="357"/>
                </a:lnTo>
                <a:lnTo>
                  <a:pt x="3161" y="357"/>
                </a:lnTo>
                <a:lnTo>
                  <a:pt x="3218" y="357"/>
                </a:lnTo>
                <a:lnTo>
                  <a:pt x="3275" y="357"/>
                </a:lnTo>
                <a:lnTo>
                  <a:pt x="3332" y="357"/>
                </a:lnTo>
                <a:lnTo>
                  <a:pt x="3389" y="378"/>
                </a:lnTo>
                <a:lnTo>
                  <a:pt x="3446" y="378"/>
                </a:lnTo>
                <a:lnTo>
                  <a:pt x="3542" y="399"/>
                </a:lnTo>
                <a:lnTo>
                  <a:pt x="3599" y="399"/>
                </a:lnTo>
                <a:lnTo>
                  <a:pt x="3674" y="378"/>
                </a:lnTo>
                <a:lnTo>
                  <a:pt x="3770" y="378"/>
                </a:lnTo>
                <a:lnTo>
                  <a:pt x="3846" y="378"/>
                </a:lnTo>
                <a:lnTo>
                  <a:pt x="3923" y="378"/>
                </a:lnTo>
                <a:lnTo>
                  <a:pt x="3980" y="378"/>
                </a:lnTo>
                <a:lnTo>
                  <a:pt x="4037" y="378"/>
                </a:lnTo>
                <a:lnTo>
                  <a:pt x="4094" y="378"/>
                </a:lnTo>
                <a:lnTo>
                  <a:pt x="4151" y="378"/>
                </a:lnTo>
                <a:lnTo>
                  <a:pt x="4227" y="399"/>
                </a:lnTo>
                <a:lnTo>
                  <a:pt x="4304" y="399"/>
                </a:lnTo>
                <a:lnTo>
                  <a:pt x="4380" y="420"/>
                </a:lnTo>
                <a:lnTo>
                  <a:pt x="4455" y="441"/>
                </a:lnTo>
                <a:lnTo>
                  <a:pt x="4533" y="441"/>
                </a:lnTo>
                <a:lnTo>
                  <a:pt x="4590" y="441"/>
                </a:lnTo>
                <a:lnTo>
                  <a:pt x="4683" y="463"/>
                </a:lnTo>
                <a:lnTo>
                  <a:pt x="4797" y="484"/>
                </a:lnTo>
                <a:lnTo>
                  <a:pt x="4855" y="484"/>
                </a:lnTo>
                <a:lnTo>
                  <a:pt x="4914" y="484"/>
                </a:lnTo>
                <a:lnTo>
                  <a:pt x="4989" y="484"/>
                </a:lnTo>
                <a:lnTo>
                  <a:pt x="5046" y="484"/>
                </a:lnTo>
                <a:lnTo>
                  <a:pt x="5103" y="484"/>
                </a:lnTo>
                <a:lnTo>
                  <a:pt x="5160" y="484"/>
                </a:lnTo>
                <a:lnTo>
                  <a:pt x="5350" y="484"/>
                </a:lnTo>
                <a:lnTo>
                  <a:pt x="5542" y="484"/>
                </a:lnTo>
                <a:lnTo>
                  <a:pt x="5731" y="484"/>
                </a:lnTo>
                <a:lnTo>
                  <a:pt x="5809" y="484"/>
                </a:lnTo>
                <a:lnTo>
                  <a:pt x="5884" y="484"/>
                </a:lnTo>
                <a:lnTo>
                  <a:pt x="5959" y="484"/>
                </a:lnTo>
                <a:lnTo>
                  <a:pt x="6016" y="463"/>
                </a:lnTo>
                <a:lnTo>
                  <a:pt x="6266" y="315"/>
                </a:lnTo>
                <a:lnTo>
                  <a:pt x="6305" y="378"/>
                </a:lnTo>
                <a:lnTo>
                  <a:pt x="6341" y="463"/>
                </a:lnTo>
                <a:lnTo>
                  <a:pt x="6419" y="484"/>
                </a:lnTo>
                <a:lnTo>
                  <a:pt x="6476" y="463"/>
                </a:lnTo>
                <a:lnTo>
                  <a:pt x="6533" y="463"/>
                </a:lnTo>
                <a:lnTo>
                  <a:pt x="6590" y="441"/>
                </a:lnTo>
                <a:lnTo>
                  <a:pt x="6647" y="463"/>
                </a:lnTo>
                <a:lnTo>
                  <a:pt x="6723" y="484"/>
                </a:lnTo>
                <a:lnTo>
                  <a:pt x="6780" y="484"/>
                </a:lnTo>
                <a:lnTo>
                  <a:pt x="6837" y="505"/>
                </a:lnTo>
                <a:lnTo>
                  <a:pt x="6894" y="505"/>
                </a:lnTo>
                <a:lnTo>
                  <a:pt x="6951" y="505"/>
                </a:lnTo>
                <a:lnTo>
                  <a:pt x="7008" y="505"/>
                </a:lnTo>
                <a:lnTo>
                  <a:pt x="7065" y="505"/>
                </a:lnTo>
                <a:lnTo>
                  <a:pt x="7122" y="484"/>
                </a:lnTo>
                <a:lnTo>
                  <a:pt x="7179" y="484"/>
                </a:lnTo>
                <a:lnTo>
                  <a:pt x="7257" y="484"/>
                </a:lnTo>
                <a:lnTo>
                  <a:pt x="7332" y="463"/>
                </a:lnTo>
                <a:lnTo>
                  <a:pt x="7389" y="441"/>
                </a:lnTo>
                <a:lnTo>
                  <a:pt x="7446" y="441"/>
                </a:lnTo>
                <a:lnTo>
                  <a:pt x="7522" y="441"/>
                </a:lnTo>
                <a:lnTo>
                  <a:pt x="7581" y="420"/>
                </a:lnTo>
                <a:lnTo>
                  <a:pt x="7638" y="441"/>
                </a:lnTo>
                <a:lnTo>
                  <a:pt x="7695" y="505"/>
                </a:lnTo>
                <a:lnTo>
                  <a:pt x="7752" y="526"/>
                </a:lnTo>
                <a:lnTo>
                  <a:pt x="7827" y="526"/>
                </a:lnTo>
                <a:lnTo>
                  <a:pt x="7884" y="526"/>
                </a:lnTo>
                <a:lnTo>
                  <a:pt x="7942" y="526"/>
                </a:lnTo>
                <a:lnTo>
                  <a:pt x="8017" y="526"/>
                </a:lnTo>
                <a:lnTo>
                  <a:pt x="8094" y="505"/>
                </a:lnTo>
                <a:lnTo>
                  <a:pt x="8170" y="484"/>
                </a:lnTo>
                <a:lnTo>
                  <a:pt x="8247" y="484"/>
                </a:lnTo>
                <a:lnTo>
                  <a:pt x="8304" y="463"/>
                </a:lnTo>
                <a:lnTo>
                  <a:pt x="8380" y="463"/>
                </a:lnTo>
                <a:lnTo>
                  <a:pt x="8437" y="441"/>
                </a:lnTo>
                <a:lnTo>
                  <a:pt x="8494" y="441"/>
                </a:lnTo>
                <a:lnTo>
                  <a:pt x="8551" y="441"/>
                </a:lnTo>
                <a:lnTo>
                  <a:pt x="8779" y="441"/>
                </a:lnTo>
                <a:lnTo>
                  <a:pt x="8836" y="441"/>
                </a:lnTo>
                <a:lnTo>
                  <a:pt x="8914" y="441"/>
                </a:lnTo>
                <a:lnTo>
                  <a:pt x="8971" y="441"/>
                </a:lnTo>
                <a:lnTo>
                  <a:pt x="9028" y="420"/>
                </a:lnTo>
                <a:lnTo>
                  <a:pt x="9103" y="378"/>
                </a:lnTo>
                <a:lnTo>
                  <a:pt x="9199" y="357"/>
                </a:lnTo>
                <a:lnTo>
                  <a:pt x="9256" y="336"/>
                </a:lnTo>
                <a:lnTo>
                  <a:pt x="9313" y="294"/>
                </a:lnTo>
                <a:lnTo>
                  <a:pt x="9370" y="273"/>
                </a:lnTo>
                <a:lnTo>
                  <a:pt x="9427" y="231"/>
                </a:lnTo>
                <a:lnTo>
                  <a:pt x="9485" y="231"/>
                </a:lnTo>
                <a:lnTo>
                  <a:pt x="9542" y="252"/>
                </a:lnTo>
                <a:lnTo>
                  <a:pt x="9637" y="273"/>
                </a:lnTo>
                <a:lnTo>
                  <a:pt x="9695" y="273"/>
                </a:lnTo>
                <a:lnTo>
                  <a:pt x="9788" y="315"/>
                </a:lnTo>
                <a:lnTo>
                  <a:pt x="9866" y="336"/>
                </a:lnTo>
                <a:lnTo>
                  <a:pt x="9923" y="336"/>
                </a:lnTo>
                <a:lnTo>
                  <a:pt x="9980" y="336"/>
                </a:lnTo>
                <a:lnTo>
                  <a:pt x="10037" y="315"/>
                </a:lnTo>
                <a:lnTo>
                  <a:pt x="10112" y="315"/>
                </a:lnTo>
                <a:lnTo>
                  <a:pt x="10169" y="294"/>
                </a:lnTo>
                <a:lnTo>
                  <a:pt x="10247" y="294"/>
                </a:lnTo>
                <a:lnTo>
                  <a:pt x="10341" y="294"/>
                </a:lnTo>
                <a:lnTo>
                  <a:pt x="10398" y="294"/>
                </a:lnTo>
                <a:lnTo>
                  <a:pt x="10455" y="315"/>
                </a:lnTo>
                <a:lnTo>
                  <a:pt x="10512" y="315"/>
                </a:lnTo>
                <a:lnTo>
                  <a:pt x="10569" y="336"/>
                </a:lnTo>
                <a:lnTo>
                  <a:pt x="10626" y="336"/>
                </a:lnTo>
                <a:lnTo>
                  <a:pt x="10703" y="336"/>
                </a:lnTo>
                <a:lnTo>
                  <a:pt x="10797" y="315"/>
                </a:lnTo>
                <a:lnTo>
                  <a:pt x="10893" y="315"/>
                </a:lnTo>
                <a:lnTo>
                  <a:pt x="10950" y="315"/>
                </a:lnTo>
                <a:lnTo>
                  <a:pt x="11028" y="294"/>
                </a:lnTo>
                <a:lnTo>
                  <a:pt x="11085" y="273"/>
                </a:lnTo>
                <a:lnTo>
                  <a:pt x="11142" y="231"/>
                </a:lnTo>
                <a:lnTo>
                  <a:pt x="11199" y="210"/>
                </a:lnTo>
                <a:lnTo>
                  <a:pt x="11274" y="189"/>
                </a:lnTo>
                <a:lnTo>
                  <a:pt x="11349" y="189"/>
                </a:lnTo>
                <a:lnTo>
                  <a:pt x="11427" y="168"/>
                </a:lnTo>
                <a:lnTo>
                  <a:pt x="11484" y="147"/>
                </a:lnTo>
                <a:lnTo>
                  <a:pt x="11559" y="126"/>
                </a:lnTo>
                <a:lnTo>
                  <a:pt x="11616" y="105"/>
                </a:lnTo>
                <a:lnTo>
                  <a:pt x="11674" y="84"/>
                </a:lnTo>
                <a:lnTo>
                  <a:pt x="11884" y="0"/>
                </a:lnTo>
                <a:lnTo>
                  <a:pt x="11979" y="42"/>
                </a:lnTo>
                <a:lnTo>
                  <a:pt x="12016" y="105"/>
                </a:lnTo>
                <a:lnTo>
                  <a:pt x="12073" y="126"/>
                </a:lnTo>
                <a:lnTo>
                  <a:pt x="12132" y="126"/>
                </a:lnTo>
                <a:lnTo>
                  <a:pt x="12226" y="105"/>
                </a:lnTo>
                <a:lnTo>
                  <a:pt x="12283" y="84"/>
                </a:lnTo>
                <a:lnTo>
                  <a:pt x="12340" y="42"/>
                </a:lnTo>
                <a:lnTo>
                  <a:pt x="12436" y="26"/>
                </a:lnTo>
                <a:lnTo>
                  <a:pt x="12436" y="1809"/>
                </a:lnTo>
                <a:lnTo>
                  <a:pt x="12226" y="1704"/>
                </a:lnTo>
                <a:lnTo>
                  <a:pt x="12189" y="1641"/>
                </a:lnTo>
                <a:lnTo>
                  <a:pt x="12169" y="1578"/>
                </a:lnTo>
                <a:lnTo>
                  <a:pt x="12151" y="1515"/>
                </a:lnTo>
                <a:lnTo>
                  <a:pt x="12094" y="1473"/>
                </a:lnTo>
                <a:lnTo>
                  <a:pt x="12036" y="1473"/>
                </a:lnTo>
                <a:lnTo>
                  <a:pt x="11979" y="1536"/>
                </a:lnTo>
                <a:lnTo>
                  <a:pt x="11922" y="1473"/>
                </a:lnTo>
                <a:lnTo>
                  <a:pt x="11865" y="1494"/>
                </a:lnTo>
                <a:lnTo>
                  <a:pt x="11788" y="1536"/>
                </a:lnTo>
                <a:lnTo>
                  <a:pt x="11751" y="1473"/>
                </a:lnTo>
                <a:lnTo>
                  <a:pt x="11694" y="1452"/>
                </a:lnTo>
                <a:lnTo>
                  <a:pt x="11637" y="1410"/>
                </a:lnTo>
                <a:lnTo>
                  <a:pt x="11598" y="1346"/>
                </a:lnTo>
                <a:lnTo>
                  <a:pt x="11541" y="1283"/>
                </a:lnTo>
                <a:lnTo>
                  <a:pt x="11484" y="1220"/>
                </a:lnTo>
                <a:lnTo>
                  <a:pt x="11445" y="1157"/>
                </a:lnTo>
                <a:lnTo>
                  <a:pt x="11388" y="1199"/>
                </a:lnTo>
                <a:lnTo>
                  <a:pt x="11331" y="1157"/>
                </a:lnTo>
                <a:lnTo>
                  <a:pt x="11331" y="1094"/>
                </a:lnTo>
                <a:lnTo>
                  <a:pt x="11292" y="1010"/>
                </a:lnTo>
                <a:lnTo>
                  <a:pt x="11256" y="926"/>
                </a:lnTo>
                <a:lnTo>
                  <a:pt x="11235" y="862"/>
                </a:lnTo>
                <a:lnTo>
                  <a:pt x="11178" y="820"/>
                </a:lnTo>
                <a:lnTo>
                  <a:pt x="11103" y="862"/>
                </a:lnTo>
                <a:lnTo>
                  <a:pt x="11064" y="778"/>
                </a:lnTo>
                <a:lnTo>
                  <a:pt x="11028" y="715"/>
                </a:lnTo>
                <a:lnTo>
                  <a:pt x="10971" y="694"/>
                </a:lnTo>
                <a:lnTo>
                  <a:pt x="10932" y="631"/>
                </a:lnTo>
                <a:lnTo>
                  <a:pt x="10875" y="631"/>
                </a:lnTo>
                <a:lnTo>
                  <a:pt x="10818" y="631"/>
                </a:lnTo>
                <a:lnTo>
                  <a:pt x="10761" y="610"/>
                </a:lnTo>
                <a:lnTo>
                  <a:pt x="10683" y="568"/>
                </a:lnTo>
                <a:lnTo>
                  <a:pt x="10626" y="568"/>
                </a:lnTo>
                <a:lnTo>
                  <a:pt x="10569" y="568"/>
                </a:lnTo>
                <a:lnTo>
                  <a:pt x="10493" y="547"/>
                </a:lnTo>
                <a:lnTo>
                  <a:pt x="10436" y="526"/>
                </a:lnTo>
                <a:lnTo>
                  <a:pt x="10398" y="463"/>
                </a:lnTo>
                <a:lnTo>
                  <a:pt x="10341" y="463"/>
                </a:lnTo>
                <a:lnTo>
                  <a:pt x="10283" y="484"/>
                </a:lnTo>
                <a:lnTo>
                  <a:pt x="10265" y="547"/>
                </a:lnTo>
                <a:lnTo>
                  <a:pt x="10208" y="610"/>
                </a:lnTo>
                <a:lnTo>
                  <a:pt x="10151" y="631"/>
                </a:lnTo>
                <a:lnTo>
                  <a:pt x="10265" y="1220"/>
                </a:lnTo>
                <a:lnTo>
                  <a:pt x="10190" y="1199"/>
                </a:lnTo>
                <a:lnTo>
                  <a:pt x="10131" y="1157"/>
                </a:lnTo>
                <a:lnTo>
                  <a:pt x="10073" y="1094"/>
                </a:lnTo>
                <a:lnTo>
                  <a:pt x="9542" y="694"/>
                </a:lnTo>
                <a:lnTo>
                  <a:pt x="9485" y="652"/>
                </a:lnTo>
                <a:lnTo>
                  <a:pt x="9427" y="610"/>
                </a:lnTo>
                <a:lnTo>
                  <a:pt x="9389" y="547"/>
                </a:lnTo>
                <a:lnTo>
                  <a:pt x="9332" y="526"/>
                </a:lnTo>
                <a:lnTo>
                  <a:pt x="9275" y="568"/>
                </a:lnTo>
                <a:lnTo>
                  <a:pt x="9236" y="631"/>
                </a:lnTo>
                <a:lnTo>
                  <a:pt x="9160" y="694"/>
                </a:lnTo>
                <a:lnTo>
                  <a:pt x="9103" y="715"/>
                </a:lnTo>
                <a:lnTo>
                  <a:pt x="9046" y="715"/>
                </a:lnTo>
                <a:lnTo>
                  <a:pt x="8989" y="673"/>
                </a:lnTo>
                <a:lnTo>
                  <a:pt x="8932" y="652"/>
                </a:lnTo>
                <a:lnTo>
                  <a:pt x="8875" y="694"/>
                </a:lnTo>
                <a:lnTo>
                  <a:pt x="8818" y="631"/>
                </a:lnTo>
                <a:lnTo>
                  <a:pt x="8761" y="652"/>
                </a:lnTo>
                <a:lnTo>
                  <a:pt x="8704" y="694"/>
                </a:lnTo>
                <a:lnTo>
                  <a:pt x="8647" y="652"/>
                </a:lnTo>
                <a:lnTo>
                  <a:pt x="8590" y="631"/>
                </a:lnTo>
                <a:lnTo>
                  <a:pt x="8533" y="631"/>
                </a:lnTo>
                <a:lnTo>
                  <a:pt x="8476" y="652"/>
                </a:lnTo>
                <a:lnTo>
                  <a:pt x="8419" y="652"/>
                </a:lnTo>
                <a:lnTo>
                  <a:pt x="8362" y="631"/>
                </a:lnTo>
                <a:lnTo>
                  <a:pt x="8284" y="652"/>
                </a:lnTo>
                <a:lnTo>
                  <a:pt x="8209" y="694"/>
                </a:lnTo>
                <a:lnTo>
                  <a:pt x="8152" y="694"/>
                </a:lnTo>
                <a:lnTo>
                  <a:pt x="8074" y="715"/>
                </a:lnTo>
                <a:lnTo>
                  <a:pt x="8017" y="715"/>
                </a:lnTo>
                <a:lnTo>
                  <a:pt x="7942" y="673"/>
                </a:lnTo>
                <a:lnTo>
                  <a:pt x="7884" y="652"/>
                </a:lnTo>
                <a:lnTo>
                  <a:pt x="7827" y="652"/>
                </a:lnTo>
                <a:lnTo>
                  <a:pt x="7770" y="694"/>
                </a:lnTo>
                <a:lnTo>
                  <a:pt x="7695" y="757"/>
                </a:lnTo>
                <a:lnTo>
                  <a:pt x="7638" y="799"/>
                </a:lnTo>
                <a:lnTo>
                  <a:pt x="7599" y="736"/>
                </a:lnTo>
                <a:lnTo>
                  <a:pt x="7542" y="694"/>
                </a:lnTo>
                <a:lnTo>
                  <a:pt x="7485" y="694"/>
                </a:lnTo>
                <a:lnTo>
                  <a:pt x="7428" y="715"/>
                </a:lnTo>
                <a:lnTo>
                  <a:pt x="7371" y="736"/>
                </a:lnTo>
                <a:lnTo>
                  <a:pt x="7293" y="736"/>
                </a:lnTo>
                <a:lnTo>
                  <a:pt x="7218" y="715"/>
                </a:lnTo>
                <a:lnTo>
                  <a:pt x="7143" y="694"/>
                </a:lnTo>
                <a:lnTo>
                  <a:pt x="7086" y="673"/>
                </a:lnTo>
                <a:lnTo>
                  <a:pt x="6990" y="694"/>
                </a:lnTo>
                <a:lnTo>
                  <a:pt x="6933" y="715"/>
                </a:lnTo>
                <a:lnTo>
                  <a:pt x="6855" y="736"/>
                </a:lnTo>
                <a:lnTo>
                  <a:pt x="6761" y="778"/>
                </a:lnTo>
                <a:lnTo>
                  <a:pt x="6704" y="757"/>
                </a:lnTo>
                <a:lnTo>
                  <a:pt x="6647" y="715"/>
                </a:lnTo>
                <a:lnTo>
                  <a:pt x="6590" y="673"/>
                </a:lnTo>
                <a:lnTo>
                  <a:pt x="6533" y="694"/>
                </a:lnTo>
                <a:lnTo>
                  <a:pt x="6476" y="694"/>
                </a:lnTo>
                <a:lnTo>
                  <a:pt x="6419" y="694"/>
                </a:lnTo>
                <a:lnTo>
                  <a:pt x="6362" y="694"/>
                </a:lnTo>
                <a:lnTo>
                  <a:pt x="6305" y="694"/>
                </a:lnTo>
                <a:lnTo>
                  <a:pt x="6248" y="694"/>
                </a:lnTo>
                <a:lnTo>
                  <a:pt x="5902" y="1220"/>
                </a:lnTo>
                <a:lnTo>
                  <a:pt x="6169" y="652"/>
                </a:lnTo>
                <a:lnTo>
                  <a:pt x="6112" y="652"/>
                </a:lnTo>
                <a:lnTo>
                  <a:pt x="6055" y="652"/>
                </a:lnTo>
                <a:lnTo>
                  <a:pt x="5998" y="673"/>
                </a:lnTo>
                <a:lnTo>
                  <a:pt x="5923" y="673"/>
                </a:lnTo>
                <a:lnTo>
                  <a:pt x="5866" y="673"/>
                </a:lnTo>
                <a:lnTo>
                  <a:pt x="5809" y="694"/>
                </a:lnTo>
                <a:lnTo>
                  <a:pt x="5752" y="736"/>
                </a:lnTo>
                <a:lnTo>
                  <a:pt x="5695" y="736"/>
                </a:lnTo>
                <a:lnTo>
                  <a:pt x="5637" y="736"/>
                </a:lnTo>
                <a:lnTo>
                  <a:pt x="5580" y="736"/>
                </a:lnTo>
                <a:lnTo>
                  <a:pt x="5521" y="736"/>
                </a:lnTo>
                <a:lnTo>
                  <a:pt x="5464" y="694"/>
                </a:lnTo>
                <a:lnTo>
                  <a:pt x="5389" y="673"/>
                </a:lnTo>
                <a:lnTo>
                  <a:pt x="5332" y="673"/>
                </a:lnTo>
                <a:lnTo>
                  <a:pt x="5275" y="673"/>
                </a:lnTo>
                <a:lnTo>
                  <a:pt x="5199" y="694"/>
                </a:lnTo>
                <a:lnTo>
                  <a:pt x="5142" y="694"/>
                </a:lnTo>
                <a:lnTo>
                  <a:pt x="5065" y="694"/>
                </a:lnTo>
                <a:lnTo>
                  <a:pt x="5007" y="715"/>
                </a:lnTo>
                <a:lnTo>
                  <a:pt x="4932" y="715"/>
                </a:lnTo>
                <a:lnTo>
                  <a:pt x="4875" y="694"/>
                </a:lnTo>
                <a:lnTo>
                  <a:pt x="4818" y="694"/>
                </a:lnTo>
                <a:lnTo>
                  <a:pt x="4740" y="673"/>
                </a:lnTo>
                <a:lnTo>
                  <a:pt x="4683" y="652"/>
                </a:lnTo>
                <a:lnTo>
                  <a:pt x="4626" y="652"/>
                </a:lnTo>
                <a:lnTo>
                  <a:pt x="4569" y="652"/>
                </a:lnTo>
                <a:lnTo>
                  <a:pt x="4512" y="673"/>
                </a:lnTo>
                <a:lnTo>
                  <a:pt x="4455" y="694"/>
                </a:lnTo>
                <a:lnTo>
                  <a:pt x="4398" y="694"/>
                </a:lnTo>
                <a:lnTo>
                  <a:pt x="4323" y="694"/>
                </a:lnTo>
                <a:lnTo>
                  <a:pt x="4266" y="694"/>
                </a:lnTo>
                <a:lnTo>
                  <a:pt x="4209" y="652"/>
                </a:lnTo>
                <a:lnTo>
                  <a:pt x="4151" y="610"/>
                </a:lnTo>
                <a:lnTo>
                  <a:pt x="4094" y="568"/>
                </a:lnTo>
                <a:lnTo>
                  <a:pt x="4017" y="547"/>
                </a:lnTo>
                <a:lnTo>
                  <a:pt x="3960" y="547"/>
                </a:lnTo>
                <a:lnTo>
                  <a:pt x="3903" y="526"/>
                </a:lnTo>
                <a:lnTo>
                  <a:pt x="3846" y="484"/>
                </a:lnTo>
                <a:lnTo>
                  <a:pt x="3789" y="463"/>
                </a:lnTo>
                <a:lnTo>
                  <a:pt x="3731" y="463"/>
                </a:lnTo>
                <a:lnTo>
                  <a:pt x="3674" y="463"/>
                </a:lnTo>
                <a:lnTo>
                  <a:pt x="3617" y="484"/>
                </a:lnTo>
                <a:lnTo>
                  <a:pt x="3560" y="526"/>
                </a:lnTo>
                <a:lnTo>
                  <a:pt x="3503" y="526"/>
                </a:lnTo>
                <a:lnTo>
                  <a:pt x="3446" y="568"/>
                </a:lnTo>
                <a:lnTo>
                  <a:pt x="3389" y="568"/>
                </a:lnTo>
                <a:lnTo>
                  <a:pt x="3332" y="526"/>
                </a:lnTo>
                <a:lnTo>
                  <a:pt x="3257" y="505"/>
                </a:lnTo>
                <a:lnTo>
                  <a:pt x="3200" y="505"/>
                </a:lnTo>
                <a:lnTo>
                  <a:pt x="3122" y="463"/>
                </a:lnTo>
                <a:lnTo>
                  <a:pt x="3065" y="463"/>
                </a:lnTo>
                <a:lnTo>
                  <a:pt x="3008" y="484"/>
                </a:lnTo>
                <a:lnTo>
                  <a:pt x="2951" y="505"/>
                </a:lnTo>
                <a:lnTo>
                  <a:pt x="2894" y="526"/>
                </a:lnTo>
                <a:lnTo>
                  <a:pt x="2837" y="547"/>
                </a:lnTo>
                <a:lnTo>
                  <a:pt x="2780" y="568"/>
                </a:lnTo>
                <a:lnTo>
                  <a:pt x="2723" y="568"/>
                </a:lnTo>
                <a:lnTo>
                  <a:pt x="2666" y="568"/>
                </a:lnTo>
                <a:lnTo>
                  <a:pt x="2608" y="568"/>
                </a:lnTo>
                <a:lnTo>
                  <a:pt x="2533" y="568"/>
                </a:lnTo>
                <a:lnTo>
                  <a:pt x="2476" y="568"/>
                </a:lnTo>
                <a:lnTo>
                  <a:pt x="2419" y="547"/>
                </a:lnTo>
                <a:lnTo>
                  <a:pt x="2362" y="547"/>
                </a:lnTo>
                <a:lnTo>
                  <a:pt x="2305" y="547"/>
                </a:lnTo>
                <a:lnTo>
                  <a:pt x="2227" y="547"/>
                </a:lnTo>
                <a:lnTo>
                  <a:pt x="2170" y="547"/>
                </a:lnTo>
                <a:lnTo>
                  <a:pt x="2113" y="547"/>
                </a:lnTo>
                <a:lnTo>
                  <a:pt x="2056" y="589"/>
                </a:lnTo>
                <a:lnTo>
                  <a:pt x="1999" y="610"/>
                </a:lnTo>
                <a:lnTo>
                  <a:pt x="1942" y="631"/>
                </a:lnTo>
                <a:lnTo>
                  <a:pt x="1885" y="631"/>
                </a:lnTo>
                <a:lnTo>
                  <a:pt x="1828" y="631"/>
                </a:lnTo>
                <a:lnTo>
                  <a:pt x="1771" y="589"/>
                </a:lnTo>
                <a:lnTo>
                  <a:pt x="1714" y="568"/>
                </a:lnTo>
                <a:lnTo>
                  <a:pt x="1657" y="568"/>
                </a:lnTo>
                <a:lnTo>
                  <a:pt x="1600" y="568"/>
                </a:lnTo>
                <a:lnTo>
                  <a:pt x="1504" y="547"/>
                </a:lnTo>
                <a:lnTo>
                  <a:pt x="1447" y="547"/>
                </a:lnTo>
                <a:lnTo>
                  <a:pt x="1390" y="589"/>
                </a:lnTo>
                <a:lnTo>
                  <a:pt x="1333" y="631"/>
                </a:lnTo>
                <a:lnTo>
                  <a:pt x="1275" y="673"/>
                </a:lnTo>
                <a:lnTo>
                  <a:pt x="1218" y="694"/>
                </a:lnTo>
                <a:lnTo>
                  <a:pt x="1161" y="694"/>
                </a:lnTo>
                <a:lnTo>
                  <a:pt x="1104" y="673"/>
                </a:lnTo>
                <a:lnTo>
                  <a:pt x="1047" y="652"/>
                </a:lnTo>
                <a:lnTo>
                  <a:pt x="990" y="652"/>
                </a:lnTo>
                <a:lnTo>
                  <a:pt x="933" y="631"/>
                </a:lnTo>
                <a:lnTo>
                  <a:pt x="876" y="631"/>
                </a:lnTo>
                <a:lnTo>
                  <a:pt x="819" y="631"/>
                </a:lnTo>
                <a:lnTo>
                  <a:pt x="741" y="631"/>
                </a:lnTo>
                <a:lnTo>
                  <a:pt x="666" y="631"/>
                </a:lnTo>
                <a:lnTo>
                  <a:pt x="609" y="631"/>
                </a:lnTo>
                <a:lnTo>
                  <a:pt x="552" y="631"/>
                </a:lnTo>
                <a:lnTo>
                  <a:pt x="495" y="652"/>
                </a:lnTo>
                <a:lnTo>
                  <a:pt x="438" y="652"/>
                </a:lnTo>
                <a:lnTo>
                  <a:pt x="381" y="652"/>
                </a:lnTo>
                <a:lnTo>
                  <a:pt x="324" y="673"/>
                </a:lnTo>
                <a:lnTo>
                  <a:pt x="267" y="694"/>
                </a:lnTo>
                <a:lnTo>
                  <a:pt x="209" y="715"/>
                </a:lnTo>
                <a:lnTo>
                  <a:pt x="132" y="757"/>
                </a:lnTo>
                <a:lnTo>
                  <a:pt x="57" y="778"/>
                </a:lnTo>
                <a:lnTo>
                  <a:pt x="0" y="820"/>
                </a:lnTo>
                <a:lnTo>
                  <a:pt x="0" y="165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65160" y="290520"/>
            <a:ext cx="61920" cy="547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/>
          <p:nvPr/>
        </p:nvSpPr>
        <p:spPr>
          <a:xfrm>
            <a:off x="4516560" y="387360"/>
            <a:ext cx="106200" cy="6667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"/>
          <p:cNvSpPr txBox="1"/>
          <p:nvPr/>
        </p:nvSpPr>
        <p:spPr>
          <a:xfrm>
            <a:off x="136440" y="120600"/>
            <a:ext cx="4362480" cy="1390680"/>
          </a:xfrm>
          <a:prstGeom prst="rect">
            <a:avLst/>
          </a:prstGeom>
          <a:solidFill>
            <a:srgbClr val="DDDDDD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69696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RussianPay PIC $$$,$$$,$$9.99.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12345.67 TO RussianPay.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INSPECT RussianPay REPLACING ALL "</a:t>
            </a:r>
            <a:r>
              <a:rPr lang="en-US" sz="1200" b="1" u="none" strike="noStrike">
                <a:solidFill>
                  <a:srgbClr val="009900"/>
                </a:solidFill>
                <a:effectLst/>
                <a:uFillTx/>
                <a:latin typeface="Courier New"/>
                <a:ea typeface="Courier New"/>
              </a:rPr>
              <a:t>$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"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BY  "</a:t>
            </a:r>
            <a:r>
              <a:rPr lang="en-US" sz="1200" b="1" u="none" strike="noStrike">
                <a:solidFill>
                  <a:srgbClr val="FF3300"/>
                </a:solidFill>
                <a:effectLst/>
                <a:uFillTx/>
                <a:latin typeface="Courier New"/>
                <a:ea typeface="Courier New"/>
              </a:rPr>
              <a:t>R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tabLst>
                <a:tab pos="3333600" algn="l"/>
              </a:tabLst>
            </a:pPr>
            <a:r>
              <a:rPr lang="en-US" sz="1200" b="1" u="none" strike="noStrike">
                <a:solidFill>
                  <a:srgbClr val="3333CC"/>
                </a:solidFill>
                <a:effectLst/>
                <a:uFillTx/>
                <a:latin typeface="Courier New"/>
                <a:ea typeface="Courier New"/>
              </a:rPr>
              <a:t>DISPLAY RussianPay " roubles".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171360" y="2151000"/>
            <a:ext cx="1574640" cy="390600"/>
          </a:xfrm>
          <a:prstGeom prst="rect">
            <a:avLst/>
          </a:prstGeom>
          <a:solidFill>
            <a:srgbClr val="DDDDDD"/>
          </a:solidFill>
          <a:ln w="25560">
            <a:solidFill>
              <a:srgbClr val="969696"/>
            </a:solidFill>
            <a:round/>
          </a:ln>
        </p:spPr>
        <p:txBody>
          <a:bodyPr lIns="0" tIns="0" rIns="0" bIns="0" anchor="t">
            <a:spAutoFit/>
          </a:bodyPr>
          <a:p>
            <a:pPr algn="r">
              <a:lnSpc>
                <a:spcPct val="100000"/>
              </a:lnSpc>
            </a:pPr>
            <a:r>
              <a:rPr lang="en-US" sz="1800" b="1" u="none" strike="noStrike">
                <a:solidFill>
                  <a:srgbClr val="FF3300"/>
                </a:solidFill>
                <a:effectLst/>
                <a:uFillTx/>
                <a:latin typeface="Arial"/>
                <a:ea typeface="Arial"/>
              </a:rPr>
              <a:t>R</a:t>
            </a:r>
            <a:r>
              <a:rPr lang="en-US" sz="1800" b="1" u="none" strike="noStrike">
                <a:solidFill>
                  <a:srgbClr val="009900"/>
                </a:solidFill>
                <a:effectLst/>
                <a:uFillTx/>
                <a:latin typeface="Arial"/>
                <a:ea typeface="Arial"/>
              </a:rPr>
              <a:t>12,345.67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347760" y="1900080"/>
            <a:ext cx="119232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RussianPay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114480" y="378000"/>
            <a:ext cx="4476960" cy="651240"/>
          </a:xfrm>
          <a:custGeom>
            <a:avLst/>
            <a:gdLst/>
            <a:ahLst/>
            <a:rect l="0" t="0" r="r" b="b"/>
            <a:pathLst>
              <a:path w="12436" h="1809">
                <a:moveTo>
                  <a:pt x="0" y="165"/>
                </a:moveTo>
                <a:lnTo>
                  <a:pt x="114" y="126"/>
                </a:lnTo>
                <a:lnTo>
                  <a:pt x="209" y="147"/>
                </a:lnTo>
                <a:lnTo>
                  <a:pt x="267" y="147"/>
                </a:lnTo>
                <a:lnTo>
                  <a:pt x="342" y="147"/>
                </a:lnTo>
                <a:lnTo>
                  <a:pt x="399" y="126"/>
                </a:lnTo>
                <a:lnTo>
                  <a:pt x="456" y="105"/>
                </a:lnTo>
                <a:lnTo>
                  <a:pt x="534" y="105"/>
                </a:lnTo>
                <a:lnTo>
                  <a:pt x="609" y="63"/>
                </a:lnTo>
                <a:lnTo>
                  <a:pt x="666" y="63"/>
                </a:lnTo>
                <a:lnTo>
                  <a:pt x="723" y="63"/>
                </a:lnTo>
                <a:lnTo>
                  <a:pt x="798" y="63"/>
                </a:lnTo>
                <a:lnTo>
                  <a:pt x="855" y="63"/>
                </a:lnTo>
                <a:lnTo>
                  <a:pt x="913" y="105"/>
                </a:lnTo>
                <a:lnTo>
                  <a:pt x="990" y="126"/>
                </a:lnTo>
                <a:lnTo>
                  <a:pt x="1029" y="189"/>
                </a:lnTo>
                <a:lnTo>
                  <a:pt x="1104" y="210"/>
                </a:lnTo>
                <a:lnTo>
                  <a:pt x="1161" y="252"/>
                </a:lnTo>
                <a:lnTo>
                  <a:pt x="1218" y="273"/>
                </a:lnTo>
                <a:lnTo>
                  <a:pt x="1294" y="273"/>
                </a:lnTo>
                <a:lnTo>
                  <a:pt x="1351" y="273"/>
                </a:lnTo>
                <a:lnTo>
                  <a:pt x="1408" y="273"/>
                </a:lnTo>
                <a:lnTo>
                  <a:pt x="1465" y="273"/>
                </a:lnTo>
                <a:lnTo>
                  <a:pt x="1522" y="273"/>
                </a:lnTo>
                <a:lnTo>
                  <a:pt x="1579" y="273"/>
                </a:lnTo>
                <a:lnTo>
                  <a:pt x="1638" y="252"/>
                </a:lnTo>
                <a:lnTo>
                  <a:pt x="1695" y="252"/>
                </a:lnTo>
                <a:lnTo>
                  <a:pt x="1789" y="252"/>
                </a:lnTo>
                <a:lnTo>
                  <a:pt x="1867" y="273"/>
                </a:lnTo>
                <a:lnTo>
                  <a:pt x="1942" y="273"/>
                </a:lnTo>
                <a:lnTo>
                  <a:pt x="2017" y="294"/>
                </a:lnTo>
                <a:lnTo>
                  <a:pt x="2074" y="315"/>
                </a:lnTo>
                <a:lnTo>
                  <a:pt x="2131" y="336"/>
                </a:lnTo>
                <a:lnTo>
                  <a:pt x="2188" y="357"/>
                </a:lnTo>
                <a:lnTo>
                  <a:pt x="2246" y="357"/>
                </a:lnTo>
                <a:lnTo>
                  <a:pt x="2323" y="378"/>
                </a:lnTo>
                <a:lnTo>
                  <a:pt x="2380" y="378"/>
                </a:lnTo>
                <a:lnTo>
                  <a:pt x="2476" y="378"/>
                </a:lnTo>
                <a:lnTo>
                  <a:pt x="2551" y="378"/>
                </a:lnTo>
                <a:lnTo>
                  <a:pt x="2627" y="378"/>
                </a:lnTo>
                <a:lnTo>
                  <a:pt x="2684" y="378"/>
                </a:lnTo>
                <a:lnTo>
                  <a:pt x="2741" y="378"/>
                </a:lnTo>
                <a:lnTo>
                  <a:pt x="2837" y="378"/>
                </a:lnTo>
                <a:lnTo>
                  <a:pt x="2933" y="357"/>
                </a:lnTo>
                <a:lnTo>
                  <a:pt x="3008" y="357"/>
                </a:lnTo>
                <a:lnTo>
                  <a:pt x="3086" y="357"/>
                </a:lnTo>
                <a:lnTo>
                  <a:pt x="3161" y="357"/>
                </a:lnTo>
                <a:lnTo>
                  <a:pt x="3218" y="357"/>
                </a:lnTo>
                <a:lnTo>
                  <a:pt x="3275" y="357"/>
                </a:lnTo>
                <a:lnTo>
                  <a:pt x="3332" y="357"/>
                </a:lnTo>
                <a:lnTo>
                  <a:pt x="3389" y="378"/>
                </a:lnTo>
                <a:lnTo>
                  <a:pt x="3446" y="378"/>
                </a:lnTo>
                <a:lnTo>
                  <a:pt x="3542" y="399"/>
                </a:lnTo>
                <a:lnTo>
                  <a:pt x="3599" y="399"/>
                </a:lnTo>
                <a:lnTo>
                  <a:pt x="3674" y="378"/>
                </a:lnTo>
                <a:lnTo>
                  <a:pt x="3770" y="378"/>
                </a:lnTo>
                <a:lnTo>
                  <a:pt x="3846" y="378"/>
                </a:lnTo>
                <a:lnTo>
                  <a:pt x="3923" y="378"/>
                </a:lnTo>
                <a:lnTo>
                  <a:pt x="3980" y="378"/>
                </a:lnTo>
                <a:lnTo>
                  <a:pt x="4037" y="378"/>
                </a:lnTo>
                <a:lnTo>
                  <a:pt x="4094" y="378"/>
                </a:lnTo>
                <a:lnTo>
                  <a:pt x="4151" y="378"/>
                </a:lnTo>
                <a:lnTo>
                  <a:pt x="4227" y="399"/>
                </a:lnTo>
                <a:lnTo>
                  <a:pt x="4304" y="399"/>
                </a:lnTo>
                <a:lnTo>
                  <a:pt x="4380" y="420"/>
                </a:lnTo>
                <a:lnTo>
                  <a:pt x="4455" y="441"/>
                </a:lnTo>
                <a:lnTo>
                  <a:pt x="4533" y="441"/>
                </a:lnTo>
                <a:lnTo>
                  <a:pt x="4590" y="441"/>
                </a:lnTo>
                <a:lnTo>
                  <a:pt x="4683" y="463"/>
                </a:lnTo>
                <a:lnTo>
                  <a:pt x="4797" y="484"/>
                </a:lnTo>
                <a:lnTo>
                  <a:pt x="4855" y="484"/>
                </a:lnTo>
                <a:lnTo>
                  <a:pt x="4914" y="484"/>
                </a:lnTo>
                <a:lnTo>
                  <a:pt x="4989" y="484"/>
                </a:lnTo>
                <a:lnTo>
                  <a:pt x="5046" y="484"/>
                </a:lnTo>
                <a:lnTo>
                  <a:pt x="5103" y="484"/>
                </a:lnTo>
                <a:lnTo>
                  <a:pt x="5160" y="484"/>
                </a:lnTo>
                <a:lnTo>
                  <a:pt x="5350" y="484"/>
                </a:lnTo>
                <a:lnTo>
                  <a:pt x="5542" y="484"/>
                </a:lnTo>
                <a:lnTo>
                  <a:pt x="5731" y="484"/>
                </a:lnTo>
                <a:lnTo>
                  <a:pt x="5809" y="484"/>
                </a:lnTo>
                <a:lnTo>
                  <a:pt x="5884" y="484"/>
                </a:lnTo>
                <a:lnTo>
                  <a:pt x="5959" y="484"/>
                </a:lnTo>
                <a:lnTo>
                  <a:pt x="6016" y="463"/>
                </a:lnTo>
                <a:lnTo>
                  <a:pt x="6266" y="315"/>
                </a:lnTo>
                <a:lnTo>
                  <a:pt x="6305" y="378"/>
                </a:lnTo>
                <a:lnTo>
                  <a:pt x="6341" y="463"/>
                </a:lnTo>
                <a:lnTo>
                  <a:pt x="6419" y="484"/>
                </a:lnTo>
                <a:lnTo>
                  <a:pt x="6476" y="463"/>
                </a:lnTo>
                <a:lnTo>
                  <a:pt x="6533" y="463"/>
                </a:lnTo>
                <a:lnTo>
                  <a:pt x="6590" y="441"/>
                </a:lnTo>
                <a:lnTo>
                  <a:pt x="6647" y="463"/>
                </a:lnTo>
                <a:lnTo>
                  <a:pt x="6723" y="484"/>
                </a:lnTo>
                <a:lnTo>
                  <a:pt x="6780" y="484"/>
                </a:lnTo>
                <a:lnTo>
                  <a:pt x="6837" y="505"/>
                </a:lnTo>
                <a:lnTo>
                  <a:pt x="6894" y="505"/>
                </a:lnTo>
                <a:lnTo>
                  <a:pt x="6951" y="505"/>
                </a:lnTo>
                <a:lnTo>
                  <a:pt x="7008" y="505"/>
                </a:lnTo>
                <a:lnTo>
                  <a:pt x="7065" y="505"/>
                </a:lnTo>
                <a:lnTo>
                  <a:pt x="7122" y="484"/>
                </a:lnTo>
                <a:lnTo>
                  <a:pt x="7179" y="484"/>
                </a:lnTo>
                <a:lnTo>
                  <a:pt x="7257" y="484"/>
                </a:lnTo>
                <a:lnTo>
                  <a:pt x="7332" y="463"/>
                </a:lnTo>
                <a:lnTo>
                  <a:pt x="7389" y="441"/>
                </a:lnTo>
                <a:lnTo>
                  <a:pt x="7446" y="441"/>
                </a:lnTo>
                <a:lnTo>
                  <a:pt x="7522" y="441"/>
                </a:lnTo>
                <a:lnTo>
                  <a:pt x="7581" y="420"/>
                </a:lnTo>
                <a:lnTo>
                  <a:pt x="7638" y="441"/>
                </a:lnTo>
                <a:lnTo>
                  <a:pt x="7695" y="505"/>
                </a:lnTo>
                <a:lnTo>
                  <a:pt x="7752" y="526"/>
                </a:lnTo>
                <a:lnTo>
                  <a:pt x="7827" y="526"/>
                </a:lnTo>
                <a:lnTo>
                  <a:pt x="7884" y="526"/>
                </a:lnTo>
                <a:lnTo>
                  <a:pt x="7942" y="526"/>
                </a:lnTo>
                <a:lnTo>
                  <a:pt x="8017" y="526"/>
                </a:lnTo>
                <a:lnTo>
                  <a:pt x="8094" y="505"/>
                </a:lnTo>
                <a:lnTo>
                  <a:pt x="8170" y="484"/>
                </a:lnTo>
                <a:lnTo>
                  <a:pt x="8247" y="484"/>
                </a:lnTo>
                <a:lnTo>
                  <a:pt x="8304" y="463"/>
                </a:lnTo>
                <a:lnTo>
                  <a:pt x="8380" y="463"/>
                </a:lnTo>
                <a:lnTo>
                  <a:pt x="8437" y="441"/>
                </a:lnTo>
                <a:lnTo>
                  <a:pt x="8494" y="441"/>
                </a:lnTo>
                <a:lnTo>
                  <a:pt x="8551" y="441"/>
                </a:lnTo>
                <a:lnTo>
                  <a:pt x="8779" y="441"/>
                </a:lnTo>
                <a:lnTo>
                  <a:pt x="8836" y="441"/>
                </a:lnTo>
                <a:lnTo>
                  <a:pt x="8914" y="441"/>
                </a:lnTo>
                <a:lnTo>
                  <a:pt x="8971" y="441"/>
                </a:lnTo>
                <a:lnTo>
                  <a:pt x="9028" y="420"/>
                </a:lnTo>
                <a:lnTo>
                  <a:pt x="9103" y="378"/>
                </a:lnTo>
                <a:lnTo>
                  <a:pt x="9199" y="357"/>
                </a:lnTo>
                <a:lnTo>
                  <a:pt x="9256" y="336"/>
                </a:lnTo>
                <a:lnTo>
                  <a:pt x="9313" y="294"/>
                </a:lnTo>
                <a:lnTo>
                  <a:pt x="9370" y="273"/>
                </a:lnTo>
                <a:lnTo>
                  <a:pt x="9427" y="231"/>
                </a:lnTo>
                <a:lnTo>
                  <a:pt x="9485" y="231"/>
                </a:lnTo>
                <a:lnTo>
                  <a:pt x="9542" y="252"/>
                </a:lnTo>
                <a:lnTo>
                  <a:pt x="9637" y="273"/>
                </a:lnTo>
                <a:lnTo>
                  <a:pt x="9695" y="273"/>
                </a:lnTo>
                <a:lnTo>
                  <a:pt x="9788" y="315"/>
                </a:lnTo>
                <a:lnTo>
                  <a:pt x="9866" y="336"/>
                </a:lnTo>
                <a:lnTo>
                  <a:pt x="9923" y="336"/>
                </a:lnTo>
                <a:lnTo>
                  <a:pt x="9980" y="336"/>
                </a:lnTo>
                <a:lnTo>
                  <a:pt x="10037" y="315"/>
                </a:lnTo>
                <a:lnTo>
                  <a:pt x="10112" y="315"/>
                </a:lnTo>
                <a:lnTo>
                  <a:pt x="10169" y="294"/>
                </a:lnTo>
                <a:lnTo>
                  <a:pt x="10247" y="294"/>
                </a:lnTo>
                <a:lnTo>
                  <a:pt x="10341" y="294"/>
                </a:lnTo>
                <a:lnTo>
                  <a:pt x="10398" y="294"/>
                </a:lnTo>
                <a:lnTo>
                  <a:pt x="10455" y="315"/>
                </a:lnTo>
                <a:lnTo>
                  <a:pt x="10512" y="315"/>
                </a:lnTo>
                <a:lnTo>
                  <a:pt x="10569" y="336"/>
                </a:lnTo>
                <a:lnTo>
                  <a:pt x="10626" y="336"/>
                </a:lnTo>
                <a:lnTo>
                  <a:pt x="10703" y="336"/>
                </a:lnTo>
                <a:lnTo>
                  <a:pt x="10797" y="315"/>
                </a:lnTo>
                <a:lnTo>
                  <a:pt x="10893" y="315"/>
                </a:lnTo>
                <a:lnTo>
                  <a:pt x="10950" y="315"/>
                </a:lnTo>
                <a:lnTo>
                  <a:pt x="11028" y="294"/>
                </a:lnTo>
                <a:lnTo>
                  <a:pt x="11085" y="273"/>
                </a:lnTo>
                <a:lnTo>
                  <a:pt x="11142" y="231"/>
                </a:lnTo>
                <a:lnTo>
                  <a:pt x="11199" y="210"/>
                </a:lnTo>
                <a:lnTo>
                  <a:pt x="11274" y="189"/>
                </a:lnTo>
                <a:lnTo>
                  <a:pt x="11349" y="189"/>
                </a:lnTo>
                <a:lnTo>
                  <a:pt x="11427" y="168"/>
                </a:lnTo>
                <a:lnTo>
                  <a:pt x="11484" y="147"/>
                </a:lnTo>
                <a:lnTo>
                  <a:pt x="11559" y="126"/>
                </a:lnTo>
                <a:lnTo>
                  <a:pt x="11616" y="105"/>
                </a:lnTo>
                <a:lnTo>
                  <a:pt x="11674" y="84"/>
                </a:lnTo>
                <a:lnTo>
                  <a:pt x="11884" y="0"/>
                </a:lnTo>
                <a:lnTo>
                  <a:pt x="11979" y="42"/>
                </a:lnTo>
                <a:lnTo>
                  <a:pt x="12016" y="105"/>
                </a:lnTo>
                <a:lnTo>
                  <a:pt x="12073" y="126"/>
                </a:lnTo>
                <a:lnTo>
                  <a:pt x="12132" y="126"/>
                </a:lnTo>
                <a:lnTo>
                  <a:pt x="12226" y="105"/>
                </a:lnTo>
                <a:lnTo>
                  <a:pt x="12283" y="84"/>
                </a:lnTo>
                <a:lnTo>
                  <a:pt x="12340" y="42"/>
                </a:lnTo>
                <a:lnTo>
                  <a:pt x="12436" y="26"/>
                </a:lnTo>
                <a:lnTo>
                  <a:pt x="12436" y="1809"/>
                </a:lnTo>
                <a:lnTo>
                  <a:pt x="12226" y="1704"/>
                </a:lnTo>
                <a:lnTo>
                  <a:pt x="12189" y="1641"/>
                </a:lnTo>
                <a:lnTo>
                  <a:pt x="12169" y="1578"/>
                </a:lnTo>
                <a:lnTo>
                  <a:pt x="12151" y="1515"/>
                </a:lnTo>
                <a:lnTo>
                  <a:pt x="12094" y="1473"/>
                </a:lnTo>
                <a:lnTo>
                  <a:pt x="12036" y="1473"/>
                </a:lnTo>
                <a:lnTo>
                  <a:pt x="11979" y="1536"/>
                </a:lnTo>
                <a:lnTo>
                  <a:pt x="11922" y="1473"/>
                </a:lnTo>
                <a:lnTo>
                  <a:pt x="11865" y="1494"/>
                </a:lnTo>
                <a:lnTo>
                  <a:pt x="11788" y="1536"/>
                </a:lnTo>
                <a:lnTo>
                  <a:pt x="11751" y="1473"/>
                </a:lnTo>
                <a:lnTo>
                  <a:pt x="11694" y="1452"/>
                </a:lnTo>
                <a:lnTo>
                  <a:pt x="11637" y="1410"/>
                </a:lnTo>
                <a:lnTo>
                  <a:pt x="11598" y="1346"/>
                </a:lnTo>
                <a:lnTo>
                  <a:pt x="11541" y="1283"/>
                </a:lnTo>
                <a:lnTo>
                  <a:pt x="11484" y="1220"/>
                </a:lnTo>
                <a:lnTo>
                  <a:pt x="11445" y="1157"/>
                </a:lnTo>
                <a:lnTo>
                  <a:pt x="11388" y="1199"/>
                </a:lnTo>
                <a:lnTo>
                  <a:pt x="11331" y="1157"/>
                </a:lnTo>
                <a:lnTo>
                  <a:pt x="11331" y="1094"/>
                </a:lnTo>
                <a:lnTo>
                  <a:pt x="11292" y="1010"/>
                </a:lnTo>
                <a:lnTo>
                  <a:pt x="11256" y="926"/>
                </a:lnTo>
                <a:lnTo>
                  <a:pt x="11235" y="862"/>
                </a:lnTo>
                <a:lnTo>
                  <a:pt x="11178" y="820"/>
                </a:lnTo>
                <a:lnTo>
                  <a:pt x="11103" y="862"/>
                </a:lnTo>
                <a:lnTo>
                  <a:pt x="11064" y="778"/>
                </a:lnTo>
                <a:lnTo>
                  <a:pt x="11028" y="715"/>
                </a:lnTo>
                <a:lnTo>
                  <a:pt x="10971" y="694"/>
                </a:lnTo>
                <a:lnTo>
                  <a:pt x="10932" y="631"/>
                </a:lnTo>
                <a:lnTo>
                  <a:pt x="10875" y="631"/>
                </a:lnTo>
                <a:lnTo>
                  <a:pt x="10818" y="631"/>
                </a:lnTo>
                <a:lnTo>
                  <a:pt x="10761" y="610"/>
                </a:lnTo>
                <a:lnTo>
                  <a:pt x="10683" y="568"/>
                </a:lnTo>
                <a:lnTo>
                  <a:pt x="10626" y="568"/>
                </a:lnTo>
                <a:lnTo>
                  <a:pt x="10569" y="568"/>
                </a:lnTo>
                <a:lnTo>
                  <a:pt x="10493" y="547"/>
                </a:lnTo>
                <a:lnTo>
                  <a:pt x="10436" y="526"/>
                </a:lnTo>
                <a:lnTo>
                  <a:pt x="10398" y="463"/>
                </a:lnTo>
                <a:lnTo>
                  <a:pt x="10341" y="463"/>
                </a:lnTo>
                <a:lnTo>
                  <a:pt x="10283" y="484"/>
                </a:lnTo>
                <a:lnTo>
                  <a:pt x="10265" y="547"/>
                </a:lnTo>
                <a:lnTo>
                  <a:pt x="10208" y="610"/>
                </a:lnTo>
                <a:lnTo>
                  <a:pt x="10151" y="631"/>
                </a:lnTo>
                <a:lnTo>
                  <a:pt x="10265" y="1220"/>
                </a:lnTo>
                <a:lnTo>
                  <a:pt x="10190" y="1199"/>
                </a:lnTo>
                <a:lnTo>
                  <a:pt x="10131" y="1157"/>
                </a:lnTo>
                <a:lnTo>
                  <a:pt x="10073" y="1094"/>
                </a:lnTo>
                <a:lnTo>
                  <a:pt x="9542" y="694"/>
                </a:lnTo>
                <a:lnTo>
                  <a:pt x="9485" y="652"/>
                </a:lnTo>
                <a:lnTo>
                  <a:pt x="9427" y="610"/>
                </a:lnTo>
                <a:lnTo>
                  <a:pt x="9389" y="547"/>
                </a:lnTo>
                <a:lnTo>
                  <a:pt x="9332" y="526"/>
                </a:lnTo>
                <a:lnTo>
                  <a:pt x="9275" y="568"/>
                </a:lnTo>
                <a:lnTo>
                  <a:pt x="9236" y="631"/>
                </a:lnTo>
                <a:lnTo>
                  <a:pt x="9160" y="694"/>
                </a:lnTo>
                <a:lnTo>
                  <a:pt x="9103" y="715"/>
                </a:lnTo>
                <a:lnTo>
                  <a:pt x="9046" y="715"/>
                </a:lnTo>
                <a:lnTo>
                  <a:pt x="8989" y="673"/>
                </a:lnTo>
                <a:lnTo>
                  <a:pt x="8932" y="652"/>
                </a:lnTo>
                <a:lnTo>
                  <a:pt x="8875" y="694"/>
                </a:lnTo>
                <a:lnTo>
                  <a:pt x="8818" y="631"/>
                </a:lnTo>
                <a:lnTo>
                  <a:pt x="8761" y="652"/>
                </a:lnTo>
                <a:lnTo>
                  <a:pt x="8704" y="694"/>
                </a:lnTo>
                <a:lnTo>
                  <a:pt x="8647" y="652"/>
                </a:lnTo>
                <a:lnTo>
                  <a:pt x="8590" y="631"/>
                </a:lnTo>
                <a:lnTo>
                  <a:pt x="8533" y="631"/>
                </a:lnTo>
                <a:lnTo>
                  <a:pt x="8476" y="652"/>
                </a:lnTo>
                <a:lnTo>
                  <a:pt x="8419" y="652"/>
                </a:lnTo>
                <a:lnTo>
                  <a:pt x="8362" y="631"/>
                </a:lnTo>
                <a:lnTo>
                  <a:pt x="8284" y="652"/>
                </a:lnTo>
                <a:lnTo>
                  <a:pt x="8209" y="694"/>
                </a:lnTo>
                <a:lnTo>
                  <a:pt x="8152" y="694"/>
                </a:lnTo>
                <a:lnTo>
                  <a:pt x="8074" y="715"/>
                </a:lnTo>
                <a:lnTo>
                  <a:pt x="8017" y="715"/>
                </a:lnTo>
                <a:lnTo>
                  <a:pt x="7942" y="673"/>
                </a:lnTo>
                <a:lnTo>
                  <a:pt x="7884" y="652"/>
                </a:lnTo>
                <a:lnTo>
                  <a:pt x="7827" y="652"/>
                </a:lnTo>
                <a:lnTo>
                  <a:pt x="7770" y="694"/>
                </a:lnTo>
                <a:lnTo>
                  <a:pt x="7695" y="757"/>
                </a:lnTo>
                <a:lnTo>
                  <a:pt x="7638" y="799"/>
                </a:lnTo>
                <a:lnTo>
                  <a:pt x="7599" y="736"/>
                </a:lnTo>
                <a:lnTo>
                  <a:pt x="7542" y="694"/>
                </a:lnTo>
                <a:lnTo>
                  <a:pt x="7485" y="694"/>
                </a:lnTo>
                <a:lnTo>
                  <a:pt x="7428" y="715"/>
                </a:lnTo>
                <a:lnTo>
                  <a:pt x="7371" y="736"/>
                </a:lnTo>
                <a:lnTo>
                  <a:pt x="7293" y="736"/>
                </a:lnTo>
                <a:lnTo>
                  <a:pt x="7218" y="715"/>
                </a:lnTo>
                <a:lnTo>
                  <a:pt x="7143" y="694"/>
                </a:lnTo>
                <a:lnTo>
                  <a:pt x="7086" y="673"/>
                </a:lnTo>
                <a:lnTo>
                  <a:pt x="6990" y="694"/>
                </a:lnTo>
                <a:lnTo>
                  <a:pt x="6933" y="715"/>
                </a:lnTo>
                <a:lnTo>
                  <a:pt x="6855" y="736"/>
                </a:lnTo>
                <a:lnTo>
                  <a:pt x="6761" y="778"/>
                </a:lnTo>
                <a:lnTo>
                  <a:pt x="6704" y="757"/>
                </a:lnTo>
                <a:lnTo>
                  <a:pt x="6647" y="715"/>
                </a:lnTo>
                <a:lnTo>
                  <a:pt x="6590" y="673"/>
                </a:lnTo>
                <a:lnTo>
                  <a:pt x="6533" y="694"/>
                </a:lnTo>
                <a:lnTo>
                  <a:pt x="6476" y="694"/>
                </a:lnTo>
                <a:lnTo>
                  <a:pt x="6419" y="694"/>
                </a:lnTo>
                <a:lnTo>
                  <a:pt x="6362" y="694"/>
                </a:lnTo>
                <a:lnTo>
                  <a:pt x="6305" y="694"/>
                </a:lnTo>
                <a:lnTo>
                  <a:pt x="6248" y="694"/>
                </a:lnTo>
                <a:lnTo>
                  <a:pt x="5902" y="1220"/>
                </a:lnTo>
                <a:lnTo>
                  <a:pt x="6169" y="652"/>
                </a:lnTo>
                <a:lnTo>
                  <a:pt x="6112" y="652"/>
                </a:lnTo>
                <a:lnTo>
                  <a:pt x="6055" y="652"/>
                </a:lnTo>
                <a:lnTo>
                  <a:pt x="5998" y="673"/>
                </a:lnTo>
                <a:lnTo>
                  <a:pt x="5923" y="673"/>
                </a:lnTo>
                <a:lnTo>
                  <a:pt x="5866" y="673"/>
                </a:lnTo>
                <a:lnTo>
                  <a:pt x="5809" y="694"/>
                </a:lnTo>
                <a:lnTo>
                  <a:pt x="5752" y="736"/>
                </a:lnTo>
                <a:lnTo>
                  <a:pt x="5695" y="736"/>
                </a:lnTo>
                <a:lnTo>
                  <a:pt x="5637" y="736"/>
                </a:lnTo>
                <a:lnTo>
                  <a:pt x="5580" y="736"/>
                </a:lnTo>
                <a:lnTo>
                  <a:pt x="5521" y="736"/>
                </a:lnTo>
                <a:lnTo>
                  <a:pt x="5464" y="694"/>
                </a:lnTo>
                <a:lnTo>
                  <a:pt x="5389" y="673"/>
                </a:lnTo>
                <a:lnTo>
                  <a:pt x="5332" y="673"/>
                </a:lnTo>
                <a:lnTo>
                  <a:pt x="5275" y="673"/>
                </a:lnTo>
                <a:lnTo>
                  <a:pt x="5199" y="694"/>
                </a:lnTo>
                <a:lnTo>
                  <a:pt x="5142" y="694"/>
                </a:lnTo>
                <a:lnTo>
                  <a:pt x="5065" y="694"/>
                </a:lnTo>
                <a:lnTo>
                  <a:pt x="5007" y="715"/>
                </a:lnTo>
                <a:lnTo>
                  <a:pt x="4932" y="715"/>
                </a:lnTo>
                <a:lnTo>
                  <a:pt x="4875" y="694"/>
                </a:lnTo>
                <a:lnTo>
                  <a:pt x="4818" y="694"/>
                </a:lnTo>
                <a:lnTo>
                  <a:pt x="4740" y="673"/>
                </a:lnTo>
                <a:lnTo>
                  <a:pt x="4683" y="652"/>
                </a:lnTo>
                <a:lnTo>
                  <a:pt x="4626" y="652"/>
                </a:lnTo>
                <a:lnTo>
                  <a:pt x="4569" y="652"/>
                </a:lnTo>
                <a:lnTo>
                  <a:pt x="4512" y="673"/>
                </a:lnTo>
                <a:lnTo>
                  <a:pt x="4455" y="694"/>
                </a:lnTo>
                <a:lnTo>
                  <a:pt x="4398" y="694"/>
                </a:lnTo>
                <a:lnTo>
                  <a:pt x="4323" y="694"/>
                </a:lnTo>
                <a:lnTo>
                  <a:pt x="4266" y="694"/>
                </a:lnTo>
                <a:lnTo>
                  <a:pt x="4209" y="652"/>
                </a:lnTo>
                <a:lnTo>
                  <a:pt x="4151" y="610"/>
                </a:lnTo>
                <a:lnTo>
                  <a:pt x="4094" y="568"/>
                </a:lnTo>
                <a:lnTo>
                  <a:pt x="4017" y="547"/>
                </a:lnTo>
                <a:lnTo>
                  <a:pt x="3960" y="547"/>
                </a:lnTo>
                <a:lnTo>
                  <a:pt x="3903" y="526"/>
                </a:lnTo>
                <a:lnTo>
                  <a:pt x="3846" y="484"/>
                </a:lnTo>
                <a:lnTo>
                  <a:pt x="3789" y="463"/>
                </a:lnTo>
                <a:lnTo>
                  <a:pt x="3731" y="463"/>
                </a:lnTo>
                <a:lnTo>
                  <a:pt x="3674" y="463"/>
                </a:lnTo>
                <a:lnTo>
                  <a:pt x="3617" y="484"/>
                </a:lnTo>
                <a:lnTo>
                  <a:pt x="3560" y="526"/>
                </a:lnTo>
                <a:lnTo>
                  <a:pt x="3503" y="526"/>
                </a:lnTo>
                <a:lnTo>
                  <a:pt x="3446" y="568"/>
                </a:lnTo>
                <a:lnTo>
                  <a:pt x="3389" y="568"/>
                </a:lnTo>
                <a:lnTo>
                  <a:pt x="3332" y="526"/>
                </a:lnTo>
                <a:lnTo>
                  <a:pt x="3257" y="505"/>
                </a:lnTo>
                <a:lnTo>
                  <a:pt x="3200" y="505"/>
                </a:lnTo>
                <a:lnTo>
                  <a:pt x="3122" y="463"/>
                </a:lnTo>
                <a:lnTo>
                  <a:pt x="3065" y="463"/>
                </a:lnTo>
                <a:lnTo>
                  <a:pt x="3008" y="484"/>
                </a:lnTo>
                <a:lnTo>
                  <a:pt x="2951" y="505"/>
                </a:lnTo>
                <a:lnTo>
                  <a:pt x="2894" y="526"/>
                </a:lnTo>
                <a:lnTo>
                  <a:pt x="2837" y="547"/>
                </a:lnTo>
                <a:lnTo>
                  <a:pt x="2780" y="568"/>
                </a:lnTo>
                <a:lnTo>
                  <a:pt x="2723" y="568"/>
                </a:lnTo>
                <a:lnTo>
                  <a:pt x="2666" y="568"/>
                </a:lnTo>
                <a:lnTo>
                  <a:pt x="2608" y="568"/>
                </a:lnTo>
                <a:lnTo>
                  <a:pt x="2533" y="568"/>
                </a:lnTo>
                <a:lnTo>
                  <a:pt x="2476" y="568"/>
                </a:lnTo>
                <a:lnTo>
                  <a:pt x="2419" y="547"/>
                </a:lnTo>
                <a:lnTo>
                  <a:pt x="2362" y="547"/>
                </a:lnTo>
                <a:lnTo>
                  <a:pt x="2305" y="547"/>
                </a:lnTo>
                <a:lnTo>
                  <a:pt x="2227" y="547"/>
                </a:lnTo>
                <a:lnTo>
                  <a:pt x="2170" y="547"/>
                </a:lnTo>
                <a:lnTo>
                  <a:pt x="2113" y="547"/>
                </a:lnTo>
                <a:lnTo>
                  <a:pt x="2056" y="589"/>
                </a:lnTo>
                <a:lnTo>
                  <a:pt x="1999" y="610"/>
                </a:lnTo>
                <a:lnTo>
                  <a:pt x="1942" y="631"/>
                </a:lnTo>
                <a:lnTo>
                  <a:pt x="1885" y="631"/>
                </a:lnTo>
                <a:lnTo>
                  <a:pt x="1828" y="631"/>
                </a:lnTo>
                <a:lnTo>
                  <a:pt x="1771" y="589"/>
                </a:lnTo>
                <a:lnTo>
                  <a:pt x="1714" y="568"/>
                </a:lnTo>
                <a:lnTo>
                  <a:pt x="1657" y="568"/>
                </a:lnTo>
                <a:lnTo>
                  <a:pt x="1600" y="568"/>
                </a:lnTo>
                <a:lnTo>
                  <a:pt x="1504" y="547"/>
                </a:lnTo>
                <a:lnTo>
                  <a:pt x="1447" y="547"/>
                </a:lnTo>
                <a:lnTo>
                  <a:pt x="1390" y="589"/>
                </a:lnTo>
                <a:lnTo>
                  <a:pt x="1333" y="631"/>
                </a:lnTo>
                <a:lnTo>
                  <a:pt x="1275" y="673"/>
                </a:lnTo>
                <a:lnTo>
                  <a:pt x="1218" y="694"/>
                </a:lnTo>
                <a:lnTo>
                  <a:pt x="1161" y="694"/>
                </a:lnTo>
                <a:lnTo>
                  <a:pt x="1104" y="673"/>
                </a:lnTo>
                <a:lnTo>
                  <a:pt x="1047" y="652"/>
                </a:lnTo>
                <a:lnTo>
                  <a:pt x="990" y="652"/>
                </a:lnTo>
                <a:lnTo>
                  <a:pt x="933" y="631"/>
                </a:lnTo>
                <a:lnTo>
                  <a:pt x="876" y="631"/>
                </a:lnTo>
                <a:lnTo>
                  <a:pt x="819" y="631"/>
                </a:lnTo>
                <a:lnTo>
                  <a:pt x="741" y="631"/>
                </a:lnTo>
                <a:lnTo>
                  <a:pt x="666" y="631"/>
                </a:lnTo>
                <a:lnTo>
                  <a:pt x="609" y="631"/>
                </a:lnTo>
                <a:lnTo>
                  <a:pt x="552" y="631"/>
                </a:lnTo>
                <a:lnTo>
                  <a:pt x="495" y="652"/>
                </a:lnTo>
                <a:lnTo>
                  <a:pt x="438" y="652"/>
                </a:lnTo>
                <a:lnTo>
                  <a:pt x="381" y="652"/>
                </a:lnTo>
                <a:lnTo>
                  <a:pt x="324" y="673"/>
                </a:lnTo>
                <a:lnTo>
                  <a:pt x="267" y="694"/>
                </a:lnTo>
                <a:lnTo>
                  <a:pt x="209" y="715"/>
                </a:lnTo>
                <a:lnTo>
                  <a:pt x="132" y="757"/>
                </a:lnTo>
                <a:lnTo>
                  <a:pt x="57" y="778"/>
                </a:lnTo>
                <a:lnTo>
                  <a:pt x="0" y="820"/>
                </a:lnTo>
                <a:lnTo>
                  <a:pt x="0" y="165"/>
                </a:lnTo>
                <a:close/>
              </a:path>
            </a:pathLst>
          </a:custGeom>
          <a:solidFill>
            <a:srgbClr val="FFFFFF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65160" y="290520"/>
            <a:ext cx="61920" cy="5475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4516560" y="387360"/>
            <a:ext cx="106200" cy="6667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2479680" y="1952640"/>
            <a:ext cx="2101680" cy="849240"/>
          </a:xfrm>
          <a:prstGeom prst="roundRect">
            <a:avLst/>
          </a:prstGeom>
          <a:solidFill>
            <a:srgbClr val="DDDDDD"/>
          </a:solidFill>
          <a:ln w="38160">
            <a:solidFill>
              <a:srgbClr val="969696"/>
            </a:solidFill>
            <a:round/>
          </a:ln>
        </p:spPr>
        <p:txBody>
          <a:bodyPr lIns="109080" tIns="64080" rIns="109080" bIns="640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2516040" y="2203560"/>
            <a:ext cx="2025720" cy="33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3333CC"/>
                </a:solidFill>
                <a:effectLst/>
                <a:uFillTx/>
                <a:latin typeface="Arial"/>
                <a:ea typeface="Arial"/>
              </a:rPr>
              <a:t>R12,345.67 roubles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2981520" y="1223280"/>
            <a:ext cx="486000" cy="1017000"/>
          </a:xfrm>
          <a:custGeom>
            <a:avLst/>
            <a:gdLst/>
            <a:ahLst/>
            <a:rect l="0" t="0" r="r" b="b"/>
            <a:pathLst>
              <a:path fill="none" w="1350" h="2825">
                <a:moveTo>
                  <a:pt x="1325" y="2825"/>
                </a:moveTo>
                <a:lnTo>
                  <a:pt x="1325" y="2825"/>
                </a:lnTo>
                <a:cubicBezTo>
                  <a:pt x="1342" y="2680"/>
                  <a:pt x="1350" y="2532"/>
                  <a:pt x="1350" y="2384"/>
                </a:cubicBezTo>
                <a:cubicBezTo>
                  <a:pt x="1350" y="1965"/>
                  <a:pt x="1283" y="1552"/>
                  <a:pt x="1155" y="1189"/>
                </a:cubicBezTo>
                <a:cubicBezTo>
                  <a:pt x="1027" y="825"/>
                  <a:pt x="843" y="524"/>
                  <a:pt x="621" y="314"/>
                </a:cubicBezTo>
                <a:cubicBezTo>
                  <a:pt x="431" y="134"/>
                  <a:pt x="219" y="27"/>
                  <a:pt x="0" y="0"/>
                </a:cubicBezTo>
              </a:path>
            </a:pathLst>
          </a:custGeom>
          <a:ln w="12600">
            <a:solidFill>
              <a:srgbClr val="FF33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No Slide Title</dc:title>
</cp:coreProperties>
</file>