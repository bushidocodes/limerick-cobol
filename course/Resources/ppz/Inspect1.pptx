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75" r:id="rId2"/>
    <p:sldId id="276" r:id="rId3"/>
    <p:sldId id="278" r:id="rId4"/>
    <p:sldId id="281" r:id="rId5"/>
    <p:sldId id="279" r:id="rId6"/>
    <p:sldId id="282" r:id="rId7"/>
    <p:sldId id="280" r:id="rId8"/>
    <p:sldId id="277" r:id="rId9"/>
    <p:sldId id="284" r:id="rId10"/>
    <p:sldId id="283" r:id="rId11"/>
  </p:sldIdLst>
  <p:sldSz cx="4572000" cy="1143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60">
          <p15:clr>
            <a:srgbClr val="A4A3A4"/>
          </p15:clr>
        </p15:guide>
        <p15:guide id="2" pos="14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60">
          <p15:clr>
            <a:srgbClr val="A4A3A4"/>
          </p15:clr>
        </p15:guide>
        <p15:guide id="2" pos="144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0021"/>
    <a:srgbClr val="CC0000"/>
    <a:srgbClr val="336600"/>
    <a:srgbClr val="FFFF00"/>
    <a:srgbClr val="66FFCC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259" d="100"/>
          <a:sy n="259" d="100"/>
        </p:scale>
        <p:origin x="210" y="1854"/>
      </p:cViewPr>
      <p:guideLst>
        <p:guide orient="horz" pos="360"/>
        <p:guide pos="14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9" d="100"/>
          <a:sy n="59" d="100"/>
        </p:scale>
        <p:origin x="-766" y="-77"/>
      </p:cViewPr>
      <p:guideLst>
        <p:guide orient="horz" pos="360"/>
        <p:guide pos="144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57383678-E7F6-6B1D-00D0-B29D32868514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>
              <a:defRPr sz="1000" i="1"/>
            </a:lvl1pPr>
          </a:lstStyle>
          <a:p>
            <a:endParaRPr lang="en-US" altLang="en-US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4768BDD3-CAEF-9E1E-9BB1-DDFF03DB4FD5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 algn="r">
              <a:defRPr sz="1000" i="1"/>
            </a:lvl1pPr>
          </a:lstStyle>
          <a:p>
            <a:endParaRPr lang="en-US" alt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FDB4CCDC-D05B-6DDA-013C-2D54C1AF346C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-3422650" y="692150"/>
            <a:ext cx="13703300" cy="3416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7CA234C5-6A89-2FF5-89F9-3419A25E6DD1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D4DD3918-5AD6-27FC-553E-80E61DBC33E0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>
              <a:defRPr sz="1000" i="1"/>
            </a:lvl1pPr>
          </a:lstStyle>
          <a:p>
            <a:endParaRPr lang="en-US" altLang="en-US"/>
          </a:p>
        </p:txBody>
      </p:sp>
      <p:sp>
        <p:nvSpPr>
          <p:cNvPr id="2055" name="Rectangle 7">
            <a:extLst>
              <a:ext uri="{FF2B5EF4-FFF2-40B4-BE49-F238E27FC236}">
                <a16:creationId xmlns:a16="http://schemas.microsoft.com/office/drawing/2014/main" id="{A49F0D5F-78AD-76A3-B34B-3FE6FFA66A8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 algn="r">
              <a:defRPr sz="1000" i="1"/>
            </a:lvl1pPr>
          </a:lstStyle>
          <a:p>
            <a:fld id="{AA299B1F-3870-4FE6-B075-51F4D50AE41A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">
            <a:extLst>
              <a:ext uri="{FF2B5EF4-FFF2-40B4-BE49-F238E27FC236}">
                <a16:creationId xmlns:a16="http://schemas.microsoft.com/office/drawing/2014/main" id="{541387B7-592B-EE76-99D7-7C974494399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3522C0E-31DD-4156-BF72-484A8C71D549}" type="slidenum">
              <a:rPr lang="en-US" altLang="en-US"/>
              <a:pPr/>
              <a:t>4</a:t>
            </a:fld>
            <a:endParaRPr lang="en-US" altLang="en-US"/>
          </a:p>
        </p:txBody>
      </p:sp>
      <p:sp>
        <p:nvSpPr>
          <p:cNvPr id="7170" name="Rectangle 2">
            <a:extLst>
              <a:ext uri="{FF2B5EF4-FFF2-40B4-BE49-F238E27FC236}">
                <a16:creationId xmlns:a16="http://schemas.microsoft.com/office/drawing/2014/main" id="{FE83CE21-F1CA-0D42-624B-8B2D299E9351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 cap="flat"/>
        </p:spPr>
      </p:sp>
      <p:sp>
        <p:nvSpPr>
          <p:cNvPr id="7171" name="Rectangle 3">
            <a:extLst>
              <a:ext uri="{FF2B5EF4-FFF2-40B4-BE49-F238E27FC236}">
                <a16:creationId xmlns:a16="http://schemas.microsoft.com/office/drawing/2014/main" id="{4DDE8BD3-A0C7-2BAF-2894-BB61170B6F9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/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6FD24-56C5-A729-F7DE-991C895B9B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500" y="187325"/>
            <a:ext cx="3429000" cy="398463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5B06CC-8FFB-1ACC-26A6-73146D6EB6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00" y="600075"/>
            <a:ext cx="3429000" cy="2762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9C2A8-DE94-CFB9-29E8-DB48BB899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32B43F-15FA-729F-98BF-1C6F496540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5A7BE0-A848-186F-BD3F-2A36FF02C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7C1153A-9ECF-4F34-B899-6DB96BF0081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24896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2CB7F-AB57-E77A-1A30-9F91A0B33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4CA3C-ADDD-2283-01A1-8AD29B6DBA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94AFC-2601-2A47-19A6-794FBA5C4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5C84E0-C168-068B-FC83-A9469C17E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F5224-313C-56FC-25B1-DF59B7F44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92DFE90-BADA-4071-A38D-8B467D7DA4E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486695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A9BF7-4DE2-866F-A158-A6CE065B2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738" y="285750"/>
            <a:ext cx="3943350" cy="47466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CF3D1A-EFE9-AAF2-415F-62D342CA83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38" y="765175"/>
            <a:ext cx="3943350" cy="249238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197A0F-4EDB-3E78-6786-2D010683E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F765A0-E674-9715-FC63-A71A2589D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3F4C8D-A5C0-145D-84BE-DE6CAF153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EB80255-E381-4939-816A-D432B418062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34088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842A3-B149-EC50-E41D-B334B6E2E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D12700-E3E2-1F68-E52E-91BD33B71C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42900" y="330200"/>
            <a:ext cx="1866900" cy="685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F601A4-74AF-E244-9EC8-9E56BA067F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362200" y="330200"/>
            <a:ext cx="1866900" cy="685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CDD725-82A7-2F04-0F4F-9F006148C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8576A8-8196-C517-2151-7BBBD4FC6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E97798-26F1-238C-FD12-9D320912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06BF437-3F37-4434-935D-9EB47C38F38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218020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EA06D-8ABA-F4C7-27C7-D7F955BA6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5" y="60325"/>
            <a:ext cx="3943350" cy="22225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357586-932E-2091-2917-FC6788CB0E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4325" y="280988"/>
            <a:ext cx="1935163" cy="1365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EE8B94-995B-350D-429A-D41D2943F5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14325" y="417513"/>
            <a:ext cx="1935163" cy="6143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092DD6-B9F2-AD89-8E80-6139A20F23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314575" y="280988"/>
            <a:ext cx="1943100" cy="1365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BEE544-4046-5F98-1346-70A2DE0DA9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314575" y="417513"/>
            <a:ext cx="1943100" cy="6143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C496FA-0F39-9429-52CC-8C6A8DD5A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80154E-93B0-6711-5191-69B991391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6C5D7E-BDBB-4388-ACA3-BB08B9187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9A90F97-9401-4D1C-9615-9AD67C81205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618506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CFBD1-617F-5AAC-2AE6-AC2E5AFD5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579EA9-6A38-752E-06AB-A9FF7D676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5C9A8C-A0C4-CD5B-530F-7248EC6ED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9094CB-222F-8BBC-9295-7D934652B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2F3E8DA-1A47-48AF-A49F-812A72A832DA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24496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E8178B-7F2E-10B9-776F-D6B1F326B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E15826-3207-8FA2-3879-64D8C23AD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C94B42-52D1-1A8D-E47A-308739240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1E04693-CC8D-414C-B63A-15CA979398D3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557164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C314A-495E-B101-C6B8-B6BDC1E5A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5" y="76200"/>
            <a:ext cx="1474788" cy="2667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9F6129-A3B8-533E-FBF4-2690EDE5E7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3100" y="165100"/>
            <a:ext cx="2314575" cy="8112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EA3044-B92B-5010-F233-227C0578D9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14325" y="342900"/>
            <a:ext cx="1474788" cy="6350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90FC0D-EB66-3A1B-25FE-D560FC912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502DC4-0A2B-F5CD-E144-C135F24BA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636F89-AB82-3040-67B9-49032635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CE822AA-A64B-4575-82E5-C7ADF1F478F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782986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F8726-6F9E-1A24-BEB8-45B784462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5" y="76200"/>
            <a:ext cx="1474788" cy="2667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4D5F00-8CDD-F6A9-48ED-E24002376A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943100" y="165100"/>
            <a:ext cx="2314575" cy="8112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C47C1B-7381-FFA3-AA87-1A480A9E52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14325" y="342900"/>
            <a:ext cx="1474788" cy="6350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D626BF-338F-1CC0-4F7E-F8350AC53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01F173-2FD3-74F3-77C3-D3C45EA8EE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1E43A4-13E7-1453-4891-F6974B135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2501584-7933-4F5A-96D2-77815C48580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300571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35465-E686-FA48-6B8D-D1066C349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C01DF2-AAC6-9FE6-7002-5DC615CA6A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E8973A-556A-0FA5-E099-F27541C33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554423-950E-F755-77F4-B1E1B0C81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7B43CB-B5BD-73C8-1E8C-A1D0F4EDF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D5D2F3B-77C9-4A34-A9EF-9CD8C0CB3DF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682632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44509B-4FAC-EBE6-2005-04856AAB71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3257550" y="100013"/>
            <a:ext cx="971550" cy="91598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78C352-6E60-C191-7DE7-A380DC8A9E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42900" y="100013"/>
            <a:ext cx="2762250" cy="91598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AD76B1-598B-45DE-847D-3F03874D8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CB831-4E46-D386-6593-80B7B4916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EF385C-9606-9B5C-FE59-144C2F9BA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00EEB00-4696-48A2-BFAC-BF41EB2863F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75952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9C2B84FD-A46F-05C6-653F-AFDF6491E4E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342900" y="100013"/>
            <a:ext cx="3886200" cy="190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31750" tIns="19050" rIns="31750" bIns="1905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3C078F9-7CEF-FDAA-F96A-FEC98563BFC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42900" y="330200"/>
            <a:ext cx="3886200" cy="685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31750" tIns="19050" rIns="31750" bIns="1905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D5FFC734-3FC9-8367-A683-C26FE2C79838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342900" y="1042988"/>
            <a:ext cx="952500" cy="74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31750" tIns="19050" rIns="31750" bIns="19050" numCol="1" anchor="ctr" anchorCtr="0" compatLnSpc="1">
            <a:prstTxWarp prst="textNoShape">
              <a:avLst/>
            </a:prstTxWarp>
          </a:bodyPr>
          <a:lstStyle>
            <a:lvl1pPr defTabSz="114300">
              <a:defRPr sz="400"/>
            </a:lvl1pPr>
          </a:lstStyle>
          <a:p>
            <a:endParaRPr lang="en-US" alt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3769BE7A-F139-D5F9-69B5-07C93D058E9D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562100" y="1042988"/>
            <a:ext cx="1447800" cy="74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31750" tIns="19050" rIns="31750" bIns="19050" numCol="1" anchor="ctr" anchorCtr="0" compatLnSpc="1">
            <a:prstTxWarp prst="textNoShape">
              <a:avLst/>
            </a:prstTxWarp>
          </a:bodyPr>
          <a:lstStyle>
            <a:lvl1pPr algn="ctr" defTabSz="114300">
              <a:defRPr sz="400"/>
            </a:lvl1pPr>
          </a:lstStyle>
          <a:p>
            <a:endParaRPr lang="en-US" alt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A03E1674-11C6-2406-C13F-2C5978AE6A52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276600" y="1042988"/>
            <a:ext cx="952500" cy="74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31750" tIns="19050" rIns="31750" bIns="19050" numCol="1" anchor="ctr" anchorCtr="0" compatLnSpc="1">
            <a:prstTxWarp prst="textNoShape">
              <a:avLst/>
            </a:prstTxWarp>
          </a:bodyPr>
          <a:lstStyle>
            <a:lvl1pPr algn="r" defTabSz="114300">
              <a:defRPr sz="400"/>
            </a:lvl1pPr>
          </a:lstStyle>
          <a:p>
            <a:fld id="{DEF683A9-4E2C-4202-8C1D-A34E0AC67E4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4EA058D-8F99-C18F-13C0-F15B73520B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38" y="7938"/>
            <a:ext cx="4519612" cy="112395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14300" rtl="0" eaLnBrk="0" fontAlgn="base" hangingPunct="0">
        <a:spcBef>
          <a:spcPct val="0"/>
        </a:spcBef>
        <a:spcAft>
          <a:spcPct val="0"/>
        </a:spcAft>
        <a:defRPr sz="16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defTabSz="114300" rtl="0" eaLnBrk="0" fontAlgn="base" hangingPunct="0">
        <a:spcBef>
          <a:spcPct val="0"/>
        </a:spcBef>
        <a:spcAft>
          <a:spcPct val="0"/>
        </a:spcAft>
        <a:defRPr sz="1600">
          <a:solidFill>
            <a:schemeClr val="tx2"/>
          </a:solidFill>
          <a:latin typeface="Times New Roman" panose="02020603050405020304" pitchFamily="18" charset="0"/>
        </a:defRPr>
      </a:lvl2pPr>
      <a:lvl3pPr algn="ctr" defTabSz="114300" rtl="0" eaLnBrk="0" fontAlgn="base" hangingPunct="0">
        <a:spcBef>
          <a:spcPct val="0"/>
        </a:spcBef>
        <a:spcAft>
          <a:spcPct val="0"/>
        </a:spcAft>
        <a:defRPr sz="1600">
          <a:solidFill>
            <a:schemeClr val="tx2"/>
          </a:solidFill>
          <a:latin typeface="Times New Roman" panose="02020603050405020304" pitchFamily="18" charset="0"/>
        </a:defRPr>
      </a:lvl3pPr>
      <a:lvl4pPr algn="ctr" defTabSz="114300" rtl="0" eaLnBrk="0" fontAlgn="base" hangingPunct="0">
        <a:spcBef>
          <a:spcPct val="0"/>
        </a:spcBef>
        <a:spcAft>
          <a:spcPct val="0"/>
        </a:spcAft>
        <a:defRPr sz="1600">
          <a:solidFill>
            <a:schemeClr val="tx2"/>
          </a:solidFill>
          <a:latin typeface="Times New Roman" panose="02020603050405020304" pitchFamily="18" charset="0"/>
        </a:defRPr>
      </a:lvl4pPr>
      <a:lvl5pPr algn="ctr" defTabSz="114300" rtl="0" eaLnBrk="0" fontAlgn="base" hangingPunct="0">
        <a:spcBef>
          <a:spcPct val="0"/>
        </a:spcBef>
        <a:spcAft>
          <a:spcPct val="0"/>
        </a:spcAft>
        <a:defRPr sz="1600">
          <a:solidFill>
            <a:schemeClr val="tx2"/>
          </a:solidFill>
          <a:latin typeface="Times New Roman" panose="02020603050405020304" pitchFamily="18" charset="0"/>
        </a:defRPr>
      </a:lvl5pPr>
      <a:lvl6pPr marL="457200" algn="ctr" defTabSz="114300" rtl="0" eaLnBrk="0" fontAlgn="base" hangingPunct="0">
        <a:spcBef>
          <a:spcPct val="0"/>
        </a:spcBef>
        <a:spcAft>
          <a:spcPct val="0"/>
        </a:spcAft>
        <a:defRPr sz="1600">
          <a:solidFill>
            <a:schemeClr val="tx2"/>
          </a:solidFill>
          <a:latin typeface="Times New Roman" panose="02020603050405020304" pitchFamily="18" charset="0"/>
        </a:defRPr>
      </a:lvl6pPr>
      <a:lvl7pPr marL="914400" algn="ctr" defTabSz="114300" rtl="0" eaLnBrk="0" fontAlgn="base" hangingPunct="0">
        <a:spcBef>
          <a:spcPct val="0"/>
        </a:spcBef>
        <a:spcAft>
          <a:spcPct val="0"/>
        </a:spcAft>
        <a:defRPr sz="1600">
          <a:solidFill>
            <a:schemeClr val="tx2"/>
          </a:solidFill>
          <a:latin typeface="Times New Roman" panose="02020603050405020304" pitchFamily="18" charset="0"/>
        </a:defRPr>
      </a:lvl7pPr>
      <a:lvl8pPr marL="1371600" algn="ctr" defTabSz="114300" rtl="0" eaLnBrk="0" fontAlgn="base" hangingPunct="0">
        <a:spcBef>
          <a:spcPct val="0"/>
        </a:spcBef>
        <a:spcAft>
          <a:spcPct val="0"/>
        </a:spcAft>
        <a:defRPr sz="1600">
          <a:solidFill>
            <a:schemeClr val="tx2"/>
          </a:solidFill>
          <a:latin typeface="Times New Roman" panose="02020603050405020304" pitchFamily="18" charset="0"/>
        </a:defRPr>
      </a:lvl8pPr>
      <a:lvl9pPr marL="1828800" algn="ctr" defTabSz="114300" rtl="0" eaLnBrk="0" fontAlgn="base" hangingPunct="0">
        <a:spcBef>
          <a:spcPct val="0"/>
        </a:spcBef>
        <a:spcAft>
          <a:spcPct val="0"/>
        </a:spcAft>
        <a:defRPr sz="1600">
          <a:solidFill>
            <a:schemeClr val="tx2"/>
          </a:solidFill>
          <a:latin typeface="Times New Roman" panose="02020603050405020304" pitchFamily="18" charset="0"/>
        </a:defRPr>
      </a:lvl9pPr>
    </p:titleStyle>
    <p:bodyStyle>
      <a:lvl1pPr marL="119063" indent="-119063" algn="l" defTabSz="114300" rtl="0" eaLnBrk="0" fontAlgn="base" hangingPunct="0">
        <a:spcBef>
          <a:spcPct val="20000"/>
        </a:spcBef>
        <a:spcAft>
          <a:spcPct val="0"/>
        </a:spcAft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263525" indent="-30163" algn="l" defTabSz="114300" rtl="0" eaLnBrk="0" fontAlgn="base" hangingPunct="0">
        <a:spcBef>
          <a:spcPct val="20000"/>
        </a:spcBef>
        <a:spcAft>
          <a:spcPct val="0"/>
        </a:spcAft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404813" indent="-26988" algn="l" defTabSz="114300" rtl="0" eaLnBrk="0" fontAlgn="base" hangingPunct="0">
        <a:spcBef>
          <a:spcPct val="20000"/>
        </a:spcBef>
        <a:spcAft>
          <a:spcPct val="0"/>
        </a:spcAft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3pPr>
      <a:lvl4pPr marL="566738" indent="-47625" algn="l" defTabSz="114300" rtl="0" eaLnBrk="0" fontAlgn="base" hangingPunct="0">
        <a:spcBef>
          <a:spcPct val="20000"/>
        </a:spcBef>
        <a:spcAft>
          <a:spcPct val="0"/>
        </a:spcAft>
        <a:buChar char="–"/>
        <a:defRPr sz="600" kern="1200">
          <a:solidFill>
            <a:schemeClr val="tx1"/>
          </a:solidFill>
          <a:latin typeface="+mn-lt"/>
          <a:ea typeface="+mn-ea"/>
          <a:cs typeface="+mn-cs"/>
        </a:defRPr>
      </a:lvl4pPr>
      <a:lvl5pPr marL="728663" indent="-47625" algn="l" defTabSz="114300" rtl="0" eaLnBrk="0" fontAlgn="base" hangingPunct="0">
        <a:spcBef>
          <a:spcPct val="20000"/>
        </a:spcBef>
        <a:spcAft>
          <a:spcPct val="0"/>
        </a:spcAft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89" name="Group 17">
            <a:extLst>
              <a:ext uri="{FF2B5EF4-FFF2-40B4-BE49-F238E27FC236}">
                <a16:creationId xmlns:a16="http://schemas.microsoft.com/office/drawing/2014/main" id="{CF04B106-11BB-B384-BC4D-6C51AD3CDD9C}"/>
              </a:ext>
            </a:extLst>
          </p:cNvPr>
          <p:cNvGrpSpPr>
            <a:grpSpLocks/>
          </p:cNvGrpSpPr>
          <p:nvPr/>
        </p:nvGrpSpPr>
        <p:grpSpPr bwMode="auto">
          <a:xfrm>
            <a:off x="98425" y="692150"/>
            <a:ext cx="4365625" cy="330200"/>
            <a:chOff x="62" y="436"/>
            <a:chExt cx="2750" cy="208"/>
          </a:xfrm>
        </p:grpSpPr>
        <p:sp>
          <p:nvSpPr>
            <p:cNvPr id="3074" name="Rectangle 2">
              <a:extLst>
                <a:ext uri="{FF2B5EF4-FFF2-40B4-BE49-F238E27FC236}">
                  <a16:creationId xmlns:a16="http://schemas.microsoft.com/office/drawing/2014/main" id="{766F7900-E111-39DB-8532-C1D0E6E9D2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" y="444"/>
              <a:ext cx="2750" cy="19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bg2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75" name="Line 3">
              <a:extLst>
                <a:ext uri="{FF2B5EF4-FFF2-40B4-BE49-F238E27FC236}">
                  <a16:creationId xmlns:a16="http://schemas.microsoft.com/office/drawing/2014/main" id="{B2A6ABD5-9AE3-967A-4854-4153D5B46B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6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76" name="Line 4">
              <a:extLst>
                <a:ext uri="{FF2B5EF4-FFF2-40B4-BE49-F238E27FC236}">
                  <a16:creationId xmlns:a16="http://schemas.microsoft.com/office/drawing/2014/main" id="{61AEB028-7B7B-DC2B-421F-FA8FC7AE07D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8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77" name="Line 5">
              <a:extLst>
                <a:ext uri="{FF2B5EF4-FFF2-40B4-BE49-F238E27FC236}">
                  <a16:creationId xmlns:a16="http://schemas.microsoft.com/office/drawing/2014/main" id="{D99FEEDF-56C3-0AB6-596A-8196386F72D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78" name="Line 6">
              <a:extLst>
                <a:ext uri="{FF2B5EF4-FFF2-40B4-BE49-F238E27FC236}">
                  <a16:creationId xmlns:a16="http://schemas.microsoft.com/office/drawing/2014/main" id="{CF788A83-E93F-68A8-4643-E4C6E97413E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6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79" name="Line 7">
              <a:extLst>
                <a:ext uri="{FF2B5EF4-FFF2-40B4-BE49-F238E27FC236}">
                  <a16:creationId xmlns:a16="http://schemas.microsoft.com/office/drawing/2014/main" id="{70F83E95-334C-4DCF-D79F-C21667CA423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9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80" name="Line 8">
              <a:extLst>
                <a:ext uri="{FF2B5EF4-FFF2-40B4-BE49-F238E27FC236}">
                  <a16:creationId xmlns:a16="http://schemas.microsoft.com/office/drawing/2014/main" id="{55322109-BF47-0F55-3572-74CA95971E3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3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81" name="Line 9">
              <a:extLst>
                <a:ext uri="{FF2B5EF4-FFF2-40B4-BE49-F238E27FC236}">
                  <a16:creationId xmlns:a16="http://schemas.microsoft.com/office/drawing/2014/main" id="{ADBE5CC6-4F65-D380-9F61-D7774EBB86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40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82" name="Line 10">
              <a:extLst>
                <a:ext uri="{FF2B5EF4-FFF2-40B4-BE49-F238E27FC236}">
                  <a16:creationId xmlns:a16="http://schemas.microsoft.com/office/drawing/2014/main" id="{24480B7A-A75E-E2DC-79D6-FDFDA864CC5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23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83" name="Line 11">
              <a:extLst>
                <a:ext uri="{FF2B5EF4-FFF2-40B4-BE49-F238E27FC236}">
                  <a16:creationId xmlns:a16="http://schemas.microsoft.com/office/drawing/2014/main" id="{6B69389F-F6A5-B7A8-E665-D72B63CF0D8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7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84" name="Line 12">
              <a:extLst>
                <a:ext uri="{FF2B5EF4-FFF2-40B4-BE49-F238E27FC236}">
                  <a16:creationId xmlns:a16="http://schemas.microsoft.com/office/drawing/2014/main" id="{B49EE8B4-3743-CB08-AF1F-7522C02A79A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31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85" name="Line 13">
              <a:extLst>
                <a:ext uri="{FF2B5EF4-FFF2-40B4-BE49-F238E27FC236}">
                  <a16:creationId xmlns:a16="http://schemas.microsoft.com/office/drawing/2014/main" id="{504E26BE-DF6F-D3B1-3148-B8EF12E8A9D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52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86" name="Line 14">
              <a:extLst>
                <a:ext uri="{FF2B5EF4-FFF2-40B4-BE49-F238E27FC236}">
                  <a16:creationId xmlns:a16="http://schemas.microsoft.com/office/drawing/2014/main" id="{A7560279-E8C2-F9AD-DA3B-2D679E73FD4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8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87" name="Line 15">
              <a:extLst>
                <a:ext uri="{FF2B5EF4-FFF2-40B4-BE49-F238E27FC236}">
                  <a16:creationId xmlns:a16="http://schemas.microsoft.com/office/drawing/2014/main" id="{694B8975-0D95-DBA8-1012-29E71F74BA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1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88" name="Line 16">
              <a:extLst>
                <a:ext uri="{FF2B5EF4-FFF2-40B4-BE49-F238E27FC236}">
                  <a16:creationId xmlns:a16="http://schemas.microsoft.com/office/drawing/2014/main" id="{1BA42A2F-0378-ABA1-8C95-7AAAC3AC07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7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090" name="Rectangle 18">
            <a:extLst>
              <a:ext uri="{FF2B5EF4-FFF2-40B4-BE49-F238E27FC236}">
                <a16:creationId xmlns:a16="http://schemas.microsoft.com/office/drawing/2014/main" id="{B3989AA3-1222-DEB0-5D24-006A144EBA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" y="422275"/>
            <a:ext cx="30654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latin typeface="Courier New" panose="02070309020205020404" pitchFamily="49" charset="0"/>
              </a:rPr>
              <a:t>01 StringData    PIC X(15).</a:t>
            </a:r>
          </a:p>
        </p:txBody>
      </p:sp>
      <p:sp>
        <p:nvSpPr>
          <p:cNvPr id="3091" name="Rectangle 19">
            <a:extLst>
              <a:ext uri="{FF2B5EF4-FFF2-40B4-BE49-F238E27FC236}">
                <a16:creationId xmlns:a16="http://schemas.microsoft.com/office/drawing/2014/main" id="{B6C6D667-3369-1E90-21B3-4F2849DA61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" y="669925"/>
            <a:ext cx="4184650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pPr>
              <a:spcBef>
                <a:spcPct val="32000"/>
              </a:spcBef>
              <a:spcAft>
                <a:spcPct val="32000"/>
              </a:spcAft>
            </a:pPr>
            <a:r>
              <a:rPr lang="en-US" altLang="en-US" sz="1800" b="1">
                <a:latin typeface="Arial" panose="020B0604020202020204" pitchFamily="34" charset="0"/>
              </a:rPr>
              <a:t>R  R  R  A  R  R</a:t>
            </a:r>
            <a:r>
              <a:rPr lang="en-US" altLang="en-US" b="1">
                <a:latin typeface="Arial" panose="020B0604020202020204" pitchFamily="34" charset="0"/>
              </a:rPr>
              <a:t> </a:t>
            </a:r>
            <a:r>
              <a:rPr lang="en-US" altLang="en-US" sz="1800" b="1">
                <a:latin typeface="Arial" panose="020B0604020202020204" pitchFamily="34" charset="0"/>
              </a:rPr>
              <a:t>R</a:t>
            </a:r>
            <a:r>
              <a:rPr lang="en-US" altLang="en-US" sz="20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latin typeface="Arial" panose="020B0604020202020204" pitchFamily="34" charset="0"/>
              </a:rPr>
              <a:t>R</a:t>
            </a:r>
            <a:r>
              <a:rPr lang="en-US" altLang="en-US" sz="16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latin typeface="Arial" panose="020B0604020202020204" pitchFamily="34" charset="0"/>
              </a:rPr>
              <a:t>R  R</a:t>
            </a:r>
            <a:r>
              <a:rPr lang="en-US" altLang="en-US" sz="16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latin typeface="Arial" panose="020B0604020202020204" pitchFamily="34" charset="0"/>
              </a:rPr>
              <a:t>Q  R  R  R  Z</a:t>
            </a:r>
          </a:p>
        </p:txBody>
      </p:sp>
      <p:sp>
        <p:nvSpPr>
          <p:cNvPr id="3092" name="Rectangle 20">
            <a:extLst>
              <a:ext uri="{FF2B5EF4-FFF2-40B4-BE49-F238E27FC236}">
                <a16:creationId xmlns:a16="http://schemas.microsoft.com/office/drawing/2014/main" id="{A56E42CF-E814-CB47-CFFE-D31BA171A7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63" y="46038"/>
            <a:ext cx="9144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Before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13" name="Group 17">
            <a:extLst>
              <a:ext uri="{FF2B5EF4-FFF2-40B4-BE49-F238E27FC236}">
                <a16:creationId xmlns:a16="http://schemas.microsoft.com/office/drawing/2014/main" id="{2390FCA1-2EA0-5AA4-27AB-09193D079208}"/>
              </a:ext>
            </a:extLst>
          </p:cNvPr>
          <p:cNvGrpSpPr>
            <a:grpSpLocks/>
          </p:cNvGrpSpPr>
          <p:nvPr/>
        </p:nvGrpSpPr>
        <p:grpSpPr bwMode="auto">
          <a:xfrm>
            <a:off x="98425" y="692150"/>
            <a:ext cx="4365625" cy="330200"/>
            <a:chOff x="62" y="436"/>
            <a:chExt cx="2750" cy="208"/>
          </a:xfrm>
        </p:grpSpPr>
        <p:sp>
          <p:nvSpPr>
            <p:cNvPr id="4098" name="Rectangle 2">
              <a:extLst>
                <a:ext uri="{FF2B5EF4-FFF2-40B4-BE49-F238E27FC236}">
                  <a16:creationId xmlns:a16="http://schemas.microsoft.com/office/drawing/2014/main" id="{A5B72264-845E-51A8-5E76-6B4294474C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" y="444"/>
              <a:ext cx="2750" cy="19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bg2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099" name="Line 3">
              <a:extLst>
                <a:ext uri="{FF2B5EF4-FFF2-40B4-BE49-F238E27FC236}">
                  <a16:creationId xmlns:a16="http://schemas.microsoft.com/office/drawing/2014/main" id="{645FC94A-4C4A-F509-58FE-1731AB2002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6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0" name="Line 4">
              <a:extLst>
                <a:ext uri="{FF2B5EF4-FFF2-40B4-BE49-F238E27FC236}">
                  <a16:creationId xmlns:a16="http://schemas.microsoft.com/office/drawing/2014/main" id="{4EA7E0C9-90FC-AA1B-0376-AFD46E4C1D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8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1" name="Line 5">
              <a:extLst>
                <a:ext uri="{FF2B5EF4-FFF2-40B4-BE49-F238E27FC236}">
                  <a16:creationId xmlns:a16="http://schemas.microsoft.com/office/drawing/2014/main" id="{86887741-593C-AAEC-B609-F9514F09F7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2" name="Line 6">
              <a:extLst>
                <a:ext uri="{FF2B5EF4-FFF2-40B4-BE49-F238E27FC236}">
                  <a16:creationId xmlns:a16="http://schemas.microsoft.com/office/drawing/2014/main" id="{9FC77126-7F7B-EAE5-3439-964F1521E7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6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3" name="Line 7">
              <a:extLst>
                <a:ext uri="{FF2B5EF4-FFF2-40B4-BE49-F238E27FC236}">
                  <a16:creationId xmlns:a16="http://schemas.microsoft.com/office/drawing/2014/main" id="{962398F1-BF47-6F1F-2805-871865D377B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9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4" name="Line 8">
              <a:extLst>
                <a:ext uri="{FF2B5EF4-FFF2-40B4-BE49-F238E27FC236}">
                  <a16:creationId xmlns:a16="http://schemas.microsoft.com/office/drawing/2014/main" id="{C9BEE831-441E-98CF-9BE5-9D0A4A4F8C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3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5" name="Line 9">
              <a:extLst>
                <a:ext uri="{FF2B5EF4-FFF2-40B4-BE49-F238E27FC236}">
                  <a16:creationId xmlns:a16="http://schemas.microsoft.com/office/drawing/2014/main" id="{2DE25EE4-2E4D-92AE-8333-2087BC4460C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40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6" name="Line 10">
              <a:extLst>
                <a:ext uri="{FF2B5EF4-FFF2-40B4-BE49-F238E27FC236}">
                  <a16:creationId xmlns:a16="http://schemas.microsoft.com/office/drawing/2014/main" id="{00DB93DC-C2A0-D5A2-2F36-DCFED12E483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23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7" name="Line 11">
              <a:extLst>
                <a:ext uri="{FF2B5EF4-FFF2-40B4-BE49-F238E27FC236}">
                  <a16:creationId xmlns:a16="http://schemas.microsoft.com/office/drawing/2014/main" id="{8F88DA66-9F5D-E520-A473-24FA4F9222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7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8" name="Line 12">
              <a:extLst>
                <a:ext uri="{FF2B5EF4-FFF2-40B4-BE49-F238E27FC236}">
                  <a16:creationId xmlns:a16="http://schemas.microsoft.com/office/drawing/2014/main" id="{429CCA47-5F2E-D0F7-130F-C7D43DDE12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31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9" name="Line 13">
              <a:extLst>
                <a:ext uri="{FF2B5EF4-FFF2-40B4-BE49-F238E27FC236}">
                  <a16:creationId xmlns:a16="http://schemas.microsoft.com/office/drawing/2014/main" id="{D436F3A1-A88B-4731-0162-1B0863133E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52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0" name="Line 14">
              <a:extLst>
                <a:ext uri="{FF2B5EF4-FFF2-40B4-BE49-F238E27FC236}">
                  <a16:creationId xmlns:a16="http://schemas.microsoft.com/office/drawing/2014/main" id="{C2407836-1F2E-FF1C-F491-7D17C50BC2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8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1" name="Line 15">
              <a:extLst>
                <a:ext uri="{FF2B5EF4-FFF2-40B4-BE49-F238E27FC236}">
                  <a16:creationId xmlns:a16="http://schemas.microsoft.com/office/drawing/2014/main" id="{9A69162D-F8DC-9158-DBBA-60E358972E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1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2" name="Line 16">
              <a:extLst>
                <a:ext uri="{FF2B5EF4-FFF2-40B4-BE49-F238E27FC236}">
                  <a16:creationId xmlns:a16="http://schemas.microsoft.com/office/drawing/2014/main" id="{AD7AC47A-4420-DA7D-D13D-5C9A1AFF042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7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14" name="Rectangle 18">
            <a:extLst>
              <a:ext uri="{FF2B5EF4-FFF2-40B4-BE49-F238E27FC236}">
                <a16:creationId xmlns:a16="http://schemas.microsoft.com/office/drawing/2014/main" id="{97B39276-9199-9AA3-4850-2CE33B3226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" y="422275"/>
            <a:ext cx="30654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latin typeface="Courier New" panose="02070309020205020404" pitchFamily="49" charset="0"/>
              </a:rPr>
              <a:t>01 StringData    PIC X(15).</a:t>
            </a:r>
          </a:p>
        </p:txBody>
      </p:sp>
      <p:sp>
        <p:nvSpPr>
          <p:cNvPr id="4115" name="Rectangle 19">
            <a:extLst>
              <a:ext uri="{FF2B5EF4-FFF2-40B4-BE49-F238E27FC236}">
                <a16:creationId xmlns:a16="http://schemas.microsoft.com/office/drawing/2014/main" id="{FD306108-4787-C79F-781C-A8039F2657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" y="669925"/>
            <a:ext cx="4175125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pPr>
              <a:spcBef>
                <a:spcPct val="32000"/>
              </a:spcBef>
              <a:spcAft>
                <a:spcPct val="32000"/>
              </a:spcAft>
            </a:pPr>
            <a:r>
              <a:rPr lang="en-US" altLang="en-US" sz="1800" b="1">
                <a:latin typeface="Arial" panose="020B0604020202020204" pitchFamily="34" charset="0"/>
              </a:rPr>
              <a:t>R  R  R  </a:t>
            </a:r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A</a:t>
            </a:r>
            <a:r>
              <a:rPr lang="en-US" altLang="en-US" sz="18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G</a:t>
            </a:r>
            <a:r>
              <a:rPr lang="en-US" altLang="en-US" sz="14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  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G</a:t>
            </a:r>
            <a:r>
              <a:rPr lang="en-US" altLang="en-US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 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G</a:t>
            </a:r>
            <a:r>
              <a:rPr lang="en-US" altLang="en-US" sz="14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  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G</a:t>
            </a:r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  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G  G</a:t>
            </a:r>
            <a:r>
              <a:rPr lang="en-US" altLang="en-US" sz="14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Q</a:t>
            </a:r>
            <a:r>
              <a:rPr lang="en-US" altLang="en-US" sz="1800" b="1">
                <a:latin typeface="Arial" panose="020B0604020202020204" pitchFamily="34" charset="0"/>
              </a:rPr>
              <a:t>  R  R  R  Z</a:t>
            </a:r>
          </a:p>
        </p:txBody>
      </p:sp>
      <p:sp>
        <p:nvSpPr>
          <p:cNvPr id="4116" name="Rectangle 20">
            <a:extLst>
              <a:ext uri="{FF2B5EF4-FFF2-40B4-BE49-F238E27FC236}">
                <a16:creationId xmlns:a16="http://schemas.microsoft.com/office/drawing/2014/main" id="{5CEB7A24-3FD2-6053-CCCC-1063CA918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63" y="46038"/>
            <a:ext cx="7239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After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37" name="Group 17">
            <a:extLst>
              <a:ext uri="{FF2B5EF4-FFF2-40B4-BE49-F238E27FC236}">
                <a16:creationId xmlns:a16="http://schemas.microsoft.com/office/drawing/2014/main" id="{8E9429D3-4D56-4693-971C-CAEFB444D3B0}"/>
              </a:ext>
            </a:extLst>
          </p:cNvPr>
          <p:cNvGrpSpPr>
            <a:grpSpLocks/>
          </p:cNvGrpSpPr>
          <p:nvPr/>
        </p:nvGrpSpPr>
        <p:grpSpPr bwMode="auto">
          <a:xfrm>
            <a:off x="98425" y="692150"/>
            <a:ext cx="4365625" cy="330200"/>
            <a:chOff x="62" y="436"/>
            <a:chExt cx="2750" cy="208"/>
          </a:xfrm>
        </p:grpSpPr>
        <p:sp>
          <p:nvSpPr>
            <p:cNvPr id="5122" name="Rectangle 2">
              <a:extLst>
                <a:ext uri="{FF2B5EF4-FFF2-40B4-BE49-F238E27FC236}">
                  <a16:creationId xmlns:a16="http://schemas.microsoft.com/office/drawing/2014/main" id="{12817270-FC7D-1605-FAD8-983BD34CB7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" y="444"/>
              <a:ext cx="2750" cy="19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bg2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23" name="Line 3">
              <a:extLst>
                <a:ext uri="{FF2B5EF4-FFF2-40B4-BE49-F238E27FC236}">
                  <a16:creationId xmlns:a16="http://schemas.microsoft.com/office/drawing/2014/main" id="{80A3D4A3-47D1-9737-E20B-1F36C3E4FF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6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4" name="Line 4">
              <a:extLst>
                <a:ext uri="{FF2B5EF4-FFF2-40B4-BE49-F238E27FC236}">
                  <a16:creationId xmlns:a16="http://schemas.microsoft.com/office/drawing/2014/main" id="{3F439C0A-92F1-13A9-079A-EEDFE907F4E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8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5" name="Line 5">
              <a:extLst>
                <a:ext uri="{FF2B5EF4-FFF2-40B4-BE49-F238E27FC236}">
                  <a16:creationId xmlns:a16="http://schemas.microsoft.com/office/drawing/2014/main" id="{2892E4C1-A0FF-7989-0499-FA4261C260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6" name="Line 6">
              <a:extLst>
                <a:ext uri="{FF2B5EF4-FFF2-40B4-BE49-F238E27FC236}">
                  <a16:creationId xmlns:a16="http://schemas.microsoft.com/office/drawing/2014/main" id="{480E4983-71E6-58EA-25D4-5AA5827098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6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7" name="Line 7">
              <a:extLst>
                <a:ext uri="{FF2B5EF4-FFF2-40B4-BE49-F238E27FC236}">
                  <a16:creationId xmlns:a16="http://schemas.microsoft.com/office/drawing/2014/main" id="{BB21A37F-7401-6B5D-A85F-24CCC23FF1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9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8" name="Line 8">
              <a:extLst>
                <a:ext uri="{FF2B5EF4-FFF2-40B4-BE49-F238E27FC236}">
                  <a16:creationId xmlns:a16="http://schemas.microsoft.com/office/drawing/2014/main" id="{FA78AAFA-3EDE-77AB-3702-0ACA9617297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3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9" name="Line 9">
              <a:extLst>
                <a:ext uri="{FF2B5EF4-FFF2-40B4-BE49-F238E27FC236}">
                  <a16:creationId xmlns:a16="http://schemas.microsoft.com/office/drawing/2014/main" id="{7D1A6FC7-8C09-C09E-2231-1E819A1C6B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40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0" name="Line 10">
              <a:extLst>
                <a:ext uri="{FF2B5EF4-FFF2-40B4-BE49-F238E27FC236}">
                  <a16:creationId xmlns:a16="http://schemas.microsoft.com/office/drawing/2014/main" id="{65C6BCDD-BE5F-9E4C-8B65-D7BFB207B4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23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1" name="Line 11">
              <a:extLst>
                <a:ext uri="{FF2B5EF4-FFF2-40B4-BE49-F238E27FC236}">
                  <a16:creationId xmlns:a16="http://schemas.microsoft.com/office/drawing/2014/main" id="{3C4D7E0D-D624-4F70-6F1B-6816AF92E7D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7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2" name="Line 12">
              <a:extLst>
                <a:ext uri="{FF2B5EF4-FFF2-40B4-BE49-F238E27FC236}">
                  <a16:creationId xmlns:a16="http://schemas.microsoft.com/office/drawing/2014/main" id="{C354F658-1754-CA00-A97F-7FF57EB731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31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3" name="Line 13">
              <a:extLst>
                <a:ext uri="{FF2B5EF4-FFF2-40B4-BE49-F238E27FC236}">
                  <a16:creationId xmlns:a16="http://schemas.microsoft.com/office/drawing/2014/main" id="{DE4A0381-AD23-0518-6C31-766520F914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52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4" name="Line 14">
              <a:extLst>
                <a:ext uri="{FF2B5EF4-FFF2-40B4-BE49-F238E27FC236}">
                  <a16:creationId xmlns:a16="http://schemas.microsoft.com/office/drawing/2014/main" id="{03A58C91-4C78-94EB-EF76-9039D7F7303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8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5" name="Line 15">
              <a:extLst>
                <a:ext uri="{FF2B5EF4-FFF2-40B4-BE49-F238E27FC236}">
                  <a16:creationId xmlns:a16="http://schemas.microsoft.com/office/drawing/2014/main" id="{A2070242-9345-4FDA-627B-3E7893F1DF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1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6" name="Line 16">
              <a:extLst>
                <a:ext uri="{FF2B5EF4-FFF2-40B4-BE49-F238E27FC236}">
                  <a16:creationId xmlns:a16="http://schemas.microsoft.com/office/drawing/2014/main" id="{FBC59CA7-0421-9D5F-3C1F-8EFD76B703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7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138" name="Rectangle 18">
            <a:extLst>
              <a:ext uri="{FF2B5EF4-FFF2-40B4-BE49-F238E27FC236}">
                <a16:creationId xmlns:a16="http://schemas.microsoft.com/office/drawing/2014/main" id="{C3C2471F-6014-7FDE-AF49-8F682C9233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" y="422275"/>
            <a:ext cx="30654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latin typeface="Courier New" panose="02070309020205020404" pitchFamily="49" charset="0"/>
              </a:rPr>
              <a:t>01 StringData    PIC X(15).</a:t>
            </a:r>
          </a:p>
        </p:txBody>
      </p:sp>
      <p:sp>
        <p:nvSpPr>
          <p:cNvPr id="5139" name="Rectangle 19">
            <a:extLst>
              <a:ext uri="{FF2B5EF4-FFF2-40B4-BE49-F238E27FC236}">
                <a16:creationId xmlns:a16="http://schemas.microsoft.com/office/drawing/2014/main" id="{4737FF64-385E-0C2C-370B-B3B3D116C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" y="669925"/>
            <a:ext cx="4184650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pPr>
              <a:spcBef>
                <a:spcPct val="32000"/>
              </a:spcBef>
              <a:spcAft>
                <a:spcPct val="32000"/>
              </a:spcAft>
            </a:pPr>
            <a:r>
              <a:rPr lang="en-US" altLang="en-US" sz="1800" b="1">
                <a:latin typeface="Arial" panose="020B0604020202020204" pitchFamily="34" charset="0"/>
              </a:rPr>
              <a:t>R  R  R  A  R  R</a:t>
            </a:r>
            <a:r>
              <a:rPr lang="en-US" altLang="en-US" b="1">
                <a:latin typeface="Arial" panose="020B0604020202020204" pitchFamily="34" charset="0"/>
              </a:rPr>
              <a:t> </a:t>
            </a:r>
            <a:r>
              <a:rPr lang="en-US" altLang="en-US" sz="1800" b="1">
                <a:latin typeface="Arial" panose="020B0604020202020204" pitchFamily="34" charset="0"/>
              </a:rPr>
              <a:t>R</a:t>
            </a:r>
            <a:r>
              <a:rPr lang="en-US" altLang="en-US" sz="20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latin typeface="Arial" panose="020B0604020202020204" pitchFamily="34" charset="0"/>
              </a:rPr>
              <a:t>R</a:t>
            </a:r>
            <a:r>
              <a:rPr lang="en-US" altLang="en-US" sz="16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latin typeface="Arial" panose="020B0604020202020204" pitchFamily="34" charset="0"/>
              </a:rPr>
              <a:t>R  R</a:t>
            </a:r>
            <a:r>
              <a:rPr lang="en-US" altLang="en-US" sz="16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latin typeface="Arial" panose="020B0604020202020204" pitchFamily="34" charset="0"/>
              </a:rPr>
              <a:t>Q  R  R  R  Z</a:t>
            </a:r>
          </a:p>
        </p:txBody>
      </p:sp>
      <p:sp>
        <p:nvSpPr>
          <p:cNvPr id="5140" name="Rectangle 20">
            <a:extLst>
              <a:ext uri="{FF2B5EF4-FFF2-40B4-BE49-F238E27FC236}">
                <a16:creationId xmlns:a16="http://schemas.microsoft.com/office/drawing/2014/main" id="{79E26BA4-7384-636C-71CF-1CA790B9C3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63" y="46038"/>
            <a:ext cx="9144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Before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61" name="Group 17">
            <a:extLst>
              <a:ext uri="{FF2B5EF4-FFF2-40B4-BE49-F238E27FC236}">
                <a16:creationId xmlns:a16="http://schemas.microsoft.com/office/drawing/2014/main" id="{36A1D6B7-6A96-ED33-2FD3-AC4C25F7EACF}"/>
              </a:ext>
            </a:extLst>
          </p:cNvPr>
          <p:cNvGrpSpPr>
            <a:grpSpLocks/>
          </p:cNvGrpSpPr>
          <p:nvPr/>
        </p:nvGrpSpPr>
        <p:grpSpPr bwMode="auto">
          <a:xfrm>
            <a:off x="98425" y="692150"/>
            <a:ext cx="4365625" cy="330200"/>
            <a:chOff x="62" y="436"/>
            <a:chExt cx="2750" cy="208"/>
          </a:xfrm>
        </p:grpSpPr>
        <p:sp>
          <p:nvSpPr>
            <p:cNvPr id="6146" name="Rectangle 2">
              <a:extLst>
                <a:ext uri="{FF2B5EF4-FFF2-40B4-BE49-F238E27FC236}">
                  <a16:creationId xmlns:a16="http://schemas.microsoft.com/office/drawing/2014/main" id="{3F111BE5-613A-BC36-62B2-C43A262C4D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" y="444"/>
              <a:ext cx="2750" cy="19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bg2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47" name="Line 3">
              <a:extLst>
                <a:ext uri="{FF2B5EF4-FFF2-40B4-BE49-F238E27FC236}">
                  <a16:creationId xmlns:a16="http://schemas.microsoft.com/office/drawing/2014/main" id="{5B566421-61CC-81A3-89D7-72F49D80F1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6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48" name="Line 4">
              <a:extLst>
                <a:ext uri="{FF2B5EF4-FFF2-40B4-BE49-F238E27FC236}">
                  <a16:creationId xmlns:a16="http://schemas.microsoft.com/office/drawing/2014/main" id="{FB839593-E895-78B1-9024-44EE245C985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8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49" name="Line 5">
              <a:extLst>
                <a:ext uri="{FF2B5EF4-FFF2-40B4-BE49-F238E27FC236}">
                  <a16:creationId xmlns:a16="http://schemas.microsoft.com/office/drawing/2014/main" id="{F76A592D-3608-9962-7A10-9877EF7152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0" name="Line 6">
              <a:extLst>
                <a:ext uri="{FF2B5EF4-FFF2-40B4-BE49-F238E27FC236}">
                  <a16:creationId xmlns:a16="http://schemas.microsoft.com/office/drawing/2014/main" id="{2D79892B-8CA4-207C-2395-0F9528564B4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6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1" name="Line 7">
              <a:extLst>
                <a:ext uri="{FF2B5EF4-FFF2-40B4-BE49-F238E27FC236}">
                  <a16:creationId xmlns:a16="http://schemas.microsoft.com/office/drawing/2014/main" id="{86B3FA87-BD2D-18CA-F2A0-7DF21EBF5EA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9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2" name="Line 8">
              <a:extLst>
                <a:ext uri="{FF2B5EF4-FFF2-40B4-BE49-F238E27FC236}">
                  <a16:creationId xmlns:a16="http://schemas.microsoft.com/office/drawing/2014/main" id="{12AAD120-AF99-DF16-AA4A-4989C2562B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3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3" name="Line 9">
              <a:extLst>
                <a:ext uri="{FF2B5EF4-FFF2-40B4-BE49-F238E27FC236}">
                  <a16:creationId xmlns:a16="http://schemas.microsoft.com/office/drawing/2014/main" id="{EEFE3CD2-651A-67E0-5C7C-C185C8E9176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40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4" name="Line 10">
              <a:extLst>
                <a:ext uri="{FF2B5EF4-FFF2-40B4-BE49-F238E27FC236}">
                  <a16:creationId xmlns:a16="http://schemas.microsoft.com/office/drawing/2014/main" id="{447BC474-24B7-4137-2461-018BCE3848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23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5" name="Line 11">
              <a:extLst>
                <a:ext uri="{FF2B5EF4-FFF2-40B4-BE49-F238E27FC236}">
                  <a16:creationId xmlns:a16="http://schemas.microsoft.com/office/drawing/2014/main" id="{66BED3D9-0ABE-424C-2089-948C2856A3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7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6" name="Line 12">
              <a:extLst>
                <a:ext uri="{FF2B5EF4-FFF2-40B4-BE49-F238E27FC236}">
                  <a16:creationId xmlns:a16="http://schemas.microsoft.com/office/drawing/2014/main" id="{94DD0998-DBCD-C664-C49C-F905ACC52D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31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7" name="Line 13">
              <a:extLst>
                <a:ext uri="{FF2B5EF4-FFF2-40B4-BE49-F238E27FC236}">
                  <a16:creationId xmlns:a16="http://schemas.microsoft.com/office/drawing/2014/main" id="{5BF11BB0-BE35-EEF5-36D8-D25135961B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52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8" name="Line 14">
              <a:extLst>
                <a:ext uri="{FF2B5EF4-FFF2-40B4-BE49-F238E27FC236}">
                  <a16:creationId xmlns:a16="http://schemas.microsoft.com/office/drawing/2014/main" id="{998C2A6B-3447-14F6-7D5B-B9FFA3AA59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8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9" name="Line 15">
              <a:extLst>
                <a:ext uri="{FF2B5EF4-FFF2-40B4-BE49-F238E27FC236}">
                  <a16:creationId xmlns:a16="http://schemas.microsoft.com/office/drawing/2014/main" id="{13D6AB4B-56A1-9832-B484-9935552816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1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0" name="Line 16">
              <a:extLst>
                <a:ext uri="{FF2B5EF4-FFF2-40B4-BE49-F238E27FC236}">
                  <a16:creationId xmlns:a16="http://schemas.microsoft.com/office/drawing/2014/main" id="{D2CA3375-0457-8D96-C034-0B3C655A2E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7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62" name="Rectangle 18">
            <a:extLst>
              <a:ext uri="{FF2B5EF4-FFF2-40B4-BE49-F238E27FC236}">
                <a16:creationId xmlns:a16="http://schemas.microsoft.com/office/drawing/2014/main" id="{0C3DEF52-38E6-3FE1-C041-04F2869644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" y="422275"/>
            <a:ext cx="30654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latin typeface="Courier New" panose="02070309020205020404" pitchFamily="49" charset="0"/>
              </a:rPr>
              <a:t>01 StringData    PIC X(15).</a:t>
            </a:r>
          </a:p>
        </p:txBody>
      </p:sp>
      <p:sp>
        <p:nvSpPr>
          <p:cNvPr id="6163" name="Rectangle 19">
            <a:extLst>
              <a:ext uri="{FF2B5EF4-FFF2-40B4-BE49-F238E27FC236}">
                <a16:creationId xmlns:a16="http://schemas.microsoft.com/office/drawing/2014/main" id="{BD060F00-B79D-4386-853D-1294D1AA5D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" y="669925"/>
            <a:ext cx="4175125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pPr>
              <a:spcBef>
                <a:spcPct val="32000"/>
              </a:spcBef>
              <a:spcAft>
                <a:spcPct val="32000"/>
              </a:spcAft>
            </a:pPr>
            <a:r>
              <a:rPr lang="en-US" altLang="en-US" sz="1800" b="1">
                <a:latin typeface="Arial" panose="020B0604020202020204" pitchFamily="34" charset="0"/>
              </a:rPr>
              <a:t>R  R  R  </a:t>
            </a:r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A</a:t>
            </a:r>
            <a:r>
              <a:rPr lang="en-US" altLang="en-US" sz="18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G</a:t>
            </a:r>
            <a:r>
              <a:rPr lang="en-US" altLang="en-US" sz="14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  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G</a:t>
            </a:r>
            <a:r>
              <a:rPr lang="en-US" altLang="en-US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 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G</a:t>
            </a:r>
            <a:r>
              <a:rPr lang="en-US" altLang="en-US" sz="14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  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G</a:t>
            </a:r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  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G  G</a:t>
            </a:r>
            <a:r>
              <a:rPr lang="en-US" altLang="en-US" sz="14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latin typeface="Arial" panose="020B0604020202020204" pitchFamily="34" charset="0"/>
              </a:rPr>
              <a:t>Q  R  R  R </a:t>
            </a:r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 Z</a:t>
            </a:r>
          </a:p>
        </p:txBody>
      </p:sp>
      <p:sp>
        <p:nvSpPr>
          <p:cNvPr id="6164" name="Rectangle 20">
            <a:extLst>
              <a:ext uri="{FF2B5EF4-FFF2-40B4-BE49-F238E27FC236}">
                <a16:creationId xmlns:a16="http://schemas.microsoft.com/office/drawing/2014/main" id="{15094972-23D4-6EA2-61BE-F7B86A1E29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63" y="46038"/>
            <a:ext cx="7239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After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09" name="Group 17">
            <a:extLst>
              <a:ext uri="{FF2B5EF4-FFF2-40B4-BE49-F238E27FC236}">
                <a16:creationId xmlns:a16="http://schemas.microsoft.com/office/drawing/2014/main" id="{0A0F24DB-BA86-BEA1-9FF7-ED9B31E7D987}"/>
              </a:ext>
            </a:extLst>
          </p:cNvPr>
          <p:cNvGrpSpPr>
            <a:grpSpLocks/>
          </p:cNvGrpSpPr>
          <p:nvPr/>
        </p:nvGrpSpPr>
        <p:grpSpPr bwMode="auto">
          <a:xfrm>
            <a:off x="98425" y="692150"/>
            <a:ext cx="4365625" cy="330200"/>
            <a:chOff x="62" y="436"/>
            <a:chExt cx="2750" cy="208"/>
          </a:xfrm>
        </p:grpSpPr>
        <p:sp>
          <p:nvSpPr>
            <p:cNvPr id="8194" name="Rectangle 2">
              <a:extLst>
                <a:ext uri="{FF2B5EF4-FFF2-40B4-BE49-F238E27FC236}">
                  <a16:creationId xmlns:a16="http://schemas.microsoft.com/office/drawing/2014/main" id="{C57AD599-6127-9CC3-603F-B710B2E8B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" y="444"/>
              <a:ext cx="2750" cy="19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bg2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195" name="Line 3">
              <a:extLst>
                <a:ext uri="{FF2B5EF4-FFF2-40B4-BE49-F238E27FC236}">
                  <a16:creationId xmlns:a16="http://schemas.microsoft.com/office/drawing/2014/main" id="{0CBAE221-E910-C3B2-7EEF-EFA56144E7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6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196" name="Line 4">
              <a:extLst>
                <a:ext uri="{FF2B5EF4-FFF2-40B4-BE49-F238E27FC236}">
                  <a16:creationId xmlns:a16="http://schemas.microsoft.com/office/drawing/2014/main" id="{1635A286-2331-5EAA-6474-6868317C71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8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197" name="Line 5">
              <a:extLst>
                <a:ext uri="{FF2B5EF4-FFF2-40B4-BE49-F238E27FC236}">
                  <a16:creationId xmlns:a16="http://schemas.microsoft.com/office/drawing/2014/main" id="{16D65746-7A3A-BD7F-AD91-46F8FE56E9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198" name="Line 6">
              <a:extLst>
                <a:ext uri="{FF2B5EF4-FFF2-40B4-BE49-F238E27FC236}">
                  <a16:creationId xmlns:a16="http://schemas.microsoft.com/office/drawing/2014/main" id="{F53C3153-76C1-1E53-E47E-8B2B19F5DB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6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199" name="Line 7">
              <a:extLst>
                <a:ext uri="{FF2B5EF4-FFF2-40B4-BE49-F238E27FC236}">
                  <a16:creationId xmlns:a16="http://schemas.microsoft.com/office/drawing/2014/main" id="{A7A35CC9-964D-F873-F045-8929CF68A1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9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00" name="Line 8">
              <a:extLst>
                <a:ext uri="{FF2B5EF4-FFF2-40B4-BE49-F238E27FC236}">
                  <a16:creationId xmlns:a16="http://schemas.microsoft.com/office/drawing/2014/main" id="{DCDE822B-4991-642F-C7AA-B402FC693B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3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01" name="Line 9">
              <a:extLst>
                <a:ext uri="{FF2B5EF4-FFF2-40B4-BE49-F238E27FC236}">
                  <a16:creationId xmlns:a16="http://schemas.microsoft.com/office/drawing/2014/main" id="{D02F7EBB-BF81-1AA3-44C3-CF39DC3786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40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02" name="Line 10">
              <a:extLst>
                <a:ext uri="{FF2B5EF4-FFF2-40B4-BE49-F238E27FC236}">
                  <a16:creationId xmlns:a16="http://schemas.microsoft.com/office/drawing/2014/main" id="{8D02D7CF-61D1-A41D-751A-192051AA54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23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03" name="Line 11">
              <a:extLst>
                <a:ext uri="{FF2B5EF4-FFF2-40B4-BE49-F238E27FC236}">
                  <a16:creationId xmlns:a16="http://schemas.microsoft.com/office/drawing/2014/main" id="{329CF340-BFF5-509F-270E-BEEC74C381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7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04" name="Line 12">
              <a:extLst>
                <a:ext uri="{FF2B5EF4-FFF2-40B4-BE49-F238E27FC236}">
                  <a16:creationId xmlns:a16="http://schemas.microsoft.com/office/drawing/2014/main" id="{C0C734E3-777F-2A2E-8D45-07B6524B7A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31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05" name="Line 13">
              <a:extLst>
                <a:ext uri="{FF2B5EF4-FFF2-40B4-BE49-F238E27FC236}">
                  <a16:creationId xmlns:a16="http://schemas.microsoft.com/office/drawing/2014/main" id="{2307DCC4-A8E3-E0A3-0793-D5A770F613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52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06" name="Line 14">
              <a:extLst>
                <a:ext uri="{FF2B5EF4-FFF2-40B4-BE49-F238E27FC236}">
                  <a16:creationId xmlns:a16="http://schemas.microsoft.com/office/drawing/2014/main" id="{57336F7A-DA51-B89D-F461-1F7B99664C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8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07" name="Line 15">
              <a:extLst>
                <a:ext uri="{FF2B5EF4-FFF2-40B4-BE49-F238E27FC236}">
                  <a16:creationId xmlns:a16="http://schemas.microsoft.com/office/drawing/2014/main" id="{4C64A1D7-0920-44EF-C4F6-528147F2A57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1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08" name="Line 16">
              <a:extLst>
                <a:ext uri="{FF2B5EF4-FFF2-40B4-BE49-F238E27FC236}">
                  <a16:creationId xmlns:a16="http://schemas.microsoft.com/office/drawing/2014/main" id="{7AAACE43-8AFC-DE19-5011-E8D3869ACD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7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210" name="Rectangle 18">
            <a:extLst>
              <a:ext uri="{FF2B5EF4-FFF2-40B4-BE49-F238E27FC236}">
                <a16:creationId xmlns:a16="http://schemas.microsoft.com/office/drawing/2014/main" id="{169F1B71-D93E-A461-8A86-5330A432D1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" y="422275"/>
            <a:ext cx="30654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latin typeface="Courier New" panose="02070309020205020404" pitchFamily="49" charset="0"/>
              </a:rPr>
              <a:t>01 StringData    PIC X(15).</a:t>
            </a:r>
          </a:p>
        </p:txBody>
      </p:sp>
      <p:sp>
        <p:nvSpPr>
          <p:cNvPr id="8211" name="Rectangle 19">
            <a:extLst>
              <a:ext uri="{FF2B5EF4-FFF2-40B4-BE49-F238E27FC236}">
                <a16:creationId xmlns:a16="http://schemas.microsoft.com/office/drawing/2014/main" id="{6F1F6C92-2127-1288-53FB-6159FF1005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" y="669925"/>
            <a:ext cx="4184650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pPr>
              <a:spcBef>
                <a:spcPct val="32000"/>
              </a:spcBef>
              <a:spcAft>
                <a:spcPct val="32000"/>
              </a:spcAft>
            </a:pPr>
            <a:r>
              <a:rPr lang="en-US" altLang="en-US" sz="1800" b="1">
                <a:latin typeface="Arial" panose="020B0604020202020204" pitchFamily="34" charset="0"/>
              </a:rPr>
              <a:t>R  R  R  A  R  R</a:t>
            </a:r>
            <a:r>
              <a:rPr lang="en-US" altLang="en-US" b="1">
                <a:latin typeface="Arial" panose="020B0604020202020204" pitchFamily="34" charset="0"/>
              </a:rPr>
              <a:t> </a:t>
            </a:r>
            <a:r>
              <a:rPr lang="en-US" altLang="en-US" sz="1800" b="1">
                <a:latin typeface="Arial" panose="020B0604020202020204" pitchFamily="34" charset="0"/>
              </a:rPr>
              <a:t>R</a:t>
            </a:r>
            <a:r>
              <a:rPr lang="en-US" altLang="en-US" sz="20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latin typeface="Arial" panose="020B0604020202020204" pitchFamily="34" charset="0"/>
              </a:rPr>
              <a:t>R</a:t>
            </a:r>
            <a:r>
              <a:rPr lang="en-US" altLang="en-US" sz="16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latin typeface="Arial" panose="020B0604020202020204" pitchFamily="34" charset="0"/>
              </a:rPr>
              <a:t>R  R</a:t>
            </a:r>
            <a:r>
              <a:rPr lang="en-US" altLang="en-US" sz="16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latin typeface="Arial" panose="020B0604020202020204" pitchFamily="34" charset="0"/>
              </a:rPr>
              <a:t>Q  R  R  R  Z</a:t>
            </a:r>
          </a:p>
        </p:txBody>
      </p:sp>
      <p:sp>
        <p:nvSpPr>
          <p:cNvPr id="8212" name="Rectangle 20">
            <a:extLst>
              <a:ext uri="{FF2B5EF4-FFF2-40B4-BE49-F238E27FC236}">
                <a16:creationId xmlns:a16="http://schemas.microsoft.com/office/drawing/2014/main" id="{DDB93925-BA66-8870-F19C-2EBD5FE873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63" y="46038"/>
            <a:ext cx="9144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Before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33" name="Group 17">
            <a:extLst>
              <a:ext uri="{FF2B5EF4-FFF2-40B4-BE49-F238E27FC236}">
                <a16:creationId xmlns:a16="http://schemas.microsoft.com/office/drawing/2014/main" id="{8A8A453B-E88C-8752-DD1F-A16B803CA315}"/>
              </a:ext>
            </a:extLst>
          </p:cNvPr>
          <p:cNvGrpSpPr>
            <a:grpSpLocks/>
          </p:cNvGrpSpPr>
          <p:nvPr/>
        </p:nvGrpSpPr>
        <p:grpSpPr bwMode="auto">
          <a:xfrm>
            <a:off x="98425" y="692150"/>
            <a:ext cx="4365625" cy="330200"/>
            <a:chOff x="62" y="436"/>
            <a:chExt cx="2750" cy="208"/>
          </a:xfrm>
        </p:grpSpPr>
        <p:sp>
          <p:nvSpPr>
            <p:cNvPr id="9218" name="Rectangle 2">
              <a:extLst>
                <a:ext uri="{FF2B5EF4-FFF2-40B4-BE49-F238E27FC236}">
                  <a16:creationId xmlns:a16="http://schemas.microsoft.com/office/drawing/2014/main" id="{140B4792-5CF3-5197-84F6-DF71A7B263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" y="444"/>
              <a:ext cx="2750" cy="19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bg2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19" name="Line 3">
              <a:extLst>
                <a:ext uri="{FF2B5EF4-FFF2-40B4-BE49-F238E27FC236}">
                  <a16:creationId xmlns:a16="http://schemas.microsoft.com/office/drawing/2014/main" id="{BBF1C9D6-FEC6-B5EE-C883-B177A1A0C7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6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0" name="Line 4">
              <a:extLst>
                <a:ext uri="{FF2B5EF4-FFF2-40B4-BE49-F238E27FC236}">
                  <a16:creationId xmlns:a16="http://schemas.microsoft.com/office/drawing/2014/main" id="{D9FACB73-CE5F-AA73-A898-E21BF913B8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8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1" name="Line 5">
              <a:extLst>
                <a:ext uri="{FF2B5EF4-FFF2-40B4-BE49-F238E27FC236}">
                  <a16:creationId xmlns:a16="http://schemas.microsoft.com/office/drawing/2014/main" id="{D9472EE6-985B-79EC-41B9-B55A3ABD94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2" name="Line 6">
              <a:extLst>
                <a:ext uri="{FF2B5EF4-FFF2-40B4-BE49-F238E27FC236}">
                  <a16:creationId xmlns:a16="http://schemas.microsoft.com/office/drawing/2014/main" id="{09653D78-555E-5069-4D28-4C7F0890810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6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3" name="Line 7">
              <a:extLst>
                <a:ext uri="{FF2B5EF4-FFF2-40B4-BE49-F238E27FC236}">
                  <a16:creationId xmlns:a16="http://schemas.microsoft.com/office/drawing/2014/main" id="{0B3450C4-2597-CBFB-0BBD-28FFFAE88E8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9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4" name="Line 8">
              <a:extLst>
                <a:ext uri="{FF2B5EF4-FFF2-40B4-BE49-F238E27FC236}">
                  <a16:creationId xmlns:a16="http://schemas.microsoft.com/office/drawing/2014/main" id="{C83BC454-3E7E-BEBC-F721-FE8C5F289FB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3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5" name="Line 9">
              <a:extLst>
                <a:ext uri="{FF2B5EF4-FFF2-40B4-BE49-F238E27FC236}">
                  <a16:creationId xmlns:a16="http://schemas.microsoft.com/office/drawing/2014/main" id="{CBEC6823-F910-F8F1-2BB0-CADFDA2324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40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6" name="Line 10">
              <a:extLst>
                <a:ext uri="{FF2B5EF4-FFF2-40B4-BE49-F238E27FC236}">
                  <a16:creationId xmlns:a16="http://schemas.microsoft.com/office/drawing/2014/main" id="{F15A0E98-5E25-E2D7-ADA5-9F68A5789D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23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7" name="Line 11">
              <a:extLst>
                <a:ext uri="{FF2B5EF4-FFF2-40B4-BE49-F238E27FC236}">
                  <a16:creationId xmlns:a16="http://schemas.microsoft.com/office/drawing/2014/main" id="{6A08573E-B086-B4F6-A9B8-A8AEC263DB1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7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8" name="Line 12">
              <a:extLst>
                <a:ext uri="{FF2B5EF4-FFF2-40B4-BE49-F238E27FC236}">
                  <a16:creationId xmlns:a16="http://schemas.microsoft.com/office/drawing/2014/main" id="{3421F895-7A73-A36B-79B9-8F6A2BAC1F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31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9" name="Line 13">
              <a:extLst>
                <a:ext uri="{FF2B5EF4-FFF2-40B4-BE49-F238E27FC236}">
                  <a16:creationId xmlns:a16="http://schemas.microsoft.com/office/drawing/2014/main" id="{412DAB5C-67AF-BEBD-AC99-6C00BD9F41F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52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30" name="Line 14">
              <a:extLst>
                <a:ext uri="{FF2B5EF4-FFF2-40B4-BE49-F238E27FC236}">
                  <a16:creationId xmlns:a16="http://schemas.microsoft.com/office/drawing/2014/main" id="{C31CD201-E470-E279-E846-95C6EA239E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8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31" name="Line 15">
              <a:extLst>
                <a:ext uri="{FF2B5EF4-FFF2-40B4-BE49-F238E27FC236}">
                  <a16:creationId xmlns:a16="http://schemas.microsoft.com/office/drawing/2014/main" id="{E020E76D-89EB-8371-2985-1B893FD60D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1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32" name="Line 16">
              <a:extLst>
                <a:ext uri="{FF2B5EF4-FFF2-40B4-BE49-F238E27FC236}">
                  <a16:creationId xmlns:a16="http://schemas.microsoft.com/office/drawing/2014/main" id="{BF6A68E7-6088-8F31-8D77-9AA20186E0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7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34" name="Rectangle 18">
            <a:extLst>
              <a:ext uri="{FF2B5EF4-FFF2-40B4-BE49-F238E27FC236}">
                <a16:creationId xmlns:a16="http://schemas.microsoft.com/office/drawing/2014/main" id="{635FEBF4-8B02-EDE5-F693-77F2B3A65D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" y="422275"/>
            <a:ext cx="30654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latin typeface="Courier New" panose="02070309020205020404" pitchFamily="49" charset="0"/>
              </a:rPr>
              <a:t>01 StringData    PIC X(15).</a:t>
            </a:r>
          </a:p>
        </p:txBody>
      </p:sp>
      <p:sp>
        <p:nvSpPr>
          <p:cNvPr id="9235" name="Rectangle 19">
            <a:extLst>
              <a:ext uri="{FF2B5EF4-FFF2-40B4-BE49-F238E27FC236}">
                <a16:creationId xmlns:a16="http://schemas.microsoft.com/office/drawing/2014/main" id="{37402714-DA08-C46B-58D8-498DE6A4FE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" y="669925"/>
            <a:ext cx="4141788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pPr>
              <a:spcBef>
                <a:spcPct val="32000"/>
              </a:spcBef>
              <a:spcAft>
                <a:spcPct val="32000"/>
              </a:spcAft>
            </a:pPr>
            <a:r>
              <a:rPr lang="en-US" altLang="en-US" sz="1800" b="1">
                <a:latin typeface="Arial" panose="020B0604020202020204" pitchFamily="34" charset="0"/>
              </a:rPr>
              <a:t>R  R  R  </a:t>
            </a:r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A</a:t>
            </a:r>
            <a:r>
              <a:rPr lang="en-US" altLang="en-US" sz="18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G</a:t>
            </a:r>
            <a:r>
              <a:rPr lang="en-US" altLang="en-US" sz="14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  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G</a:t>
            </a:r>
            <a:r>
              <a:rPr lang="en-US" altLang="en-US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 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G</a:t>
            </a:r>
            <a:r>
              <a:rPr lang="en-US" altLang="en-US" sz="14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  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G</a:t>
            </a:r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  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G  G</a:t>
            </a:r>
            <a:r>
              <a:rPr lang="en-US" altLang="en-US" sz="14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latin typeface="Arial" panose="020B0604020202020204" pitchFamily="34" charset="0"/>
              </a:rPr>
              <a:t>Q</a:t>
            </a:r>
            <a:r>
              <a:rPr lang="en-US" altLang="en-US" sz="16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G</a:t>
            </a:r>
            <a:r>
              <a:rPr lang="en-US" altLang="en-US" sz="14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  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G</a:t>
            </a:r>
            <a:r>
              <a:rPr lang="en-US" altLang="en-US" sz="14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  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G</a:t>
            </a:r>
            <a:r>
              <a:rPr lang="en-US" altLang="en-US" sz="18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Z</a:t>
            </a:r>
          </a:p>
        </p:txBody>
      </p:sp>
      <p:sp>
        <p:nvSpPr>
          <p:cNvPr id="9236" name="Rectangle 20">
            <a:extLst>
              <a:ext uri="{FF2B5EF4-FFF2-40B4-BE49-F238E27FC236}">
                <a16:creationId xmlns:a16="http://schemas.microsoft.com/office/drawing/2014/main" id="{EE99D578-E146-321F-C041-6409748031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63" y="46038"/>
            <a:ext cx="7239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After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57" name="Group 17">
            <a:extLst>
              <a:ext uri="{FF2B5EF4-FFF2-40B4-BE49-F238E27FC236}">
                <a16:creationId xmlns:a16="http://schemas.microsoft.com/office/drawing/2014/main" id="{60F967B5-2FE6-AD6F-E01D-E5B8689DE75F}"/>
              </a:ext>
            </a:extLst>
          </p:cNvPr>
          <p:cNvGrpSpPr>
            <a:grpSpLocks/>
          </p:cNvGrpSpPr>
          <p:nvPr/>
        </p:nvGrpSpPr>
        <p:grpSpPr bwMode="auto">
          <a:xfrm>
            <a:off x="98425" y="692150"/>
            <a:ext cx="4365625" cy="330200"/>
            <a:chOff x="62" y="436"/>
            <a:chExt cx="2750" cy="208"/>
          </a:xfrm>
        </p:grpSpPr>
        <p:sp>
          <p:nvSpPr>
            <p:cNvPr id="10242" name="Rectangle 2">
              <a:extLst>
                <a:ext uri="{FF2B5EF4-FFF2-40B4-BE49-F238E27FC236}">
                  <a16:creationId xmlns:a16="http://schemas.microsoft.com/office/drawing/2014/main" id="{AA6D2D16-4D5C-94B8-9AF8-6E4BF233E1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" y="444"/>
              <a:ext cx="2750" cy="19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bg2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243" name="Line 3">
              <a:extLst>
                <a:ext uri="{FF2B5EF4-FFF2-40B4-BE49-F238E27FC236}">
                  <a16:creationId xmlns:a16="http://schemas.microsoft.com/office/drawing/2014/main" id="{3809288A-1883-634B-806B-FAF1D05581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6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44" name="Line 4">
              <a:extLst>
                <a:ext uri="{FF2B5EF4-FFF2-40B4-BE49-F238E27FC236}">
                  <a16:creationId xmlns:a16="http://schemas.microsoft.com/office/drawing/2014/main" id="{2FD6CF73-AD5E-E29E-5EFD-D5921986A24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8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45" name="Line 5">
              <a:extLst>
                <a:ext uri="{FF2B5EF4-FFF2-40B4-BE49-F238E27FC236}">
                  <a16:creationId xmlns:a16="http://schemas.microsoft.com/office/drawing/2014/main" id="{7C4FA1F7-C199-ABD6-CB47-496B83B5F4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46" name="Line 6">
              <a:extLst>
                <a:ext uri="{FF2B5EF4-FFF2-40B4-BE49-F238E27FC236}">
                  <a16:creationId xmlns:a16="http://schemas.microsoft.com/office/drawing/2014/main" id="{90DD3DE7-D95F-96CE-29F8-7D46A8FF41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6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47" name="Line 7">
              <a:extLst>
                <a:ext uri="{FF2B5EF4-FFF2-40B4-BE49-F238E27FC236}">
                  <a16:creationId xmlns:a16="http://schemas.microsoft.com/office/drawing/2014/main" id="{58034CA2-71D8-AB46-2595-5E00464A74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9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48" name="Line 8">
              <a:extLst>
                <a:ext uri="{FF2B5EF4-FFF2-40B4-BE49-F238E27FC236}">
                  <a16:creationId xmlns:a16="http://schemas.microsoft.com/office/drawing/2014/main" id="{0E071E21-E552-23E1-9C7E-082DA9A32C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3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49" name="Line 9">
              <a:extLst>
                <a:ext uri="{FF2B5EF4-FFF2-40B4-BE49-F238E27FC236}">
                  <a16:creationId xmlns:a16="http://schemas.microsoft.com/office/drawing/2014/main" id="{FE107861-1D9D-4B74-0FCF-C03CD1EC60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40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50" name="Line 10">
              <a:extLst>
                <a:ext uri="{FF2B5EF4-FFF2-40B4-BE49-F238E27FC236}">
                  <a16:creationId xmlns:a16="http://schemas.microsoft.com/office/drawing/2014/main" id="{620382D4-E9B1-A743-A6F4-F8F9791230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23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51" name="Line 11">
              <a:extLst>
                <a:ext uri="{FF2B5EF4-FFF2-40B4-BE49-F238E27FC236}">
                  <a16:creationId xmlns:a16="http://schemas.microsoft.com/office/drawing/2014/main" id="{17E89C92-9C46-28E8-2C56-0DF20C9B32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7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52" name="Line 12">
              <a:extLst>
                <a:ext uri="{FF2B5EF4-FFF2-40B4-BE49-F238E27FC236}">
                  <a16:creationId xmlns:a16="http://schemas.microsoft.com/office/drawing/2014/main" id="{8F824883-EB02-23E7-A331-36BD577E19A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31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53" name="Line 13">
              <a:extLst>
                <a:ext uri="{FF2B5EF4-FFF2-40B4-BE49-F238E27FC236}">
                  <a16:creationId xmlns:a16="http://schemas.microsoft.com/office/drawing/2014/main" id="{36DE7BD7-91F2-481A-B80B-216C0D8ED0D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52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54" name="Line 14">
              <a:extLst>
                <a:ext uri="{FF2B5EF4-FFF2-40B4-BE49-F238E27FC236}">
                  <a16:creationId xmlns:a16="http://schemas.microsoft.com/office/drawing/2014/main" id="{C00F7FCD-8B24-E8C9-A421-954FCB62CA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8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55" name="Line 15">
              <a:extLst>
                <a:ext uri="{FF2B5EF4-FFF2-40B4-BE49-F238E27FC236}">
                  <a16:creationId xmlns:a16="http://schemas.microsoft.com/office/drawing/2014/main" id="{2CCFE043-8F54-2FA9-52FC-64F6FB7C92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1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56" name="Line 16">
              <a:extLst>
                <a:ext uri="{FF2B5EF4-FFF2-40B4-BE49-F238E27FC236}">
                  <a16:creationId xmlns:a16="http://schemas.microsoft.com/office/drawing/2014/main" id="{740C2CB5-7B0A-262F-E5DE-C27B500D437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7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258" name="Rectangle 18">
            <a:extLst>
              <a:ext uri="{FF2B5EF4-FFF2-40B4-BE49-F238E27FC236}">
                <a16:creationId xmlns:a16="http://schemas.microsoft.com/office/drawing/2014/main" id="{3CA13AC5-F1C2-8D39-9050-812AD1C5E7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" y="422275"/>
            <a:ext cx="30654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latin typeface="Courier New" panose="02070309020205020404" pitchFamily="49" charset="0"/>
              </a:rPr>
              <a:t>01 StringData    PIC X(15).</a:t>
            </a:r>
          </a:p>
        </p:txBody>
      </p:sp>
      <p:sp>
        <p:nvSpPr>
          <p:cNvPr id="10259" name="Rectangle 19">
            <a:extLst>
              <a:ext uri="{FF2B5EF4-FFF2-40B4-BE49-F238E27FC236}">
                <a16:creationId xmlns:a16="http://schemas.microsoft.com/office/drawing/2014/main" id="{81870217-3B59-1EB4-20E3-59ECBDD7B3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" y="669925"/>
            <a:ext cx="4184650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pPr>
              <a:spcBef>
                <a:spcPct val="32000"/>
              </a:spcBef>
              <a:spcAft>
                <a:spcPct val="32000"/>
              </a:spcAft>
            </a:pPr>
            <a:r>
              <a:rPr lang="en-US" altLang="en-US" sz="1800" b="1">
                <a:latin typeface="Arial" panose="020B0604020202020204" pitchFamily="34" charset="0"/>
              </a:rPr>
              <a:t>R  R  R  A  R  R</a:t>
            </a:r>
            <a:r>
              <a:rPr lang="en-US" altLang="en-US" b="1">
                <a:latin typeface="Arial" panose="020B0604020202020204" pitchFamily="34" charset="0"/>
              </a:rPr>
              <a:t> </a:t>
            </a:r>
            <a:r>
              <a:rPr lang="en-US" altLang="en-US" sz="1800" b="1">
                <a:latin typeface="Arial" panose="020B0604020202020204" pitchFamily="34" charset="0"/>
              </a:rPr>
              <a:t>R</a:t>
            </a:r>
            <a:r>
              <a:rPr lang="en-US" altLang="en-US" sz="20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latin typeface="Arial" panose="020B0604020202020204" pitchFamily="34" charset="0"/>
              </a:rPr>
              <a:t>R</a:t>
            </a:r>
            <a:r>
              <a:rPr lang="en-US" altLang="en-US" sz="16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latin typeface="Arial" panose="020B0604020202020204" pitchFamily="34" charset="0"/>
              </a:rPr>
              <a:t>R  R</a:t>
            </a:r>
            <a:r>
              <a:rPr lang="en-US" altLang="en-US" sz="16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latin typeface="Arial" panose="020B0604020202020204" pitchFamily="34" charset="0"/>
              </a:rPr>
              <a:t>Q  R  R  R  Z</a:t>
            </a:r>
          </a:p>
        </p:txBody>
      </p:sp>
      <p:sp>
        <p:nvSpPr>
          <p:cNvPr id="10260" name="Rectangle 20">
            <a:extLst>
              <a:ext uri="{FF2B5EF4-FFF2-40B4-BE49-F238E27FC236}">
                <a16:creationId xmlns:a16="http://schemas.microsoft.com/office/drawing/2014/main" id="{0FB9E802-00A5-803B-C076-3B66E457F1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63" y="46038"/>
            <a:ext cx="9144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Before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81" name="Group 17">
            <a:extLst>
              <a:ext uri="{FF2B5EF4-FFF2-40B4-BE49-F238E27FC236}">
                <a16:creationId xmlns:a16="http://schemas.microsoft.com/office/drawing/2014/main" id="{9E4CAFC2-4AF5-CCF0-DE58-50F92011FC85}"/>
              </a:ext>
            </a:extLst>
          </p:cNvPr>
          <p:cNvGrpSpPr>
            <a:grpSpLocks/>
          </p:cNvGrpSpPr>
          <p:nvPr/>
        </p:nvGrpSpPr>
        <p:grpSpPr bwMode="auto">
          <a:xfrm>
            <a:off x="98425" y="692150"/>
            <a:ext cx="4365625" cy="330200"/>
            <a:chOff x="62" y="436"/>
            <a:chExt cx="2750" cy="208"/>
          </a:xfrm>
        </p:grpSpPr>
        <p:sp>
          <p:nvSpPr>
            <p:cNvPr id="11266" name="Rectangle 2">
              <a:extLst>
                <a:ext uri="{FF2B5EF4-FFF2-40B4-BE49-F238E27FC236}">
                  <a16:creationId xmlns:a16="http://schemas.microsoft.com/office/drawing/2014/main" id="{55EE53E1-E840-33A3-C2EF-59A452581E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" y="444"/>
              <a:ext cx="2750" cy="19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bg2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267" name="Line 3">
              <a:extLst>
                <a:ext uri="{FF2B5EF4-FFF2-40B4-BE49-F238E27FC236}">
                  <a16:creationId xmlns:a16="http://schemas.microsoft.com/office/drawing/2014/main" id="{B8EA461C-D258-57DE-C948-D9ADC518C04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6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68" name="Line 4">
              <a:extLst>
                <a:ext uri="{FF2B5EF4-FFF2-40B4-BE49-F238E27FC236}">
                  <a16:creationId xmlns:a16="http://schemas.microsoft.com/office/drawing/2014/main" id="{4FBF4435-8B6F-9D89-8EEB-161DABBC7FC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8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69" name="Line 5">
              <a:extLst>
                <a:ext uri="{FF2B5EF4-FFF2-40B4-BE49-F238E27FC236}">
                  <a16:creationId xmlns:a16="http://schemas.microsoft.com/office/drawing/2014/main" id="{C22AA4F5-0A9C-7F4A-86E2-CBF349D75E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70" name="Line 6">
              <a:extLst>
                <a:ext uri="{FF2B5EF4-FFF2-40B4-BE49-F238E27FC236}">
                  <a16:creationId xmlns:a16="http://schemas.microsoft.com/office/drawing/2014/main" id="{423741D2-9AE2-E240-1545-2E27A75467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6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71" name="Line 7">
              <a:extLst>
                <a:ext uri="{FF2B5EF4-FFF2-40B4-BE49-F238E27FC236}">
                  <a16:creationId xmlns:a16="http://schemas.microsoft.com/office/drawing/2014/main" id="{966DBA70-31B2-8F42-770F-4681B7C1F3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9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72" name="Line 8">
              <a:extLst>
                <a:ext uri="{FF2B5EF4-FFF2-40B4-BE49-F238E27FC236}">
                  <a16:creationId xmlns:a16="http://schemas.microsoft.com/office/drawing/2014/main" id="{39DDE454-8415-0456-1F79-1208F1F70D7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3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73" name="Line 9">
              <a:extLst>
                <a:ext uri="{FF2B5EF4-FFF2-40B4-BE49-F238E27FC236}">
                  <a16:creationId xmlns:a16="http://schemas.microsoft.com/office/drawing/2014/main" id="{B4232BA7-693D-4DFE-7DF8-6B820972AD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40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74" name="Line 10">
              <a:extLst>
                <a:ext uri="{FF2B5EF4-FFF2-40B4-BE49-F238E27FC236}">
                  <a16:creationId xmlns:a16="http://schemas.microsoft.com/office/drawing/2014/main" id="{EB80E6C9-2587-1D91-7816-34A7108F987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23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75" name="Line 11">
              <a:extLst>
                <a:ext uri="{FF2B5EF4-FFF2-40B4-BE49-F238E27FC236}">
                  <a16:creationId xmlns:a16="http://schemas.microsoft.com/office/drawing/2014/main" id="{6478ED64-AC0F-C344-C727-F82272B9431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7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76" name="Line 12">
              <a:extLst>
                <a:ext uri="{FF2B5EF4-FFF2-40B4-BE49-F238E27FC236}">
                  <a16:creationId xmlns:a16="http://schemas.microsoft.com/office/drawing/2014/main" id="{177E5CC8-3583-22BB-39D6-2479C41795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31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77" name="Line 13">
              <a:extLst>
                <a:ext uri="{FF2B5EF4-FFF2-40B4-BE49-F238E27FC236}">
                  <a16:creationId xmlns:a16="http://schemas.microsoft.com/office/drawing/2014/main" id="{66FC41A2-FFC4-EEED-5C21-D8F856E8EEF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52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78" name="Line 14">
              <a:extLst>
                <a:ext uri="{FF2B5EF4-FFF2-40B4-BE49-F238E27FC236}">
                  <a16:creationId xmlns:a16="http://schemas.microsoft.com/office/drawing/2014/main" id="{9D62F53C-E71B-A6F4-5DC6-938EDA81048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8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79" name="Line 15">
              <a:extLst>
                <a:ext uri="{FF2B5EF4-FFF2-40B4-BE49-F238E27FC236}">
                  <a16:creationId xmlns:a16="http://schemas.microsoft.com/office/drawing/2014/main" id="{FED9CDA8-66B5-1B61-BF7E-B883C0AD3F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1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80" name="Line 16">
              <a:extLst>
                <a:ext uri="{FF2B5EF4-FFF2-40B4-BE49-F238E27FC236}">
                  <a16:creationId xmlns:a16="http://schemas.microsoft.com/office/drawing/2014/main" id="{8478E336-C016-5DDC-EE19-3E690BB8E0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7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282" name="Rectangle 18">
            <a:extLst>
              <a:ext uri="{FF2B5EF4-FFF2-40B4-BE49-F238E27FC236}">
                <a16:creationId xmlns:a16="http://schemas.microsoft.com/office/drawing/2014/main" id="{1198AD4C-667D-C922-FC1A-F58BFF7197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" y="422275"/>
            <a:ext cx="30654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latin typeface="Courier New" panose="02070309020205020404" pitchFamily="49" charset="0"/>
              </a:rPr>
              <a:t>01 StringData    PIC X(15).</a:t>
            </a:r>
          </a:p>
        </p:txBody>
      </p:sp>
      <p:sp>
        <p:nvSpPr>
          <p:cNvPr id="11283" name="Rectangle 19">
            <a:extLst>
              <a:ext uri="{FF2B5EF4-FFF2-40B4-BE49-F238E27FC236}">
                <a16:creationId xmlns:a16="http://schemas.microsoft.com/office/drawing/2014/main" id="{C4ED87C2-95CD-F303-554A-094A2A9460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" y="669925"/>
            <a:ext cx="4197350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pPr>
              <a:spcBef>
                <a:spcPct val="32000"/>
              </a:spcBef>
              <a:spcAft>
                <a:spcPct val="32000"/>
              </a:spcAft>
            </a:pPr>
            <a:r>
              <a:rPr lang="en-US" altLang="en-US" sz="1800" b="1">
                <a:latin typeface="Arial" panose="020B0604020202020204" pitchFamily="34" charset="0"/>
              </a:rPr>
              <a:t>R  R  R  </a:t>
            </a:r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A</a:t>
            </a:r>
            <a:r>
              <a:rPr lang="en-US" altLang="en-US" sz="18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G</a:t>
            </a:r>
            <a:r>
              <a:rPr lang="en-US" altLang="en-US" sz="1800" b="1">
                <a:latin typeface="Arial" panose="020B0604020202020204" pitchFamily="34" charset="0"/>
              </a:rPr>
              <a:t>  R</a:t>
            </a:r>
            <a:r>
              <a:rPr lang="en-US" altLang="en-US" b="1">
                <a:latin typeface="Arial" panose="020B0604020202020204" pitchFamily="34" charset="0"/>
              </a:rPr>
              <a:t> </a:t>
            </a:r>
            <a:r>
              <a:rPr lang="en-US" altLang="en-US" sz="1800" b="1">
                <a:latin typeface="Arial" panose="020B0604020202020204" pitchFamily="34" charset="0"/>
              </a:rPr>
              <a:t>R</a:t>
            </a:r>
            <a:r>
              <a:rPr lang="en-US" altLang="en-US" sz="20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latin typeface="Arial" panose="020B0604020202020204" pitchFamily="34" charset="0"/>
              </a:rPr>
              <a:t>R</a:t>
            </a:r>
            <a:r>
              <a:rPr lang="en-US" altLang="en-US" sz="16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latin typeface="Arial" panose="020B0604020202020204" pitchFamily="34" charset="0"/>
              </a:rPr>
              <a:t>R  R</a:t>
            </a:r>
            <a:r>
              <a:rPr lang="en-US" altLang="en-US" sz="16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Q</a:t>
            </a:r>
            <a:r>
              <a:rPr lang="en-US" altLang="en-US" sz="1800" b="1">
                <a:latin typeface="Arial" panose="020B0604020202020204" pitchFamily="34" charset="0"/>
              </a:rPr>
              <a:t>  R  R  R  Z</a:t>
            </a:r>
          </a:p>
        </p:txBody>
      </p:sp>
      <p:sp>
        <p:nvSpPr>
          <p:cNvPr id="11284" name="Rectangle 20">
            <a:extLst>
              <a:ext uri="{FF2B5EF4-FFF2-40B4-BE49-F238E27FC236}">
                <a16:creationId xmlns:a16="http://schemas.microsoft.com/office/drawing/2014/main" id="{0381533D-FB52-E79D-16C3-3995C56CAD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63" y="46038"/>
            <a:ext cx="7239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After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05" name="Group 17">
            <a:extLst>
              <a:ext uri="{FF2B5EF4-FFF2-40B4-BE49-F238E27FC236}">
                <a16:creationId xmlns:a16="http://schemas.microsoft.com/office/drawing/2014/main" id="{5666F314-AA4D-49D7-59D8-7FFFDB2AA658}"/>
              </a:ext>
            </a:extLst>
          </p:cNvPr>
          <p:cNvGrpSpPr>
            <a:grpSpLocks/>
          </p:cNvGrpSpPr>
          <p:nvPr/>
        </p:nvGrpSpPr>
        <p:grpSpPr bwMode="auto">
          <a:xfrm>
            <a:off x="98425" y="692150"/>
            <a:ext cx="4365625" cy="330200"/>
            <a:chOff x="62" y="436"/>
            <a:chExt cx="2750" cy="208"/>
          </a:xfrm>
        </p:grpSpPr>
        <p:sp>
          <p:nvSpPr>
            <p:cNvPr id="12290" name="Rectangle 2">
              <a:extLst>
                <a:ext uri="{FF2B5EF4-FFF2-40B4-BE49-F238E27FC236}">
                  <a16:creationId xmlns:a16="http://schemas.microsoft.com/office/drawing/2014/main" id="{40268F7E-9388-97B3-24FD-BA23F9D5D3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" y="444"/>
              <a:ext cx="2750" cy="19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bg2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291" name="Line 3">
              <a:extLst>
                <a:ext uri="{FF2B5EF4-FFF2-40B4-BE49-F238E27FC236}">
                  <a16:creationId xmlns:a16="http://schemas.microsoft.com/office/drawing/2014/main" id="{4E442A72-445F-2CEC-6DA2-42E1EE3FC43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6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292" name="Line 4">
              <a:extLst>
                <a:ext uri="{FF2B5EF4-FFF2-40B4-BE49-F238E27FC236}">
                  <a16:creationId xmlns:a16="http://schemas.microsoft.com/office/drawing/2014/main" id="{A8E08FCE-64F5-34DC-8F38-3892578C78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8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293" name="Line 5">
              <a:extLst>
                <a:ext uri="{FF2B5EF4-FFF2-40B4-BE49-F238E27FC236}">
                  <a16:creationId xmlns:a16="http://schemas.microsoft.com/office/drawing/2014/main" id="{01E0ADD8-E9CB-58F7-33B3-2DAAF51EA3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294" name="Line 6">
              <a:extLst>
                <a:ext uri="{FF2B5EF4-FFF2-40B4-BE49-F238E27FC236}">
                  <a16:creationId xmlns:a16="http://schemas.microsoft.com/office/drawing/2014/main" id="{CD388F25-49DD-F7CD-AFA3-7C4EDAD17E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6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295" name="Line 7">
              <a:extLst>
                <a:ext uri="{FF2B5EF4-FFF2-40B4-BE49-F238E27FC236}">
                  <a16:creationId xmlns:a16="http://schemas.microsoft.com/office/drawing/2014/main" id="{0205295B-E02E-5A44-DD98-99EA892CAF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9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296" name="Line 8">
              <a:extLst>
                <a:ext uri="{FF2B5EF4-FFF2-40B4-BE49-F238E27FC236}">
                  <a16:creationId xmlns:a16="http://schemas.microsoft.com/office/drawing/2014/main" id="{713CB5EF-8D2B-F3FC-DED5-09A1ABABF4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3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297" name="Line 9">
              <a:extLst>
                <a:ext uri="{FF2B5EF4-FFF2-40B4-BE49-F238E27FC236}">
                  <a16:creationId xmlns:a16="http://schemas.microsoft.com/office/drawing/2014/main" id="{F4D0B0B6-E34E-F868-E66E-3A0B7884CBE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40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298" name="Line 10">
              <a:extLst>
                <a:ext uri="{FF2B5EF4-FFF2-40B4-BE49-F238E27FC236}">
                  <a16:creationId xmlns:a16="http://schemas.microsoft.com/office/drawing/2014/main" id="{D34CF201-C7FB-69E9-0429-5740BA874E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23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299" name="Line 11">
              <a:extLst>
                <a:ext uri="{FF2B5EF4-FFF2-40B4-BE49-F238E27FC236}">
                  <a16:creationId xmlns:a16="http://schemas.microsoft.com/office/drawing/2014/main" id="{D9040FF5-656E-ED32-3DFD-0DE24B08C8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7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00" name="Line 12">
              <a:extLst>
                <a:ext uri="{FF2B5EF4-FFF2-40B4-BE49-F238E27FC236}">
                  <a16:creationId xmlns:a16="http://schemas.microsoft.com/office/drawing/2014/main" id="{4B2F3BCB-858E-E127-75F4-4619848C4DE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31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01" name="Line 13">
              <a:extLst>
                <a:ext uri="{FF2B5EF4-FFF2-40B4-BE49-F238E27FC236}">
                  <a16:creationId xmlns:a16="http://schemas.microsoft.com/office/drawing/2014/main" id="{3F405078-970D-A0E3-7D32-264B1995F1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52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02" name="Line 14">
              <a:extLst>
                <a:ext uri="{FF2B5EF4-FFF2-40B4-BE49-F238E27FC236}">
                  <a16:creationId xmlns:a16="http://schemas.microsoft.com/office/drawing/2014/main" id="{5E6838BF-7D93-48FD-7C98-29B92043D0A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8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03" name="Line 15">
              <a:extLst>
                <a:ext uri="{FF2B5EF4-FFF2-40B4-BE49-F238E27FC236}">
                  <a16:creationId xmlns:a16="http://schemas.microsoft.com/office/drawing/2014/main" id="{AF5BB316-FD3D-2F29-4608-56657F0FDD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1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04" name="Line 16">
              <a:extLst>
                <a:ext uri="{FF2B5EF4-FFF2-40B4-BE49-F238E27FC236}">
                  <a16:creationId xmlns:a16="http://schemas.microsoft.com/office/drawing/2014/main" id="{7F7793E4-DDB5-D4F5-2091-3DA69FC3E6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7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306" name="Rectangle 18">
            <a:extLst>
              <a:ext uri="{FF2B5EF4-FFF2-40B4-BE49-F238E27FC236}">
                <a16:creationId xmlns:a16="http://schemas.microsoft.com/office/drawing/2014/main" id="{19987EFF-1F36-67A0-E8C7-C97FE5F616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" y="422275"/>
            <a:ext cx="30654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latin typeface="Courier New" panose="02070309020205020404" pitchFamily="49" charset="0"/>
              </a:rPr>
              <a:t>01 StringData    PIC X(15).</a:t>
            </a:r>
          </a:p>
        </p:txBody>
      </p:sp>
      <p:sp>
        <p:nvSpPr>
          <p:cNvPr id="12307" name="Rectangle 19">
            <a:extLst>
              <a:ext uri="{FF2B5EF4-FFF2-40B4-BE49-F238E27FC236}">
                <a16:creationId xmlns:a16="http://schemas.microsoft.com/office/drawing/2014/main" id="{8225E4BC-188D-AE52-73A6-EC4C3173D7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" y="669925"/>
            <a:ext cx="4184650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pPr>
              <a:spcBef>
                <a:spcPct val="32000"/>
              </a:spcBef>
              <a:spcAft>
                <a:spcPct val="32000"/>
              </a:spcAft>
            </a:pPr>
            <a:r>
              <a:rPr lang="en-US" altLang="en-US" sz="1800" b="1">
                <a:latin typeface="Arial" panose="020B0604020202020204" pitchFamily="34" charset="0"/>
              </a:rPr>
              <a:t>R  R  R  A  R  R</a:t>
            </a:r>
            <a:r>
              <a:rPr lang="en-US" altLang="en-US" b="1">
                <a:latin typeface="Arial" panose="020B0604020202020204" pitchFamily="34" charset="0"/>
              </a:rPr>
              <a:t> </a:t>
            </a:r>
            <a:r>
              <a:rPr lang="en-US" altLang="en-US" sz="1800" b="1">
                <a:latin typeface="Arial" panose="020B0604020202020204" pitchFamily="34" charset="0"/>
              </a:rPr>
              <a:t>R</a:t>
            </a:r>
            <a:r>
              <a:rPr lang="en-US" altLang="en-US" sz="20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latin typeface="Arial" panose="020B0604020202020204" pitchFamily="34" charset="0"/>
              </a:rPr>
              <a:t>R</a:t>
            </a:r>
            <a:r>
              <a:rPr lang="en-US" altLang="en-US" sz="16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latin typeface="Arial" panose="020B0604020202020204" pitchFamily="34" charset="0"/>
              </a:rPr>
              <a:t>R  R</a:t>
            </a:r>
            <a:r>
              <a:rPr lang="en-US" altLang="en-US" sz="16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latin typeface="Arial" panose="020B0604020202020204" pitchFamily="34" charset="0"/>
              </a:rPr>
              <a:t>Q  R  R  R  Z</a:t>
            </a:r>
          </a:p>
        </p:txBody>
      </p:sp>
      <p:sp>
        <p:nvSpPr>
          <p:cNvPr id="12308" name="Rectangle 20">
            <a:extLst>
              <a:ext uri="{FF2B5EF4-FFF2-40B4-BE49-F238E27FC236}">
                <a16:creationId xmlns:a16="http://schemas.microsoft.com/office/drawing/2014/main" id="{A3555C55-4447-EC7F-A667-3A1C1441B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63" y="46038"/>
            <a:ext cx="9144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Before 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29" name="Group 17">
            <a:extLst>
              <a:ext uri="{FF2B5EF4-FFF2-40B4-BE49-F238E27FC236}">
                <a16:creationId xmlns:a16="http://schemas.microsoft.com/office/drawing/2014/main" id="{AF767D45-3DDF-0AF8-86F6-77D46FD24E73}"/>
              </a:ext>
            </a:extLst>
          </p:cNvPr>
          <p:cNvGrpSpPr>
            <a:grpSpLocks/>
          </p:cNvGrpSpPr>
          <p:nvPr/>
        </p:nvGrpSpPr>
        <p:grpSpPr bwMode="auto">
          <a:xfrm>
            <a:off x="98425" y="692150"/>
            <a:ext cx="4365625" cy="330200"/>
            <a:chOff x="62" y="436"/>
            <a:chExt cx="2750" cy="208"/>
          </a:xfrm>
        </p:grpSpPr>
        <p:sp>
          <p:nvSpPr>
            <p:cNvPr id="13314" name="Rectangle 2">
              <a:extLst>
                <a:ext uri="{FF2B5EF4-FFF2-40B4-BE49-F238E27FC236}">
                  <a16:creationId xmlns:a16="http://schemas.microsoft.com/office/drawing/2014/main" id="{A39CED74-7C13-3C86-11EC-AF9C790D24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" y="444"/>
              <a:ext cx="2750" cy="19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bg2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315" name="Line 3">
              <a:extLst>
                <a:ext uri="{FF2B5EF4-FFF2-40B4-BE49-F238E27FC236}">
                  <a16:creationId xmlns:a16="http://schemas.microsoft.com/office/drawing/2014/main" id="{85403E1E-FB4A-50E2-8D4C-FECE5508D7D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6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16" name="Line 4">
              <a:extLst>
                <a:ext uri="{FF2B5EF4-FFF2-40B4-BE49-F238E27FC236}">
                  <a16:creationId xmlns:a16="http://schemas.microsoft.com/office/drawing/2014/main" id="{CED0D782-E351-7606-6BF0-229A77BCA0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8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17" name="Line 5">
              <a:extLst>
                <a:ext uri="{FF2B5EF4-FFF2-40B4-BE49-F238E27FC236}">
                  <a16:creationId xmlns:a16="http://schemas.microsoft.com/office/drawing/2014/main" id="{02D9C266-2482-69ED-98D1-32539E74D7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18" name="Line 6">
              <a:extLst>
                <a:ext uri="{FF2B5EF4-FFF2-40B4-BE49-F238E27FC236}">
                  <a16:creationId xmlns:a16="http://schemas.microsoft.com/office/drawing/2014/main" id="{F16AFD7D-A19F-3996-1383-FA008EE809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6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19" name="Line 7">
              <a:extLst>
                <a:ext uri="{FF2B5EF4-FFF2-40B4-BE49-F238E27FC236}">
                  <a16:creationId xmlns:a16="http://schemas.microsoft.com/office/drawing/2014/main" id="{A2B18E36-8B43-35F7-3E73-53B813853A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9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20" name="Line 8">
              <a:extLst>
                <a:ext uri="{FF2B5EF4-FFF2-40B4-BE49-F238E27FC236}">
                  <a16:creationId xmlns:a16="http://schemas.microsoft.com/office/drawing/2014/main" id="{29094AFA-73D4-A0F2-A208-C43A025F66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3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21" name="Line 9">
              <a:extLst>
                <a:ext uri="{FF2B5EF4-FFF2-40B4-BE49-F238E27FC236}">
                  <a16:creationId xmlns:a16="http://schemas.microsoft.com/office/drawing/2014/main" id="{F3279F1E-9C7A-E1E2-BD89-024FD3A2D2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40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22" name="Line 10">
              <a:extLst>
                <a:ext uri="{FF2B5EF4-FFF2-40B4-BE49-F238E27FC236}">
                  <a16:creationId xmlns:a16="http://schemas.microsoft.com/office/drawing/2014/main" id="{93FAD99B-AAAC-20A3-249D-644543B3B3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23" y="440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23" name="Line 11">
              <a:extLst>
                <a:ext uri="{FF2B5EF4-FFF2-40B4-BE49-F238E27FC236}">
                  <a16:creationId xmlns:a16="http://schemas.microsoft.com/office/drawing/2014/main" id="{01E4F8D2-8E4A-606A-D9FF-4B7AE83FDC3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7" y="436"/>
              <a:ext cx="0" cy="20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24" name="Line 12">
              <a:extLst>
                <a:ext uri="{FF2B5EF4-FFF2-40B4-BE49-F238E27FC236}">
                  <a16:creationId xmlns:a16="http://schemas.microsoft.com/office/drawing/2014/main" id="{EE26625C-5C8C-85D0-2D93-DFFDC778BF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31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25" name="Line 13">
              <a:extLst>
                <a:ext uri="{FF2B5EF4-FFF2-40B4-BE49-F238E27FC236}">
                  <a16:creationId xmlns:a16="http://schemas.microsoft.com/office/drawing/2014/main" id="{9B3252E2-2734-561A-2A25-4A985D0F37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52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26" name="Line 14">
              <a:extLst>
                <a:ext uri="{FF2B5EF4-FFF2-40B4-BE49-F238E27FC236}">
                  <a16:creationId xmlns:a16="http://schemas.microsoft.com/office/drawing/2014/main" id="{B87DE42E-8F4E-F581-15E6-B8C7410456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8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27" name="Line 15">
              <a:extLst>
                <a:ext uri="{FF2B5EF4-FFF2-40B4-BE49-F238E27FC236}">
                  <a16:creationId xmlns:a16="http://schemas.microsoft.com/office/drawing/2014/main" id="{86C035EC-0FA5-8DB3-9960-377941F337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1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28" name="Line 16">
              <a:extLst>
                <a:ext uri="{FF2B5EF4-FFF2-40B4-BE49-F238E27FC236}">
                  <a16:creationId xmlns:a16="http://schemas.microsoft.com/office/drawing/2014/main" id="{A83F6AF8-3D57-02A7-FE2C-E1D9F47B9DB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7" y="442"/>
              <a:ext cx="0" cy="202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330" name="Rectangle 18">
            <a:extLst>
              <a:ext uri="{FF2B5EF4-FFF2-40B4-BE49-F238E27FC236}">
                <a16:creationId xmlns:a16="http://schemas.microsoft.com/office/drawing/2014/main" id="{8B317B1B-D44D-F02A-1F42-7021D11B2B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" y="422275"/>
            <a:ext cx="30654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pPr algn="ctr"/>
            <a:r>
              <a:rPr lang="en-US" altLang="en-US" sz="1400" b="1">
                <a:latin typeface="Courier New" panose="02070309020205020404" pitchFamily="49" charset="0"/>
              </a:rPr>
              <a:t>01 StringData    PIC X(15).</a:t>
            </a:r>
          </a:p>
        </p:txBody>
      </p:sp>
      <p:sp>
        <p:nvSpPr>
          <p:cNvPr id="13331" name="Rectangle 19">
            <a:extLst>
              <a:ext uri="{FF2B5EF4-FFF2-40B4-BE49-F238E27FC236}">
                <a16:creationId xmlns:a16="http://schemas.microsoft.com/office/drawing/2014/main" id="{0DC61541-9DA7-67F6-C0B8-BAA77F5044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" y="738188"/>
            <a:ext cx="418465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pPr>
              <a:spcBef>
                <a:spcPct val="32000"/>
              </a:spcBef>
              <a:spcAft>
                <a:spcPct val="32000"/>
              </a:spcAft>
            </a:pPr>
            <a:r>
              <a:rPr lang="en-US" altLang="en-US" sz="1800" b="1">
                <a:latin typeface="Arial" panose="020B0604020202020204" pitchFamily="34" charset="0"/>
              </a:rPr>
              <a:t>R  R  R  </a:t>
            </a:r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A</a:t>
            </a:r>
            <a:r>
              <a:rPr lang="en-US" altLang="en-US" sz="18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F  R</a:t>
            </a:r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  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O</a:t>
            </a:r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  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G</a:t>
            </a:r>
            <a:r>
              <a:rPr lang="en-US" altLang="en-US" sz="16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latin typeface="Arial" panose="020B0604020202020204" pitchFamily="34" charset="0"/>
              </a:rPr>
              <a:t>R  R</a:t>
            </a:r>
            <a:r>
              <a:rPr lang="en-US" altLang="en-US" sz="1600" b="1">
                <a:latin typeface="Arial" panose="020B0604020202020204" pitchFamily="34" charset="0"/>
              </a:rPr>
              <a:t>  </a:t>
            </a:r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Q</a:t>
            </a:r>
            <a:r>
              <a:rPr lang="en-US" altLang="en-US" sz="1800" b="1">
                <a:latin typeface="Arial" panose="020B0604020202020204" pitchFamily="34" charset="0"/>
              </a:rPr>
              <a:t>  R  R  R  Z</a:t>
            </a:r>
          </a:p>
        </p:txBody>
      </p:sp>
      <p:sp>
        <p:nvSpPr>
          <p:cNvPr id="13332" name="Rectangle 20">
            <a:extLst>
              <a:ext uri="{FF2B5EF4-FFF2-40B4-BE49-F238E27FC236}">
                <a16:creationId xmlns:a16="http://schemas.microsoft.com/office/drawing/2014/main" id="{3BB565BC-F830-5B14-C9F3-640918F44A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63" y="46038"/>
            <a:ext cx="7239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After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E:\MSOffice\Templates\Blank Presentation.pot</Template>
  <TotalTime>648</TotalTime>
  <Words>241</Words>
  <Application>Microsoft Office PowerPoint</Application>
  <PresentationFormat>Custom</PresentationFormat>
  <Paragraphs>31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Times New Roman</vt:lpstr>
      <vt:lpstr>Courier New</vt:lpstr>
      <vt:lpstr>Blank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Michael Coughlan</dc:creator>
  <cp:lastModifiedBy>Sean McBride</cp:lastModifiedBy>
  <cp:revision>24</cp:revision>
  <dcterms:created xsi:type="dcterms:W3CDTF">1995-06-17T23:31:02Z</dcterms:created>
  <dcterms:modified xsi:type="dcterms:W3CDTF">2026-05-13T01:05:41Z</dcterms:modified>
</cp:coreProperties>
</file>