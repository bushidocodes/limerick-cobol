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4572000" cy="1143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28600" y="-172080"/>
            <a:ext cx="411444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28600" y="267120"/>
            <a:ext cx="4114440" cy="66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572000" cy="114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27000" y="1440"/>
            <a:ext cx="4532400" cy="11365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8600" y="45360"/>
            <a:ext cx="4114440" cy="19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28600" y="267120"/>
            <a:ext cx="4114440" cy="66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>
            <a:off x="85680" y="692280"/>
            <a:ext cx="4390920" cy="330120"/>
            <a:chOff x="85680" y="692280"/>
            <a:chExt cx="4390920" cy="330120"/>
          </a:xfrm>
        </p:grpSpPr>
        <p:sp>
          <p:nvSpPr>
            <p:cNvPr id="9" name=""/>
            <p:cNvSpPr/>
            <p:nvPr/>
          </p:nvSpPr>
          <p:spPr>
            <a:xfrm>
              <a:off x="85680" y="692280"/>
              <a:ext cx="4390920" cy="330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69696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9060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951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99360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129528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15699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184644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1272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24177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41385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385920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357516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329868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30020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270972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"/>
          <p:cNvSpPr txBox="1"/>
          <p:nvPr/>
        </p:nvSpPr>
        <p:spPr>
          <a:xfrm>
            <a:off x="19080" y="422280"/>
            <a:ext cx="3065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StringData    PIC X(15).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90440" y="669960"/>
            <a:ext cx="41846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768"/>
              </a:spcBef>
              <a:spcAft>
                <a:spcPts val="768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  R  A  R  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  R  R  R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81000" y="46080"/>
            <a:ext cx="91440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Before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"/>
          <p:cNvGrpSpPr/>
          <p:nvPr/>
        </p:nvGrpSpPr>
        <p:grpSpPr>
          <a:xfrm>
            <a:off x="85680" y="692280"/>
            <a:ext cx="4390920" cy="330120"/>
            <a:chOff x="85680" y="692280"/>
            <a:chExt cx="4390920" cy="330120"/>
          </a:xfrm>
        </p:grpSpPr>
        <p:sp>
          <p:nvSpPr>
            <p:cNvPr id="28" name=""/>
            <p:cNvSpPr/>
            <p:nvPr/>
          </p:nvSpPr>
          <p:spPr>
            <a:xfrm>
              <a:off x="85680" y="692280"/>
              <a:ext cx="4390920" cy="330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69696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39060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6951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99360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129528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15699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184644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21272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24177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41385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385920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357516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329868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30020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270972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" name=""/>
          <p:cNvSpPr txBox="1"/>
          <p:nvPr/>
        </p:nvSpPr>
        <p:spPr>
          <a:xfrm>
            <a:off x="19080" y="422280"/>
            <a:ext cx="3065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StringData    PIC X(15).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90440" y="669960"/>
            <a:ext cx="417528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768"/>
              </a:spcBef>
              <a:spcAft>
                <a:spcPts val="768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  R  </a:t>
            </a: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  G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R  R  R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1000" y="46080"/>
            <a:ext cx="72396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After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"/>
          <p:cNvGrpSpPr/>
          <p:nvPr/>
        </p:nvGrpSpPr>
        <p:grpSpPr>
          <a:xfrm>
            <a:off x="85680" y="692280"/>
            <a:ext cx="4390920" cy="330120"/>
            <a:chOff x="85680" y="692280"/>
            <a:chExt cx="4390920" cy="330120"/>
          </a:xfrm>
        </p:grpSpPr>
        <p:sp>
          <p:nvSpPr>
            <p:cNvPr id="47" name=""/>
            <p:cNvSpPr/>
            <p:nvPr/>
          </p:nvSpPr>
          <p:spPr>
            <a:xfrm>
              <a:off x="85680" y="692280"/>
              <a:ext cx="4390920" cy="330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69696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39060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6951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99360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129528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15699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184644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21272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24177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41385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385920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357516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329868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30020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270972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"/>
          <p:cNvSpPr txBox="1"/>
          <p:nvPr/>
        </p:nvSpPr>
        <p:spPr>
          <a:xfrm>
            <a:off x="19080" y="422280"/>
            <a:ext cx="3065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StringData    PIC X(15).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90440" y="669960"/>
            <a:ext cx="41846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768"/>
              </a:spcBef>
              <a:spcAft>
                <a:spcPts val="768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  R  A  R  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  R  R  R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" y="46080"/>
            <a:ext cx="91440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Before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"/>
          <p:cNvGrpSpPr/>
          <p:nvPr/>
        </p:nvGrpSpPr>
        <p:grpSpPr>
          <a:xfrm>
            <a:off x="85680" y="692280"/>
            <a:ext cx="4390920" cy="330120"/>
            <a:chOff x="85680" y="692280"/>
            <a:chExt cx="4390920" cy="330120"/>
          </a:xfrm>
        </p:grpSpPr>
        <p:sp>
          <p:nvSpPr>
            <p:cNvPr id="66" name=""/>
            <p:cNvSpPr/>
            <p:nvPr/>
          </p:nvSpPr>
          <p:spPr>
            <a:xfrm>
              <a:off x="85680" y="692280"/>
              <a:ext cx="4390920" cy="330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69696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39060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6951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99360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129528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15699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184644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21272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24177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41385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385920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357516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329868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30020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270972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"/>
          <p:cNvSpPr txBox="1"/>
          <p:nvPr/>
        </p:nvSpPr>
        <p:spPr>
          <a:xfrm>
            <a:off x="19080" y="422280"/>
            <a:ext cx="3065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StringData    PIC X(15).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90440" y="669960"/>
            <a:ext cx="417528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768"/>
              </a:spcBef>
              <a:spcAft>
                <a:spcPts val="768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  R  </a:t>
            </a: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  G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  R  R  R </a:t>
            </a: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1000" y="46080"/>
            <a:ext cx="72396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After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"/>
          <p:cNvGrpSpPr/>
          <p:nvPr/>
        </p:nvGrpSpPr>
        <p:grpSpPr>
          <a:xfrm>
            <a:off x="85680" y="692280"/>
            <a:ext cx="4390920" cy="330120"/>
            <a:chOff x="85680" y="692280"/>
            <a:chExt cx="4390920" cy="330120"/>
          </a:xfrm>
        </p:grpSpPr>
        <p:sp>
          <p:nvSpPr>
            <p:cNvPr id="85" name=""/>
            <p:cNvSpPr/>
            <p:nvPr/>
          </p:nvSpPr>
          <p:spPr>
            <a:xfrm>
              <a:off x="85680" y="692280"/>
              <a:ext cx="4390920" cy="330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69696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39060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6951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99360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129528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15699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184644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21272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24177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41385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385920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357516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329868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30020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270972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" name=""/>
          <p:cNvSpPr txBox="1"/>
          <p:nvPr/>
        </p:nvSpPr>
        <p:spPr>
          <a:xfrm>
            <a:off x="19080" y="422280"/>
            <a:ext cx="3065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StringData    PIC X(15).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90440" y="669960"/>
            <a:ext cx="41846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768"/>
              </a:spcBef>
              <a:spcAft>
                <a:spcPts val="768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  R  A  R  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  R  R  R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1000" y="46080"/>
            <a:ext cx="91440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Before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"/>
          <p:cNvGrpSpPr/>
          <p:nvPr/>
        </p:nvGrpSpPr>
        <p:grpSpPr>
          <a:xfrm>
            <a:off x="85680" y="692280"/>
            <a:ext cx="4390920" cy="330120"/>
            <a:chOff x="85680" y="692280"/>
            <a:chExt cx="4390920" cy="330120"/>
          </a:xfrm>
        </p:grpSpPr>
        <p:sp>
          <p:nvSpPr>
            <p:cNvPr id="104" name=""/>
            <p:cNvSpPr/>
            <p:nvPr/>
          </p:nvSpPr>
          <p:spPr>
            <a:xfrm>
              <a:off x="85680" y="692280"/>
              <a:ext cx="4390920" cy="330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69696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39060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6951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99360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129528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15699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184644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21272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24177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41385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385920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357516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29868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30020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270972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" name=""/>
          <p:cNvSpPr txBox="1"/>
          <p:nvPr/>
        </p:nvSpPr>
        <p:spPr>
          <a:xfrm>
            <a:off x="19080" y="422280"/>
            <a:ext cx="3065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StringData    PIC X(15).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90440" y="669960"/>
            <a:ext cx="414180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768"/>
              </a:spcBef>
              <a:spcAft>
                <a:spcPts val="768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  R  </a:t>
            </a: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  G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81000" y="46080"/>
            <a:ext cx="72396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After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"/>
          <p:cNvGrpSpPr/>
          <p:nvPr/>
        </p:nvGrpSpPr>
        <p:grpSpPr>
          <a:xfrm>
            <a:off x="85680" y="692280"/>
            <a:ext cx="4390920" cy="330120"/>
            <a:chOff x="85680" y="692280"/>
            <a:chExt cx="4390920" cy="330120"/>
          </a:xfrm>
        </p:grpSpPr>
        <p:sp>
          <p:nvSpPr>
            <p:cNvPr id="123" name=""/>
            <p:cNvSpPr/>
            <p:nvPr/>
          </p:nvSpPr>
          <p:spPr>
            <a:xfrm>
              <a:off x="85680" y="692280"/>
              <a:ext cx="4390920" cy="330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69696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39060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6951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99360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129528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15699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184644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21272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24177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41385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385920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357516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329868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30020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270972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8" name=""/>
          <p:cNvSpPr txBox="1"/>
          <p:nvPr/>
        </p:nvSpPr>
        <p:spPr>
          <a:xfrm>
            <a:off x="19080" y="422280"/>
            <a:ext cx="3065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StringData    PIC X(15).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90440" y="669960"/>
            <a:ext cx="41846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768"/>
              </a:spcBef>
              <a:spcAft>
                <a:spcPts val="768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  R  A  R  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  R  R  R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81000" y="46080"/>
            <a:ext cx="91440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Before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"/>
          <p:cNvGrpSpPr/>
          <p:nvPr/>
        </p:nvGrpSpPr>
        <p:grpSpPr>
          <a:xfrm>
            <a:off x="85680" y="692280"/>
            <a:ext cx="4390920" cy="330120"/>
            <a:chOff x="85680" y="692280"/>
            <a:chExt cx="4390920" cy="330120"/>
          </a:xfrm>
        </p:grpSpPr>
        <p:sp>
          <p:nvSpPr>
            <p:cNvPr id="142" name=""/>
            <p:cNvSpPr/>
            <p:nvPr/>
          </p:nvSpPr>
          <p:spPr>
            <a:xfrm>
              <a:off x="85680" y="692280"/>
              <a:ext cx="4390920" cy="330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69696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39060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6951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99360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129528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15699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184644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21272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24177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41385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385920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357516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329868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30020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270972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" name=""/>
          <p:cNvSpPr txBox="1"/>
          <p:nvPr/>
        </p:nvSpPr>
        <p:spPr>
          <a:xfrm>
            <a:off x="19080" y="422280"/>
            <a:ext cx="3065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StringData    PIC X(15).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90440" y="669960"/>
            <a:ext cx="419724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768"/>
              </a:spcBef>
              <a:spcAft>
                <a:spcPts val="768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  R  </a:t>
            </a: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R  R  R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81000" y="46080"/>
            <a:ext cx="72396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After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"/>
          <p:cNvGrpSpPr/>
          <p:nvPr/>
        </p:nvGrpSpPr>
        <p:grpSpPr>
          <a:xfrm>
            <a:off x="85680" y="692280"/>
            <a:ext cx="4390920" cy="330120"/>
            <a:chOff x="85680" y="692280"/>
            <a:chExt cx="4390920" cy="330120"/>
          </a:xfrm>
        </p:grpSpPr>
        <p:sp>
          <p:nvSpPr>
            <p:cNvPr id="161" name=""/>
            <p:cNvSpPr/>
            <p:nvPr/>
          </p:nvSpPr>
          <p:spPr>
            <a:xfrm>
              <a:off x="85680" y="692280"/>
              <a:ext cx="4390920" cy="330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69696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39060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6951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99360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129528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15699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184644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21272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24177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41385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385920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357516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329868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30020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270972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6" name=""/>
          <p:cNvSpPr txBox="1"/>
          <p:nvPr/>
        </p:nvSpPr>
        <p:spPr>
          <a:xfrm>
            <a:off x="19080" y="422280"/>
            <a:ext cx="3065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StringData    PIC X(15).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90440" y="669960"/>
            <a:ext cx="41846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768"/>
              </a:spcBef>
              <a:spcAft>
                <a:spcPts val="768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  R  A  R  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  R  R  R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81000" y="46080"/>
            <a:ext cx="91440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Before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"/>
          <p:cNvGrpSpPr/>
          <p:nvPr/>
        </p:nvGrpSpPr>
        <p:grpSpPr>
          <a:xfrm>
            <a:off x="85680" y="692280"/>
            <a:ext cx="4390920" cy="330120"/>
            <a:chOff x="85680" y="692280"/>
            <a:chExt cx="4390920" cy="330120"/>
          </a:xfrm>
        </p:grpSpPr>
        <p:sp>
          <p:nvSpPr>
            <p:cNvPr id="180" name=""/>
            <p:cNvSpPr/>
            <p:nvPr/>
          </p:nvSpPr>
          <p:spPr>
            <a:xfrm>
              <a:off x="85680" y="692280"/>
              <a:ext cx="4390920" cy="3301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969696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39060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6951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99360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129528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15699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184644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21272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2417760" y="69840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4138560" y="692280"/>
              <a:ext cx="0" cy="31752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"/>
            <p:cNvSpPr/>
            <p:nvPr/>
          </p:nvSpPr>
          <p:spPr>
            <a:xfrm>
              <a:off x="385920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"/>
            <p:cNvSpPr/>
            <p:nvPr/>
          </p:nvSpPr>
          <p:spPr>
            <a:xfrm>
              <a:off x="357516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329868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300204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"/>
            <p:cNvSpPr/>
            <p:nvPr/>
          </p:nvSpPr>
          <p:spPr>
            <a:xfrm>
              <a:off x="2709720" y="701640"/>
              <a:ext cx="0" cy="320760"/>
            </a:xfrm>
            <a:prstGeom prst="line">
              <a:avLst/>
            </a:prstGeom>
            <a:ln w="25560">
              <a:solidFill>
                <a:srgbClr val="96969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5" name=""/>
          <p:cNvSpPr txBox="1"/>
          <p:nvPr/>
        </p:nvSpPr>
        <p:spPr>
          <a:xfrm>
            <a:off x="19080" y="422280"/>
            <a:ext cx="3065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StringData    PIC X(15).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90440" y="738360"/>
            <a:ext cx="41846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768"/>
              </a:spcBef>
              <a:spcAft>
                <a:spcPts val="768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  R  </a:t>
            </a: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F  R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  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R  R  R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81000" y="46080"/>
            <a:ext cx="72396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After 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