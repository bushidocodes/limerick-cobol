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theme/themeOverride15.xml" ContentType="application/vnd.openxmlformats-officedocument.themeOverride+xml"/>
  <Override PartName="/ppt/theme/themeOverride16.xml" ContentType="application/vnd.openxmlformats-officedocument.themeOverride+xml"/>
  <Override PartName="/ppt/theme/themeOverride17.xml" ContentType="application/vnd.openxmlformats-officedocument.themeOverride+xml"/>
  <Override PartName="/ppt/theme/themeOverride18.xml" ContentType="application/vnd.openxmlformats-officedocument.themeOverride+xml"/>
  <Override PartName="/ppt/theme/themeOverride19.xml" ContentType="application/vnd.openxmlformats-officedocument.themeOverride+xml"/>
  <Override PartName="/ppt/theme/themeOverride20.xml" ContentType="application/vnd.openxmlformats-officedocument.themeOverride+xml"/>
  <Override PartName="/ppt/theme/themeOverride21.xml" ContentType="application/vnd.openxmlformats-officedocument.themeOverride+xml"/>
  <Override PartName="/ppt/theme/themeOverride22.xml" ContentType="application/vnd.openxmlformats-officedocument.themeOverride+xml"/>
  <Override PartName="/ppt/theme/themeOverride23.xml" ContentType="application/vnd.openxmlformats-officedocument.themeOverride+xml"/>
  <Override PartName="/ppt/theme/themeOverride24.xml" ContentType="application/vnd.openxmlformats-officedocument.themeOverride+xml"/>
  <Override PartName="/ppt/theme/themeOverride25.xml" ContentType="application/vnd.openxmlformats-officedocument.themeOverride+xml"/>
  <Override PartName="/ppt/theme/themeOverride26.xml" ContentType="application/vnd.openxmlformats-officedocument.themeOverride+xml"/>
  <Override PartName="/ppt/theme/themeOverride27.xml" ContentType="application/vnd.openxmlformats-officedocument.themeOverride+xml"/>
  <Override PartName="/ppt/theme/themeOverride28.xml" ContentType="application/vnd.openxmlformats-officedocument.themeOverride+xml"/>
  <Override PartName="/ppt/theme/themeOverride29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handoutMasterIdLst>
    <p:handoutMasterId r:id="rId32"/>
  </p:handoutMasterIdLst>
  <p:sldIdLst>
    <p:sldId id="271" r:id="rId2"/>
    <p:sldId id="274" r:id="rId3"/>
    <p:sldId id="275" r:id="rId4"/>
    <p:sldId id="276" r:id="rId5"/>
    <p:sldId id="277" r:id="rId6"/>
    <p:sldId id="278" r:id="rId7"/>
    <p:sldId id="279" r:id="rId8"/>
    <p:sldId id="280" r:id="rId9"/>
    <p:sldId id="281" r:id="rId10"/>
    <p:sldId id="283" r:id="rId11"/>
    <p:sldId id="287" r:id="rId12"/>
    <p:sldId id="284" r:id="rId13"/>
    <p:sldId id="285" r:id="rId14"/>
    <p:sldId id="288" r:id="rId15"/>
    <p:sldId id="289" r:id="rId16"/>
    <p:sldId id="290" r:id="rId17"/>
    <p:sldId id="291" r:id="rId18"/>
    <p:sldId id="292" r:id="rId19"/>
    <p:sldId id="293" r:id="rId20"/>
    <p:sldId id="294" r:id="rId21"/>
    <p:sldId id="295" r:id="rId22"/>
    <p:sldId id="296" r:id="rId23"/>
    <p:sldId id="297" r:id="rId24"/>
    <p:sldId id="298" r:id="rId25"/>
    <p:sldId id="304" r:id="rId26"/>
    <p:sldId id="299" r:id="rId27"/>
    <p:sldId id="300" r:id="rId28"/>
    <p:sldId id="301" r:id="rId29"/>
    <p:sldId id="303" r:id="rId30"/>
  </p:sldIdLst>
  <p:sldSz cx="4762500" cy="3810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rgbClr val="FF3300"/>
        </a:solidFill>
        <a:latin typeface="Times New Roman" panose="02020603050405020304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1200">
          <p15:clr>
            <a:srgbClr val="A4A3A4"/>
          </p15:clr>
        </p15:guide>
        <p15:guide id="2" pos="150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00"/>
    <a:srgbClr val="006633"/>
    <a:srgbClr val="00CC00"/>
    <a:srgbClr val="EAEAEA"/>
    <a:srgbClr val="66FF33"/>
    <a:srgbClr val="FF3300"/>
    <a:srgbClr val="0000FF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222" d="100"/>
          <a:sy n="222" d="100"/>
        </p:scale>
        <p:origin x="570" y="186"/>
      </p:cViewPr>
      <p:guideLst>
        <p:guide orient="horz" pos="1200"/>
        <p:guide pos="150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70" d="100"/>
          <a:sy n="70" d="100"/>
        </p:scale>
        <p:origin x="-1704" y="-78"/>
      </p:cViewPr>
      <p:guideLst>
        <p:guide orient="horz" pos="1200"/>
        <p:guide pos="150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>
            <a:extLst>
              <a:ext uri="{FF2B5EF4-FFF2-40B4-BE49-F238E27FC236}">
                <a16:creationId xmlns:a16="http://schemas.microsoft.com/office/drawing/2014/main" id="{EA7938B3-BBD9-EE0A-4278-8091F384A3F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1" name="Rectangle 3">
            <a:extLst>
              <a:ext uri="{FF2B5EF4-FFF2-40B4-BE49-F238E27FC236}">
                <a16:creationId xmlns:a16="http://schemas.microsoft.com/office/drawing/2014/main" id="{EC12E0DE-B155-2E0B-200D-6FFEC9E39DFB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t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D52201F3-7D40-021E-DFF3-E89B4256CBBF}"/>
              </a:ext>
            </a:extLst>
          </p:cNvPr>
          <p:cNvSpPr>
            <a:spLocks noRot="1" noChangeArrowheads="1" noTextEdit="1"/>
          </p:cNvSpPr>
          <p:nvPr>
            <p:ph type="sldImg" idx="2"/>
          </p:nvPr>
        </p:nvSpPr>
        <p:spPr bwMode="auto">
          <a:xfrm>
            <a:off x="1292225" y="692150"/>
            <a:ext cx="4273550" cy="3416300"/>
          </a:xfrm>
          <a:prstGeom prst="rect">
            <a:avLst/>
          </a:prstGeom>
          <a:noFill/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2053" name="Rectangle 5">
            <a:extLst>
              <a:ext uri="{FF2B5EF4-FFF2-40B4-BE49-F238E27FC236}">
                <a16:creationId xmlns:a16="http://schemas.microsoft.com/office/drawing/2014/main" id="{A3324882-D4A8-6FB5-D9AF-769108D4716C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2054" name="Rectangle 6">
            <a:extLst>
              <a:ext uri="{FF2B5EF4-FFF2-40B4-BE49-F238E27FC236}">
                <a16:creationId xmlns:a16="http://schemas.microsoft.com/office/drawing/2014/main" id="{A3664D57-4D1D-1FA0-F8CF-EA807040F311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>
              <a:defRPr sz="1000" i="1">
                <a:solidFill>
                  <a:schemeClr val="tx1"/>
                </a:solidFill>
              </a:defRPr>
            </a:lvl1pPr>
          </a:lstStyle>
          <a:p>
            <a:endParaRPr lang="en-US" altLang="en-US"/>
          </a:p>
        </p:txBody>
      </p:sp>
      <p:sp>
        <p:nvSpPr>
          <p:cNvPr id="2055" name="Rectangle 7">
            <a:extLst>
              <a:ext uri="{FF2B5EF4-FFF2-40B4-BE49-F238E27FC236}">
                <a16:creationId xmlns:a16="http://schemas.microsoft.com/office/drawing/2014/main" id="{CF27A7B6-F0BD-FB43-C871-F1B722DDA2A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19050" tIns="0" rIns="19050" bIns="0" numCol="1" anchor="b" anchorCtr="0" compatLnSpc="1">
            <a:prstTxWarp prst="textNoShape">
              <a:avLst/>
            </a:prstTxWarp>
          </a:bodyPr>
          <a:lstStyle>
            <a:lvl1pPr algn="r">
              <a:defRPr sz="1000" i="1">
                <a:solidFill>
                  <a:schemeClr val="tx1"/>
                </a:solidFill>
              </a:defRPr>
            </a:lvl1pPr>
          </a:lstStyle>
          <a:p>
            <a:fld id="{7FCB6EA6-F911-4490-9264-4E28ED81E43E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anose="02020603050405020304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2C462-2E78-68B1-21A1-1D26ACAC06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95313" y="623888"/>
            <a:ext cx="3571875" cy="1325562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18F521-827B-905E-FF92-CD4CF7538B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5313" y="2001838"/>
            <a:ext cx="3571875" cy="9191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7688571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88F871-6F9B-876D-E1CA-1F0E4E05AF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A7E7B0-D5F6-4E2D-BC47-B94A7889F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885162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D492A-D2A5-A63C-5B45-14409633A6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5438" y="949325"/>
            <a:ext cx="4106862" cy="1585913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DFE36F-0E2D-4CF7-979E-746C53B0C6F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5438" y="2549525"/>
            <a:ext cx="4106862" cy="8334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375935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6A1EF-42EE-511B-647F-411232EC6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31383-504A-C598-44BC-14F8DFA3E6E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27025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078FF8-C801-D69D-4405-BBDC3BE907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57450" y="1014413"/>
            <a:ext cx="1978025" cy="241776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809118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D00C47-9E25-6F86-C14A-132090E30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03200"/>
            <a:ext cx="4106862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6F7F3A-921C-C9A5-7D1D-C9623E532C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28613" y="933450"/>
            <a:ext cx="2014537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824144-9391-B96D-6619-E1E11F5714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28613" y="1392238"/>
            <a:ext cx="2014537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269E71-1753-DBFD-9EE3-50098814418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11413" y="933450"/>
            <a:ext cx="2024062" cy="458788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B8BE0D-289E-CFC8-CD53-57EAEE4B98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11413" y="1392238"/>
            <a:ext cx="2024062" cy="2046287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349072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F0E5C-9986-742E-159D-EC6D34D8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71633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970256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4258B-8A7B-63B4-C9C3-D0C1745A9A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48B0B-8CE9-FB2D-9A83-ABAAD9AF1C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8B97E48-89F5-550A-01B4-6BB92399D6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097631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2BB8C-F539-A48A-B136-8ED2117BFD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613" y="254000"/>
            <a:ext cx="1535112" cy="8890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F1E235B-9927-9AAA-1D01-AD44368648B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24063" y="549275"/>
            <a:ext cx="2411412" cy="27066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E84C88-EAD5-7BBD-4416-B800E80E7A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8613" y="1143000"/>
            <a:ext cx="1535112" cy="21177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825437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1AB57-CCA4-C5F0-227C-6714C9A157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025" y="203200"/>
            <a:ext cx="4108450" cy="736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F5DC80-36FD-5923-05F3-971E267887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1014413"/>
            <a:ext cx="4108450" cy="2417762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4606515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81888A-4079-B36E-B694-9748196C69C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08363" y="203200"/>
            <a:ext cx="1027112" cy="3228975"/>
          </a:xfrm>
          <a:prstGeom prst="rect">
            <a:avLst/>
          </a:prstGeo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C32918-497A-B42F-A9E8-9369C87558B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27025" y="203200"/>
            <a:ext cx="2928938" cy="32289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585677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83C2222E-DBCC-5C60-9CA3-C6D0789D8E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875" y="17463"/>
            <a:ext cx="4733925" cy="3778250"/>
          </a:xfrm>
          <a:prstGeom prst="rect">
            <a:avLst/>
          </a:prstGeom>
          <a:solidFill>
            <a:srgbClr val="EAEAEA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anose="02020603050405020304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5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hemeOverride" Target="../theme/themeOverr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01" name="Group 29">
            <a:extLst>
              <a:ext uri="{FF2B5EF4-FFF2-40B4-BE49-F238E27FC236}">
                <a16:creationId xmlns:a16="http://schemas.microsoft.com/office/drawing/2014/main" id="{4790031B-27F4-18D4-3895-6DB62A6AC51C}"/>
              </a:ext>
            </a:extLst>
          </p:cNvPr>
          <p:cNvGrpSpPr>
            <a:grpSpLocks/>
          </p:cNvGrpSpPr>
          <p:nvPr/>
        </p:nvGrpSpPr>
        <p:grpSpPr bwMode="auto">
          <a:xfrm>
            <a:off x="53975" y="250825"/>
            <a:ext cx="4248150" cy="1874838"/>
            <a:chOff x="34" y="158"/>
            <a:chExt cx="2676" cy="1181"/>
          </a:xfrm>
        </p:grpSpPr>
        <p:sp>
          <p:nvSpPr>
            <p:cNvPr id="3074" name="Rectangle 2">
              <a:extLst>
                <a:ext uri="{FF2B5EF4-FFF2-40B4-BE49-F238E27FC236}">
                  <a16:creationId xmlns:a16="http://schemas.microsoft.com/office/drawing/2014/main" id="{DF04F012-9AA7-4878-E465-F7E7A7DDF4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" y="158"/>
              <a:ext cx="1441" cy="978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>
              <a:spAutoFit/>
            </a:bodyPr>
            <a:lstStyle/>
            <a:p>
              <a:pPr>
                <a:lnSpc>
                  <a:spcPct val="20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01 DayStr   PIC XX.</a:t>
              </a:r>
            </a:p>
            <a:p>
              <a:pPr>
                <a:lnSpc>
                  <a:spcPct val="20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01 MonthStr PIC XX.	</a:t>
              </a:r>
              <a:r>
                <a:rPr lang="en-US" altLang="en-US" sz="1200" b="1">
                  <a:solidFill>
                    <a:schemeClr val="bg1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Courier New" panose="02070309020205020404" pitchFamily="49" charset="0"/>
                </a:rPr>
                <a:t>   </a:t>
              </a:r>
              <a:endPara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endParaRPr>
            </a:p>
            <a:p>
              <a:pPr>
                <a:lnSpc>
                  <a:spcPct val="20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01 YearStr  PIC XX.	</a:t>
              </a:r>
              <a:r>
                <a:rPr lang="en-US" altLang="en-US" sz="1200" b="1">
                  <a:solidFill>
                    <a:schemeClr val="bg1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Courier New" panose="02070309020205020404" pitchFamily="49" charset="0"/>
                </a:rPr>
                <a:t>   </a:t>
              </a:r>
            </a:p>
            <a:p>
              <a:pPr>
                <a:lnSpc>
                  <a:spcPct val="200000"/>
                </a:lnSpc>
              </a:pPr>
              <a:r>
                <a:rPr lang="en-US" altLang="en-US" sz="1200" b="1">
                  <a:solidFill>
                    <a:srgbClr val="000000"/>
                  </a:solidFill>
                  <a:latin typeface="Courier New" panose="02070309020205020404" pitchFamily="49" charset="0"/>
                </a:rPr>
                <a:t>01 DateStr  PIC X(14).</a:t>
              </a:r>
            </a:p>
          </p:txBody>
        </p:sp>
        <p:grpSp>
          <p:nvGrpSpPr>
            <p:cNvPr id="3089" name="Group 17">
              <a:extLst>
                <a:ext uri="{FF2B5EF4-FFF2-40B4-BE49-F238E27FC236}">
                  <a16:creationId xmlns:a16="http://schemas.microsoft.com/office/drawing/2014/main" id="{30EC04E5-A581-FBD9-F0DD-FE8621F9C525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90" y="1125"/>
              <a:ext cx="2420" cy="192"/>
              <a:chOff x="290" y="1125"/>
              <a:chExt cx="2420" cy="192"/>
            </a:xfrm>
          </p:grpSpPr>
          <p:sp>
            <p:nvSpPr>
              <p:cNvPr id="3075" name="Rectangle 3">
                <a:extLst>
                  <a:ext uri="{FF2B5EF4-FFF2-40B4-BE49-F238E27FC236}">
                    <a16:creationId xmlns:a16="http://schemas.microsoft.com/office/drawing/2014/main" id="{20DFF577-CE57-F102-7447-A22330B2234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290" y="1132"/>
                <a:ext cx="2420" cy="180"/>
              </a:xfrm>
              <a:prstGeom prst="rect">
                <a:avLst/>
              </a:prstGeom>
              <a:noFill/>
              <a:ln w="25400">
                <a:solidFill>
                  <a:srgbClr val="676767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076" name="Line 4">
                <a:extLst>
                  <a:ext uri="{FF2B5EF4-FFF2-40B4-BE49-F238E27FC236}">
                    <a16:creationId xmlns:a16="http://schemas.microsoft.com/office/drawing/2014/main" id="{BBDDF814-D7FB-2032-6796-DEEC5ED3A9F9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463" y="1127"/>
                <a:ext cx="0" cy="190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7" name="Line 5">
                <a:extLst>
                  <a:ext uri="{FF2B5EF4-FFF2-40B4-BE49-F238E27FC236}">
                    <a16:creationId xmlns:a16="http://schemas.microsoft.com/office/drawing/2014/main" id="{D7FC2987-7150-7E5A-A929-A9397C631E6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633" y="1127"/>
                <a:ext cx="0" cy="190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8" name="Line 6">
                <a:extLst>
                  <a:ext uri="{FF2B5EF4-FFF2-40B4-BE49-F238E27FC236}">
                    <a16:creationId xmlns:a16="http://schemas.microsoft.com/office/drawing/2014/main" id="{1613C083-B57B-963D-2E41-85217BDCA59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18" y="1127"/>
                <a:ext cx="0" cy="190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79" name="Line 7">
                <a:extLst>
                  <a:ext uri="{FF2B5EF4-FFF2-40B4-BE49-F238E27FC236}">
                    <a16:creationId xmlns:a16="http://schemas.microsoft.com/office/drawing/2014/main" id="{B5BC569B-9072-59F7-9669-55DD681D1E6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988" y="1127"/>
                <a:ext cx="0" cy="190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0" name="Line 8">
                <a:extLst>
                  <a:ext uri="{FF2B5EF4-FFF2-40B4-BE49-F238E27FC236}">
                    <a16:creationId xmlns:a16="http://schemas.microsoft.com/office/drawing/2014/main" id="{63CFCFC0-8A4A-A928-66D8-61A8A763B4B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53" y="1127"/>
                <a:ext cx="0" cy="190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1" name="Line 9">
                <a:extLst>
                  <a:ext uri="{FF2B5EF4-FFF2-40B4-BE49-F238E27FC236}">
                    <a16:creationId xmlns:a16="http://schemas.microsoft.com/office/drawing/2014/main" id="{D3683A34-543D-3380-BA53-560998A08B8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328" y="1127"/>
                <a:ext cx="0" cy="190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2" name="Line 10">
                <a:extLst>
                  <a:ext uri="{FF2B5EF4-FFF2-40B4-BE49-F238E27FC236}">
                    <a16:creationId xmlns:a16="http://schemas.microsoft.com/office/drawing/2014/main" id="{F5EA5439-B412-1326-55D8-458AAC2559B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98" y="1127"/>
                <a:ext cx="0" cy="190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3" name="Line 11">
                <a:extLst>
                  <a:ext uri="{FF2B5EF4-FFF2-40B4-BE49-F238E27FC236}">
                    <a16:creationId xmlns:a16="http://schemas.microsoft.com/office/drawing/2014/main" id="{529A7C7E-E19F-5FDC-96F2-85FBDDAA6AA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668" y="1125"/>
                <a:ext cx="0" cy="189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4" name="Line 12">
                <a:extLst>
                  <a:ext uri="{FF2B5EF4-FFF2-40B4-BE49-F238E27FC236}">
                    <a16:creationId xmlns:a16="http://schemas.microsoft.com/office/drawing/2014/main" id="{582F5503-EF5F-D3EE-274E-634A865075E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853" y="1125"/>
                <a:ext cx="0" cy="189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5" name="Line 13">
                <a:extLst>
                  <a:ext uri="{FF2B5EF4-FFF2-40B4-BE49-F238E27FC236}">
                    <a16:creationId xmlns:a16="http://schemas.microsoft.com/office/drawing/2014/main" id="{D11328D7-050B-211E-A273-22D380DBF2E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023" y="1125"/>
                <a:ext cx="0" cy="189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6" name="Line 14">
                <a:extLst>
                  <a:ext uri="{FF2B5EF4-FFF2-40B4-BE49-F238E27FC236}">
                    <a16:creationId xmlns:a16="http://schemas.microsoft.com/office/drawing/2014/main" id="{A074A3A2-04F4-17EB-4989-45167394B3A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188" y="1125"/>
                <a:ext cx="0" cy="189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7" name="Line 15">
                <a:extLst>
                  <a:ext uri="{FF2B5EF4-FFF2-40B4-BE49-F238E27FC236}">
                    <a16:creationId xmlns:a16="http://schemas.microsoft.com/office/drawing/2014/main" id="{F3907E1F-82E6-B0B4-3E78-8BBE83E0183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365" y="1125"/>
                <a:ext cx="0" cy="189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88" name="Line 16">
                <a:extLst>
                  <a:ext uri="{FF2B5EF4-FFF2-40B4-BE49-F238E27FC236}">
                    <a16:creationId xmlns:a16="http://schemas.microsoft.com/office/drawing/2014/main" id="{E0A515CA-1340-C398-4EFF-D574AFC7C29C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533" y="1125"/>
                <a:ext cx="0" cy="189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090" name="Rectangle 18">
              <a:extLst>
                <a:ext uri="{FF2B5EF4-FFF2-40B4-BE49-F238E27FC236}">
                  <a16:creationId xmlns:a16="http://schemas.microsoft.com/office/drawing/2014/main" id="{D07E327B-FECA-5BCE-1F49-03F55DD363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8" y="1108"/>
              <a:ext cx="1758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92075" tIns="46038" rIns="92075" bIns="46038" anchor="ctr">
              <a:spAutoFit/>
            </a:bodyPr>
            <a:lstStyle/>
            <a:p>
              <a:r>
                <a:rPr lang="en-US" altLang="en-US" sz="1800" b="1">
                  <a:solidFill>
                    <a:srgbClr val="0000FF"/>
                  </a:solidFill>
                  <a:effectLst>
                    <a:outerShdw blurRad="38100" dist="38100" dir="2700000" algn="tl">
                      <a:srgbClr val="C0C0C0"/>
                    </a:outerShdw>
                  </a:effectLst>
                  <a:latin typeface="Courier New" panose="02070309020205020404" pitchFamily="49" charset="0"/>
                </a:rPr>
                <a:t>1 9 - 0 8 - 1 9 9 5</a:t>
              </a:r>
            </a:p>
          </p:txBody>
        </p:sp>
        <p:grpSp>
          <p:nvGrpSpPr>
            <p:cNvPr id="3093" name="Group 21">
              <a:extLst>
                <a:ext uri="{FF2B5EF4-FFF2-40B4-BE49-F238E27FC236}">
                  <a16:creationId xmlns:a16="http://schemas.microsoft.com/office/drawing/2014/main" id="{B88B8971-31D3-6077-ECE1-9CABA773FE7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06" y="227"/>
              <a:ext cx="360" cy="181"/>
              <a:chOff x="1306" y="227"/>
              <a:chExt cx="360" cy="181"/>
            </a:xfrm>
          </p:grpSpPr>
          <p:sp>
            <p:nvSpPr>
              <p:cNvPr id="3091" name="Rectangle 19">
                <a:extLst>
                  <a:ext uri="{FF2B5EF4-FFF2-40B4-BE49-F238E27FC236}">
                    <a16:creationId xmlns:a16="http://schemas.microsoft.com/office/drawing/2014/main" id="{9A7B8E5D-E08E-88B0-A8ED-0C106DD8A61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06" y="227"/>
                <a:ext cx="360" cy="181"/>
              </a:xfrm>
              <a:prstGeom prst="rect">
                <a:avLst/>
              </a:prstGeom>
              <a:noFill/>
              <a:ln w="25400">
                <a:solidFill>
                  <a:srgbClr val="676767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092" name="Line 20">
                <a:extLst>
                  <a:ext uri="{FF2B5EF4-FFF2-40B4-BE49-F238E27FC236}">
                    <a16:creationId xmlns:a16="http://schemas.microsoft.com/office/drawing/2014/main" id="{D6A9A106-6D2E-5E96-3FB3-C1B7456CC7D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92" y="229"/>
                <a:ext cx="0" cy="179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096" name="Group 24">
              <a:extLst>
                <a:ext uri="{FF2B5EF4-FFF2-40B4-BE49-F238E27FC236}">
                  <a16:creationId xmlns:a16="http://schemas.microsoft.com/office/drawing/2014/main" id="{BA937900-C3A2-742F-BC22-65077182E0A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06" y="464"/>
              <a:ext cx="360" cy="181"/>
              <a:chOff x="1306" y="464"/>
              <a:chExt cx="360" cy="181"/>
            </a:xfrm>
          </p:grpSpPr>
          <p:sp>
            <p:nvSpPr>
              <p:cNvPr id="3094" name="Rectangle 22">
                <a:extLst>
                  <a:ext uri="{FF2B5EF4-FFF2-40B4-BE49-F238E27FC236}">
                    <a16:creationId xmlns:a16="http://schemas.microsoft.com/office/drawing/2014/main" id="{54F7AE23-4DAC-58AE-E9B3-19FA9BB7CA54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06" y="464"/>
                <a:ext cx="360" cy="181"/>
              </a:xfrm>
              <a:prstGeom prst="rect">
                <a:avLst/>
              </a:prstGeom>
              <a:noFill/>
              <a:ln w="25400">
                <a:solidFill>
                  <a:srgbClr val="676767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095" name="Line 23">
                <a:extLst>
                  <a:ext uri="{FF2B5EF4-FFF2-40B4-BE49-F238E27FC236}">
                    <a16:creationId xmlns:a16="http://schemas.microsoft.com/office/drawing/2014/main" id="{CB38CCC4-8A7E-F423-11DD-9462EFDD659D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92" y="466"/>
                <a:ext cx="0" cy="179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grpSp>
          <p:nvGrpSpPr>
            <p:cNvPr id="3099" name="Group 27">
              <a:extLst>
                <a:ext uri="{FF2B5EF4-FFF2-40B4-BE49-F238E27FC236}">
                  <a16:creationId xmlns:a16="http://schemas.microsoft.com/office/drawing/2014/main" id="{8D2AAAD9-68E1-E765-04A9-FE79357360EE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306" y="702"/>
              <a:ext cx="360" cy="181"/>
              <a:chOff x="1306" y="702"/>
              <a:chExt cx="360" cy="181"/>
            </a:xfrm>
          </p:grpSpPr>
          <p:sp>
            <p:nvSpPr>
              <p:cNvPr id="3097" name="Rectangle 25">
                <a:extLst>
                  <a:ext uri="{FF2B5EF4-FFF2-40B4-BE49-F238E27FC236}">
                    <a16:creationId xmlns:a16="http://schemas.microsoft.com/office/drawing/2014/main" id="{A329275E-6E77-19A6-31AB-8CE967444E8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306" y="702"/>
                <a:ext cx="360" cy="181"/>
              </a:xfrm>
              <a:prstGeom prst="rect">
                <a:avLst/>
              </a:prstGeom>
              <a:noFill/>
              <a:ln w="25400">
                <a:solidFill>
                  <a:srgbClr val="676767"/>
                </a:solidFill>
                <a:miter lim="800000"/>
                <a:headEnd/>
                <a:tailEnd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098" name="Line 26">
                <a:extLst>
                  <a:ext uri="{FF2B5EF4-FFF2-40B4-BE49-F238E27FC236}">
                    <a16:creationId xmlns:a16="http://schemas.microsoft.com/office/drawing/2014/main" id="{FF92917D-6C0F-105C-B605-B835A5A51E77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492" y="704"/>
                <a:ext cx="0" cy="179"/>
              </a:xfrm>
              <a:prstGeom prst="line">
                <a:avLst/>
              </a:prstGeom>
              <a:noFill/>
              <a:ln w="12700">
                <a:solidFill>
                  <a:srgbClr val="676767"/>
                </a:solidFill>
                <a:round/>
                <a:headEnd type="none" w="sm" len="sm"/>
                <a:tailEnd type="none" w="sm" len="sm"/>
              </a:ln>
              <a:effectLst/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endParaRPr lang="en-US"/>
              </a:p>
            </p:txBody>
          </p:sp>
        </p:grpSp>
        <p:sp>
          <p:nvSpPr>
            <p:cNvPr id="3100" name="Rectangle 28">
              <a:extLst>
                <a:ext uri="{FF2B5EF4-FFF2-40B4-BE49-F238E27FC236}">
                  <a16:creationId xmlns:a16="http://schemas.microsoft.com/office/drawing/2014/main" id="{9C63A28A-E91F-6561-1F1B-0F7A4A9C6E5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2" y="201"/>
              <a:ext cx="116" cy="23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3102" name="Rectangle 30">
            <a:extLst>
              <a:ext uri="{FF2B5EF4-FFF2-40B4-BE49-F238E27FC236}">
                <a16:creationId xmlns:a16="http://schemas.microsoft.com/office/drawing/2014/main" id="{5191C026-3D72-89C5-A235-B8E0FB31CE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2608263"/>
            <a:ext cx="4483100" cy="1004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MOVE "19-08-1995" TO DateStr.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UNSTRING DateStr INTO DayStr, MonthStr, YearStr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ON OVERFLOW DISPLAY "Chars Left"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DISPLAY DayStr SPACE MonthStr SPACE YearStr.</a:t>
            </a:r>
          </a:p>
        </p:txBody>
      </p:sp>
      <p:sp useBgFill="1">
        <p:nvSpPr>
          <p:cNvPr id="3103" name="Freeform 31">
            <a:extLst>
              <a:ext uri="{FF2B5EF4-FFF2-40B4-BE49-F238E27FC236}">
                <a16:creationId xmlns:a16="http://schemas.microsoft.com/office/drawing/2014/main" id="{E2E43922-D06B-CAEB-AA8C-E4AB5D5EAEC0}"/>
              </a:ext>
            </a:extLst>
          </p:cNvPr>
          <p:cNvSpPr>
            <a:spLocks/>
          </p:cNvSpPr>
          <p:nvPr/>
        </p:nvSpPr>
        <p:spPr bwMode="auto">
          <a:xfrm>
            <a:off x="14288" y="2219325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06" y="297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04" name="Rectangle 32">
            <a:extLst>
              <a:ext uri="{FF2B5EF4-FFF2-40B4-BE49-F238E27FC236}">
                <a16:creationId xmlns:a16="http://schemas.microsoft.com/office/drawing/2014/main" id="{D8D7E6EB-3E95-EAD7-3353-C828C47C1B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1</a:t>
            </a:r>
          </a:p>
        </p:txBody>
      </p:sp>
      <p:sp>
        <p:nvSpPr>
          <p:cNvPr id="3105" name="AutoShape 33">
            <a:extLst>
              <a:ext uri="{FF2B5EF4-FFF2-40B4-BE49-F238E27FC236}">
                <a16:creationId xmlns:a16="http://schemas.microsoft.com/office/drawing/2014/main" id="{3F35ADD3-F197-C4BC-30AB-F900938A2D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Rectangle 2">
            <a:extLst>
              <a:ext uri="{FF2B5EF4-FFF2-40B4-BE49-F238E27FC236}">
                <a16:creationId xmlns:a16="http://schemas.microsoft.com/office/drawing/2014/main" id="{A8C7699E-96EF-6C70-09C4-90E766473D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4113" name="Group 17">
            <a:extLst>
              <a:ext uri="{FF2B5EF4-FFF2-40B4-BE49-F238E27FC236}">
                <a16:creationId xmlns:a16="http://schemas.microsoft.com/office/drawing/2014/main" id="{508ED92D-EBCD-CF23-F5A8-9B6A09482045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4099" name="Rectangle 3">
              <a:extLst>
                <a:ext uri="{FF2B5EF4-FFF2-40B4-BE49-F238E27FC236}">
                  <a16:creationId xmlns:a16="http://schemas.microsoft.com/office/drawing/2014/main" id="{5CC5EA9F-DA8D-8B9A-0D15-B96446DEE45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00" name="Line 4">
              <a:extLst>
                <a:ext uri="{FF2B5EF4-FFF2-40B4-BE49-F238E27FC236}">
                  <a16:creationId xmlns:a16="http://schemas.microsoft.com/office/drawing/2014/main" id="{9C7FFFC3-9DE0-165E-1A04-20383254FBD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1" name="Line 5">
              <a:extLst>
                <a:ext uri="{FF2B5EF4-FFF2-40B4-BE49-F238E27FC236}">
                  <a16:creationId xmlns:a16="http://schemas.microsoft.com/office/drawing/2014/main" id="{C4BCA252-395E-EAC7-15AD-8B38D58EE12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2" name="Line 6">
              <a:extLst>
                <a:ext uri="{FF2B5EF4-FFF2-40B4-BE49-F238E27FC236}">
                  <a16:creationId xmlns:a16="http://schemas.microsoft.com/office/drawing/2014/main" id="{CF3E2525-64BB-77D8-C9B3-CB02FC2A10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3" name="Line 7">
              <a:extLst>
                <a:ext uri="{FF2B5EF4-FFF2-40B4-BE49-F238E27FC236}">
                  <a16:creationId xmlns:a16="http://schemas.microsoft.com/office/drawing/2014/main" id="{D03D3496-EFE1-1EBF-4A55-19AF35B77A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4" name="Line 8">
              <a:extLst>
                <a:ext uri="{FF2B5EF4-FFF2-40B4-BE49-F238E27FC236}">
                  <a16:creationId xmlns:a16="http://schemas.microsoft.com/office/drawing/2014/main" id="{9D6BA782-69F7-ED0E-ABBF-71FEE02D94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5" name="Line 9">
              <a:extLst>
                <a:ext uri="{FF2B5EF4-FFF2-40B4-BE49-F238E27FC236}">
                  <a16:creationId xmlns:a16="http://schemas.microsoft.com/office/drawing/2014/main" id="{166E5D71-9371-7DE0-2479-2C6078FC66E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6" name="Line 10">
              <a:extLst>
                <a:ext uri="{FF2B5EF4-FFF2-40B4-BE49-F238E27FC236}">
                  <a16:creationId xmlns:a16="http://schemas.microsoft.com/office/drawing/2014/main" id="{1FD39AE4-824C-E19F-8CFF-FA6EE9F993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7" name="Line 11">
              <a:extLst>
                <a:ext uri="{FF2B5EF4-FFF2-40B4-BE49-F238E27FC236}">
                  <a16:creationId xmlns:a16="http://schemas.microsoft.com/office/drawing/2014/main" id="{38486B96-6BD0-B97D-ED5C-C0665026D1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8" name="Line 12">
              <a:extLst>
                <a:ext uri="{FF2B5EF4-FFF2-40B4-BE49-F238E27FC236}">
                  <a16:creationId xmlns:a16="http://schemas.microsoft.com/office/drawing/2014/main" id="{E561B91A-A937-B3FD-719B-FBEC9442BC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09" name="Line 13">
              <a:extLst>
                <a:ext uri="{FF2B5EF4-FFF2-40B4-BE49-F238E27FC236}">
                  <a16:creationId xmlns:a16="http://schemas.microsoft.com/office/drawing/2014/main" id="{B616322F-BE1D-FAAC-3012-FCEC126F8D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0" name="Line 14">
              <a:extLst>
                <a:ext uri="{FF2B5EF4-FFF2-40B4-BE49-F238E27FC236}">
                  <a16:creationId xmlns:a16="http://schemas.microsoft.com/office/drawing/2014/main" id="{3C38E3DC-E4B8-CD0E-2D28-95353460008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1" name="Line 15">
              <a:extLst>
                <a:ext uri="{FF2B5EF4-FFF2-40B4-BE49-F238E27FC236}">
                  <a16:creationId xmlns:a16="http://schemas.microsoft.com/office/drawing/2014/main" id="{86439A48-0F6B-A1F7-B2AE-34B9FDF086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12" name="Line 16">
              <a:extLst>
                <a:ext uri="{FF2B5EF4-FFF2-40B4-BE49-F238E27FC236}">
                  <a16:creationId xmlns:a16="http://schemas.microsoft.com/office/drawing/2014/main" id="{9F6525D5-9D46-EB60-B332-0959C44330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14" name="Rectangle 18">
            <a:extLst>
              <a:ext uri="{FF2B5EF4-FFF2-40B4-BE49-F238E27FC236}">
                <a16:creationId xmlns:a16="http://schemas.microsoft.com/office/drawing/2014/main" id="{99DDCB7C-244C-B954-D3FE-06AFC7B77F1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279082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- 0 8 - 1 9 9 5</a:t>
            </a:r>
          </a:p>
        </p:txBody>
      </p:sp>
      <p:grpSp>
        <p:nvGrpSpPr>
          <p:cNvPr id="4117" name="Group 21">
            <a:extLst>
              <a:ext uri="{FF2B5EF4-FFF2-40B4-BE49-F238E27FC236}">
                <a16:creationId xmlns:a16="http://schemas.microsoft.com/office/drawing/2014/main" id="{AE8D8699-5524-F34F-D874-F3DF026D762D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4115" name="Rectangle 19">
              <a:extLst>
                <a:ext uri="{FF2B5EF4-FFF2-40B4-BE49-F238E27FC236}">
                  <a16:creationId xmlns:a16="http://schemas.microsoft.com/office/drawing/2014/main" id="{3539160E-3401-2661-B4CB-A9845DD728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16" name="Line 20">
              <a:extLst>
                <a:ext uri="{FF2B5EF4-FFF2-40B4-BE49-F238E27FC236}">
                  <a16:creationId xmlns:a16="http://schemas.microsoft.com/office/drawing/2014/main" id="{97ACD202-96C3-D400-727C-E4896D441C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20" name="Group 24">
            <a:extLst>
              <a:ext uri="{FF2B5EF4-FFF2-40B4-BE49-F238E27FC236}">
                <a16:creationId xmlns:a16="http://schemas.microsoft.com/office/drawing/2014/main" id="{EDF1D3B5-2D41-9A5E-6D56-2D5E26668339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4118" name="Rectangle 22">
              <a:extLst>
                <a:ext uri="{FF2B5EF4-FFF2-40B4-BE49-F238E27FC236}">
                  <a16:creationId xmlns:a16="http://schemas.microsoft.com/office/drawing/2014/main" id="{B336E7A4-49ED-DCA1-61B8-2317AC1456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19" name="Line 23">
              <a:extLst>
                <a:ext uri="{FF2B5EF4-FFF2-40B4-BE49-F238E27FC236}">
                  <a16:creationId xmlns:a16="http://schemas.microsoft.com/office/drawing/2014/main" id="{0B4D0BC4-406F-3583-4160-5899FAFFF39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23" name="Group 27">
            <a:extLst>
              <a:ext uri="{FF2B5EF4-FFF2-40B4-BE49-F238E27FC236}">
                <a16:creationId xmlns:a16="http://schemas.microsoft.com/office/drawing/2014/main" id="{8013314E-4663-0443-903A-415EB6647F78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1114425"/>
            <a:ext cx="571500" cy="287338"/>
            <a:chOff x="1306" y="702"/>
            <a:chExt cx="360" cy="181"/>
          </a:xfrm>
        </p:grpSpPr>
        <p:sp>
          <p:nvSpPr>
            <p:cNvPr id="4121" name="Rectangle 25">
              <a:extLst>
                <a:ext uri="{FF2B5EF4-FFF2-40B4-BE49-F238E27FC236}">
                  <a16:creationId xmlns:a16="http://schemas.microsoft.com/office/drawing/2014/main" id="{916CC2BF-30D0-E409-CADD-BAE589AC9BD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702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22" name="Line 26">
              <a:extLst>
                <a:ext uri="{FF2B5EF4-FFF2-40B4-BE49-F238E27FC236}">
                  <a16:creationId xmlns:a16="http://schemas.microsoft.com/office/drawing/2014/main" id="{66F982A7-7434-31F9-B8A4-D100F688B5D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704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24" name="Rectangle 28">
            <a:extLst>
              <a:ext uri="{FF2B5EF4-FFF2-40B4-BE49-F238E27FC236}">
                <a16:creationId xmlns:a16="http://schemas.microsoft.com/office/drawing/2014/main" id="{81A58534-B1A4-C2AF-AF16-9B4A356107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</a:t>
            </a:r>
          </a:p>
        </p:txBody>
      </p:sp>
      <p:sp>
        <p:nvSpPr>
          <p:cNvPr id="4125" name="Rectangle 29">
            <a:extLst>
              <a:ext uri="{FF2B5EF4-FFF2-40B4-BE49-F238E27FC236}">
                <a16:creationId xmlns:a16="http://schemas.microsoft.com/office/drawing/2014/main" id="{6C709A27-E267-A7F9-53C9-55ADA88FCF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2608263"/>
            <a:ext cx="4483100" cy="1004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"19-08-1995" TO DateStr.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UNSTRING DateStr INTO DayStr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, MonthStr, YearStr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ON OVERFLOW DISPLAY "Chars Left"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DISPLAY DayStr SPACE MonthStr SPACE YearStr.</a:t>
            </a:r>
          </a:p>
        </p:txBody>
      </p:sp>
      <p:sp useBgFill="1">
        <p:nvSpPr>
          <p:cNvPr id="4126" name="Freeform 30">
            <a:extLst>
              <a:ext uri="{FF2B5EF4-FFF2-40B4-BE49-F238E27FC236}">
                <a16:creationId xmlns:a16="http://schemas.microsoft.com/office/drawing/2014/main" id="{F47AB280-AD9D-10A4-D068-EF7C78BB6AF3}"/>
              </a:ext>
            </a:extLst>
          </p:cNvPr>
          <p:cNvSpPr>
            <a:spLocks/>
          </p:cNvSpPr>
          <p:nvPr/>
        </p:nvSpPr>
        <p:spPr bwMode="auto">
          <a:xfrm>
            <a:off x="14288" y="2219325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06" y="297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27" name="Rectangle 31">
            <a:extLst>
              <a:ext uri="{FF2B5EF4-FFF2-40B4-BE49-F238E27FC236}">
                <a16:creationId xmlns:a16="http://schemas.microsoft.com/office/drawing/2014/main" id="{B24EBECA-970C-C542-B7BA-63CDFD5CC9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1</a:t>
            </a:r>
          </a:p>
        </p:txBody>
      </p:sp>
      <p:sp>
        <p:nvSpPr>
          <p:cNvPr id="4128" name="Oval 32">
            <a:extLst>
              <a:ext uri="{FF2B5EF4-FFF2-40B4-BE49-F238E27FC236}">
                <a16:creationId xmlns:a16="http://schemas.microsoft.com/office/drawing/2014/main" id="{9324FC3B-3E09-1CE9-399D-3974A8ACE7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4500" y="1749425"/>
            <a:ext cx="501650" cy="368300"/>
          </a:xfrm>
          <a:prstGeom prst="ellipse">
            <a:avLst/>
          </a:prstGeom>
          <a:noFill/>
          <a:ln w="1270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4129" name="Arc 33">
            <a:extLst>
              <a:ext uri="{FF2B5EF4-FFF2-40B4-BE49-F238E27FC236}">
                <a16:creationId xmlns:a16="http://schemas.microsoft.com/office/drawing/2014/main" id="{B3A1891C-F94A-38E5-0749-04BAC9D02B7D}"/>
              </a:ext>
            </a:extLst>
          </p:cNvPr>
          <p:cNvSpPr>
            <a:spLocks/>
          </p:cNvSpPr>
          <p:nvPr/>
        </p:nvSpPr>
        <p:spPr bwMode="auto">
          <a:xfrm>
            <a:off x="687388" y="485775"/>
            <a:ext cx="1343025" cy="125730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74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80"/>
                  <a:pt x="9654" y="14"/>
                  <a:pt x="21574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80"/>
                  <a:pt x="9654" y="14"/>
                  <a:pt x="21574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FF33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4130" name="AutoShape 34">
            <a:extLst>
              <a:ext uri="{FF2B5EF4-FFF2-40B4-BE49-F238E27FC236}">
                <a16:creationId xmlns:a16="http://schemas.microsoft.com/office/drawing/2014/main" id="{8A1ABED2-397A-129B-4AB4-9E4D0E7046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A868414E-ABAA-8E8B-32CF-3700BF7E14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5137" name="Group 17">
            <a:extLst>
              <a:ext uri="{FF2B5EF4-FFF2-40B4-BE49-F238E27FC236}">
                <a16:creationId xmlns:a16="http://schemas.microsoft.com/office/drawing/2014/main" id="{C5C4C43E-5AC6-9E0E-4B39-84AFB8A8626C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5123" name="Rectangle 3">
              <a:extLst>
                <a:ext uri="{FF2B5EF4-FFF2-40B4-BE49-F238E27FC236}">
                  <a16:creationId xmlns:a16="http://schemas.microsoft.com/office/drawing/2014/main" id="{9C4819DC-B0FF-DB11-A00C-57205D8E38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24" name="Line 4">
              <a:extLst>
                <a:ext uri="{FF2B5EF4-FFF2-40B4-BE49-F238E27FC236}">
                  <a16:creationId xmlns:a16="http://schemas.microsoft.com/office/drawing/2014/main" id="{557A15B9-7A81-BB4E-5C3F-DF6C4C88D6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5" name="Line 5">
              <a:extLst>
                <a:ext uri="{FF2B5EF4-FFF2-40B4-BE49-F238E27FC236}">
                  <a16:creationId xmlns:a16="http://schemas.microsoft.com/office/drawing/2014/main" id="{C9FC87F1-381B-5919-F72A-08DB19302E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6" name="Line 6">
              <a:extLst>
                <a:ext uri="{FF2B5EF4-FFF2-40B4-BE49-F238E27FC236}">
                  <a16:creationId xmlns:a16="http://schemas.microsoft.com/office/drawing/2014/main" id="{824331C7-108F-18D1-F97D-7BFDDE7C64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7" name="Line 7">
              <a:extLst>
                <a:ext uri="{FF2B5EF4-FFF2-40B4-BE49-F238E27FC236}">
                  <a16:creationId xmlns:a16="http://schemas.microsoft.com/office/drawing/2014/main" id="{85EA2E9C-19B9-71C8-5AFD-81A7270BA2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8" name="Line 8">
              <a:extLst>
                <a:ext uri="{FF2B5EF4-FFF2-40B4-BE49-F238E27FC236}">
                  <a16:creationId xmlns:a16="http://schemas.microsoft.com/office/drawing/2014/main" id="{E22F4BC1-9B5A-D50D-6BE0-11CB2B9E8C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29" name="Line 9">
              <a:extLst>
                <a:ext uri="{FF2B5EF4-FFF2-40B4-BE49-F238E27FC236}">
                  <a16:creationId xmlns:a16="http://schemas.microsoft.com/office/drawing/2014/main" id="{336A0243-91F5-FEFB-A3F2-1CBBCA1799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0" name="Line 10">
              <a:extLst>
                <a:ext uri="{FF2B5EF4-FFF2-40B4-BE49-F238E27FC236}">
                  <a16:creationId xmlns:a16="http://schemas.microsoft.com/office/drawing/2014/main" id="{7BDEB5AE-650C-8B64-1590-87444EB868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1" name="Line 11">
              <a:extLst>
                <a:ext uri="{FF2B5EF4-FFF2-40B4-BE49-F238E27FC236}">
                  <a16:creationId xmlns:a16="http://schemas.microsoft.com/office/drawing/2014/main" id="{22913DA4-5E55-3D49-5785-8DDBD53BE9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2" name="Line 12">
              <a:extLst>
                <a:ext uri="{FF2B5EF4-FFF2-40B4-BE49-F238E27FC236}">
                  <a16:creationId xmlns:a16="http://schemas.microsoft.com/office/drawing/2014/main" id="{05265749-F60F-B8B6-4D99-1F197B927C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3" name="Line 13">
              <a:extLst>
                <a:ext uri="{FF2B5EF4-FFF2-40B4-BE49-F238E27FC236}">
                  <a16:creationId xmlns:a16="http://schemas.microsoft.com/office/drawing/2014/main" id="{F955D5FE-F614-BEF2-0357-A132AB2688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4" name="Line 14">
              <a:extLst>
                <a:ext uri="{FF2B5EF4-FFF2-40B4-BE49-F238E27FC236}">
                  <a16:creationId xmlns:a16="http://schemas.microsoft.com/office/drawing/2014/main" id="{0876D7C5-19B7-EF84-8CC6-CEC94C80A3B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5" name="Line 15">
              <a:extLst>
                <a:ext uri="{FF2B5EF4-FFF2-40B4-BE49-F238E27FC236}">
                  <a16:creationId xmlns:a16="http://schemas.microsoft.com/office/drawing/2014/main" id="{1440FE45-68E8-6E47-45BA-1D2AAC34CA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136" name="Line 16">
              <a:extLst>
                <a:ext uri="{FF2B5EF4-FFF2-40B4-BE49-F238E27FC236}">
                  <a16:creationId xmlns:a16="http://schemas.microsoft.com/office/drawing/2014/main" id="{3305C41B-593E-FFCA-0210-5EE82F48D3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38" name="Rectangle 18">
            <a:extLst>
              <a:ext uri="{FF2B5EF4-FFF2-40B4-BE49-F238E27FC236}">
                <a16:creationId xmlns:a16="http://schemas.microsoft.com/office/drawing/2014/main" id="{F70ACC82-A065-6F1D-ECC5-5EA083D11E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279082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 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- 0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8 - 1 9 9 5</a:t>
            </a:r>
          </a:p>
        </p:txBody>
      </p:sp>
      <p:grpSp>
        <p:nvGrpSpPr>
          <p:cNvPr id="5141" name="Group 21">
            <a:extLst>
              <a:ext uri="{FF2B5EF4-FFF2-40B4-BE49-F238E27FC236}">
                <a16:creationId xmlns:a16="http://schemas.microsoft.com/office/drawing/2014/main" id="{6BE06232-D18C-739E-AD5A-5488CD1868D8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5139" name="Rectangle 19">
              <a:extLst>
                <a:ext uri="{FF2B5EF4-FFF2-40B4-BE49-F238E27FC236}">
                  <a16:creationId xmlns:a16="http://schemas.microsoft.com/office/drawing/2014/main" id="{08BF2702-71B0-F064-6598-6FC813620B3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40" name="Line 20">
              <a:extLst>
                <a:ext uri="{FF2B5EF4-FFF2-40B4-BE49-F238E27FC236}">
                  <a16:creationId xmlns:a16="http://schemas.microsoft.com/office/drawing/2014/main" id="{66B5A786-AE18-0A85-625C-92F0384CCD7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44" name="Group 24">
            <a:extLst>
              <a:ext uri="{FF2B5EF4-FFF2-40B4-BE49-F238E27FC236}">
                <a16:creationId xmlns:a16="http://schemas.microsoft.com/office/drawing/2014/main" id="{15D2A388-C107-83EB-76C7-A145158473E7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5142" name="Rectangle 22">
              <a:extLst>
                <a:ext uri="{FF2B5EF4-FFF2-40B4-BE49-F238E27FC236}">
                  <a16:creationId xmlns:a16="http://schemas.microsoft.com/office/drawing/2014/main" id="{BB37F0F5-6A57-5A66-B733-E1FD4659D91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43" name="Line 23">
              <a:extLst>
                <a:ext uri="{FF2B5EF4-FFF2-40B4-BE49-F238E27FC236}">
                  <a16:creationId xmlns:a16="http://schemas.microsoft.com/office/drawing/2014/main" id="{250C09CC-7D32-00DA-5A23-197EBD65BE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147" name="Group 27">
            <a:extLst>
              <a:ext uri="{FF2B5EF4-FFF2-40B4-BE49-F238E27FC236}">
                <a16:creationId xmlns:a16="http://schemas.microsoft.com/office/drawing/2014/main" id="{3ABD204B-54C7-3999-C783-9645602A8368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1114425"/>
            <a:ext cx="571500" cy="287338"/>
            <a:chOff x="1306" y="702"/>
            <a:chExt cx="360" cy="181"/>
          </a:xfrm>
        </p:grpSpPr>
        <p:sp>
          <p:nvSpPr>
            <p:cNvPr id="5145" name="Rectangle 25">
              <a:extLst>
                <a:ext uri="{FF2B5EF4-FFF2-40B4-BE49-F238E27FC236}">
                  <a16:creationId xmlns:a16="http://schemas.microsoft.com/office/drawing/2014/main" id="{A74E655B-8D9E-55B1-9BA5-6B8036E23E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702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46" name="Line 26">
              <a:extLst>
                <a:ext uri="{FF2B5EF4-FFF2-40B4-BE49-F238E27FC236}">
                  <a16:creationId xmlns:a16="http://schemas.microsoft.com/office/drawing/2014/main" id="{5CA59042-DA55-566B-E482-B085DA5A29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704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148" name="Rectangle 28">
            <a:extLst>
              <a:ext uri="{FF2B5EF4-FFF2-40B4-BE49-F238E27FC236}">
                <a16:creationId xmlns:a16="http://schemas.microsoft.com/office/drawing/2014/main" id="{C5EC56B8-302B-8F0E-75CF-46100FFF3A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</a:t>
            </a:r>
          </a:p>
        </p:txBody>
      </p:sp>
      <p:sp>
        <p:nvSpPr>
          <p:cNvPr id="5149" name="Rectangle 29">
            <a:extLst>
              <a:ext uri="{FF2B5EF4-FFF2-40B4-BE49-F238E27FC236}">
                <a16:creationId xmlns:a16="http://schemas.microsoft.com/office/drawing/2014/main" id="{DAEF7123-C98C-861A-DF21-ADD1037C98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2608263"/>
            <a:ext cx="4483100" cy="1004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"19-08-1995" TO DateStr.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UNSTRING DateStr INTO DayStr,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latin typeface="Courier New" panose="02070309020205020404" pitchFamily="49" charset="0"/>
              </a:rPr>
              <a:t>MonthStr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, YearStr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ON OVERFLOW DISPLAY "Chars Left"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DISPLAY DayStr SPACE MonthStr SPACE YearStr.</a:t>
            </a:r>
          </a:p>
        </p:txBody>
      </p:sp>
      <p:sp useBgFill="1">
        <p:nvSpPr>
          <p:cNvPr id="5150" name="Freeform 30">
            <a:extLst>
              <a:ext uri="{FF2B5EF4-FFF2-40B4-BE49-F238E27FC236}">
                <a16:creationId xmlns:a16="http://schemas.microsoft.com/office/drawing/2014/main" id="{98BA1B75-DAD0-E78C-D1AE-F489C1A056F7}"/>
              </a:ext>
            </a:extLst>
          </p:cNvPr>
          <p:cNvSpPr>
            <a:spLocks/>
          </p:cNvSpPr>
          <p:nvPr/>
        </p:nvSpPr>
        <p:spPr bwMode="auto">
          <a:xfrm>
            <a:off x="14288" y="2219325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06" y="297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1" name="Rectangle 31">
            <a:extLst>
              <a:ext uri="{FF2B5EF4-FFF2-40B4-BE49-F238E27FC236}">
                <a16:creationId xmlns:a16="http://schemas.microsoft.com/office/drawing/2014/main" id="{7FD461EB-AE1D-C02E-68F6-43939DDA4E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1</a:t>
            </a:r>
          </a:p>
        </p:txBody>
      </p:sp>
      <p:sp>
        <p:nvSpPr>
          <p:cNvPr id="5152" name="Oval 32">
            <a:extLst>
              <a:ext uri="{FF2B5EF4-FFF2-40B4-BE49-F238E27FC236}">
                <a16:creationId xmlns:a16="http://schemas.microsoft.com/office/drawing/2014/main" id="{950865E1-D9B6-84A1-313E-CC8D2ABF89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6950" y="1758950"/>
            <a:ext cx="501650" cy="368300"/>
          </a:xfrm>
          <a:prstGeom prst="ellipse">
            <a:avLst/>
          </a:prstGeom>
          <a:noFill/>
          <a:ln w="1270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5153" name="Arc 33">
            <a:extLst>
              <a:ext uri="{FF2B5EF4-FFF2-40B4-BE49-F238E27FC236}">
                <a16:creationId xmlns:a16="http://schemas.microsoft.com/office/drawing/2014/main" id="{36613AA3-3D3E-22ED-60B1-D51A0A62947A}"/>
              </a:ext>
            </a:extLst>
          </p:cNvPr>
          <p:cNvSpPr>
            <a:spLocks/>
          </p:cNvSpPr>
          <p:nvPr/>
        </p:nvSpPr>
        <p:spPr bwMode="auto">
          <a:xfrm>
            <a:off x="1257300" y="895350"/>
            <a:ext cx="771525" cy="895350"/>
          </a:xfrm>
          <a:custGeom>
            <a:avLst/>
            <a:gdLst>
              <a:gd name="G0" fmla="+- 21579 0 0"/>
              <a:gd name="G1" fmla="+- 21600 0 0"/>
              <a:gd name="G2" fmla="+- 21600 0 0"/>
              <a:gd name="T0" fmla="*/ 0 w 21579"/>
              <a:gd name="T1" fmla="*/ 20643 h 21600"/>
              <a:gd name="T2" fmla="*/ 21535 w 21579"/>
              <a:gd name="T3" fmla="*/ 0 h 21600"/>
              <a:gd name="T4" fmla="*/ 21579 w 21579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579" h="21600" fill="none" extrusionOk="0">
                <a:moveTo>
                  <a:pt x="0" y="20643"/>
                </a:moveTo>
                <a:cubicBezTo>
                  <a:pt x="511" y="9114"/>
                  <a:pt x="9994" y="23"/>
                  <a:pt x="21535" y="0"/>
                </a:cubicBezTo>
              </a:path>
              <a:path w="21579" h="21600" stroke="0" extrusionOk="0">
                <a:moveTo>
                  <a:pt x="0" y="20643"/>
                </a:moveTo>
                <a:cubicBezTo>
                  <a:pt x="511" y="9114"/>
                  <a:pt x="9994" y="23"/>
                  <a:pt x="21535" y="0"/>
                </a:cubicBezTo>
                <a:lnTo>
                  <a:pt x="21579" y="21600"/>
                </a:lnTo>
                <a:close/>
              </a:path>
            </a:pathLst>
          </a:custGeom>
          <a:noFill/>
          <a:ln w="12700" cap="rnd">
            <a:solidFill>
              <a:srgbClr val="FF33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5154" name="Rectangle 34">
            <a:extLst>
              <a:ext uri="{FF2B5EF4-FFF2-40B4-BE49-F238E27FC236}">
                <a16:creationId xmlns:a16="http://schemas.microsoft.com/office/drawing/2014/main" id="{BED95535-891C-78A0-7DAE-E3CACF4D8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- 0</a:t>
            </a:r>
          </a:p>
        </p:txBody>
      </p:sp>
      <p:sp>
        <p:nvSpPr>
          <p:cNvPr id="5155" name="AutoShape 35">
            <a:extLst>
              <a:ext uri="{FF2B5EF4-FFF2-40B4-BE49-F238E27FC236}">
                <a16:creationId xmlns:a16="http://schemas.microsoft.com/office/drawing/2014/main" id="{A588AAFB-F560-86EA-6A87-96775E4B81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EEE1AC6C-6A0B-622C-77F9-9D913CD867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32019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X(4).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6161" name="Group 17">
            <a:extLst>
              <a:ext uri="{FF2B5EF4-FFF2-40B4-BE49-F238E27FC236}">
                <a16:creationId xmlns:a16="http://schemas.microsoft.com/office/drawing/2014/main" id="{C7CF546F-7F91-B40D-B068-337EDAEF7CF0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6147" name="Rectangle 3">
              <a:extLst>
                <a:ext uri="{FF2B5EF4-FFF2-40B4-BE49-F238E27FC236}">
                  <a16:creationId xmlns:a16="http://schemas.microsoft.com/office/drawing/2014/main" id="{7D364805-AACA-1034-D849-19C7872659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48" name="Line 4">
              <a:extLst>
                <a:ext uri="{FF2B5EF4-FFF2-40B4-BE49-F238E27FC236}">
                  <a16:creationId xmlns:a16="http://schemas.microsoft.com/office/drawing/2014/main" id="{DEA2DB29-97FA-63CE-20FE-5D1AB7FDB9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49" name="Line 5">
              <a:extLst>
                <a:ext uri="{FF2B5EF4-FFF2-40B4-BE49-F238E27FC236}">
                  <a16:creationId xmlns:a16="http://schemas.microsoft.com/office/drawing/2014/main" id="{4972789A-1252-2B54-F261-95A4CF373B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0" name="Line 6">
              <a:extLst>
                <a:ext uri="{FF2B5EF4-FFF2-40B4-BE49-F238E27FC236}">
                  <a16:creationId xmlns:a16="http://schemas.microsoft.com/office/drawing/2014/main" id="{F7D79200-B0CA-0D29-8693-81E966DC8D1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1" name="Line 7">
              <a:extLst>
                <a:ext uri="{FF2B5EF4-FFF2-40B4-BE49-F238E27FC236}">
                  <a16:creationId xmlns:a16="http://schemas.microsoft.com/office/drawing/2014/main" id="{23EB9938-007C-B192-0714-0D19A6DBF8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2" name="Line 8">
              <a:extLst>
                <a:ext uri="{FF2B5EF4-FFF2-40B4-BE49-F238E27FC236}">
                  <a16:creationId xmlns:a16="http://schemas.microsoft.com/office/drawing/2014/main" id="{704D4B2D-5C79-BDBD-85D6-7738999F88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3" name="Line 9">
              <a:extLst>
                <a:ext uri="{FF2B5EF4-FFF2-40B4-BE49-F238E27FC236}">
                  <a16:creationId xmlns:a16="http://schemas.microsoft.com/office/drawing/2014/main" id="{4B42098E-9BBD-CEEE-0EED-7047119BFE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4" name="Line 10">
              <a:extLst>
                <a:ext uri="{FF2B5EF4-FFF2-40B4-BE49-F238E27FC236}">
                  <a16:creationId xmlns:a16="http://schemas.microsoft.com/office/drawing/2014/main" id="{A32A3117-78A7-CCFB-2CC5-47F195F81E4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5" name="Line 11">
              <a:extLst>
                <a:ext uri="{FF2B5EF4-FFF2-40B4-BE49-F238E27FC236}">
                  <a16:creationId xmlns:a16="http://schemas.microsoft.com/office/drawing/2014/main" id="{05CBCAF1-21C0-DD43-38A1-416F8C6FAB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6" name="Line 12">
              <a:extLst>
                <a:ext uri="{FF2B5EF4-FFF2-40B4-BE49-F238E27FC236}">
                  <a16:creationId xmlns:a16="http://schemas.microsoft.com/office/drawing/2014/main" id="{27535738-6F0D-758F-81CC-35C7D770E6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7" name="Line 13">
              <a:extLst>
                <a:ext uri="{FF2B5EF4-FFF2-40B4-BE49-F238E27FC236}">
                  <a16:creationId xmlns:a16="http://schemas.microsoft.com/office/drawing/2014/main" id="{AFEACC78-B43F-1FAF-AC6E-1B8BE53D89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8" name="Line 14">
              <a:extLst>
                <a:ext uri="{FF2B5EF4-FFF2-40B4-BE49-F238E27FC236}">
                  <a16:creationId xmlns:a16="http://schemas.microsoft.com/office/drawing/2014/main" id="{D4E6F303-E664-3CB9-70DD-53BB1F4750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59" name="Line 15">
              <a:extLst>
                <a:ext uri="{FF2B5EF4-FFF2-40B4-BE49-F238E27FC236}">
                  <a16:creationId xmlns:a16="http://schemas.microsoft.com/office/drawing/2014/main" id="{469457FB-C957-41DC-53D9-C93362196D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60" name="Line 16">
              <a:extLst>
                <a:ext uri="{FF2B5EF4-FFF2-40B4-BE49-F238E27FC236}">
                  <a16:creationId xmlns:a16="http://schemas.microsoft.com/office/drawing/2014/main" id="{F397E034-20A2-D7F1-AC7B-DB15E08B1A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62" name="Rectangle 18">
            <a:extLst>
              <a:ext uri="{FF2B5EF4-FFF2-40B4-BE49-F238E27FC236}">
                <a16:creationId xmlns:a16="http://schemas.microsoft.com/office/drawing/2014/main" id="{BA154004-A2B2-7507-2EC8-6CE5F9CF7A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278923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9 - 0 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8 -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9 5</a:t>
            </a:r>
          </a:p>
        </p:txBody>
      </p:sp>
      <p:grpSp>
        <p:nvGrpSpPr>
          <p:cNvPr id="6165" name="Group 21">
            <a:extLst>
              <a:ext uri="{FF2B5EF4-FFF2-40B4-BE49-F238E27FC236}">
                <a16:creationId xmlns:a16="http://schemas.microsoft.com/office/drawing/2014/main" id="{BC7D7967-E312-A119-AE6F-105A06F658DB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6163" name="Rectangle 19">
              <a:extLst>
                <a:ext uri="{FF2B5EF4-FFF2-40B4-BE49-F238E27FC236}">
                  <a16:creationId xmlns:a16="http://schemas.microsoft.com/office/drawing/2014/main" id="{0CC4E766-5C4A-0E22-DBC3-6CF58E1732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64" name="Line 20">
              <a:extLst>
                <a:ext uri="{FF2B5EF4-FFF2-40B4-BE49-F238E27FC236}">
                  <a16:creationId xmlns:a16="http://schemas.microsoft.com/office/drawing/2014/main" id="{845076E9-CB9A-5414-2965-86CC65AABD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168" name="Group 24">
            <a:extLst>
              <a:ext uri="{FF2B5EF4-FFF2-40B4-BE49-F238E27FC236}">
                <a16:creationId xmlns:a16="http://schemas.microsoft.com/office/drawing/2014/main" id="{806D91D9-3199-59A8-B9D0-DFAC3786A3FD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6166" name="Rectangle 22">
              <a:extLst>
                <a:ext uri="{FF2B5EF4-FFF2-40B4-BE49-F238E27FC236}">
                  <a16:creationId xmlns:a16="http://schemas.microsoft.com/office/drawing/2014/main" id="{04F7D383-92FB-9B65-0A67-F577956D71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67" name="Line 23">
              <a:extLst>
                <a:ext uri="{FF2B5EF4-FFF2-40B4-BE49-F238E27FC236}">
                  <a16:creationId xmlns:a16="http://schemas.microsoft.com/office/drawing/2014/main" id="{E69E0560-98D5-3FB8-03A1-9971C77BFF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169" name="Rectangle 25">
            <a:extLst>
              <a:ext uri="{FF2B5EF4-FFF2-40B4-BE49-F238E27FC236}">
                <a16:creationId xmlns:a16="http://schemas.microsoft.com/office/drawing/2014/main" id="{08093E98-8064-1299-8D3C-47E210CDE7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70" name="Line 26">
            <a:extLst>
              <a:ext uri="{FF2B5EF4-FFF2-40B4-BE49-F238E27FC236}">
                <a16:creationId xmlns:a16="http://schemas.microsoft.com/office/drawing/2014/main" id="{B38C133D-5A2E-023C-0080-EDC171A2374C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71" name="Rectangle 27">
            <a:extLst>
              <a:ext uri="{FF2B5EF4-FFF2-40B4-BE49-F238E27FC236}">
                <a16:creationId xmlns:a16="http://schemas.microsoft.com/office/drawing/2014/main" id="{AB1A1002-6308-25DE-6D58-483CDBC524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</a:t>
            </a:r>
          </a:p>
        </p:txBody>
      </p:sp>
      <p:sp>
        <p:nvSpPr>
          <p:cNvPr id="6172" name="Rectangle 28">
            <a:extLst>
              <a:ext uri="{FF2B5EF4-FFF2-40B4-BE49-F238E27FC236}">
                <a16:creationId xmlns:a16="http://schemas.microsoft.com/office/drawing/2014/main" id="{4B9709C9-AD43-4279-5E58-B192DDF2B7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2608263"/>
            <a:ext cx="44831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"19-08-95" TO DateStr.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UNSTRING DateStr INTO DayStr, MonthStr, YearStr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ON OVERFLOW DISPLAY "Chars Left"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</a:t>
            </a:r>
          </a:p>
        </p:txBody>
      </p:sp>
      <p:sp useBgFill="1">
        <p:nvSpPr>
          <p:cNvPr id="6173" name="Freeform 29">
            <a:extLst>
              <a:ext uri="{FF2B5EF4-FFF2-40B4-BE49-F238E27FC236}">
                <a16:creationId xmlns:a16="http://schemas.microsoft.com/office/drawing/2014/main" id="{AEB889FC-9023-411A-5027-C424B88140CF}"/>
              </a:ext>
            </a:extLst>
          </p:cNvPr>
          <p:cNvSpPr>
            <a:spLocks/>
          </p:cNvSpPr>
          <p:nvPr/>
        </p:nvSpPr>
        <p:spPr bwMode="auto">
          <a:xfrm>
            <a:off x="14288" y="2219325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06" y="297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74" name="Rectangle 30">
            <a:extLst>
              <a:ext uri="{FF2B5EF4-FFF2-40B4-BE49-F238E27FC236}">
                <a16:creationId xmlns:a16="http://schemas.microsoft.com/office/drawing/2014/main" id="{667AACA7-87B7-577A-D060-591556B2EB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1</a:t>
            </a:r>
          </a:p>
        </p:txBody>
      </p:sp>
      <p:sp>
        <p:nvSpPr>
          <p:cNvPr id="6175" name="Oval 31">
            <a:extLst>
              <a:ext uri="{FF2B5EF4-FFF2-40B4-BE49-F238E27FC236}">
                <a16:creationId xmlns:a16="http://schemas.microsoft.com/office/drawing/2014/main" id="{C4980E17-BDAB-2088-0BC4-BA867CA133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77975" y="1758950"/>
            <a:ext cx="1016000" cy="368300"/>
          </a:xfrm>
          <a:prstGeom prst="ellipse">
            <a:avLst/>
          </a:prstGeom>
          <a:noFill/>
          <a:ln w="1270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6176" name="Rectangle 32">
            <a:extLst>
              <a:ext uri="{FF2B5EF4-FFF2-40B4-BE49-F238E27FC236}">
                <a16:creationId xmlns:a16="http://schemas.microsoft.com/office/drawing/2014/main" id="{3DE6B0B0-418B-92BC-CBF9-61A2CA3651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- 0</a:t>
            </a:r>
          </a:p>
        </p:txBody>
      </p:sp>
      <p:sp>
        <p:nvSpPr>
          <p:cNvPr id="6177" name="Rectangle 33">
            <a:extLst>
              <a:ext uri="{FF2B5EF4-FFF2-40B4-BE49-F238E27FC236}">
                <a16:creationId xmlns:a16="http://schemas.microsoft.com/office/drawing/2014/main" id="{739B8AA3-D0D7-7CA8-A81E-ACBA267A9E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1525" y="1073150"/>
            <a:ext cx="11445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8 - 1 9</a:t>
            </a:r>
          </a:p>
        </p:txBody>
      </p:sp>
      <p:sp>
        <p:nvSpPr>
          <p:cNvPr id="6178" name="Arc 34">
            <a:extLst>
              <a:ext uri="{FF2B5EF4-FFF2-40B4-BE49-F238E27FC236}">
                <a16:creationId xmlns:a16="http://schemas.microsoft.com/office/drawing/2014/main" id="{5BA1F39A-0DC5-6532-FCE1-EB28BDF12EBE}"/>
              </a:ext>
            </a:extLst>
          </p:cNvPr>
          <p:cNvSpPr>
            <a:spLocks/>
          </p:cNvSpPr>
          <p:nvPr/>
        </p:nvSpPr>
        <p:spPr bwMode="auto">
          <a:xfrm>
            <a:off x="1830388" y="1266825"/>
            <a:ext cx="255587" cy="523875"/>
          </a:xfrm>
          <a:custGeom>
            <a:avLst/>
            <a:gdLst>
              <a:gd name="G0" fmla="+- 21578 0 0"/>
              <a:gd name="G1" fmla="+- 21600 0 0"/>
              <a:gd name="G2" fmla="+- 21600 0 0"/>
              <a:gd name="T0" fmla="*/ 0 w 25182"/>
              <a:gd name="T1" fmla="*/ 20619 h 21600"/>
              <a:gd name="T2" fmla="*/ 25182 w 25182"/>
              <a:gd name="T3" fmla="*/ 303 h 21600"/>
              <a:gd name="T4" fmla="*/ 21578 w 25182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5182" h="21600" fill="none" extrusionOk="0">
                <a:moveTo>
                  <a:pt x="0" y="20619"/>
                </a:moveTo>
                <a:cubicBezTo>
                  <a:pt x="524" y="9083"/>
                  <a:pt x="10030" y="0"/>
                  <a:pt x="21578" y="0"/>
                </a:cubicBezTo>
                <a:cubicBezTo>
                  <a:pt x="22785" y="0"/>
                  <a:pt x="23991" y="101"/>
                  <a:pt x="25182" y="302"/>
                </a:cubicBezTo>
              </a:path>
              <a:path w="25182" h="21600" stroke="0" extrusionOk="0">
                <a:moveTo>
                  <a:pt x="0" y="20619"/>
                </a:moveTo>
                <a:cubicBezTo>
                  <a:pt x="524" y="9083"/>
                  <a:pt x="10030" y="0"/>
                  <a:pt x="21578" y="0"/>
                </a:cubicBezTo>
                <a:cubicBezTo>
                  <a:pt x="22785" y="0"/>
                  <a:pt x="23991" y="101"/>
                  <a:pt x="25182" y="302"/>
                </a:cubicBezTo>
                <a:lnTo>
                  <a:pt x="21578" y="21600"/>
                </a:lnTo>
                <a:close/>
              </a:path>
            </a:pathLst>
          </a:custGeom>
          <a:noFill/>
          <a:ln w="12700" cap="rnd">
            <a:solidFill>
              <a:srgbClr val="FF33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79" name="AutoShape 35">
            <a:extLst>
              <a:ext uri="{FF2B5EF4-FFF2-40B4-BE49-F238E27FC236}">
                <a16:creationId xmlns:a16="http://schemas.microsoft.com/office/drawing/2014/main" id="{2397A7DD-CCDA-4C0E-3855-5B7997DA89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6180" name="Line 36">
            <a:extLst>
              <a:ext uri="{FF2B5EF4-FFF2-40B4-BE49-F238E27FC236}">
                <a16:creationId xmlns:a16="http://schemas.microsoft.com/office/drawing/2014/main" id="{C7186D71-9392-4E72-705B-A3EA5ABE840F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6181" name="Line 37">
            <a:extLst>
              <a:ext uri="{FF2B5EF4-FFF2-40B4-BE49-F238E27FC236}">
                <a16:creationId xmlns:a16="http://schemas.microsoft.com/office/drawing/2014/main" id="{91EAF81A-985C-D34D-5207-770E9911C014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63CF49F9-849D-FB64-AA61-C6B5DD81B1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7185" name="Group 17">
            <a:extLst>
              <a:ext uri="{FF2B5EF4-FFF2-40B4-BE49-F238E27FC236}">
                <a16:creationId xmlns:a16="http://schemas.microsoft.com/office/drawing/2014/main" id="{B026F280-D392-F03F-6B44-65F2B0020AE0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7171" name="Rectangle 3">
              <a:extLst>
                <a:ext uri="{FF2B5EF4-FFF2-40B4-BE49-F238E27FC236}">
                  <a16:creationId xmlns:a16="http://schemas.microsoft.com/office/drawing/2014/main" id="{013431D1-FE99-7B80-F267-8003278D06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72" name="Line 4">
              <a:extLst>
                <a:ext uri="{FF2B5EF4-FFF2-40B4-BE49-F238E27FC236}">
                  <a16:creationId xmlns:a16="http://schemas.microsoft.com/office/drawing/2014/main" id="{ADFCB780-0C24-AB87-C3D0-F3904DEB70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3" name="Line 5">
              <a:extLst>
                <a:ext uri="{FF2B5EF4-FFF2-40B4-BE49-F238E27FC236}">
                  <a16:creationId xmlns:a16="http://schemas.microsoft.com/office/drawing/2014/main" id="{83E045C6-C563-2B90-1708-42875D34CA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4" name="Line 6">
              <a:extLst>
                <a:ext uri="{FF2B5EF4-FFF2-40B4-BE49-F238E27FC236}">
                  <a16:creationId xmlns:a16="http://schemas.microsoft.com/office/drawing/2014/main" id="{1D302A65-489B-9813-F701-8BD586D001E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5" name="Line 7">
              <a:extLst>
                <a:ext uri="{FF2B5EF4-FFF2-40B4-BE49-F238E27FC236}">
                  <a16:creationId xmlns:a16="http://schemas.microsoft.com/office/drawing/2014/main" id="{43D0C499-B362-8F42-2BD7-49E06FF4435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6" name="Line 8">
              <a:extLst>
                <a:ext uri="{FF2B5EF4-FFF2-40B4-BE49-F238E27FC236}">
                  <a16:creationId xmlns:a16="http://schemas.microsoft.com/office/drawing/2014/main" id="{7090CE50-20FA-5110-925F-26E15AFC04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7" name="Line 9">
              <a:extLst>
                <a:ext uri="{FF2B5EF4-FFF2-40B4-BE49-F238E27FC236}">
                  <a16:creationId xmlns:a16="http://schemas.microsoft.com/office/drawing/2014/main" id="{5B457C6E-D5D2-D1DF-2CBD-C2C0249DC9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8" name="Line 10">
              <a:extLst>
                <a:ext uri="{FF2B5EF4-FFF2-40B4-BE49-F238E27FC236}">
                  <a16:creationId xmlns:a16="http://schemas.microsoft.com/office/drawing/2014/main" id="{E4AF2FD3-1F57-B800-5E9B-BF37ABD43D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79" name="Line 11">
              <a:extLst>
                <a:ext uri="{FF2B5EF4-FFF2-40B4-BE49-F238E27FC236}">
                  <a16:creationId xmlns:a16="http://schemas.microsoft.com/office/drawing/2014/main" id="{4FE31E06-18CF-52D7-870D-8AF508E45B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80" name="Line 12">
              <a:extLst>
                <a:ext uri="{FF2B5EF4-FFF2-40B4-BE49-F238E27FC236}">
                  <a16:creationId xmlns:a16="http://schemas.microsoft.com/office/drawing/2014/main" id="{9B3987E2-8570-EFCA-7E87-EA9122D79A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81" name="Line 13">
              <a:extLst>
                <a:ext uri="{FF2B5EF4-FFF2-40B4-BE49-F238E27FC236}">
                  <a16:creationId xmlns:a16="http://schemas.microsoft.com/office/drawing/2014/main" id="{E91B33B2-6975-1533-3365-27B155BB7B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82" name="Line 14">
              <a:extLst>
                <a:ext uri="{FF2B5EF4-FFF2-40B4-BE49-F238E27FC236}">
                  <a16:creationId xmlns:a16="http://schemas.microsoft.com/office/drawing/2014/main" id="{1B524742-5783-D7B1-FA92-CF98811BA6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83" name="Line 15">
              <a:extLst>
                <a:ext uri="{FF2B5EF4-FFF2-40B4-BE49-F238E27FC236}">
                  <a16:creationId xmlns:a16="http://schemas.microsoft.com/office/drawing/2014/main" id="{71BEB3E4-FDEB-1052-9B54-00349AD822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7184" name="Line 16">
              <a:extLst>
                <a:ext uri="{FF2B5EF4-FFF2-40B4-BE49-F238E27FC236}">
                  <a16:creationId xmlns:a16="http://schemas.microsoft.com/office/drawing/2014/main" id="{B28E0D08-4B42-25EA-A5CD-83F80D6D98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186" name="Rectangle 18">
            <a:extLst>
              <a:ext uri="{FF2B5EF4-FFF2-40B4-BE49-F238E27FC236}">
                <a16:creationId xmlns:a16="http://schemas.microsoft.com/office/drawing/2014/main" id="{2E857861-8DF5-DAD6-63BD-A8B7FFE88A3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279082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9 - 0 8 - 1 9 9 5</a:t>
            </a:r>
          </a:p>
        </p:txBody>
      </p:sp>
      <p:grpSp>
        <p:nvGrpSpPr>
          <p:cNvPr id="7189" name="Group 21">
            <a:extLst>
              <a:ext uri="{FF2B5EF4-FFF2-40B4-BE49-F238E27FC236}">
                <a16:creationId xmlns:a16="http://schemas.microsoft.com/office/drawing/2014/main" id="{B2B7B380-E7FF-CF70-0B9D-AE9F4290EEDF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7187" name="Rectangle 19">
              <a:extLst>
                <a:ext uri="{FF2B5EF4-FFF2-40B4-BE49-F238E27FC236}">
                  <a16:creationId xmlns:a16="http://schemas.microsoft.com/office/drawing/2014/main" id="{15B1C97E-149C-07F7-BD16-0E5616ED87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88" name="Line 20">
              <a:extLst>
                <a:ext uri="{FF2B5EF4-FFF2-40B4-BE49-F238E27FC236}">
                  <a16:creationId xmlns:a16="http://schemas.microsoft.com/office/drawing/2014/main" id="{C476BD51-DED4-609D-21AC-BB8ECDEACBA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192" name="Group 24">
            <a:extLst>
              <a:ext uri="{FF2B5EF4-FFF2-40B4-BE49-F238E27FC236}">
                <a16:creationId xmlns:a16="http://schemas.microsoft.com/office/drawing/2014/main" id="{8857CDE4-71D3-B93F-54C4-ABCD12FE76B0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7190" name="Rectangle 22">
              <a:extLst>
                <a:ext uri="{FF2B5EF4-FFF2-40B4-BE49-F238E27FC236}">
                  <a16:creationId xmlns:a16="http://schemas.microsoft.com/office/drawing/2014/main" id="{076CF907-2B43-523E-C8DA-2E83AB29C8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7191" name="Line 23">
              <a:extLst>
                <a:ext uri="{FF2B5EF4-FFF2-40B4-BE49-F238E27FC236}">
                  <a16:creationId xmlns:a16="http://schemas.microsoft.com/office/drawing/2014/main" id="{7EB8D36A-E517-E8D6-464E-FCCFA9AADA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193" name="Rectangle 25">
            <a:extLst>
              <a:ext uri="{FF2B5EF4-FFF2-40B4-BE49-F238E27FC236}">
                <a16:creationId xmlns:a16="http://schemas.microsoft.com/office/drawing/2014/main" id="{5E38451C-372F-541C-09DC-E8244EBA59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</a:t>
            </a:r>
          </a:p>
        </p:txBody>
      </p:sp>
      <p:sp>
        <p:nvSpPr>
          <p:cNvPr id="7194" name="Rectangle 26">
            <a:extLst>
              <a:ext uri="{FF2B5EF4-FFF2-40B4-BE49-F238E27FC236}">
                <a16:creationId xmlns:a16="http://schemas.microsoft.com/office/drawing/2014/main" id="{29EC4E83-5BD2-9C73-9C98-95AB1CC5D3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2608263"/>
            <a:ext cx="4483100" cy="822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"19-08-95" TO DateStr.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UNSTRING DateStr</a:t>
            </a:r>
            <a:r>
              <a:rPr lang="en-US" altLang="en-US" sz="1200" b="1"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INTO DayStr, MonthStr, YearStr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  <a:r>
              <a:rPr lang="en-US" altLang="en-US" sz="1200" b="1">
                <a:latin typeface="Courier New" panose="02070309020205020404" pitchFamily="49" charset="0"/>
              </a:rPr>
              <a:t>ON OVERFLOW DISPLAY "Chars Left"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</a:t>
            </a:r>
          </a:p>
        </p:txBody>
      </p:sp>
      <p:sp useBgFill="1">
        <p:nvSpPr>
          <p:cNvPr id="7195" name="Freeform 27">
            <a:extLst>
              <a:ext uri="{FF2B5EF4-FFF2-40B4-BE49-F238E27FC236}">
                <a16:creationId xmlns:a16="http://schemas.microsoft.com/office/drawing/2014/main" id="{1BB8AAD8-A88A-6910-BA6B-FE63E165C587}"/>
              </a:ext>
            </a:extLst>
          </p:cNvPr>
          <p:cNvSpPr>
            <a:spLocks/>
          </p:cNvSpPr>
          <p:nvPr/>
        </p:nvSpPr>
        <p:spPr bwMode="auto">
          <a:xfrm>
            <a:off x="14288" y="2219325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06" y="297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196" name="Rectangle 28">
            <a:extLst>
              <a:ext uri="{FF2B5EF4-FFF2-40B4-BE49-F238E27FC236}">
                <a16:creationId xmlns:a16="http://schemas.microsoft.com/office/drawing/2014/main" id="{7132259B-21C9-036E-23B5-73AE193BDF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1</a:t>
            </a:r>
          </a:p>
        </p:txBody>
      </p:sp>
      <p:sp>
        <p:nvSpPr>
          <p:cNvPr id="7197" name="Rectangle 29">
            <a:extLst>
              <a:ext uri="{FF2B5EF4-FFF2-40B4-BE49-F238E27FC236}">
                <a16:creationId xmlns:a16="http://schemas.microsoft.com/office/drawing/2014/main" id="{8C861497-76DC-3AE1-0830-C34BA1FEF1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- 0</a:t>
            </a:r>
          </a:p>
        </p:txBody>
      </p:sp>
      <p:sp>
        <p:nvSpPr>
          <p:cNvPr id="7198" name="AutoShape 30">
            <a:extLst>
              <a:ext uri="{FF2B5EF4-FFF2-40B4-BE49-F238E27FC236}">
                <a16:creationId xmlns:a16="http://schemas.microsoft.com/office/drawing/2014/main" id="{5465BC3F-EF56-7E9D-C910-B0D3C7128D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800" b="1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Chars Left</a:t>
            </a:r>
          </a:p>
        </p:txBody>
      </p:sp>
      <p:sp>
        <p:nvSpPr>
          <p:cNvPr id="7199" name="Rectangle 31">
            <a:extLst>
              <a:ext uri="{FF2B5EF4-FFF2-40B4-BE49-F238E27FC236}">
                <a16:creationId xmlns:a16="http://schemas.microsoft.com/office/drawing/2014/main" id="{C2D7A085-6863-42A9-D795-F09D134C10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7200" name="Line 32">
            <a:extLst>
              <a:ext uri="{FF2B5EF4-FFF2-40B4-BE49-F238E27FC236}">
                <a16:creationId xmlns:a16="http://schemas.microsoft.com/office/drawing/2014/main" id="{4169C861-B935-2514-E867-8649E16CB379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1" name="Rectangle 33">
            <a:extLst>
              <a:ext uri="{FF2B5EF4-FFF2-40B4-BE49-F238E27FC236}">
                <a16:creationId xmlns:a16="http://schemas.microsoft.com/office/drawing/2014/main" id="{9A47B694-B718-FA1B-30CF-A90268E809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1525" y="1073150"/>
            <a:ext cx="11445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8 - 1 9</a:t>
            </a:r>
          </a:p>
        </p:txBody>
      </p:sp>
      <p:sp>
        <p:nvSpPr>
          <p:cNvPr id="7202" name="Line 34">
            <a:extLst>
              <a:ext uri="{FF2B5EF4-FFF2-40B4-BE49-F238E27FC236}">
                <a16:creationId xmlns:a16="http://schemas.microsoft.com/office/drawing/2014/main" id="{D464666C-1095-84A6-613B-A97EB6E90745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7203" name="Line 35">
            <a:extLst>
              <a:ext uri="{FF2B5EF4-FFF2-40B4-BE49-F238E27FC236}">
                <a16:creationId xmlns:a16="http://schemas.microsoft.com/office/drawing/2014/main" id="{AE34FF8C-FCB6-3E69-8D7A-48EB9D492DCD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1C981453-07B5-59E4-1D1C-00D61F438B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8209" name="Group 17">
            <a:extLst>
              <a:ext uri="{FF2B5EF4-FFF2-40B4-BE49-F238E27FC236}">
                <a16:creationId xmlns:a16="http://schemas.microsoft.com/office/drawing/2014/main" id="{2C0CB3CD-F50F-4A45-B40E-063CFD8FF329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8195" name="Rectangle 3">
              <a:extLst>
                <a:ext uri="{FF2B5EF4-FFF2-40B4-BE49-F238E27FC236}">
                  <a16:creationId xmlns:a16="http://schemas.microsoft.com/office/drawing/2014/main" id="{655C5954-9168-1C08-529B-4436E63229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196" name="Line 4">
              <a:extLst>
                <a:ext uri="{FF2B5EF4-FFF2-40B4-BE49-F238E27FC236}">
                  <a16:creationId xmlns:a16="http://schemas.microsoft.com/office/drawing/2014/main" id="{BE982FDC-543C-5AE4-B665-E59F900F54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97" name="Line 5">
              <a:extLst>
                <a:ext uri="{FF2B5EF4-FFF2-40B4-BE49-F238E27FC236}">
                  <a16:creationId xmlns:a16="http://schemas.microsoft.com/office/drawing/2014/main" id="{9531D43F-60F0-01F2-F807-E3D52EB7F8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98" name="Line 6">
              <a:extLst>
                <a:ext uri="{FF2B5EF4-FFF2-40B4-BE49-F238E27FC236}">
                  <a16:creationId xmlns:a16="http://schemas.microsoft.com/office/drawing/2014/main" id="{8F95063F-C911-29BB-120C-F5B0C0F6E0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199" name="Line 7">
              <a:extLst>
                <a:ext uri="{FF2B5EF4-FFF2-40B4-BE49-F238E27FC236}">
                  <a16:creationId xmlns:a16="http://schemas.microsoft.com/office/drawing/2014/main" id="{F24EFA5A-2C8B-57BE-685C-B99F07D8FB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0" name="Line 8">
              <a:extLst>
                <a:ext uri="{FF2B5EF4-FFF2-40B4-BE49-F238E27FC236}">
                  <a16:creationId xmlns:a16="http://schemas.microsoft.com/office/drawing/2014/main" id="{5DF5FF3E-D185-3418-373B-26E5013417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1" name="Line 9">
              <a:extLst>
                <a:ext uri="{FF2B5EF4-FFF2-40B4-BE49-F238E27FC236}">
                  <a16:creationId xmlns:a16="http://schemas.microsoft.com/office/drawing/2014/main" id="{F14A1FC0-1097-DE7C-91A7-B01A136636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2" name="Line 10">
              <a:extLst>
                <a:ext uri="{FF2B5EF4-FFF2-40B4-BE49-F238E27FC236}">
                  <a16:creationId xmlns:a16="http://schemas.microsoft.com/office/drawing/2014/main" id="{F312183B-3714-80F4-76DE-511222DCFD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3" name="Line 11">
              <a:extLst>
                <a:ext uri="{FF2B5EF4-FFF2-40B4-BE49-F238E27FC236}">
                  <a16:creationId xmlns:a16="http://schemas.microsoft.com/office/drawing/2014/main" id="{FFD5F875-FF23-EB58-52D1-1DA5B0AB4D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4" name="Line 12">
              <a:extLst>
                <a:ext uri="{FF2B5EF4-FFF2-40B4-BE49-F238E27FC236}">
                  <a16:creationId xmlns:a16="http://schemas.microsoft.com/office/drawing/2014/main" id="{E219256B-1557-B6D7-C2E9-9421EF5183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5" name="Line 13">
              <a:extLst>
                <a:ext uri="{FF2B5EF4-FFF2-40B4-BE49-F238E27FC236}">
                  <a16:creationId xmlns:a16="http://schemas.microsoft.com/office/drawing/2014/main" id="{55A759BF-D17D-F0EE-48D6-4FCB2C25F0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6" name="Line 14">
              <a:extLst>
                <a:ext uri="{FF2B5EF4-FFF2-40B4-BE49-F238E27FC236}">
                  <a16:creationId xmlns:a16="http://schemas.microsoft.com/office/drawing/2014/main" id="{D2C8F25F-8B60-3F59-735D-3295C6A396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7" name="Line 15">
              <a:extLst>
                <a:ext uri="{FF2B5EF4-FFF2-40B4-BE49-F238E27FC236}">
                  <a16:creationId xmlns:a16="http://schemas.microsoft.com/office/drawing/2014/main" id="{658C2F7F-4912-EC5A-0302-EB6C6979FE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8208" name="Line 16">
              <a:extLst>
                <a:ext uri="{FF2B5EF4-FFF2-40B4-BE49-F238E27FC236}">
                  <a16:creationId xmlns:a16="http://schemas.microsoft.com/office/drawing/2014/main" id="{2BA541B6-BF18-1BE2-97BB-8106635D560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10" name="Rectangle 18">
            <a:extLst>
              <a:ext uri="{FF2B5EF4-FFF2-40B4-BE49-F238E27FC236}">
                <a16:creationId xmlns:a16="http://schemas.microsoft.com/office/drawing/2014/main" id="{988F74B8-6DCC-2766-C4F8-6C06AB46D1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77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2 5 - 0 7 - 1 9 9 6 l o s t</a:t>
            </a:r>
          </a:p>
        </p:txBody>
      </p:sp>
      <p:grpSp>
        <p:nvGrpSpPr>
          <p:cNvPr id="8213" name="Group 21">
            <a:extLst>
              <a:ext uri="{FF2B5EF4-FFF2-40B4-BE49-F238E27FC236}">
                <a16:creationId xmlns:a16="http://schemas.microsoft.com/office/drawing/2014/main" id="{3BB7E412-1E42-AD7E-EF84-C5BD51C455DE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8211" name="Rectangle 19">
              <a:extLst>
                <a:ext uri="{FF2B5EF4-FFF2-40B4-BE49-F238E27FC236}">
                  <a16:creationId xmlns:a16="http://schemas.microsoft.com/office/drawing/2014/main" id="{3F35B154-0968-1CEA-05C9-39E33D9E2B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2" name="Line 20">
              <a:extLst>
                <a:ext uri="{FF2B5EF4-FFF2-40B4-BE49-F238E27FC236}">
                  <a16:creationId xmlns:a16="http://schemas.microsoft.com/office/drawing/2014/main" id="{28432197-C75E-0796-0C60-B301D4EA4D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216" name="Group 24">
            <a:extLst>
              <a:ext uri="{FF2B5EF4-FFF2-40B4-BE49-F238E27FC236}">
                <a16:creationId xmlns:a16="http://schemas.microsoft.com/office/drawing/2014/main" id="{85C9F3EC-8143-DFCC-CE67-AD1F6FD6F4FE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8214" name="Rectangle 22">
              <a:extLst>
                <a:ext uri="{FF2B5EF4-FFF2-40B4-BE49-F238E27FC236}">
                  <a16:creationId xmlns:a16="http://schemas.microsoft.com/office/drawing/2014/main" id="{3DAC42F3-BCFA-BBB8-C1CB-56C4F8213D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8215" name="Line 23">
              <a:extLst>
                <a:ext uri="{FF2B5EF4-FFF2-40B4-BE49-F238E27FC236}">
                  <a16:creationId xmlns:a16="http://schemas.microsoft.com/office/drawing/2014/main" id="{C3CA0264-8E12-FD40-0128-4EF1334BF0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217" name="Rectangle 25">
            <a:extLst>
              <a:ext uri="{FF2B5EF4-FFF2-40B4-BE49-F238E27FC236}">
                <a16:creationId xmlns:a16="http://schemas.microsoft.com/office/drawing/2014/main" id="{ECB230CD-A95C-4244-45BD-8ED612AB0A2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9088"/>
            <a:ext cx="184150" cy="3667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18" name="Rectangle 26">
            <a:extLst>
              <a:ext uri="{FF2B5EF4-FFF2-40B4-BE49-F238E27FC236}">
                <a16:creationId xmlns:a16="http://schemas.microsoft.com/office/drawing/2014/main" id="{EA7B1F8C-FE20-AC6B-328D-0917DBFF50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2608263"/>
            <a:ext cx="3841750" cy="1004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 MOVE "25-07-1996lost" TO DateStr.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UNSTRING DateStr DELIMITED BY "-"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INTO DayStr, MonthStr, YearStr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ON OVERFLOW DISPLAY "Chars Left"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END-UNSTRING.</a:t>
            </a:r>
          </a:p>
        </p:txBody>
      </p:sp>
      <p:sp useBgFill="1">
        <p:nvSpPr>
          <p:cNvPr id="8219" name="Freeform 27">
            <a:extLst>
              <a:ext uri="{FF2B5EF4-FFF2-40B4-BE49-F238E27FC236}">
                <a16:creationId xmlns:a16="http://schemas.microsoft.com/office/drawing/2014/main" id="{4CDB79DB-06B3-E10C-E038-FFA3BB70CDBB}"/>
              </a:ext>
            </a:extLst>
          </p:cNvPr>
          <p:cNvSpPr>
            <a:spLocks/>
          </p:cNvSpPr>
          <p:nvPr/>
        </p:nvSpPr>
        <p:spPr bwMode="auto">
          <a:xfrm>
            <a:off x="14288" y="2219325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06" y="297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20" name="Rectangle 28">
            <a:extLst>
              <a:ext uri="{FF2B5EF4-FFF2-40B4-BE49-F238E27FC236}">
                <a16:creationId xmlns:a16="http://schemas.microsoft.com/office/drawing/2014/main" id="{8D0AC0A4-3DD2-9EDF-7BFC-6C7CAD3B6B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2</a:t>
            </a:r>
          </a:p>
        </p:txBody>
      </p:sp>
      <p:sp>
        <p:nvSpPr>
          <p:cNvPr id="8221" name="AutoShape 29">
            <a:extLst>
              <a:ext uri="{FF2B5EF4-FFF2-40B4-BE49-F238E27FC236}">
                <a16:creationId xmlns:a16="http://schemas.microsoft.com/office/drawing/2014/main" id="{5DE96C57-0C7E-EC3E-A577-D808D03778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8222" name="Rectangle 30">
            <a:extLst>
              <a:ext uri="{FF2B5EF4-FFF2-40B4-BE49-F238E27FC236}">
                <a16:creationId xmlns:a16="http://schemas.microsoft.com/office/drawing/2014/main" id="{82D67A55-82A5-C2EB-B6FF-87E26B2FB9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8223" name="Line 31">
            <a:extLst>
              <a:ext uri="{FF2B5EF4-FFF2-40B4-BE49-F238E27FC236}">
                <a16:creationId xmlns:a16="http://schemas.microsoft.com/office/drawing/2014/main" id="{15AACCE0-30C1-6C8C-A687-E8BD016A08DE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24" name="Line 32">
            <a:extLst>
              <a:ext uri="{FF2B5EF4-FFF2-40B4-BE49-F238E27FC236}">
                <a16:creationId xmlns:a16="http://schemas.microsoft.com/office/drawing/2014/main" id="{4BDBCAAB-1DE1-91CA-AC61-BD539BCE7AE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8225" name="Line 33">
            <a:extLst>
              <a:ext uri="{FF2B5EF4-FFF2-40B4-BE49-F238E27FC236}">
                <a16:creationId xmlns:a16="http://schemas.microsoft.com/office/drawing/2014/main" id="{D37C7D4F-F390-0CCD-2F1A-87D40F8A33C3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75D24E19-9F29-1A78-20BE-78599E8E51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9233" name="Group 17">
            <a:extLst>
              <a:ext uri="{FF2B5EF4-FFF2-40B4-BE49-F238E27FC236}">
                <a16:creationId xmlns:a16="http://schemas.microsoft.com/office/drawing/2014/main" id="{437D328B-4149-A6F5-E73A-9B4294079422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9219" name="Rectangle 3">
              <a:extLst>
                <a:ext uri="{FF2B5EF4-FFF2-40B4-BE49-F238E27FC236}">
                  <a16:creationId xmlns:a16="http://schemas.microsoft.com/office/drawing/2014/main" id="{448451E3-BA8A-F183-41DF-74DA2D1C5C5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20" name="Line 4">
              <a:extLst>
                <a:ext uri="{FF2B5EF4-FFF2-40B4-BE49-F238E27FC236}">
                  <a16:creationId xmlns:a16="http://schemas.microsoft.com/office/drawing/2014/main" id="{1B3E4F3F-6475-ADDA-D89E-A4686D671F9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1" name="Line 5">
              <a:extLst>
                <a:ext uri="{FF2B5EF4-FFF2-40B4-BE49-F238E27FC236}">
                  <a16:creationId xmlns:a16="http://schemas.microsoft.com/office/drawing/2014/main" id="{CA157FFF-FB5B-3D5C-B112-FCB7DBF73D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2" name="Line 6">
              <a:extLst>
                <a:ext uri="{FF2B5EF4-FFF2-40B4-BE49-F238E27FC236}">
                  <a16:creationId xmlns:a16="http://schemas.microsoft.com/office/drawing/2014/main" id="{7B23E2AA-C59D-2240-973C-76EFE18F51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3" name="Line 7">
              <a:extLst>
                <a:ext uri="{FF2B5EF4-FFF2-40B4-BE49-F238E27FC236}">
                  <a16:creationId xmlns:a16="http://schemas.microsoft.com/office/drawing/2014/main" id="{B41FEDB4-EA29-1ABB-0C9B-AE5868CE69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4" name="Line 8">
              <a:extLst>
                <a:ext uri="{FF2B5EF4-FFF2-40B4-BE49-F238E27FC236}">
                  <a16:creationId xmlns:a16="http://schemas.microsoft.com/office/drawing/2014/main" id="{38714B0A-BE75-578C-9074-A0952D9EEA6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5" name="Line 9">
              <a:extLst>
                <a:ext uri="{FF2B5EF4-FFF2-40B4-BE49-F238E27FC236}">
                  <a16:creationId xmlns:a16="http://schemas.microsoft.com/office/drawing/2014/main" id="{92180451-E02E-5B9F-821A-F07A1CAAED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6" name="Line 10">
              <a:extLst>
                <a:ext uri="{FF2B5EF4-FFF2-40B4-BE49-F238E27FC236}">
                  <a16:creationId xmlns:a16="http://schemas.microsoft.com/office/drawing/2014/main" id="{25AD57F3-C661-7396-866F-375DA32DDA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7" name="Line 11">
              <a:extLst>
                <a:ext uri="{FF2B5EF4-FFF2-40B4-BE49-F238E27FC236}">
                  <a16:creationId xmlns:a16="http://schemas.microsoft.com/office/drawing/2014/main" id="{4EFAA7CA-FFA3-8D0C-B688-26885A33BE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8" name="Line 12">
              <a:extLst>
                <a:ext uri="{FF2B5EF4-FFF2-40B4-BE49-F238E27FC236}">
                  <a16:creationId xmlns:a16="http://schemas.microsoft.com/office/drawing/2014/main" id="{A2FC54B8-7DD1-39A1-5DCF-1B21D7F751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29" name="Line 13">
              <a:extLst>
                <a:ext uri="{FF2B5EF4-FFF2-40B4-BE49-F238E27FC236}">
                  <a16:creationId xmlns:a16="http://schemas.microsoft.com/office/drawing/2014/main" id="{464D3573-DEE5-B42F-5C0B-3820A7D5D35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0" name="Line 14">
              <a:extLst>
                <a:ext uri="{FF2B5EF4-FFF2-40B4-BE49-F238E27FC236}">
                  <a16:creationId xmlns:a16="http://schemas.microsoft.com/office/drawing/2014/main" id="{D9DB8133-3E47-7A6A-24C7-DC8E4A37AB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1" name="Line 15">
              <a:extLst>
                <a:ext uri="{FF2B5EF4-FFF2-40B4-BE49-F238E27FC236}">
                  <a16:creationId xmlns:a16="http://schemas.microsoft.com/office/drawing/2014/main" id="{85257CB3-E63E-786C-1BD7-FD645AFF2DC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9232" name="Line 16">
              <a:extLst>
                <a:ext uri="{FF2B5EF4-FFF2-40B4-BE49-F238E27FC236}">
                  <a16:creationId xmlns:a16="http://schemas.microsoft.com/office/drawing/2014/main" id="{9311525B-BB7B-25B9-61E6-3137CB1078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34" name="Rectangle 18">
            <a:extLst>
              <a:ext uri="{FF2B5EF4-FFF2-40B4-BE49-F238E27FC236}">
                <a16:creationId xmlns:a16="http://schemas.microsoft.com/office/drawing/2014/main" id="{E065318C-7171-75C2-87B4-5415290EF7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62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2 5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8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0 7 - 1 9 9 6 l o s t</a:t>
            </a:r>
          </a:p>
        </p:txBody>
      </p:sp>
      <p:grpSp>
        <p:nvGrpSpPr>
          <p:cNvPr id="9237" name="Group 21">
            <a:extLst>
              <a:ext uri="{FF2B5EF4-FFF2-40B4-BE49-F238E27FC236}">
                <a16:creationId xmlns:a16="http://schemas.microsoft.com/office/drawing/2014/main" id="{4785460C-DB6A-ADDA-A705-BE62AC55CB99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9235" name="Rectangle 19">
              <a:extLst>
                <a:ext uri="{FF2B5EF4-FFF2-40B4-BE49-F238E27FC236}">
                  <a16:creationId xmlns:a16="http://schemas.microsoft.com/office/drawing/2014/main" id="{CA1DC851-E5E4-5C92-A760-11F2EBBA8CB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6" name="Line 20">
              <a:extLst>
                <a:ext uri="{FF2B5EF4-FFF2-40B4-BE49-F238E27FC236}">
                  <a16:creationId xmlns:a16="http://schemas.microsoft.com/office/drawing/2014/main" id="{12374202-87C4-E95D-FE55-1D52056182C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240" name="Group 24">
            <a:extLst>
              <a:ext uri="{FF2B5EF4-FFF2-40B4-BE49-F238E27FC236}">
                <a16:creationId xmlns:a16="http://schemas.microsoft.com/office/drawing/2014/main" id="{1276AB16-BC76-26F3-7EC3-CDCCC0F7186A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9238" name="Rectangle 22">
              <a:extLst>
                <a:ext uri="{FF2B5EF4-FFF2-40B4-BE49-F238E27FC236}">
                  <a16:creationId xmlns:a16="http://schemas.microsoft.com/office/drawing/2014/main" id="{9B012922-3FC7-B8B5-E7AA-042EC3BBB1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9239" name="Line 23">
              <a:extLst>
                <a:ext uri="{FF2B5EF4-FFF2-40B4-BE49-F238E27FC236}">
                  <a16:creationId xmlns:a16="http://schemas.microsoft.com/office/drawing/2014/main" id="{43DE8042-5887-4EFA-37B8-0AB3798D99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41" name="Rectangle 25">
            <a:extLst>
              <a:ext uri="{FF2B5EF4-FFF2-40B4-BE49-F238E27FC236}">
                <a16:creationId xmlns:a16="http://schemas.microsoft.com/office/drawing/2014/main" id="{FEEC9ED0-209E-DF3A-065C-4BC480DFE4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2608263"/>
            <a:ext cx="3841750" cy="1004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"25-07-1996lost" TO DateStr.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latin typeface="Courier New" panose="02070309020205020404" pitchFamily="49" charset="0"/>
              </a:rPr>
              <a:t>UNSTRING DateStr DELIMITED BY "-"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  INTO DayStr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, MonthStr, YearStr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ON OVERFLOW DISPLAY "Chars Left"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END-UNSTRING.</a:t>
            </a:r>
          </a:p>
        </p:txBody>
      </p:sp>
      <p:sp useBgFill="1">
        <p:nvSpPr>
          <p:cNvPr id="9242" name="Freeform 26">
            <a:extLst>
              <a:ext uri="{FF2B5EF4-FFF2-40B4-BE49-F238E27FC236}">
                <a16:creationId xmlns:a16="http://schemas.microsoft.com/office/drawing/2014/main" id="{A7EED861-5CA1-71A0-54B2-BE29A5270C11}"/>
              </a:ext>
            </a:extLst>
          </p:cNvPr>
          <p:cNvSpPr>
            <a:spLocks/>
          </p:cNvSpPr>
          <p:nvPr/>
        </p:nvSpPr>
        <p:spPr bwMode="auto">
          <a:xfrm>
            <a:off x="14288" y="2219325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06" y="297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3" name="Rectangle 27">
            <a:extLst>
              <a:ext uri="{FF2B5EF4-FFF2-40B4-BE49-F238E27FC236}">
                <a16:creationId xmlns:a16="http://schemas.microsoft.com/office/drawing/2014/main" id="{DB80F1A6-6EC2-BF2A-BA25-1FF870998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2</a:t>
            </a:r>
          </a:p>
        </p:txBody>
      </p:sp>
      <p:sp>
        <p:nvSpPr>
          <p:cNvPr id="9244" name="AutoShape 28">
            <a:extLst>
              <a:ext uri="{FF2B5EF4-FFF2-40B4-BE49-F238E27FC236}">
                <a16:creationId xmlns:a16="http://schemas.microsoft.com/office/drawing/2014/main" id="{E4567C77-407A-D543-1FF3-45B6909422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9245" name="Rectangle 29">
            <a:extLst>
              <a:ext uri="{FF2B5EF4-FFF2-40B4-BE49-F238E27FC236}">
                <a16:creationId xmlns:a16="http://schemas.microsoft.com/office/drawing/2014/main" id="{DD68B72C-49FE-7036-0BA5-8C178F175D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2 5</a:t>
            </a:r>
          </a:p>
        </p:txBody>
      </p:sp>
      <p:sp>
        <p:nvSpPr>
          <p:cNvPr id="9246" name="Rectangle 30">
            <a:extLst>
              <a:ext uri="{FF2B5EF4-FFF2-40B4-BE49-F238E27FC236}">
                <a16:creationId xmlns:a16="http://schemas.microsoft.com/office/drawing/2014/main" id="{18B6A459-6C0C-8CB0-7F7B-63A5D3EFEE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9247" name="Line 31">
            <a:extLst>
              <a:ext uri="{FF2B5EF4-FFF2-40B4-BE49-F238E27FC236}">
                <a16:creationId xmlns:a16="http://schemas.microsoft.com/office/drawing/2014/main" id="{F7B93C3E-4A58-B7CF-9637-AE0B86B04F00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8" name="Line 32">
            <a:extLst>
              <a:ext uri="{FF2B5EF4-FFF2-40B4-BE49-F238E27FC236}">
                <a16:creationId xmlns:a16="http://schemas.microsoft.com/office/drawing/2014/main" id="{AAD89BDC-2B88-8A93-3379-67058537C54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49" name="Line 33">
            <a:extLst>
              <a:ext uri="{FF2B5EF4-FFF2-40B4-BE49-F238E27FC236}">
                <a16:creationId xmlns:a16="http://schemas.microsoft.com/office/drawing/2014/main" id="{E8F276B3-7C97-5133-F228-FDE692ED97F1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B39789E8-1774-E6E7-6FDC-210A0452E3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10257" name="Group 17">
            <a:extLst>
              <a:ext uri="{FF2B5EF4-FFF2-40B4-BE49-F238E27FC236}">
                <a16:creationId xmlns:a16="http://schemas.microsoft.com/office/drawing/2014/main" id="{6BBB16CD-1949-7D59-5706-18E8556ACE49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10243" name="Rectangle 3">
              <a:extLst>
                <a:ext uri="{FF2B5EF4-FFF2-40B4-BE49-F238E27FC236}">
                  <a16:creationId xmlns:a16="http://schemas.microsoft.com/office/drawing/2014/main" id="{77419020-5503-DC39-A409-08ED91CB91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44" name="Line 4">
              <a:extLst>
                <a:ext uri="{FF2B5EF4-FFF2-40B4-BE49-F238E27FC236}">
                  <a16:creationId xmlns:a16="http://schemas.microsoft.com/office/drawing/2014/main" id="{885A501B-32F9-14C8-C4FA-ABE2FB3D70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45" name="Line 5">
              <a:extLst>
                <a:ext uri="{FF2B5EF4-FFF2-40B4-BE49-F238E27FC236}">
                  <a16:creationId xmlns:a16="http://schemas.microsoft.com/office/drawing/2014/main" id="{CFA883D5-487B-5B79-B340-26AFC47C7C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46" name="Line 6">
              <a:extLst>
                <a:ext uri="{FF2B5EF4-FFF2-40B4-BE49-F238E27FC236}">
                  <a16:creationId xmlns:a16="http://schemas.microsoft.com/office/drawing/2014/main" id="{5DAA35C5-4393-EF0B-A88D-B945A4EEE2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47" name="Line 7">
              <a:extLst>
                <a:ext uri="{FF2B5EF4-FFF2-40B4-BE49-F238E27FC236}">
                  <a16:creationId xmlns:a16="http://schemas.microsoft.com/office/drawing/2014/main" id="{50FC2DF5-1329-5E0C-4052-696FE316AE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48" name="Line 8">
              <a:extLst>
                <a:ext uri="{FF2B5EF4-FFF2-40B4-BE49-F238E27FC236}">
                  <a16:creationId xmlns:a16="http://schemas.microsoft.com/office/drawing/2014/main" id="{75332C23-6744-E59F-46DA-A998D92820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49" name="Line 9">
              <a:extLst>
                <a:ext uri="{FF2B5EF4-FFF2-40B4-BE49-F238E27FC236}">
                  <a16:creationId xmlns:a16="http://schemas.microsoft.com/office/drawing/2014/main" id="{342A8A7C-42AC-6722-223C-0CEDC8D23D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0" name="Line 10">
              <a:extLst>
                <a:ext uri="{FF2B5EF4-FFF2-40B4-BE49-F238E27FC236}">
                  <a16:creationId xmlns:a16="http://schemas.microsoft.com/office/drawing/2014/main" id="{BE800908-F35C-3E19-32FD-D6397BF404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1" name="Line 11">
              <a:extLst>
                <a:ext uri="{FF2B5EF4-FFF2-40B4-BE49-F238E27FC236}">
                  <a16:creationId xmlns:a16="http://schemas.microsoft.com/office/drawing/2014/main" id="{28674BC8-56FD-56BE-38DB-5838416A08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2" name="Line 12">
              <a:extLst>
                <a:ext uri="{FF2B5EF4-FFF2-40B4-BE49-F238E27FC236}">
                  <a16:creationId xmlns:a16="http://schemas.microsoft.com/office/drawing/2014/main" id="{018DE948-B1E8-6CAD-C6D4-B10ED073D5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3" name="Line 13">
              <a:extLst>
                <a:ext uri="{FF2B5EF4-FFF2-40B4-BE49-F238E27FC236}">
                  <a16:creationId xmlns:a16="http://schemas.microsoft.com/office/drawing/2014/main" id="{ED0473C3-D499-5524-0055-800050199E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4" name="Line 14">
              <a:extLst>
                <a:ext uri="{FF2B5EF4-FFF2-40B4-BE49-F238E27FC236}">
                  <a16:creationId xmlns:a16="http://schemas.microsoft.com/office/drawing/2014/main" id="{A36D13AB-46FF-D4EC-C1E1-70D962D3E2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5" name="Line 15">
              <a:extLst>
                <a:ext uri="{FF2B5EF4-FFF2-40B4-BE49-F238E27FC236}">
                  <a16:creationId xmlns:a16="http://schemas.microsoft.com/office/drawing/2014/main" id="{7D1C81E0-48FB-30A0-A787-D20D8B14941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6" name="Line 16">
              <a:extLst>
                <a:ext uri="{FF2B5EF4-FFF2-40B4-BE49-F238E27FC236}">
                  <a16:creationId xmlns:a16="http://schemas.microsoft.com/office/drawing/2014/main" id="{2ACE2E92-31DC-3655-8CBF-925DCD8489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258" name="Rectangle 18">
            <a:extLst>
              <a:ext uri="{FF2B5EF4-FFF2-40B4-BE49-F238E27FC236}">
                <a16:creationId xmlns:a16="http://schemas.microsoft.com/office/drawing/2014/main" id="{07B12034-B829-E02D-116F-9634227046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62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2 5 - 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0 7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8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1 9 9 6 l o s t</a:t>
            </a:r>
          </a:p>
        </p:txBody>
      </p:sp>
      <p:grpSp>
        <p:nvGrpSpPr>
          <p:cNvPr id="10261" name="Group 21">
            <a:extLst>
              <a:ext uri="{FF2B5EF4-FFF2-40B4-BE49-F238E27FC236}">
                <a16:creationId xmlns:a16="http://schemas.microsoft.com/office/drawing/2014/main" id="{B3701CD9-AE2B-2F61-5346-FF131E7C8806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10259" name="Rectangle 19">
              <a:extLst>
                <a:ext uri="{FF2B5EF4-FFF2-40B4-BE49-F238E27FC236}">
                  <a16:creationId xmlns:a16="http://schemas.microsoft.com/office/drawing/2014/main" id="{6795A3F5-59F2-D21A-5F24-48E35F8BB44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60" name="Line 20">
              <a:extLst>
                <a:ext uri="{FF2B5EF4-FFF2-40B4-BE49-F238E27FC236}">
                  <a16:creationId xmlns:a16="http://schemas.microsoft.com/office/drawing/2014/main" id="{346F2FBE-5F81-43A1-7823-10CE7E61A1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264" name="Group 24">
            <a:extLst>
              <a:ext uri="{FF2B5EF4-FFF2-40B4-BE49-F238E27FC236}">
                <a16:creationId xmlns:a16="http://schemas.microsoft.com/office/drawing/2014/main" id="{F040A76D-7A24-0CF3-67C3-5E69354DE8D1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10262" name="Rectangle 22">
              <a:extLst>
                <a:ext uri="{FF2B5EF4-FFF2-40B4-BE49-F238E27FC236}">
                  <a16:creationId xmlns:a16="http://schemas.microsoft.com/office/drawing/2014/main" id="{D27E62DA-03E9-2328-B60C-13CFD8A77DC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0263" name="Line 23">
              <a:extLst>
                <a:ext uri="{FF2B5EF4-FFF2-40B4-BE49-F238E27FC236}">
                  <a16:creationId xmlns:a16="http://schemas.microsoft.com/office/drawing/2014/main" id="{D712F699-3507-E4D1-1C30-0246F5BFBA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265" name="Rectangle 25">
            <a:extLst>
              <a:ext uri="{FF2B5EF4-FFF2-40B4-BE49-F238E27FC236}">
                <a16:creationId xmlns:a16="http://schemas.microsoft.com/office/drawing/2014/main" id="{2213554E-4DBD-7E0E-EEE1-311FCD13A0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2608263"/>
            <a:ext cx="3841750" cy="1004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"25-07-1996lost" TO DateStr.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latin typeface="Courier New" panose="02070309020205020404" pitchFamily="49" charset="0"/>
              </a:rPr>
              <a:t>UNSTRING DateStr DELIMITED BY "-"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  INTO DayStr, MonthStr,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YearStr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ON OVERFLOW DISPLAY "Chars Left"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END-UNSTRING.</a:t>
            </a:r>
          </a:p>
        </p:txBody>
      </p:sp>
      <p:sp useBgFill="1">
        <p:nvSpPr>
          <p:cNvPr id="10266" name="Freeform 26">
            <a:extLst>
              <a:ext uri="{FF2B5EF4-FFF2-40B4-BE49-F238E27FC236}">
                <a16:creationId xmlns:a16="http://schemas.microsoft.com/office/drawing/2014/main" id="{3224D258-3F07-F6BA-C8CF-EEDECD20CA20}"/>
              </a:ext>
            </a:extLst>
          </p:cNvPr>
          <p:cNvSpPr>
            <a:spLocks/>
          </p:cNvSpPr>
          <p:nvPr/>
        </p:nvSpPr>
        <p:spPr bwMode="auto">
          <a:xfrm>
            <a:off x="14288" y="2219325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06" y="297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67" name="Rectangle 27">
            <a:extLst>
              <a:ext uri="{FF2B5EF4-FFF2-40B4-BE49-F238E27FC236}">
                <a16:creationId xmlns:a16="http://schemas.microsoft.com/office/drawing/2014/main" id="{F760A1CA-4AC1-1D5B-1639-36D4C2E78BF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2</a:t>
            </a:r>
          </a:p>
        </p:txBody>
      </p:sp>
      <p:sp>
        <p:nvSpPr>
          <p:cNvPr id="10268" name="AutoShape 28">
            <a:extLst>
              <a:ext uri="{FF2B5EF4-FFF2-40B4-BE49-F238E27FC236}">
                <a16:creationId xmlns:a16="http://schemas.microsoft.com/office/drawing/2014/main" id="{C951E0BE-0157-F592-9676-DD9D7D88F3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69" name="Rectangle 29">
            <a:extLst>
              <a:ext uri="{FF2B5EF4-FFF2-40B4-BE49-F238E27FC236}">
                <a16:creationId xmlns:a16="http://schemas.microsoft.com/office/drawing/2014/main" id="{85C93FD0-2EE2-C7F5-7FD8-7A22EE2FEDE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2 5</a:t>
            </a:r>
          </a:p>
        </p:txBody>
      </p:sp>
      <p:sp>
        <p:nvSpPr>
          <p:cNvPr id="10270" name="Rectangle 30">
            <a:extLst>
              <a:ext uri="{FF2B5EF4-FFF2-40B4-BE49-F238E27FC236}">
                <a16:creationId xmlns:a16="http://schemas.microsoft.com/office/drawing/2014/main" id="{343B60AF-A127-299D-266B-9B0B1B0025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575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0 7</a:t>
            </a:r>
          </a:p>
        </p:txBody>
      </p:sp>
      <p:sp>
        <p:nvSpPr>
          <p:cNvPr id="10271" name="Rectangle 31">
            <a:extLst>
              <a:ext uri="{FF2B5EF4-FFF2-40B4-BE49-F238E27FC236}">
                <a16:creationId xmlns:a16="http://schemas.microsoft.com/office/drawing/2014/main" id="{EF4FE77F-A50D-D6A8-A5A6-04EDD0C6A7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0272" name="Line 32">
            <a:extLst>
              <a:ext uri="{FF2B5EF4-FFF2-40B4-BE49-F238E27FC236}">
                <a16:creationId xmlns:a16="http://schemas.microsoft.com/office/drawing/2014/main" id="{1EE26DEC-476C-D4E2-A7D2-B6CCEB5C2F12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73" name="Line 33">
            <a:extLst>
              <a:ext uri="{FF2B5EF4-FFF2-40B4-BE49-F238E27FC236}">
                <a16:creationId xmlns:a16="http://schemas.microsoft.com/office/drawing/2014/main" id="{A7F7F6A0-4D28-FD8B-293F-537797199C79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0274" name="Line 34">
            <a:extLst>
              <a:ext uri="{FF2B5EF4-FFF2-40B4-BE49-F238E27FC236}">
                <a16:creationId xmlns:a16="http://schemas.microsoft.com/office/drawing/2014/main" id="{1A0B569A-E389-35FE-E051-927C04BDF760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5AF26C27-D4A5-17C5-7C53-98EC28138F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11281" name="Group 17">
            <a:extLst>
              <a:ext uri="{FF2B5EF4-FFF2-40B4-BE49-F238E27FC236}">
                <a16:creationId xmlns:a16="http://schemas.microsoft.com/office/drawing/2014/main" id="{2D41205F-59E6-C4BA-F329-EC5E7D7312C1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11267" name="Rectangle 3">
              <a:extLst>
                <a:ext uri="{FF2B5EF4-FFF2-40B4-BE49-F238E27FC236}">
                  <a16:creationId xmlns:a16="http://schemas.microsoft.com/office/drawing/2014/main" id="{3E95FB8D-64D0-481D-5F55-D804307428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268" name="Line 4">
              <a:extLst>
                <a:ext uri="{FF2B5EF4-FFF2-40B4-BE49-F238E27FC236}">
                  <a16:creationId xmlns:a16="http://schemas.microsoft.com/office/drawing/2014/main" id="{146D7E97-1ED8-412A-6089-7D3F512E8CF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69" name="Line 5">
              <a:extLst>
                <a:ext uri="{FF2B5EF4-FFF2-40B4-BE49-F238E27FC236}">
                  <a16:creationId xmlns:a16="http://schemas.microsoft.com/office/drawing/2014/main" id="{4BA9C359-688B-0020-F0BA-98BD08E20D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0" name="Line 6">
              <a:extLst>
                <a:ext uri="{FF2B5EF4-FFF2-40B4-BE49-F238E27FC236}">
                  <a16:creationId xmlns:a16="http://schemas.microsoft.com/office/drawing/2014/main" id="{77F21BC5-E2C2-1817-072C-E1809C3215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1" name="Line 7">
              <a:extLst>
                <a:ext uri="{FF2B5EF4-FFF2-40B4-BE49-F238E27FC236}">
                  <a16:creationId xmlns:a16="http://schemas.microsoft.com/office/drawing/2014/main" id="{B905594B-7B2C-A974-C278-1D4146E12B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2" name="Line 8">
              <a:extLst>
                <a:ext uri="{FF2B5EF4-FFF2-40B4-BE49-F238E27FC236}">
                  <a16:creationId xmlns:a16="http://schemas.microsoft.com/office/drawing/2014/main" id="{6E5EE224-D4E6-217A-859A-5E8B0BD0976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3" name="Line 9">
              <a:extLst>
                <a:ext uri="{FF2B5EF4-FFF2-40B4-BE49-F238E27FC236}">
                  <a16:creationId xmlns:a16="http://schemas.microsoft.com/office/drawing/2014/main" id="{EFCB58A5-3A3B-1D4F-8F9A-C0C765D4DC7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4" name="Line 10">
              <a:extLst>
                <a:ext uri="{FF2B5EF4-FFF2-40B4-BE49-F238E27FC236}">
                  <a16:creationId xmlns:a16="http://schemas.microsoft.com/office/drawing/2014/main" id="{A667621B-9A6E-3597-901D-5AF52E7FD8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5" name="Line 11">
              <a:extLst>
                <a:ext uri="{FF2B5EF4-FFF2-40B4-BE49-F238E27FC236}">
                  <a16:creationId xmlns:a16="http://schemas.microsoft.com/office/drawing/2014/main" id="{37DC7BDF-C515-B2CC-0A16-BEA2BE7C46D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6" name="Line 12">
              <a:extLst>
                <a:ext uri="{FF2B5EF4-FFF2-40B4-BE49-F238E27FC236}">
                  <a16:creationId xmlns:a16="http://schemas.microsoft.com/office/drawing/2014/main" id="{F98F0BC3-6EBA-F2CC-1399-BCF4284BA8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7" name="Line 13">
              <a:extLst>
                <a:ext uri="{FF2B5EF4-FFF2-40B4-BE49-F238E27FC236}">
                  <a16:creationId xmlns:a16="http://schemas.microsoft.com/office/drawing/2014/main" id="{CC245F20-02B7-30E4-C6AF-C8CFC2B406C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8" name="Line 14">
              <a:extLst>
                <a:ext uri="{FF2B5EF4-FFF2-40B4-BE49-F238E27FC236}">
                  <a16:creationId xmlns:a16="http://schemas.microsoft.com/office/drawing/2014/main" id="{476032C6-D70E-CAF9-169F-C0497317E5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79" name="Line 15">
              <a:extLst>
                <a:ext uri="{FF2B5EF4-FFF2-40B4-BE49-F238E27FC236}">
                  <a16:creationId xmlns:a16="http://schemas.microsoft.com/office/drawing/2014/main" id="{C56BFAB9-6630-4FA6-1826-D9AC4D6890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280" name="Line 16">
              <a:extLst>
                <a:ext uri="{FF2B5EF4-FFF2-40B4-BE49-F238E27FC236}">
                  <a16:creationId xmlns:a16="http://schemas.microsoft.com/office/drawing/2014/main" id="{45D3C2DE-DF8D-191B-EEFE-74AB9DE511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282" name="Rectangle 18">
            <a:extLst>
              <a:ext uri="{FF2B5EF4-FFF2-40B4-BE49-F238E27FC236}">
                <a16:creationId xmlns:a16="http://schemas.microsoft.com/office/drawing/2014/main" id="{6747A2FE-B7BA-B092-4B13-58DB34601F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77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2 5 - 0 7 - 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 9 6 l o s t</a:t>
            </a:r>
          </a:p>
        </p:txBody>
      </p:sp>
      <p:grpSp>
        <p:nvGrpSpPr>
          <p:cNvPr id="11285" name="Group 21">
            <a:extLst>
              <a:ext uri="{FF2B5EF4-FFF2-40B4-BE49-F238E27FC236}">
                <a16:creationId xmlns:a16="http://schemas.microsoft.com/office/drawing/2014/main" id="{976ED533-3FD2-37C3-7989-580912F2F147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11283" name="Rectangle 19">
              <a:extLst>
                <a:ext uri="{FF2B5EF4-FFF2-40B4-BE49-F238E27FC236}">
                  <a16:creationId xmlns:a16="http://schemas.microsoft.com/office/drawing/2014/main" id="{38B9B8DC-A7E7-B61D-B9C4-5A74B2F4D4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284" name="Line 20">
              <a:extLst>
                <a:ext uri="{FF2B5EF4-FFF2-40B4-BE49-F238E27FC236}">
                  <a16:creationId xmlns:a16="http://schemas.microsoft.com/office/drawing/2014/main" id="{F5A7320C-A663-BB5D-D586-101ED3DD83C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288" name="Group 24">
            <a:extLst>
              <a:ext uri="{FF2B5EF4-FFF2-40B4-BE49-F238E27FC236}">
                <a16:creationId xmlns:a16="http://schemas.microsoft.com/office/drawing/2014/main" id="{80CA0FA0-E2EC-E525-E86E-A249C817038A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11286" name="Rectangle 22">
              <a:extLst>
                <a:ext uri="{FF2B5EF4-FFF2-40B4-BE49-F238E27FC236}">
                  <a16:creationId xmlns:a16="http://schemas.microsoft.com/office/drawing/2014/main" id="{60E6B8E4-C39B-CAB4-40B6-F2492C84C5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287" name="Line 23">
              <a:extLst>
                <a:ext uri="{FF2B5EF4-FFF2-40B4-BE49-F238E27FC236}">
                  <a16:creationId xmlns:a16="http://schemas.microsoft.com/office/drawing/2014/main" id="{67D74E68-9CA1-9B4A-B082-F6EAC35CD3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289" name="Rectangle 25">
            <a:extLst>
              <a:ext uri="{FF2B5EF4-FFF2-40B4-BE49-F238E27FC236}">
                <a16:creationId xmlns:a16="http://schemas.microsoft.com/office/drawing/2014/main" id="{A8156BAA-B044-97F3-01F0-BA6048A6B2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2608263"/>
            <a:ext cx="3841750" cy="1004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"25-07-1996lost" TO DateStr.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latin typeface="Courier New" panose="02070309020205020404" pitchFamily="49" charset="0"/>
              </a:rPr>
              <a:t>UNSTRING DateStr DELIMITED BY "-"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  INTO DayStr, MonthStr, YearStr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ON OVERFLOW DISPLAY "Chars Left"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END-UNSTRING.</a:t>
            </a:r>
          </a:p>
        </p:txBody>
      </p:sp>
      <p:sp useBgFill="1">
        <p:nvSpPr>
          <p:cNvPr id="11290" name="Freeform 26">
            <a:extLst>
              <a:ext uri="{FF2B5EF4-FFF2-40B4-BE49-F238E27FC236}">
                <a16:creationId xmlns:a16="http://schemas.microsoft.com/office/drawing/2014/main" id="{84589049-8C15-CC1A-3126-C84F9E7081F2}"/>
              </a:ext>
            </a:extLst>
          </p:cNvPr>
          <p:cNvSpPr>
            <a:spLocks/>
          </p:cNvSpPr>
          <p:nvPr/>
        </p:nvSpPr>
        <p:spPr bwMode="auto">
          <a:xfrm>
            <a:off x="14288" y="2219325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06" y="297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1" name="Rectangle 27">
            <a:extLst>
              <a:ext uri="{FF2B5EF4-FFF2-40B4-BE49-F238E27FC236}">
                <a16:creationId xmlns:a16="http://schemas.microsoft.com/office/drawing/2014/main" id="{53A9EFB3-08C6-8526-0FC0-CAC7D14DE7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2</a:t>
            </a:r>
          </a:p>
        </p:txBody>
      </p:sp>
      <p:sp>
        <p:nvSpPr>
          <p:cNvPr id="11292" name="AutoShape 28">
            <a:extLst>
              <a:ext uri="{FF2B5EF4-FFF2-40B4-BE49-F238E27FC236}">
                <a16:creationId xmlns:a16="http://schemas.microsoft.com/office/drawing/2014/main" id="{294175DC-4482-2F2C-0EA3-4EA81C7B04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93" name="Rectangle 29">
            <a:extLst>
              <a:ext uri="{FF2B5EF4-FFF2-40B4-BE49-F238E27FC236}">
                <a16:creationId xmlns:a16="http://schemas.microsoft.com/office/drawing/2014/main" id="{F148E6C2-AB83-CECE-65DA-86DAFE1CE6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2 5</a:t>
            </a:r>
          </a:p>
        </p:txBody>
      </p:sp>
      <p:sp>
        <p:nvSpPr>
          <p:cNvPr id="11294" name="Rectangle 30">
            <a:extLst>
              <a:ext uri="{FF2B5EF4-FFF2-40B4-BE49-F238E27FC236}">
                <a16:creationId xmlns:a16="http://schemas.microsoft.com/office/drawing/2014/main" id="{FF560C18-D047-C2BC-45D4-E04DCA10F8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575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0 7</a:t>
            </a:r>
          </a:p>
        </p:txBody>
      </p:sp>
      <p:sp>
        <p:nvSpPr>
          <p:cNvPr id="11295" name="Rectangle 31">
            <a:extLst>
              <a:ext uri="{FF2B5EF4-FFF2-40B4-BE49-F238E27FC236}">
                <a16:creationId xmlns:a16="http://schemas.microsoft.com/office/drawing/2014/main" id="{1BFFD0CB-DDD1-5504-A7C2-B46DE42365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1296" name="Line 32">
            <a:extLst>
              <a:ext uri="{FF2B5EF4-FFF2-40B4-BE49-F238E27FC236}">
                <a16:creationId xmlns:a16="http://schemas.microsoft.com/office/drawing/2014/main" id="{005348FD-EA28-92E3-D6D0-8AD0F8163445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7" name="Rectangle 33">
            <a:extLst>
              <a:ext uri="{FF2B5EF4-FFF2-40B4-BE49-F238E27FC236}">
                <a16:creationId xmlns:a16="http://schemas.microsoft.com/office/drawing/2014/main" id="{D1C3CDB0-BDB2-9AD1-3B1F-4752CD0AD9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41525" y="1073150"/>
            <a:ext cx="11445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1 9 9 6</a:t>
            </a:r>
          </a:p>
        </p:txBody>
      </p:sp>
      <p:sp>
        <p:nvSpPr>
          <p:cNvPr id="11298" name="Line 34">
            <a:extLst>
              <a:ext uri="{FF2B5EF4-FFF2-40B4-BE49-F238E27FC236}">
                <a16:creationId xmlns:a16="http://schemas.microsoft.com/office/drawing/2014/main" id="{CDE5B382-57D9-01CB-183E-8864C578ACF1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299" name="Line 35">
            <a:extLst>
              <a:ext uri="{FF2B5EF4-FFF2-40B4-BE49-F238E27FC236}">
                <a16:creationId xmlns:a16="http://schemas.microsoft.com/office/drawing/2014/main" id="{C6CBF33C-5441-FF7A-BC5F-0D848AA63053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1300" name="AutoShape 36">
            <a:extLst>
              <a:ext uri="{FF2B5EF4-FFF2-40B4-BE49-F238E27FC236}">
                <a16:creationId xmlns:a16="http://schemas.microsoft.com/office/drawing/2014/main" id="{3174FE1C-F4C9-239C-CB37-1125CD4B22D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730500" y="82550"/>
            <a:ext cx="1997075" cy="1251479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46038" rIns="0" bIns="46038" anchor="ctr"/>
          <a:lstStyle/>
          <a:p>
            <a:pPr algn="ctr">
              <a:lnSpc>
                <a:spcPct val="90000"/>
              </a:lnSpc>
            </a:pPr>
            <a:r>
              <a:rPr lang="en-US" altLang="en-US" sz="1000">
                <a:solidFill>
                  <a:schemeClr val="tx1"/>
                </a:solidFill>
              </a:rPr>
              <a:t>When the DELIMITED BY clause is used, transfer of characters to the current destination string only ends when a delimiter, or the end of the source string ,  is encountered.  </a:t>
            </a:r>
          </a:p>
          <a:p>
            <a:pPr algn="ctr">
              <a:lnSpc>
                <a:spcPct val="90000"/>
              </a:lnSpc>
            </a:pPr>
            <a:endParaRPr lang="en-US" altLang="en-US" sz="1000">
              <a:solidFill>
                <a:schemeClr val="tx1"/>
              </a:solidFill>
            </a:endParaRPr>
          </a:p>
          <a:p>
            <a:pPr algn="ctr">
              <a:lnSpc>
                <a:spcPct val="90000"/>
              </a:lnSpc>
            </a:pPr>
            <a:r>
              <a:rPr lang="en-US" altLang="en-US" sz="1000" b="1">
                <a:solidFill>
                  <a:schemeClr val="tx1"/>
                </a:solidFill>
              </a:rPr>
              <a:t>click again</a:t>
            </a:r>
          </a:p>
        </p:txBody>
      </p:sp>
      <p:sp>
        <p:nvSpPr>
          <p:cNvPr id="11301" name="AutoShape 37">
            <a:extLst>
              <a:ext uri="{FF2B5EF4-FFF2-40B4-BE49-F238E27FC236}">
                <a16:creationId xmlns:a16="http://schemas.microsoft.com/office/drawing/2014/main" id="{1BDFD19A-C84F-0514-33B4-F2CF33863D5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741613" y="82550"/>
            <a:ext cx="1997075" cy="1251479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46038" rIns="0" bIns="46038" anchor="ctr"/>
          <a:lstStyle/>
          <a:p>
            <a:pPr algn="ctr">
              <a:lnSpc>
                <a:spcPct val="90000"/>
              </a:lnSpc>
            </a:pPr>
            <a:r>
              <a:rPr lang="en-US" altLang="en-US" sz="1000">
                <a:solidFill>
                  <a:schemeClr val="tx1"/>
                </a:solidFill>
              </a:rPr>
              <a:t>Because YearStr is not large enough to hold all the characters transferred to it, the last 4 characters are lost. </a:t>
            </a:r>
          </a:p>
          <a:p>
            <a:pPr algn="ctr">
              <a:lnSpc>
                <a:spcPct val="90000"/>
              </a:lnSpc>
            </a:pPr>
            <a:r>
              <a:rPr lang="en-US" altLang="en-US" sz="1000">
                <a:solidFill>
                  <a:schemeClr val="tx1"/>
                </a:solidFill>
              </a:rPr>
              <a:t>Since all the characters in the source string have been examined, the ON OVERFLOW does not trigger.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out)">
                                      <p:cBhvr>
                                        <p:cTn id="7" dur="500"/>
                                        <p:tgtEl>
                                          <p:spTgt spid="1130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1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300" grpId="0" animBg="1" autoUpdateAnimBg="0"/>
      <p:bldP spid="11301" grpId="0" animBg="1" autoUpdateAnimBg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5D147B9E-BF25-2F71-CFCC-A7964440DD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12305" name="Group 17">
            <a:extLst>
              <a:ext uri="{FF2B5EF4-FFF2-40B4-BE49-F238E27FC236}">
                <a16:creationId xmlns:a16="http://schemas.microsoft.com/office/drawing/2014/main" id="{754EED32-C476-4468-681D-89CD818B0EC7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12291" name="Rectangle 3">
              <a:extLst>
                <a:ext uri="{FF2B5EF4-FFF2-40B4-BE49-F238E27FC236}">
                  <a16:creationId xmlns:a16="http://schemas.microsoft.com/office/drawing/2014/main" id="{A2EDAD14-95A7-BD3D-3142-1BF790E3692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292" name="Line 4">
              <a:extLst>
                <a:ext uri="{FF2B5EF4-FFF2-40B4-BE49-F238E27FC236}">
                  <a16:creationId xmlns:a16="http://schemas.microsoft.com/office/drawing/2014/main" id="{2568EBDA-933D-00E8-1F37-F074E0401C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3" name="Line 5">
              <a:extLst>
                <a:ext uri="{FF2B5EF4-FFF2-40B4-BE49-F238E27FC236}">
                  <a16:creationId xmlns:a16="http://schemas.microsoft.com/office/drawing/2014/main" id="{3AF9B629-A097-E6F1-9EC1-E04AAEC043F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4" name="Line 6">
              <a:extLst>
                <a:ext uri="{FF2B5EF4-FFF2-40B4-BE49-F238E27FC236}">
                  <a16:creationId xmlns:a16="http://schemas.microsoft.com/office/drawing/2014/main" id="{863A0217-065D-1928-FF6D-6309FBCF30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5" name="Line 7">
              <a:extLst>
                <a:ext uri="{FF2B5EF4-FFF2-40B4-BE49-F238E27FC236}">
                  <a16:creationId xmlns:a16="http://schemas.microsoft.com/office/drawing/2014/main" id="{B90C82A8-7E63-B5FD-DF08-4BF8E348A4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6" name="Line 8">
              <a:extLst>
                <a:ext uri="{FF2B5EF4-FFF2-40B4-BE49-F238E27FC236}">
                  <a16:creationId xmlns:a16="http://schemas.microsoft.com/office/drawing/2014/main" id="{65E31D19-C238-06B5-0156-F714C2C2B4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7" name="Line 9">
              <a:extLst>
                <a:ext uri="{FF2B5EF4-FFF2-40B4-BE49-F238E27FC236}">
                  <a16:creationId xmlns:a16="http://schemas.microsoft.com/office/drawing/2014/main" id="{2BD239CA-CBB8-196D-686F-C5D7594773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8" name="Line 10">
              <a:extLst>
                <a:ext uri="{FF2B5EF4-FFF2-40B4-BE49-F238E27FC236}">
                  <a16:creationId xmlns:a16="http://schemas.microsoft.com/office/drawing/2014/main" id="{52FE07AA-00D6-6550-2FD5-CFF613DA72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299" name="Line 11">
              <a:extLst>
                <a:ext uri="{FF2B5EF4-FFF2-40B4-BE49-F238E27FC236}">
                  <a16:creationId xmlns:a16="http://schemas.microsoft.com/office/drawing/2014/main" id="{CBF90CF6-58F3-3B4C-6056-EB36F7A91D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00" name="Line 12">
              <a:extLst>
                <a:ext uri="{FF2B5EF4-FFF2-40B4-BE49-F238E27FC236}">
                  <a16:creationId xmlns:a16="http://schemas.microsoft.com/office/drawing/2014/main" id="{1042C12B-CE3C-74E1-37FC-111474A3D4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01" name="Line 13">
              <a:extLst>
                <a:ext uri="{FF2B5EF4-FFF2-40B4-BE49-F238E27FC236}">
                  <a16:creationId xmlns:a16="http://schemas.microsoft.com/office/drawing/2014/main" id="{D10821D8-3E33-42BA-CF24-4CE30B5F97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02" name="Line 14">
              <a:extLst>
                <a:ext uri="{FF2B5EF4-FFF2-40B4-BE49-F238E27FC236}">
                  <a16:creationId xmlns:a16="http://schemas.microsoft.com/office/drawing/2014/main" id="{ED1248F6-109B-F6C6-D1F6-0D336F5322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03" name="Line 15">
              <a:extLst>
                <a:ext uri="{FF2B5EF4-FFF2-40B4-BE49-F238E27FC236}">
                  <a16:creationId xmlns:a16="http://schemas.microsoft.com/office/drawing/2014/main" id="{22CC2AF2-20AF-11A3-E2FA-A21A819024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2304" name="Line 16">
              <a:extLst>
                <a:ext uri="{FF2B5EF4-FFF2-40B4-BE49-F238E27FC236}">
                  <a16:creationId xmlns:a16="http://schemas.microsoft.com/office/drawing/2014/main" id="{883B7EE9-3E1E-A503-1D4A-A62752FA95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306" name="Rectangle 18">
            <a:extLst>
              <a:ext uri="{FF2B5EF4-FFF2-40B4-BE49-F238E27FC236}">
                <a16:creationId xmlns:a16="http://schemas.microsoft.com/office/drawing/2014/main" id="{FDDD3F4B-3074-0300-45CB-7C0D81A46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77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3 0 e n d 0 6 e n d 1 9 9 7</a:t>
            </a:r>
          </a:p>
        </p:txBody>
      </p:sp>
      <p:grpSp>
        <p:nvGrpSpPr>
          <p:cNvPr id="12309" name="Group 21">
            <a:extLst>
              <a:ext uri="{FF2B5EF4-FFF2-40B4-BE49-F238E27FC236}">
                <a16:creationId xmlns:a16="http://schemas.microsoft.com/office/drawing/2014/main" id="{329F0FBE-C6BE-2643-C471-7BEAB49FB666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12307" name="Rectangle 19">
              <a:extLst>
                <a:ext uri="{FF2B5EF4-FFF2-40B4-BE49-F238E27FC236}">
                  <a16:creationId xmlns:a16="http://schemas.microsoft.com/office/drawing/2014/main" id="{5AC80CCC-7D99-A17E-4FD1-05622E6B8D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08" name="Line 20">
              <a:extLst>
                <a:ext uri="{FF2B5EF4-FFF2-40B4-BE49-F238E27FC236}">
                  <a16:creationId xmlns:a16="http://schemas.microsoft.com/office/drawing/2014/main" id="{6C7B1B3B-C58F-1EDE-2CF8-6A33E56B367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312" name="Group 24">
            <a:extLst>
              <a:ext uri="{FF2B5EF4-FFF2-40B4-BE49-F238E27FC236}">
                <a16:creationId xmlns:a16="http://schemas.microsoft.com/office/drawing/2014/main" id="{0246D1A2-91D0-DAFA-F865-54B9F0C00B45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12310" name="Rectangle 22">
              <a:extLst>
                <a:ext uri="{FF2B5EF4-FFF2-40B4-BE49-F238E27FC236}">
                  <a16:creationId xmlns:a16="http://schemas.microsoft.com/office/drawing/2014/main" id="{828DD3A0-A984-D7CF-C4A2-38419F9E58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311" name="Line 23">
              <a:extLst>
                <a:ext uri="{FF2B5EF4-FFF2-40B4-BE49-F238E27FC236}">
                  <a16:creationId xmlns:a16="http://schemas.microsoft.com/office/drawing/2014/main" id="{12654245-4931-C00B-251E-752172C818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313" name="Rectangle 25">
            <a:extLst>
              <a:ext uri="{FF2B5EF4-FFF2-40B4-BE49-F238E27FC236}">
                <a16:creationId xmlns:a16="http://schemas.microsoft.com/office/drawing/2014/main" id="{7F92D136-FE25-5BE2-E6E7-0BAD4615CD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2608263"/>
            <a:ext cx="439102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latin typeface="Courier New" panose="02070309020205020404" pitchFamily="49" charset="0"/>
              </a:rPr>
              <a:t>MOVE "30end06end1997" TO DateStr.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UNSTRING DateStr DELIMITED BY "end" 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INTO DayStr, MonthStr, YearStr  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ON OVERFLOW DISPLAY "Chars Left"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END-UNSTRING.</a:t>
            </a:r>
            <a:r>
              <a:rPr lang="en-US" altLang="en-US" sz="1200" b="1">
                <a:latin typeface="Courier New" panose="02070309020205020404" pitchFamily="49" charset="0"/>
              </a:rPr>
              <a:t>                               </a:t>
            </a:r>
          </a:p>
          <a:p>
            <a:endParaRPr lang="en-US" altLang="en-US" sz="1200" b="1">
              <a:latin typeface="Courier New" panose="02070309020205020404" pitchFamily="49" charset="0"/>
            </a:endParaRPr>
          </a:p>
        </p:txBody>
      </p:sp>
      <p:sp useBgFill="1">
        <p:nvSpPr>
          <p:cNvPr id="12314" name="Freeform 26">
            <a:extLst>
              <a:ext uri="{FF2B5EF4-FFF2-40B4-BE49-F238E27FC236}">
                <a16:creationId xmlns:a16="http://schemas.microsoft.com/office/drawing/2014/main" id="{607C9941-132B-E7DD-4840-13EC3A09C541}"/>
              </a:ext>
            </a:extLst>
          </p:cNvPr>
          <p:cNvSpPr>
            <a:spLocks/>
          </p:cNvSpPr>
          <p:nvPr/>
        </p:nvSpPr>
        <p:spPr bwMode="auto">
          <a:xfrm>
            <a:off x="14288" y="2219325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06" y="297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15" name="Rectangle 27">
            <a:extLst>
              <a:ext uri="{FF2B5EF4-FFF2-40B4-BE49-F238E27FC236}">
                <a16:creationId xmlns:a16="http://schemas.microsoft.com/office/drawing/2014/main" id="{2308A6F5-1F67-3970-2F73-D17EE4523E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3</a:t>
            </a:r>
          </a:p>
        </p:txBody>
      </p:sp>
      <p:sp>
        <p:nvSpPr>
          <p:cNvPr id="12316" name="AutoShape 28">
            <a:extLst>
              <a:ext uri="{FF2B5EF4-FFF2-40B4-BE49-F238E27FC236}">
                <a16:creationId xmlns:a16="http://schemas.microsoft.com/office/drawing/2014/main" id="{42518BEE-9E80-39CE-7593-CE1C4270EB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2317" name="Rectangle 29">
            <a:extLst>
              <a:ext uri="{FF2B5EF4-FFF2-40B4-BE49-F238E27FC236}">
                <a16:creationId xmlns:a16="http://schemas.microsoft.com/office/drawing/2014/main" id="{BC33A35F-59C9-0AD3-BA4C-74E4EA0358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2318" name="Line 30">
            <a:extLst>
              <a:ext uri="{FF2B5EF4-FFF2-40B4-BE49-F238E27FC236}">
                <a16:creationId xmlns:a16="http://schemas.microsoft.com/office/drawing/2014/main" id="{36DB2F71-7AD2-5A51-5F76-9FDB98833777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19" name="Line 31">
            <a:extLst>
              <a:ext uri="{FF2B5EF4-FFF2-40B4-BE49-F238E27FC236}">
                <a16:creationId xmlns:a16="http://schemas.microsoft.com/office/drawing/2014/main" id="{1A406A48-3330-0EDD-6C36-C8D45A1B337C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2320" name="Line 32">
            <a:extLst>
              <a:ext uri="{FF2B5EF4-FFF2-40B4-BE49-F238E27FC236}">
                <a16:creationId xmlns:a16="http://schemas.microsoft.com/office/drawing/2014/main" id="{81B238FA-50E7-9867-9BF6-C996F20077CE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1E921541-605C-FEEC-0F66-790525F7CD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13329" name="Group 17">
            <a:extLst>
              <a:ext uri="{FF2B5EF4-FFF2-40B4-BE49-F238E27FC236}">
                <a16:creationId xmlns:a16="http://schemas.microsoft.com/office/drawing/2014/main" id="{B44CD776-17FF-55D3-AE53-3EBE1B98C0C9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13315" name="Rectangle 3">
              <a:extLst>
                <a:ext uri="{FF2B5EF4-FFF2-40B4-BE49-F238E27FC236}">
                  <a16:creationId xmlns:a16="http://schemas.microsoft.com/office/drawing/2014/main" id="{860CA775-F853-C8EB-580F-BCB25C3ECC0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316" name="Line 4">
              <a:extLst>
                <a:ext uri="{FF2B5EF4-FFF2-40B4-BE49-F238E27FC236}">
                  <a16:creationId xmlns:a16="http://schemas.microsoft.com/office/drawing/2014/main" id="{C9AAEA74-F159-8030-890A-4B4E2F7961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17" name="Line 5">
              <a:extLst>
                <a:ext uri="{FF2B5EF4-FFF2-40B4-BE49-F238E27FC236}">
                  <a16:creationId xmlns:a16="http://schemas.microsoft.com/office/drawing/2014/main" id="{E0208298-9B58-BE42-9523-DE6A521452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18" name="Line 6">
              <a:extLst>
                <a:ext uri="{FF2B5EF4-FFF2-40B4-BE49-F238E27FC236}">
                  <a16:creationId xmlns:a16="http://schemas.microsoft.com/office/drawing/2014/main" id="{371BFCFD-9598-B711-E1E4-61B7FDE02B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19" name="Line 7">
              <a:extLst>
                <a:ext uri="{FF2B5EF4-FFF2-40B4-BE49-F238E27FC236}">
                  <a16:creationId xmlns:a16="http://schemas.microsoft.com/office/drawing/2014/main" id="{21BC089B-9A03-F46A-908D-C662C737F5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0" name="Line 8">
              <a:extLst>
                <a:ext uri="{FF2B5EF4-FFF2-40B4-BE49-F238E27FC236}">
                  <a16:creationId xmlns:a16="http://schemas.microsoft.com/office/drawing/2014/main" id="{D682299C-5CE9-A739-7AC6-EBB31726E7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1" name="Line 9">
              <a:extLst>
                <a:ext uri="{FF2B5EF4-FFF2-40B4-BE49-F238E27FC236}">
                  <a16:creationId xmlns:a16="http://schemas.microsoft.com/office/drawing/2014/main" id="{111A0C95-B1BB-3761-F626-A33DF72820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2" name="Line 10">
              <a:extLst>
                <a:ext uri="{FF2B5EF4-FFF2-40B4-BE49-F238E27FC236}">
                  <a16:creationId xmlns:a16="http://schemas.microsoft.com/office/drawing/2014/main" id="{087EF5E5-7780-D70B-097E-286F3C50AA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3" name="Line 11">
              <a:extLst>
                <a:ext uri="{FF2B5EF4-FFF2-40B4-BE49-F238E27FC236}">
                  <a16:creationId xmlns:a16="http://schemas.microsoft.com/office/drawing/2014/main" id="{042E6947-513E-C226-CDEF-39C9AAA162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4" name="Line 12">
              <a:extLst>
                <a:ext uri="{FF2B5EF4-FFF2-40B4-BE49-F238E27FC236}">
                  <a16:creationId xmlns:a16="http://schemas.microsoft.com/office/drawing/2014/main" id="{0D32FC57-A02E-F1DF-BDB9-80EB22116C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5" name="Line 13">
              <a:extLst>
                <a:ext uri="{FF2B5EF4-FFF2-40B4-BE49-F238E27FC236}">
                  <a16:creationId xmlns:a16="http://schemas.microsoft.com/office/drawing/2014/main" id="{3CA886AA-2E89-2F43-AA78-E577F28D50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6" name="Line 14">
              <a:extLst>
                <a:ext uri="{FF2B5EF4-FFF2-40B4-BE49-F238E27FC236}">
                  <a16:creationId xmlns:a16="http://schemas.microsoft.com/office/drawing/2014/main" id="{6A71AFA5-A31E-139A-37DC-B0DB2701F7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7" name="Line 15">
              <a:extLst>
                <a:ext uri="{FF2B5EF4-FFF2-40B4-BE49-F238E27FC236}">
                  <a16:creationId xmlns:a16="http://schemas.microsoft.com/office/drawing/2014/main" id="{83144BBB-92A6-0294-EA10-3341A5E438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3328" name="Line 16">
              <a:extLst>
                <a:ext uri="{FF2B5EF4-FFF2-40B4-BE49-F238E27FC236}">
                  <a16:creationId xmlns:a16="http://schemas.microsoft.com/office/drawing/2014/main" id="{D227DECE-2F0D-F9AA-BA28-933514CFCF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330" name="Rectangle 18">
            <a:extLst>
              <a:ext uri="{FF2B5EF4-FFF2-40B4-BE49-F238E27FC236}">
                <a16:creationId xmlns:a16="http://schemas.microsoft.com/office/drawing/2014/main" id="{03CC961C-E096-4E5B-5A22-2F8F6CCE6B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62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3 0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8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e n d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0 6 e n d 1 9 9 7</a:t>
            </a:r>
          </a:p>
        </p:txBody>
      </p:sp>
      <p:grpSp>
        <p:nvGrpSpPr>
          <p:cNvPr id="13333" name="Group 21">
            <a:extLst>
              <a:ext uri="{FF2B5EF4-FFF2-40B4-BE49-F238E27FC236}">
                <a16:creationId xmlns:a16="http://schemas.microsoft.com/office/drawing/2014/main" id="{061A99DF-D15B-D369-5B2D-952A2CCF52FF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13331" name="Rectangle 19">
              <a:extLst>
                <a:ext uri="{FF2B5EF4-FFF2-40B4-BE49-F238E27FC236}">
                  <a16:creationId xmlns:a16="http://schemas.microsoft.com/office/drawing/2014/main" id="{90F61AB0-F748-7924-58D2-51D17E214BC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332" name="Line 20">
              <a:extLst>
                <a:ext uri="{FF2B5EF4-FFF2-40B4-BE49-F238E27FC236}">
                  <a16:creationId xmlns:a16="http://schemas.microsoft.com/office/drawing/2014/main" id="{B3B80A99-8B51-674A-3AEC-64784CCB126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336" name="Group 24">
            <a:extLst>
              <a:ext uri="{FF2B5EF4-FFF2-40B4-BE49-F238E27FC236}">
                <a16:creationId xmlns:a16="http://schemas.microsoft.com/office/drawing/2014/main" id="{1E21C7E5-EFFA-A2F9-05E8-D7594F1102C2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13334" name="Rectangle 22">
              <a:extLst>
                <a:ext uri="{FF2B5EF4-FFF2-40B4-BE49-F238E27FC236}">
                  <a16:creationId xmlns:a16="http://schemas.microsoft.com/office/drawing/2014/main" id="{75F79DB1-5560-2F64-3067-07F82763893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335" name="Line 23">
              <a:extLst>
                <a:ext uri="{FF2B5EF4-FFF2-40B4-BE49-F238E27FC236}">
                  <a16:creationId xmlns:a16="http://schemas.microsoft.com/office/drawing/2014/main" id="{D9BDBDCA-F0DB-B4B0-E4A7-14223E4636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337" name="Rectangle 25">
            <a:extLst>
              <a:ext uri="{FF2B5EF4-FFF2-40B4-BE49-F238E27FC236}">
                <a16:creationId xmlns:a16="http://schemas.microsoft.com/office/drawing/2014/main" id="{946538D3-43C1-78E6-A934-0029D0C114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2608263"/>
            <a:ext cx="439102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MOVE "30end06end1997" TO DateStr.          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UNSTRING DateStr DELIMITED BY "end"        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 INTO DayStr,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MonthStr, YearStr  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ON OVERFLOW DISPLAY "Chars Left"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END-UNSTRING.</a:t>
            </a:r>
            <a:r>
              <a:rPr lang="en-US" altLang="en-US" sz="1200" b="1">
                <a:latin typeface="Courier New" panose="02070309020205020404" pitchFamily="49" charset="0"/>
              </a:rPr>
              <a:t>                               </a:t>
            </a:r>
          </a:p>
          <a:p>
            <a:endParaRPr lang="en-US" altLang="en-US" sz="1200" b="1">
              <a:latin typeface="Courier New" panose="02070309020205020404" pitchFamily="49" charset="0"/>
            </a:endParaRPr>
          </a:p>
        </p:txBody>
      </p:sp>
      <p:sp useBgFill="1">
        <p:nvSpPr>
          <p:cNvPr id="13338" name="Freeform 26">
            <a:extLst>
              <a:ext uri="{FF2B5EF4-FFF2-40B4-BE49-F238E27FC236}">
                <a16:creationId xmlns:a16="http://schemas.microsoft.com/office/drawing/2014/main" id="{D163936A-DF37-CFF0-9E9C-9244A60F6406}"/>
              </a:ext>
            </a:extLst>
          </p:cNvPr>
          <p:cNvSpPr>
            <a:spLocks/>
          </p:cNvSpPr>
          <p:nvPr/>
        </p:nvSpPr>
        <p:spPr bwMode="auto">
          <a:xfrm>
            <a:off x="14288" y="2219325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06" y="297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39" name="Rectangle 27">
            <a:extLst>
              <a:ext uri="{FF2B5EF4-FFF2-40B4-BE49-F238E27FC236}">
                <a16:creationId xmlns:a16="http://schemas.microsoft.com/office/drawing/2014/main" id="{3DF91F15-A455-8CA0-AC47-92D2A12BA1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3</a:t>
            </a:r>
          </a:p>
        </p:txBody>
      </p:sp>
      <p:sp>
        <p:nvSpPr>
          <p:cNvPr id="13340" name="AutoShape 28">
            <a:extLst>
              <a:ext uri="{FF2B5EF4-FFF2-40B4-BE49-F238E27FC236}">
                <a16:creationId xmlns:a16="http://schemas.microsoft.com/office/drawing/2014/main" id="{11C2FC6B-A276-3ABD-97F2-5AA6C0A04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41" name="Rectangle 29">
            <a:extLst>
              <a:ext uri="{FF2B5EF4-FFF2-40B4-BE49-F238E27FC236}">
                <a16:creationId xmlns:a16="http://schemas.microsoft.com/office/drawing/2014/main" id="{74878AAB-C10B-83A1-B622-D2634EB258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3 0</a:t>
            </a:r>
          </a:p>
        </p:txBody>
      </p:sp>
      <p:sp>
        <p:nvSpPr>
          <p:cNvPr id="13342" name="Rectangle 30">
            <a:extLst>
              <a:ext uri="{FF2B5EF4-FFF2-40B4-BE49-F238E27FC236}">
                <a16:creationId xmlns:a16="http://schemas.microsoft.com/office/drawing/2014/main" id="{7CF30973-C6BC-44CC-9075-096FE7F7AE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3343" name="Line 31">
            <a:extLst>
              <a:ext uri="{FF2B5EF4-FFF2-40B4-BE49-F238E27FC236}">
                <a16:creationId xmlns:a16="http://schemas.microsoft.com/office/drawing/2014/main" id="{8022E8BD-2423-A551-17A8-F92B6AA49AD6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4" name="Line 32">
            <a:extLst>
              <a:ext uri="{FF2B5EF4-FFF2-40B4-BE49-F238E27FC236}">
                <a16:creationId xmlns:a16="http://schemas.microsoft.com/office/drawing/2014/main" id="{D221D8E7-C90A-62BB-5254-55F3DBF0CAF7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3345" name="Line 33">
            <a:extLst>
              <a:ext uri="{FF2B5EF4-FFF2-40B4-BE49-F238E27FC236}">
                <a16:creationId xmlns:a16="http://schemas.microsoft.com/office/drawing/2014/main" id="{C74BDEA9-3F8F-7BE0-5667-0AD59AC11D2E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D58DD0BA-C98A-293F-69DB-36FB1F8BE8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14353" name="Group 17">
            <a:extLst>
              <a:ext uri="{FF2B5EF4-FFF2-40B4-BE49-F238E27FC236}">
                <a16:creationId xmlns:a16="http://schemas.microsoft.com/office/drawing/2014/main" id="{64771B3F-387F-18F6-4E9A-DFAE312C06AB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14339" name="Rectangle 3">
              <a:extLst>
                <a:ext uri="{FF2B5EF4-FFF2-40B4-BE49-F238E27FC236}">
                  <a16:creationId xmlns:a16="http://schemas.microsoft.com/office/drawing/2014/main" id="{BF8B91A8-CC21-F20B-B412-0512C1B849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340" name="Line 4">
              <a:extLst>
                <a:ext uri="{FF2B5EF4-FFF2-40B4-BE49-F238E27FC236}">
                  <a16:creationId xmlns:a16="http://schemas.microsoft.com/office/drawing/2014/main" id="{48B52AB6-A423-973F-B38A-67620B37D8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1" name="Line 5">
              <a:extLst>
                <a:ext uri="{FF2B5EF4-FFF2-40B4-BE49-F238E27FC236}">
                  <a16:creationId xmlns:a16="http://schemas.microsoft.com/office/drawing/2014/main" id="{96BB5AEA-67CF-32F0-E87C-5C828E890C4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2" name="Line 6">
              <a:extLst>
                <a:ext uri="{FF2B5EF4-FFF2-40B4-BE49-F238E27FC236}">
                  <a16:creationId xmlns:a16="http://schemas.microsoft.com/office/drawing/2014/main" id="{4A8C1A36-6869-8749-53DB-E347D47302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3" name="Line 7">
              <a:extLst>
                <a:ext uri="{FF2B5EF4-FFF2-40B4-BE49-F238E27FC236}">
                  <a16:creationId xmlns:a16="http://schemas.microsoft.com/office/drawing/2014/main" id="{E578F60F-0886-72E5-51CD-7C228C227B7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4" name="Line 8">
              <a:extLst>
                <a:ext uri="{FF2B5EF4-FFF2-40B4-BE49-F238E27FC236}">
                  <a16:creationId xmlns:a16="http://schemas.microsoft.com/office/drawing/2014/main" id="{BE9AC4AB-1650-B320-EE70-5A815F903F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5" name="Line 9">
              <a:extLst>
                <a:ext uri="{FF2B5EF4-FFF2-40B4-BE49-F238E27FC236}">
                  <a16:creationId xmlns:a16="http://schemas.microsoft.com/office/drawing/2014/main" id="{234673C3-90FF-AEED-718D-2E17118E69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6" name="Line 10">
              <a:extLst>
                <a:ext uri="{FF2B5EF4-FFF2-40B4-BE49-F238E27FC236}">
                  <a16:creationId xmlns:a16="http://schemas.microsoft.com/office/drawing/2014/main" id="{74E50407-0EF2-8607-FF6F-51A09829D1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7" name="Line 11">
              <a:extLst>
                <a:ext uri="{FF2B5EF4-FFF2-40B4-BE49-F238E27FC236}">
                  <a16:creationId xmlns:a16="http://schemas.microsoft.com/office/drawing/2014/main" id="{0217D792-5218-8FB8-514B-81F0AE25656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8" name="Line 12">
              <a:extLst>
                <a:ext uri="{FF2B5EF4-FFF2-40B4-BE49-F238E27FC236}">
                  <a16:creationId xmlns:a16="http://schemas.microsoft.com/office/drawing/2014/main" id="{95519717-50E9-479E-F250-8A1F168F11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49" name="Line 13">
              <a:extLst>
                <a:ext uri="{FF2B5EF4-FFF2-40B4-BE49-F238E27FC236}">
                  <a16:creationId xmlns:a16="http://schemas.microsoft.com/office/drawing/2014/main" id="{069EEAF3-5C3A-E48D-B569-22FF30B575D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0" name="Line 14">
              <a:extLst>
                <a:ext uri="{FF2B5EF4-FFF2-40B4-BE49-F238E27FC236}">
                  <a16:creationId xmlns:a16="http://schemas.microsoft.com/office/drawing/2014/main" id="{C389E57B-E7EA-32B4-26BD-04C6E7C94F2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1" name="Line 15">
              <a:extLst>
                <a:ext uri="{FF2B5EF4-FFF2-40B4-BE49-F238E27FC236}">
                  <a16:creationId xmlns:a16="http://schemas.microsoft.com/office/drawing/2014/main" id="{DE28258B-E95E-524F-3A06-C5C939520D5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4352" name="Line 16">
              <a:extLst>
                <a:ext uri="{FF2B5EF4-FFF2-40B4-BE49-F238E27FC236}">
                  <a16:creationId xmlns:a16="http://schemas.microsoft.com/office/drawing/2014/main" id="{ED9A2E7A-F363-8D3B-86F8-F05E0B7295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354" name="Rectangle 18">
            <a:extLst>
              <a:ext uri="{FF2B5EF4-FFF2-40B4-BE49-F238E27FC236}">
                <a16:creationId xmlns:a16="http://schemas.microsoft.com/office/drawing/2014/main" id="{7142EB93-484C-199D-69BA-AEA135179D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62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3 0 e n d 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0 6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8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e n d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1 9 9 7</a:t>
            </a:r>
          </a:p>
        </p:txBody>
      </p:sp>
      <p:grpSp>
        <p:nvGrpSpPr>
          <p:cNvPr id="14357" name="Group 21">
            <a:extLst>
              <a:ext uri="{FF2B5EF4-FFF2-40B4-BE49-F238E27FC236}">
                <a16:creationId xmlns:a16="http://schemas.microsoft.com/office/drawing/2014/main" id="{23C13ABE-946D-A234-89DE-665CA395E3C5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14355" name="Rectangle 19">
              <a:extLst>
                <a:ext uri="{FF2B5EF4-FFF2-40B4-BE49-F238E27FC236}">
                  <a16:creationId xmlns:a16="http://schemas.microsoft.com/office/drawing/2014/main" id="{F5DF4F2F-EA4C-2EA9-1AB4-54790ABF621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356" name="Line 20">
              <a:extLst>
                <a:ext uri="{FF2B5EF4-FFF2-40B4-BE49-F238E27FC236}">
                  <a16:creationId xmlns:a16="http://schemas.microsoft.com/office/drawing/2014/main" id="{05D3CF39-F05C-F796-737D-F819F70ED26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360" name="Group 24">
            <a:extLst>
              <a:ext uri="{FF2B5EF4-FFF2-40B4-BE49-F238E27FC236}">
                <a16:creationId xmlns:a16="http://schemas.microsoft.com/office/drawing/2014/main" id="{97A2381B-CB9F-CCC7-FC02-56671E86E63F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14358" name="Rectangle 22">
              <a:extLst>
                <a:ext uri="{FF2B5EF4-FFF2-40B4-BE49-F238E27FC236}">
                  <a16:creationId xmlns:a16="http://schemas.microsoft.com/office/drawing/2014/main" id="{880B57A8-359A-DCEE-EF39-EF10FA94ABA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359" name="Line 23">
              <a:extLst>
                <a:ext uri="{FF2B5EF4-FFF2-40B4-BE49-F238E27FC236}">
                  <a16:creationId xmlns:a16="http://schemas.microsoft.com/office/drawing/2014/main" id="{22567B4C-D5F8-8228-EC04-4B8F415F58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361" name="Rectangle 25">
            <a:extLst>
              <a:ext uri="{FF2B5EF4-FFF2-40B4-BE49-F238E27FC236}">
                <a16:creationId xmlns:a16="http://schemas.microsoft.com/office/drawing/2014/main" id="{FE618B8A-55BF-3A46-05E3-DE09FF23C9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2608263"/>
            <a:ext cx="439102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MOVE "30end06end1997" TO DateStr.   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</a:t>
            </a:r>
            <a:r>
              <a:rPr lang="en-US" altLang="en-US" sz="1200" b="1">
                <a:latin typeface="Courier New" panose="02070309020205020404" pitchFamily="49" charset="0"/>
              </a:rPr>
              <a:t>UNSTRING DateStr DELIMITED BY "end"        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 INTO DayStr, MonthStr,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YearStr  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ON OVERFLOW DISPLAY "Chars Left"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END-UNSTRING.</a:t>
            </a:r>
            <a:r>
              <a:rPr lang="en-US" altLang="en-US" sz="1200" b="1">
                <a:latin typeface="Courier New" panose="02070309020205020404" pitchFamily="49" charset="0"/>
              </a:rPr>
              <a:t>                               </a:t>
            </a:r>
          </a:p>
          <a:p>
            <a:endParaRPr lang="en-US" altLang="en-US" sz="1200" b="1">
              <a:latin typeface="Courier New" panose="02070309020205020404" pitchFamily="49" charset="0"/>
            </a:endParaRPr>
          </a:p>
        </p:txBody>
      </p:sp>
      <p:sp useBgFill="1">
        <p:nvSpPr>
          <p:cNvPr id="14362" name="Freeform 26">
            <a:extLst>
              <a:ext uri="{FF2B5EF4-FFF2-40B4-BE49-F238E27FC236}">
                <a16:creationId xmlns:a16="http://schemas.microsoft.com/office/drawing/2014/main" id="{65A25120-A6C2-3E0D-A6B4-2037A4937B1B}"/>
              </a:ext>
            </a:extLst>
          </p:cNvPr>
          <p:cNvSpPr>
            <a:spLocks/>
          </p:cNvSpPr>
          <p:nvPr/>
        </p:nvSpPr>
        <p:spPr bwMode="auto">
          <a:xfrm>
            <a:off x="14288" y="2219325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06" y="297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63" name="Rectangle 27">
            <a:extLst>
              <a:ext uri="{FF2B5EF4-FFF2-40B4-BE49-F238E27FC236}">
                <a16:creationId xmlns:a16="http://schemas.microsoft.com/office/drawing/2014/main" id="{D1B15F64-7919-BDC1-07D1-FEA5BFF130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3</a:t>
            </a:r>
          </a:p>
        </p:txBody>
      </p:sp>
      <p:sp>
        <p:nvSpPr>
          <p:cNvPr id="14364" name="AutoShape 28">
            <a:extLst>
              <a:ext uri="{FF2B5EF4-FFF2-40B4-BE49-F238E27FC236}">
                <a16:creationId xmlns:a16="http://schemas.microsoft.com/office/drawing/2014/main" id="{7AE73C98-C730-2B9D-CD64-16ACF37A83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4365" name="Rectangle 29">
            <a:extLst>
              <a:ext uri="{FF2B5EF4-FFF2-40B4-BE49-F238E27FC236}">
                <a16:creationId xmlns:a16="http://schemas.microsoft.com/office/drawing/2014/main" id="{07837022-BE29-F395-8521-22EC080B82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3 0</a:t>
            </a:r>
          </a:p>
        </p:txBody>
      </p:sp>
      <p:sp>
        <p:nvSpPr>
          <p:cNvPr id="14366" name="Rectangle 30">
            <a:extLst>
              <a:ext uri="{FF2B5EF4-FFF2-40B4-BE49-F238E27FC236}">
                <a16:creationId xmlns:a16="http://schemas.microsoft.com/office/drawing/2014/main" id="{69DE04ED-FC2E-4A03-7FE2-62F4C2E5C8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4367" name="Line 31">
            <a:extLst>
              <a:ext uri="{FF2B5EF4-FFF2-40B4-BE49-F238E27FC236}">
                <a16:creationId xmlns:a16="http://schemas.microsoft.com/office/drawing/2014/main" id="{2E4914CE-0690-05A4-2754-13EAF2C754E5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68" name="Line 32">
            <a:extLst>
              <a:ext uri="{FF2B5EF4-FFF2-40B4-BE49-F238E27FC236}">
                <a16:creationId xmlns:a16="http://schemas.microsoft.com/office/drawing/2014/main" id="{A0791E63-07A1-FA28-10D8-A22E76E1B073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69" name="Line 33">
            <a:extLst>
              <a:ext uri="{FF2B5EF4-FFF2-40B4-BE49-F238E27FC236}">
                <a16:creationId xmlns:a16="http://schemas.microsoft.com/office/drawing/2014/main" id="{3529E9D2-211E-99C8-DFDD-9982F145DB3A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4370" name="Rectangle 34">
            <a:extLst>
              <a:ext uri="{FF2B5EF4-FFF2-40B4-BE49-F238E27FC236}">
                <a16:creationId xmlns:a16="http://schemas.microsoft.com/office/drawing/2014/main" id="{B6E20900-454A-4852-01CD-0D2714A18D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575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0 6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ED9299BA-B786-46DC-C6BB-A00640F02D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15377" name="Group 17">
            <a:extLst>
              <a:ext uri="{FF2B5EF4-FFF2-40B4-BE49-F238E27FC236}">
                <a16:creationId xmlns:a16="http://schemas.microsoft.com/office/drawing/2014/main" id="{AB13DBFB-956A-B8C9-ABD6-47EB2ACCEB9E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15363" name="Rectangle 3">
              <a:extLst>
                <a:ext uri="{FF2B5EF4-FFF2-40B4-BE49-F238E27FC236}">
                  <a16:creationId xmlns:a16="http://schemas.microsoft.com/office/drawing/2014/main" id="{A9791B2F-54DC-6280-D813-B94D3F112E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364" name="Line 4">
              <a:extLst>
                <a:ext uri="{FF2B5EF4-FFF2-40B4-BE49-F238E27FC236}">
                  <a16:creationId xmlns:a16="http://schemas.microsoft.com/office/drawing/2014/main" id="{2BCD905C-D32A-6942-8E84-1B02F35B6D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65" name="Line 5">
              <a:extLst>
                <a:ext uri="{FF2B5EF4-FFF2-40B4-BE49-F238E27FC236}">
                  <a16:creationId xmlns:a16="http://schemas.microsoft.com/office/drawing/2014/main" id="{50EE6486-BD91-F447-4526-A4E2AC9BC1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66" name="Line 6">
              <a:extLst>
                <a:ext uri="{FF2B5EF4-FFF2-40B4-BE49-F238E27FC236}">
                  <a16:creationId xmlns:a16="http://schemas.microsoft.com/office/drawing/2014/main" id="{0AD0EC65-A017-42AB-436D-7AFCF1D664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67" name="Line 7">
              <a:extLst>
                <a:ext uri="{FF2B5EF4-FFF2-40B4-BE49-F238E27FC236}">
                  <a16:creationId xmlns:a16="http://schemas.microsoft.com/office/drawing/2014/main" id="{439338CE-E520-3DCA-1ADC-6CDA886F3D1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68" name="Line 8">
              <a:extLst>
                <a:ext uri="{FF2B5EF4-FFF2-40B4-BE49-F238E27FC236}">
                  <a16:creationId xmlns:a16="http://schemas.microsoft.com/office/drawing/2014/main" id="{7D566673-C371-F349-AFC1-D6B3E3AE1C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69" name="Line 9">
              <a:extLst>
                <a:ext uri="{FF2B5EF4-FFF2-40B4-BE49-F238E27FC236}">
                  <a16:creationId xmlns:a16="http://schemas.microsoft.com/office/drawing/2014/main" id="{CD5C867E-08E3-01FC-BFD3-80EBA77A6F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70" name="Line 10">
              <a:extLst>
                <a:ext uri="{FF2B5EF4-FFF2-40B4-BE49-F238E27FC236}">
                  <a16:creationId xmlns:a16="http://schemas.microsoft.com/office/drawing/2014/main" id="{BCF13DB2-556E-C4F7-043D-6D28AEE2594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71" name="Line 11">
              <a:extLst>
                <a:ext uri="{FF2B5EF4-FFF2-40B4-BE49-F238E27FC236}">
                  <a16:creationId xmlns:a16="http://schemas.microsoft.com/office/drawing/2014/main" id="{5E564FA4-CD2E-5C3B-49A8-2916DB27E2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72" name="Line 12">
              <a:extLst>
                <a:ext uri="{FF2B5EF4-FFF2-40B4-BE49-F238E27FC236}">
                  <a16:creationId xmlns:a16="http://schemas.microsoft.com/office/drawing/2014/main" id="{1269924B-3D7B-B1F7-5045-BB626670E5F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73" name="Line 13">
              <a:extLst>
                <a:ext uri="{FF2B5EF4-FFF2-40B4-BE49-F238E27FC236}">
                  <a16:creationId xmlns:a16="http://schemas.microsoft.com/office/drawing/2014/main" id="{0F187DCE-1D6F-B539-6F1E-CA5D01BE87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74" name="Line 14">
              <a:extLst>
                <a:ext uri="{FF2B5EF4-FFF2-40B4-BE49-F238E27FC236}">
                  <a16:creationId xmlns:a16="http://schemas.microsoft.com/office/drawing/2014/main" id="{A0BBD23A-F8B0-ACE7-12C4-1959BC2777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75" name="Line 15">
              <a:extLst>
                <a:ext uri="{FF2B5EF4-FFF2-40B4-BE49-F238E27FC236}">
                  <a16:creationId xmlns:a16="http://schemas.microsoft.com/office/drawing/2014/main" id="{06B8CB85-E15C-873F-ADE3-C44DCE6E92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5376" name="Line 16">
              <a:extLst>
                <a:ext uri="{FF2B5EF4-FFF2-40B4-BE49-F238E27FC236}">
                  <a16:creationId xmlns:a16="http://schemas.microsoft.com/office/drawing/2014/main" id="{0C07CEE5-F2EA-C3D1-B63B-297E621E8E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378" name="Rectangle 18">
            <a:extLst>
              <a:ext uri="{FF2B5EF4-FFF2-40B4-BE49-F238E27FC236}">
                <a16:creationId xmlns:a16="http://schemas.microsoft.com/office/drawing/2014/main" id="{53513A05-E5FE-1306-40C8-972E2B8E79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77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3 0 e n d 0 6 e n d 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1 9 9 7</a:t>
            </a:r>
          </a:p>
        </p:txBody>
      </p:sp>
      <p:grpSp>
        <p:nvGrpSpPr>
          <p:cNvPr id="15381" name="Group 21">
            <a:extLst>
              <a:ext uri="{FF2B5EF4-FFF2-40B4-BE49-F238E27FC236}">
                <a16:creationId xmlns:a16="http://schemas.microsoft.com/office/drawing/2014/main" id="{3983568B-26DB-5F8A-352B-A4FB16EDD0FC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15379" name="Rectangle 19">
              <a:extLst>
                <a:ext uri="{FF2B5EF4-FFF2-40B4-BE49-F238E27FC236}">
                  <a16:creationId xmlns:a16="http://schemas.microsoft.com/office/drawing/2014/main" id="{B75518E9-5852-A126-97CB-78399F3A827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380" name="Line 20">
              <a:extLst>
                <a:ext uri="{FF2B5EF4-FFF2-40B4-BE49-F238E27FC236}">
                  <a16:creationId xmlns:a16="http://schemas.microsoft.com/office/drawing/2014/main" id="{E25EDF7F-982B-5A40-4A31-50BEC4A136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384" name="Group 24">
            <a:extLst>
              <a:ext uri="{FF2B5EF4-FFF2-40B4-BE49-F238E27FC236}">
                <a16:creationId xmlns:a16="http://schemas.microsoft.com/office/drawing/2014/main" id="{1F9450B8-22E2-0D5C-7744-FD83D00BEFF8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15382" name="Rectangle 22">
              <a:extLst>
                <a:ext uri="{FF2B5EF4-FFF2-40B4-BE49-F238E27FC236}">
                  <a16:creationId xmlns:a16="http://schemas.microsoft.com/office/drawing/2014/main" id="{0875922A-F4E0-DB68-3060-45B30A753F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383" name="Line 23">
              <a:extLst>
                <a:ext uri="{FF2B5EF4-FFF2-40B4-BE49-F238E27FC236}">
                  <a16:creationId xmlns:a16="http://schemas.microsoft.com/office/drawing/2014/main" id="{B72482C0-92DE-CCB9-D755-556DB4E8D0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385" name="Rectangle 25">
            <a:extLst>
              <a:ext uri="{FF2B5EF4-FFF2-40B4-BE49-F238E27FC236}">
                <a16:creationId xmlns:a16="http://schemas.microsoft.com/office/drawing/2014/main" id="{C5AE197C-BE34-E20D-3E85-647A00C3A3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625" y="2608263"/>
            <a:ext cx="439102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MOVE "30end06end1997" TO DateStr.   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UNSTRING DateStr DELIMITED BY "end" 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INTO DayStr, MonthStr, YearStr  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ON OVERFLOW DISPLAY "Chars Left"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END-UNSTRING.</a:t>
            </a:r>
            <a:r>
              <a:rPr lang="en-US" altLang="en-US" sz="1200" b="1">
                <a:latin typeface="Courier New" panose="02070309020205020404" pitchFamily="49" charset="0"/>
              </a:rPr>
              <a:t>                               </a:t>
            </a:r>
          </a:p>
          <a:p>
            <a:endParaRPr lang="en-US" altLang="en-US" sz="1200" b="1">
              <a:latin typeface="Courier New" panose="02070309020205020404" pitchFamily="49" charset="0"/>
            </a:endParaRPr>
          </a:p>
        </p:txBody>
      </p:sp>
      <p:sp useBgFill="1">
        <p:nvSpPr>
          <p:cNvPr id="15386" name="Freeform 26">
            <a:extLst>
              <a:ext uri="{FF2B5EF4-FFF2-40B4-BE49-F238E27FC236}">
                <a16:creationId xmlns:a16="http://schemas.microsoft.com/office/drawing/2014/main" id="{276938F0-66B9-B577-AE52-66512E39C572}"/>
              </a:ext>
            </a:extLst>
          </p:cNvPr>
          <p:cNvSpPr>
            <a:spLocks/>
          </p:cNvSpPr>
          <p:nvPr/>
        </p:nvSpPr>
        <p:spPr bwMode="auto">
          <a:xfrm>
            <a:off x="14288" y="2219325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06" y="297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87" name="Rectangle 27">
            <a:extLst>
              <a:ext uri="{FF2B5EF4-FFF2-40B4-BE49-F238E27FC236}">
                <a16:creationId xmlns:a16="http://schemas.microsoft.com/office/drawing/2014/main" id="{5940A389-93E5-9E99-3FA1-4FD47E14CE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3</a:t>
            </a:r>
          </a:p>
        </p:txBody>
      </p:sp>
      <p:sp>
        <p:nvSpPr>
          <p:cNvPr id="15388" name="AutoShape 28">
            <a:extLst>
              <a:ext uri="{FF2B5EF4-FFF2-40B4-BE49-F238E27FC236}">
                <a16:creationId xmlns:a16="http://schemas.microsoft.com/office/drawing/2014/main" id="{9D6E8EAF-6ABA-66B6-0CF1-5936ABA97E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5389" name="Rectangle 29">
            <a:extLst>
              <a:ext uri="{FF2B5EF4-FFF2-40B4-BE49-F238E27FC236}">
                <a16:creationId xmlns:a16="http://schemas.microsoft.com/office/drawing/2014/main" id="{E94CCBEF-606D-4249-15C5-15973E63FC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3 0</a:t>
            </a:r>
          </a:p>
        </p:txBody>
      </p:sp>
      <p:sp>
        <p:nvSpPr>
          <p:cNvPr id="15390" name="Rectangle 30">
            <a:extLst>
              <a:ext uri="{FF2B5EF4-FFF2-40B4-BE49-F238E27FC236}">
                <a16:creationId xmlns:a16="http://schemas.microsoft.com/office/drawing/2014/main" id="{BEF096E4-9803-12C0-68E5-2491B0856F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5391" name="Line 31">
            <a:extLst>
              <a:ext uri="{FF2B5EF4-FFF2-40B4-BE49-F238E27FC236}">
                <a16:creationId xmlns:a16="http://schemas.microsoft.com/office/drawing/2014/main" id="{F078EC14-5D18-5E60-3E21-5E8D9F65EF8D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2" name="Line 32">
            <a:extLst>
              <a:ext uri="{FF2B5EF4-FFF2-40B4-BE49-F238E27FC236}">
                <a16:creationId xmlns:a16="http://schemas.microsoft.com/office/drawing/2014/main" id="{75DE87D3-D52B-97D3-CB2C-3CF5B4FC9777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3" name="Line 33">
            <a:extLst>
              <a:ext uri="{FF2B5EF4-FFF2-40B4-BE49-F238E27FC236}">
                <a16:creationId xmlns:a16="http://schemas.microsoft.com/office/drawing/2014/main" id="{04EC1066-0F37-21D3-BD74-62534EDD7D0C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5394" name="Rectangle 34">
            <a:extLst>
              <a:ext uri="{FF2B5EF4-FFF2-40B4-BE49-F238E27FC236}">
                <a16:creationId xmlns:a16="http://schemas.microsoft.com/office/drawing/2014/main" id="{799EFECE-1F35-F8AA-99D8-BBFB5A137C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575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0 6</a:t>
            </a:r>
          </a:p>
        </p:txBody>
      </p:sp>
      <p:sp>
        <p:nvSpPr>
          <p:cNvPr id="15395" name="Rectangle 35">
            <a:extLst>
              <a:ext uri="{FF2B5EF4-FFF2-40B4-BE49-F238E27FC236}">
                <a16:creationId xmlns:a16="http://schemas.microsoft.com/office/drawing/2014/main" id="{39BFFC91-5387-C47D-7E52-0D2A5215C7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1082675"/>
            <a:ext cx="11445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1 9 9 7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>
            <a:extLst>
              <a:ext uri="{FF2B5EF4-FFF2-40B4-BE49-F238E27FC236}">
                <a16:creationId xmlns:a16="http://schemas.microsoft.com/office/drawing/2014/main" id="{778E54D0-6BAB-AF9E-BDDC-7B84D43ED4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16401" name="Group 17">
            <a:extLst>
              <a:ext uri="{FF2B5EF4-FFF2-40B4-BE49-F238E27FC236}">
                <a16:creationId xmlns:a16="http://schemas.microsoft.com/office/drawing/2014/main" id="{C3D192BC-B6F7-9AA4-8F5C-48AD2EDA8C48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16387" name="Rectangle 3">
              <a:extLst>
                <a:ext uri="{FF2B5EF4-FFF2-40B4-BE49-F238E27FC236}">
                  <a16:creationId xmlns:a16="http://schemas.microsoft.com/office/drawing/2014/main" id="{F9F866CA-5ABA-6E17-2FB9-D0611EF5C0B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388" name="Line 4">
              <a:extLst>
                <a:ext uri="{FF2B5EF4-FFF2-40B4-BE49-F238E27FC236}">
                  <a16:creationId xmlns:a16="http://schemas.microsoft.com/office/drawing/2014/main" id="{6AE52B21-C2CD-1A5A-DCE3-301C90F4D3D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89" name="Line 5">
              <a:extLst>
                <a:ext uri="{FF2B5EF4-FFF2-40B4-BE49-F238E27FC236}">
                  <a16:creationId xmlns:a16="http://schemas.microsoft.com/office/drawing/2014/main" id="{1CDEBB2E-0277-D117-5021-432DA37D3F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90" name="Line 6">
              <a:extLst>
                <a:ext uri="{FF2B5EF4-FFF2-40B4-BE49-F238E27FC236}">
                  <a16:creationId xmlns:a16="http://schemas.microsoft.com/office/drawing/2014/main" id="{536D9296-EEF4-87E8-44B8-BDF63B8D09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91" name="Line 7">
              <a:extLst>
                <a:ext uri="{FF2B5EF4-FFF2-40B4-BE49-F238E27FC236}">
                  <a16:creationId xmlns:a16="http://schemas.microsoft.com/office/drawing/2014/main" id="{D283AF6B-92BC-98D7-3529-FF9E2CDEA8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92" name="Line 8">
              <a:extLst>
                <a:ext uri="{FF2B5EF4-FFF2-40B4-BE49-F238E27FC236}">
                  <a16:creationId xmlns:a16="http://schemas.microsoft.com/office/drawing/2014/main" id="{C1F41040-F03E-B526-8F6D-8111035C2D1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93" name="Line 9">
              <a:extLst>
                <a:ext uri="{FF2B5EF4-FFF2-40B4-BE49-F238E27FC236}">
                  <a16:creationId xmlns:a16="http://schemas.microsoft.com/office/drawing/2014/main" id="{52F5FC79-BF82-D9B4-145A-D3084A43BB3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94" name="Line 10">
              <a:extLst>
                <a:ext uri="{FF2B5EF4-FFF2-40B4-BE49-F238E27FC236}">
                  <a16:creationId xmlns:a16="http://schemas.microsoft.com/office/drawing/2014/main" id="{7DACEC61-0D98-F4B4-904E-F0820B3529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95" name="Line 11">
              <a:extLst>
                <a:ext uri="{FF2B5EF4-FFF2-40B4-BE49-F238E27FC236}">
                  <a16:creationId xmlns:a16="http://schemas.microsoft.com/office/drawing/2014/main" id="{B462122D-694E-5DD9-4621-F3C49F7C68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96" name="Line 12">
              <a:extLst>
                <a:ext uri="{FF2B5EF4-FFF2-40B4-BE49-F238E27FC236}">
                  <a16:creationId xmlns:a16="http://schemas.microsoft.com/office/drawing/2014/main" id="{6EE328C6-9E4F-4747-02EE-56A0A7692A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97" name="Line 13">
              <a:extLst>
                <a:ext uri="{FF2B5EF4-FFF2-40B4-BE49-F238E27FC236}">
                  <a16:creationId xmlns:a16="http://schemas.microsoft.com/office/drawing/2014/main" id="{C30B1149-CC10-6C30-57D4-483FF2FE40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98" name="Line 14">
              <a:extLst>
                <a:ext uri="{FF2B5EF4-FFF2-40B4-BE49-F238E27FC236}">
                  <a16:creationId xmlns:a16="http://schemas.microsoft.com/office/drawing/2014/main" id="{A7067138-A7BC-E623-CDC1-96F5998215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399" name="Line 15">
              <a:extLst>
                <a:ext uri="{FF2B5EF4-FFF2-40B4-BE49-F238E27FC236}">
                  <a16:creationId xmlns:a16="http://schemas.microsoft.com/office/drawing/2014/main" id="{3BB65A80-81F9-A7C8-9FA8-CA630248F6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6400" name="Line 16">
              <a:extLst>
                <a:ext uri="{FF2B5EF4-FFF2-40B4-BE49-F238E27FC236}">
                  <a16:creationId xmlns:a16="http://schemas.microsoft.com/office/drawing/2014/main" id="{1DEDF5C3-16EF-59F9-B76E-AD1C955FD7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402" name="Rectangle 18">
            <a:extLst>
              <a:ext uri="{FF2B5EF4-FFF2-40B4-BE49-F238E27FC236}">
                <a16:creationId xmlns:a16="http://schemas.microsoft.com/office/drawing/2014/main" id="{0D290195-1CCC-232D-77F2-4D85FAFD10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279082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9 - 0 5 / 1 9 9 8</a:t>
            </a:r>
          </a:p>
        </p:txBody>
      </p:sp>
      <p:grpSp>
        <p:nvGrpSpPr>
          <p:cNvPr id="16405" name="Group 21">
            <a:extLst>
              <a:ext uri="{FF2B5EF4-FFF2-40B4-BE49-F238E27FC236}">
                <a16:creationId xmlns:a16="http://schemas.microsoft.com/office/drawing/2014/main" id="{247A808A-4B3F-F2D2-E4A0-DC251FFCD77C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16403" name="Rectangle 19">
              <a:extLst>
                <a:ext uri="{FF2B5EF4-FFF2-40B4-BE49-F238E27FC236}">
                  <a16:creationId xmlns:a16="http://schemas.microsoft.com/office/drawing/2014/main" id="{0AE546DD-7E8D-9C6E-A98B-1FA5BEC341E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404" name="Line 20">
              <a:extLst>
                <a:ext uri="{FF2B5EF4-FFF2-40B4-BE49-F238E27FC236}">
                  <a16:creationId xmlns:a16="http://schemas.microsoft.com/office/drawing/2014/main" id="{C2F487F4-EB82-72DE-7684-61AF365F5C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408" name="Group 24">
            <a:extLst>
              <a:ext uri="{FF2B5EF4-FFF2-40B4-BE49-F238E27FC236}">
                <a16:creationId xmlns:a16="http://schemas.microsoft.com/office/drawing/2014/main" id="{18F44A92-A1CE-C355-7D9C-29CB0C59648D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16406" name="Rectangle 22">
              <a:extLst>
                <a:ext uri="{FF2B5EF4-FFF2-40B4-BE49-F238E27FC236}">
                  <a16:creationId xmlns:a16="http://schemas.microsoft.com/office/drawing/2014/main" id="{6FA68CB1-6F71-DA40-6EB5-570ADC88595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407" name="Line 23">
              <a:extLst>
                <a:ext uri="{FF2B5EF4-FFF2-40B4-BE49-F238E27FC236}">
                  <a16:creationId xmlns:a16="http://schemas.microsoft.com/office/drawing/2014/main" id="{C1235998-B7AE-F2CE-3BE8-D91B1F2135B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409" name="Rectangle 25">
            <a:extLst>
              <a:ext uri="{FF2B5EF4-FFF2-40B4-BE49-F238E27FC236}">
                <a16:creationId xmlns:a16="http://schemas.microsoft.com/office/drawing/2014/main" id="{4C433A14-98AF-3115-EA50-E692C5CBAC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370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MOVE "09-05/1998" TO DateStr.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UNSTRING DateStr DELIMITED BY "/" OR "-"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INTO DayStr   DELIMITER IN Hold1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 MonthStr DELIMITER IN Hold2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 YearStr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DISPLAY Hold1 SPACE Hold2.                                     </a:t>
            </a:r>
          </a:p>
        </p:txBody>
      </p:sp>
      <p:sp useBgFill="1">
        <p:nvSpPr>
          <p:cNvPr id="16410" name="Freeform 26">
            <a:extLst>
              <a:ext uri="{FF2B5EF4-FFF2-40B4-BE49-F238E27FC236}">
                <a16:creationId xmlns:a16="http://schemas.microsoft.com/office/drawing/2014/main" id="{C696F633-BBE8-3514-6C71-44303AA5EEF3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11" name="Rectangle 27">
            <a:extLst>
              <a:ext uri="{FF2B5EF4-FFF2-40B4-BE49-F238E27FC236}">
                <a16:creationId xmlns:a16="http://schemas.microsoft.com/office/drawing/2014/main" id="{E69B7CD9-A6F4-53E2-B439-E5E56C4806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4</a:t>
            </a:r>
          </a:p>
        </p:txBody>
      </p:sp>
      <p:sp>
        <p:nvSpPr>
          <p:cNvPr id="16412" name="AutoShape 28">
            <a:extLst>
              <a:ext uri="{FF2B5EF4-FFF2-40B4-BE49-F238E27FC236}">
                <a16:creationId xmlns:a16="http://schemas.microsoft.com/office/drawing/2014/main" id="{D8E7E43A-2784-C5BC-DB6A-C592AE461C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6413" name="Rectangle 29">
            <a:extLst>
              <a:ext uri="{FF2B5EF4-FFF2-40B4-BE49-F238E27FC236}">
                <a16:creationId xmlns:a16="http://schemas.microsoft.com/office/drawing/2014/main" id="{0789069D-0B33-F4DB-5645-3763F77F3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6414" name="Line 30">
            <a:extLst>
              <a:ext uri="{FF2B5EF4-FFF2-40B4-BE49-F238E27FC236}">
                <a16:creationId xmlns:a16="http://schemas.microsoft.com/office/drawing/2014/main" id="{95317DBC-7157-EDE5-1E5C-FF843ED2CDA0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15" name="Line 31">
            <a:extLst>
              <a:ext uri="{FF2B5EF4-FFF2-40B4-BE49-F238E27FC236}">
                <a16:creationId xmlns:a16="http://schemas.microsoft.com/office/drawing/2014/main" id="{0961C0EA-CC38-5316-BD4C-A1EC2D76C52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6416" name="Line 32">
            <a:extLst>
              <a:ext uri="{FF2B5EF4-FFF2-40B4-BE49-F238E27FC236}">
                <a16:creationId xmlns:a16="http://schemas.microsoft.com/office/drawing/2014/main" id="{82946D2E-E0F0-CBC9-554F-FB87DFD18868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>
            <a:extLst>
              <a:ext uri="{FF2B5EF4-FFF2-40B4-BE49-F238E27FC236}">
                <a16:creationId xmlns:a16="http://schemas.microsoft.com/office/drawing/2014/main" id="{4C018CDB-C599-E9F3-EC26-C04A774BC3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17425" name="Group 17">
            <a:extLst>
              <a:ext uri="{FF2B5EF4-FFF2-40B4-BE49-F238E27FC236}">
                <a16:creationId xmlns:a16="http://schemas.microsoft.com/office/drawing/2014/main" id="{AFCE6832-EC10-36C3-3950-0AB71C701854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17411" name="Rectangle 3">
              <a:extLst>
                <a:ext uri="{FF2B5EF4-FFF2-40B4-BE49-F238E27FC236}">
                  <a16:creationId xmlns:a16="http://schemas.microsoft.com/office/drawing/2014/main" id="{7BE2DE20-D454-6AEF-7122-B646FFAD3B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12" name="Line 4">
              <a:extLst>
                <a:ext uri="{FF2B5EF4-FFF2-40B4-BE49-F238E27FC236}">
                  <a16:creationId xmlns:a16="http://schemas.microsoft.com/office/drawing/2014/main" id="{FC3DE081-8E18-1A24-DE96-2D3A2B61E1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13" name="Line 5">
              <a:extLst>
                <a:ext uri="{FF2B5EF4-FFF2-40B4-BE49-F238E27FC236}">
                  <a16:creationId xmlns:a16="http://schemas.microsoft.com/office/drawing/2014/main" id="{AD00192D-60B2-EEA4-353E-4C9AAC2BF61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14" name="Line 6">
              <a:extLst>
                <a:ext uri="{FF2B5EF4-FFF2-40B4-BE49-F238E27FC236}">
                  <a16:creationId xmlns:a16="http://schemas.microsoft.com/office/drawing/2014/main" id="{B6BB4BD5-B277-C663-93D8-3DBD8C2E1A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15" name="Line 7">
              <a:extLst>
                <a:ext uri="{FF2B5EF4-FFF2-40B4-BE49-F238E27FC236}">
                  <a16:creationId xmlns:a16="http://schemas.microsoft.com/office/drawing/2014/main" id="{B22D09A0-F5E1-13AF-CDA1-1E1FF16E9B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16" name="Line 8">
              <a:extLst>
                <a:ext uri="{FF2B5EF4-FFF2-40B4-BE49-F238E27FC236}">
                  <a16:creationId xmlns:a16="http://schemas.microsoft.com/office/drawing/2014/main" id="{80BEE029-6961-8E71-B12A-EC6BEDC154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17" name="Line 9">
              <a:extLst>
                <a:ext uri="{FF2B5EF4-FFF2-40B4-BE49-F238E27FC236}">
                  <a16:creationId xmlns:a16="http://schemas.microsoft.com/office/drawing/2014/main" id="{0223B7D1-1044-08EF-8271-BF3B70F1CE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18" name="Line 10">
              <a:extLst>
                <a:ext uri="{FF2B5EF4-FFF2-40B4-BE49-F238E27FC236}">
                  <a16:creationId xmlns:a16="http://schemas.microsoft.com/office/drawing/2014/main" id="{A8E55D71-9247-94E3-4224-5A1601CFBC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19" name="Line 11">
              <a:extLst>
                <a:ext uri="{FF2B5EF4-FFF2-40B4-BE49-F238E27FC236}">
                  <a16:creationId xmlns:a16="http://schemas.microsoft.com/office/drawing/2014/main" id="{D3318941-AEF2-8E78-A066-3F9614BEAA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20" name="Line 12">
              <a:extLst>
                <a:ext uri="{FF2B5EF4-FFF2-40B4-BE49-F238E27FC236}">
                  <a16:creationId xmlns:a16="http://schemas.microsoft.com/office/drawing/2014/main" id="{B85BF7B1-6DEF-CD35-01DC-242DFECFAF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21" name="Line 13">
              <a:extLst>
                <a:ext uri="{FF2B5EF4-FFF2-40B4-BE49-F238E27FC236}">
                  <a16:creationId xmlns:a16="http://schemas.microsoft.com/office/drawing/2014/main" id="{1C451AC3-3E23-19AC-28C3-AF4B9EA073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22" name="Line 14">
              <a:extLst>
                <a:ext uri="{FF2B5EF4-FFF2-40B4-BE49-F238E27FC236}">
                  <a16:creationId xmlns:a16="http://schemas.microsoft.com/office/drawing/2014/main" id="{6DBC8D04-A061-ED99-DCA9-005E9F7188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23" name="Line 15">
              <a:extLst>
                <a:ext uri="{FF2B5EF4-FFF2-40B4-BE49-F238E27FC236}">
                  <a16:creationId xmlns:a16="http://schemas.microsoft.com/office/drawing/2014/main" id="{DFAF3719-FDF1-5232-CF64-27292215CA8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424" name="Line 16">
              <a:extLst>
                <a:ext uri="{FF2B5EF4-FFF2-40B4-BE49-F238E27FC236}">
                  <a16:creationId xmlns:a16="http://schemas.microsoft.com/office/drawing/2014/main" id="{9381FE04-6600-1F4D-62F6-ACB90F1D27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426" name="Rectangle 18">
            <a:extLst>
              <a:ext uri="{FF2B5EF4-FFF2-40B4-BE49-F238E27FC236}">
                <a16:creationId xmlns:a16="http://schemas.microsoft.com/office/drawing/2014/main" id="{5694BBD8-0118-2247-AF52-1DF88EEF98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278923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0 9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8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0 5 / 1 9 9 8</a:t>
            </a:r>
          </a:p>
        </p:txBody>
      </p:sp>
      <p:grpSp>
        <p:nvGrpSpPr>
          <p:cNvPr id="17429" name="Group 21">
            <a:extLst>
              <a:ext uri="{FF2B5EF4-FFF2-40B4-BE49-F238E27FC236}">
                <a16:creationId xmlns:a16="http://schemas.microsoft.com/office/drawing/2014/main" id="{36982C40-8847-AF7D-1255-42D9C5B6B679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17427" name="Rectangle 19">
              <a:extLst>
                <a:ext uri="{FF2B5EF4-FFF2-40B4-BE49-F238E27FC236}">
                  <a16:creationId xmlns:a16="http://schemas.microsoft.com/office/drawing/2014/main" id="{560F5AB1-B0C3-52AA-8494-9233DE82395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28" name="Line 20">
              <a:extLst>
                <a:ext uri="{FF2B5EF4-FFF2-40B4-BE49-F238E27FC236}">
                  <a16:creationId xmlns:a16="http://schemas.microsoft.com/office/drawing/2014/main" id="{955F0030-EBD0-1675-2F95-741E750710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432" name="Group 24">
            <a:extLst>
              <a:ext uri="{FF2B5EF4-FFF2-40B4-BE49-F238E27FC236}">
                <a16:creationId xmlns:a16="http://schemas.microsoft.com/office/drawing/2014/main" id="{5AAF25F5-9D7D-41A8-608F-C215D8750C8D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17430" name="Rectangle 22">
              <a:extLst>
                <a:ext uri="{FF2B5EF4-FFF2-40B4-BE49-F238E27FC236}">
                  <a16:creationId xmlns:a16="http://schemas.microsoft.com/office/drawing/2014/main" id="{036769A5-8C46-27A1-1B7D-D87B76E5CED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431" name="Line 23">
              <a:extLst>
                <a:ext uri="{FF2B5EF4-FFF2-40B4-BE49-F238E27FC236}">
                  <a16:creationId xmlns:a16="http://schemas.microsoft.com/office/drawing/2014/main" id="{689900D3-4458-4275-6DA7-94DC068D5F3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433" name="Rectangle 25">
            <a:extLst>
              <a:ext uri="{FF2B5EF4-FFF2-40B4-BE49-F238E27FC236}">
                <a16:creationId xmlns:a16="http://schemas.microsoft.com/office/drawing/2014/main" id="{84E251A9-C614-4920-E22D-032ED7BB2B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370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"09-05/1998" TO DateStr.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UNSTRING DateStr DELIMITED BY "/" OR "-"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INTO DayStr   DELIMITER IN Hold1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 MonthStr DELIMITER IN Hold2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 YearStr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DISPLAY Hold1 SPACE Hold2.                                     </a:t>
            </a:r>
          </a:p>
        </p:txBody>
      </p:sp>
      <p:sp useBgFill="1">
        <p:nvSpPr>
          <p:cNvPr id="17434" name="Freeform 26">
            <a:extLst>
              <a:ext uri="{FF2B5EF4-FFF2-40B4-BE49-F238E27FC236}">
                <a16:creationId xmlns:a16="http://schemas.microsoft.com/office/drawing/2014/main" id="{AF7636BB-215C-4DAC-C8C0-845172720CE5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35" name="Rectangle 27">
            <a:extLst>
              <a:ext uri="{FF2B5EF4-FFF2-40B4-BE49-F238E27FC236}">
                <a16:creationId xmlns:a16="http://schemas.microsoft.com/office/drawing/2014/main" id="{BF190855-76BE-2C8C-D42C-213845C5E5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4</a:t>
            </a:r>
          </a:p>
        </p:txBody>
      </p:sp>
      <p:sp>
        <p:nvSpPr>
          <p:cNvPr id="17436" name="AutoShape 28">
            <a:extLst>
              <a:ext uri="{FF2B5EF4-FFF2-40B4-BE49-F238E27FC236}">
                <a16:creationId xmlns:a16="http://schemas.microsoft.com/office/drawing/2014/main" id="{E571E7B8-5466-BCCE-23B0-6F8BE2507A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7437" name="Rectangle 29">
            <a:extLst>
              <a:ext uri="{FF2B5EF4-FFF2-40B4-BE49-F238E27FC236}">
                <a16:creationId xmlns:a16="http://schemas.microsoft.com/office/drawing/2014/main" id="{51753BEB-0396-3E06-A6D3-CEFCCD5023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0 9</a:t>
            </a:r>
          </a:p>
        </p:txBody>
      </p:sp>
      <p:sp>
        <p:nvSpPr>
          <p:cNvPr id="17438" name="Rectangle 30">
            <a:extLst>
              <a:ext uri="{FF2B5EF4-FFF2-40B4-BE49-F238E27FC236}">
                <a16:creationId xmlns:a16="http://schemas.microsoft.com/office/drawing/2014/main" id="{5A061DD8-E412-7567-78C5-7F992EAE5E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7439" name="Line 31">
            <a:extLst>
              <a:ext uri="{FF2B5EF4-FFF2-40B4-BE49-F238E27FC236}">
                <a16:creationId xmlns:a16="http://schemas.microsoft.com/office/drawing/2014/main" id="{CF44CBCC-1D00-4E6E-5387-89D298529563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40" name="Line 32">
            <a:extLst>
              <a:ext uri="{FF2B5EF4-FFF2-40B4-BE49-F238E27FC236}">
                <a16:creationId xmlns:a16="http://schemas.microsoft.com/office/drawing/2014/main" id="{E5DA2225-BB3E-B84F-41ED-423598FFC80A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7441" name="Line 33">
            <a:extLst>
              <a:ext uri="{FF2B5EF4-FFF2-40B4-BE49-F238E27FC236}">
                <a16:creationId xmlns:a16="http://schemas.microsoft.com/office/drawing/2014/main" id="{497B7C8C-6B0F-57D1-FF84-3851AE586C41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C9038046-7EB5-A7C9-F4A1-41870D60DB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18449" name="Group 17">
            <a:extLst>
              <a:ext uri="{FF2B5EF4-FFF2-40B4-BE49-F238E27FC236}">
                <a16:creationId xmlns:a16="http://schemas.microsoft.com/office/drawing/2014/main" id="{AD5ADD66-779B-8D81-2BF7-B255D486994B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18435" name="Rectangle 3">
              <a:extLst>
                <a:ext uri="{FF2B5EF4-FFF2-40B4-BE49-F238E27FC236}">
                  <a16:creationId xmlns:a16="http://schemas.microsoft.com/office/drawing/2014/main" id="{11B18446-CA44-A4D6-302C-E847EEE9757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36" name="Line 4">
              <a:extLst>
                <a:ext uri="{FF2B5EF4-FFF2-40B4-BE49-F238E27FC236}">
                  <a16:creationId xmlns:a16="http://schemas.microsoft.com/office/drawing/2014/main" id="{F883D6BA-2453-F410-A505-3A477DEC88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37" name="Line 5">
              <a:extLst>
                <a:ext uri="{FF2B5EF4-FFF2-40B4-BE49-F238E27FC236}">
                  <a16:creationId xmlns:a16="http://schemas.microsoft.com/office/drawing/2014/main" id="{A453D73A-466E-2BCA-2F32-7169E8E463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38" name="Line 6">
              <a:extLst>
                <a:ext uri="{FF2B5EF4-FFF2-40B4-BE49-F238E27FC236}">
                  <a16:creationId xmlns:a16="http://schemas.microsoft.com/office/drawing/2014/main" id="{51622182-5EAD-679C-C3AF-31601E16907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39" name="Line 7">
              <a:extLst>
                <a:ext uri="{FF2B5EF4-FFF2-40B4-BE49-F238E27FC236}">
                  <a16:creationId xmlns:a16="http://schemas.microsoft.com/office/drawing/2014/main" id="{860D8D91-5637-C8B0-F184-F7F9D08E818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0" name="Line 8">
              <a:extLst>
                <a:ext uri="{FF2B5EF4-FFF2-40B4-BE49-F238E27FC236}">
                  <a16:creationId xmlns:a16="http://schemas.microsoft.com/office/drawing/2014/main" id="{526731E5-DEC6-4EC2-2B0E-FCE7A0C8F7C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1" name="Line 9">
              <a:extLst>
                <a:ext uri="{FF2B5EF4-FFF2-40B4-BE49-F238E27FC236}">
                  <a16:creationId xmlns:a16="http://schemas.microsoft.com/office/drawing/2014/main" id="{82727F02-0EF4-D3CF-A7AB-EC78C58CDA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2" name="Line 10">
              <a:extLst>
                <a:ext uri="{FF2B5EF4-FFF2-40B4-BE49-F238E27FC236}">
                  <a16:creationId xmlns:a16="http://schemas.microsoft.com/office/drawing/2014/main" id="{9D398BB3-C9EE-AC7B-B179-4EA839222FF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3" name="Line 11">
              <a:extLst>
                <a:ext uri="{FF2B5EF4-FFF2-40B4-BE49-F238E27FC236}">
                  <a16:creationId xmlns:a16="http://schemas.microsoft.com/office/drawing/2014/main" id="{A2E88C37-6B4B-C58A-2A3A-E01C5C3E8B2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4" name="Line 12">
              <a:extLst>
                <a:ext uri="{FF2B5EF4-FFF2-40B4-BE49-F238E27FC236}">
                  <a16:creationId xmlns:a16="http://schemas.microsoft.com/office/drawing/2014/main" id="{F51490A9-EF5F-9194-C547-51016C5B24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5" name="Line 13">
              <a:extLst>
                <a:ext uri="{FF2B5EF4-FFF2-40B4-BE49-F238E27FC236}">
                  <a16:creationId xmlns:a16="http://schemas.microsoft.com/office/drawing/2014/main" id="{9ACE092C-7066-37FC-368A-F17C6EC4183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6" name="Line 14">
              <a:extLst>
                <a:ext uri="{FF2B5EF4-FFF2-40B4-BE49-F238E27FC236}">
                  <a16:creationId xmlns:a16="http://schemas.microsoft.com/office/drawing/2014/main" id="{8942FEC5-48F6-776D-53A9-8A09C7D6EE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7" name="Line 15">
              <a:extLst>
                <a:ext uri="{FF2B5EF4-FFF2-40B4-BE49-F238E27FC236}">
                  <a16:creationId xmlns:a16="http://schemas.microsoft.com/office/drawing/2014/main" id="{AFF9E6DC-8568-33F9-FC42-8CA8FD9C42D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448" name="Line 16">
              <a:extLst>
                <a:ext uri="{FF2B5EF4-FFF2-40B4-BE49-F238E27FC236}">
                  <a16:creationId xmlns:a16="http://schemas.microsoft.com/office/drawing/2014/main" id="{35071AFC-BBB5-2A2F-6E24-0D86E1EE3B3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450" name="Rectangle 18">
            <a:extLst>
              <a:ext uri="{FF2B5EF4-FFF2-40B4-BE49-F238E27FC236}">
                <a16:creationId xmlns:a16="http://schemas.microsoft.com/office/drawing/2014/main" id="{D0E3C13F-ADD7-5F2D-4082-BB0C1B769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278765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9 - 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0 5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8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/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1 9 9 8</a:t>
            </a:r>
          </a:p>
        </p:txBody>
      </p:sp>
      <p:grpSp>
        <p:nvGrpSpPr>
          <p:cNvPr id="18453" name="Group 21">
            <a:extLst>
              <a:ext uri="{FF2B5EF4-FFF2-40B4-BE49-F238E27FC236}">
                <a16:creationId xmlns:a16="http://schemas.microsoft.com/office/drawing/2014/main" id="{A97D19F6-100B-C7CD-BE0B-350A3E7DEE47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18451" name="Rectangle 19">
              <a:extLst>
                <a:ext uri="{FF2B5EF4-FFF2-40B4-BE49-F238E27FC236}">
                  <a16:creationId xmlns:a16="http://schemas.microsoft.com/office/drawing/2014/main" id="{8C2EA2DC-ECB5-ECC7-70A3-1CB77A82FB1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2" name="Line 20">
              <a:extLst>
                <a:ext uri="{FF2B5EF4-FFF2-40B4-BE49-F238E27FC236}">
                  <a16:creationId xmlns:a16="http://schemas.microsoft.com/office/drawing/2014/main" id="{9ECEC734-DBEE-5892-F2B3-A14DD9A2A6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456" name="Group 24">
            <a:extLst>
              <a:ext uri="{FF2B5EF4-FFF2-40B4-BE49-F238E27FC236}">
                <a16:creationId xmlns:a16="http://schemas.microsoft.com/office/drawing/2014/main" id="{4C34735C-93FB-3A7F-9686-259533A183E6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18454" name="Rectangle 22">
              <a:extLst>
                <a:ext uri="{FF2B5EF4-FFF2-40B4-BE49-F238E27FC236}">
                  <a16:creationId xmlns:a16="http://schemas.microsoft.com/office/drawing/2014/main" id="{8A2D9782-6955-3C66-F3A4-5AD71F86AE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455" name="Line 23">
              <a:extLst>
                <a:ext uri="{FF2B5EF4-FFF2-40B4-BE49-F238E27FC236}">
                  <a16:creationId xmlns:a16="http://schemas.microsoft.com/office/drawing/2014/main" id="{330E04CA-522D-A8D1-2BDA-1839475106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457" name="Rectangle 25">
            <a:extLst>
              <a:ext uri="{FF2B5EF4-FFF2-40B4-BE49-F238E27FC236}">
                <a16:creationId xmlns:a16="http://schemas.microsoft.com/office/drawing/2014/main" id="{336F3412-7D66-622D-60A1-04198FD1C5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370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"09-05/1998" TO DateStr.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UNSTRING DateStr DELIMITED BY "/" OR "-"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INTO DayStr   DELIMITER IN Hold1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     MonthStr DELIMITER IN Hold2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 YearStr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DISPLAY Hold1 SPACE Hold2.                                     </a:t>
            </a:r>
          </a:p>
        </p:txBody>
      </p:sp>
      <p:sp useBgFill="1">
        <p:nvSpPr>
          <p:cNvPr id="18458" name="Freeform 26">
            <a:extLst>
              <a:ext uri="{FF2B5EF4-FFF2-40B4-BE49-F238E27FC236}">
                <a16:creationId xmlns:a16="http://schemas.microsoft.com/office/drawing/2014/main" id="{8C6BBCBE-1AC5-63AB-47F9-EC18EAA5953C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59" name="Rectangle 27">
            <a:extLst>
              <a:ext uri="{FF2B5EF4-FFF2-40B4-BE49-F238E27FC236}">
                <a16:creationId xmlns:a16="http://schemas.microsoft.com/office/drawing/2014/main" id="{9A0B72BE-A81C-5815-21B9-1DAB967D1E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4</a:t>
            </a:r>
          </a:p>
        </p:txBody>
      </p:sp>
      <p:sp>
        <p:nvSpPr>
          <p:cNvPr id="18460" name="AutoShape 28">
            <a:extLst>
              <a:ext uri="{FF2B5EF4-FFF2-40B4-BE49-F238E27FC236}">
                <a16:creationId xmlns:a16="http://schemas.microsoft.com/office/drawing/2014/main" id="{D6DB4253-CBBF-FFEA-492A-E1F1E3C6FFB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8461" name="Rectangle 29">
            <a:extLst>
              <a:ext uri="{FF2B5EF4-FFF2-40B4-BE49-F238E27FC236}">
                <a16:creationId xmlns:a16="http://schemas.microsoft.com/office/drawing/2014/main" id="{0483899F-061B-A2C9-4712-8785E52A694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0 9</a:t>
            </a:r>
          </a:p>
        </p:txBody>
      </p:sp>
      <p:sp>
        <p:nvSpPr>
          <p:cNvPr id="18462" name="Rectangle 30">
            <a:extLst>
              <a:ext uri="{FF2B5EF4-FFF2-40B4-BE49-F238E27FC236}">
                <a16:creationId xmlns:a16="http://schemas.microsoft.com/office/drawing/2014/main" id="{B3F89719-2A64-F637-AAF8-E736453DEB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8463" name="Line 31">
            <a:extLst>
              <a:ext uri="{FF2B5EF4-FFF2-40B4-BE49-F238E27FC236}">
                <a16:creationId xmlns:a16="http://schemas.microsoft.com/office/drawing/2014/main" id="{020B69EF-F099-BD83-D053-3EFB1397B8CC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64" name="Line 32">
            <a:extLst>
              <a:ext uri="{FF2B5EF4-FFF2-40B4-BE49-F238E27FC236}">
                <a16:creationId xmlns:a16="http://schemas.microsoft.com/office/drawing/2014/main" id="{596E775E-A716-DD15-510F-BFDAB5DDA709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65" name="Line 33">
            <a:extLst>
              <a:ext uri="{FF2B5EF4-FFF2-40B4-BE49-F238E27FC236}">
                <a16:creationId xmlns:a16="http://schemas.microsoft.com/office/drawing/2014/main" id="{3E4590A1-13CE-E574-3D76-692EB3286A0C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8466" name="Rectangle 34">
            <a:extLst>
              <a:ext uri="{FF2B5EF4-FFF2-40B4-BE49-F238E27FC236}">
                <a16:creationId xmlns:a16="http://schemas.microsoft.com/office/drawing/2014/main" id="{BD86ECCE-12D5-05D8-9441-41E41292C9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575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0 5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AD4EE6C6-92E6-43CA-BAD8-9E9559DDDA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19473" name="Group 17">
            <a:extLst>
              <a:ext uri="{FF2B5EF4-FFF2-40B4-BE49-F238E27FC236}">
                <a16:creationId xmlns:a16="http://schemas.microsoft.com/office/drawing/2014/main" id="{B73EA734-4BE4-4C54-745B-C29726561907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19459" name="Rectangle 3">
              <a:extLst>
                <a:ext uri="{FF2B5EF4-FFF2-40B4-BE49-F238E27FC236}">
                  <a16:creationId xmlns:a16="http://schemas.microsoft.com/office/drawing/2014/main" id="{34ED05C4-124F-058A-E654-3A03A271D6A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460" name="Line 4">
              <a:extLst>
                <a:ext uri="{FF2B5EF4-FFF2-40B4-BE49-F238E27FC236}">
                  <a16:creationId xmlns:a16="http://schemas.microsoft.com/office/drawing/2014/main" id="{B8B3CE1A-B401-9518-9174-0B74BCEC8C8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61" name="Line 5">
              <a:extLst>
                <a:ext uri="{FF2B5EF4-FFF2-40B4-BE49-F238E27FC236}">
                  <a16:creationId xmlns:a16="http://schemas.microsoft.com/office/drawing/2014/main" id="{3C9A2857-12CF-FF97-B7E4-5FC0DD89AC4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62" name="Line 6">
              <a:extLst>
                <a:ext uri="{FF2B5EF4-FFF2-40B4-BE49-F238E27FC236}">
                  <a16:creationId xmlns:a16="http://schemas.microsoft.com/office/drawing/2014/main" id="{48E14C66-FD54-6D30-044E-5B3E89F287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63" name="Line 7">
              <a:extLst>
                <a:ext uri="{FF2B5EF4-FFF2-40B4-BE49-F238E27FC236}">
                  <a16:creationId xmlns:a16="http://schemas.microsoft.com/office/drawing/2014/main" id="{C53D1C02-C731-6562-1A1D-AD4A55FBE5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64" name="Line 8">
              <a:extLst>
                <a:ext uri="{FF2B5EF4-FFF2-40B4-BE49-F238E27FC236}">
                  <a16:creationId xmlns:a16="http://schemas.microsoft.com/office/drawing/2014/main" id="{5B43C852-C909-933B-2C0A-2C01198930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65" name="Line 9">
              <a:extLst>
                <a:ext uri="{FF2B5EF4-FFF2-40B4-BE49-F238E27FC236}">
                  <a16:creationId xmlns:a16="http://schemas.microsoft.com/office/drawing/2014/main" id="{2CB34687-9E91-C914-8B01-1BF8ACE269C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66" name="Line 10">
              <a:extLst>
                <a:ext uri="{FF2B5EF4-FFF2-40B4-BE49-F238E27FC236}">
                  <a16:creationId xmlns:a16="http://schemas.microsoft.com/office/drawing/2014/main" id="{2B534648-423D-1565-6EEB-BF9F8F755A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67" name="Line 11">
              <a:extLst>
                <a:ext uri="{FF2B5EF4-FFF2-40B4-BE49-F238E27FC236}">
                  <a16:creationId xmlns:a16="http://schemas.microsoft.com/office/drawing/2014/main" id="{24EF6C7B-C281-9D23-319C-8F70A95A2C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68" name="Line 12">
              <a:extLst>
                <a:ext uri="{FF2B5EF4-FFF2-40B4-BE49-F238E27FC236}">
                  <a16:creationId xmlns:a16="http://schemas.microsoft.com/office/drawing/2014/main" id="{FB8B5DE5-122D-A6B6-36AE-7E2C041504C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69" name="Line 13">
              <a:extLst>
                <a:ext uri="{FF2B5EF4-FFF2-40B4-BE49-F238E27FC236}">
                  <a16:creationId xmlns:a16="http://schemas.microsoft.com/office/drawing/2014/main" id="{42AF2C9A-68F6-50A3-2FDA-7B1F62BFC0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70" name="Line 14">
              <a:extLst>
                <a:ext uri="{FF2B5EF4-FFF2-40B4-BE49-F238E27FC236}">
                  <a16:creationId xmlns:a16="http://schemas.microsoft.com/office/drawing/2014/main" id="{7A6F89B1-99FA-E433-4355-9366ADFD43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71" name="Line 15">
              <a:extLst>
                <a:ext uri="{FF2B5EF4-FFF2-40B4-BE49-F238E27FC236}">
                  <a16:creationId xmlns:a16="http://schemas.microsoft.com/office/drawing/2014/main" id="{2AC68481-9C25-757D-50D1-800322075C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9472" name="Line 16">
              <a:extLst>
                <a:ext uri="{FF2B5EF4-FFF2-40B4-BE49-F238E27FC236}">
                  <a16:creationId xmlns:a16="http://schemas.microsoft.com/office/drawing/2014/main" id="{E59A0A2B-EE01-6D69-2EA4-6983AC0A02B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474" name="Rectangle 18">
            <a:extLst>
              <a:ext uri="{FF2B5EF4-FFF2-40B4-BE49-F238E27FC236}">
                <a16:creationId xmlns:a16="http://schemas.microsoft.com/office/drawing/2014/main" id="{A26300CE-BDC8-11A7-2EED-41FC97D1F7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279082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9 - 0 5 / 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1 9 9 8</a:t>
            </a:r>
          </a:p>
        </p:txBody>
      </p:sp>
      <p:grpSp>
        <p:nvGrpSpPr>
          <p:cNvPr id="19477" name="Group 21">
            <a:extLst>
              <a:ext uri="{FF2B5EF4-FFF2-40B4-BE49-F238E27FC236}">
                <a16:creationId xmlns:a16="http://schemas.microsoft.com/office/drawing/2014/main" id="{2360E91A-5DA1-00A9-E806-2DEF9BFC1818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19475" name="Rectangle 19">
              <a:extLst>
                <a:ext uri="{FF2B5EF4-FFF2-40B4-BE49-F238E27FC236}">
                  <a16:creationId xmlns:a16="http://schemas.microsoft.com/office/drawing/2014/main" id="{1D8429FC-29CD-ADB6-2CE6-28A6490D6D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476" name="Line 20">
              <a:extLst>
                <a:ext uri="{FF2B5EF4-FFF2-40B4-BE49-F238E27FC236}">
                  <a16:creationId xmlns:a16="http://schemas.microsoft.com/office/drawing/2014/main" id="{FC6D8F65-2584-8B52-A34D-1EED76637E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480" name="Group 24">
            <a:extLst>
              <a:ext uri="{FF2B5EF4-FFF2-40B4-BE49-F238E27FC236}">
                <a16:creationId xmlns:a16="http://schemas.microsoft.com/office/drawing/2014/main" id="{3038D608-7617-F866-FE75-38CE51E3BA7A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19478" name="Rectangle 22">
              <a:extLst>
                <a:ext uri="{FF2B5EF4-FFF2-40B4-BE49-F238E27FC236}">
                  <a16:creationId xmlns:a16="http://schemas.microsoft.com/office/drawing/2014/main" id="{E5C19E43-03D4-6CB6-8E2B-BD7A5822BB5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479" name="Line 23">
              <a:extLst>
                <a:ext uri="{FF2B5EF4-FFF2-40B4-BE49-F238E27FC236}">
                  <a16:creationId xmlns:a16="http://schemas.microsoft.com/office/drawing/2014/main" id="{71D34F3E-189D-1322-E0CD-EBA819C6A98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481" name="Rectangle 25">
            <a:extLst>
              <a:ext uri="{FF2B5EF4-FFF2-40B4-BE49-F238E27FC236}">
                <a16:creationId xmlns:a16="http://schemas.microsoft.com/office/drawing/2014/main" id="{3FF369F3-413A-2C30-FD33-657FA353CB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370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"09-05/1998" TO DateStr.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UNSTRING DateStr DELIMITED BY "/" OR "-"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INTO DayStr   DELIMITER IN Hold1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     MonthStr DELIMITER IN Hold2       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       YearStr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DISPLAY Hold1 SPACE Hold2.                                     </a:t>
            </a:r>
          </a:p>
        </p:txBody>
      </p:sp>
      <p:sp useBgFill="1">
        <p:nvSpPr>
          <p:cNvPr id="19482" name="Freeform 26">
            <a:extLst>
              <a:ext uri="{FF2B5EF4-FFF2-40B4-BE49-F238E27FC236}">
                <a16:creationId xmlns:a16="http://schemas.microsoft.com/office/drawing/2014/main" id="{7EF548D0-C792-1423-501C-A1540D00F2B1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83" name="Rectangle 27">
            <a:extLst>
              <a:ext uri="{FF2B5EF4-FFF2-40B4-BE49-F238E27FC236}">
                <a16:creationId xmlns:a16="http://schemas.microsoft.com/office/drawing/2014/main" id="{68CF59FA-B383-1481-0E99-69D5631AFF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4</a:t>
            </a:r>
          </a:p>
        </p:txBody>
      </p:sp>
      <p:sp>
        <p:nvSpPr>
          <p:cNvPr id="19484" name="AutoShape 28">
            <a:extLst>
              <a:ext uri="{FF2B5EF4-FFF2-40B4-BE49-F238E27FC236}">
                <a16:creationId xmlns:a16="http://schemas.microsoft.com/office/drawing/2014/main" id="{1FE47465-84AF-9E6E-A32E-6E3CA09AF4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19485" name="Rectangle 29">
            <a:extLst>
              <a:ext uri="{FF2B5EF4-FFF2-40B4-BE49-F238E27FC236}">
                <a16:creationId xmlns:a16="http://schemas.microsoft.com/office/drawing/2014/main" id="{B5125344-ABB1-C6F7-5927-AE686BC0753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0 9</a:t>
            </a:r>
          </a:p>
        </p:txBody>
      </p:sp>
      <p:sp>
        <p:nvSpPr>
          <p:cNvPr id="19486" name="Rectangle 30">
            <a:extLst>
              <a:ext uri="{FF2B5EF4-FFF2-40B4-BE49-F238E27FC236}">
                <a16:creationId xmlns:a16="http://schemas.microsoft.com/office/drawing/2014/main" id="{AD0330C8-006B-A901-1709-8BDA9E06C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19487" name="Line 31">
            <a:extLst>
              <a:ext uri="{FF2B5EF4-FFF2-40B4-BE49-F238E27FC236}">
                <a16:creationId xmlns:a16="http://schemas.microsoft.com/office/drawing/2014/main" id="{7C793FC7-CBF0-E19B-B301-63F1BCACEB2D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88" name="Line 32">
            <a:extLst>
              <a:ext uri="{FF2B5EF4-FFF2-40B4-BE49-F238E27FC236}">
                <a16:creationId xmlns:a16="http://schemas.microsoft.com/office/drawing/2014/main" id="{DA1D7E08-BDCB-B80D-944C-7A6D3BCBDB6E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89" name="Line 33">
            <a:extLst>
              <a:ext uri="{FF2B5EF4-FFF2-40B4-BE49-F238E27FC236}">
                <a16:creationId xmlns:a16="http://schemas.microsoft.com/office/drawing/2014/main" id="{680F4661-423B-050D-CA20-CC8CE5C5D058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19490" name="Rectangle 34">
            <a:extLst>
              <a:ext uri="{FF2B5EF4-FFF2-40B4-BE49-F238E27FC236}">
                <a16:creationId xmlns:a16="http://schemas.microsoft.com/office/drawing/2014/main" id="{B2DBFE7B-8275-FFB7-D892-CD8CEA3CE7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575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0 5</a:t>
            </a:r>
          </a:p>
        </p:txBody>
      </p:sp>
      <p:sp>
        <p:nvSpPr>
          <p:cNvPr id="19491" name="Rectangle 35">
            <a:extLst>
              <a:ext uri="{FF2B5EF4-FFF2-40B4-BE49-F238E27FC236}">
                <a16:creationId xmlns:a16="http://schemas.microsoft.com/office/drawing/2014/main" id="{527E873D-7F71-64A5-28D9-F022975271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1082675"/>
            <a:ext cx="11445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1 9 9 8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59554746-AA4A-8332-9BAF-E35BC47FB2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20497" name="Group 17">
            <a:extLst>
              <a:ext uri="{FF2B5EF4-FFF2-40B4-BE49-F238E27FC236}">
                <a16:creationId xmlns:a16="http://schemas.microsoft.com/office/drawing/2014/main" id="{1D8026CA-F676-35FE-93C3-C38F46EFBCBF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20483" name="Rectangle 3">
              <a:extLst>
                <a:ext uri="{FF2B5EF4-FFF2-40B4-BE49-F238E27FC236}">
                  <a16:creationId xmlns:a16="http://schemas.microsoft.com/office/drawing/2014/main" id="{0B33DED4-F61D-58BB-D771-9D44402236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484" name="Line 4">
              <a:extLst>
                <a:ext uri="{FF2B5EF4-FFF2-40B4-BE49-F238E27FC236}">
                  <a16:creationId xmlns:a16="http://schemas.microsoft.com/office/drawing/2014/main" id="{A06F101B-E6DD-7527-C962-7395754B7E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485" name="Line 5">
              <a:extLst>
                <a:ext uri="{FF2B5EF4-FFF2-40B4-BE49-F238E27FC236}">
                  <a16:creationId xmlns:a16="http://schemas.microsoft.com/office/drawing/2014/main" id="{5FA308A0-A881-29E6-4EDA-D87937A72B3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486" name="Line 6">
              <a:extLst>
                <a:ext uri="{FF2B5EF4-FFF2-40B4-BE49-F238E27FC236}">
                  <a16:creationId xmlns:a16="http://schemas.microsoft.com/office/drawing/2014/main" id="{76DB9461-1BBB-BF01-061D-F5A42953AF1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487" name="Line 7">
              <a:extLst>
                <a:ext uri="{FF2B5EF4-FFF2-40B4-BE49-F238E27FC236}">
                  <a16:creationId xmlns:a16="http://schemas.microsoft.com/office/drawing/2014/main" id="{7D49AA09-4B05-A6E6-0127-A636C66F6D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488" name="Line 8">
              <a:extLst>
                <a:ext uri="{FF2B5EF4-FFF2-40B4-BE49-F238E27FC236}">
                  <a16:creationId xmlns:a16="http://schemas.microsoft.com/office/drawing/2014/main" id="{A7ED37DE-3D9B-6109-8821-D8B7AC2E36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489" name="Line 9">
              <a:extLst>
                <a:ext uri="{FF2B5EF4-FFF2-40B4-BE49-F238E27FC236}">
                  <a16:creationId xmlns:a16="http://schemas.microsoft.com/office/drawing/2014/main" id="{63346BFD-5CE1-4CF5-488E-C20358DD71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490" name="Line 10">
              <a:extLst>
                <a:ext uri="{FF2B5EF4-FFF2-40B4-BE49-F238E27FC236}">
                  <a16:creationId xmlns:a16="http://schemas.microsoft.com/office/drawing/2014/main" id="{62655A3C-D2D0-602C-EAF8-D3394EDE1E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491" name="Line 11">
              <a:extLst>
                <a:ext uri="{FF2B5EF4-FFF2-40B4-BE49-F238E27FC236}">
                  <a16:creationId xmlns:a16="http://schemas.microsoft.com/office/drawing/2014/main" id="{33A89662-0618-9A8C-AF9E-CB106D89762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492" name="Line 12">
              <a:extLst>
                <a:ext uri="{FF2B5EF4-FFF2-40B4-BE49-F238E27FC236}">
                  <a16:creationId xmlns:a16="http://schemas.microsoft.com/office/drawing/2014/main" id="{15E2B12F-CC47-A60A-CD83-3F8E787419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493" name="Line 13">
              <a:extLst>
                <a:ext uri="{FF2B5EF4-FFF2-40B4-BE49-F238E27FC236}">
                  <a16:creationId xmlns:a16="http://schemas.microsoft.com/office/drawing/2014/main" id="{8BF81F25-F89A-38F1-87EA-24B4017D92C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494" name="Line 14">
              <a:extLst>
                <a:ext uri="{FF2B5EF4-FFF2-40B4-BE49-F238E27FC236}">
                  <a16:creationId xmlns:a16="http://schemas.microsoft.com/office/drawing/2014/main" id="{2132A7E7-974A-AFB4-25FF-8463E7CEB6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495" name="Line 15">
              <a:extLst>
                <a:ext uri="{FF2B5EF4-FFF2-40B4-BE49-F238E27FC236}">
                  <a16:creationId xmlns:a16="http://schemas.microsoft.com/office/drawing/2014/main" id="{F8D10128-7578-2273-604F-62607DD3BCF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496" name="Line 16">
              <a:extLst>
                <a:ext uri="{FF2B5EF4-FFF2-40B4-BE49-F238E27FC236}">
                  <a16:creationId xmlns:a16="http://schemas.microsoft.com/office/drawing/2014/main" id="{07E21B04-0A34-F6BC-10BB-038E536550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498" name="Rectangle 18">
            <a:extLst>
              <a:ext uri="{FF2B5EF4-FFF2-40B4-BE49-F238E27FC236}">
                <a16:creationId xmlns:a16="http://schemas.microsoft.com/office/drawing/2014/main" id="{A2CC061F-CE76-1F39-953A-5EE4FCC6D8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2790825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9 - 0 5 / 1 9 9 8</a:t>
            </a:r>
          </a:p>
        </p:txBody>
      </p:sp>
      <p:grpSp>
        <p:nvGrpSpPr>
          <p:cNvPr id="20501" name="Group 21">
            <a:extLst>
              <a:ext uri="{FF2B5EF4-FFF2-40B4-BE49-F238E27FC236}">
                <a16:creationId xmlns:a16="http://schemas.microsoft.com/office/drawing/2014/main" id="{2B069B05-1AC3-383E-A718-89AD03908E22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20499" name="Rectangle 19">
              <a:extLst>
                <a:ext uri="{FF2B5EF4-FFF2-40B4-BE49-F238E27FC236}">
                  <a16:creationId xmlns:a16="http://schemas.microsoft.com/office/drawing/2014/main" id="{544A80AE-0C52-1E84-6E1C-882E898B77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500" name="Line 20">
              <a:extLst>
                <a:ext uri="{FF2B5EF4-FFF2-40B4-BE49-F238E27FC236}">
                  <a16:creationId xmlns:a16="http://schemas.microsoft.com/office/drawing/2014/main" id="{06078379-9E62-9142-23F7-C43977F0DA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504" name="Group 24">
            <a:extLst>
              <a:ext uri="{FF2B5EF4-FFF2-40B4-BE49-F238E27FC236}">
                <a16:creationId xmlns:a16="http://schemas.microsoft.com/office/drawing/2014/main" id="{EECA9516-92B5-A613-2E61-9118BEEF29EC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20502" name="Rectangle 22">
              <a:extLst>
                <a:ext uri="{FF2B5EF4-FFF2-40B4-BE49-F238E27FC236}">
                  <a16:creationId xmlns:a16="http://schemas.microsoft.com/office/drawing/2014/main" id="{723F4602-8911-CFCA-E4CB-CD044EE685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503" name="Line 23">
              <a:extLst>
                <a:ext uri="{FF2B5EF4-FFF2-40B4-BE49-F238E27FC236}">
                  <a16:creationId xmlns:a16="http://schemas.microsoft.com/office/drawing/2014/main" id="{C0E40FD9-94DD-B8AD-E3B7-19490FBE26D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505" name="Rectangle 25">
            <a:extLst>
              <a:ext uri="{FF2B5EF4-FFF2-40B4-BE49-F238E27FC236}">
                <a16:creationId xmlns:a16="http://schemas.microsoft.com/office/drawing/2014/main" id="{56D148BB-D691-AA90-EC37-29E23E3D44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3700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"09-05/1998" TO DateStr.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UNSTRING DateStr DELIMITED BY "/" OR "-"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INTO DayStr   DELIMITER IN Hold1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 MonthStr DELIMITER IN Hold2  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 YearStr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DISPLAY Hold1 SPACE Hold2.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                               </a:t>
            </a:r>
          </a:p>
        </p:txBody>
      </p:sp>
      <p:sp useBgFill="1">
        <p:nvSpPr>
          <p:cNvPr id="20506" name="Freeform 26">
            <a:extLst>
              <a:ext uri="{FF2B5EF4-FFF2-40B4-BE49-F238E27FC236}">
                <a16:creationId xmlns:a16="http://schemas.microsoft.com/office/drawing/2014/main" id="{CBF0212E-7267-BAB6-1971-27C8CE11CBBD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07" name="Rectangle 27">
            <a:extLst>
              <a:ext uri="{FF2B5EF4-FFF2-40B4-BE49-F238E27FC236}">
                <a16:creationId xmlns:a16="http://schemas.microsoft.com/office/drawing/2014/main" id="{EF43B027-118C-2AA3-C943-F3B481BDAF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4</a:t>
            </a:r>
          </a:p>
        </p:txBody>
      </p:sp>
      <p:sp>
        <p:nvSpPr>
          <p:cNvPr id="20508" name="AutoShape 28">
            <a:extLst>
              <a:ext uri="{FF2B5EF4-FFF2-40B4-BE49-F238E27FC236}">
                <a16:creationId xmlns:a16="http://schemas.microsoft.com/office/drawing/2014/main" id="{97E55378-73A0-66BB-7F03-BC7F198959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b="1">
                <a:solidFill>
                  <a:srgbClr val="009900"/>
                </a:solidFill>
                <a:effectLst>
                  <a:outerShdw blurRad="38100" dist="38100" dir="2700000" algn="tl">
                    <a:srgbClr val="000000"/>
                  </a:outerShdw>
                </a:effectLst>
                <a:latin typeface="Courier New" panose="02070309020205020404" pitchFamily="49" charset="0"/>
              </a:rPr>
              <a:t>- /</a:t>
            </a:r>
          </a:p>
        </p:txBody>
      </p:sp>
      <p:sp>
        <p:nvSpPr>
          <p:cNvPr id="20509" name="Rectangle 29">
            <a:extLst>
              <a:ext uri="{FF2B5EF4-FFF2-40B4-BE49-F238E27FC236}">
                <a16:creationId xmlns:a16="http://schemas.microsoft.com/office/drawing/2014/main" id="{6E934342-5F43-5CF4-20A1-B4A6BDD6AA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0 9</a:t>
            </a:r>
          </a:p>
        </p:txBody>
      </p:sp>
      <p:sp>
        <p:nvSpPr>
          <p:cNvPr id="20510" name="Rectangle 30">
            <a:extLst>
              <a:ext uri="{FF2B5EF4-FFF2-40B4-BE49-F238E27FC236}">
                <a16:creationId xmlns:a16="http://schemas.microsoft.com/office/drawing/2014/main" id="{97C476E7-E1F4-6357-FE3D-6DF37CCC27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511" name="Line 31">
            <a:extLst>
              <a:ext uri="{FF2B5EF4-FFF2-40B4-BE49-F238E27FC236}">
                <a16:creationId xmlns:a16="http://schemas.microsoft.com/office/drawing/2014/main" id="{7F1829B4-4DAE-B277-E6B0-A7D76661D49D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12" name="Line 32">
            <a:extLst>
              <a:ext uri="{FF2B5EF4-FFF2-40B4-BE49-F238E27FC236}">
                <a16:creationId xmlns:a16="http://schemas.microsoft.com/office/drawing/2014/main" id="{25EB444B-ABB1-26CE-AE3D-13B70643D05B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13" name="Line 33">
            <a:extLst>
              <a:ext uri="{FF2B5EF4-FFF2-40B4-BE49-F238E27FC236}">
                <a16:creationId xmlns:a16="http://schemas.microsoft.com/office/drawing/2014/main" id="{1D9BEF32-E7AD-18C6-93B0-0ABA1A79F2AC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0514" name="Rectangle 34">
            <a:extLst>
              <a:ext uri="{FF2B5EF4-FFF2-40B4-BE49-F238E27FC236}">
                <a16:creationId xmlns:a16="http://schemas.microsoft.com/office/drawing/2014/main" id="{336CDC98-09F4-A544-A3E5-8C360AABFB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575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0 5</a:t>
            </a:r>
          </a:p>
        </p:txBody>
      </p:sp>
      <p:sp>
        <p:nvSpPr>
          <p:cNvPr id="20515" name="Rectangle 35">
            <a:extLst>
              <a:ext uri="{FF2B5EF4-FFF2-40B4-BE49-F238E27FC236}">
                <a16:creationId xmlns:a16="http://schemas.microsoft.com/office/drawing/2014/main" id="{06F15409-D929-7A12-1149-F536B37DDB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1082675"/>
            <a:ext cx="11445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1 9 9 8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0AF7217F-D10E-D0C9-F3B8-E47477EE7B3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21521" name="Group 17">
            <a:extLst>
              <a:ext uri="{FF2B5EF4-FFF2-40B4-BE49-F238E27FC236}">
                <a16:creationId xmlns:a16="http://schemas.microsoft.com/office/drawing/2014/main" id="{B94F2152-F679-8825-8164-B46A9139435E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21507" name="Rectangle 3">
              <a:extLst>
                <a:ext uri="{FF2B5EF4-FFF2-40B4-BE49-F238E27FC236}">
                  <a16:creationId xmlns:a16="http://schemas.microsoft.com/office/drawing/2014/main" id="{CCB3C907-45B0-4EEE-FE96-8A6402A440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508" name="Line 4">
              <a:extLst>
                <a:ext uri="{FF2B5EF4-FFF2-40B4-BE49-F238E27FC236}">
                  <a16:creationId xmlns:a16="http://schemas.microsoft.com/office/drawing/2014/main" id="{A95A2F0B-6FC4-957D-B5C1-6C6B7BC68B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09" name="Line 5">
              <a:extLst>
                <a:ext uri="{FF2B5EF4-FFF2-40B4-BE49-F238E27FC236}">
                  <a16:creationId xmlns:a16="http://schemas.microsoft.com/office/drawing/2014/main" id="{E5785650-A4E4-82AC-B869-6536BF41F24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10" name="Line 6">
              <a:extLst>
                <a:ext uri="{FF2B5EF4-FFF2-40B4-BE49-F238E27FC236}">
                  <a16:creationId xmlns:a16="http://schemas.microsoft.com/office/drawing/2014/main" id="{25750800-918C-F696-C3E1-EB90BC78C9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11" name="Line 7">
              <a:extLst>
                <a:ext uri="{FF2B5EF4-FFF2-40B4-BE49-F238E27FC236}">
                  <a16:creationId xmlns:a16="http://schemas.microsoft.com/office/drawing/2014/main" id="{AE13145D-A0FE-590A-D7E0-13BDA39DCD0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12" name="Line 8">
              <a:extLst>
                <a:ext uri="{FF2B5EF4-FFF2-40B4-BE49-F238E27FC236}">
                  <a16:creationId xmlns:a16="http://schemas.microsoft.com/office/drawing/2014/main" id="{BBBB7B7C-F6CF-B452-43A6-4224244A3DA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13" name="Line 9">
              <a:extLst>
                <a:ext uri="{FF2B5EF4-FFF2-40B4-BE49-F238E27FC236}">
                  <a16:creationId xmlns:a16="http://schemas.microsoft.com/office/drawing/2014/main" id="{213FC2DB-BED5-8FC8-7DFF-2548F68E8C5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14" name="Line 10">
              <a:extLst>
                <a:ext uri="{FF2B5EF4-FFF2-40B4-BE49-F238E27FC236}">
                  <a16:creationId xmlns:a16="http://schemas.microsoft.com/office/drawing/2014/main" id="{1977CBE3-958B-A57D-80F5-2ED20CD1C1A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15" name="Line 11">
              <a:extLst>
                <a:ext uri="{FF2B5EF4-FFF2-40B4-BE49-F238E27FC236}">
                  <a16:creationId xmlns:a16="http://schemas.microsoft.com/office/drawing/2014/main" id="{BBBA66D7-4BDC-B6FE-396F-1D48778DCC2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16" name="Line 12">
              <a:extLst>
                <a:ext uri="{FF2B5EF4-FFF2-40B4-BE49-F238E27FC236}">
                  <a16:creationId xmlns:a16="http://schemas.microsoft.com/office/drawing/2014/main" id="{950DD717-76DC-DC6F-A818-76F1D8A5374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17" name="Line 13">
              <a:extLst>
                <a:ext uri="{FF2B5EF4-FFF2-40B4-BE49-F238E27FC236}">
                  <a16:creationId xmlns:a16="http://schemas.microsoft.com/office/drawing/2014/main" id="{50B9DB11-D645-243F-4F30-8C5B4AF6919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18" name="Line 14">
              <a:extLst>
                <a:ext uri="{FF2B5EF4-FFF2-40B4-BE49-F238E27FC236}">
                  <a16:creationId xmlns:a16="http://schemas.microsoft.com/office/drawing/2014/main" id="{7A89D8E2-4B1F-C242-D8DE-3527B118A19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19" name="Line 15">
              <a:extLst>
                <a:ext uri="{FF2B5EF4-FFF2-40B4-BE49-F238E27FC236}">
                  <a16:creationId xmlns:a16="http://schemas.microsoft.com/office/drawing/2014/main" id="{51A680F9-CAAC-0B68-21A6-1DF9DAE62C4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1520" name="Line 16">
              <a:extLst>
                <a:ext uri="{FF2B5EF4-FFF2-40B4-BE49-F238E27FC236}">
                  <a16:creationId xmlns:a16="http://schemas.microsoft.com/office/drawing/2014/main" id="{7BD4619C-E066-4B4C-BC06-4561119BB97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522" name="Rectangle 18">
            <a:extLst>
              <a:ext uri="{FF2B5EF4-FFF2-40B4-BE49-F238E27FC236}">
                <a16:creationId xmlns:a16="http://schemas.microsoft.com/office/drawing/2014/main" id="{673F0428-99FA-094B-CBD2-ADCAAEDDD1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77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5 - - - 0 7 - - - 1 9 9 8</a:t>
            </a:r>
          </a:p>
        </p:txBody>
      </p:sp>
      <p:grpSp>
        <p:nvGrpSpPr>
          <p:cNvPr id="21525" name="Group 21">
            <a:extLst>
              <a:ext uri="{FF2B5EF4-FFF2-40B4-BE49-F238E27FC236}">
                <a16:creationId xmlns:a16="http://schemas.microsoft.com/office/drawing/2014/main" id="{560940D4-3B37-5155-6B81-CB48A48BB12E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21523" name="Rectangle 19">
              <a:extLst>
                <a:ext uri="{FF2B5EF4-FFF2-40B4-BE49-F238E27FC236}">
                  <a16:creationId xmlns:a16="http://schemas.microsoft.com/office/drawing/2014/main" id="{15511159-3D19-EBA2-41BE-702D804BA5F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524" name="Line 20">
              <a:extLst>
                <a:ext uri="{FF2B5EF4-FFF2-40B4-BE49-F238E27FC236}">
                  <a16:creationId xmlns:a16="http://schemas.microsoft.com/office/drawing/2014/main" id="{E4E0AEE6-78CC-4BF2-78D4-56F16044EDE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1528" name="Group 24">
            <a:extLst>
              <a:ext uri="{FF2B5EF4-FFF2-40B4-BE49-F238E27FC236}">
                <a16:creationId xmlns:a16="http://schemas.microsoft.com/office/drawing/2014/main" id="{2BA88869-DD07-FBBC-5214-76C9A33A8F79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21526" name="Rectangle 22">
              <a:extLst>
                <a:ext uri="{FF2B5EF4-FFF2-40B4-BE49-F238E27FC236}">
                  <a16:creationId xmlns:a16="http://schemas.microsoft.com/office/drawing/2014/main" id="{AEFC1A63-FD24-38E0-FB98-2C4463048A3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527" name="Line 23">
              <a:extLst>
                <a:ext uri="{FF2B5EF4-FFF2-40B4-BE49-F238E27FC236}">
                  <a16:creationId xmlns:a16="http://schemas.microsoft.com/office/drawing/2014/main" id="{7876A4D1-E5D6-F54F-1049-4EB5170ACA5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529" name="Rectangle 25">
            <a:extLst>
              <a:ext uri="{FF2B5EF4-FFF2-40B4-BE49-F238E27FC236}">
                <a16:creationId xmlns:a16="http://schemas.microsoft.com/office/drawing/2014/main" id="{F82618EB-4586-D4E5-D767-979319ACFA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004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MOVE "15---07--1998" TO DateStr.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UNSTRING DateStr DELIMITED BY ALL "-"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INTO DayStr, MonthStr, YearStr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ON OVERFLOW DISPLAY "Chars Left"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                        </a:t>
            </a:r>
          </a:p>
        </p:txBody>
      </p:sp>
      <p:sp useBgFill="1">
        <p:nvSpPr>
          <p:cNvPr id="21530" name="Freeform 26">
            <a:extLst>
              <a:ext uri="{FF2B5EF4-FFF2-40B4-BE49-F238E27FC236}">
                <a16:creationId xmlns:a16="http://schemas.microsoft.com/office/drawing/2014/main" id="{F198AC04-4604-336B-B543-39B607C6DD01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31" name="Rectangle 27">
            <a:extLst>
              <a:ext uri="{FF2B5EF4-FFF2-40B4-BE49-F238E27FC236}">
                <a16:creationId xmlns:a16="http://schemas.microsoft.com/office/drawing/2014/main" id="{AE0586F3-995D-7FEE-7587-8E8AA37213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5</a:t>
            </a:r>
          </a:p>
        </p:txBody>
      </p:sp>
      <p:sp>
        <p:nvSpPr>
          <p:cNvPr id="21532" name="AutoShape 28">
            <a:extLst>
              <a:ext uri="{FF2B5EF4-FFF2-40B4-BE49-F238E27FC236}">
                <a16:creationId xmlns:a16="http://schemas.microsoft.com/office/drawing/2014/main" id="{3A8DD41A-2CB6-7385-A4C0-0E364AA268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1533" name="Rectangle 29">
            <a:extLst>
              <a:ext uri="{FF2B5EF4-FFF2-40B4-BE49-F238E27FC236}">
                <a16:creationId xmlns:a16="http://schemas.microsoft.com/office/drawing/2014/main" id="{8C82DDC9-559A-90DF-D232-356770DA7A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1534" name="Line 30">
            <a:extLst>
              <a:ext uri="{FF2B5EF4-FFF2-40B4-BE49-F238E27FC236}">
                <a16:creationId xmlns:a16="http://schemas.microsoft.com/office/drawing/2014/main" id="{BAC0CA73-EA01-340A-C565-3DC736AA9297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35" name="Line 31">
            <a:extLst>
              <a:ext uri="{FF2B5EF4-FFF2-40B4-BE49-F238E27FC236}">
                <a16:creationId xmlns:a16="http://schemas.microsoft.com/office/drawing/2014/main" id="{0A24DBBE-AB51-63F5-3098-72C2328D2DF8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1536" name="Line 32">
            <a:extLst>
              <a:ext uri="{FF2B5EF4-FFF2-40B4-BE49-F238E27FC236}">
                <a16:creationId xmlns:a16="http://schemas.microsoft.com/office/drawing/2014/main" id="{B56FB3BA-32E9-19A6-0DC1-D80FBB040C25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834A8A6C-A95F-F1C4-24F8-D956729BF5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22545" name="Group 17">
            <a:extLst>
              <a:ext uri="{FF2B5EF4-FFF2-40B4-BE49-F238E27FC236}">
                <a16:creationId xmlns:a16="http://schemas.microsoft.com/office/drawing/2014/main" id="{99375FBE-83A7-A49C-B6F2-DDAD379239F3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22531" name="Rectangle 3">
              <a:extLst>
                <a:ext uri="{FF2B5EF4-FFF2-40B4-BE49-F238E27FC236}">
                  <a16:creationId xmlns:a16="http://schemas.microsoft.com/office/drawing/2014/main" id="{FDC7945A-B87D-7559-5DD5-A1A2E87AF7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32" name="Line 4">
              <a:extLst>
                <a:ext uri="{FF2B5EF4-FFF2-40B4-BE49-F238E27FC236}">
                  <a16:creationId xmlns:a16="http://schemas.microsoft.com/office/drawing/2014/main" id="{0690B774-E9E5-8FBA-28D4-506E34BFB9A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33" name="Line 5">
              <a:extLst>
                <a:ext uri="{FF2B5EF4-FFF2-40B4-BE49-F238E27FC236}">
                  <a16:creationId xmlns:a16="http://schemas.microsoft.com/office/drawing/2014/main" id="{B61E31C1-0697-562F-1081-13E3B50F6D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34" name="Line 6">
              <a:extLst>
                <a:ext uri="{FF2B5EF4-FFF2-40B4-BE49-F238E27FC236}">
                  <a16:creationId xmlns:a16="http://schemas.microsoft.com/office/drawing/2014/main" id="{721BE009-FB61-60F5-4D81-64B2FB6650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35" name="Line 7">
              <a:extLst>
                <a:ext uri="{FF2B5EF4-FFF2-40B4-BE49-F238E27FC236}">
                  <a16:creationId xmlns:a16="http://schemas.microsoft.com/office/drawing/2014/main" id="{8E1BCCFC-777E-5692-29D0-CC49935FBF9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36" name="Line 8">
              <a:extLst>
                <a:ext uri="{FF2B5EF4-FFF2-40B4-BE49-F238E27FC236}">
                  <a16:creationId xmlns:a16="http://schemas.microsoft.com/office/drawing/2014/main" id="{D54EF240-DA1B-4C68-6281-2857C9B501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37" name="Line 9">
              <a:extLst>
                <a:ext uri="{FF2B5EF4-FFF2-40B4-BE49-F238E27FC236}">
                  <a16:creationId xmlns:a16="http://schemas.microsoft.com/office/drawing/2014/main" id="{D66A2ABE-BACE-0846-AF72-0BE32373A54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38" name="Line 10">
              <a:extLst>
                <a:ext uri="{FF2B5EF4-FFF2-40B4-BE49-F238E27FC236}">
                  <a16:creationId xmlns:a16="http://schemas.microsoft.com/office/drawing/2014/main" id="{D68D506F-4469-7900-E513-AB16BBF14A6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39" name="Line 11">
              <a:extLst>
                <a:ext uri="{FF2B5EF4-FFF2-40B4-BE49-F238E27FC236}">
                  <a16:creationId xmlns:a16="http://schemas.microsoft.com/office/drawing/2014/main" id="{B0CAE3AE-B5F2-DEDC-6991-A18F8B5BE81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40" name="Line 12">
              <a:extLst>
                <a:ext uri="{FF2B5EF4-FFF2-40B4-BE49-F238E27FC236}">
                  <a16:creationId xmlns:a16="http://schemas.microsoft.com/office/drawing/2014/main" id="{83A8E79F-E0E5-4A3A-D3C8-4AF9E06A1C2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41" name="Line 13">
              <a:extLst>
                <a:ext uri="{FF2B5EF4-FFF2-40B4-BE49-F238E27FC236}">
                  <a16:creationId xmlns:a16="http://schemas.microsoft.com/office/drawing/2014/main" id="{A709E232-0483-BC00-F99D-EA20E95066F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42" name="Line 14">
              <a:extLst>
                <a:ext uri="{FF2B5EF4-FFF2-40B4-BE49-F238E27FC236}">
                  <a16:creationId xmlns:a16="http://schemas.microsoft.com/office/drawing/2014/main" id="{57553F02-5B37-C54A-E1E1-2BC52D4839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43" name="Line 15">
              <a:extLst>
                <a:ext uri="{FF2B5EF4-FFF2-40B4-BE49-F238E27FC236}">
                  <a16:creationId xmlns:a16="http://schemas.microsoft.com/office/drawing/2014/main" id="{4FF3EDA5-E959-57B6-405C-02D7E851E8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2544" name="Line 16">
              <a:extLst>
                <a:ext uri="{FF2B5EF4-FFF2-40B4-BE49-F238E27FC236}">
                  <a16:creationId xmlns:a16="http://schemas.microsoft.com/office/drawing/2014/main" id="{96ED9524-8DA3-46B3-02C0-44C5850F5F8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546" name="Rectangle 18">
            <a:extLst>
              <a:ext uri="{FF2B5EF4-FFF2-40B4-BE49-F238E27FC236}">
                <a16:creationId xmlns:a16="http://schemas.microsoft.com/office/drawing/2014/main" id="{946F8D73-0889-F5DA-EF9A-88F68985E3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62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8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0 7 - - - 1 9 9 8</a:t>
            </a:r>
          </a:p>
        </p:txBody>
      </p:sp>
      <p:grpSp>
        <p:nvGrpSpPr>
          <p:cNvPr id="22549" name="Group 21">
            <a:extLst>
              <a:ext uri="{FF2B5EF4-FFF2-40B4-BE49-F238E27FC236}">
                <a16:creationId xmlns:a16="http://schemas.microsoft.com/office/drawing/2014/main" id="{7A66E603-9333-CD91-6F82-496609FDD0F9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22547" name="Rectangle 19">
              <a:extLst>
                <a:ext uri="{FF2B5EF4-FFF2-40B4-BE49-F238E27FC236}">
                  <a16:creationId xmlns:a16="http://schemas.microsoft.com/office/drawing/2014/main" id="{6283AED6-CDD4-0D74-247B-B7788B061A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48" name="Line 20">
              <a:extLst>
                <a:ext uri="{FF2B5EF4-FFF2-40B4-BE49-F238E27FC236}">
                  <a16:creationId xmlns:a16="http://schemas.microsoft.com/office/drawing/2014/main" id="{8AF3E1BF-A526-AA10-5002-55637B8DF8D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2552" name="Group 24">
            <a:extLst>
              <a:ext uri="{FF2B5EF4-FFF2-40B4-BE49-F238E27FC236}">
                <a16:creationId xmlns:a16="http://schemas.microsoft.com/office/drawing/2014/main" id="{CC5833E0-D351-38A0-9130-CAD59954D013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22550" name="Rectangle 22">
              <a:extLst>
                <a:ext uri="{FF2B5EF4-FFF2-40B4-BE49-F238E27FC236}">
                  <a16:creationId xmlns:a16="http://schemas.microsoft.com/office/drawing/2014/main" id="{DD827F9B-B99E-669B-677D-9B2AD983AA6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551" name="Line 23">
              <a:extLst>
                <a:ext uri="{FF2B5EF4-FFF2-40B4-BE49-F238E27FC236}">
                  <a16:creationId xmlns:a16="http://schemas.microsoft.com/office/drawing/2014/main" id="{29D34D66-2BE0-62FA-7C0E-35E845C53F7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553" name="Rectangle 25">
            <a:extLst>
              <a:ext uri="{FF2B5EF4-FFF2-40B4-BE49-F238E27FC236}">
                <a16:creationId xmlns:a16="http://schemas.microsoft.com/office/drawing/2014/main" id="{47CF7CF9-0876-5CFE-BF5E-B654BBDFE9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004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"15---07--1998" TO DateStr.     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UNSTRING DateStr DELIMITED BY ALL "-"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INTO DayStr,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MonthStr, YearStr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ON OVERFLOW DISPLAY "Chars Left"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                        </a:t>
            </a:r>
          </a:p>
        </p:txBody>
      </p:sp>
      <p:sp useBgFill="1">
        <p:nvSpPr>
          <p:cNvPr id="22554" name="Freeform 26">
            <a:extLst>
              <a:ext uri="{FF2B5EF4-FFF2-40B4-BE49-F238E27FC236}">
                <a16:creationId xmlns:a16="http://schemas.microsoft.com/office/drawing/2014/main" id="{BE199695-6254-0A46-8867-90BEE8915615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55" name="Rectangle 27">
            <a:extLst>
              <a:ext uri="{FF2B5EF4-FFF2-40B4-BE49-F238E27FC236}">
                <a16:creationId xmlns:a16="http://schemas.microsoft.com/office/drawing/2014/main" id="{CA286723-3C36-C39D-F501-7902105EFB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5</a:t>
            </a:r>
          </a:p>
        </p:txBody>
      </p:sp>
      <p:sp>
        <p:nvSpPr>
          <p:cNvPr id="22556" name="AutoShape 28">
            <a:extLst>
              <a:ext uri="{FF2B5EF4-FFF2-40B4-BE49-F238E27FC236}">
                <a16:creationId xmlns:a16="http://schemas.microsoft.com/office/drawing/2014/main" id="{F7F370C8-A563-020B-2D14-B7DC66A303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2557" name="Rectangle 29">
            <a:extLst>
              <a:ext uri="{FF2B5EF4-FFF2-40B4-BE49-F238E27FC236}">
                <a16:creationId xmlns:a16="http://schemas.microsoft.com/office/drawing/2014/main" id="{12AE26D1-038E-F35A-2233-3542EB24A8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</a:t>
            </a:r>
          </a:p>
        </p:txBody>
      </p:sp>
      <p:sp>
        <p:nvSpPr>
          <p:cNvPr id="22558" name="Rectangle 30">
            <a:extLst>
              <a:ext uri="{FF2B5EF4-FFF2-40B4-BE49-F238E27FC236}">
                <a16:creationId xmlns:a16="http://schemas.microsoft.com/office/drawing/2014/main" id="{EC61DBC6-1EF5-95A6-81F2-7B1B0BC65C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2559" name="Line 31">
            <a:extLst>
              <a:ext uri="{FF2B5EF4-FFF2-40B4-BE49-F238E27FC236}">
                <a16:creationId xmlns:a16="http://schemas.microsoft.com/office/drawing/2014/main" id="{6B962D65-E462-9EE5-E54D-451ECEB05E14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0" name="Line 32">
            <a:extLst>
              <a:ext uri="{FF2B5EF4-FFF2-40B4-BE49-F238E27FC236}">
                <a16:creationId xmlns:a16="http://schemas.microsoft.com/office/drawing/2014/main" id="{76F442CB-B620-64BD-287F-3BBF4133A7A6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1" name="Line 33">
            <a:extLst>
              <a:ext uri="{FF2B5EF4-FFF2-40B4-BE49-F238E27FC236}">
                <a16:creationId xmlns:a16="http://schemas.microsoft.com/office/drawing/2014/main" id="{57061655-45B6-23C4-6983-D6628EE3683E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2562" name="Oval 34">
            <a:extLst>
              <a:ext uri="{FF2B5EF4-FFF2-40B4-BE49-F238E27FC236}">
                <a16:creationId xmlns:a16="http://schemas.microsoft.com/office/drawing/2014/main" id="{2D4FE351-56E0-5C80-C10C-66B051C82A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16000" y="1701800"/>
            <a:ext cx="739775" cy="434975"/>
          </a:xfrm>
          <a:prstGeom prst="ellipse">
            <a:avLst/>
          </a:prstGeom>
          <a:noFill/>
          <a:ln w="1270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2563" name="AutoShape 35">
            <a:extLst>
              <a:ext uri="{FF2B5EF4-FFF2-40B4-BE49-F238E27FC236}">
                <a16:creationId xmlns:a16="http://schemas.microsoft.com/office/drawing/2014/main" id="{66270BB8-6924-3A78-5053-2839E5582C3C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778125" y="82550"/>
            <a:ext cx="1960563" cy="949854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46038" rIns="0" bIns="46038" anchor="ctr"/>
          <a:lstStyle/>
          <a:p>
            <a:pPr algn="ctr">
              <a:lnSpc>
                <a:spcPct val="90000"/>
              </a:lnSpc>
            </a:pPr>
            <a:r>
              <a:rPr lang="en-US" altLang="en-US" sz="1000">
                <a:solidFill>
                  <a:schemeClr val="tx1"/>
                </a:solidFill>
              </a:rPr>
              <a:t>When the ALL is used, contiguous delimiters are treated as a single delimiter.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>
            <a:extLst>
              <a:ext uri="{FF2B5EF4-FFF2-40B4-BE49-F238E27FC236}">
                <a16:creationId xmlns:a16="http://schemas.microsoft.com/office/drawing/2014/main" id="{9619B854-28BB-69B6-1F7E-7AA70AB0BB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23569" name="Group 17">
            <a:extLst>
              <a:ext uri="{FF2B5EF4-FFF2-40B4-BE49-F238E27FC236}">
                <a16:creationId xmlns:a16="http://schemas.microsoft.com/office/drawing/2014/main" id="{781D80C3-DC78-77C9-D480-3E24D4709678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23555" name="Rectangle 3">
              <a:extLst>
                <a:ext uri="{FF2B5EF4-FFF2-40B4-BE49-F238E27FC236}">
                  <a16:creationId xmlns:a16="http://schemas.microsoft.com/office/drawing/2014/main" id="{678E4250-D0EB-E5B2-5854-6F0D06556D6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56" name="Line 4">
              <a:extLst>
                <a:ext uri="{FF2B5EF4-FFF2-40B4-BE49-F238E27FC236}">
                  <a16:creationId xmlns:a16="http://schemas.microsoft.com/office/drawing/2014/main" id="{6338FF20-6F83-9491-8C2D-B68F1569E8E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57" name="Line 5">
              <a:extLst>
                <a:ext uri="{FF2B5EF4-FFF2-40B4-BE49-F238E27FC236}">
                  <a16:creationId xmlns:a16="http://schemas.microsoft.com/office/drawing/2014/main" id="{432DA340-C7E0-3336-D60F-55347F5AC94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58" name="Line 6">
              <a:extLst>
                <a:ext uri="{FF2B5EF4-FFF2-40B4-BE49-F238E27FC236}">
                  <a16:creationId xmlns:a16="http://schemas.microsoft.com/office/drawing/2014/main" id="{4E4C6E7A-B8CE-2A88-B7F4-31E3F50D28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59" name="Line 7">
              <a:extLst>
                <a:ext uri="{FF2B5EF4-FFF2-40B4-BE49-F238E27FC236}">
                  <a16:creationId xmlns:a16="http://schemas.microsoft.com/office/drawing/2014/main" id="{3EBBDA75-03F7-E9DB-5078-CE7175F314D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60" name="Line 8">
              <a:extLst>
                <a:ext uri="{FF2B5EF4-FFF2-40B4-BE49-F238E27FC236}">
                  <a16:creationId xmlns:a16="http://schemas.microsoft.com/office/drawing/2014/main" id="{6CCA4715-9420-ECD9-2684-1AE0E231738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61" name="Line 9">
              <a:extLst>
                <a:ext uri="{FF2B5EF4-FFF2-40B4-BE49-F238E27FC236}">
                  <a16:creationId xmlns:a16="http://schemas.microsoft.com/office/drawing/2014/main" id="{77FB5E95-ED19-6368-6B20-36BFBEF727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62" name="Line 10">
              <a:extLst>
                <a:ext uri="{FF2B5EF4-FFF2-40B4-BE49-F238E27FC236}">
                  <a16:creationId xmlns:a16="http://schemas.microsoft.com/office/drawing/2014/main" id="{D2C9A6CC-2A12-BA76-A6C4-FC8A95EE7E8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63" name="Line 11">
              <a:extLst>
                <a:ext uri="{FF2B5EF4-FFF2-40B4-BE49-F238E27FC236}">
                  <a16:creationId xmlns:a16="http://schemas.microsoft.com/office/drawing/2014/main" id="{2478850D-D994-0EF8-5376-D9F5B72C305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64" name="Line 12">
              <a:extLst>
                <a:ext uri="{FF2B5EF4-FFF2-40B4-BE49-F238E27FC236}">
                  <a16:creationId xmlns:a16="http://schemas.microsoft.com/office/drawing/2014/main" id="{5C329106-E48B-58B2-DD4B-E43947C0E2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65" name="Line 13">
              <a:extLst>
                <a:ext uri="{FF2B5EF4-FFF2-40B4-BE49-F238E27FC236}">
                  <a16:creationId xmlns:a16="http://schemas.microsoft.com/office/drawing/2014/main" id="{531C93EF-087B-3272-151B-E1A17AF33F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66" name="Line 14">
              <a:extLst>
                <a:ext uri="{FF2B5EF4-FFF2-40B4-BE49-F238E27FC236}">
                  <a16:creationId xmlns:a16="http://schemas.microsoft.com/office/drawing/2014/main" id="{2C8C1CD1-BECE-04C9-6C8F-81DF4A6A4BE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67" name="Line 15">
              <a:extLst>
                <a:ext uri="{FF2B5EF4-FFF2-40B4-BE49-F238E27FC236}">
                  <a16:creationId xmlns:a16="http://schemas.microsoft.com/office/drawing/2014/main" id="{949AE7E1-4013-9A5F-3B69-85C33E7D91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3568" name="Line 16">
              <a:extLst>
                <a:ext uri="{FF2B5EF4-FFF2-40B4-BE49-F238E27FC236}">
                  <a16:creationId xmlns:a16="http://schemas.microsoft.com/office/drawing/2014/main" id="{B40CB546-E5BE-58CC-A323-98C9D8C7D67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570" name="Rectangle 18">
            <a:extLst>
              <a:ext uri="{FF2B5EF4-FFF2-40B4-BE49-F238E27FC236}">
                <a16:creationId xmlns:a16="http://schemas.microsoft.com/office/drawing/2014/main" id="{F1ABFEDE-B584-694C-42E5-6412944E645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62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5 - - - 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0 7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8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 - -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1 9 9 8</a:t>
            </a:r>
          </a:p>
        </p:txBody>
      </p:sp>
      <p:grpSp>
        <p:nvGrpSpPr>
          <p:cNvPr id="23573" name="Group 21">
            <a:extLst>
              <a:ext uri="{FF2B5EF4-FFF2-40B4-BE49-F238E27FC236}">
                <a16:creationId xmlns:a16="http://schemas.microsoft.com/office/drawing/2014/main" id="{4DADF0A5-9200-14F2-5AB2-7C3BFF471F1A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23571" name="Rectangle 19">
              <a:extLst>
                <a:ext uri="{FF2B5EF4-FFF2-40B4-BE49-F238E27FC236}">
                  <a16:creationId xmlns:a16="http://schemas.microsoft.com/office/drawing/2014/main" id="{E09E61D8-5B7E-CD66-C2E0-90B976FFCDB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72" name="Line 20">
              <a:extLst>
                <a:ext uri="{FF2B5EF4-FFF2-40B4-BE49-F238E27FC236}">
                  <a16:creationId xmlns:a16="http://schemas.microsoft.com/office/drawing/2014/main" id="{1A18674A-6B90-3369-0D4C-5A74F6BBDA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3576" name="Group 24">
            <a:extLst>
              <a:ext uri="{FF2B5EF4-FFF2-40B4-BE49-F238E27FC236}">
                <a16:creationId xmlns:a16="http://schemas.microsoft.com/office/drawing/2014/main" id="{F186E84A-A298-4808-8B04-98820BEAF938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23574" name="Rectangle 22">
              <a:extLst>
                <a:ext uri="{FF2B5EF4-FFF2-40B4-BE49-F238E27FC236}">
                  <a16:creationId xmlns:a16="http://schemas.microsoft.com/office/drawing/2014/main" id="{5B39611A-2D93-3140-6345-A1FFC0F999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575" name="Line 23">
              <a:extLst>
                <a:ext uri="{FF2B5EF4-FFF2-40B4-BE49-F238E27FC236}">
                  <a16:creationId xmlns:a16="http://schemas.microsoft.com/office/drawing/2014/main" id="{7EA1DDCE-B15D-7B9B-1C80-DDD9CF410E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577" name="Rectangle 25">
            <a:extLst>
              <a:ext uri="{FF2B5EF4-FFF2-40B4-BE49-F238E27FC236}">
                <a16:creationId xmlns:a16="http://schemas.microsoft.com/office/drawing/2014/main" id="{B9224169-6961-D93A-AD24-919AA3BC34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004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"15---07--1998" TO DateStr.     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UNSTRING DateStr DELIMITED BY ALL "-"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INTO DayStr, MonthStr,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YearStr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ON OVERFLOW DISPLAY "Chars Left"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                        </a:t>
            </a:r>
          </a:p>
        </p:txBody>
      </p:sp>
      <p:sp useBgFill="1">
        <p:nvSpPr>
          <p:cNvPr id="23578" name="Freeform 26">
            <a:extLst>
              <a:ext uri="{FF2B5EF4-FFF2-40B4-BE49-F238E27FC236}">
                <a16:creationId xmlns:a16="http://schemas.microsoft.com/office/drawing/2014/main" id="{774BD35A-B5F7-5FC7-1D2C-5C2E7460DC79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79" name="Rectangle 27">
            <a:extLst>
              <a:ext uri="{FF2B5EF4-FFF2-40B4-BE49-F238E27FC236}">
                <a16:creationId xmlns:a16="http://schemas.microsoft.com/office/drawing/2014/main" id="{823ECB94-93A5-0EC8-0A82-C707FF5873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5</a:t>
            </a:r>
          </a:p>
        </p:txBody>
      </p:sp>
      <p:sp>
        <p:nvSpPr>
          <p:cNvPr id="23580" name="AutoShape 28">
            <a:extLst>
              <a:ext uri="{FF2B5EF4-FFF2-40B4-BE49-F238E27FC236}">
                <a16:creationId xmlns:a16="http://schemas.microsoft.com/office/drawing/2014/main" id="{5B69F9DF-45B6-C370-8B97-0741533957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3581" name="Rectangle 29">
            <a:extLst>
              <a:ext uri="{FF2B5EF4-FFF2-40B4-BE49-F238E27FC236}">
                <a16:creationId xmlns:a16="http://schemas.microsoft.com/office/drawing/2014/main" id="{135D3FAD-0756-7EC7-06D5-8EE00EC67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</a:t>
            </a:r>
          </a:p>
        </p:txBody>
      </p:sp>
      <p:sp>
        <p:nvSpPr>
          <p:cNvPr id="23582" name="Rectangle 30">
            <a:extLst>
              <a:ext uri="{FF2B5EF4-FFF2-40B4-BE49-F238E27FC236}">
                <a16:creationId xmlns:a16="http://schemas.microsoft.com/office/drawing/2014/main" id="{ED519B18-F436-CE19-BB9D-AC25FC1241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3583" name="Line 31">
            <a:extLst>
              <a:ext uri="{FF2B5EF4-FFF2-40B4-BE49-F238E27FC236}">
                <a16:creationId xmlns:a16="http://schemas.microsoft.com/office/drawing/2014/main" id="{9C8E2483-4DC8-E108-E4B8-46105FAD9989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84" name="Line 32">
            <a:extLst>
              <a:ext uri="{FF2B5EF4-FFF2-40B4-BE49-F238E27FC236}">
                <a16:creationId xmlns:a16="http://schemas.microsoft.com/office/drawing/2014/main" id="{C1E7B1F3-12EE-C12C-9D46-A4EAE42B6678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85" name="Line 33">
            <a:extLst>
              <a:ext uri="{FF2B5EF4-FFF2-40B4-BE49-F238E27FC236}">
                <a16:creationId xmlns:a16="http://schemas.microsoft.com/office/drawing/2014/main" id="{20CD2109-071D-8BE2-C2B3-CD1910093073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3586" name="Rectangle 34">
            <a:extLst>
              <a:ext uri="{FF2B5EF4-FFF2-40B4-BE49-F238E27FC236}">
                <a16:creationId xmlns:a16="http://schemas.microsoft.com/office/drawing/2014/main" id="{1A97566E-7F97-00EC-9D06-E866F18783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575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0 7</a:t>
            </a:r>
          </a:p>
        </p:txBody>
      </p:sp>
      <p:sp>
        <p:nvSpPr>
          <p:cNvPr id="23587" name="Oval 35">
            <a:extLst>
              <a:ext uri="{FF2B5EF4-FFF2-40B4-BE49-F238E27FC236}">
                <a16:creationId xmlns:a16="http://schemas.microsoft.com/office/drawing/2014/main" id="{09AFF518-3F17-5E5B-3D0E-5AFE5EDA9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06650" y="1720850"/>
            <a:ext cx="739775" cy="434975"/>
          </a:xfrm>
          <a:prstGeom prst="ellipse">
            <a:avLst/>
          </a:prstGeom>
          <a:noFill/>
          <a:ln w="1270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D7C0501B-8A92-9AB6-A7A1-21FB48ADF7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24593" name="Group 17">
            <a:extLst>
              <a:ext uri="{FF2B5EF4-FFF2-40B4-BE49-F238E27FC236}">
                <a16:creationId xmlns:a16="http://schemas.microsoft.com/office/drawing/2014/main" id="{40766DAB-E1A8-6EBF-29E7-9AACA5FB2845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24579" name="Rectangle 3">
              <a:extLst>
                <a:ext uri="{FF2B5EF4-FFF2-40B4-BE49-F238E27FC236}">
                  <a16:creationId xmlns:a16="http://schemas.microsoft.com/office/drawing/2014/main" id="{65D23368-5C53-E401-255B-87376CD877F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580" name="Line 4">
              <a:extLst>
                <a:ext uri="{FF2B5EF4-FFF2-40B4-BE49-F238E27FC236}">
                  <a16:creationId xmlns:a16="http://schemas.microsoft.com/office/drawing/2014/main" id="{8B52F4FC-A664-A2B3-175E-B6787F85A2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81" name="Line 5">
              <a:extLst>
                <a:ext uri="{FF2B5EF4-FFF2-40B4-BE49-F238E27FC236}">
                  <a16:creationId xmlns:a16="http://schemas.microsoft.com/office/drawing/2014/main" id="{03F8F4E0-E302-D56E-B651-A4497315565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82" name="Line 6">
              <a:extLst>
                <a:ext uri="{FF2B5EF4-FFF2-40B4-BE49-F238E27FC236}">
                  <a16:creationId xmlns:a16="http://schemas.microsoft.com/office/drawing/2014/main" id="{8D899F72-93CD-76D9-B043-DD853EA1CB5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83" name="Line 7">
              <a:extLst>
                <a:ext uri="{FF2B5EF4-FFF2-40B4-BE49-F238E27FC236}">
                  <a16:creationId xmlns:a16="http://schemas.microsoft.com/office/drawing/2014/main" id="{D1649373-EE5A-929D-E31E-E375307FE6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84" name="Line 8">
              <a:extLst>
                <a:ext uri="{FF2B5EF4-FFF2-40B4-BE49-F238E27FC236}">
                  <a16:creationId xmlns:a16="http://schemas.microsoft.com/office/drawing/2014/main" id="{CDC5DDB1-C720-1855-D680-7588902E53A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85" name="Line 9">
              <a:extLst>
                <a:ext uri="{FF2B5EF4-FFF2-40B4-BE49-F238E27FC236}">
                  <a16:creationId xmlns:a16="http://schemas.microsoft.com/office/drawing/2014/main" id="{B2F8F1BE-AD6A-ED0E-7472-2AC81184320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86" name="Line 10">
              <a:extLst>
                <a:ext uri="{FF2B5EF4-FFF2-40B4-BE49-F238E27FC236}">
                  <a16:creationId xmlns:a16="http://schemas.microsoft.com/office/drawing/2014/main" id="{2DE8A485-4F17-2885-191D-8031EC62D90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87" name="Line 11">
              <a:extLst>
                <a:ext uri="{FF2B5EF4-FFF2-40B4-BE49-F238E27FC236}">
                  <a16:creationId xmlns:a16="http://schemas.microsoft.com/office/drawing/2014/main" id="{2D5587F9-F8AB-9588-5B1E-5309D95CFC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88" name="Line 12">
              <a:extLst>
                <a:ext uri="{FF2B5EF4-FFF2-40B4-BE49-F238E27FC236}">
                  <a16:creationId xmlns:a16="http://schemas.microsoft.com/office/drawing/2014/main" id="{3F6A2BA3-13CB-76F9-7916-3493B94FF08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89" name="Line 13">
              <a:extLst>
                <a:ext uri="{FF2B5EF4-FFF2-40B4-BE49-F238E27FC236}">
                  <a16:creationId xmlns:a16="http://schemas.microsoft.com/office/drawing/2014/main" id="{B5670C2D-1667-1BA5-4F17-5A46EA502B4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90" name="Line 14">
              <a:extLst>
                <a:ext uri="{FF2B5EF4-FFF2-40B4-BE49-F238E27FC236}">
                  <a16:creationId xmlns:a16="http://schemas.microsoft.com/office/drawing/2014/main" id="{CF24578D-2498-0619-0F64-CE48C63976A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91" name="Line 15">
              <a:extLst>
                <a:ext uri="{FF2B5EF4-FFF2-40B4-BE49-F238E27FC236}">
                  <a16:creationId xmlns:a16="http://schemas.microsoft.com/office/drawing/2014/main" id="{781D5B7A-426B-40CA-ADF9-05FCE22789F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4592" name="Line 16">
              <a:extLst>
                <a:ext uri="{FF2B5EF4-FFF2-40B4-BE49-F238E27FC236}">
                  <a16:creationId xmlns:a16="http://schemas.microsoft.com/office/drawing/2014/main" id="{836FAD75-6C2C-2FA0-E619-C6880C530F4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594" name="Rectangle 18">
            <a:extLst>
              <a:ext uri="{FF2B5EF4-FFF2-40B4-BE49-F238E27FC236}">
                <a16:creationId xmlns:a16="http://schemas.microsoft.com/office/drawing/2014/main" id="{F2C3E741-B8FA-7C87-A484-C48BC095D7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77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5 - - - 0 7 - - - </a:t>
            </a:r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1 9 9 8</a:t>
            </a:r>
          </a:p>
        </p:txBody>
      </p:sp>
      <p:grpSp>
        <p:nvGrpSpPr>
          <p:cNvPr id="24597" name="Group 21">
            <a:extLst>
              <a:ext uri="{FF2B5EF4-FFF2-40B4-BE49-F238E27FC236}">
                <a16:creationId xmlns:a16="http://schemas.microsoft.com/office/drawing/2014/main" id="{1C3D2091-D635-D231-B030-AED38062C676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24595" name="Rectangle 19">
              <a:extLst>
                <a:ext uri="{FF2B5EF4-FFF2-40B4-BE49-F238E27FC236}">
                  <a16:creationId xmlns:a16="http://schemas.microsoft.com/office/drawing/2014/main" id="{2D9A2259-C4CF-A747-1D7A-9701A895677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596" name="Line 20">
              <a:extLst>
                <a:ext uri="{FF2B5EF4-FFF2-40B4-BE49-F238E27FC236}">
                  <a16:creationId xmlns:a16="http://schemas.microsoft.com/office/drawing/2014/main" id="{CEA464E1-F1E5-28BC-B053-E47CABCFAE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600" name="Group 24">
            <a:extLst>
              <a:ext uri="{FF2B5EF4-FFF2-40B4-BE49-F238E27FC236}">
                <a16:creationId xmlns:a16="http://schemas.microsoft.com/office/drawing/2014/main" id="{22B4CC91-53E0-BCF0-49CC-EBCA4F6E7E93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24598" name="Rectangle 22">
              <a:extLst>
                <a:ext uri="{FF2B5EF4-FFF2-40B4-BE49-F238E27FC236}">
                  <a16:creationId xmlns:a16="http://schemas.microsoft.com/office/drawing/2014/main" id="{35E61FAC-A096-4610-4FAB-30746286254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599" name="Line 23">
              <a:extLst>
                <a:ext uri="{FF2B5EF4-FFF2-40B4-BE49-F238E27FC236}">
                  <a16:creationId xmlns:a16="http://schemas.microsoft.com/office/drawing/2014/main" id="{0F8DD85E-9856-497F-A290-C5F607DB2B3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601" name="Rectangle 25">
            <a:extLst>
              <a:ext uri="{FF2B5EF4-FFF2-40B4-BE49-F238E27FC236}">
                <a16:creationId xmlns:a16="http://schemas.microsoft.com/office/drawing/2014/main" id="{EC1B02C8-0E2E-DFF8-1CC2-E8D91CBFB3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004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"15---07--1998" TO DateStr.     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UNSTRING DateStr DELIMITED BY ALL "-"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INTO DayStr, MonthStr, YearStr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ON OVERFLOW DISPLAY "Chars Left"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                        </a:t>
            </a:r>
          </a:p>
        </p:txBody>
      </p:sp>
      <p:sp useBgFill="1">
        <p:nvSpPr>
          <p:cNvPr id="24602" name="Freeform 26">
            <a:extLst>
              <a:ext uri="{FF2B5EF4-FFF2-40B4-BE49-F238E27FC236}">
                <a16:creationId xmlns:a16="http://schemas.microsoft.com/office/drawing/2014/main" id="{0097BF8E-3010-8975-037C-9346BC10844B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03" name="Rectangle 27">
            <a:extLst>
              <a:ext uri="{FF2B5EF4-FFF2-40B4-BE49-F238E27FC236}">
                <a16:creationId xmlns:a16="http://schemas.microsoft.com/office/drawing/2014/main" id="{041C171E-A1D9-C768-DEBE-B24B538C98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5</a:t>
            </a:r>
          </a:p>
        </p:txBody>
      </p:sp>
      <p:sp>
        <p:nvSpPr>
          <p:cNvPr id="24604" name="AutoShape 28">
            <a:extLst>
              <a:ext uri="{FF2B5EF4-FFF2-40B4-BE49-F238E27FC236}">
                <a16:creationId xmlns:a16="http://schemas.microsoft.com/office/drawing/2014/main" id="{EE8AD5DD-C675-CFD1-453A-BECBF8313D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4605" name="Rectangle 29">
            <a:extLst>
              <a:ext uri="{FF2B5EF4-FFF2-40B4-BE49-F238E27FC236}">
                <a16:creationId xmlns:a16="http://schemas.microsoft.com/office/drawing/2014/main" id="{DF14DA68-948C-336B-8C9B-28B817674E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</a:t>
            </a:r>
          </a:p>
        </p:txBody>
      </p:sp>
      <p:sp>
        <p:nvSpPr>
          <p:cNvPr id="24606" name="Rectangle 30">
            <a:extLst>
              <a:ext uri="{FF2B5EF4-FFF2-40B4-BE49-F238E27FC236}">
                <a16:creationId xmlns:a16="http://schemas.microsoft.com/office/drawing/2014/main" id="{A62C51A5-56C5-89B8-8316-268BC4D2FB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4607" name="Line 31">
            <a:extLst>
              <a:ext uri="{FF2B5EF4-FFF2-40B4-BE49-F238E27FC236}">
                <a16:creationId xmlns:a16="http://schemas.microsoft.com/office/drawing/2014/main" id="{C54C31AA-3F84-2E03-C8B8-1CFB8605465E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08" name="Line 32">
            <a:extLst>
              <a:ext uri="{FF2B5EF4-FFF2-40B4-BE49-F238E27FC236}">
                <a16:creationId xmlns:a16="http://schemas.microsoft.com/office/drawing/2014/main" id="{F5C547C8-74EB-0EF3-8A08-B211149B13A4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09" name="Line 33">
            <a:extLst>
              <a:ext uri="{FF2B5EF4-FFF2-40B4-BE49-F238E27FC236}">
                <a16:creationId xmlns:a16="http://schemas.microsoft.com/office/drawing/2014/main" id="{2B03026C-9A26-A795-036A-7DA79814057C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4610" name="Rectangle 34">
            <a:extLst>
              <a:ext uri="{FF2B5EF4-FFF2-40B4-BE49-F238E27FC236}">
                <a16:creationId xmlns:a16="http://schemas.microsoft.com/office/drawing/2014/main" id="{C9F067A2-B612-EF2A-9CAE-CAFFDE38D7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575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0 7</a:t>
            </a:r>
          </a:p>
        </p:txBody>
      </p:sp>
      <p:sp>
        <p:nvSpPr>
          <p:cNvPr id="24611" name="Rectangle 35">
            <a:extLst>
              <a:ext uri="{FF2B5EF4-FFF2-40B4-BE49-F238E27FC236}">
                <a16:creationId xmlns:a16="http://schemas.microsoft.com/office/drawing/2014/main" id="{BEE0F44A-13D0-2729-E752-92E642A27E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1082675"/>
            <a:ext cx="11445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1 9 9 8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78F3A803-DE0A-1F00-267E-2001CB65FE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25617" name="Group 17">
            <a:extLst>
              <a:ext uri="{FF2B5EF4-FFF2-40B4-BE49-F238E27FC236}">
                <a16:creationId xmlns:a16="http://schemas.microsoft.com/office/drawing/2014/main" id="{E46D52E7-4501-34BA-D0AF-1370AAB66785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25603" name="Rectangle 3">
              <a:extLst>
                <a:ext uri="{FF2B5EF4-FFF2-40B4-BE49-F238E27FC236}">
                  <a16:creationId xmlns:a16="http://schemas.microsoft.com/office/drawing/2014/main" id="{B08A13B1-50B0-5CD4-CBF4-6EDA3B768A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04" name="Line 4">
              <a:extLst>
                <a:ext uri="{FF2B5EF4-FFF2-40B4-BE49-F238E27FC236}">
                  <a16:creationId xmlns:a16="http://schemas.microsoft.com/office/drawing/2014/main" id="{5FBA6A3A-DE02-1927-6DB5-5DAABAC74E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605" name="Line 5">
              <a:extLst>
                <a:ext uri="{FF2B5EF4-FFF2-40B4-BE49-F238E27FC236}">
                  <a16:creationId xmlns:a16="http://schemas.microsoft.com/office/drawing/2014/main" id="{A820163D-ADD0-4D64-FCB4-2E6B9522AA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606" name="Line 6">
              <a:extLst>
                <a:ext uri="{FF2B5EF4-FFF2-40B4-BE49-F238E27FC236}">
                  <a16:creationId xmlns:a16="http://schemas.microsoft.com/office/drawing/2014/main" id="{025101CC-4148-7B8E-D238-A6C13C5D763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607" name="Line 7">
              <a:extLst>
                <a:ext uri="{FF2B5EF4-FFF2-40B4-BE49-F238E27FC236}">
                  <a16:creationId xmlns:a16="http://schemas.microsoft.com/office/drawing/2014/main" id="{78ACA90D-DFBD-5A74-B8A5-884DAC83616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608" name="Line 8">
              <a:extLst>
                <a:ext uri="{FF2B5EF4-FFF2-40B4-BE49-F238E27FC236}">
                  <a16:creationId xmlns:a16="http://schemas.microsoft.com/office/drawing/2014/main" id="{6ED48521-A94B-345A-A86C-78D38D9EAB2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609" name="Line 9">
              <a:extLst>
                <a:ext uri="{FF2B5EF4-FFF2-40B4-BE49-F238E27FC236}">
                  <a16:creationId xmlns:a16="http://schemas.microsoft.com/office/drawing/2014/main" id="{B5D531BA-D4AD-A2C6-47DF-7FD5D590A71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610" name="Line 10">
              <a:extLst>
                <a:ext uri="{FF2B5EF4-FFF2-40B4-BE49-F238E27FC236}">
                  <a16:creationId xmlns:a16="http://schemas.microsoft.com/office/drawing/2014/main" id="{45617AFF-A848-DD3F-5DD4-0765442CF49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611" name="Line 11">
              <a:extLst>
                <a:ext uri="{FF2B5EF4-FFF2-40B4-BE49-F238E27FC236}">
                  <a16:creationId xmlns:a16="http://schemas.microsoft.com/office/drawing/2014/main" id="{0CDB28CA-3C27-BFA1-2EAA-1D8992E295F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612" name="Line 12">
              <a:extLst>
                <a:ext uri="{FF2B5EF4-FFF2-40B4-BE49-F238E27FC236}">
                  <a16:creationId xmlns:a16="http://schemas.microsoft.com/office/drawing/2014/main" id="{6BC3265B-6CBE-4F46-07E5-DC72AB9A53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613" name="Line 13">
              <a:extLst>
                <a:ext uri="{FF2B5EF4-FFF2-40B4-BE49-F238E27FC236}">
                  <a16:creationId xmlns:a16="http://schemas.microsoft.com/office/drawing/2014/main" id="{E27C4CED-69E9-9EAE-D445-8B21F0D108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614" name="Line 14">
              <a:extLst>
                <a:ext uri="{FF2B5EF4-FFF2-40B4-BE49-F238E27FC236}">
                  <a16:creationId xmlns:a16="http://schemas.microsoft.com/office/drawing/2014/main" id="{90B89444-7791-F01C-4B38-1770E5EAA4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615" name="Line 15">
              <a:extLst>
                <a:ext uri="{FF2B5EF4-FFF2-40B4-BE49-F238E27FC236}">
                  <a16:creationId xmlns:a16="http://schemas.microsoft.com/office/drawing/2014/main" id="{20492867-0705-E975-0CF4-1C6767ECBF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5616" name="Line 16">
              <a:extLst>
                <a:ext uri="{FF2B5EF4-FFF2-40B4-BE49-F238E27FC236}">
                  <a16:creationId xmlns:a16="http://schemas.microsoft.com/office/drawing/2014/main" id="{9067888F-0C8C-479A-F495-57761197F76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5618" name="Rectangle 18">
            <a:extLst>
              <a:ext uri="{FF2B5EF4-FFF2-40B4-BE49-F238E27FC236}">
                <a16:creationId xmlns:a16="http://schemas.microsoft.com/office/drawing/2014/main" id="{3BE5C358-677C-8FAE-1E31-E9DDE3C196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77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5 - - - 0 7 - - - 1 9 9 8</a:t>
            </a:r>
          </a:p>
        </p:txBody>
      </p:sp>
      <p:grpSp>
        <p:nvGrpSpPr>
          <p:cNvPr id="25621" name="Group 21">
            <a:extLst>
              <a:ext uri="{FF2B5EF4-FFF2-40B4-BE49-F238E27FC236}">
                <a16:creationId xmlns:a16="http://schemas.microsoft.com/office/drawing/2014/main" id="{A34DE11C-524F-AB95-53B7-7C11C91CE0C8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25619" name="Rectangle 19">
              <a:extLst>
                <a:ext uri="{FF2B5EF4-FFF2-40B4-BE49-F238E27FC236}">
                  <a16:creationId xmlns:a16="http://schemas.microsoft.com/office/drawing/2014/main" id="{12A14A64-EE11-4E58-EF54-5BDD8570952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20" name="Line 20">
              <a:extLst>
                <a:ext uri="{FF2B5EF4-FFF2-40B4-BE49-F238E27FC236}">
                  <a16:creationId xmlns:a16="http://schemas.microsoft.com/office/drawing/2014/main" id="{E03D8985-7A39-8A96-5AD1-C520D1CD64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624" name="Group 24">
            <a:extLst>
              <a:ext uri="{FF2B5EF4-FFF2-40B4-BE49-F238E27FC236}">
                <a16:creationId xmlns:a16="http://schemas.microsoft.com/office/drawing/2014/main" id="{C1F653FC-DAF4-EB0C-1C80-FE391338D7B3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25622" name="Rectangle 22">
              <a:extLst>
                <a:ext uri="{FF2B5EF4-FFF2-40B4-BE49-F238E27FC236}">
                  <a16:creationId xmlns:a16="http://schemas.microsoft.com/office/drawing/2014/main" id="{0FA6E3D0-6423-1EE2-2A0A-7F0042CF457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623" name="Line 23">
              <a:extLst>
                <a:ext uri="{FF2B5EF4-FFF2-40B4-BE49-F238E27FC236}">
                  <a16:creationId xmlns:a16="http://schemas.microsoft.com/office/drawing/2014/main" id="{70058486-C6C0-D5D3-4D72-AD6FE8B8242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5625" name="Rectangle 25">
            <a:extLst>
              <a:ext uri="{FF2B5EF4-FFF2-40B4-BE49-F238E27FC236}">
                <a16:creationId xmlns:a16="http://schemas.microsoft.com/office/drawing/2014/main" id="{AF950FE9-7DEC-5BD6-BEF0-1D2B1220F6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0048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"15---07--1998" TO DateStr.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UNSTRING DateStr DELIMITED BY ALL "-"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INTO DayStr, MonthStr, YearStr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ON OVERFLOW DISPLAY "Chars Left"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                        </a:t>
            </a:r>
          </a:p>
        </p:txBody>
      </p:sp>
      <p:sp useBgFill="1">
        <p:nvSpPr>
          <p:cNvPr id="25626" name="Freeform 26">
            <a:extLst>
              <a:ext uri="{FF2B5EF4-FFF2-40B4-BE49-F238E27FC236}">
                <a16:creationId xmlns:a16="http://schemas.microsoft.com/office/drawing/2014/main" id="{11354C3F-B908-1721-DB1C-9E4D3643ADE8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27" name="Rectangle 27">
            <a:extLst>
              <a:ext uri="{FF2B5EF4-FFF2-40B4-BE49-F238E27FC236}">
                <a16:creationId xmlns:a16="http://schemas.microsoft.com/office/drawing/2014/main" id="{1A5B70E3-8A1B-A6AE-4087-9188C87669C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5</a:t>
            </a:r>
          </a:p>
        </p:txBody>
      </p:sp>
      <p:sp>
        <p:nvSpPr>
          <p:cNvPr id="25628" name="AutoShape 28">
            <a:extLst>
              <a:ext uri="{FF2B5EF4-FFF2-40B4-BE49-F238E27FC236}">
                <a16:creationId xmlns:a16="http://schemas.microsoft.com/office/drawing/2014/main" id="{BE0B1024-AA04-6F36-52C9-FE1460431C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5629" name="Rectangle 29">
            <a:extLst>
              <a:ext uri="{FF2B5EF4-FFF2-40B4-BE49-F238E27FC236}">
                <a16:creationId xmlns:a16="http://schemas.microsoft.com/office/drawing/2014/main" id="{8B63CB41-B374-469B-C1A8-428BFF4AAE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</a:t>
            </a:r>
          </a:p>
        </p:txBody>
      </p:sp>
      <p:sp>
        <p:nvSpPr>
          <p:cNvPr id="25630" name="Rectangle 30">
            <a:extLst>
              <a:ext uri="{FF2B5EF4-FFF2-40B4-BE49-F238E27FC236}">
                <a16:creationId xmlns:a16="http://schemas.microsoft.com/office/drawing/2014/main" id="{AC73A4DE-7E76-D614-A08E-FEEF671A69F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5631" name="Line 31">
            <a:extLst>
              <a:ext uri="{FF2B5EF4-FFF2-40B4-BE49-F238E27FC236}">
                <a16:creationId xmlns:a16="http://schemas.microsoft.com/office/drawing/2014/main" id="{A5158045-ABAA-97D9-47FE-51CD2DC46A82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32" name="Line 32">
            <a:extLst>
              <a:ext uri="{FF2B5EF4-FFF2-40B4-BE49-F238E27FC236}">
                <a16:creationId xmlns:a16="http://schemas.microsoft.com/office/drawing/2014/main" id="{155DD6FB-874B-FB34-784E-8F2890150AB7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33" name="Line 33">
            <a:extLst>
              <a:ext uri="{FF2B5EF4-FFF2-40B4-BE49-F238E27FC236}">
                <a16:creationId xmlns:a16="http://schemas.microsoft.com/office/drawing/2014/main" id="{002DD064-1C7D-E276-EA4A-CB75211F68F9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5634" name="Rectangle 34">
            <a:extLst>
              <a:ext uri="{FF2B5EF4-FFF2-40B4-BE49-F238E27FC236}">
                <a16:creationId xmlns:a16="http://schemas.microsoft.com/office/drawing/2014/main" id="{BD31EB7D-73EF-EB3D-64C1-0ACD68B539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575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0 7</a:t>
            </a:r>
          </a:p>
        </p:txBody>
      </p:sp>
      <p:sp>
        <p:nvSpPr>
          <p:cNvPr id="25635" name="Rectangle 35">
            <a:extLst>
              <a:ext uri="{FF2B5EF4-FFF2-40B4-BE49-F238E27FC236}">
                <a16:creationId xmlns:a16="http://schemas.microsoft.com/office/drawing/2014/main" id="{04870D2D-2C4A-201E-5F21-FB55C5B755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1082675"/>
            <a:ext cx="11445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1 9 9 8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0C96F159-33C3-A45C-8E1D-D543C90175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26641" name="Group 17">
            <a:extLst>
              <a:ext uri="{FF2B5EF4-FFF2-40B4-BE49-F238E27FC236}">
                <a16:creationId xmlns:a16="http://schemas.microsoft.com/office/drawing/2014/main" id="{359575C1-B1CD-18E3-6F48-9D1118E8A0A0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26627" name="Rectangle 3">
              <a:extLst>
                <a:ext uri="{FF2B5EF4-FFF2-40B4-BE49-F238E27FC236}">
                  <a16:creationId xmlns:a16="http://schemas.microsoft.com/office/drawing/2014/main" id="{866AA603-C6EF-242F-BBF1-55E01CC815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28" name="Line 4">
              <a:extLst>
                <a:ext uri="{FF2B5EF4-FFF2-40B4-BE49-F238E27FC236}">
                  <a16:creationId xmlns:a16="http://schemas.microsoft.com/office/drawing/2014/main" id="{A23BB0D8-A352-6F76-589B-6E93AF532AF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629" name="Line 5">
              <a:extLst>
                <a:ext uri="{FF2B5EF4-FFF2-40B4-BE49-F238E27FC236}">
                  <a16:creationId xmlns:a16="http://schemas.microsoft.com/office/drawing/2014/main" id="{1D48D517-C420-3018-4BC7-385EA3A7279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630" name="Line 6">
              <a:extLst>
                <a:ext uri="{FF2B5EF4-FFF2-40B4-BE49-F238E27FC236}">
                  <a16:creationId xmlns:a16="http://schemas.microsoft.com/office/drawing/2014/main" id="{8F774F2D-A8FD-C4EE-7D03-75E9CDCFD0A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631" name="Line 7">
              <a:extLst>
                <a:ext uri="{FF2B5EF4-FFF2-40B4-BE49-F238E27FC236}">
                  <a16:creationId xmlns:a16="http://schemas.microsoft.com/office/drawing/2014/main" id="{A0495F63-4B58-D06B-5A43-68B4275A47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632" name="Line 8">
              <a:extLst>
                <a:ext uri="{FF2B5EF4-FFF2-40B4-BE49-F238E27FC236}">
                  <a16:creationId xmlns:a16="http://schemas.microsoft.com/office/drawing/2014/main" id="{F01A2FC4-BAF0-B61C-3639-9AD1327BF82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633" name="Line 9">
              <a:extLst>
                <a:ext uri="{FF2B5EF4-FFF2-40B4-BE49-F238E27FC236}">
                  <a16:creationId xmlns:a16="http://schemas.microsoft.com/office/drawing/2014/main" id="{089EC48C-0E6A-8339-6177-4658BB9CC0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634" name="Line 10">
              <a:extLst>
                <a:ext uri="{FF2B5EF4-FFF2-40B4-BE49-F238E27FC236}">
                  <a16:creationId xmlns:a16="http://schemas.microsoft.com/office/drawing/2014/main" id="{DCBCDA9E-3EF9-B00F-DBAE-33941CC25D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635" name="Line 11">
              <a:extLst>
                <a:ext uri="{FF2B5EF4-FFF2-40B4-BE49-F238E27FC236}">
                  <a16:creationId xmlns:a16="http://schemas.microsoft.com/office/drawing/2014/main" id="{B1D0783F-46BB-1141-9C00-D0C34D49936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636" name="Line 12">
              <a:extLst>
                <a:ext uri="{FF2B5EF4-FFF2-40B4-BE49-F238E27FC236}">
                  <a16:creationId xmlns:a16="http://schemas.microsoft.com/office/drawing/2014/main" id="{8FBD06A9-84D5-84F3-F344-BD2E70EDF4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637" name="Line 13">
              <a:extLst>
                <a:ext uri="{FF2B5EF4-FFF2-40B4-BE49-F238E27FC236}">
                  <a16:creationId xmlns:a16="http://schemas.microsoft.com/office/drawing/2014/main" id="{B970CCF5-40F2-2D43-B31F-7744057399C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638" name="Line 14">
              <a:extLst>
                <a:ext uri="{FF2B5EF4-FFF2-40B4-BE49-F238E27FC236}">
                  <a16:creationId xmlns:a16="http://schemas.microsoft.com/office/drawing/2014/main" id="{37D1EB34-6EC6-2B4F-CEE4-7342D25B8F6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639" name="Line 15">
              <a:extLst>
                <a:ext uri="{FF2B5EF4-FFF2-40B4-BE49-F238E27FC236}">
                  <a16:creationId xmlns:a16="http://schemas.microsoft.com/office/drawing/2014/main" id="{E052C134-DAB4-4ADD-3CDD-55F2A1E6C0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6640" name="Line 16">
              <a:extLst>
                <a:ext uri="{FF2B5EF4-FFF2-40B4-BE49-F238E27FC236}">
                  <a16:creationId xmlns:a16="http://schemas.microsoft.com/office/drawing/2014/main" id="{992BC5F6-E7A0-91D0-93CC-662549BD75B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42" name="Rectangle 18">
            <a:extLst>
              <a:ext uri="{FF2B5EF4-FFF2-40B4-BE49-F238E27FC236}">
                <a16:creationId xmlns:a16="http://schemas.microsoft.com/office/drawing/2014/main" id="{F6A8A575-CF80-E02D-AB08-812E687342E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77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5 - - - 0 7 - - - 1 9 9 8</a:t>
            </a:r>
          </a:p>
        </p:txBody>
      </p:sp>
      <p:grpSp>
        <p:nvGrpSpPr>
          <p:cNvPr id="26645" name="Group 21">
            <a:extLst>
              <a:ext uri="{FF2B5EF4-FFF2-40B4-BE49-F238E27FC236}">
                <a16:creationId xmlns:a16="http://schemas.microsoft.com/office/drawing/2014/main" id="{43242ED7-8C94-93C4-F91A-2A018DB2FD76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26643" name="Rectangle 19">
              <a:extLst>
                <a:ext uri="{FF2B5EF4-FFF2-40B4-BE49-F238E27FC236}">
                  <a16:creationId xmlns:a16="http://schemas.microsoft.com/office/drawing/2014/main" id="{1294A290-8DB1-4D88-F26C-FABAC544B78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44" name="Line 20">
              <a:extLst>
                <a:ext uri="{FF2B5EF4-FFF2-40B4-BE49-F238E27FC236}">
                  <a16:creationId xmlns:a16="http://schemas.microsoft.com/office/drawing/2014/main" id="{8D1A8467-DF78-3B96-B7ED-CCC6B2E26B0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648" name="Group 24">
            <a:extLst>
              <a:ext uri="{FF2B5EF4-FFF2-40B4-BE49-F238E27FC236}">
                <a16:creationId xmlns:a16="http://schemas.microsoft.com/office/drawing/2014/main" id="{84B0DEC8-A0AD-DD4B-29D3-8D5FF144C060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26646" name="Rectangle 22">
              <a:extLst>
                <a:ext uri="{FF2B5EF4-FFF2-40B4-BE49-F238E27FC236}">
                  <a16:creationId xmlns:a16="http://schemas.microsoft.com/office/drawing/2014/main" id="{9CED6CCF-D4BD-15B6-46DE-7AF78C6037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647" name="Line 23">
              <a:extLst>
                <a:ext uri="{FF2B5EF4-FFF2-40B4-BE49-F238E27FC236}">
                  <a16:creationId xmlns:a16="http://schemas.microsoft.com/office/drawing/2014/main" id="{0E312941-0C6E-1C17-FCB6-EF07F1B87BA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649" name="Rectangle 25">
            <a:extLst>
              <a:ext uri="{FF2B5EF4-FFF2-40B4-BE49-F238E27FC236}">
                <a16:creationId xmlns:a16="http://schemas.microsoft.com/office/drawing/2014/main" id="{5FF17FFC-14AB-1495-15BF-C5A07E677A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latin typeface="Courier New" panose="02070309020205020404" pitchFamily="49" charset="0"/>
              </a:rPr>
              <a:t>MOVE "15---07--1998" TO DateStr.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ZEROS TO DayStr, MonthStr, YearStr.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UNSTRING DateStr DELIMITED BY "-"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INTO DayStr, MonthStr, YearStr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ON OVERFLOW DISPLAY "Chars Left"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                        </a:t>
            </a:r>
          </a:p>
        </p:txBody>
      </p:sp>
      <p:sp useBgFill="1">
        <p:nvSpPr>
          <p:cNvPr id="26650" name="Freeform 26">
            <a:extLst>
              <a:ext uri="{FF2B5EF4-FFF2-40B4-BE49-F238E27FC236}">
                <a16:creationId xmlns:a16="http://schemas.microsoft.com/office/drawing/2014/main" id="{B72822B7-6415-32FE-93A8-881CD1A62140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51" name="Rectangle 27">
            <a:extLst>
              <a:ext uri="{FF2B5EF4-FFF2-40B4-BE49-F238E27FC236}">
                <a16:creationId xmlns:a16="http://schemas.microsoft.com/office/drawing/2014/main" id="{0480AADD-FA9F-53AE-8304-97CBC6282F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6</a:t>
            </a:r>
          </a:p>
        </p:txBody>
      </p:sp>
      <p:sp>
        <p:nvSpPr>
          <p:cNvPr id="26652" name="AutoShape 28">
            <a:extLst>
              <a:ext uri="{FF2B5EF4-FFF2-40B4-BE49-F238E27FC236}">
                <a16:creationId xmlns:a16="http://schemas.microsoft.com/office/drawing/2014/main" id="{EB9D4B38-4600-B184-D095-613B905F9C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6653" name="Rectangle 29">
            <a:extLst>
              <a:ext uri="{FF2B5EF4-FFF2-40B4-BE49-F238E27FC236}">
                <a16:creationId xmlns:a16="http://schemas.microsoft.com/office/drawing/2014/main" id="{81B7AF5F-6E80-ED3C-88E4-7798F01B76C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6654" name="Line 30">
            <a:extLst>
              <a:ext uri="{FF2B5EF4-FFF2-40B4-BE49-F238E27FC236}">
                <a16:creationId xmlns:a16="http://schemas.microsoft.com/office/drawing/2014/main" id="{D570EFB3-5C26-8681-D59B-A64A49EEA744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55" name="Line 31">
            <a:extLst>
              <a:ext uri="{FF2B5EF4-FFF2-40B4-BE49-F238E27FC236}">
                <a16:creationId xmlns:a16="http://schemas.microsoft.com/office/drawing/2014/main" id="{87D65955-3337-329D-7235-50DF8440D8D7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6656" name="Line 32">
            <a:extLst>
              <a:ext uri="{FF2B5EF4-FFF2-40B4-BE49-F238E27FC236}">
                <a16:creationId xmlns:a16="http://schemas.microsoft.com/office/drawing/2014/main" id="{7CD08AD6-2522-A5C2-77AA-1B883B885678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Rectangle 2">
            <a:extLst>
              <a:ext uri="{FF2B5EF4-FFF2-40B4-BE49-F238E27FC236}">
                <a16:creationId xmlns:a16="http://schemas.microsoft.com/office/drawing/2014/main" id="{7772D59E-21B1-C645-806E-ABECC3E126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27665" name="Group 17">
            <a:extLst>
              <a:ext uri="{FF2B5EF4-FFF2-40B4-BE49-F238E27FC236}">
                <a16:creationId xmlns:a16="http://schemas.microsoft.com/office/drawing/2014/main" id="{028A14B6-71E0-CE17-DDF6-CF5ECFAB5B4A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27651" name="Rectangle 3">
              <a:extLst>
                <a:ext uri="{FF2B5EF4-FFF2-40B4-BE49-F238E27FC236}">
                  <a16:creationId xmlns:a16="http://schemas.microsoft.com/office/drawing/2014/main" id="{538C0588-D78B-08B8-A889-08B5F6C489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52" name="Line 4">
              <a:extLst>
                <a:ext uri="{FF2B5EF4-FFF2-40B4-BE49-F238E27FC236}">
                  <a16:creationId xmlns:a16="http://schemas.microsoft.com/office/drawing/2014/main" id="{7EAC0B3B-114D-5BE3-300A-EA93567BF7B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653" name="Line 5">
              <a:extLst>
                <a:ext uri="{FF2B5EF4-FFF2-40B4-BE49-F238E27FC236}">
                  <a16:creationId xmlns:a16="http://schemas.microsoft.com/office/drawing/2014/main" id="{2ABE32EB-B7BB-D8E9-2CC8-9CB016A1970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654" name="Line 6">
              <a:extLst>
                <a:ext uri="{FF2B5EF4-FFF2-40B4-BE49-F238E27FC236}">
                  <a16:creationId xmlns:a16="http://schemas.microsoft.com/office/drawing/2014/main" id="{2572540B-5A39-6262-2915-0D14E1E5FFD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655" name="Line 7">
              <a:extLst>
                <a:ext uri="{FF2B5EF4-FFF2-40B4-BE49-F238E27FC236}">
                  <a16:creationId xmlns:a16="http://schemas.microsoft.com/office/drawing/2014/main" id="{EDB654E2-37D6-2D96-DEAB-9110CD2023E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656" name="Line 8">
              <a:extLst>
                <a:ext uri="{FF2B5EF4-FFF2-40B4-BE49-F238E27FC236}">
                  <a16:creationId xmlns:a16="http://schemas.microsoft.com/office/drawing/2014/main" id="{1529FC0C-8813-DA05-3E39-1D9737A3A1E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657" name="Line 9">
              <a:extLst>
                <a:ext uri="{FF2B5EF4-FFF2-40B4-BE49-F238E27FC236}">
                  <a16:creationId xmlns:a16="http://schemas.microsoft.com/office/drawing/2014/main" id="{D519C420-B07B-03A7-FFC0-7DBDE390A3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658" name="Line 10">
              <a:extLst>
                <a:ext uri="{FF2B5EF4-FFF2-40B4-BE49-F238E27FC236}">
                  <a16:creationId xmlns:a16="http://schemas.microsoft.com/office/drawing/2014/main" id="{D4AE9F6B-9797-9EEC-A669-B5DFF0BB6D1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659" name="Line 11">
              <a:extLst>
                <a:ext uri="{FF2B5EF4-FFF2-40B4-BE49-F238E27FC236}">
                  <a16:creationId xmlns:a16="http://schemas.microsoft.com/office/drawing/2014/main" id="{EB4191B4-5BAA-4628-45EE-A00143189A4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660" name="Line 12">
              <a:extLst>
                <a:ext uri="{FF2B5EF4-FFF2-40B4-BE49-F238E27FC236}">
                  <a16:creationId xmlns:a16="http://schemas.microsoft.com/office/drawing/2014/main" id="{9521E149-B6F4-AC9A-C220-5B2E3B628AE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661" name="Line 13">
              <a:extLst>
                <a:ext uri="{FF2B5EF4-FFF2-40B4-BE49-F238E27FC236}">
                  <a16:creationId xmlns:a16="http://schemas.microsoft.com/office/drawing/2014/main" id="{0EF23A73-B7C7-14DD-263E-948F637CA18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662" name="Line 14">
              <a:extLst>
                <a:ext uri="{FF2B5EF4-FFF2-40B4-BE49-F238E27FC236}">
                  <a16:creationId xmlns:a16="http://schemas.microsoft.com/office/drawing/2014/main" id="{ACBAF7A7-4306-5913-ACFF-D3F43412265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663" name="Line 15">
              <a:extLst>
                <a:ext uri="{FF2B5EF4-FFF2-40B4-BE49-F238E27FC236}">
                  <a16:creationId xmlns:a16="http://schemas.microsoft.com/office/drawing/2014/main" id="{3B68E120-A0FB-508B-89FC-089119DCA8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7664" name="Line 16">
              <a:extLst>
                <a:ext uri="{FF2B5EF4-FFF2-40B4-BE49-F238E27FC236}">
                  <a16:creationId xmlns:a16="http://schemas.microsoft.com/office/drawing/2014/main" id="{ACE934B2-596F-E77D-7B13-43C82C59AD1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666" name="Rectangle 18">
            <a:extLst>
              <a:ext uri="{FF2B5EF4-FFF2-40B4-BE49-F238E27FC236}">
                <a16:creationId xmlns:a16="http://schemas.microsoft.com/office/drawing/2014/main" id="{131B7EF9-8378-764E-FFD7-C7CCE53463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77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5 - - - 0 7 - - - 1 9 9 8</a:t>
            </a:r>
          </a:p>
        </p:txBody>
      </p:sp>
      <p:grpSp>
        <p:nvGrpSpPr>
          <p:cNvPr id="27669" name="Group 21">
            <a:extLst>
              <a:ext uri="{FF2B5EF4-FFF2-40B4-BE49-F238E27FC236}">
                <a16:creationId xmlns:a16="http://schemas.microsoft.com/office/drawing/2014/main" id="{DE4CCD79-D7ED-981E-FFF9-59CB79E4E16A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27667" name="Rectangle 19">
              <a:extLst>
                <a:ext uri="{FF2B5EF4-FFF2-40B4-BE49-F238E27FC236}">
                  <a16:creationId xmlns:a16="http://schemas.microsoft.com/office/drawing/2014/main" id="{E2188F1E-2CBB-A411-31C6-D8AA238A5C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68" name="Line 20">
              <a:extLst>
                <a:ext uri="{FF2B5EF4-FFF2-40B4-BE49-F238E27FC236}">
                  <a16:creationId xmlns:a16="http://schemas.microsoft.com/office/drawing/2014/main" id="{36BF940F-1D4D-E1FC-FBED-563E8077360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7672" name="Group 24">
            <a:extLst>
              <a:ext uri="{FF2B5EF4-FFF2-40B4-BE49-F238E27FC236}">
                <a16:creationId xmlns:a16="http://schemas.microsoft.com/office/drawing/2014/main" id="{F9F917FA-B878-583D-EC02-B361D04D9977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27670" name="Rectangle 22">
              <a:extLst>
                <a:ext uri="{FF2B5EF4-FFF2-40B4-BE49-F238E27FC236}">
                  <a16:creationId xmlns:a16="http://schemas.microsoft.com/office/drawing/2014/main" id="{DB92267D-1121-42FE-40DE-BEB201D8C08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671" name="Line 23">
              <a:extLst>
                <a:ext uri="{FF2B5EF4-FFF2-40B4-BE49-F238E27FC236}">
                  <a16:creationId xmlns:a16="http://schemas.microsoft.com/office/drawing/2014/main" id="{29E44FF0-AA74-382E-2C0F-E383E3D042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673" name="Rectangle 25">
            <a:extLst>
              <a:ext uri="{FF2B5EF4-FFF2-40B4-BE49-F238E27FC236}">
                <a16:creationId xmlns:a16="http://schemas.microsoft.com/office/drawing/2014/main" id="{CDBC7491-CCAF-9E34-3C0B-1C53890B23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"15---07--1998" TO DateStr.</a:t>
            </a:r>
            <a:endParaRPr lang="en-US" altLang="en-US" sz="1200" b="1">
              <a:latin typeface="Courier New" panose="02070309020205020404" pitchFamily="49" charset="0"/>
            </a:endParaRPr>
          </a:p>
          <a:p>
            <a:r>
              <a:rPr lang="en-US" altLang="en-US" sz="1200" b="1">
                <a:latin typeface="Courier New" panose="02070309020205020404" pitchFamily="49" charset="0"/>
              </a:rPr>
              <a:t>MOVE ZEROS TO DayStr, MonthStr, YearStr.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UNSTRING DateStr DELIMITED BY "-"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INTO DayStr, MonthStr, YearStr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ON OVERFLOW DISPLAY "Chars Left"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                        </a:t>
            </a:r>
          </a:p>
        </p:txBody>
      </p:sp>
      <p:sp useBgFill="1">
        <p:nvSpPr>
          <p:cNvPr id="27674" name="Freeform 26">
            <a:extLst>
              <a:ext uri="{FF2B5EF4-FFF2-40B4-BE49-F238E27FC236}">
                <a16:creationId xmlns:a16="http://schemas.microsoft.com/office/drawing/2014/main" id="{DB354CBF-4455-B02B-B7F9-E5224D630A1B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7675" name="Rectangle 27">
            <a:extLst>
              <a:ext uri="{FF2B5EF4-FFF2-40B4-BE49-F238E27FC236}">
                <a16:creationId xmlns:a16="http://schemas.microsoft.com/office/drawing/2014/main" id="{9DFF3974-2F2D-6E48-793D-5D435B555B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6</a:t>
            </a:r>
          </a:p>
        </p:txBody>
      </p:sp>
      <p:sp>
        <p:nvSpPr>
          <p:cNvPr id="27676" name="AutoShape 28">
            <a:extLst>
              <a:ext uri="{FF2B5EF4-FFF2-40B4-BE49-F238E27FC236}">
                <a16:creationId xmlns:a16="http://schemas.microsoft.com/office/drawing/2014/main" id="{A5DE5C27-FB62-5E6A-0814-2DED5EB72A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7677" name="Rectangle 29">
            <a:extLst>
              <a:ext uri="{FF2B5EF4-FFF2-40B4-BE49-F238E27FC236}">
                <a16:creationId xmlns:a16="http://schemas.microsoft.com/office/drawing/2014/main" id="{5F0140B5-808B-A7C2-89AF-2985D6E615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7678" name="Line 30">
            <a:extLst>
              <a:ext uri="{FF2B5EF4-FFF2-40B4-BE49-F238E27FC236}">
                <a16:creationId xmlns:a16="http://schemas.microsoft.com/office/drawing/2014/main" id="{968564A4-A926-56DE-2F94-5FF505579DFB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7679" name="Line 31">
            <a:extLst>
              <a:ext uri="{FF2B5EF4-FFF2-40B4-BE49-F238E27FC236}">
                <a16:creationId xmlns:a16="http://schemas.microsoft.com/office/drawing/2014/main" id="{19A843CA-F148-D51F-DB62-8885DBDA4888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7680" name="Line 32">
            <a:extLst>
              <a:ext uri="{FF2B5EF4-FFF2-40B4-BE49-F238E27FC236}">
                <a16:creationId xmlns:a16="http://schemas.microsoft.com/office/drawing/2014/main" id="{1186B5BB-FA93-CC6A-51CA-F1F83D642CA2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7681" name="Rectangle 33">
            <a:extLst>
              <a:ext uri="{FF2B5EF4-FFF2-40B4-BE49-F238E27FC236}">
                <a16:creationId xmlns:a16="http://schemas.microsoft.com/office/drawing/2014/main" id="{84039885-D17E-7C28-CC38-46EB6FD0CE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0 0</a:t>
            </a:r>
          </a:p>
        </p:txBody>
      </p:sp>
      <p:sp>
        <p:nvSpPr>
          <p:cNvPr id="27682" name="Rectangle 34">
            <a:extLst>
              <a:ext uri="{FF2B5EF4-FFF2-40B4-BE49-F238E27FC236}">
                <a16:creationId xmlns:a16="http://schemas.microsoft.com/office/drawing/2014/main" id="{0E4B47B5-8757-18A2-00E9-D4A1C80E46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575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0 0</a:t>
            </a:r>
          </a:p>
        </p:txBody>
      </p:sp>
      <p:sp>
        <p:nvSpPr>
          <p:cNvPr id="27683" name="Rectangle 35">
            <a:extLst>
              <a:ext uri="{FF2B5EF4-FFF2-40B4-BE49-F238E27FC236}">
                <a16:creationId xmlns:a16="http://schemas.microsoft.com/office/drawing/2014/main" id="{2E97C35E-44E1-B7A5-A3E8-4842193063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1073150"/>
            <a:ext cx="11445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0 0 0 0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2A8DDB4D-A1B1-59C0-397F-04BB1F5680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28689" name="Group 17">
            <a:extLst>
              <a:ext uri="{FF2B5EF4-FFF2-40B4-BE49-F238E27FC236}">
                <a16:creationId xmlns:a16="http://schemas.microsoft.com/office/drawing/2014/main" id="{DF5BF997-ED20-623C-8370-B84F3DE47508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28675" name="Rectangle 3">
              <a:extLst>
                <a:ext uri="{FF2B5EF4-FFF2-40B4-BE49-F238E27FC236}">
                  <a16:creationId xmlns:a16="http://schemas.microsoft.com/office/drawing/2014/main" id="{DBE98CF7-FF3F-7302-1A41-DF5CDAAF44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76" name="Line 4">
              <a:extLst>
                <a:ext uri="{FF2B5EF4-FFF2-40B4-BE49-F238E27FC236}">
                  <a16:creationId xmlns:a16="http://schemas.microsoft.com/office/drawing/2014/main" id="{499B74CB-7084-B807-37A5-9D6D9AD20DA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77" name="Line 5">
              <a:extLst>
                <a:ext uri="{FF2B5EF4-FFF2-40B4-BE49-F238E27FC236}">
                  <a16:creationId xmlns:a16="http://schemas.microsoft.com/office/drawing/2014/main" id="{784FB77C-19A2-ACF5-1CC5-FBEE57ACE37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78" name="Line 6">
              <a:extLst>
                <a:ext uri="{FF2B5EF4-FFF2-40B4-BE49-F238E27FC236}">
                  <a16:creationId xmlns:a16="http://schemas.microsoft.com/office/drawing/2014/main" id="{C74739C4-2FDA-5EAF-E25E-DB4FF0627B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79" name="Line 7">
              <a:extLst>
                <a:ext uri="{FF2B5EF4-FFF2-40B4-BE49-F238E27FC236}">
                  <a16:creationId xmlns:a16="http://schemas.microsoft.com/office/drawing/2014/main" id="{C840FF6B-CBD0-1A58-FF72-726D0B346D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80" name="Line 8">
              <a:extLst>
                <a:ext uri="{FF2B5EF4-FFF2-40B4-BE49-F238E27FC236}">
                  <a16:creationId xmlns:a16="http://schemas.microsoft.com/office/drawing/2014/main" id="{BEB161E4-0DF4-EB4E-C75C-2388829F1FE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81" name="Line 9">
              <a:extLst>
                <a:ext uri="{FF2B5EF4-FFF2-40B4-BE49-F238E27FC236}">
                  <a16:creationId xmlns:a16="http://schemas.microsoft.com/office/drawing/2014/main" id="{A7207950-355A-5C1E-412B-7B7E2FEBB12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82" name="Line 10">
              <a:extLst>
                <a:ext uri="{FF2B5EF4-FFF2-40B4-BE49-F238E27FC236}">
                  <a16:creationId xmlns:a16="http://schemas.microsoft.com/office/drawing/2014/main" id="{9304F755-1B02-AE8D-7FB0-7C87C6209FC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83" name="Line 11">
              <a:extLst>
                <a:ext uri="{FF2B5EF4-FFF2-40B4-BE49-F238E27FC236}">
                  <a16:creationId xmlns:a16="http://schemas.microsoft.com/office/drawing/2014/main" id="{A9977511-6423-4D97-B6C9-3DD3C4EA5A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84" name="Line 12">
              <a:extLst>
                <a:ext uri="{FF2B5EF4-FFF2-40B4-BE49-F238E27FC236}">
                  <a16:creationId xmlns:a16="http://schemas.microsoft.com/office/drawing/2014/main" id="{BF840482-81B6-1E54-073A-952ADCE0C2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85" name="Line 13">
              <a:extLst>
                <a:ext uri="{FF2B5EF4-FFF2-40B4-BE49-F238E27FC236}">
                  <a16:creationId xmlns:a16="http://schemas.microsoft.com/office/drawing/2014/main" id="{A9DECCD6-7FBC-9D81-42D9-1385DCFCCB0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86" name="Line 14">
              <a:extLst>
                <a:ext uri="{FF2B5EF4-FFF2-40B4-BE49-F238E27FC236}">
                  <a16:creationId xmlns:a16="http://schemas.microsoft.com/office/drawing/2014/main" id="{06175BF0-4FCF-E2E2-AB7C-05D8C5E531F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87" name="Line 15">
              <a:extLst>
                <a:ext uri="{FF2B5EF4-FFF2-40B4-BE49-F238E27FC236}">
                  <a16:creationId xmlns:a16="http://schemas.microsoft.com/office/drawing/2014/main" id="{5A6FC3C3-F195-5ED6-5105-279BEAACABF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688" name="Line 16">
              <a:extLst>
                <a:ext uri="{FF2B5EF4-FFF2-40B4-BE49-F238E27FC236}">
                  <a16:creationId xmlns:a16="http://schemas.microsoft.com/office/drawing/2014/main" id="{7EA26574-05C4-FD68-57E5-E3E273A8549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90" name="Rectangle 18">
            <a:extLst>
              <a:ext uri="{FF2B5EF4-FFF2-40B4-BE49-F238E27FC236}">
                <a16:creationId xmlns:a16="http://schemas.microsoft.com/office/drawing/2014/main" id="{79182CFB-0605-E906-87F0-7B7F7E3ED7A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62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</a:t>
            </a:r>
            <a:r>
              <a:rPr lang="en-US" altLang="en-US" sz="18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- - 0 7 - - - 1 9 9 8</a:t>
            </a:r>
          </a:p>
        </p:txBody>
      </p:sp>
      <p:grpSp>
        <p:nvGrpSpPr>
          <p:cNvPr id="28693" name="Group 21">
            <a:extLst>
              <a:ext uri="{FF2B5EF4-FFF2-40B4-BE49-F238E27FC236}">
                <a16:creationId xmlns:a16="http://schemas.microsoft.com/office/drawing/2014/main" id="{CCE5A859-92ED-5551-462F-DD085F49AAA8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28691" name="Rectangle 19">
              <a:extLst>
                <a:ext uri="{FF2B5EF4-FFF2-40B4-BE49-F238E27FC236}">
                  <a16:creationId xmlns:a16="http://schemas.microsoft.com/office/drawing/2014/main" id="{282B697E-11FE-1E20-6952-2ACDC1B573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92" name="Line 20">
              <a:extLst>
                <a:ext uri="{FF2B5EF4-FFF2-40B4-BE49-F238E27FC236}">
                  <a16:creationId xmlns:a16="http://schemas.microsoft.com/office/drawing/2014/main" id="{8D0FD20D-5D67-8F6D-BAA4-776FF563190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696" name="Group 24">
            <a:extLst>
              <a:ext uri="{FF2B5EF4-FFF2-40B4-BE49-F238E27FC236}">
                <a16:creationId xmlns:a16="http://schemas.microsoft.com/office/drawing/2014/main" id="{E4C892FE-B532-3898-206A-9C1D2BC16DE7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28694" name="Rectangle 22">
              <a:extLst>
                <a:ext uri="{FF2B5EF4-FFF2-40B4-BE49-F238E27FC236}">
                  <a16:creationId xmlns:a16="http://schemas.microsoft.com/office/drawing/2014/main" id="{333EC5A0-D387-536F-6E3E-F0AA06B955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8695" name="Line 23">
              <a:extLst>
                <a:ext uri="{FF2B5EF4-FFF2-40B4-BE49-F238E27FC236}">
                  <a16:creationId xmlns:a16="http://schemas.microsoft.com/office/drawing/2014/main" id="{3A7953FC-FFAB-4DC3-245D-D694ECA50B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697" name="Rectangle 25">
            <a:extLst>
              <a:ext uri="{FF2B5EF4-FFF2-40B4-BE49-F238E27FC236}">
                <a16:creationId xmlns:a16="http://schemas.microsoft.com/office/drawing/2014/main" id="{759B78A1-E12D-A435-B371-5DEFC8C49F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"15---07--1998" TO DateStr.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ZEROS TO DayStr, MonthStr, YearStr.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UNSTRING DateStr DELIMITED BY "-"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INTO DayStr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, MonthStr, YearStr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ON OVERFLOW DISPLAY "Chars Left"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                        </a:t>
            </a:r>
          </a:p>
        </p:txBody>
      </p:sp>
      <p:sp useBgFill="1">
        <p:nvSpPr>
          <p:cNvPr id="28698" name="Freeform 26">
            <a:extLst>
              <a:ext uri="{FF2B5EF4-FFF2-40B4-BE49-F238E27FC236}">
                <a16:creationId xmlns:a16="http://schemas.microsoft.com/office/drawing/2014/main" id="{5AAC8666-DFC9-92AF-FAA2-E41BD86601B7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699" name="Rectangle 27">
            <a:extLst>
              <a:ext uri="{FF2B5EF4-FFF2-40B4-BE49-F238E27FC236}">
                <a16:creationId xmlns:a16="http://schemas.microsoft.com/office/drawing/2014/main" id="{DAF6FEA7-9360-5E5D-D7EC-32B7344A9F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6</a:t>
            </a:r>
          </a:p>
        </p:txBody>
      </p:sp>
      <p:sp>
        <p:nvSpPr>
          <p:cNvPr id="28700" name="AutoShape 28">
            <a:extLst>
              <a:ext uri="{FF2B5EF4-FFF2-40B4-BE49-F238E27FC236}">
                <a16:creationId xmlns:a16="http://schemas.microsoft.com/office/drawing/2014/main" id="{E1A3B852-66FD-B189-00FD-E65F14A228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8701" name="Rectangle 29">
            <a:extLst>
              <a:ext uri="{FF2B5EF4-FFF2-40B4-BE49-F238E27FC236}">
                <a16:creationId xmlns:a16="http://schemas.microsoft.com/office/drawing/2014/main" id="{3756C456-C1E7-A1BB-E56F-91A2DF8DBA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</a:t>
            </a:r>
          </a:p>
        </p:txBody>
      </p:sp>
      <p:sp>
        <p:nvSpPr>
          <p:cNvPr id="28702" name="Rectangle 30">
            <a:extLst>
              <a:ext uri="{FF2B5EF4-FFF2-40B4-BE49-F238E27FC236}">
                <a16:creationId xmlns:a16="http://schemas.microsoft.com/office/drawing/2014/main" id="{111915BD-FF2E-99A7-38EE-051D66AF55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8703" name="Line 31">
            <a:extLst>
              <a:ext uri="{FF2B5EF4-FFF2-40B4-BE49-F238E27FC236}">
                <a16:creationId xmlns:a16="http://schemas.microsoft.com/office/drawing/2014/main" id="{58663C6C-BBDB-60BA-33CA-9133468705E6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04" name="Line 32">
            <a:extLst>
              <a:ext uri="{FF2B5EF4-FFF2-40B4-BE49-F238E27FC236}">
                <a16:creationId xmlns:a16="http://schemas.microsoft.com/office/drawing/2014/main" id="{66E88FCC-9655-F219-2525-7BA6844F3D57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05" name="Line 33">
            <a:extLst>
              <a:ext uri="{FF2B5EF4-FFF2-40B4-BE49-F238E27FC236}">
                <a16:creationId xmlns:a16="http://schemas.microsoft.com/office/drawing/2014/main" id="{DBE107FF-597D-B4DE-63DB-A408E808501F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06" name="Rectangle 34">
            <a:extLst>
              <a:ext uri="{FF2B5EF4-FFF2-40B4-BE49-F238E27FC236}">
                <a16:creationId xmlns:a16="http://schemas.microsoft.com/office/drawing/2014/main" id="{2F413E77-A427-8D76-1749-14A4E02387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1073150"/>
            <a:ext cx="11445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0 0 0 0</a:t>
            </a:r>
          </a:p>
        </p:txBody>
      </p:sp>
      <p:sp>
        <p:nvSpPr>
          <p:cNvPr id="28707" name="Rectangle 35">
            <a:extLst>
              <a:ext uri="{FF2B5EF4-FFF2-40B4-BE49-F238E27FC236}">
                <a16:creationId xmlns:a16="http://schemas.microsoft.com/office/drawing/2014/main" id="{68BB1D1B-2072-73FB-A665-36B1813041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60575" y="701675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0 0</a:t>
            </a:r>
          </a:p>
        </p:txBody>
      </p:sp>
      <p:sp>
        <p:nvSpPr>
          <p:cNvPr id="28708" name="Arc 36">
            <a:extLst>
              <a:ext uri="{FF2B5EF4-FFF2-40B4-BE49-F238E27FC236}">
                <a16:creationId xmlns:a16="http://schemas.microsoft.com/office/drawing/2014/main" id="{D5DE8406-4BEF-488B-BF74-97971F6B3F49}"/>
              </a:ext>
            </a:extLst>
          </p:cNvPr>
          <p:cNvSpPr>
            <a:spLocks/>
          </p:cNvSpPr>
          <p:nvPr/>
        </p:nvSpPr>
        <p:spPr bwMode="auto">
          <a:xfrm>
            <a:off x="744538" y="504825"/>
            <a:ext cx="1352550" cy="1247775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75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80"/>
                  <a:pt x="9655" y="13"/>
                  <a:pt x="21575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80"/>
                  <a:pt x="9655" y="13"/>
                  <a:pt x="21575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FF33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8709" name="Oval 37">
            <a:extLst>
              <a:ext uri="{FF2B5EF4-FFF2-40B4-BE49-F238E27FC236}">
                <a16:creationId xmlns:a16="http://schemas.microsoft.com/office/drawing/2014/main" id="{909D080C-89A2-9740-AAEB-56F9AAFEA3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4025" y="1730375"/>
            <a:ext cx="549275" cy="387350"/>
          </a:xfrm>
          <a:prstGeom prst="ellipse">
            <a:avLst/>
          </a:prstGeom>
          <a:noFill/>
          <a:ln w="1270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B6CD3AB0-8FA8-ACAB-144F-5A6498EEF80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29713" name="Group 17">
            <a:extLst>
              <a:ext uri="{FF2B5EF4-FFF2-40B4-BE49-F238E27FC236}">
                <a16:creationId xmlns:a16="http://schemas.microsoft.com/office/drawing/2014/main" id="{5B46FCD2-6E1D-7DFB-5F35-C8D33C0FA648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29699" name="Rectangle 3">
              <a:extLst>
                <a:ext uri="{FF2B5EF4-FFF2-40B4-BE49-F238E27FC236}">
                  <a16:creationId xmlns:a16="http://schemas.microsoft.com/office/drawing/2014/main" id="{9E6EE06F-50E5-E563-BC26-86BA213392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00" name="Line 4">
              <a:extLst>
                <a:ext uri="{FF2B5EF4-FFF2-40B4-BE49-F238E27FC236}">
                  <a16:creationId xmlns:a16="http://schemas.microsoft.com/office/drawing/2014/main" id="{4CC94FD2-8B63-CA03-6EA3-15715B74445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01" name="Line 5">
              <a:extLst>
                <a:ext uri="{FF2B5EF4-FFF2-40B4-BE49-F238E27FC236}">
                  <a16:creationId xmlns:a16="http://schemas.microsoft.com/office/drawing/2014/main" id="{989336C1-E5D6-9AF3-B115-3F7D651260D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02" name="Line 6">
              <a:extLst>
                <a:ext uri="{FF2B5EF4-FFF2-40B4-BE49-F238E27FC236}">
                  <a16:creationId xmlns:a16="http://schemas.microsoft.com/office/drawing/2014/main" id="{047EA0E9-CDD1-2EC1-DC84-A0A75AA1C55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03" name="Line 7">
              <a:extLst>
                <a:ext uri="{FF2B5EF4-FFF2-40B4-BE49-F238E27FC236}">
                  <a16:creationId xmlns:a16="http://schemas.microsoft.com/office/drawing/2014/main" id="{48B937A9-8A9C-ED3A-9E36-E108D79F9E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04" name="Line 8">
              <a:extLst>
                <a:ext uri="{FF2B5EF4-FFF2-40B4-BE49-F238E27FC236}">
                  <a16:creationId xmlns:a16="http://schemas.microsoft.com/office/drawing/2014/main" id="{8677CC95-4CDC-92B2-837A-C603E9287EB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05" name="Line 9">
              <a:extLst>
                <a:ext uri="{FF2B5EF4-FFF2-40B4-BE49-F238E27FC236}">
                  <a16:creationId xmlns:a16="http://schemas.microsoft.com/office/drawing/2014/main" id="{8FC4CDAC-BFE3-0D24-58FE-4B70C006DBF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06" name="Line 10">
              <a:extLst>
                <a:ext uri="{FF2B5EF4-FFF2-40B4-BE49-F238E27FC236}">
                  <a16:creationId xmlns:a16="http://schemas.microsoft.com/office/drawing/2014/main" id="{2158923C-71F0-5E8A-DB29-658704536FA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07" name="Line 11">
              <a:extLst>
                <a:ext uri="{FF2B5EF4-FFF2-40B4-BE49-F238E27FC236}">
                  <a16:creationId xmlns:a16="http://schemas.microsoft.com/office/drawing/2014/main" id="{5EFE3389-275E-9D58-ABC4-979C1A2AE3D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08" name="Line 12">
              <a:extLst>
                <a:ext uri="{FF2B5EF4-FFF2-40B4-BE49-F238E27FC236}">
                  <a16:creationId xmlns:a16="http://schemas.microsoft.com/office/drawing/2014/main" id="{243B565D-E0D7-F1BF-16EA-1AFB6413C57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09" name="Line 13">
              <a:extLst>
                <a:ext uri="{FF2B5EF4-FFF2-40B4-BE49-F238E27FC236}">
                  <a16:creationId xmlns:a16="http://schemas.microsoft.com/office/drawing/2014/main" id="{1144086F-2EC8-8390-CBF9-2EA51ABA1DA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10" name="Line 14">
              <a:extLst>
                <a:ext uri="{FF2B5EF4-FFF2-40B4-BE49-F238E27FC236}">
                  <a16:creationId xmlns:a16="http://schemas.microsoft.com/office/drawing/2014/main" id="{1C8737E1-8B57-0683-2614-CFA12B3E8BB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11" name="Line 15">
              <a:extLst>
                <a:ext uri="{FF2B5EF4-FFF2-40B4-BE49-F238E27FC236}">
                  <a16:creationId xmlns:a16="http://schemas.microsoft.com/office/drawing/2014/main" id="{60376709-8773-0A4E-A95D-B41DEBFBCA9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9712" name="Line 16">
              <a:extLst>
                <a:ext uri="{FF2B5EF4-FFF2-40B4-BE49-F238E27FC236}">
                  <a16:creationId xmlns:a16="http://schemas.microsoft.com/office/drawing/2014/main" id="{0208A6AF-1C36-14A4-6E16-46B1B5783B5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714" name="Rectangle 18">
            <a:extLst>
              <a:ext uri="{FF2B5EF4-FFF2-40B4-BE49-F238E27FC236}">
                <a16:creationId xmlns:a16="http://schemas.microsoft.com/office/drawing/2014/main" id="{D6E28C45-68EF-5ADF-287F-8085E3971E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62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5 - </a:t>
            </a:r>
            <a:r>
              <a:rPr lang="en-US" altLang="en-US" sz="18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- 0 7 - - - 1 9 9 8</a:t>
            </a:r>
          </a:p>
        </p:txBody>
      </p:sp>
      <p:grpSp>
        <p:nvGrpSpPr>
          <p:cNvPr id="29717" name="Group 21">
            <a:extLst>
              <a:ext uri="{FF2B5EF4-FFF2-40B4-BE49-F238E27FC236}">
                <a16:creationId xmlns:a16="http://schemas.microsoft.com/office/drawing/2014/main" id="{991CAAD9-1559-44D9-69A6-6928FAB72653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29715" name="Rectangle 19">
              <a:extLst>
                <a:ext uri="{FF2B5EF4-FFF2-40B4-BE49-F238E27FC236}">
                  <a16:creationId xmlns:a16="http://schemas.microsoft.com/office/drawing/2014/main" id="{BFF91743-131A-6E0E-0898-8AF3ABC268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16" name="Line 20">
              <a:extLst>
                <a:ext uri="{FF2B5EF4-FFF2-40B4-BE49-F238E27FC236}">
                  <a16:creationId xmlns:a16="http://schemas.microsoft.com/office/drawing/2014/main" id="{EE8DDC21-DF7E-3D9C-624B-27D6B71172B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9720" name="Group 24">
            <a:extLst>
              <a:ext uri="{FF2B5EF4-FFF2-40B4-BE49-F238E27FC236}">
                <a16:creationId xmlns:a16="http://schemas.microsoft.com/office/drawing/2014/main" id="{81DC57D0-86AE-AC1D-8449-7BACE7B3704C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29718" name="Rectangle 22">
              <a:extLst>
                <a:ext uri="{FF2B5EF4-FFF2-40B4-BE49-F238E27FC236}">
                  <a16:creationId xmlns:a16="http://schemas.microsoft.com/office/drawing/2014/main" id="{9E2A542D-C7B7-7315-8CD6-4EAF8D2C75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719" name="Line 23">
              <a:extLst>
                <a:ext uri="{FF2B5EF4-FFF2-40B4-BE49-F238E27FC236}">
                  <a16:creationId xmlns:a16="http://schemas.microsoft.com/office/drawing/2014/main" id="{C2695DD0-DB4C-FA1F-7163-4523A9C18F2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721" name="Rectangle 25">
            <a:extLst>
              <a:ext uri="{FF2B5EF4-FFF2-40B4-BE49-F238E27FC236}">
                <a16:creationId xmlns:a16="http://schemas.microsoft.com/office/drawing/2014/main" id="{095B4B79-2107-3AF1-1AE9-9CE3A14FD11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"15---07--1998" TO DateStr.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ZEROS TO DayStr, MonthStr, YearStr.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UNSTRING DateStr DELIMITED BY "-" </a:t>
            </a:r>
          </a:p>
          <a:p>
            <a:r>
              <a:rPr lang="en-US" altLang="en-US" sz="1200" b="1">
                <a:latin typeface="Courier New" panose="02070309020205020404" pitchFamily="49" charset="0"/>
              </a:rPr>
              <a:t>   INTO DayStr, MonthStr,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YearStr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ON OVERFLOW DISPLAY "Chars Left"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                        </a:t>
            </a:r>
          </a:p>
        </p:txBody>
      </p:sp>
      <p:sp useBgFill="1">
        <p:nvSpPr>
          <p:cNvPr id="29722" name="Freeform 26">
            <a:extLst>
              <a:ext uri="{FF2B5EF4-FFF2-40B4-BE49-F238E27FC236}">
                <a16:creationId xmlns:a16="http://schemas.microsoft.com/office/drawing/2014/main" id="{C38D56F0-117E-4371-E7CB-5F0C0AE2E51C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9723" name="Rectangle 27">
            <a:extLst>
              <a:ext uri="{FF2B5EF4-FFF2-40B4-BE49-F238E27FC236}">
                <a16:creationId xmlns:a16="http://schemas.microsoft.com/office/drawing/2014/main" id="{2CDE30D2-0536-497C-94D7-78EE72967D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6</a:t>
            </a:r>
          </a:p>
        </p:txBody>
      </p:sp>
      <p:sp>
        <p:nvSpPr>
          <p:cNvPr id="29724" name="AutoShape 28">
            <a:extLst>
              <a:ext uri="{FF2B5EF4-FFF2-40B4-BE49-F238E27FC236}">
                <a16:creationId xmlns:a16="http://schemas.microsoft.com/office/drawing/2014/main" id="{C4D2EC44-3BC5-2827-B7A5-E20863833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29725" name="Rectangle 29">
            <a:extLst>
              <a:ext uri="{FF2B5EF4-FFF2-40B4-BE49-F238E27FC236}">
                <a16:creationId xmlns:a16="http://schemas.microsoft.com/office/drawing/2014/main" id="{5EADDEBB-B8CD-F757-489B-965F978555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</a:t>
            </a:r>
          </a:p>
        </p:txBody>
      </p:sp>
      <p:sp>
        <p:nvSpPr>
          <p:cNvPr id="29726" name="Rectangle 30">
            <a:extLst>
              <a:ext uri="{FF2B5EF4-FFF2-40B4-BE49-F238E27FC236}">
                <a16:creationId xmlns:a16="http://schemas.microsoft.com/office/drawing/2014/main" id="{A0226961-B7DF-343B-30F6-F9625E0BCF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9727" name="Line 31">
            <a:extLst>
              <a:ext uri="{FF2B5EF4-FFF2-40B4-BE49-F238E27FC236}">
                <a16:creationId xmlns:a16="http://schemas.microsoft.com/office/drawing/2014/main" id="{9848D393-884C-A48D-027E-1A90973ABDBC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9728" name="Line 32">
            <a:extLst>
              <a:ext uri="{FF2B5EF4-FFF2-40B4-BE49-F238E27FC236}">
                <a16:creationId xmlns:a16="http://schemas.microsoft.com/office/drawing/2014/main" id="{C8461678-3B99-CE72-CF74-5B188A7A6FE2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9729" name="Line 33">
            <a:extLst>
              <a:ext uri="{FF2B5EF4-FFF2-40B4-BE49-F238E27FC236}">
                <a16:creationId xmlns:a16="http://schemas.microsoft.com/office/drawing/2014/main" id="{98AA41A1-5AAF-9D7D-4744-90961D676E25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29730" name="Oval 34">
            <a:extLst>
              <a:ext uri="{FF2B5EF4-FFF2-40B4-BE49-F238E27FC236}">
                <a16:creationId xmlns:a16="http://schemas.microsoft.com/office/drawing/2014/main" id="{29A4742F-35A9-4DBC-D18F-30021400CE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06500" y="1730375"/>
            <a:ext cx="120650" cy="387350"/>
          </a:xfrm>
          <a:prstGeom prst="ellipse">
            <a:avLst/>
          </a:prstGeom>
          <a:noFill/>
          <a:ln w="1270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9731" name="AutoShape 35">
            <a:extLst>
              <a:ext uri="{FF2B5EF4-FFF2-40B4-BE49-F238E27FC236}">
                <a16:creationId xmlns:a16="http://schemas.microsoft.com/office/drawing/2014/main" id="{E1E25AC2-B6CA-1F72-7CE1-D63487C46B8D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863850" y="120650"/>
            <a:ext cx="1854200" cy="933979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46038" rIns="0" bIns="46038" anchor="ctr"/>
          <a:lstStyle/>
          <a:p>
            <a:pPr algn="ctr">
              <a:lnSpc>
                <a:spcPct val="90000"/>
              </a:lnSpc>
            </a:pPr>
            <a:r>
              <a:rPr lang="en-US" altLang="en-US" sz="1000">
                <a:solidFill>
                  <a:schemeClr val="tx1"/>
                </a:solidFill>
              </a:rPr>
              <a:t>When the second delimiter is encountered there are no characters to move so the destination string is filled with spaces. </a:t>
            </a:r>
          </a:p>
        </p:txBody>
      </p:sp>
      <p:sp>
        <p:nvSpPr>
          <p:cNvPr id="29732" name="Rectangle 36">
            <a:extLst>
              <a:ext uri="{FF2B5EF4-FFF2-40B4-BE49-F238E27FC236}">
                <a16:creationId xmlns:a16="http://schemas.microsoft.com/office/drawing/2014/main" id="{169FBE32-7603-F6A5-7282-363EBA747E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1073150"/>
            <a:ext cx="11445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0 0 0 0</a:t>
            </a:r>
          </a:p>
        </p:txBody>
      </p:sp>
      <p:sp>
        <p:nvSpPr>
          <p:cNvPr id="29733" name="Arc 37">
            <a:extLst>
              <a:ext uri="{FF2B5EF4-FFF2-40B4-BE49-F238E27FC236}">
                <a16:creationId xmlns:a16="http://schemas.microsoft.com/office/drawing/2014/main" id="{06C09696-8878-0541-3876-6C9A702AAA65}"/>
              </a:ext>
            </a:extLst>
          </p:cNvPr>
          <p:cNvSpPr>
            <a:spLocks/>
          </p:cNvSpPr>
          <p:nvPr/>
        </p:nvSpPr>
        <p:spPr bwMode="auto">
          <a:xfrm>
            <a:off x="1266825" y="885825"/>
            <a:ext cx="828675" cy="857250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59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86"/>
                  <a:pt x="9645" y="22"/>
                  <a:pt x="21559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86"/>
                  <a:pt x="9645" y="22"/>
                  <a:pt x="21559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FF33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63567BA2-E3C5-D13D-9C32-B9F5594D02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30737" name="Group 17">
            <a:extLst>
              <a:ext uri="{FF2B5EF4-FFF2-40B4-BE49-F238E27FC236}">
                <a16:creationId xmlns:a16="http://schemas.microsoft.com/office/drawing/2014/main" id="{408EF9F2-1A1B-BC49-25D7-546225CDDA3A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30723" name="Rectangle 3">
              <a:extLst>
                <a:ext uri="{FF2B5EF4-FFF2-40B4-BE49-F238E27FC236}">
                  <a16:creationId xmlns:a16="http://schemas.microsoft.com/office/drawing/2014/main" id="{C0733BA0-756C-332C-CA9C-378D6A5F43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724" name="Line 4">
              <a:extLst>
                <a:ext uri="{FF2B5EF4-FFF2-40B4-BE49-F238E27FC236}">
                  <a16:creationId xmlns:a16="http://schemas.microsoft.com/office/drawing/2014/main" id="{AF453DA5-FC36-C2F4-5327-17AC2F7D74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25" name="Line 5">
              <a:extLst>
                <a:ext uri="{FF2B5EF4-FFF2-40B4-BE49-F238E27FC236}">
                  <a16:creationId xmlns:a16="http://schemas.microsoft.com/office/drawing/2014/main" id="{4FCDF960-C9D4-67A1-94E9-231BA3D3F2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26" name="Line 6">
              <a:extLst>
                <a:ext uri="{FF2B5EF4-FFF2-40B4-BE49-F238E27FC236}">
                  <a16:creationId xmlns:a16="http://schemas.microsoft.com/office/drawing/2014/main" id="{509D0D1C-0FCC-BFCD-660D-FA048229A6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27" name="Line 7">
              <a:extLst>
                <a:ext uri="{FF2B5EF4-FFF2-40B4-BE49-F238E27FC236}">
                  <a16:creationId xmlns:a16="http://schemas.microsoft.com/office/drawing/2014/main" id="{62BC6483-E077-801C-16BF-3E11B5E1986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28" name="Line 8">
              <a:extLst>
                <a:ext uri="{FF2B5EF4-FFF2-40B4-BE49-F238E27FC236}">
                  <a16:creationId xmlns:a16="http://schemas.microsoft.com/office/drawing/2014/main" id="{0E1FF258-F5F3-574F-921F-DE1B49638D4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29" name="Line 9">
              <a:extLst>
                <a:ext uri="{FF2B5EF4-FFF2-40B4-BE49-F238E27FC236}">
                  <a16:creationId xmlns:a16="http://schemas.microsoft.com/office/drawing/2014/main" id="{170920D2-2CFC-8713-166A-76FFF5372C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30" name="Line 10">
              <a:extLst>
                <a:ext uri="{FF2B5EF4-FFF2-40B4-BE49-F238E27FC236}">
                  <a16:creationId xmlns:a16="http://schemas.microsoft.com/office/drawing/2014/main" id="{00F6B3CF-0BA0-6D86-F486-53A24BC60E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31" name="Line 11">
              <a:extLst>
                <a:ext uri="{FF2B5EF4-FFF2-40B4-BE49-F238E27FC236}">
                  <a16:creationId xmlns:a16="http://schemas.microsoft.com/office/drawing/2014/main" id="{F901B239-A5E7-5EB7-A17E-0560639CC6B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32" name="Line 12">
              <a:extLst>
                <a:ext uri="{FF2B5EF4-FFF2-40B4-BE49-F238E27FC236}">
                  <a16:creationId xmlns:a16="http://schemas.microsoft.com/office/drawing/2014/main" id="{AB3762B3-46D8-9C6C-CCB2-17D258D1410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33" name="Line 13">
              <a:extLst>
                <a:ext uri="{FF2B5EF4-FFF2-40B4-BE49-F238E27FC236}">
                  <a16:creationId xmlns:a16="http://schemas.microsoft.com/office/drawing/2014/main" id="{D51F3F87-5662-3C4F-5296-23084474569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34" name="Line 14">
              <a:extLst>
                <a:ext uri="{FF2B5EF4-FFF2-40B4-BE49-F238E27FC236}">
                  <a16:creationId xmlns:a16="http://schemas.microsoft.com/office/drawing/2014/main" id="{86780EF2-C1EB-AC9F-34ED-CB875F0A00E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35" name="Line 15">
              <a:extLst>
                <a:ext uri="{FF2B5EF4-FFF2-40B4-BE49-F238E27FC236}">
                  <a16:creationId xmlns:a16="http://schemas.microsoft.com/office/drawing/2014/main" id="{073937C9-CDE1-F9EA-6705-59BA3FEE27F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0736" name="Line 16">
              <a:extLst>
                <a:ext uri="{FF2B5EF4-FFF2-40B4-BE49-F238E27FC236}">
                  <a16:creationId xmlns:a16="http://schemas.microsoft.com/office/drawing/2014/main" id="{19F382FC-B99E-8E20-200D-4487B930AB9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738" name="Rectangle 18">
            <a:extLst>
              <a:ext uri="{FF2B5EF4-FFF2-40B4-BE49-F238E27FC236}">
                <a16:creationId xmlns:a16="http://schemas.microsoft.com/office/drawing/2014/main" id="{B8A0ED81-2885-08E2-3414-2ADBFFE0804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6200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5 - - </a:t>
            </a:r>
            <a:r>
              <a:rPr lang="en-US" altLang="en-US" sz="1800" b="1">
                <a:solidFill>
                  <a:srgbClr val="009900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-</a:t>
            </a:r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0 7 - - - 1 9 9 8</a:t>
            </a:r>
          </a:p>
        </p:txBody>
      </p:sp>
      <p:grpSp>
        <p:nvGrpSpPr>
          <p:cNvPr id="30741" name="Group 21">
            <a:extLst>
              <a:ext uri="{FF2B5EF4-FFF2-40B4-BE49-F238E27FC236}">
                <a16:creationId xmlns:a16="http://schemas.microsoft.com/office/drawing/2014/main" id="{123680AA-1516-2B12-1BB2-2728F6CAD93F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30739" name="Rectangle 19">
              <a:extLst>
                <a:ext uri="{FF2B5EF4-FFF2-40B4-BE49-F238E27FC236}">
                  <a16:creationId xmlns:a16="http://schemas.microsoft.com/office/drawing/2014/main" id="{315645A3-9E8D-2238-F3A4-8CF6A6C5FB6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740" name="Line 20">
              <a:extLst>
                <a:ext uri="{FF2B5EF4-FFF2-40B4-BE49-F238E27FC236}">
                  <a16:creationId xmlns:a16="http://schemas.microsoft.com/office/drawing/2014/main" id="{100EE293-651A-A365-1397-8CCA3DFF16D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744" name="Group 24">
            <a:extLst>
              <a:ext uri="{FF2B5EF4-FFF2-40B4-BE49-F238E27FC236}">
                <a16:creationId xmlns:a16="http://schemas.microsoft.com/office/drawing/2014/main" id="{0CAFE83F-29A9-4594-97A8-93827D5D950F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30742" name="Rectangle 22">
              <a:extLst>
                <a:ext uri="{FF2B5EF4-FFF2-40B4-BE49-F238E27FC236}">
                  <a16:creationId xmlns:a16="http://schemas.microsoft.com/office/drawing/2014/main" id="{B59B96D9-3014-33BD-A20B-B0AD3CE3D2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743" name="Line 23">
              <a:extLst>
                <a:ext uri="{FF2B5EF4-FFF2-40B4-BE49-F238E27FC236}">
                  <a16:creationId xmlns:a16="http://schemas.microsoft.com/office/drawing/2014/main" id="{970A3AF2-B18F-A9C9-C798-B6B330D87DA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745" name="Rectangle 25">
            <a:extLst>
              <a:ext uri="{FF2B5EF4-FFF2-40B4-BE49-F238E27FC236}">
                <a16:creationId xmlns:a16="http://schemas.microsoft.com/office/drawing/2014/main" id="{02B9968E-6F23-6DF0-3C86-A5F9A91340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"15---07--1998" TO DateStr.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ZEROS TO DayStr, MonthStr, YearStr.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UNSTRING DateStr DELIMITED BY "-"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INTO DayStr, MonthStr, YearStr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ON OVERFLOW DISPLAY "Chars Left"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                        </a:t>
            </a:r>
          </a:p>
        </p:txBody>
      </p:sp>
      <p:sp useBgFill="1">
        <p:nvSpPr>
          <p:cNvPr id="30746" name="Freeform 26">
            <a:extLst>
              <a:ext uri="{FF2B5EF4-FFF2-40B4-BE49-F238E27FC236}">
                <a16:creationId xmlns:a16="http://schemas.microsoft.com/office/drawing/2014/main" id="{E4B2549F-1145-7845-B742-63670E39ECA1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47" name="Rectangle 27">
            <a:extLst>
              <a:ext uri="{FF2B5EF4-FFF2-40B4-BE49-F238E27FC236}">
                <a16:creationId xmlns:a16="http://schemas.microsoft.com/office/drawing/2014/main" id="{4C7DFA1E-2183-0BEC-27A2-38ED33FB20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6</a:t>
            </a:r>
          </a:p>
        </p:txBody>
      </p:sp>
      <p:sp>
        <p:nvSpPr>
          <p:cNvPr id="30748" name="AutoShape 28">
            <a:extLst>
              <a:ext uri="{FF2B5EF4-FFF2-40B4-BE49-F238E27FC236}">
                <a16:creationId xmlns:a16="http://schemas.microsoft.com/office/drawing/2014/main" id="{DE82B6BA-1138-12A2-8D29-BE3FE012D8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49" name="Rectangle 29">
            <a:extLst>
              <a:ext uri="{FF2B5EF4-FFF2-40B4-BE49-F238E27FC236}">
                <a16:creationId xmlns:a16="http://schemas.microsoft.com/office/drawing/2014/main" id="{B6E873C4-F487-A39E-30AC-56CFF0E242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</a:t>
            </a:r>
          </a:p>
        </p:txBody>
      </p:sp>
      <p:sp>
        <p:nvSpPr>
          <p:cNvPr id="30750" name="Rectangle 30">
            <a:extLst>
              <a:ext uri="{FF2B5EF4-FFF2-40B4-BE49-F238E27FC236}">
                <a16:creationId xmlns:a16="http://schemas.microsoft.com/office/drawing/2014/main" id="{BB351056-8D72-644B-DFEE-DD2C94494B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51" name="Line 31">
            <a:extLst>
              <a:ext uri="{FF2B5EF4-FFF2-40B4-BE49-F238E27FC236}">
                <a16:creationId xmlns:a16="http://schemas.microsoft.com/office/drawing/2014/main" id="{24DAC020-7F7F-AED6-307C-AF673BFC25CA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2" name="Line 32">
            <a:extLst>
              <a:ext uri="{FF2B5EF4-FFF2-40B4-BE49-F238E27FC236}">
                <a16:creationId xmlns:a16="http://schemas.microsoft.com/office/drawing/2014/main" id="{0A86963C-D5E5-06C3-5D84-E7F456412F1F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3" name="Line 33">
            <a:extLst>
              <a:ext uri="{FF2B5EF4-FFF2-40B4-BE49-F238E27FC236}">
                <a16:creationId xmlns:a16="http://schemas.microsoft.com/office/drawing/2014/main" id="{BA0F5948-F083-733E-50A8-918ADB4E29C6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0754" name="AutoShape 34">
            <a:extLst>
              <a:ext uri="{FF2B5EF4-FFF2-40B4-BE49-F238E27FC236}">
                <a16:creationId xmlns:a16="http://schemas.microsoft.com/office/drawing/2014/main" id="{AF4415D8-FCA2-5B44-3208-D389236BF641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2863850" y="120650"/>
            <a:ext cx="1854200" cy="933979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46038" rIns="0" bIns="46038" anchor="ctr"/>
          <a:lstStyle/>
          <a:p>
            <a:pPr algn="ctr">
              <a:lnSpc>
                <a:spcPct val="90000"/>
              </a:lnSpc>
            </a:pPr>
            <a:r>
              <a:rPr lang="en-US" altLang="en-US" sz="1000">
                <a:solidFill>
                  <a:schemeClr val="tx1"/>
                </a:solidFill>
              </a:rPr>
              <a:t>When the third delimiter is encountered there are no characters to move so the destination string is filled with spaces. </a:t>
            </a:r>
          </a:p>
        </p:txBody>
      </p:sp>
      <p:sp>
        <p:nvSpPr>
          <p:cNvPr id="30755" name="Oval 35">
            <a:extLst>
              <a:ext uri="{FF2B5EF4-FFF2-40B4-BE49-F238E27FC236}">
                <a16:creationId xmlns:a16="http://schemas.microsoft.com/office/drawing/2014/main" id="{25DC9CE9-17EF-919A-78FB-E52B76C6E5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92250" y="1739900"/>
            <a:ext cx="111125" cy="377825"/>
          </a:xfrm>
          <a:prstGeom prst="ellipse">
            <a:avLst/>
          </a:prstGeom>
          <a:noFill/>
          <a:ln w="1270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0756" name="Arc 36">
            <a:extLst>
              <a:ext uri="{FF2B5EF4-FFF2-40B4-BE49-F238E27FC236}">
                <a16:creationId xmlns:a16="http://schemas.microsoft.com/office/drawing/2014/main" id="{F09C756C-39AD-C154-E857-DEAAD8E61AE6}"/>
              </a:ext>
            </a:extLst>
          </p:cNvPr>
          <p:cNvSpPr>
            <a:spLocks/>
          </p:cNvSpPr>
          <p:nvPr/>
        </p:nvSpPr>
        <p:spPr bwMode="auto">
          <a:xfrm>
            <a:off x="1543050" y="1238250"/>
            <a:ext cx="552450" cy="504825"/>
          </a:xfrm>
          <a:custGeom>
            <a:avLst/>
            <a:gdLst>
              <a:gd name="G0" fmla="+- 21600 0 0"/>
              <a:gd name="G1" fmla="+- 21600 0 0"/>
              <a:gd name="G2" fmla="+- 21600 0 0"/>
              <a:gd name="T0" fmla="*/ 0 w 21600"/>
              <a:gd name="T1" fmla="*/ 21600 h 21600"/>
              <a:gd name="T2" fmla="*/ 21538 w 21600"/>
              <a:gd name="T3" fmla="*/ 0 h 21600"/>
              <a:gd name="T4" fmla="*/ 21600 w 21600"/>
              <a:gd name="T5" fmla="*/ 21600 h 2160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</a:cxnLst>
            <a:rect l="0" t="0" r="r" b="b"/>
            <a:pathLst>
              <a:path w="21600" h="21600" fill="none" extrusionOk="0">
                <a:moveTo>
                  <a:pt x="0" y="21599"/>
                </a:moveTo>
                <a:cubicBezTo>
                  <a:pt x="0" y="9694"/>
                  <a:pt x="9632" y="34"/>
                  <a:pt x="21538" y="0"/>
                </a:cubicBezTo>
              </a:path>
              <a:path w="21600" h="21600" stroke="0" extrusionOk="0">
                <a:moveTo>
                  <a:pt x="0" y="21599"/>
                </a:moveTo>
                <a:cubicBezTo>
                  <a:pt x="0" y="9694"/>
                  <a:pt x="9632" y="34"/>
                  <a:pt x="21538" y="0"/>
                </a:cubicBezTo>
                <a:lnTo>
                  <a:pt x="21600" y="21600"/>
                </a:lnTo>
                <a:close/>
              </a:path>
            </a:pathLst>
          </a:custGeom>
          <a:noFill/>
          <a:ln w="12700" cap="rnd">
            <a:solidFill>
              <a:srgbClr val="FF3300"/>
            </a:solidFill>
            <a:round/>
            <a:headEnd type="none" w="sm" len="sm"/>
            <a:tailEnd type="stealth" w="med" len="me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73D5C776-6A4E-C310-5530-D3FECDF834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975" y="250825"/>
            <a:ext cx="2287588" cy="1552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DayStr   PIC XX.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MonthStr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  <a:endParaRPr lang="en-US" altLang="en-US" sz="1200" b="1">
              <a:solidFill>
                <a:srgbClr val="000000"/>
              </a:solidFill>
              <a:latin typeface="Courier New" panose="02070309020205020404" pitchFamily="49" charset="0"/>
            </a:endParaRP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YearStr  PIC XX.	</a:t>
            </a:r>
            <a:r>
              <a:rPr lang="en-US" altLang="en-US" sz="1200" b="1">
                <a:solidFill>
                  <a:schemeClr val="bg1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   </a:t>
            </a:r>
          </a:p>
          <a:p>
            <a:pPr>
              <a:lnSpc>
                <a:spcPct val="200000"/>
              </a:lnSpc>
            </a:pP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01 DateStr  PIC X(14).</a:t>
            </a:r>
          </a:p>
        </p:txBody>
      </p:sp>
      <p:grpSp>
        <p:nvGrpSpPr>
          <p:cNvPr id="31761" name="Group 17">
            <a:extLst>
              <a:ext uri="{FF2B5EF4-FFF2-40B4-BE49-F238E27FC236}">
                <a16:creationId xmlns:a16="http://schemas.microsoft.com/office/drawing/2014/main" id="{7E1E7CCE-32C0-1037-6B58-3F708C3782BB}"/>
              </a:ext>
            </a:extLst>
          </p:cNvPr>
          <p:cNvGrpSpPr>
            <a:grpSpLocks/>
          </p:cNvGrpSpPr>
          <p:nvPr/>
        </p:nvGrpSpPr>
        <p:grpSpPr bwMode="auto">
          <a:xfrm>
            <a:off x="460375" y="1785938"/>
            <a:ext cx="3841750" cy="304800"/>
            <a:chOff x="290" y="1125"/>
            <a:chExt cx="2420" cy="192"/>
          </a:xfrm>
        </p:grpSpPr>
        <p:sp>
          <p:nvSpPr>
            <p:cNvPr id="31747" name="Rectangle 3">
              <a:extLst>
                <a:ext uri="{FF2B5EF4-FFF2-40B4-BE49-F238E27FC236}">
                  <a16:creationId xmlns:a16="http://schemas.microsoft.com/office/drawing/2014/main" id="{9FF63725-40DC-A073-8085-E58ED41F4D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0" y="1132"/>
              <a:ext cx="2420" cy="180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748" name="Line 4">
              <a:extLst>
                <a:ext uri="{FF2B5EF4-FFF2-40B4-BE49-F238E27FC236}">
                  <a16:creationId xmlns:a16="http://schemas.microsoft.com/office/drawing/2014/main" id="{10542805-8F78-6E93-24CF-C37266B95F0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6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749" name="Line 5">
              <a:extLst>
                <a:ext uri="{FF2B5EF4-FFF2-40B4-BE49-F238E27FC236}">
                  <a16:creationId xmlns:a16="http://schemas.microsoft.com/office/drawing/2014/main" id="{B7DFD921-00B1-05AD-E51D-BB51D76523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3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750" name="Line 6">
              <a:extLst>
                <a:ext uri="{FF2B5EF4-FFF2-40B4-BE49-F238E27FC236}">
                  <a16:creationId xmlns:a16="http://schemas.microsoft.com/office/drawing/2014/main" id="{9CB0496E-3E75-CBDA-7BD9-B1E198BE6536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81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751" name="Line 7">
              <a:extLst>
                <a:ext uri="{FF2B5EF4-FFF2-40B4-BE49-F238E27FC236}">
                  <a16:creationId xmlns:a16="http://schemas.microsoft.com/office/drawing/2014/main" id="{BC612F4C-2A4A-23C8-70AC-0F7E24643F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98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752" name="Line 8">
              <a:extLst>
                <a:ext uri="{FF2B5EF4-FFF2-40B4-BE49-F238E27FC236}">
                  <a16:creationId xmlns:a16="http://schemas.microsoft.com/office/drawing/2014/main" id="{61495617-1EFB-C968-6179-A3AF79BFCD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153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753" name="Line 9">
              <a:extLst>
                <a:ext uri="{FF2B5EF4-FFF2-40B4-BE49-F238E27FC236}">
                  <a16:creationId xmlns:a16="http://schemas.microsoft.com/office/drawing/2014/main" id="{00862649-31D7-6FD0-891B-51C7326B8FA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32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754" name="Line 10">
              <a:extLst>
                <a:ext uri="{FF2B5EF4-FFF2-40B4-BE49-F238E27FC236}">
                  <a16:creationId xmlns:a16="http://schemas.microsoft.com/office/drawing/2014/main" id="{EF963872-481C-0F66-A7C7-CD1F36B7781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8" y="1127"/>
              <a:ext cx="0" cy="190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755" name="Line 11">
              <a:extLst>
                <a:ext uri="{FF2B5EF4-FFF2-40B4-BE49-F238E27FC236}">
                  <a16:creationId xmlns:a16="http://schemas.microsoft.com/office/drawing/2014/main" id="{DE01927D-F649-4433-09F5-A25A7567CB8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66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756" name="Line 12">
              <a:extLst>
                <a:ext uri="{FF2B5EF4-FFF2-40B4-BE49-F238E27FC236}">
                  <a16:creationId xmlns:a16="http://schemas.microsoft.com/office/drawing/2014/main" id="{3706A9BF-3B84-DD3F-AF28-0EA14122DF3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85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757" name="Line 13">
              <a:extLst>
                <a:ext uri="{FF2B5EF4-FFF2-40B4-BE49-F238E27FC236}">
                  <a16:creationId xmlns:a16="http://schemas.microsoft.com/office/drawing/2014/main" id="{4EC6A04B-6347-20DC-DED2-FE057D4BFA5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2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758" name="Line 14">
              <a:extLst>
                <a:ext uri="{FF2B5EF4-FFF2-40B4-BE49-F238E27FC236}">
                  <a16:creationId xmlns:a16="http://schemas.microsoft.com/office/drawing/2014/main" id="{988FDA08-680B-C52C-F072-AEE0784411F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188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759" name="Line 15">
              <a:extLst>
                <a:ext uri="{FF2B5EF4-FFF2-40B4-BE49-F238E27FC236}">
                  <a16:creationId xmlns:a16="http://schemas.microsoft.com/office/drawing/2014/main" id="{6174E8D2-0F5B-8FF5-2F84-8FD4B7834F2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365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1760" name="Line 16">
              <a:extLst>
                <a:ext uri="{FF2B5EF4-FFF2-40B4-BE49-F238E27FC236}">
                  <a16:creationId xmlns:a16="http://schemas.microsoft.com/office/drawing/2014/main" id="{78496969-9386-1B67-0655-AE2FBB071EE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33" y="1125"/>
              <a:ext cx="0" cy="18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762" name="Rectangle 18">
            <a:extLst>
              <a:ext uri="{FF2B5EF4-FFF2-40B4-BE49-F238E27FC236}">
                <a16:creationId xmlns:a16="http://schemas.microsoft.com/office/drawing/2014/main" id="{DE7641CD-9CB1-54DB-DFCE-4BE2A4D380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9575" y="1758950"/>
            <a:ext cx="3887788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5 - - - 0 7 - - - 1 9 9 8</a:t>
            </a:r>
          </a:p>
        </p:txBody>
      </p:sp>
      <p:grpSp>
        <p:nvGrpSpPr>
          <p:cNvPr id="31765" name="Group 21">
            <a:extLst>
              <a:ext uri="{FF2B5EF4-FFF2-40B4-BE49-F238E27FC236}">
                <a16:creationId xmlns:a16="http://schemas.microsoft.com/office/drawing/2014/main" id="{FE37E0CF-4C68-9D53-14E4-7F18D8566C1C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360363"/>
            <a:ext cx="571500" cy="287337"/>
            <a:chOff x="1306" y="227"/>
            <a:chExt cx="360" cy="181"/>
          </a:xfrm>
        </p:grpSpPr>
        <p:sp>
          <p:nvSpPr>
            <p:cNvPr id="31763" name="Rectangle 19">
              <a:extLst>
                <a:ext uri="{FF2B5EF4-FFF2-40B4-BE49-F238E27FC236}">
                  <a16:creationId xmlns:a16="http://schemas.microsoft.com/office/drawing/2014/main" id="{CB0381A8-9DCE-D907-3D1D-3DD7109ED3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227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764" name="Line 20">
              <a:extLst>
                <a:ext uri="{FF2B5EF4-FFF2-40B4-BE49-F238E27FC236}">
                  <a16:creationId xmlns:a16="http://schemas.microsoft.com/office/drawing/2014/main" id="{CB4EB6A1-24DC-64B4-E604-04B7C39647E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229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768" name="Group 24">
            <a:extLst>
              <a:ext uri="{FF2B5EF4-FFF2-40B4-BE49-F238E27FC236}">
                <a16:creationId xmlns:a16="http://schemas.microsoft.com/office/drawing/2014/main" id="{453BC14D-3AEA-F8CC-9B0D-B8E91347AE6B}"/>
              </a:ext>
            </a:extLst>
          </p:cNvPr>
          <p:cNvGrpSpPr>
            <a:grpSpLocks/>
          </p:cNvGrpSpPr>
          <p:nvPr/>
        </p:nvGrpSpPr>
        <p:grpSpPr bwMode="auto">
          <a:xfrm>
            <a:off x="2073275" y="736600"/>
            <a:ext cx="571500" cy="287338"/>
            <a:chOff x="1306" y="464"/>
            <a:chExt cx="360" cy="181"/>
          </a:xfrm>
        </p:grpSpPr>
        <p:sp>
          <p:nvSpPr>
            <p:cNvPr id="31766" name="Rectangle 22">
              <a:extLst>
                <a:ext uri="{FF2B5EF4-FFF2-40B4-BE49-F238E27FC236}">
                  <a16:creationId xmlns:a16="http://schemas.microsoft.com/office/drawing/2014/main" id="{3BF61472-D257-5931-89B6-EFC10697ED3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06" y="464"/>
              <a:ext cx="360" cy="181"/>
            </a:xfrm>
            <a:prstGeom prst="rect">
              <a:avLst/>
            </a:prstGeom>
            <a:noFill/>
            <a:ln w="25400">
              <a:solidFill>
                <a:srgbClr val="676767"/>
              </a:solidFill>
              <a:miter lim="800000"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1767" name="Line 23">
              <a:extLst>
                <a:ext uri="{FF2B5EF4-FFF2-40B4-BE49-F238E27FC236}">
                  <a16:creationId xmlns:a16="http://schemas.microsoft.com/office/drawing/2014/main" id="{088B82D7-2E89-DF74-D7E3-74E64F19377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492" y="466"/>
              <a:ext cx="0" cy="179"/>
            </a:xfrm>
            <a:prstGeom prst="line">
              <a:avLst/>
            </a:prstGeom>
            <a:noFill/>
            <a:ln w="12700">
              <a:solidFill>
                <a:srgbClr val="676767"/>
              </a:solidFill>
              <a:round/>
              <a:headEnd type="none" w="sm" len="sm"/>
              <a:tailEnd type="non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769" name="Rectangle 25">
            <a:extLst>
              <a:ext uri="{FF2B5EF4-FFF2-40B4-BE49-F238E27FC236}">
                <a16:creationId xmlns:a16="http://schemas.microsoft.com/office/drawing/2014/main" id="{7871E3BC-3FF2-580C-E714-AA95E7178B4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" y="2430463"/>
            <a:ext cx="4562475" cy="11874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92075" tIns="46038" rIns="92075" bIns="46038">
            <a:spAutoFit/>
          </a:bodyPr>
          <a:lstStyle/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"15---07--1998" TO DateStr.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MOVE ZEROS TO DayStr, MonthStr, YearStr.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UNSTRING DateStr DELIMITED BY "-"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INTO DayStr, MonthStr, YearStr  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  <a:r>
              <a:rPr lang="en-US" altLang="en-US" sz="1200" b="1">
                <a:latin typeface="Courier New" panose="02070309020205020404" pitchFamily="49" charset="0"/>
              </a:rPr>
              <a:t>ON OVERFLOW DISPLAY "Chars Left"</a:t>
            </a:r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   </a:t>
            </a:r>
          </a:p>
          <a:p>
            <a:r>
              <a:rPr lang="en-US" altLang="en-US" sz="1200" b="1">
                <a:solidFill>
                  <a:srgbClr val="000000"/>
                </a:solidFill>
                <a:latin typeface="Courier New" panose="02070309020205020404" pitchFamily="49" charset="0"/>
              </a:rPr>
              <a:t>END-UNSTRING.                         </a:t>
            </a:r>
          </a:p>
        </p:txBody>
      </p:sp>
      <p:sp useBgFill="1">
        <p:nvSpPr>
          <p:cNvPr id="31770" name="Freeform 26">
            <a:extLst>
              <a:ext uri="{FF2B5EF4-FFF2-40B4-BE49-F238E27FC236}">
                <a16:creationId xmlns:a16="http://schemas.microsoft.com/office/drawing/2014/main" id="{839E42B6-2305-1CB0-0640-1F472734810A}"/>
              </a:ext>
            </a:extLst>
          </p:cNvPr>
          <p:cNvSpPr>
            <a:spLocks/>
          </p:cNvSpPr>
          <p:nvPr/>
        </p:nvSpPr>
        <p:spPr bwMode="auto">
          <a:xfrm>
            <a:off x="11113" y="2057400"/>
            <a:ext cx="4738687" cy="601663"/>
          </a:xfrm>
          <a:custGeom>
            <a:avLst/>
            <a:gdLst>
              <a:gd name="T0" fmla="*/ 95 w 2985"/>
              <a:gd name="T1" fmla="*/ 26 h 379"/>
              <a:gd name="T2" fmla="*/ 191 w 2985"/>
              <a:gd name="T3" fmla="*/ 13 h 379"/>
              <a:gd name="T4" fmla="*/ 278 w 2985"/>
              <a:gd name="T5" fmla="*/ 52 h 379"/>
              <a:gd name="T6" fmla="*/ 365 w 2985"/>
              <a:gd name="T7" fmla="*/ 57 h 379"/>
              <a:gd name="T8" fmla="*/ 466 w 2985"/>
              <a:gd name="T9" fmla="*/ 57 h 379"/>
              <a:gd name="T10" fmla="*/ 557 w 2985"/>
              <a:gd name="T11" fmla="*/ 79 h 379"/>
              <a:gd name="T12" fmla="*/ 657 w 2985"/>
              <a:gd name="T13" fmla="*/ 79 h 379"/>
              <a:gd name="T14" fmla="*/ 772 w 2985"/>
              <a:gd name="T15" fmla="*/ 74 h 379"/>
              <a:gd name="T16" fmla="*/ 863 w 2985"/>
              <a:gd name="T17" fmla="*/ 83 h 379"/>
              <a:gd name="T18" fmla="*/ 968 w 2985"/>
              <a:gd name="T19" fmla="*/ 79 h 379"/>
              <a:gd name="T20" fmla="*/ 1069 w 2985"/>
              <a:gd name="T21" fmla="*/ 92 h 379"/>
              <a:gd name="T22" fmla="*/ 1179 w 2985"/>
              <a:gd name="T23" fmla="*/ 101 h 379"/>
              <a:gd name="T24" fmla="*/ 1329 w 2985"/>
              <a:gd name="T25" fmla="*/ 101 h 379"/>
              <a:gd name="T26" fmla="*/ 1503 w 2985"/>
              <a:gd name="T27" fmla="*/ 65 h 379"/>
              <a:gd name="T28" fmla="*/ 1581 w 2985"/>
              <a:gd name="T29" fmla="*/ 92 h 379"/>
              <a:gd name="T30" fmla="*/ 1667 w 2985"/>
              <a:gd name="T31" fmla="*/ 105 h 379"/>
              <a:gd name="T32" fmla="*/ 1759 w 2985"/>
              <a:gd name="T33" fmla="*/ 96 h 379"/>
              <a:gd name="T34" fmla="*/ 1846 w 2985"/>
              <a:gd name="T35" fmla="*/ 105 h 379"/>
              <a:gd name="T36" fmla="*/ 1942 w 2985"/>
              <a:gd name="T37" fmla="*/ 105 h 379"/>
              <a:gd name="T38" fmla="*/ 2038 w 2985"/>
              <a:gd name="T39" fmla="*/ 92 h 379"/>
              <a:gd name="T40" fmla="*/ 2166 w 2985"/>
              <a:gd name="T41" fmla="*/ 87 h 379"/>
              <a:gd name="T42" fmla="*/ 2262 w 2985"/>
              <a:gd name="T43" fmla="*/ 48 h 379"/>
              <a:gd name="T44" fmla="*/ 2367 w 2985"/>
              <a:gd name="T45" fmla="*/ 70 h 379"/>
              <a:gd name="T46" fmla="*/ 2458 w 2985"/>
              <a:gd name="T47" fmla="*/ 61 h 379"/>
              <a:gd name="T48" fmla="*/ 2549 w 2985"/>
              <a:gd name="T49" fmla="*/ 70 h 379"/>
              <a:gd name="T50" fmla="*/ 2659 w 2985"/>
              <a:gd name="T51" fmla="*/ 57 h 379"/>
              <a:gd name="T52" fmla="*/ 2755 w 2985"/>
              <a:gd name="T53" fmla="*/ 30 h 379"/>
              <a:gd name="T54" fmla="*/ 2883 w 2985"/>
              <a:gd name="T55" fmla="*/ 21 h 379"/>
              <a:gd name="T56" fmla="*/ 2984 w 2985"/>
              <a:gd name="T57" fmla="*/ 5 h 379"/>
              <a:gd name="T58" fmla="*/ 2901 w 2985"/>
              <a:gd name="T59" fmla="*/ 307 h 379"/>
              <a:gd name="T60" fmla="*/ 2819 w 2985"/>
              <a:gd name="T61" fmla="*/ 307 h 379"/>
              <a:gd name="T62" fmla="*/ 2746 w 2985"/>
              <a:gd name="T63" fmla="*/ 241 h 379"/>
              <a:gd name="T64" fmla="*/ 2695 w 2985"/>
              <a:gd name="T65" fmla="*/ 180 h 379"/>
              <a:gd name="T66" fmla="*/ 2623 w 2985"/>
              <a:gd name="T67" fmla="*/ 131 h 379"/>
              <a:gd name="T68" fmla="*/ 2535 w 2985"/>
              <a:gd name="T69" fmla="*/ 118 h 379"/>
              <a:gd name="T70" fmla="*/ 2463 w 2985"/>
              <a:gd name="T71" fmla="*/ 114 h 379"/>
              <a:gd name="T72" fmla="*/ 2417 w 2985"/>
              <a:gd name="T73" fmla="*/ 228 h 379"/>
              <a:gd name="T74" fmla="*/ 2225 w 2985"/>
              <a:gd name="T75" fmla="*/ 118 h 379"/>
              <a:gd name="T76" fmla="*/ 2143 w 2985"/>
              <a:gd name="T77" fmla="*/ 136 h 379"/>
              <a:gd name="T78" fmla="*/ 2061 w 2985"/>
              <a:gd name="T79" fmla="*/ 131 h 379"/>
              <a:gd name="T80" fmla="*/ 1969 w 2985"/>
              <a:gd name="T81" fmla="*/ 145 h 379"/>
              <a:gd name="T82" fmla="*/ 1878 w 2985"/>
              <a:gd name="T83" fmla="*/ 136 h 379"/>
              <a:gd name="T84" fmla="*/ 1795 w 2985"/>
              <a:gd name="T85" fmla="*/ 145 h 379"/>
              <a:gd name="T86" fmla="*/ 1700 w 2985"/>
              <a:gd name="T87" fmla="*/ 140 h 379"/>
              <a:gd name="T88" fmla="*/ 1594 w 2985"/>
              <a:gd name="T89" fmla="*/ 149 h 379"/>
              <a:gd name="T90" fmla="*/ 1512 w 2985"/>
              <a:gd name="T91" fmla="*/ 145 h 379"/>
              <a:gd name="T92" fmla="*/ 1439 w 2985"/>
              <a:gd name="T93" fmla="*/ 140 h 379"/>
              <a:gd name="T94" fmla="*/ 1352 w 2985"/>
              <a:gd name="T95" fmla="*/ 153 h 379"/>
              <a:gd name="T96" fmla="*/ 1265 w 2985"/>
              <a:gd name="T97" fmla="*/ 140 h 379"/>
              <a:gd name="T98" fmla="*/ 1169 w 2985"/>
              <a:gd name="T99" fmla="*/ 145 h 379"/>
              <a:gd name="T100" fmla="*/ 1082 w 2985"/>
              <a:gd name="T101" fmla="*/ 140 h 379"/>
              <a:gd name="T102" fmla="*/ 996 w 2985"/>
              <a:gd name="T103" fmla="*/ 127 h 379"/>
              <a:gd name="T104" fmla="*/ 908 w 2985"/>
              <a:gd name="T105" fmla="*/ 130 h 379"/>
              <a:gd name="T106" fmla="*/ 827 w 2985"/>
              <a:gd name="T107" fmla="*/ 118 h 379"/>
              <a:gd name="T108" fmla="*/ 735 w 2985"/>
              <a:gd name="T109" fmla="*/ 96 h 379"/>
              <a:gd name="T110" fmla="*/ 653 w 2985"/>
              <a:gd name="T111" fmla="*/ 118 h 379"/>
              <a:gd name="T112" fmla="*/ 566 w 2985"/>
              <a:gd name="T113" fmla="*/ 114 h 379"/>
              <a:gd name="T114" fmla="*/ 479 w 2985"/>
              <a:gd name="T115" fmla="*/ 127 h 379"/>
              <a:gd name="T116" fmla="*/ 397 w 2985"/>
              <a:gd name="T117" fmla="*/ 118 h 379"/>
              <a:gd name="T118" fmla="*/ 306 w 2985"/>
              <a:gd name="T119" fmla="*/ 140 h 379"/>
              <a:gd name="T120" fmla="*/ 224 w 2985"/>
              <a:gd name="T121" fmla="*/ 131 h 379"/>
              <a:gd name="T122" fmla="*/ 132 w 2985"/>
              <a:gd name="T123" fmla="*/ 131 h 379"/>
              <a:gd name="T124" fmla="*/ 50 w 2985"/>
              <a:gd name="T125" fmla="*/ 149 h 379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  <a:cxn ang="0">
                <a:pos x="T106" y="T107"/>
              </a:cxn>
              <a:cxn ang="0">
                <a:pos x="T108" y="T109"/>
              </a:cxn>
              <a:cxn ang="0">
                <a:pos x="T110" y="T111"/>
              </a:cxn>
              <a:cxn ang="0">
                <a:pos x="T112" y="T113"/>
              </a:cxn>
              <a:cxn ang="0">
                <a:pos x="T114" y="T115"/>
              </a:cxn>
              <a:cxn ang="0">
                <a:pos x="T116" y="T117"/>
              </a:cxn>
              <a:cxn ang="0">
                <a:pos x="T118" y="T119"/>
              </a:cxn>
              <a:cxn ang="0">
                <a:pos x="T120" y="T121"/>
              </a:cxn>
              <a:cxn ang="0">
                <a:pos x="T122" y="T123"/>
              </a:cxn>
              <a:cxn ang="0">
                <a:pos x="T124" y="T125"/>
              </a:cxn>
            </a:cxnLst>
            <a:rect l="0" t="0" r="r" b="b"/>
            <a:pathLst>
              <a:path w="2985" h="379">
                <a:moveTo>
                  <a:pt x="0" y="34"/>
                </a:moveTo>
                <a:lnTo>
                  <a:pt x="27" y="26"/>
                </a:lnTo>
                <a:lnTo>
                  <a:pt x="50" y="30"/>
                </a:lnTo>
                <a:lnTo>
                  <a:pt x="64" y="30"/>
                </a:lnTo>
                <a:lnTo>
                  <a:pt x="82" y="30"/>
                </a:lnTo>
                <a:lnTo>
                  <a:pt x="95" y="26"/>
                </a:lnTo>
                <a:lnTo>
                  <a:pt x="109" y="21"/>
                </a:lnTo>
                <a:lnTo>
                  <a:pt x="128" y="21"/>
                </a:lnTo>
                <a:lnTo>
                  <a:pt x="146" y="13"/>
                </a:lnTo>
                <a:lnTo>
                  <a:pt x="159" y="13"/>
                </a:lnTo>
                <a:lnTo>
                  <a:pt x="173" y="13"/>
                </a:lnTo>
                <a:lnTo>
                  <a:pt x="191" y="13"/>
                </a:lnTo>
                <a:lnTo>
                  <a:pt x="205" y="13"/>
                </a:lnTo>
                <a:lnTo>
                  <a:pt x="219" y="21"/>
                </a:lnTo>
                <a:lnTo>
                  <a:pt x="237" y="26"/>
                </a:lnTo>
                <a:lnTo>
                  <a:pt x="247" y="39"/>
                </a:lnTo>
                <a:lnTo>
                  <a:pt x="265" y="43"/>
                </a:lnTo>
                <a:lnTo>
                  <a:pt x="278" y="52"/>
                </a:lnTo>
                <a:lnTo>
                  <a:pt x="292" y="57"/>
                </a:lnTo>
                <a:lnTo>
                  <a:pt x="310" y="57"/>
                </a:lnTo>
                <a:lnTo>
                  <a:pt x="324" y="57"/>
                </a:lnTo>
                <a:lnTo>
                  <a:pt x="337" y="57"/>
                </a:lnTo>
                <a:lnTo>
                  <a:pt x="351" y="57"/>
                </a:lnTo>
                <a:lnTo>
                  <a:pt x="365" y="57"/>
                </a:lnTo>
                <a:lnTo>
                  <a:pt x="379" y="57"/>
                </a:lnTo>
                <a:lnTo>
                  <a:pt x="393" y="52"/>
                </a:lnTo>
                <a:lnTo>
                  <a:pt x="406" y="52"/>
                </a:lnTo>
                <a:lnTo>
                  <a:pt x="429" y="52"/>
                </a:lnTo>
                <a:lnTo>
                  <a:pt x="448" y="57"/>
                </a:lnTo>
                <a:lnTo>
                  <a:pt x="466" y="57"/>
                </a:lnTo>
                <a:lnTo>
                  <a:pt x="484" y="61"/>
                </a:lnTo>
                <a:lnTo>
                  <a:pt x="497" y="65"/>
                </a:lnTo>
                <a:lnTo>
                  <a:pt x="511" y="70"/>
                </a:lnTo>
                <a:lnTo>
                  <a:pt x="525" y="74"/>
                </a:lnTo>
                <a:lnTo>
                  <a:pt x="538" y="74"/>
                </a:lnTo>
                <a:lnTo>
                  <a:pt x="557" y="79"/>
                </a:lnTo>
                <a:lnTo>
                  <a:pt x="571" y="79"/>
                </a:lnTo>
                <a:lnTo>
                  <a:pt x="594" y="79"/>
                </a:lnTo>
                <a:lnTo>
                  <a:pt x="612" y="79"/>
                </a:lnTo>
                <a:lnTo>
                  <a:pt x="630" y="79"/>
                </a:lnTo>
                <a:lnTo>
                  <a:pt x="644" y="79"/>
                </a:lnTo>
                <a:lnTo>
                  <a:pt x="657" y="79"/>
                </a:lnTo>
                <a:lnTo>
                  <a:pt x="680" y="79"/>
                </a:lnTo>
                <a:lnTo>
                  <a:pt x="703" y="74"/>
                </a:lnTo>
                <a:lnTo>
                  <a:pt x="721" y="74"/>
                </a:lnTo>
                <a:lnTo>
                  <a:pt x="740" y="74"/>
                </a:lnTo>
                <a:lnTo>
                  <a:pt x="758" y="74"/>
                </a:lnTo>
                <a:lnTo>
                  <a:pt x="772" y="74"/>
                </a:lnTo>
                <a:lnTo>
                  <a:pt x="785" y="74"/>
                </a:lnTo>
                <a:lnTo>
                  <a:pt x="799" y="74"/>
                </a:lnTo>
                <a:lnTo>
                  <a:pt x="813" y="79"/>
                </a:lnTo>
                <a:lnTo>
                  <a:pt x="827" y="79"/>
                </a:lnTo>
                <a:lnTo>
                  <a:pt x="830" y="53"/>
                </a:lnTo>
                <a:lnTo>
                  <a:pt x="863" y="83"/>
                </a:lnTo>
                <a:lnTo>
                  <a:pt x="884" y="31"/>
                </a:lnTo>
                <a:lnTo>
                  <a:pt x="904" y="79"/>
                </a:lnTo>
                <a:lnTo>
                  <a:pt x="922" y="79"/>
                </a:lnTo>
                <a:lnTo>
                  <a:pt x="941" y="79"/>
                </a:lnTo>
                <a:lnTo>
                  <a:pt x="955" y="79"/>
                </a:lnTo>
                <a:lnTo>
                  <a:pt x="968" y="79"/>
                </a:lnTo>
                <a:lnTo>
                  <a:pt x="982" y="79"/>
                </a:lnTo>
                <a:lnTo>
                  <a:pt x="1007" y="63"/>
                </a:lnTo>
                <a:lnTo>
                  <a:pt x="1014" y="83"/>
                </a:lnTo>
                <a:lnTo>
                  <a:pt x="1033" y="83"/>
                </a:lnTo>
                <a:lnTo>
                  <a:pt x="1051" y="87"/>
                </a:lnTo>
                <a:lnTo>
                  <a:pt x="1069" y="92"/>
                </a:lnTo>
                <a:lnTo>
                  <a:pt x="1087" y="92"/>
                </a:lnTo>
                <a:lnTo>
                  <a:pt x="1101" y="92"/>
                </a:lnTo>
                <a:lnTo>
                  <a:pt x="1123" y="96"/>
                </a:lnTo>
                <a:lnTo>
                  <a:pt x="1151" y="101"/>
                </a:lnTo>
                <a:lnTo>
                  <a:pt x="1165" y="101"/>
                </a:lnTo>
                <a:lnTo>
                  <a:pt x="1179" y="101"/>
                </a:lnTo>
                <a:lnTo>
                  <a:pt x="1197" y="101"/>
                </a:lnTo>
                <a:lnTo>
                  <a:pt x="1211" y="101"/>
                </a:lnTo>
                <a:lnTo>
                  <a:pt x="1224" y="101"/>
                </a:lnTo>
                <a:lnTo>
                  <a:pt x="1238" y="101"/>
                </a:lnTo>
                <a:lnTo>
                  <a:pt x="1283" y="101"/>
                </a:lnTo>
                <a:lnTo>
                  <a:pt x="1329" y="101"/>
                </a:lnTo>
                <a:lnTo>
                  <a:pt x="1375" y="101"/>
                </a:lnTo>
                <a:lnTo>
                  <a:pt x="1393" y="101"/>
                </a:lnTo>
                <a:lnTo>
                  <a:pt x="1412" y="101"/>
                </a:lnTo>
                <a:lnTo>
                  <a:pt x="1430" y="101"/>
                </a:lnTo>
                <a:lnTo>
                  <a:pt x="1443" y="96"/>
                </a:lnTo>
                <a:lnTo>
                  <a:pt x="1503" y="65"/>
                </a:lnTo>
                <a:lnTo>
                  <a:pt x="1512" y="79"/>
                </a:lnTo>
                <a:lnTo>
                  <a:pt x="1521" y="96"/>
                </a:lnTo>
                <a:lnTo>
                  <a:pt x="1540" y="101"/>
                </a:lnTo>
                <a:lnTo>
                  <a:pt x="1553" y="96"/>
                </a:lnTo>
                <a:lnTo>
                  <a:pt x="1567" y="96"/>
                </a:lnTo>
                <a:lnTo>
                  <a:pt x="1581" y="92"/>
                </a:lnTo>
                <a:lnTo>
                  <a:pt x="1594" y="96"/>
                </a:lnTo>
                <a:lnTo>
                  <a:pt x="1613" y="101"/>
                </a:lnTo>
                <a:lnTo>
                  <a:pt x="1626" y="101"/>
                </a:lnTo>
                <a:lnTo>
                  <a:pt x="1640" y="105"/>
                </a:lnTo>
                <a:lnTo>
                  <a:pt x="1654" y="105"/>
                </a:lnTo>
                <a:lnTo>
                  <a:pt x="1667" y="105"/>
                </a:lnTo>
                <a:lnTo>
                  <a:pt x="1681" y="105"/>
                </a:lnTo>
                <a:lnTo>
                  <a:pt x="1695" y="105"/>
                </a:lnTo>
                <a:lnTo>
                  <a:pt x="1708" y="101"/>
                </a:lnTo>
                <a:lnTo>
                  <a:pt x="1722" y="101"/>
                </a:lnTo>
                <a:lnTo>
                  <a:pt x="1741" y="101"/>
                </a:lnTo>
                <a:lnTo>
                  <a:pt x="1759" y="96"/>
                </a:lnTo>
                <a:lnTo>
                  <a:pt x="1772" y="92"/>
                </a:lnTo>
                <a:lnTo>
                  <a:pt x="1786" y="92"/>
                </a:lnTo>
                <a:lnTo>
                  <a:pt x="1804" y="92"/>
                </a:lnTo>
                <a:lnTo>
                  <a:pt x="1818" y="87"/>
                </a:lnTo>
                <a:lnTo>
                  <a:pt x="1832" y="92"/>
                </a:lnTo>
                <a:lnTo>
                  <a:pt x="1846" y="105"/>
                </a:lnTo>
                <a:lnTo>
                  <a:pt x="1860" y="109"/>
                </a:lnTo>
                <a:lnTo>
                  <a:pt x="1878" y="109"/>
                </a:lnTo>
                <a:lnTo>
                  <a:pt x="1891" y="109"/>
                </a:lnTo>
                <a:lnTo>
                  <a:pt x="1905" y="109"/>
                </a:lnTo>
                <a:lnTo>
                  <a:pt x="1923" y="109"/>
                </a:lnTo>
                <a:lnTo>
                  <a:pt x="1942" y="105"/>
                </a:lnTo>
                <a:lnTo>
                  <a:pt x="1960" y="101"/>
                </a:lnTo>
                <a:lnTo>
                  <a:pt x="1978" y="101"/>
                </a:lnTo>
                <a:lnTo>
                  <a:pt x="1992" y="96"/>
                </a:lnTo>
                <a:lnTo>
                  <a:pt x="2010" y="96"/>
                </a:lnTo>
                <a:lnTo>
                  <a:pt x="2024" y="92"/>
                </a:lnTo>
                <a:lnTo>
                  <a:pt x="2038" y="92"/>
                </a:lnTo>
                <a:lnTo>
                  <a:pt x="2051" y="92"/>
                </a:lnTo>
                <a:lnTo>
                  <a:pt x="2106" y="92"/>
                </a:lnTo>
                <a:lnTo>
                  <a:pt x="2120" y="92"/>
                </a:lnTo>
                <a:lnTo>
                  <a:pt x="2138" y="92"/>
                </a:lnTo>
                <a:lnTo>
                  <a:pt x="2152" y="92"/>
                </a:lnTo>
                <a:lnTo>
                  <a:pt x="2166" y="87"/>
                </a:lnTo>
                <a:lnTo>
                  <a:pt x="2184" y="79"/>
                </a:lnTo>
                <a:lnTo>
                  <a:pt x="2207" y="74"/>
                </a:lnTo>
                <a:lnTo>
                  <a:pt x="2221" y="70"/>
                </a:lnTo>
                <a:lnTo>
                  <a:pt x="2234" y="61"/>
                </a:lnTo>
                <a:lnTo>
                  <a:pt x="2248" y="57"/>
                </a:lnTo>
                <a:lnTo>
                  <a:pt x="2262" y="48"/>
                </a:lnTo>
                <a:lnTo>
                  <a:pt x="2275" y="48"/>
                </a:lnTo>
                <a:lnTo>
                  <a:pt x="2289" y="52"/>
                </a:lnTo>
                <a:lnTo>
                  <a:pt x="2312" y="57"/>
                </a:lnTo>
                <a:lnTo>
                  <a:pt x="2326" y="57"/>
                </a:lnTo>
                <a:lnTo>
                  <a:pt x="2348" y="65"/>
                </a:lnTo>
                <a:lnTo>
                  <a:pt x="2367" y="70"/>
                </a:lnTo>
                <a:lnTo>
                  <a:pt x="2380" y="70"/>
                </a:lnTo>
                <a:lnTo>
                  <a:pt x="2394" y="70"/>
                </a:lnTo>
                <a:lnTo>
                  <a:pt x="2408" y="65"/>
                </a:lnTo>
                <a:lnTo>
                  <a:pt x="2426" y="65"/>
                </a:lnTo>
                <a:lnTo>
                  <a:pt x="2440" y="61"/>
                </a:lnTo>
                <a:lnTo>
                  <a:pt x="2458" y="61"/>
                </a:lnTo>
                <a:lnTo>
                  <a:pt x="2481" y="61"/>
                </a:lnTo>
                <a:lnTo>
                  <a:pt x="2494" y="61"/>
                </a:lnTo>
                <a:lnTo>
                  <a:pt x="2508" y="65"/>
                </a:lnTo>
                <a:lnTo>
                  <a:pt x="2522" y="65"/>
                </a:lnTo>
                <a:lnTo>
                  <a:pt x="2535" y="70"/>
                </a:lnTo>
                <a:lnTo>
                  <a:pt x="2549" y="70"/>
                </a:lnTo>
                <a:lnTo>
                  <a:pt x="2568" y="70"/>
                </a:lnTo>
                <a:lnTo>
                  <a:pt x="2590" y="65"/>
                </a:lnTo>
                <a:lnTo>
                  <a:pt x="2613" y="65"/>
                </a:lnTo>
                <a:lnTo>
                  <a:pt x="2627" y="65"/>
                </a:lnTo>
                <a:lnTo>
                  <a:pt x="2646" y="61"/>
                </a:lnTo>
                <a:lnTo>
                  <a:pt x="2659" y="57"/>
                </a:lnTo>
                <a:lnTo>
                  <a:pt x="2673" y="48"/>
                </a:lnTo>
                <a:lnTo>
                  <a:pt x="2687" y="43"/>
                </a:lnTo>
                <a:lnTo>
                  <a:pt x="2705" y="39"/>
                </a:lnTo>
                <a:lnTo>
                  <a:pt x="2723" y="39"/>
                </a:lnTo>
                <a:lnTo>
                  <a:pt x="2741" y="35"/>
                </a:lnTo>
                <a:lnTo>
                  <a:pt x="2755" y="30"/>
                </a:lnTo>
                <a:lnTo>
                  <a:pt x="2773" y="26"/>
                </a:lnTo>
                <a:lnTo>
                  <a:pt x="2787" y="21"/>
                </a:lnTo>
                <a:lnTo>
                  <a:pt x="2801" y="17"/>
                </a:lnTo>
                <a:lnTo>
                  <a:pt x="2851" y="0"/>
                </a:lnTo>
                <a:lnTo>
                  <a:pt x="2874" y="8"/>
                </a:lnTo>
                <a:lnTo>
                  <a:pt x="2883" y="21"/>
                </a:lnTo>
                <a:lnTo>
                  <a:pt x="2896" y="26"/>
                </a:lnTo>
                <a:lnTo>
                  <a:pt x="2911" y="26"/>
                </a:lnTo>
                <a:lnTo>
                  <a:pt x="2933" y="21"/>
                </a:lnTo>
                <a:lnTo>
                  <a:pt x="2947" y="17"/>
                </a:lnTo>
                <a:lnTo>
                  <a:pt x="2960" y="8"/>
                </a:lnTo>
                <a:lnTo>
                  <a:pt x="2984" y="5"/>
                </a:lnTo>
                <a:lnTo>
                  <a:pt x="2984" y="378"/>
                </a:lnTo>
                <a:lnTo>
                  <a:pt x="2933" y="356"/>
                </a:lnTo>
                <a:lnTo>
                  <a:pt x="2924" y="342"/>
                </a:lnTo>
                <a:lnTo>
                  <a:pt x="2919" y="329"/>
                </a:lnTo>
                <a:lnTo>
                  <a:pt x="2915" y="316"/>
                </a:lnTo>
                <a:lnTo>
                  <a:pt x="2901" y="307"/>
                </a:lnTo>
                <a:lnTo>
                  <a:pt x="2888" y="307"/>
                </a:lnTo>
                <a:lnTo>
                  <a:pt x="2874" y="320"/>
                </a:lnTo>
                <a:lnTo>
                  <a:pt x="2860" y="307"/>
                </a:lnTo>
                <a:lnTo>
                  <a:pt x="2847" y="312"/>
                </a:lnTo>
                <a:lnTo>
                  <a:pt x="2828" y="320"/>
                </a:lnTo>
                <a:lnTo>
                  <a:pt x="2819" y="307"/>
                </a:lnTo>
                <a:lnTo>
                  <a:pt x="2805" y="303"/>
                </a:lnTo>
                <a:lnTo>
                  <a:pt x="2792" y="294"/>
                </a:lnTo>
                <a:lnTo>
                  <a:pt x="2782" y="281"/>
                </a:lnTo>
                <a:lnTo>
                  <a:pt x="2769" y="268"/>
                </a:lnTo>
                <a:lnTo>
                  <a:pt x="2755" y="254"/>
                </a:lnTo>
                <a:lnTo>
                  <a:pt x="2746" y="241"/>
                </a:lnTo>
                <a:lnTo>
                  <a:pt x="2732" y="250"/>
                </a:lnTo>
                <a:lnTo>
                  <a:pt x="2718" y="241"/>
                </a:lnTo>
                <a:lnTo>
                  <a:pt x="2718" y="228"/>
                </a:lnTo>
                <a:lnTo>
                  <a:pt x="2709" y="210"/>
                </a:lnTo>
                <a:lnTo>
                  <a:pt x="2700" y="193"/>
                </a:lnTo>
                <a:lnTo>
                  <a:pt x="2695" y="180"/>
                </a:lnTo>
                <a:lnTo>
                  <a:pt x="2682" y="171"/>
                </a:lnTo>
                <a:lnTo>
                  <a:pt x="2664" y="180"/>
                </a:lnTo>
                <a:lnTo>
                  <a:pt x="2654" y="162"/>
                </a:lnTo>
                <a:lnTo>
                  <a:pt x="2646" y="149"/>
                </a:lnTo>
                <a:lnTo>
                  <a:pt x="2632" y="145"/>
                </a:lnTo>
                <a:lnTo>
                  <a:pt x="2623" y="131"/>
                </a:lnTo>
                <a:lnTo>
                  <a:pt x="2609" y="131"/>
                </a:lnTo>
                <a:lnTo>
                  <a:pt x="2595" y="131"/>
                </a:lnTo>
                <a:lnTo>
                  <a:pt x="2581" y="127"/>
                </a:lnTo>
                <a:lnTo>
                  <a:pt x="2563" y="118"/>
                </a:lnTo>
                <a:lnTo>
                  <a:pt x="2549" y="118"/>
                </a:lnTo>
                <a:lnTo>
                  <a:pt x="2535" y="118"/>
                </a:lnTo>
                <a:lnTo>
                  <a:pt x="2517" y="114"/>
                </a:lnTo>
                <a:lnTo>
                  <a:pt x="2504" y="109"/>
                </a:lnTo>
                <a:lnTo>
                  <a:pt x="2494" y="96"/>
                </a:lnTo>
                <a:lnTo>
                  <a:pt x="2481" y="96"/>
                </a:lnTo>
                <a:lnTo>
                  <a:pt x="2467" y="101"/>
                </a:lnTo>
                <a:lnTo>
                  <a:pt x="2463" y="114"/>
                </a:lnTo>
                <a:lnTo>
                  <a:pt x="2449" y="127"/>
                </a:lnTo>
                <a:lnTo>
                  <a:pt x="2435" y="131"/>
                </a:lnTo>
                <a:lnTo>
                  <a:pt x="2463" y="254"/>
                </a:lnTo>
                <a:lnTo>
                  <a:pt x="2445" y="250"/>
                </a:lnTo>
                <a:lnTo>
                  <a:pt x="2430" y="241"/>
                </a:lnTo>
                <a:lnTo>
                  <a:pt x="2417" y="228"/>
                </a:lnTo>
                <a:lnTo>
                  <a:pt x="2289" y="145"/>
                </a:lnTo>
                <a:lnTo>
                  <a:pt x="2275" y="136"/>
                </a:lnTo>
                <a:lnTo>
                  <a:pt x="2262" y="127"/>
                </a:lnTo>
                <a:lnTo>
                  <a:pt x="2252" y="114"/>
                </a:lnTo>
                <a:lnTo>
                  <a:pt x="2239" y="109"/>
                </a:lnTo>
                <a:lnTo>
                  <a:pt x="2225" y="118"/>
                </a:lnTo>
                <a:lnTo>
                  <a:pt x="2216" y="131"/>
                </a:lnTo>
                <a:lnTo>
                  <a:pt x="2198" y="145"/>
                </a:lnTo>
                <a:lnTo>
                  <a:pt x="2184" y="149"/>
                </a:lnTo>
                <a:lnTo>
                  <a:pt x="2170" y="149"/>
                </a:lnTo>
                <a:lnTo>
                  <a:pt x="2156" y="140"/>
                </a:lnTo>
                <a:lnTo>
                  <a:pt x="2143" y="136"/>
                </a:lnTo>
                <a:lnTo>
                  <a:pt x="2129" y="145"/>
                </a:lnTo>
                <a:lnTo>
                  <a:pt x="2115" y="131"/>
                </a:lnTo>
                <a:lnTo>
                  <a:pt x="2102" y="136"/>
                </a:lnTo>
                <a:lnTo>
                  <a:pt x="2088" y="145"/>
                </a:lnTo>
                <a:lnTo>
                  <a:pt x="2074" y="136"/>
                </a:lnTo>
                <a:lnTo>
                  <a:pt x="2061" y="131"/>
                </a:lnTo>
                <a:lnTo>
                  <a:pt x="2047" y="131"/>
                </a:lnTo>
                <a:lnTo>
                  <a:pt x="2033" y="136"/>
                </a:lnTo>
                <a:lnTo>
                  <a:pt x="2020" y="136"/>
                </a:lnTo>
                <a:lnTo>
                  <a:pt x="2006" y="131"/>
                </a:lnTo>
                <a:lnTo>
                  <a:pt x="1987" y="136"/>
                </a:lnTo>
                <a:lnTo>
                  <a:pt x="1969" y="145"/>
                </a:lnTo>
                <a:lnTo>
                  <a:pt x="1955" y="145"/>
                </a:lnTo>
                <a:lnTo>
                  <a:pt x="1937" y="149"/>
                </a:lnTo>
                <a:lnTo>
                  <a:pt x="1923" y="149"/>
                </a:lnTo>
                <a:lnTo>
                  <a:pt x="1905" y="140"/>
                </a:lnTo>
                <a:lnTo>
                  <a:pt x="1891" y="136"/>
                </a:lnTo>
                <a:lnTo>
                  <a:pt x="1878" y="136"/>
                </a:lnTo>
                <a:lnTo>
                  <a:pt x="1864" y="145"/>
                </a:lnTo>
                <a:lnTo>
                  <a:pt x="1846" y="158"/>
                </a:lnTo>
                <a:lnTo>
                  <a:pt x="1832" y="167"/>
                </a:lnTo>
                <a:lnTo>
                  <a:pt x="1823" y="153"/>
                </a:lnTo>
                <a:lnTo>
                  <a:pt x="1809" y="145"/>
                </a:lnTo>
                <a:lnTo>
                  <a:pt x="1795" y="145"/>
                </a:lnTo>
                <a:lnTo>
                  <a:pt x="1782" y="149"/>
                </a:lnTo>
                <a:lnTo>
                  <a:pt x="1768" y="153"/>
                </a:lnTo>
                <a:lnTo>
                  <a:pt x="1749" y="153"/>
                </a:lnTo>
                <a:lnTo>
                  <a:pt x="1731" y="149"/>
                </a:lnTo>
                <a:lnTo>
                  <a:pt x="1713" y="145"/>
                </a:lnTo>
                <a:lnTo>
                  <a:pt x="1700" y="140"/>
                </a:lnTo>
                <a:lnTo>
                  <a:pt x="1677" y="145"/>
                </a:lnTo>
                <a:lnTo>
                  <a:pt x="1663" y="149"/>
                </a:lnTo>
                <a:lnTo>
                  <a:pt x="1644" y="153"/>
                </a:lnTo>
                <a:lnTo>
                  <a:pt x="1622" y="162"/>
                </a:lnTo>
                <a:lnTo>
                  <a:pt x="1608" y="158"/>
                </a:lnTo>
                <a:lnTo>
                  <a:pt x="1594" y="149"/>
                </a:lnTo>
                <a:lnTo>
                  <a:pt x="1581" y="140"/>
                </a:lnTo>
                <a:lnTo>
                  <a:pt x="1567" y="145"/>
                </a:lnTo>
                <a:lnTo>
                  <a:pt x="1553" y="145"/>
                </a:lnTo>
                <a:lnTo>
                  <a:pt x="1540" y="145"/>
                </a:lnTo>
                <a:lnTo>
                  <a:pt x="1526" y="145"/>
                </a:lnTo>
                <a:lnTo>
                  <a:pt x="1512" y="145"/>
                </a:lnTo>
                <a:lnTo>
                  <a:pt x="1499" y="145"/>
                </a:lnTo>
                <a:lnTo>
                  <a:pt x="1553" y="246"/>
                </a:lnTo>
                <a:lnTo>
                  <a:pt x="1480" y="136"/>
                </a:lnTo>
                <a:lnTo>
                  <a:pt x="1466" y="136"/>
                </a:lnTo>
                <a:lnTo>
                  <a:pt x="1453" y="136"/>
                </a:lnTo>
                <a:lnTo>
                  <a:pt x="1439" y="140"/>
                </a:lnTo>
                <a:lnTo>
                  <a:pt x="1421" y="140"/>
                </a:lnTo>
                <a:lnTo>
                  <a:pt x="1407" y="140"/>
                </a:lnTo>
                <a:lnTo>
                  <a:pt x="1393" y="145"/>
                </a:lnTo>
                <a:lnTo>
                  <a:pt x="1380" y="153"/>
                </a:lnTo>
                <a:lnTo>
                  <a:pt x="1366" y="153"/>
                </a:lnTo>
                <a:lnTo>
                  <a:pt x="1352" y="153"/>
                </a:lnTo>
                <a:lnTo>
                  <a:pt x="1339" y="153"/>
                </a:lnTo>
                <a:lnTo>
                  <a:pt x="1324" y="153"/>
                </a:lnTo>
                <a:lnTo>
                  <a:pt x="1311" y="145"/>
                </a:lnTo>
                <a:lnTo>
                  <a:pt x="1293" y="140"/>
                </a:lnTo>
                <a:lnTo>
                  <a:pt x="1279" y="140"/>
                </a:lnTo>
                <a:lnTo>
                  <a:pt x="1265" y="140"/>
                </a:lnTo>
                <a:lnTo>
                  <a:pt x="1247" y="145"/>
                </a:lnTo>
                <a:lnTo>
                  <a:pt x="1234" y="145"/>
                </a:lnTo>
                <a:lnTo>
                  <a:pt x="1215" y="145"/>
                </a:lnTo>
                <a:lnTo>
                  <a:pt x="1201" y="149"/>
                </a:lnTo>
                <a:lnTo>
                  <a:pt x="1183" y="149"/>
                </a:lnTo>
                <a:lnTo>
                  <a:pt x="1169" y="145"/>
                </a:lnTo>
                <a:lnTo>
                  <a:pt x="1156" y="145"/>
                </a:lnTo>
                <a:lnTo>
                  <a:pt x="1137" y="140"/>
                </a:lnTo>
                <a:lnTo>
                  <a:pt x="1123" y="136"/>
                </a:lnTo>
                <a:lnTo>
                  <a:pt x="1110" y="136"/>
                </a:lnTo>
                <a:lnTo>
                  <a:pt x="1096" y="136"/>
                </a:lnTo>
                <a:lnTo>
                  <a:pt x="1082" y="140"/>
                </a:lnTo>
                <a:lnTo>
                  <a:pt x="1069" y="145"/>
                </a:lnTo>
                <a:lnTo>
                  <a:pt x="1055" y="145"/>
                </a:lnTo>
                <a:lnTo>
                  <a:pt x="1037" y="145"/>
                </a:lnTo>
                <a:lnTo>
                  <a:pt x="1023" y="145"/>
                </a:lnTo>
                <a:lnTo>
                  <a:pt x="1010" y="136"/>
                </a:lnTo>
                <a:lnTo>
                  <a:pt x="996" y="127"/>
                </a:lnTo>
                <a:lnTo>
                  <a:pt x="982" y="118"/>
                </a:lnTo>
                <a:lnTo>
                  <a:pt x="963" y="114"/>
                </a:lnTo>
                <a:lnTo>
                  <a:pt x="950" y="114"/>
                </a:lnTo>
                <a:lnTo>
                  <a:pt x="929" y="121"/>
                </a:lnTo>
                <a:lnTo>
                  <a:pt x="922" y="101"/>
                </a:lnTo>
                <a:lnTo>
                  <a:pt x="908" y="130"/>
                </a:lnTo>
                <a:lnTo>
                  <a:pt x="895" y="96"/>
                </a:lnTo>
                <a:lnTo>
                  <a:pt x="887" y="121"/>
                </a:lnTo>
                <a:lnTo>
                  <a:pt x="868" y="101"/>
                </a:lnTo>
                <a:lnTo>
                  <a:pt x="854" y="109"/>
                </a:lnTo>
                <a:lnTo>
                  <a:pt x="840" y="109"/>
                </a:lnTo>
                <a:lnTo>
                  <a:pt x="827" y="118"/>
                </a:lnTo>
                <a:lnTo>
                  <a:pt x="813" y="118"/>
                </a:lnTo>
                <a:lnTo>
                  <a:pt x="799" y="109"/>
                </a:lnTo>
                <a:lnTo>
                  <a:pt x="781" y="105"/>
                </a:lnTo>
                <a:lnTo>
                  <a:pt x="767" y="105"/>
                </a:lnTo>
                <a:lnTo>
                  <a:pt x="749" y="96"/>
                </a:lnTo>
                <a:lnTo>
                  <a:pt x="735" y="96"/>
                </a:lnTo>
                <a:lnTo>
                  <a:pt x="721" y="101"/>
                </a:lnTo>
                <a:lnTo>
                  <a:pt x="708" y="105"/>
                </a:lnTo>
                <a:lnTo>
                  <a:pt x="694" y="109"/>
                </a:lnTo>
                <a:lnTo>
                  <a:pt x="680" y="114"/>
                </a:lnTo>
                <a:lnTo>
                  <a:pt x="667" y="118"/>
                </a:lnTo>
                <a:lnTo>
                  <a:pt x="653" y="118"/>
                </a:lnTo>
                <a:lnTo>
                  <a:pt x="639" y="118"/>
                </a:lnTo>
                <a:lnTo>
                  <a:pt x="626" y="118"/>
                </a:lnTo>
                <a:lnTo>
                  <a:pt x="607" y="118"/>
                </a:lnTo>
                <a:lnTo>
                  <a:pt x="594" y="118"/>
                </a:lnTo>
                <a:lnTo>
                  <a:pt x="580" y="114"/>
                </a:lnTo>
                <a:lnTo>
                  <a:pt x="566" y="114"/>
                </a:lnTo>
                <a:lnTo>
                  <a:pt x="553" y="114"/>
                </a:lnTo>
                <a:lnTo>
                  <a:pt x="534" y="114"/>
                </a:lnTo>
                <a:lnTo>
                  <a:pt x="520" y="114"/>
                </a:lnTo>
                <a:lnTo>
                  <a:pt x="507" y="114"/>
                </a:lnTo>
                <a:lnTo>
                  <a:pt x="493" y="123"/>
                </a:lnTo>
                <a:lnTo>
                  <a:pt x="479" y="127"/>
                </a:lnTo>
                <a:lnTo>
                  <a:pt x="466" y="131"/>
                </a:lnTo>
                <a:lnTo>
                  <a:pt x="452" y="131"/>
                </a:lnTo>
                <a:lnTo>
                  <a:pt x="438" y="131"/>
                </a:lnTo>
                <a:lnTo>
                  <a:pt x="425" y="123"/>
                </a:lnTo>
                <a:lnTo>
                  <a:pt x="411" y="118"/>
                </a:lnTo>
                <a:lnTo>
                  <a:pt x="397" y="118"/>
                </a:lnTo>
                <a:lnTo>
                  <a:pt x="383" y="118"/>
                </a:lnTo>
                <a:lnTo>
                  <a:pt x="360" y="114"/>
                </a:lnTo>
                <a:lnTo>
                  <a:pt x="347" y="114"/>
                </a:lnTo>
                <a:lnTo>
                  <a:pt x="333" y="123"/>
                </a:lnTo>
                <a:lnTo>
                  <a:pt x="319" y="131"/>
                </a:lnTo>
                <a:lnTo>
                  <a:pt x="306" y="140"/>
                </a:lnTo>
                <a:lnTo>
                  <a:pt x="292" y="145"/>
                </a:lnTo>
                <a:lnTo>
                  <a:pt x="278" y="145"/>
                </a:lnTo>
                <a:lnTo>
                  <a:pt x="265" y="140"/>
                </a:lnTo>
                <a:lnTo>
                  <a:pt x="251" y="136"/>
                </a:lnTo>
                <a:lnTo>
                  <a:pt x="237" y="136"/>
                </a:lnTo>
                <a:lnTo>
                  <a:pt x="224" y="131"/>
                </a:lnTo>
                <a:lnTo>
                  <a:pt x="210" y="131"/>
                </a:lnTo>
                <a:lnTo>
                  <a:pt x="196" y="131"/>
                </a:lnTo>
                <a:lnTo>
                  <a:pt x="178" y="131"/>
                </a:lnTo>
                <a:lnTo>
                  <a:pt x="159" y="131"/>
                </a:lnTo>
                <a:lnTo>
                  <a:pt x="146" y="131"/>
                </a:lnTo>
                <a:lnTo>
                  <a:pt x="132" y="131"/>
                </a:lnTo>
                <a:lnTo>
                  <a:pt x="118" y="136"/>
                </a:lnTo>
                <a:lnTo>
                  <a:pt x="105" y="136"/>
                </a:lnTo>
                <a:lnTo>
                  <a:pt x="91" y="136"/>
                </a:lnTo>
                <a:lnTo>
                  <a:pt x="77" y="140"/>
                </a:lnTo>
                <a:lnTo>
                  <a:pt x="64" y="145"/>
                </a:lnTo>
                <a:lnTo>
                  <a:pt x="50" y="149"/>
                </a:lnTo>
                <a:lnTo>
                  <a:pt x="31" y="158"/>
                </a:lnTo>
                <a:lnTo>
                  <a:pt x="13" y="162"/>
                </a:lnTo>
                <a:lnTo>
                  <a:pt x="0" y="171"/>
                </a:lnTo>
                <a:lnTo>
                  <a:pt x="0" y="34"/>
                </a:lnTo>
              </a:path>
            </a:pathLst>
          </a:custGeom>
          <a:ln w="12700" cap="rnd" cmpd="sng">
            <a:solidFill>
              <a:schemeClr val="tx1"/>
            </a:solidFill>
            <a:prstDash val="solid"/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71" name="Rectangle 27">
            <a:extLst>
              <a:ext uri="{FF2B5EF4-FFF2-40B4-BE49-F238E27FC236}">
                <a16:creationId xmlns:a16="http://schemas.microsoft.com/office/drawing/2014/main" id="{C16B0285-807F-3160-A037-6C4ABB8216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4925"/>
            <a:ext cx="1144588" cy="244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0" rIns="92075" bIns="0">
            <a:spAutoFit/>
          </a:bodyPr>
          <a:lstStyle/>
          <a:p>
            <a:r>
              <a:rPr lang="en-US" altLang="en-US" sz="1600">
                <a:solidFill>
                  <a:schemeClr val="bg2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panose="020B0604020202020204" pitchFamily="34" charset="0"/>
              </a:rPr>
              <a:t>Example 6</a:t>
            </a:r>
          </a:p>
        </p:txBody>
      </p:sp>
      <p:sp>
        <p:nvSpPr>
          <p:cNvPr id="31772" name="AutoShape 28">
            <a:extLst>
              <a:ext uri="{FF2B5EF4-FFF2-40B4-BE49-F238E27FC236}">
                <a16:creationId xmlns:a16="http://schemas.microsoft.com/office/drawing/2014/main" id="{49E54F5B-1123-7D46-AE52-4F30A610C9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81338" y="322263"/>
            <a:ext cx="1373187" cy="569912"/>
          </a:xfrm>
          <a:prstGeom prst="roundRect">
            <a:avLst>
              <a:gd name="adj" fmla="val 12486"/>
            </a:avLst>
          </a:prstGeom>
          <a:solidFill>
            <a:schemeClr val="accent1"/>
          </a:solidFill>
          <a:ln w="25400">
            <a:solidFill>
              <a:srgbClr val="676767"/>
            </a:solidFill>
            <a:round/>
            <a:headEnd/>
            <a:tailEnd/>
          </a:ln>
          <a:effectLst>
            <a:outerShdw dist="53882" dir="2700000" algn="ctr" rotWithShape="0">
              <a:schemeClr val="bg2">
                <a:alpha val="50000"/>
              </a:schemeClr>
            </a:outerShdw>
          </a:effectLst>
        </p:spPr>
        <p:txBody>
          <a:bodyPr wrap="none" lIns="92075" tIns="46038" rIns="92075" bIns="46038" anchor="ctr"/>
          <a:lstStyle/>
          <a:p>
            <a:pPr algn="ctr"/>
            <a:r>
              <a:rPr lang="en-US" altLang="en-US" sz="1800" b="1">
                <a:effectLst>
                  <a:outerShdw blurRad="38100" dist="38100" dir="2700000" algn="tl">
                    <a:srgbClr val="000000"/>
                  </a:outerShdw>
                </a:effectLst>
                <a:latin typeface="Arial" panose="020B0604020202020204" pitchFamily="34" charset="0"/>
              </a:rPr>
              <a:t>Chars Left</a:t>
            </a:r>
          </a:p>
        </p:txBody>
      </p:sp>
      <p:sp>
        <p:nvSpPr>
          <p:cNvPr id="31773" name="Rectangle 29">
            <a:extLst>
              <a:ext uri="{FF2B5EF4-FFF2-40B4-BE49-F238E27FC236}">
                <a16:creationId xmlns:a16="http://schemas.microsoft.com/office/drawing/2014/main" id="{E06740F4-113F-5175-44AD-80D1848910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1050" y="311150"/>
            <a:ext cx="595313" cy="366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>
            <a:spAutoFit/>
          </a:bodyPr>
          <a:lstStyle/>
          <a:p>
            <a:r>
              <a:rPr lang="en-US" altLang="en-US" sz="1800" b="1"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Courier New" panose="02070309020205020404" pitchFamily="49" charset="0"/>
              </a:rPr>
              <a:t>1 5</a:t>
            </a:r>
          </a:p>
        </p:txBody>
      </p:sp>
      <p:sp>
        <p:nvSpPr>
          <p:cNvPr id="31774" name="Rectangle 30">
            <a:extLst>
              <a:ext uri="{FF2B5EF4-FFF2-40B4-BE49-F238E27FC236}">
                <a16:creationId xmlns:a16="http://schemas.microsoft.com/office/drawing/2014/main" id="{C7CE548A-F333-E4A4-07ED-2DF2FDC438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73275" y="1114425"/>
            <a:ext cx="1114425" cy="287338"/>
          </a:xfrm>
          <a:prstGeom prst="rect">
            <a:avLst/>
          </a:prstGeom>
          <a:noFill/>
          <a:ln w="25400">
            <a:solidFill>
              <a:srgbClr val="676767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31775" name="Line 31">
            <a:extLst>
              <a:ext uri="{FF2B5EF4-FFF2-40B4-BE49-F238E27FC236}">
                <a16:creationId xmlns:a16="http://schemas.microsoft.com/office/drawing/2014/main" id="{FDE5951A-3BE2-2D7B-ED2F-BD90CD440CA4}"/>
              </a:ext>
            </a:extLst>
          </p:cNvPr>
          <p:cNvSpPr>
            <a:spLocks noChangeShapeType="1"/>
          </p:cNvSpPr>
          <p:nvPr/>
        </p:nvSpPr>
        <p:spPr bwMode="auto">
          <a:xfrm>
            <a:off x="2638425" y="1117600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76" name="Line 32">
            <a:extLst>
              <a:ext uri="{FF2B5EF4-FFF2-40B4-BE49-F238E27FC236}">
                <a16:creationId xmlns:a16="http://schemas.microsoft.com/office/drawing/2014/main" id="{79CAECA2-43CE-DBE7-0FCD-5DE28863096C}"/>
              </a:ext>
            </a:extLst>
          </p:cNvPr>
          <p:cNvSpPr>
            <a:spLocks noChangeShapeType="1"/>
          </p:cNvSpPr>
          <p:nvPr/>
        </p:nvSpPr>
        <p:spPr bwMode="auto">
          <a:xfrm>
            <a:off x="2905125" y="112712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77" name="Line 33">
            <a:extLst>
              <a:ext uri="{FF2B5EF4-FFF2-40B4-BE49-F238E27FC236}">
                <a16:creationId xmlns:a16="http://schemas.microsoft.com/office/drawing/2014/main" id="{8D6EC7DB-4F87-B77C-C0FB-F055F17E38E3}"/>
              </a:ext>
            </a:extLst>
          </p:cNvPr>
          <p:cNvSpPr>
            <a:spLocks noChangeShapeType="1"/>
          </p:cNvSpPr>
          <p:nvPr/>
        </p:nvSpPr>
        <p:spPr bwMode="auto">
          <a:xfrm>
            <a:off x="2371725" y="1108075"/>
            <a:ext cx="0" cy="284163"/>
          </a:xfrm>
          <a:prstGeom prst="line">
            <a:avLst/>
          </a:prstGeom>
          <a:noFill/>
          <a:ln w="12700">
            <a:solidFill>
              <a:srgbClr val="676767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31778" name="AutoShape 34">
            <a:extLst>
              <a:ext uri="{FF2B5EF4-FFF2-40B4-BE49-F238E27FC236}">
                <a16:creationId xmlns:a16="http://schemas.microsoft.com/office/drawing/2014/main" id="{8D88239E-2C59-ED51-6660-E735E647F0B5}"/>
              </a:ext>
            </a:extLst>
          </p:cNvPr>
          <p:cNvSpPr>
            <a:spLocks noChangeArrowheads="1"/>
          </p:cNvSpPr>
          <p:nvPr/>
        </p:nvSpPr>
        <p:spPr bwMode="auto">
          <a:xfrm flipH="1">
            <a:off x="3397250" y="2454275"/>
            <a:ext cx="1311275" cy="1123157"/>
          </a:xfrm>
          <a:prstGeom prst="wedgeRoundRectCallout">
            <a:avLst>
              <a:gd name="adj1" fmla="val -50000"/>
              <a:gd name="adj2" fmla="val 66667"/>
              <a:gd name="adj3" fmla="val 16667"/>
            </a:avLst>
          </a:prstGeom>
          <a:solidFill>
            <a:srgbClr val="FFFF99"/>
          </a:solidFill>
          <a:ln w="12700">
            <a:solidFill>
              <a:schemeClr val="tx1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0" tIns="46038" rIns="0" bIns="46038" anchor="ctr"/>
          <a:lstStyle/>
          <a:p>
            <a:pPr algn="ctr">
              <a:lnSpc>
                <a:spcPct val="90000"/>
              </a:lnSpc>
            </a:pPr>
            <a:r>
              <a:rPr lang="en-US" altLang="en-US" sz="1000">
                <a:solidFill>
                  <a:schemeClr val="tx1"/>
                </a:solidFill>
              </a:rPr>
              <a:t>Because there are still unexamined characters (circled) in the source string ,and all the destination strings have been used, the OVERFLOW triggers</a:t>
            </a:r>
          </a:p>
        </p:txBody>
      </p:sp>
      <p:sp>
        <p:nvSpPr>
          <p:cNvPr id="31779" name="Oval 35">
            <a:extLst>
              <a:ext uri="{FF2B5EF4-FFF2-40B4-BE49-F238E27FC236}">
                <a16:creationId xmlns:a16="http://schemas.microsoft.com/office/drawing/2014/main" id="{D776F63C-6256-AF62-3AE3-F2CE1318F1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8950" y="1692275"/>
            <a:ext cx="2501900" cy="520700"/>
          </a:xfrm>
          <a:prstGeom prst="ellipse">
            <a:avLst/>
          </a:prstGeom>
          <a:noFill/>
          <a:ln w="12700">
            <a:solidFill>
              <a:srgbClr val="FF3300"/>
            </a:solidFill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Times New Roman" panose="02020603050405020304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flat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en-US" sz="2400" b="0" i="0" u="none" strike="noStrike" cap="none" normalizeH="0" baseline="0" smtClean="0">
            <a:ln>
              <a:noFill/>
            </a:ln>
            <a:solidFill>
              <a:srgbClr val="FF3300"/>
            </a:solidFill>
            <a:effectLst/>
            <a:latin typeface="Times New Roman" panose="02020603050405020304" pitchFamily="1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7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8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9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0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7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8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19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0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2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3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4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5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6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7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8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ppt/theme/themeOverride29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969696"/>
    </a:lt2>
    <a:accent1>
      <a:srgbClr val="DDDDDD"/>
    </a:accent1>
    <a:accent2>
      <a:srgbClr val="3333CC"/>
    </a:accent2>
    <a:accent3>
      <a:srgbClr val="FFFFFF"/>
    </a:accent3>
    <a:accent4>
      <a:srgbClr val="000000"/>
    </a:accent4>
    <a:accent5>
      <a:srgbClr val="EBEBEB"/>
    </a:accent5>
    <a:accent6>
      <a:srgbClr val="2D2DB9"/>
    </a:accent6>
    <a:hlink>
      <a:srgbClr val="CCCCFF"/>
    </a:hlink>
    <a:folHlink>
      <a:srgbClr val="B2B2B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E:\MSOffice\Templates\Blank Presentation.pot</Template>
  <TotalTime>454</TotalTime>
  <Words>2467</Words>
  <Application>Microsoft Office PowerPoint</Application>
  <PresentationFormat>Custom</PresentationFormat>
  <Paragraphs>394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Times New Roman</vt:lpstr>
      <vt:lpstr>Courier New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Michael Coughlan</dc:creator>
  <cp:lastModifiedBy>Sean McBride</cp:lastModifiedBy>
  <cp:revision>16</cp:revision>
  <dcterms:created xsi:type="dcterms:W3CDTF">1995-06-17T23:31:02Z</dcterms:created>
  <dcterms:modified xsi:type="dcterms:W3CDTF">2026-05-13T01:07:14Z</dcterms:modified>
</cp:coreProperties>
</file>