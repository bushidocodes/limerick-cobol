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4762500" cy="4953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97280"/>
            <a:ext cx="4285800" cy="82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1158840"/>
            <a:ext cx="4285800" cy="287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4952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14400" y="12600"/>
            <a:ext cx="4734000" cy="492768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97280"/>
            <a:ext cx="4285800" cy="82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1158840"/>
            <a:ext cx="4285800" cy="287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1006560" y="647640"/>
            <a:ext cx="2975040" cy="295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Reading an Indexed file by key.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Example program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the program left click (or press the Page Up key) to see next comment and right click (or press Page Down) to see the previous comment.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41400" y="130320"/>
            <a:ext cx="4375080" cy="459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ReadingIndexedFile.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Illustrates direct read on an indexed file by any 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SELECT VideoFile ASSIGN TO "VIDEO.DAT"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ORGANIZATION IS INDEXED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ACCESS MODE IS DYNAMIC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RECORD KEY IS VideoCode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ALTERNATE RECORD KEY IS VideoTitle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WITH DUPLICATES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FILE STATUS IS VideoStatus.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VideoFile.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VideoRecord.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VideoCode          PIC 9(5).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VideoTitle         PIC X(40).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SupplierCode       PIC 99.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VideoStatus           PIC X(2).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 RecordFound       VALUE "00".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RequiredKey           PIC 9.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VideoCodeKey       VALUE 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VideoTitleKey      VALUE 2.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PrnVideoRecord.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PrnVideoCode       PIC 9(5).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PrnVideoTitle      PIC BBBBX(40).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PrnSupplierCode    PIC BBBB99.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363840" y="1928880"/>
            <a:ext cx="1282680" cy="123336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 this program we show how to read an Indexed file directly on either the primary key or the alternate key.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" name=""/>
          <p:cNvGrpSpPr/>
          <p:nvPr/>
        </p:nvGrpSpPr>
        <p:grpSpPr>
          <a:xfrm>
            <a:off x="85680" y="2395440"/>
            <a:ext cx="4565520" cy="1738440"/>
            <a:chOff x="85680" y="2395440"/>
            <a:chExt cx="4565520" cy="1738440"/>
          </a:xfrm>
        </p:grpSpPr>
        <p:sp>
          <p:nvSpPr>
            <p:cNvPr id="12" name=""/>
            <p:cNvSpPr txBox="1"/>
            <p:nvPr/>
          </p:nvSpPr>
          <p:spPr>
            <a:xfrm>
              <a:off x="3368520" y="2395440"/>
              <a:ext cx="1282680" cy="103356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These condition names tell us upon what key the user wants use to read the file.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5680" y="3705120"/>
              <a:ext cx="3267000" cy="42876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50760" y="69840"/>
            <a:ext cx="4495680" cy="360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OPEN INPUT VideoFile.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"Chose key VideoCode = 1,  VideoTitle = 2 -&gt;  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WITH NO ADVANCING.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ACCEPT RequiredKey.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IF VideoCodeKey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"Enter Video Code (5 digits) -&gt; "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WITH NO ADVANCING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ACCEPT VideoCode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VideoFile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KEY IS VideoCode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INVALID KEY DISPLAY "VIDEO STATUS :- ", VideoStatus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IF VideoTitleKey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DISPLAY "Enter Video Title (40 chars) -&gt; "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WITH NO ADVANCING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ACCEPT VideoTitle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VideoFile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KEY IS VideoTitle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INVALID KEY DISPLAY "VIDEO STATUS :- ", VideoStatus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IF RecordFound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VideoCode TO PrnVideoCode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VideoTitle TO PrnVideoTitle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SupplierCode TO PrnSupplierCode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DISPLAY  PrnVideoRecord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END-IF.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CLOSE VideoFile.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18587"/>
              </a:spcBef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" name=""/>
          <p:cNvGrpSpPr/>
          <p:nvPr/>
        </p:nvGrpSpPr>
        <p:grpSpPr>
          <a:xfrm>
            <a:off x="181080" y="512640"/>
            <a:ext cx="4522680" cy="1335240"/>
            <a:chOff x="181080" y="512640"/>
            <a:chExt cx="4522680" cy="1335240"/>
          </a:xfrm>
        </p:grpSpPr>
        <p:sp>
          <p:nvSpPr>
            <p:cNvPr id="16" name=""/>
            <p:cNvSpPr/>
            <p:nvPr/>
          </p:nvSpPr>
          <p:spPr>
            <a:xfrm>
              <a:off x="181080" y="512640"/>
              <a:ext cx="4495680" cy="44928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 txBox="1"/>
            <p:nvPr/>
          </p:nvSpPr>
          <p:spPr>
            <a:xfrm>
              <a:off x="3657600" y="771480"/>
              <a:ext cx="1046160" cy="107640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First we find out which key the user wants to use to read the file.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" name=""/>
          <p:cNvGrpSpPr/>
          <p:nvPr/>
        </p:nvGrpSpPr>
        <p:grpSpPr>
          <a:xfrm>
            <a:off x="181080" y="941400"/>
            <a:ext cx="4486320" cy="3840120"/>
            <a:chOff x="181080" y="941400"/>
            <a:chExt cx="4486320" cy="3840120"/>
          </a:xfrm>
        </p:grpSpPr>
        <p:sp>
          <p:nvSpPr>
            <p:cNvPr id="19" name=""/>
            <p:cNvSpPr/>
            <p:nvPr/>
          </p:nvSpPr>
          <p:spPr>
            <a:xfrm>
              <a:off x="181080" y="941400"/>
              <a:ext cx="4486320" cy="131616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 txBox="1"/>
            <p:nvPr/>
          </p:nvSpPr>
          <p:spPr>
            <a:xfrm>
              <a:off x="3343320" y="3381480"/>
              <a:ext cx="1319040" cy="140004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If the VideoCode is chosen then we get the VideoCode from the user and read the file using the VideoCode as the key.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 txBox="1"/>
            <p:nvPr/>
          </p:nvSpPr>
          <p:spPr>
            <a:xfrm>
              <a:off x="619200" y="1666800"/>
              <a:ext cx="1219320" cy="1522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KEY IS VideoCode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" name=""/>
          <p:cNvGrpSpPr/>
          <p:nvPr/>
        </p:nvGrpSpPr>
        <p:grpSpPr>
          <a:xfrm>
            <a:off x="181080" y="2236680"/>
            <a:ext cx="4532040" cy="2354040"/>
            <a:chOff x="181080" y="2236680"/>
            <a:chExt cx="4532040" cy="2354040"/>
          </a:xfrm>
        </p:grpSpPr>
        <p:sp>
          <p:nvSpPr>
            <p:cNvPr id="23" name=""/>
            <p:cNvSpPr/>
            <p:nvPr/>
          </p:nvSpPr>
          <p:spPr>
            <a:xfrm>
              <a:off x="181080" y="2236680"/>
              <a:ext cx="4495680" cy="128736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 txBox="1"/>
            <p:nvPr/>
          </p:nvSpPr>
          <p:spPr>
            <a:xfrm>
              <a:off x="3333600" y="3543120"/>
              <a:ext cx="1379520" cy="104760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If VideoTitle is chosen we get the title from the user and read the file using the VideoTitle as the key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 txBox="1"/>
            <p:nvPr/>
          </p:nvSpPr>
          <p:spPr>
            <a:xfrm>
              <a:off x="625320" y="2957400"/>
              <a:ext cx="1365120" cy="1522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</a:pPr>
              <a:r>
                <a:rPr lang="en-US" sz="10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KEY IS VideoTitle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" name=""/>
          <p:cNvGrpSpPr/>
          <p:nvPr/>
        </p:nvGrpSpPr>
        <p:grpSpPr>
          <a:xfrm>
            <a:off x="181080" y="3352680"/>
            <a:ext cx="4579920" cy="1562040"/>
            <a:chOff x="181080" y="3352680"/>
            <a:chExt cx="4579920" cy="1562040"/>
          </a:xfrm>
        </p:grpSpPr>
        <p:sp>
          <p:nvSpPr>
            <p:cNvPr id="27" name=""/>
            <p:cNvSpPr/>
            <p:nvPr/>
          </p:nvSpPr>
          <p:spPr>
            <a:xfrm>
              <a:off x="181080" y="3524400"/>
              <a:ext cx="3371760" cy="866880"/>
            </a:xfrm>
            <a:prstGeom prst="rect">
              <a:avLst/>
            </a:prstGeom>
            <a:noFill/>
            <a:ln w="12600">
              <a:solidFill>
                <a:srgbClr val="CC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 txBox="1"/>
            <p:nvPr/>
          </p:nvSpPr>
          <p:spPr>
            <a:xfrm>
              <a:off x="3381480" y="3352680"/>
              <a:ext cx="1379520" cy="1562040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RecordFound is a condition name monitoring the File Status.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1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If RecordFound is true then the read succeeded and it is ok to display the record.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