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82" r:id="rId2"/>
    <p:sldId id="275" r:id="rId3"/>
    <p:sldId id="272" r:id="rId4"/>
    <p:sldId id="271" r:id="rId5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CC0000"/>
    <a:srgbClr val="FFFF00"/>
    <a:srgbClr val="CCFFCC"/>
    <a:srgbClr val="EEFFEE"/>
    <a:srgbClr val="FFFFCC"/>
    <a:srgbClr val="00CC00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97CC0558-6FD1-4802-6FD0-F3F27EC20A2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132D9B68-3246-9931-B1D9-C86A766FC6C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7949007-8A1C-B4C4-9D7B-8B964DD0AE29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62433685-3E27-D75C-2BFF-3005D38141A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FB3E8673-7CA3-2DD0-4159-A89DF371F9C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E0CA84B3-EA59-7B5A-746B-757136FDB66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87DDC759-DA2D-4F82-B63E-7C79F040F40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1E0C4-67C2-74C8-CEE6-E018F963C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8D068-39A1-B9F8-3E8E-CAF50B8845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37315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7F5B-D61F-53BD-0602-3A8C5637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70FAE-980E-87A1-0156-51DA27BA9D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0060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ECBE6-C0CF-1BAD-E0B8-59F85DD7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52858-7402-93BC-078B-FE2B826B34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5366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4E7A-CEB0-E360-E398-6A5F9A3E9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462DD-3B15-5E0A-8BE0-B0C1FBC6D2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31838-C495-BBD2-5656-155F3711B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6958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88F52-E201-0ED8-BF2D-3AC49F18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E44DD-CDDD-725F-66A4-2D2C1884B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4F7AA-7FC1-2883-567E-8C26116F95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BA2387-7DD0-F333-572B-AE309E9D0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8839C3-7DDA-6AF8-E199-FB23D75CD4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4685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DE9A5-1D31-BE95-D465-5866BE600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58897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5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6B72B-EB6D-2361-5276-3116BD08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1D5D-56E4-A362-2321-FFD452745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F1CCF5-483A-D265-2279-6EBBE264A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1368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486F9-6900-01EC-7FCA-D14C7D587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EC77B2-592D-9C92-7AED-61DDC754D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54ED9C-28D7-889F-B32E-B20570A19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9451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07B9-15B0-F279-625E-7E629DB6D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D1472-EB28-A59D-4FFF-156332FB8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5886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0907A-F9DC-4E1E-62B1-DA210FC826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BBB562-9E10-3E61-4B10-33C708B96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6951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6B9E9A6-73C2-06CE-A649-05AB5C2F9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611E7126-823D-4578-465F-307D7458DC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517525"/>
            <a:ext cx="2933700" cy="1979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Building a record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9C7E32DE-4191-5925-6FE7-0572A145F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0" y="203200"/>
            <a:ext cx="4387850" cy="2200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01 StudentDetails	   PIC X(25).</a:t>
            </a: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4099" name="Freeform 3">
            <a:extLst>
              <a:ext uri="{FF2B5EF4-FFF2-40B4-BE49-F238E27FC236}">
                <a16:creationId xmlns:a16="http://schemas.microsoft.com/office/drawing/2014/main" id="{70A6DDEF-8650-D8E7-F436-EA8A2A49627A}"/>
              </a:ext>
            </a:extLst>
          </p:cNvPr>
          <p:cNvSpPr>
            <a:spLocks/>
          </p:cNvSpPr>
          <p:nvPr/>
        </p:nvSpPr>
        <p:spPr bwMode="auto">
          <a:xfrm>
            <a:off x="161925" y="190500"/>
            <a:ext cx="4402138" cy="96838"/>
          </a:xfrm>
          <a:custGeom>
            <a:avLst/>
            <a:gdLst>
              <a:gd name="T0" fmla="*/ 2764 w 2773"/>
              <a:gd name="T1" fmla="*/ 3 h 61"/>
              <a:gd name="T2" fmla="*/ 2693 w 2773"/>
              <a:gd name="T3" fmla="*/ 21 h 61"/>
              <a:gd name="T4" fmla="*/ 2637 w 2773"/>
              <a:gd name="T5" fmla="*/ 21 h 61"/>
              <a:gd name="T6" fmla="*/ 2588 w 2773"/>
              <a:gd name="T7" fmla="*/ 37 h 61"/>
              <a:gd name="T8" fmla="*/ 2528 w 2773"/>
              <a:gd name="T9" fmla="*/ 25 h 61"/>
              <a:gd name="T10" fmla="*/ 2468 w 2773"/>
              <a:gd name="T11" fmla="*/ 17 h 61"/>
              <a:gd name="T12" fmla="*/ 2412 w 2773"/>
              <a:gd name="T13" fmla="*/ 10 h 61"/>
              <a:gd name="T14" fmla="*/ 2356 w 2773"/>
              <a:gd name="T15" fmla="*/ 23 h 61"/>
              <a:gd name="T16" fmla="*/ 2307 w 2773"/>
              <a:gd name="T17" fmla="*/ 34 h 61"/>
              <a:gd name="T18" fmla="*/ 2251 w 2773"/>
              <a:gd name="T19" fmla="*/ 45 h 61"/>
              <a:gd name="T20" fmla="*/ 2191 w 2773"/>
              <a:gd name="T21" fmla="*/ 36 h 61"/>
              <a:gd name="T22" fmla="*/ 2135 w 2773"/>
              <a:gd name="T23" fmla="*/ 26 h 61"/>
              <a:gd name="T24" fmla="*/ 2072 w 2773"/>
              <a:gd name="T25" fmla="*/ 21 h 61"/>
              <a:gd name="T26" fmla="*/ 2016 w 2773"/>
              <a:gd name="T27" fmla="*/ 17 h 61"/>
              <a:gd name="T28" fmla="*/ 1956 w 2773"/>
              <a:gd name="T29" fmla="*/ 15 h 61"/>
              <a:gd name="T30" fmla="*/ 1903 w 2773"/>
              <a:gd name="T31" fmla="*/ 21 h 61"/>
              <a:gd name="T32" fmla="*/ 1847 w 2773"/>
              <a:gd name="T33" fmla="*/ 34 h 61"/>
              <a:gd name="T34" fmla="*/ 1791 w 2773"/>
              <a:gd name="T35" fmla="*/ 26 h 61"/>
              <a:gd name="T36" fmla="*/ 1735 w 2773"/>
              <a:gd name="T37" fmla="*/ 15 h 61"/>
              <a:gd name="T38" fmla="*/ 1675 w 2773"/>
              <a:gd name="T39" fmla="*/ 10 h 61"/>
              <a:gd name="T40" fmla="*/ 1619 w 2773"/>
              <a:gd name="T41" fmla="*/ 8 h 61"/>
              <a:gd name="T42" fmla="*/ 1563 w 2773"/>
              <a:gd name="T43" fmla="*/ 26 h 61"/>
              <a:gd name="T44" fmla="*/ 1507 w 2773"/>
              <a:gd name="T45" fmla="*/ 34 h 61"/>
              <a:gd name="T46" fmla="*/ 1443 w 2773"/>
              <a:gd name="T47" fmla="*/ 39 h 61"/>
              <a:gd name="T48" fmla="*/ 1387 w 2773"/>
              <a:gd name="T49" fmla="*/ 41 h 61"/>
              <a:gd name="T50" fmla="*/ 1327 w 2773"/>
              <a:gd name="T51" fmla="*/ 23 h 61"/>
              <a:gd name="T52" fmla="*/ 1267 w 2773"/>
              <a:gd name="T53" fmla="*/ 14 h 61"/>
              <a:gd name="T54" fmla="*/ 1207 w 2773"/>
              <a:gd name="T55" fmla="*/ 25 h 61"/>
              <a:gd name="T56" fmla="*/ 1147 w 2773"/>
              <a:gd name="T57" fmla="*/ 36 h 61"/>
              <a:gd name="T58" fmla="*/ 1091 w 2773"/>
              <a:gd name="T59" fmla="*/ 21 h 61"/>
              <a:gd name="T60" fmla="*/ 1035 w 2773"/>
              <a:gd name="T61" fmla="*/ 6 h 61"/>
              <a:gd name="T62" fmla="*/ 979 w 2773"/>
              <a:gd name="T63" fmla="*/ 8 h 61"/>
              <a:gd name="T64" fmla="*/ 923 w 2773"/>
              <a:gd name="T65" fmla="*/ 10 h 61"/>
              <a:gd name="T66" fmla="*/ 867 w 2773"/>
              <a:gd name="T67" fmla="*/ 12 h 61"/>
              <a:gd name="T68" fmla="*/ 810 w 2773"/>
              <a:gd name="T69" fmla="*/ 23 h 61"/>
              <a:gd name="T70" fmla="*/ 751 w 2773"/>
              <a:gd name="T71" fmla="*/ 36 h 61"/>
              <a:gd name="T72" fmla="*/ 694 w 2773"/>
              <a:gd name="T73" fmla="*/ 36 h 61"/>
              <a:gd name="T74" fmla="*/ 631 w 2773"/>
              <a:gd name="T75" fmla="*/ 25 h 61"/>
              <a:gd name="T76" fmla="*/ 578 w 2773"/>
              <a:gd name="T77" fmla="*/ 17 h 61"/>
              <a:gd name="T78" fmla="*/ 586 w 2773"/>
              <a:gd name="T79" fmla="*/ 37 h 61"/>
              <a:gd name="T80" fmla="*/ 608 w 2773"/>
              <a:gd name="T81" fmla="*/ 56 h 61"/>
              <a:gd name="T82" fmla="*/ 552 w 2773"/>
              <a:gd name="T83" fmla="*/ 34 h 61"/>
              <a:gd name="T84" fmla="*/ 492 w 2773"/>
              <a:gd name="T85" fmla="*/ 21 h 61"/>
              <a:gd name="T86" fmla="*/ 436 w 2773"/>
              <a:gd name="T87" fmla="*/ 19 h 61"/>
              <a:gd name="T88" fmla="*/ 376 w 2773"/>
              <a:gd name="T89" fmla="*/ 21 h 61"/>
              <a:gd name="T90" fmla="*/ 313 w 2773"/>
              <a:gd name="T91" fmla="*/ 25 h 61"/>
              <a:gd name="T92" fmla="*/ 275 w 2773"/>
              <a:gd name="T93" fmla="*/ 45 h 61"/>
              <a:gd name="T94" fmla="*/ 219 w 2773"/>
              <a:gd name="T95" fmla="*/ 48 h 61"/>
              <a:gd name="T96" fmla="*/ 163 w 2773"/>
              <a:gd name="T97" fmla="*/ 41 h 61"/>
              <a:gd name="T98" fmla="*/ 107 w 2773"/>
              <a:gd name="T99" fmla="*/ 32 h 61"/>
              <a:gd name="T100" fmla="*/ 51 w 2773"/>
              <a:gd name="T101" fmla="*/ 19 h 61"/>
              <a:gd name="T102" fmla="*/ 2 w 2773"/>
              <a:gd name="T103" fmla="*/ 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773" h="61">
                <a:moveTo>
                  <a:pt x="2772" y="1"/>
                </a:moveTo>
                <a:lnTo>
                  <a:pt x="2772" y="0"/>
                </a:lnTo>
                <a:lnTo>
                  <a:pt x="2772" y="1"/>
                </a:lnTo>
                <a:lnTo>
                  <a:pt x="2770" y="3"/>
                </a:lnTo>
                <a:lnTo>
                  <a:pt x="2764" y="3"/>
                </a:lnTo>
                <a:lnTo>
                  <a:pt x="2742" y="8"/>
                </a:lnTo>
                <a:lnTo>
                  <a:pt x="2727" y="14"/>
                </a:lnTo>
                <a:lnTo>
                  <a:pt x="2715" y="19"/>
                </a:lnTo>
                <a:lnTo>
                  <a:pt x="2704" y="19"/>
                </a:lnTo>
                <a:lnTo>
                  <a:pt x="2693" y="21"/>
                </a:lnTo>
                <a:lnTo>
                  <a:pt x="2682" y="21"/>
                </a:lnTo>
                <a:lnTo>
                  <a:pt x="2670" y="21"/>
                </a:lnTo>
                <a:lnTo>
                  <a:pt x="2659" y="21"/>
                </a:lnTo>
                <a:lnTo>
                  <a:pt x="2648" y="21"/>
                </a:lnTo>
                <a:lnTo>
                  <a:pt x="2637" y="21"/>
                </a:lnTo>
                <a:lnTo>
                  <a:pt x="2626" y="25"/>
                </a:lnTo>
                <a:lnTo>
                  <a:pt x="2618" y="30"/>
                </a:lnTo>
                <a:lnTo>
                  <a:pt x="2611" y="36"/>
                </a:lnTo>
                <a:lnTo>
                  <a:pt x="2599" y="37"/>
                </a:lnTo>
                <a:lnTo>
                  <a:pt x="2588" y="37"/>
                </a:lnTo>
                <a:lnTo>
                  <a:pt x="2577" y="34"/>
                </a:lnTo>
                <a:lnTo>
                  <a:pt x="2562" y="30"/>
                </a:lnTo>
                <a:lnTo>
                  <a:pt x="2551" y="30"/>
                </a:lnTo>
                <a:lnTo>
                  <a:pt x="2539" y="28"/>
                </a:lnTo>
                <a:lnTo>
                  <a:pt x="2528" y="25"/>
                </a:lnTo>
                <a:lnTo>
                  <a:pt x="2517" y="23"/>
                </a:lnTo>
                <a:lnTo>
                  <a:pt x="2502" y="23"/>
                </a:lnTo>
                <a:lnTo>
                  <a:pt x="2491" y="21"/>
                </a:lnTo>
                <a:lnTo>
                  <a:pt x="2480" y="19"/>
                </a:lnTo>
                <a:lnTo>
                  <a:pt x="2468" y="17"/>
                </a:lnTo>
                <a:lnTo>
                  <a:pt x="2457" y="17"/>
                </a:lnTo>
                <a:lnTo>
                  <a:pt x="2446" y="15"/>
                </a:lnTo>
                <a:lnTo>
                  <a:pt x="2435" y="14"/>
                </a:lnTo>
                <a:lnTo>
                  <a:pt x="2423" y="12"/>
                </a:lnTo>
                <a:lnTo>
                  <a:pt x="2412" y="10"/>
                </a:lnTo>
                <a:lnTo>
                  <a:pt x="2408" y="15"/>
                </a:lnTo>
                <a:lnTo>
                  <a:pt x="2394" y="17"/>
                </a:lnTo>
                <a:lnTo>
                  <a:pt x="2379" y="17"/>
                </a:lnTo>
                <a:lnTo>
                  <a:pt x="2367" y="19"/>
                </a:lnTo>
                <a:lnTo>
                  <a:pt x="2356" y="23"/>
                </a:lnTo>
                <a:lnTo>
                  <a:pt x="2352" y="28"/>
                </a:lnTo>
                <a:lnTo>
                  <a:pt x="2341" y="30"/>
                </a:lnTo>
                <a:lnTo>
                  <a:pt x="2330" y="30"/>
                </a:lnTo>
                <a:lnTo>
                  <a:pt x="2319" y="30"/>
                </a:lnTo>
                <a:lnTo>
                  <a:pt x="2307" y="34"/>
                </a:lnTo>
                <a:lnTo>
                  <a:pt x="2296" y="36"/>
                </a:lnTo>
                <a:lnTo>
                  <a:pt x="2285" y="37"/>
                </a:lnTo>
                <a:lnTo>
                  <a:pt x="2274" y="39"/>
                </a:lnTo>
                <a:lnTo>
                  <a:pt x="2263" y="43"/>
                </a:lnTo>
                <a:lnTo>
                  <a:pt x="2251" y="45"/>
                </a:lnTo>
                <a:lnTo>
                  <a:pt x="2240" y="45"/>
                </a:lnTo>
                <a:lnTo>
                  <a:pt x="2229" y="43"/>
                </a:lnTo>
                <a:lnTo>
                  <a:pt x="2218" y="39"/>
                </a:lnTo>
                <a:lnTo>
                  <a:pt x="2203" y="37"/>
                </a:lnTo>
                <a:lnTo>
                  <a:pt x="2191" y="36"/>
                </a:lnTo>
                <a:lnTo>
                  <a:pt x="2180" y="34"/>
                </a:lnTo>
                <a:lnTo>
                  <a:pt x="2169" y="32"/>
                </a:lnTo>
                <a:lnTo>
                  <a:pt x="2158" y="32"/>
                </a:lnTo>
                <a:lnTo>
                  <a:pt x="2146" y="28"/>
                </a:lnTo>
                <a:lnTo>
                  <a:pt x="2135" y="26"/>
                </a:lnTo>
                <a:lnTo>
                  <a:pt x="2124" y="26"/>
                </a:lnTo>
                <a:lnTo>
                  <a:pt x="2113" y="25"/>
                </a:lnTo>
                <a:lnTo>
                  <a:pt x="2102" y="25"/>
                </a:lnTo>
                <a:lnTo>
                  <a:pt x="2087" y="23"/>
                </a:lnTo>
                <a:lnTo>
                  <a:pt x="2072" y="21"/>
                </a:lnTo>
                <a:lnTo>
                  <a:pt x="2060" y="19"/>
                </a:lnTo>
                <a:lnTo>
                  <a:pt x="2049" y="17"/>
                </a:lnTo>
                <a:lnTo>
                  <a:pt x="2038" y="17"/>
                </a:lnTo>
                <a:lnTo>
                  <a:pt x="2027" y="17"/>
                </a:lnTo>
                <a:lnTo>
                  <a:pt x="2016" y="17"/>
                </a:lnTo>
                <a:lnTo>
                  <a:pt x="2004" y="17"/>
                </a:lnTo>
                <a:lnTo>
                  <a:pt x="1993" y="17"/>
                </a:lnTo>
                <a:lnTo>
                  <a:pt x="1982" y="17"/>
                </a:lnTo>
                <a:lnTo>
                  <a:pt x="1967" y="17"/>
                </a:lnTo>
                <a:lnTo>
                  <a:pt x="1956" y="15"/>
                </a:lnTo>
                <a:lnTo>
                  <a:pt x="1944" y="12"/>
                </a:lnTo>
                <a:lnTo>
                  <a:pt x="1933" y="12"/>
                </a:lnTo>
                <a:lnTo>
                  <a:pt x="1922" y="12"/>
                </a:lnTo>
                <a:lnTo>
                  <a:pt x="1914" y="17"/>
                </a:lnTo>
                <a:lnTo>
                  <a:pt x="1903" y="21"/>
                </a:lnTo>
                <a:lnTo>
                  <a:pt x="1892" y="23"/>
                </a:lnTo>
                <a:lnTo>
                  <a:pt x="1881" y="28"/>
                </a:lnTo>
                <a:lnTo>
                  <a:pt x="1870" y="30"/>
                </a:lnTo>
                <a:lnTo>
                  <a:pt x="1858" y="32"/>
                </a:lnTo>
                <a:lnTo>
                  <a:pt x="1847" y="34"/>
                </a:lnTo>
                <a:lnTo>
                  <a:pt x="1836" y="34"/>
                </a:lnTo>
                <a:lnTo>
                  <a:pt x="1825" y="32"/>
                </a:lnTo>
                <a:lnTo>
                  <a:pt x="1813" y="28"/>
                </a:lnTo>
                <a:lnTo>
                  <a:pt x="1802" y="26"/>
                </a:lnTo>
                <a:lnTo>
                  <a:pt x="1791" y="26"/>
                </a:lnTo>
                <a:lnTo>
                  <a:pt x="1780" y="25"/>
                </a:lnTo>
                <a:lnTo>
                  <a:pt x="1768" y="23"/>
                </a:lnTo>
                <a:lnTo>
                  <a:pt x="1757" y="19"/>
                </a:lnTo>
                <a:lnTo>
                  <a:pt x="1746" y="19"/>
                </a:lnTo>
                <a:lnTo>
                  <a:pt x="1735" y="15"/>
                </a:lnTo>
                <a:lnTo>
                  <a:pt x="1724" y="14"/>
                </a:lnTo>
                <a:lnTo>
                  <a:pt x="1712" y="14"/>
                </a:lnTo>
                <a:lnTo>
                  <a:pt x="1701" y="12"/>
                </a:lnTo>
                <a:lnTo>
                  <a:pt x="1690" y="12"/>
                </a:lnTo>
                <a:lnTo>
                  <a:pt x="1675" y="10"/>
                </a:lnTo>
                <a:lnTo>
                  <a:pt x="1664" y="8"/>
                </a:lnTo>
                <a:lnTo>
                  <a:pt x="1652" y="8"/>
                </a:lnTo>
                <a:lnTo>
                  <a:pt x="1641" y="8"/>
                </a:lnTo>
                <a:lnTo>
                  <a:pt x="1630" y="8"/>
                </a:lnTo>
                <a:lnTo>
                  <a:pt x="1619" y="8"/>
                </a:lnTo>
                <a:lnTo>
                  <a:pt x="1608" y="10"/>
                </a:lnTo>
                <a:lnTo>
                  <a:pt x="1596" y="14"/>
                </a:lnTo>
                <a:lnTo>
                  <a:pt x="1585" y="19"/>
                </a:lnTo>
                <a:lnTo>
                  <a:pt x="1574" y="23"/>
                </a:lnTo>
                <a:lnTo>
                  <a:pt x="1563" y="26"/>
                </a:lnTo>
                <a:lnTo>
                  <a:pt x="1551" y="30"/>
                </a:lnTo>
                <a:lnTo>
                  <a:pt x="1540" y="32"/>
                </a:lnTo>
                <a:lnTo>
                  <a:pt x="1529" y="32"/>
                </a:lnTo>
                <a:lnTo>
                  <a:pt x="1518" y="32"/>
                </a:lnTo>
                <a:lnTo>
                  <a:pt x="1507" y="34"/>
                </a:lnTo>
                <a:lnTo>
                  <a:pt x="1492" y="34"/>
                </a:lnTo>
                <a:lnTo>
                  <a:pt x="1480" y="36"/>
                </a:lnTo>
                <a:lnTo>
                  <a:pt x="1465" y="37"/>
                </a:lnTo>
                <a:lnTo>
                  <a:pt x="1454" y="39"/>
                </a:lnTo>
                <a:lnTo>
                  <a:pt x="1443" y="39"/>
                </a:lnTo>
                <a:lnTo>
                  <a:pt x="1432" y="41"/>
                </a:lnTo>
                <a:lnTo>
                  <a:pt x="1420" y="41"/>
                </a:lnTo>
                <a:lnTo>
                  <a:pt x="1409" y="41"/>
                </a:lnTo>
                <a:lnTo>
                  <a:pt x="1398" y="41"/>
                </a:lnTo>
                <a:lnTo>
                  <a:pt x="1387" y="41"/>
                </a:lnTo>
                <a:lnTo>
                  <a:pt x="1376" y="39"/>
                </a:lnTo>
                <a:lnTo>
                  <a:pt x="1368" y="34"/>
                </a:lnTo>
                <a:lnTo>
                  <a:pt x="1353" y="28"/>
                </a:lnTo>
                <a:lnTo>
                  <a:pt x="1342" y="26"/>
                </a:lnTo>
                <a:lnTo>
                  <a:pt x="1327" y="23"/>
                </a:lnTo>
                <a:lnTo>
                  <a:pt x="1316" y="19"/>
                </a:lnTo>
                <a:lnTo>
                  <a:pt x="1301" y="19"/>
                </a:lnTo>
                <a:lnTo>
                  <a:pt x="1289" y="17"/>
                </a:lnTo>
                <a:lnTo>
                  <a:pt x="1278" y="14"/>
                </a:lnTo>
                <a:lnTo>
                  <a:pt x="1267" y="14"/>
                </a:lnTo>
                <a:lnTo>
                  <a:pt x="1256" y="12"/>
                </a:lnTo>
                <a:lnTo>
                  <a:pt x="1241" y="15"/>
                </a:lnTo>
                <a:lnTo>
                  <a:pt x="1230" y="19"/>
                </a:lnTo>
                <a:lnTo>
                  <a:pt x="1218" y="23"/>
                </a:lnTo>
                <a:lnTo>
                  <a:pt x="1207" y="25"/>
                </a:lnTo>
                <a:lnTo>
                  <a:pt x="1196" y="26"/>
                </a:lnTo>
                <a:lnTo>
                  <a:pt x="1181" y="30"/>
                </a:lnTo>
                <a:lnTo>
                  <a:pt x="1170" y="32"/>
                </a:lnTo>
                <a:lnTo>
                  <a:pt x="1158" y="36"/>
                </a:lnTo>
                <a:lnTo>
                  <a:pt x="1147" y="36"/>
                </a:lnTo>
                <a:lnTo>
                  <a:pt x="1136" y="36"/>
                </a:lnTo>
                <a:lnTo>
                  <a:pt x="1121" y="34"/>
                </a:lnTo>
                <a:lnTo>
                  <a:pt x="1114" y="28"/>
                </a:lnTo>
                <a:lnTo>
                  <a:pt x="1102" y="25"/>
                </a:lnTo>
                <a:lnTo>
                  <a:pt x="1091" y="21"/>
                </a:lnTo>
                <a:lnTo>
                  <a:pt x="1080" y="15"/>
                </a:lnTo>
                <a:lnTo>
                  <a:pt x="1069" y="12"/>
                </a:lnTo>
                <a:lnTo>
                  <a:pt x="1057" y="8"/>
                </a:lnTo>
                <a:lnTo>
                  <a:pt x="1046" y="6"/>
                </a:lnTo>
                <a:lnTo>
                  <a:pt x="1035" y="6"/>
                </a:lnTo>
                <a:lnTo>
                  <a:pt x="1024" y="6"/>
                </a:lnTo>
                <a:lnTo>
                  <a:pt x="1012" y="8"/>
                </a:lnTo>
                <a:lnTo>
                  <a:pt x="1001" y="8"/>
                </a:lnTo>
                <a:lnTo>
                  <a:pt x="990" y="8"/>
                </a:lnTo>
                <a:lnTo>
                  <a:pt x="979" y="8"/>
                </a:lnTo>
                <a:lnTo>
                  <a:pt x="968" y="8"/>
                </a:lnTo>
                <a:lnTo>
                  <a:pt x="956" y="10"/>
                </a:lnTo>
                <a:lnTo>
                  <a:pt x="945" y="10"/>
                </a:lnTo>
                <a:lnTo>
                  <a:pt x="934" y="10"/>
                </a:lnTo>
                <a:lnTo>
                  <a:pt x="923" y="10"/>
                </a:lnTo>
                <a:lnTo>
                  <a:pt x="911" y="12"/>
                </a:lnTo>
                <a:lnTo>
                  <a:pt x="900" y="12"/>
                </a:lnTo>
                <a:lnTo>
                  <a:pt x="889" y="12"/>
                </a:lnTo>
                <a:lnTo>
                  <a:pt x="878" y="12"/>
                </a:lnTo>
                <a:lnTo>
                  <a:pt x="867" y="12"/>
                </a:lnTo>
                <a:lnTo>
                  <a:pt x="855" y="12"/>
                </a:lnTo>
                <a:lnTo>
                  <a:pt x="844" y="14"/>
                </a:lnTo>
                <a:lnTo>
                  <a:pt x="833" y="17"/>
                </a:lnTo>
                <a:lnTo>
                  <a:pt x="822" y="19"/>
                </a:lnTo>
                <a:lnTo>
                  <a:pt x="810" y="23"/>
                </a:lnTo>
                <a:lnTo>
                  <a:pt x="799" y="25"/>
                </a:lnTo>
                <a:lnTo>
                  <a:pt x="788" y="30"/>
                </a:lnTo>
                <a:lnTo>
                  <a:pt x="777" y="32"/>
                </a:lnTo>
                <a:lnTo>
                  <a:pt x="765" y="34"/>
                </a:lnTo>
                <a:lnTo>
                  <a:pt x="751" y="36"/>
                </a:lnTo>
                <a:lnTo>
                  <a:pt x="739" y="37"/>
                </a:lnTo>
                <a:lnTo>
                  <a:pt x="728" y="39"/>
                </a:lnTo>
                <a:lnTo>
                  <a:pt x="717" y="39"/>
                </a:lnTo>
                <a:lnTo>
                  <a:pt x="706" y="39"/>
                </a:lnTo>
                <a:lnTo>
                  <a:pt x="694" y="36"/>
                </a:lnTo>
                <a:lnTo>
                  <a:pt x="683" y="32"/>
                </a:lnTo>
                <a:lnTo>
                  <a:pt x="672" y="30"/>
                </a:lnTo>
                <a:lnTo>
                  <a:pt x="661" y="26"/>
                </a:lnTo>
                <a:lnTo>
                  <a:pt x="646" y="26"/>
                </a:lnTo>
                <a:lnTo>
                  <a:pt x="631" y="25"/>
                </a:lnTo>
                <a:lnTo>
                  <a:pt x="627" y="19"/>
                </a:lnTo>
                <a:lnTo>
                  <a:pt x="616" y="17"/>
                </a:lnTo>
                <a:lnTo>
                  <a:pt x="605" y="17"/>
                </a:lnTo>
                <a:lnTo>
                  <a:pt x="590" y="17"/>
                </a:lnTo>
                <a:lnTo>
                  <a:pt x="578" y="17"/>
                </a:lnTo>
                <a:lnTo>
                  <a:pt x="567" y="17"/>
                </a:lnTo>
                <a:lnTo>
                  <a:pt x="567" y="23"/>
                </a:lnTo>
                <a:lnTo>
                  <a:pt x="567" y="28"/>
                </a:lnTo>
                <a:lnTo>
                  <a:pt x="578" y="32"/>
                </a:lnTo>
                <a:lnTo>
                  <a:pt x="586" y="37"/>
                </a:lnTo>
                <a:lnTo>
                  <a:pt x="597" y="43"/>
                </a:lnTo>
                <a:lnTo>
                  <a:pt x="605" y="48"/>
                </a:lnTo>
                <a:lnTo>
                  <a:pt x="612" y="54"/>
                </a:lnTo>
                <a:lnTo>
                  <a:pt x="620" y="60"/>
                </a:lnTo>
                <a:lnTo>
                  <a:pt x="608" y="56"/>
                </a:lnTo>
                <a:lnTo>
                  <a:pt x="597" y="50"/>
                </a:lnTo>
                <a:lnTo>
                  <a:pt x="586" y="47"/>
                </a:lnTo>
                <a:lnTo>
                  <a:pt x="575" y="43"/>
                </a:lnTo>
                <a:lnTo>
                  <a:pt x="563" y="39"/>
                </a:lnTo>
                <a:lnTo>
                  <a:pt x="552" y="34"/>
                </a:lnTo>
                <a:lnTo>
                  <a:pt x="541" y="28"/>
                </a:lnTo>
                <a:lnTo>
                  <a:pt x="530" y="25"/>
                </a:lnTo>
                <a:lnTo>
                  <a:pt x="518" y="23"/>
                </a:lnTo>
                <a:lnTo>
                  <a:pt x="504" y="21"/>
                </a:lnTo>
                <a:lnTo>
                  <a:pt x="492" y="21"/>
                </a:lnTo>
                <a:lnTo>
                  <a:pt x="481" y="21"/>
                </a:lnTo>
                <a:lnTo>
                  <a:pt x="470" y="21"/>
                </a:lnTo>
                <a:lnTo>
                  <a:pt x="459" y="19"/>
                </a:lnTo>
                <a:lnTo>
                  <a:pt x="447" y="19"/>
                </a:lnTo>
                <a:lnTo>
                  <a:pt x="436" y="19"/>
                </a:lnTo>
                <a:lnTo>
                  <a:pt x="425" y="19"/>
                </a:lnTo>
                <a:lnTo>
                  <a:pt x="410" y="19"/>
                </a:lnTo>
                <a:lnTo>
                  <a:pt x="399" y="19"/>
                </a:lnTo>
                <a:lnTo>
                  <a:pt x="387" y="21"/>
                </a:lnTo>
                <a:lnTo>
                  <a:pt x="376" y="21"/>
                </a:lnTo>
                <a:lnTo>
                  <a:pt x="361" y="21"/>
                </a:lnTo>
                <a:lnTo>
                  <a:pt x="346" y="21"/>
                </a:lnTo>
                <a:lnTo>
                  <a:pt x="335" y="21"/>
                </a:lnTo>
                <a:lnTo>
                  <a:pt x="324" y="21"/>
                </a:lnTo>
                <a:lnTo>
                  <a:pt x="313" y="25"/>
                </a:lnTo>
                <a:lnTo>
                  <a:pt x="301" y="26"/>
                </a:lnTo>
                <a:lnTo>
                  <a:pt x="298" y="32"/>
                </a:lnTo>
                <a:lnTo>
                  <a:pt x="298" y="37"/>
                </a:lnTo>
                <a:lnTo>
                  <a:pt x="286" y="43"/>
                </a:lnTo>
                <a:lnTo>
                  <a:pt x="275" y="45"/>
                </a:lnTo>
                <a:lnTo>
                  <a:pt x="264" y="45"/>
                </a:lnTo>
                <a:lnTo>
                  <a:pt x="253" y="45"/>
                </a:lnTo>
                <a:lnTo>
                  <a:pt x="242" y="45"/>
                </a:lnTo>
                <a:lnTo>
                  <a:pt x="230" y="47"/>
                </a:lnTo>
                <a:lnTo>
                  <a:pt x="219" y="48"/>
                </a:lnTo>
                <a:lnTo>
                  <a:pt x="204" y="48"/>
                </a:lnTo>
                <a:lnTo>
                  <a:pt x="193" y="48"/>
                </a:lnTo>
                <a:lnTo>
                  <a:pt x="182" y="48"/>
                </a:lnTo>
                <a:lnTo>
                  <a:pt x="170" y="47"/>
                </a:lnTo>
                <a:lnTo>
                  <a:pt x="163" y="41"/>
                </a:lnTo>
                <a:lnTo>
                  <a:pt x="152" y="39"/>
                </a:lnTo>
                <a:lnTo>
                  <a:pt x="140" y="36"/>
                </a:lnTo>
                <a:lnTo>
                  <a:pt x="129" y="34"/>
                </a:lnTo>
                <a:lnTo>
                  <a:pt x="118" y="32"/>
                </a:lnTo>
                <a:lnTo>
                  <a:pt x="107" y="32"/>
                </a:lnTo>
                <a:lnTo>
                  <a:pt x="96" y="30"/>
                </a:lnTo>
                <a:lnTo>
                  <a:pt x="84" y="26"/>
                </a:lnTo>
                <a:lnTo>
                  <a:pt x="73" y="25"/>
                </a:lnTo>
                <a:lnTo>
                  <a:pt x="62" y="21"/>
                </a:lnTo>
                <a:lnTo>
                  <a:pt x="51" y="19"/>
                </a:lnTo>
                <a:lnTo>
                  <a:pt x="39" y="17"/>
                </a:lnTo>
                <a:lnTo>
                  <a:pt x="28" y="14"/>
                </a:lnTo>
                <a:lnTo>
                  <a:pt x="17" y="12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173A6111-87B9-AFCE-9FB9-B7C566511C74}"/>
              </a:ext>
            </a:extLst>
          </p:cNvPr>
          <p:cNvSpPr>
            <a:spLocks/>
          </p:cNvSpPr>
          <p:nvPr/>
        </p:nvSpPr>
        <p:spPr bwMode="auto">
          <a:xfrm>
            <a:off x="166688" y="2292350"/>
            <a:ext cx="4368800" cy="138113"/>
          </a:xfrm>
          <a:custGeom>
            <a:avLst/>
            <a:gdLst>
              <a:gd name="T0" fmla="*/ 0 w 2752"/>
              <a:gd name="T1" fmla="*/ 86 h 87"/>
              <a:gd name="T2" fmla="*/ 60 w 2752"/>
              <a:gd name="T3" fmla="*/ 59 h 87"/>
              <a:gd name="T4" fmla="*/ 114 w 2752"/>
              <a:gd name="T5" fmla="*/ 33 h 87"/>
              <a:gd name="T6" fmla="*/ 159 w 2752"/>
              <a:gd name="T7" fmla="*/ 25 h 87"/>
              <a:gd name="T8" fmla="*/ 204 w 2752"/>
              <a:gd name="T9" fmla="*/ 29 h 87"/>
              <a:gd name="T10" fmla="*/ 248 w 2752"/>
              <a:gd name="T11" fmla="*/ 46 h 87"/>
              <a:gd name="T12" fmla="*/ 293 w 2752"/>
              <a:gd name="T13" fmla="*/ 59 h 87"/>
              <a:gd name="T14" fmla="*/ 342 w 2752"/>
              <a:gd name="T15" fmla="*/ 33 h 87"/>
              <a:gd name="T16" fmla="*/ 386 w 2752"/>
              <a:gd name="T17" fmla="*/ 25 h 87"/>
              <a:gd name="T18" fmla="*/ 431 w 2752"/>
              <a:gd name="T19" fmla="*/ 42 h 87"/>
              <a:gd name="T20" fmla="*/ 476 w 2752"/>
              <a:gd name="T21" fmla="*/ 63 h 87"/>
              <a:gd name="T22" fmla="*/ 520 w 2752"/>
              <a:gd name="T23" fmla="*/ 42 h 87"/>
              <a:gd name="T24" fmla="*/ 569 w 2752"/>
              <a:gd name="T25" fmla="*/ 29 h 87"/>
              <a:gd name="T26" fmla="*/ 614 w 2752"/>
              <a:gd name="T27" fmla="*/ 25 h 87"/>
              <a:gd name="T28" fmla="*/ 663 w 2752"/>
              <a:gd name="T29" fmla="*/ 16 h 87"/>
              <a:gd name="T30" fmla="*/ 718 w 2752"/>
              <a:gd name="T31" fmla="*/ 25 h 87"/>
              <a:gd name="T32" fmla="*/ 757 w 2752"/>
              <a:gd name="T33" fmla="*/ 55 h 87"/>
              <a:gd name="T34" fmla="*/ 807 w 2752"/>
              <a:gd name="T35" fmla="*/ 42 h 87"/>
              <a:gd name="T36" fmla="*/ 861 w 2752"/>
              <a:gd name="T37" fmla="*/ 33 h 87"/>
              <a:gd name="T38" fmla="*/ 911 w 2752"/>
              <a:gd name="T39" fmla="*/ 21 h 87"/>
              <a:gd name="T40" fmla="*/ 955 w 2752"/>
              <a:gd name="T41" fmla="*/ 21 h 87"/>
              <a:gd name="T42" fmla="*/ 1000 w 2752"/>
              <a:gd name="T43" fmla="*/ 46 h 87"/>
              <a:gd name="T44" fmla="*/ 1044 w 2752"/>
              <a:gd name="T45" fmla="*/ 55 h 87"/>
              <a:gd name="T46" fmla="*/ 1089 w 2752"/>
              <a:gd name="T47" fmla="*/ 46 h 87"/>
              <a:gd name="T48" fmla="*/ 1138 w 2752"/>
              <a:gd name="T49" fmla="*/ 38 h 87"/>
              <a:gd name="T50" fmla="*/ 1183 w 2752"/>
              <a:gd name="T51" fmla="*/ 38 h 87"/>
              <a:gd name="T52" fmla="*/ 1232 w 2752"/>
              <a:gd name="T53" fmla="*/ 33 h 87"/>
              <a:gd name="T54" fmla="*/ 1277 w 2752"/>
              <a:gd name="T55" fmla="*/ 16 h 87"/>
              <a:gd name="T56" fmla="*/ 1331 w 2752"/>
              <a:gd name="T57" fmla="*/ 16 h 87"/>
              <a:gd name="T58" fmla="*/ 1376 w 2752"/>
              <a:gd name="T59" fmla="*/ 42 h 87"/>
              <a:gd name="T60" fmla="*/ 1420 w 2752"/>
              <a:gd name="T61" fmla="*/ 50 h 87"/>
              <a:gd name="T62" fmla="*/ 1470 w 2752"/>
              <a:gd name="T63" fmla="*/ 33 h 87"/>
              <a:gd name="T64" fmla="*/ 1524 w 2752"/>
              <a:gd name="T65" fmla="*/ 12 h 87"/>
              <a:gd name="T66" fmla="*/ 1573 w 2752"/>
              <a:gd name="T67" fmla="*/ 8 h 87"/>
              <a:gd name="T68" fmla="*/ 1613 w 2752"/>
              <a:gd name="T69" fmla="*/ 16 h 87"/>
              <a:gd name="T70" fmla="*/ 1658 w 2752"/>
              <a:gd name="T71" fmla="*/ 46 h 87"/>
              <a:gd name="T72" fmla="*/ 1702 w 2752"/>
              <a:gd name="T73" fmla="*/ 59 h 87"/>
              <a:gd name="T74" fmla="*/ 1747 w 2752"/>
              <a:gd name="T75" fmla="*/ 33 h 87"/>
              <a:gd name="T76" fmla="*/ 1796 w 2752"/>
              <a:gd name="T77" fmla="*/ 21 h 87"/>
              <a:gd name="T78" fmla="*/ 1841 w 2752"/>
              <a:gd name="T79" fmla="*/ 16 h 87"/>
              <a:gd name="T80" fmla="*/ 1890 w 2752"/>
              <a:gd name="T81" fmla="*/ 12 h 87"/>
              <a:gd name="T82" fmla="*/ 1949 w 2752"/>
              <a:gd name="T83" fmla="*/ 42 h 87"/>
              <a:gd name="T84" fmla="*/ 1994 w 2752"/>
              <a:gd name="T85" fmla="*/ 63 h 87"/>
              <a:gd name="T86" fmla="*/ 2043 w 2752"/>
              <a:gd name="T87" fmla="*/ 50 h 87"/>
              <a:gd name="T88" fmla="*/ 2088 w 2752"/>
              <a:gd name="T89" fmla="*/ 29 h 87"/>
              <a:gd name="T90" fmla="*/ 2137 w 2752"/>
              <a:gd name="T91" fmla="*/ 16 h 87"/>
              <a:gd name="T92" fmla="*/ 2182 w 2752"/>
              <a:gd name="T93" fmla="*/ 8 h 87"/>
              <a:gd name="T94" fmla="*/ 2236 w 2752"/>
              <a:gd name="T95" fmla="*/ 29 h 87"/>
              <a:gd name="T96" fmla="*/ 2281 w 2752"/>
              <a:gd name="T97" fmla="*/ 42 h 87"/>
              <a:gd name="T98" fmla="*/ 2325 w 2752"/>
              <a:gd name="T99" fmla="*/ 29 h 87"/>
              <a:gd name="T100" fmla="*/ 2370 w 2752"/>
              <a:gd name="T101" fmla="*/ 8 h 87"/>
              <a:gd name="T102" fmla="*/ 2419 w 2752"/>
              <a:gd name="T103" fmla="*/ 0 h 87"/>
              <a:gd name="T104" fmla="*/ 2474 w 2752"/>
              <a:gd name="T105" fmla="*/ 8 h 87"/>
              <a:gd name="T106" fmla="*/ 2518 w 2752"/>
              <a:gd name="T107" fmla="*/ 25 h 87"/>
              <a:gd name="T108" fmla="*/ 2568 w 2752"/>
              <a:gd name="T109" fmla="*/ 38 h 87"/>
              <a:gd name="T110" fmla="*/ 2607 w 2752"/>
              <a:gd name="T111" fmla="*/ 16 h 87"/>
              <a:gd name="T112" fmla="*/ 2657 w 2752"/>
              <a:gd name="T113" fmla="*/ 38 h 87"/>
              <a:gd name="T114" fmla="*/ 2696 w 2752"/>
              <a:gd name="T115" fmla="*/ 59 h 87"/>
              <a:gd name="T116" fmla="*/ 2741 w 2752"/>
              <a:gd name="T117" fmla="*/ 72 h 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52" h="87">
                <a:moveTo>
                  <a:pt x="0" y="82"/>
                </a:moveTo>
                <a:lnTo>
                  <a:pt x="1" y="76"/>
                </a:lnTo>
                <a:lnTo>
                  <a:pt x="0" y="86"/>
                </a:lnTo>
                <a:lnTo>
                  <a:pt x="30" y="50"/>
                </a:lnTo>
                <a:lnTo>
                  <a:pt x="45" y="50"/>
                </a:lnTo>
                <a:lnTo>
                  <a:pt x="60" y="59"/>
                </a:lnTo>
                <a:lnTo>
                  <a:pt x="80" y="50"/>
                </a:lnTo>
                <a:lnTo>
                  <a:pt x="100" y="38"/>
                </a:lnTo>
                <a:lnTo>
                  <a:pt x="114" y="33"/>
                </a:lnTo>
                <a:lnTo>
                  <a:pt x="129" y="33"/>
                </a:lnTo>
                <a:lnTo>
                  <a:pt x="144" y="29"/>
                </a:lnTo>
                <a:lnTo>
                  <a:pt x="159" y="25"/>
                </a:lnTo>
                <a:lnTo>
                  <a:pt x="174" y="25"/>
                </a:lnTo>
                <a:lnTo>
                  <a:pt x="189" y="29"/>
                </a:lnTo>
                <a:lnTo>
                  <a:pt x="204" y="29"/>
                </a:lnTo>
                <a:lnTo>
                  <a:pt x="218" y="33"/>
                </a:lnTo>
                <a:lnTo>
                  <a:pt x="233" y="42"/>
                </a:lnTo>
                <a:lnTo>
                  <a:pt x="248" y="46"/>
                </a:lnTo>
                <a:lnTo>
                  <a:pt x="263" y="50"/>
                </a:lnTo>
                <a:lnTo>
                  <a:pt x="278" y="55"/>
                </a:lnTo>
                <a:lnTo>
                  <a:pt x="293" y="59"/>
                </a:lnTo>
                <a:lnTo>
                  <a:pt x="312" y="55"/>
                </a:lnTo>
                <a:lnTo>
                  <a:pt x="332" y="46"/>
                </a:lnTo>
                <a:lnTo>
                  <a:pt x="342" y="33"/>
                </a:lnTo>
                <a:lnTo>
                  <a:pt x="357" y="33"/>
                </a:lnTo>
                <a:lnTo>
                  <a:pt x="372" y="29"/>
                </a:lnTo>
                <a:lnTo>
                  <a:pt x="386" y="25"/>
                </a:lnTo>
                <a:lnTo>
                  <a:pt x="401" y="21"/>
                </a:lnTo>
                <a:lnTo>
                  <a:pt x="416" y="33"/>
                </a:lnTo>
                <a:lnTo>
                  <a:pt x="431" y="42"/>
                </a:lnTo>
                <a:lnTo>
                  <a:pt x="446" y="55"/>
                </a:lnTo>
                <a:lnTo>
                  <a:pt x="461" y="63"/>
                </a:lnTo>
                <a:lnTo>
                  <a:pt x="476" y="63"/>
                </a:lnTo>
                <a:lnTo>
                  <a:pt x="490" y="55"/>
                </a:lnTo>
                <a:lnTo>
                  <a:pt x="505" y="50"/>
                </a:lnTo>
                <a:lnTo>
                  <a:pt x="520" y="42"/>
                </a:lnTo>
                <a:lnTo>
                  <a:pt x="535" y="38"/>
                </a:lnTo>
                <a:lnTo>
                  <a:pt x="550" y="33"/>
                </a:lnTo>
                <a:lnTo>
                  <a:pt x="569" y="29"/>
                </a:lnTo>
                <a:lnTo>
                  <a:pt x="584" y="29"/>
                </a:lnTo>
                <a:lnTo>
                  <a:pt x="599" y="25"/>
                </a:lnTo>
                <a:lnTo>
                  <a:pt x="614" y="25"/>
                </a:lnTo>
                <a:lnTo>
                  <a:pt x="629" y="25"/>
                </a:lnTo>
                <a:lnTo>
                  <a:pt x="644" y="21"/>
                </a:lnTo>
                <a:lnTo>
                  <a:pt x="663" y="16"/>
                </a:lnTo>
                <a:lnTo>
                  <a:pt x="683" y="16"/>
                </a:lnTo>
                <a:lnTo>
                  <a:pt x="703" y="12"/>
                </a:lnTo>
                <a:lnTo>
                  <a:pt x="718" y="25"/>
                </a:lnTo>
                <a:lnTo>
                  <a:pt x="728" y="38"/>
                </a:lnTo>
                <a:lnTo>
                  <a:pt x="738" y="50"/>
                </a:lnTo>
                <a:lnTo>
                  <a:pt x="757" y="55"/>
                </a:lnTo>
                <a:lnTo>
                  <a:pt x="772" y="50"/>
                </a:lnTo>
                <a:lnTo>
                  <a:pt x="792" y="46"/>
                </a:lnTo>
                <a:lnTo>
                  <a:pt x="807" y="42"/>
                </a:lnTo>
                <a:lnTo>
                  <a:pt x="827" y="38"/>
                </a:lnTo>
                <a:lnTo>
                  <a:pt x="846" y="38"/>
                </a:lnTo>
                <a:lnTo>
                  <a:pt x="861" y="33"/>
                </a:lnTo>
                <a:lnTo>
                  <a:pt x="876" y="29"/>
                </a:lnTo>
                <a:lnTo>
                  <a:pt x="896" y="25"/>
                </a:lnTo>
                <a:lnTo>
                  <a:pt x="911" y="21"/>
                </a:lnTo>
                <a:lnTo>
                  <a:pt x="926" y="16"/>
                </a:lnTo>
                <a:lnTo>
                  <a:pt x="940" y="12"/>
                </a:lnTo>
                <a:lnTo>
                  <a:pt x="955" y="21"/>
                </a:lnTo>
                <a:lnTo>
                  <a:pt x="970" y="29"/>
                </a:lnTo>
                <a:lnTo>
                  <a:pt x="985" y="38"/>
                </a:lnTo>
                <a:lnTo>
                  <a:pt x="1000" y="46"/>
                </a:lnTo>
                <a:lnTo>
                  <a:pt x="1015" y="55"/>
                </a:lnTo>
                <a:lnTo>
                  <a:pt x="1029" y="55"/>
                </a:lnTo>
                <a:lnTo>
                  <a:pt x="1044" y="55"/>
                </a:lnTo>
                <a:lnTo>
                  <a:pt x="1059" y="50"/>
                </a:lnTo>
                <a:lnTo>
                  <a:pt x="1074" y="46"/>
                </a:lnTo>
                <a:lnTo>
                  <a:pt x="1089" y="46"/>
                </a:lnTo>
                <a:lnTo>
                  <a:pt x="1104" y="42"/>
                </a:lnTo>
                <a:lnTo>
                  <a:pt x="1123" y="42"/>
                </a:lnTo>
                <a:lnTo>
                  <a:pt x="1138" y="38"/>
                </a:lnTo>
                <a:lnTo>
                  <a:pt x="1153" y="38"/>
                </a:lnTo>
                <a:lnTo>
                  <a:pt x="1168" y="38"/>
                </a:lnTo>
                <a:lnTo>
                  <a:pt x="1183" y="38"/>
                </a:lnTo>
                <a:lnTo>
                  <a:pt x="1198" y="38"/>
                </a:lnTo>
                <a:lnTo>
                  <a:pt x="1212" y="38"/>
                </a:lnTo>
                <a:lnTo>
                  <a:pt x="1232" y="33"/>
                </a:lnTo>
                <a:lnTo>
                  <a:pt x="1247" y="29"/>
                </a:lnTo>
                <a:lnTo>
                  <a:pt x="1262" y="21"/>
                </a:lnTo>
                <a:lnTo>
                  <a:pt x="1277" y="16"/>
                </a:lnTo>
                <a:lnTo>
                  <a:pt x="1292" y="12"/>
                </a:lnTo>
                <a:lnTo>
                  <a:pt x="1311" y="8"/>
                </a:lnTo>
                <a:lnTo>
                  <a:pt x="1331" y="16"/>
                </a:lnTo>
                <a:lnTo>
                  <a:pt x="1346" y="29"/>
                </a:lnTo>
                <a:lnTo>
                  <a:pt x="1361" y="38"/>
                </a:lnTo>
                <a:lnTo>
                  <a:pt x="1376" y="42"/>
                </a:lnTo>
                <a:lnTo>
                  <a:pt x="1390" y="50"/>
                </a:lnTo>
                <a:lnTo>
                  <a:pt x="1405" y="50"/>
                </a:lnTo>
                <a:lnTo>
                  <a:pt x="1420" y="50"/>
                </a:lnTo>
                <a:lnTo>
                  <a:pt x="1440" y="46"/>
                </a:lnTo>
                <a:lnTo>
                  <a:pt x="1455" y="42"/>
                </a:lnTo>
                <a:lnTo>
                  <a:pt x="1470" y="33"/>
                </a:lnTo>
                <a:lnTo>
                  <a:pt x="1489" y="25"/>
                </a:lnTo>
                <a:lnTo>
                  <a:pt x="1504" y="21"/>
                </a:lnTo>
                <a:lnTo>
                  <a:pt x="1524" y="12"/>
                </a:lnTo>
                <a:lnTo>
                  <a:pt x="1539" y="12"/>
                </a:lnTo>
                <a:lnTo>
                  <a:pt x="1554" y="12"/>
                </a:lnTo>
                <a:lnTo>
                  <a:pt x="1573" y="8"/>
                </a:lnTo>
                <a:lnTo>
                  <a:pt x="1588" y="4"/>
                </a:lnTo>
                <a:lnTo>
                  <a:pt x="1603" y="4"/>
                </a:lnTo>
                <a:lnTo>
                  <a:pt x="1613" y="16"/>
                </a:lnTo>
                <a:lnTo>
                  <a:pt x="1628" y="25"/>
                </a:lnTo>
                <a:lnTo>
                  <a:pt x="1643" y="33"/>
                </a:lnTo>
                <a:lnTo>
                  <a:pt x="1658" y="46"/>
                </a:lnTo>
                <a:lnTo>
                  <a:pt x="1672" y="55"/>
                </a:lnTo>
                <a:lnTo>
                  <a:pt x="1687" y="59"/>
                </a:lnTo>
                <a:lnTo>
                  <a:pt x="1702" y="59"/>
                </a:lnTo>
                <a:lnTo>
                  <a:pt x="1717" y="50"/>
                </a:lnTo>
                <a:lnTo>
                  <a:pt x="1732" y="42"/>
                </a:lnTo>
                <a:lnTo>
                  <a:pt x="1747" y="33"/>
                </a:lnTo>
                <a:lnTo>
                  <a:pt x="1761" y="29"/>
                </a:lnTo>
                <a:lnTo>
                  <a:pt x="1776" y="25"/>
                </a:lnTo>
                <a:lnTo>
                  <a:pt x="1796" y="21"/>
                </a:lnTo>
                <a:lnTo>
                  <a:pt x="1811" y="21"/>
                </a:lnTo>
                <a:lnTo>
                  <a:pt x="1826" y="21"/>
                </a:lnTo>
                <a:lnTo>
                  <a:pt x="1841" y="16"/>
                </a:lnTo>
                <a:lnTo>
                  <a:pt x="1855" y="16"/>
                </a:lnTo>
                <a:lnTo>
                  <a:pt x="1870" y="8"/>
                </a:lnTo>
                <a:lnTo>
                  <a:pt x="1890" y="12"/>
                </a:lnTo>
                <a:lnTo>
                  <a:pt x="1915" y="25"/>
                </a:lnTo>
                <a:lnTo>
                  <a:pt x="1930" y="29"/>
                </a:lnTo>
                <a:lnTo>
                  <a:pt x="1949" y="42"/>
                </a:lnTo>
                <a:lnTo>
                  <a:pt x="1964" y="46"/>
                </a:lnTo>
                <a:lnTo>
                  <a:pt x="1979" y="55"/>
                </a:lnTo>
                <a:lnTo>
                  <a:pt x="1994" y="63"/>
                </a:lnTo>
                <a:lnTo>
                  <a:pt x="2009" y="63"/>
                </a:lnTo>
                <a:lnTo>
                  <a:pt x="2023" y="59"/>
                </a:lnTo>
                <a:lnTo>
                  <a:pt x="2043" y="50"/>
                </a:lnTo>
                <a:lnTo>
                  <a:pt x="2058" y="38"/>
                </a:lnTo>
                <a:lnTo>
                  <a:pt x="2073" y="33"/>
                </a:lnTo>
                <a:lnTo>
                  <a:pt x="2088" y="29"/>
                </a:lnTo>
                <a:lnTo>
                  <a:pt x="2103" y="25"/>
                </a:lnTo>
                <a:lnTo>
                  <a:pt x="2122" y="21"/>
                </a:lnTo>
                <a:lnTo>
                  <a:pt x="2137" y="16"/>
                </a:lnTo>
                <a:lnTo>
                  <a:pt x="2152" y="12"/>
                </a:lnTo>
                <a:lnTo>
                  <a:pt x="2167" y="8"/>
                </a:lnTo>
                <a:lnTo>
                  <a:pt x="2182" y="8"/>
                </a:lnTo>
                <a:lnTo>
                  <a:pt x="2197" y="12"/>
                </a:lnTo>
                <a:lnTo>
                  <a:pt x="2221" y="21"/>
                </a:lnTo>
                <a:lnTo>
                  <a:pt x="2236" y="29"/>
                </a:lnTo>
                <a:lnTo>
                  <a:pt x="2251" y="33"/>
                </a:lnTo>
                <a:lnTo>
                  <a:pt x="2266" y="38"/>
                </a:lnTo>
                <a:lnTo>
                  <a:pt x="2281" y="42"/>
                </a:lnTo>
                <a:lnTo>
                  <a:pt x="2296" y="42"/>
                </a:lnTo>
                <a:lnTo>
                  <a:pt x="2310" y="33"/>
                </a:lnTo>
                <a:lnTo>
                  <a:pt x="2325" y="29"/>
                </a:lnTo>
                <a:lnTo>
                  <a:pt x="2340" y="21"/>
                </a:lnTo>
                <a:lnTo>
                  <a:pt x="2355" y="12"/>
                </a:lnTo>
                <a:lnTo>
                  <a:pt x="2370" y="8"/>
                </a:lnTo>
                <a:lnTo>
                  <a:pt x="2389" y="4"/>
                </a:lnTo>
                <a:lnTo>
                  <a:pt x="2404" y="0"/>
                </a:lnTo>
                <a:lnTo>
                  <a:pt x="2419" y="0"/>
                </a:lnTo>
                <a:lnTo>
                  <a:pt x="2439" y="0"/>
                </a:lnTo>
                <a:lnTo>
                  <a:pt x="2454" y="4"/>
                </a:lnTo>
                <a:lnTo>
                  <a:pt x="2474" y="8"/>
                </a:lnTo>
                <a:lnTo>
                  <a:pt x="2488" y="12"/>
                </a:lnTo>
                <a:lnTo>
                  <a:pt x="2503" y="21"/>
                </a:lnTo>
                <a:lnTo>
                  <a:pt x="2518" y="25"/>
                </a:lnTo>
                <a:lnTo>
                  <a:pt x="2538" y="29"/>
                </a:lnTo>
                <a:lnTo>
                  <a:pt x="2553" y="38"/>
                </a:lnTo>
                <a:lnTo>
                  <a:pt x="2568" y="38"/>
                </a:lnTo>
                <a:lnTo>
                  <a:pt x="2577" y="25"/>
                </a:lnTo>
                <a:lnTo>
                  <a:pt x="2592" y="16"/>
                </a:lnTo>
                <a:lnTo>
                  <a:pt x="2607" y="16"/>
                </a:lnTo>
                <a:lnTo>
                  <a:pt x="2622" y="21"/>
                </a:lnTo>
                <a:lnTo>
                  <a:pt x="2642" y="29"/>
                </a:lnTo>
                <a:lnTo>
                  <a:pt x="2657" y="38"/>
                </a:lnTo>
                <a:lnTo>
                  <a:pt x="2671" y="42"/>
                </a:lnTo>
                <a:lnTo>
                  <a:pt x="2681" y="55"/>
                </a:lnTo>
                <a:lnTo>
                  <a:pt x="2696" y="59"/>
                </a:lnTo>
                <a:lnTo>
                  <a:pt x="2711" y="63"/>
                </a:lnTo>
                <a:lnTo>
                  <a:pt x="2726" y="72"/>
                </a:lnTo>
                <a:lnTo>
                  <a:pt x="2741" y="72"/>
                </a:lnTo>
                <a:lnTo>
                  <a:pt x="2751" y="80"/>
                </a:lnTo>
                <a:lnTo>
                  <a:pt x="2744" y="78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27" name="Group 31">
            <a:extLst>
              <a:ext uri="{FF2B5EF4-FFF2-40B4-BE49-F238E27FC236}">
                <a16:creationId xmlns:a16="http://schemas.microsoft.com/office/drawing/2014/main" id="{8E174442-D432-5A83-F790-F5658F4533D1}"/>
              </a:ext>
            </a:extLst>
          </p:cNvPr>
          <p:cNvGrpSpPr>
            <a:grpSpLocks/>
          </p:cNvGrpSpPr>
          <p:nvPr/>
        </p:nvGrpSpPr>
        <p:grpSpPr bwMode="auto">
          <a:xfrm>
            <a:off x="76200" y="2636838"/>
            <a:ext cx="4616450" cy="447675"/>
            <a:chOff x="48" y="1661"/>
            <a:chExt cx="2908" cy="282"/>
          </a:xfrm>
        </p:grpSpPr>
        <p:sp>
          <p:nvSpPr>
            <p:cNvPr id="4101" name="Rectangle 5">
              <a:extLst>
                <a:ext uri="{FF2B5EF4-FFF2-40B4-BE49-F238E27FC236}">
                  <a16:creationId xmlns:a16="http://schemas.microsoft.com/office/drawing/2014/main" id="{CED1C114-EC8E-0AC5-EC66-EC9E553531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02" name="Rectangle 6">
              <a:extLst>
                <a:ext uri="{FF2B5EF4-FFF2-40B4-BE49-F238E27FC236}">
                  <a16:creationId xmlns:a16="http://schemas.microsoft.com/office/drawing/2014/main" id="{5CADFEF6-A0FB-7146-4248-30CBEBFA1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03" name="Rectangle 7">
              <a:extLst>
                <a:ext uri="{FF2B5EF4-FFF2-40B4-BE49-F238E27FC236}">
                  <a16:creationId xmlns:a16="http://schemas.microsoft.com/office/drawing/2014/main" id="{EC0A804E-094E-9248-7620-BE0B8D1284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4104" name="Rectangle 8">
              <a:extLst>
                <a:ext uri="{FF2B5EF4-FFF2-40B4-BE49-F238E27FC236}">
                  <a16:creationId xmlns:a16="http://schemas.microsoft.com/office/drawing/2014/main" id="{EA2AF750-2854-14C6-DE67-AE940FCC47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4</a:t>
              </a:r>
            </a:p>
          </p:txBody>
        </p:sp>
        <p:sp>
          <p:nvSpPr>
            <p:cNvPr id="4105" name="Rectangle 9">
              <a:extLst>
                <a:ext uri="{FF2B5EF4-FFF2-40B4-BE49-F238E27FC236}">
                  <a16:creationId xmlns:a16="http://schemas.microsoft.com/office/drawing/2014/main" id="{55A3C28C-30DB-2A6B-BB39-95FF81DFAB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06" name="Rectangle 10">
              <a:extLst>
                <a:ext uri="{FF2B5EF4-FFF2-40B4-BE49-F238E27FC236}">
                  <a16:creationId xmlns:a16="http://schemas.microsoft.com/office/drawing/2014/main" id="{1B019E10-A404-0C83-13E5-7E900FD26D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4107" name="Rectangle 11">
              <a:extLst>
                <a:ext uri="{FF2B5EF4-FFF2-40B4-BE49-F238E27FC236}">
                  <a16:creationId xmlns:a16="http://schemas.microsoft.com/office/drawing/2014/main" id="{829145C3-51DB-09F1-EB5A-F9247B229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4108" name="Rectangle 12">
              <a:extLst>
                <a:ext uri="{FF2B5EF4-FFF2-40B4-BE49-F238E27FC236}">
                  <a16:creationId xmlns:a16="http://schemas.microsoft.com/office/drawing/2014/main" id="{F1F0292F-FDAA-7523-18EF-7276A1118D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2D4A750D-925B-8AC4-F157-1D4317B50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4110" name="Rectangle 14">
              <a:extLst>
                <a:ext uri="{FF2B5EF4-FFF2-40B4-BE49-F238E27FC236}">
                  <a16:creationId xmlns:a16="http://schemas.microsoft.com/office/drawing/2014/main" id="{818539D9-B0B0-7F6C-9D01-097C1B1E7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W</a:t>
              </a:r>
            </a:p>
          </p:txBody>
        </p:sp>
        <p:sp>
          <p:nvSpPr>
            <p:cNvPr id="4111" name="Rectangle 15">
              <a:extLst>
                <a:ext uri="{FF2B5EF4-FFF2-40B4-BE49-F238E27FC236}">
                  <a16:creationId xmlns:a16="http://schemas.microsoft.com/office/drawing/2014/main" id="{223DAE7B-E86F-E3F1-7C57-0D7914F06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4112" name="Rectangle 16">
              <a:extLst>
                <a:ext uri="{FF2B5EF4-FFF2-40B4-BE49-F238E27FC236}">
                  <a16:creationId xmlns:a16="http://schemas.microsoft.com/office/drawing/2014/main" id="{FC559217-6C21-AACB-07DF-FF1FBEBA77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4113" name="Rectangle 17">
              <a:extLst>
                <a:ext uri="{FF2B5EF4-FFF2-40B4-BE49-F238E27FC236}">
                  <a16:creationId xmlns:a16="http://schemas.microsoft.com/office/drawing/2014/main" id="{4BF7B7C1-29DC-FEB8-570E-72B0F4FD9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4114" name="Rectangle 18">
              <a:extLst>
                <a:ext uri="{FF2B5EF4-FFF2-40B4-BE49-F238E27FC236}">
                  <a16:creationId xmlns:a16="http://schemas.microsoft.com/office/drawing/2014/main" id="{EFFB619D-3562-6565-E5CE-25B8C208B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4115" name="Rectangle 19">
              <a:extLst>
                <a:ext uri="{FF2B5EF4-FFF2-40B4-BE49-F238E27FC236}">
                  <a16:creationId xmlns:a16="http://schemas.microsoft.com/office/drawing/2014/main" id="{E6354C3D-5B33-59D5-4CF2-4DECDEB52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4116" name="Rectangle 20">
              <a:extLst>
                <a:ext uri="{FF2B5EF4-FFF2-40B4-BE49-F238E27FC236}">
                  <a16:creationId xmlns:a16="http://schemas.microsoft.com/office/drawing/2014/main" id="{712B4EC0-F6AE-F8BD-8FE3-D512C72B1E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4117" name="Rectangle 21">
              <a:extLst>
                <a:ext uri="{FF2B5EF4-FFF2-40B4-BE49-F238E27FC236}">
                  <a16:creationId xmlns:a16="http://schemas.microsoft.com/office/drawing/2014/main" id="{B40E09E1-4DBD-D45F-D042-345CD20F6C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4118" name="Rectangle 22">
              <a:extLst>
                <a:ext uri="{FF2B5EF4-FFF2-40B4-BE49-F238E27FC236}">
                  <a16:creationId xmlns:a16="http://schemas.microsoft.com/office/drawing/2014/main" id="{4FA0DA09-9A3A-2C44-9BC7-F88D55A7A5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19" name="Rectangle 23">
              <a:extLst>
                <a:ext uri="{FF2B5EF4-FFF2-40B4-BE49-F238E27FC236}">
                  <a16:creationId xmlns:a16="http://schemas.microsoft.com/office/drawing/2014/main" id="{868F2AB9-BC5B-C62D-3AAD-D53C63A8D0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4120" name="Rectangle 24">
              <a:extLst>
                <a:ext uri="{FF2B5EF4-FFF2-40B4-BE49-F238E27FC236}">
                  <a16:creationId xmlns:a16="http://schemas.microsoft.com/office/drawing/2014/main" id="{C7385FCA-81EF-A228-6F4D-2376667CE2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4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4121" name="Rectangle 25">
              <a:extLst>
                <a:ext uri="{FF2B5EF4-FFF2-40B4-BE49-F238E27FC236}">
                  <a16:creationId xmlns:a16="http://schemas.microsoft.com/office/drawing/2014/main" id="{0D1B555D-870B-F6B1-B742-E8E313B013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22" name="Rectangle 26">
              <a:extLst>
                <a:ext uri="{FF2B5EF4-FFF2-40B4-BE49-F238E27FC236}">
                  <a16:creationId xmlns:a16="http://schemas.microsoft.com/office/drawing/2014/main" id="{606F3462-7F81-2BB7-B139-304E475555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4123" name="Rectangle 27">
              <a:extLst>
                <a:ext uri="{FF2B5EF4-FFF2-40B4-BE49-F238E27FC236}">
                  <a16:creationId xmlns:a16="http://schemas.microsoft.com/office/drawing/2014/main" id="{D7B3058C-8F24-78AB-A93A-C55778E8D1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4124" name="Rectangle 28">
              <a:extLst>
                <a:ext uri="{FF2B5EF4-FFF2-40B4-BE49-F238E27FC236}">
                  <a16:creationId xmlns:a16="http://schemas.microsoft.com/office/drawing/2014/main" id="{3C68F4D2-CDA3-7958-A591-6F1A86DAF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4125" name="Rectangle 29">
              <a:extLst>
                <a:ext uri="{FF2B5EF4-FFF2-40B4-BE49-F238E27FC236}">
                  <a16:creationId xmlns:a16="http://schemas.microsoft.com/office/drawing/2014/main" id="{697651CD-0BE6-89D4-969C-42BAE2B5F5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4126" name="Rectangle 30">
              <a:extLst>
                <a:ext uri="{FF2B5EF4-FFF2-40B4-BE49-F238E27FC236}">
                  <a16:creationId xmlns:a16="http://schemas.microsoft.com/office/drawing/2014/main" id="{EBFB3CED-9A2F-C650-60A6-8405E9159B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" y="1661"/>
              <a:ext cx="696" cy="1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46038" rIns="19050" bIns="46038"/>
            <a:lstStyle/>
            <a:p>
              <a:r>
                <a:rPr lang="en-US" altLang="en-US" sz="1200" b="1">
                  <a:solidFill>
                    <a:schemeClr val="tx1"/>
                  </a:solidFill>
                  <a:latin typeface="Arial" panose="020B0604020202020204" pitchFamily="34" charset="0"/>
                </a:rPr>
                <a:t>StudentDetails</a:t>
              </a:r>
            </a:p>
          </p:txBody>
        </p:sp>
      </p:grpSp>
      <p:sp>
        <p:nvSpPr>
          <p:cNvPr id="4128" name="Rectangle 32">
            <a:extLst>
              <a:ext uri="{FF2B5EF4-FFF2-40B4-BE49-F238E27FC236}">
                <a16:creationId xmlns:a16="http://schemas.microsoft.com/office/drawing/2014/main" id="{6628DD94-5A9D-B34B-8CD7-0CEF65E5F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2860675"/>
            <a:ext cx="4594225" cy="22225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29" name="AutoShape 33">
            <a:extLst>
              <a:ext uri="{FF2B5EF4-FFF2-40B4-BE49-F238E27FC236}">
                <a16:creationId xmlns:a16="http://schemas.microsoft.com/office/drawing/2014/main" id="{372F757A-2570-DDD4-364B-EF4C44A80E9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687638" y="723900"/>
            <a:ext cx="1978025" cy="743479"/>
          </a:xfrm>
          <a:prstGeom prst="wedgeRoundRectCallout">
            <a:avLst>
              <a:gd name="adj1" fmla="val -4767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19050" rIns="9525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Let's create a data-item to hold a student record.  Let's call the item StudentDetails and fill it with values shown.</a:t>
            </a:r>
          </a:p>
        </p:txBody>
      </p:sp>
      <p:sp>
        <p:nvSpPr>
          <p:cNvPr id="4130" name="AutoShape 34">
            <a:extLst>
              <a:ext uri="{FF2B5EF4-FFF2-40B4-BE49-F238E27FC236}">
                <a16:creationId xmlns:a16="http://schemas.microsoft.com/office/drawing/2014/main" id="{B9550664-01D0-35E2-007A-B61637FD3C3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678113" y="695325"/>
            <a:ext cx="2009775" cy="918104"/>
          </a:xfrm>
          <a:prstGeom prst="wedgeRoundRectCallout">
            <a:avLst>
              <a:gd name="adj1" fmla="val -4767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19050" rIns="9525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But there is a problem. Although we can access the whole record we can't get at the individual parts of it.  For instance, we can't display only the date of birth.</a:t>
            </a:r>
          </a:p>
        </p:txBody>
      </p:sp>
      <p:sp>
        <p:nvSpPr>
          <p:cNvPr id="4131" name="AutoShape 35">
            <a:extLst>
              <a:ext uri="{FF2B5EF4-FFF2-40B4-BE49-F238E27FC236}">
                <a16:creationId xmlns:a16="http://schemas.microsoft.com/office/drawing/2014/main" id="{C0AC8BE1-A316-9CF2-1447-285ACB8C22C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657475" y="660400"/>
            <a:ext cx="2041525" cy="1262063"/>
          </a:xfrm>
          <a:prstGeom prst="wedgeRoundRectCallout">
            <a:avLst>
              <a:gd name="adj1" fmla="val -4767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19050" rIns="9525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So we need to refine our record to allow us to access the individual parts of the record. </a:t>
            </a:r>
            <a:br>
              <a:rPr lang="en-US" altLang="en-US" sz="1000">
                <a:solidFill>
                  <a:schemeClr val="tx1"/>
                </a:solidFill>
              </a:rPr>
            </a:br>
            <a:r>
              <a:rPr lang="en-US" altLang="en-US" sz="1000">
                <a:solidFill>
                  <a:schemeClr val="tx1"/>
                </a:solidFill>
              </a:rPr>
              <a:t>We need to describe StudentDetails as a group item which consists of the subordinate items - StudentId, StudentName and DateOfBirth.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9" grpId="0" animBg="1" autoUpdateAnimBg="0"/>
      <p:bldP spid="4130" grpId="0" animBg="1" autoUpdateAnimBg="0"/>
      <p:bldP spid="4131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F679F793-B49F-7C9B-31AF-DB5D5CD5A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0" y="203200"/>
            <a:ext cx="4387850" cy="2200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01 StudentDetails.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PIC 9(7). 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02 StudentName      PIC X(10).</a:t>
            </a: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DateOfBirth      PIC 9(8).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5123" name="Freeform 3">
            <a:extLst>
              <a:ext uri="{FF2B5EF4-FFF2-40B4-BE49-F238E27FC236}">
                <a16:creationId xmlns:a16="http://schemas.microsoft.com/office/drawing/2014/main" id="{79ED0384-E8C7-AEDA-2503-BE782BC12EC1}"/>
              </a:ext>
            </a:extLst>
          </p:cNvPr>
          <p:cNvSpPr>
            <a:spLocks/>
          </p:cNvSpPr>
          <p:nvPr/>
        </p:nvSpPr>
        <p:spPr bwMode="auto">
          <a:xfrm>
            <a:off x="161925" y="190500"/>
            <a:ext cx="4402138" cy="96838"/>
          </a:xfrm>
          <a:custGeom>
            <a:avLst/>
            <a:gdLst>
              <a:gd name="T0" fmla="*/ 2764 w 2773"/>
              <a:gd name="T1" fmla="*/ 3 h 61"/>
              <a:gd name="T2" fmla="*/ 2693 w 2773"/>
              <a:gd name="T3" fmla="*/ 21 h 61"/>
              <a:gd name="T4" fmla="*/ 2637 w 2773"/>
              <a:gd name="T5" fmla="*/ 21 h 61"/>
              <a:gd name="T6" fmla="*/ 2588 w 2773"/>
              <a:gd name="T7" fmla="*/ 37 h 61"/>
              <a:gd name="T8" fmla="*/ 2528 w 2773"/>
              <a:gd name="T9" fmla="*/ 25 h 61"/>
              <a:gd name="T10" fmla="*/ 2468 w 2773"/>
              <a:gd name="T11" fmla="*/ 17 h 61"/>
              <a:gd name="T12" fmla="*/ 2412 w 2773"/>
              <a:gd name="T13" fmla="*/ 10 h 61"/>
              <a:gd name="T14" fmla="*/ 2356 w 2773"/>
              <a:gd name="T15" fmla="*/ 23 h 61"/>
              <a:gd name="T16" fmla="*/ 2307 w 2773"/>
              <a:gd name="T17" fmla="*/ 34 h 61"/>
              <a:gd name="T18" fmla="*/ 2251 w 2773"/>
              <a:gd name="T19" fmla="*/ 45 h 61"/>
              <a:gd name="T20" fmla="*/ 2191 w 2773"/>
              <a:gd name="T21" fmla="*/ 36 h 61"/>
              <a:gd name="T22" fmla="*/ 2135 w 2773"/>
              <a:gd name="T23" fmla="*/ 26 h 61"/>
              <a:gd name="T24" fmla="*/ 2072 w 2773"/>
              <a:gd name="T25" fmla="*/ 21 h 61"/>
              <a:gd name="T26" fmla="*/ 2016 w 2773"/>
              <a:gd name="T27" fmla="*/ 17 h 61"/>
              <a:gd name="T28" fmla="*/ 1956 w 2773"/>
              <a:gd name="T29" fmla="*/ 15 h 61"/>
              <a:gd name="T30" fmla="*/ 1903 w 2773"/>
              <a:gd name="T31" fmla="*/ 21 h 61"/>
              <a:gd name="T32" fmla="*/ 1847 w 2773"/>
              <a:gd name="T33" fmla="*/ 34 h 61"/>
              <a:gd name="T34" fmla="*/ 1791 w 2773"/>
              <a:gd name="T35" fmla="*/ 26 h 61"/>
              <a:gd name="T36" fmla="*/ 1735 w 2773"/>
              <a:gd name="T37" fmla="*/ 15 h 61"/>
              <a:gd name="T38" fmla="*/ 1675 w 2773"/>
              <a:gd name="T39" fmla="*/ 10 h 61"/>
              <a:gd name="T40" fmla="*/ 1619 w 2773"/>
              <a:gd name="T41" fmla="*/ 8 h 61"/>
              <a:gd name="T42" fmla="*/ 1563 w 2773"/>
              <a:gd name="T43" fmla="*/ 26 h 61"/>
              <a:gd name="T44" fmla="*/ 1507 w 2773"/>
              <a:gd name="T45" fmla="*/ 34 h 61"/>
              <a:gd name="T46" fmla="*/ 1443 w 2773"/>
              <a:gd name="T47" fmla="*/ 39 h 61"/>
              <a:gd name="T48" fmla="*/ 1387 w 2773"/>
              <a:gd name="T49" fmla="*/ 41 h 61"/>
              <a:gd name="T50" fmla="*/ 1327 w 2773"/>
              <a:gd name="T51" fmla="*/ 23 h 61"/>
              <a:gd name="T52" fmla="*/ 1267 w 2773"/>
              <a:gd name="T53" fmla="*/ 14 h 61"/>
              <a:gd name="T54" fmla="*/ 1207 w 2773"/>
              <a:gd name="T55" fmla="*/ 25 h 61"/>
              <a:gd name="T56" fmla="*/ 1147 w 2773"/>
              <a:gd name="T57" fmla="*/ 36 h 61"/>
              <a:gd name="T58" fmla="*/ 1091 w 2773"/>
              <a:gd name="T59" fmla="*/ 21 h 61"/>
              <a:gd name="T60" fmla="*/ 1035 w 2773"/>
              <a:gd name="T61" fmla="*/ 6 h 61"/>
              <a:gd name="T62" fmla="*/ 979 w 2773"/>
              <a:gd name="T63" fmla="*/ 8 h 61"/>
              <a:gd name="T64" fmla="*/ 923 w 2773"/>
              <a:gd name="T65" fmla="*/ 10 h 61"/>
              <a:gd name="T66" fmla="*/ 867 w 2773"/>
              <a:gd name="T67" fmla="*/ 12 h 61"/>
              <a:gd name="T68" fmla="*/ 810 w 2773"/>
              <a:gd name="T69" fmla="*/ 23 h 61"/>
              <a:gd name="T70" fmla="*/ 751 w 2773"/>
              <a:gd name="T71" fmla="*/ 36 h 61"/>
              <a:gd name="T72" fmla="*/ 694 w 2773"/>
              <a:gd name="T73" fmla="*/ 36 h 61"/>
              <a:gd name="T74" fmla="*/ 631 w 2773"/>
              <a:gd name="T75" fmla="*/ 25 h 61"/>
              <a:gd name="T76" fmla="*/ 578 w 2773"/>
              <a:gd name="T77" fmla="*/ 17 h 61"/>
              <a:gd name="T78" fmla="*/ 586 w 2773"/>
              <a:gd name="T79" fmla="*/ 37 h 61"/>
              <a:gd name="T80" fmla="*/ 608 w 2773"/>
              <a:gd name="T81" fmla="*/ 56 h 61"/>
              <a:gd name="T82" fmla="*/ 552 w 2773"/>
              <a:gd name="T83" fmla="*/ 34 h 61"/>
              <a:gd name="T84" fmla="*/ 492 w 2773"/>
              <a:gd name="T85" fmla="*/ 21 h 61"/>
              <a:gd name="T86" fmla="*/ 436 w 2773"/>
              <a:gd name="T87" fmla="*/ 19 h 61"/>
              <a:gd name="T88" fmla="*/ 376 w 2773"/>
              <a:gd name="T89" fmla="*/ 21 h 61"/>
              <a:gd name="T90" fmla="*/ 313 w 2773"/>
              <a:gd name="T91" fmla="*/ 25 h 61"/>
              <a:gd name="T92" fmla="*/ 275 w 2773"/>
              <a:gd name="T93" fmla="*/ 45 h 61"/>
              <a:gd name="T94" fmla="*/ 219 w 2773"/>
              <a:gd name="T95" fmla="*/ 48 h 61"/>
              <a:gd name="T96" fmla="*/ 163 w 2773"/>
              <a:gd name="T97" fmla="*/ 41 h 61"/>
              <a:gd name="T98" fmla="*/ 107 w 2773"/>
              <a:gd name="T99" fmla="*/ 32 h 61"/>
              <a:gd name="T100" fmla="*/ 51 w 2773"/>
              <a:gd name="T101" fmla="*/ 19 h 61"/>
              <a:gd name="T102" fmla="*/ 2 w 2773"/>
              <a:gd name="T103" fmla="*/ 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773" h="61">
                <a:moveTo>
                  <a:pt x="2772" y="1"/>
                </a:moveTo>
                <a:lnTo>
                  <a:pt x="2772" y="0"/>
                </a:lnTo>
                <a:lnTo>
                  <a:pt x="2772" y="1"/>
                </a:lnTo>
                <a:lnTo>
                  <a:pt x="2770" y="3"/>
                </a:lnTo>
                <a:lnTo>
                  <a:pt x="2764" y="3"/>
                </a:lnTo>
                <a:lnTo>
                  <a:pt x="2742" y="8"/>
                </a:lnTo>
                <a:lnTo>
                  <a:pt x="2727" y="14"/>
                </a:lnTo>
                <a:lnTo>
                  <a:pt x="2715" y="19"/>
                </a:lnTo>
                <a:lnTo>
                  <a:pt x="2704" y="19"/>
                </a:lnTo>
                <a:lnTo>
                  <a:pt x="2693" y="21"/>
                </a:lnTo>
                <a:lnTo>
                  <a:pt x="2682" y="21"/>
                </a:lnTo>
                <a:lnTo>
                  <a:pt x="2670" y="21"/>
                </a:lnTo>
                <a:lnTo>
                  <a:pt x="2659" y="21"/>
                </a:lnTo>
                <a:lnTo>
                  <a:pt x="2648" y="21"/>
                </a:lnTo>
                <a:lnTo>
                  <a:pt x="2637" y="21"/>
                </a:lnTo>
                <a:lnTo>
                  <a:pt x="2626" y="25"/>
                </a:lnTo>
                <a:lnTo>
                  <a:pt x="2618" y="30"/>
                </a:lnTo>
                <a:lnTo>
                  <a:pt x="2611" y="36"/>
                </a:lnTo>
                <a:lnTo>
                  <a:pt x="2599" y="37"/>
                </a:lnTo>
                <a:lnTo>
                  <a:pt x="2588" y="37"/>
                </a:lnTo>
                <a:lnTo>
                  <a:pt x="2577" y="34"/>
                </a:lnTo>
                <a:lnTo>
                  <a:pt x="2562" y="30"/>
                </a:lnTo>
                <a:lnTo>
                  <a:pt x="2551" y="30"/>
                </a:lnTo>
                <a:lnTo>
                  <a:pt x="2539" y="28"/>
                </a:lnTo>
                <a:lnTo>
                  <a:pt x="2528" y="25"/>
                </a:lnTo>
                <a:lnTo>
                  <a:pt x="2517" y="23"/>
                </a:lnTo>
                <a:lnTo>
                  <a:pt x="2502" y="23"/>
                </a:lnTo>
                <a:lnTo>
                  <a:pt x="2491" y="21"/>
                </a:lnTo>
                <a:lnTo>
                  <a:pt x="2480" y="19"/>
                </a:lnTo>
                <a:lnTo>
                  <a:pt x="2468" y="17"/>
                </a:lnTo>
                <a:lnTo>
                  <a:pt x="2457" y="17"/>
                </a:lnTo>
                <a:lnTo>
                  <a:pt x="2446" y="15"/>
                </a:lnTo>
                <a:lnTo>
                  <a:pt x="2435" y="14"/>
                </a:lnTo>
                <a:lnTo>
                  <a:pt x="2423" y="12"/>
                </a:lnTo>
                <a:lnTo>
                  <a:pt x="2412" y="10"/>
                </a:lnTo>
                <a:lnTo>
                  <a:pt x="2408" y="15"/>
                </a:lnTo>
                <a:lnTo>
                  <a:pt x="2394" y="17"/>
                </a:lnTo>
                <a:lnTo>
                  <a:pt x="2379" y="17"/>
                </a:lnTo>
                <a:lnTo>
                  <a:pt x="2367" y="19"/>
                </a:lnTo>
                <a:lnTo>
                  <a:pt x="2356" y="23"/>
                </a:lnTo>
                <a:lnTo>
                  <a:pt x="2352" y="28"/>
                </a:lnTo>
                <a:lnTo>
                  <a:pt x="2341" y="30"/>
                </a:lnTo>
                <a:lnTo>
                  <a:pt x="2330" y="30"/>
                </a:lnTo>
                <a:lnTo>
                  <a:pt x="2319" y="30"/>
                </a:lnTo>
                <a:lnTo>
                  <a:pt x="2307" y="34"/>
                </a:lnTo>
                <a:lnTo>
                  <a:pt x="2296" y="36"/>
                </a:lnTo>
                <a:lnTo>
                  <a:pt x="2285" y="37"/>
                </a:lnTo>
                <a:lnTo>
                  <a:pt x="2274" y="39"/>
                </a:lnTo>
                <a:lnTo>
                  <a:pt x="2263" y="43"/>
                </a:lnTo>
                <a:lnTo>
                  <a:pt x="2251" y="45"/>
                </a:lnTo>
                <a:lnTo>
                  <a:pt x="2240" y="45"/>
                </a:lnTo>
                <a:lnTo>
                  <a:pt x="2229" y="43"/>
                </a:lnTo>
                <a:lnTo>
                  <a:pt x="2218" y="39"/>
                </a:lnTo>
                <a:lnTo>
                  <a:pt x="2203" y="37"/>
                </a:lnTo>
                <a:lnTo>
                  <a:pt x="2191" y="36"/>
                </a:lnTo>
                <a:lnTo>
                  <a:pt x="2180" y="34"/>
                </a:lnTo>
                <a:lnTo>
                  <a:pt x="2169" y="32"/>
                </a:lnTo>
                <a:lnTo>
                  <a:pt x="2158" y="32"/>
                </a:lnTo>
                <a:lnTo>
                  <a:pt x="2146" y="28"/>
                </a:lnTo>
                <a:lnTo>
                  <a:pt x="2135" y="26"/>
                </a:lnTo>
                <a:lnTo>
                  <a:pt x="2124" y="26"/>
                </a:lnTo>
                <a:lnTo>
                  <a:pt x="2113" y="25"/>
                </a:lnTo>
                <a:lnTo>
                  <a:pt x="2102" y="25"/>
                </a:lnTo>
                <a:lnTo>
                  <a:pt x="2087" y="23"/>
                </a:lnTo>
                <a:lnTo>
                  <a:pt x="2072" y="21"/>
                </a:lnTo>
                <a:lnTo>
                  <a:pt x="2060" y="19"/>
                </a:lnTo>
                <a:lnTo>
                  <a:pt x="2049" y="17"/>
                </a:lnTo>
                <a:lnTo>
                  <a:pt x="2038" y="17"/>
                </a:lnTo>
                <a:lnTo>
                  <a:pt x="2027" y="17"/>
                </a:lnTo>
                <a:lnTo>
                  <a:pt x="2016" y="17"/>
                </a:lnTo>
                <a:lnTo>
                  <a:pt x="2004" y="17"/>
                </a:lnTo>
                <a:lnTo>
                  <a:pt x="1993" y="17"/>
                </a:lnTo>
                <a:lnTo>
                  <a:pt x="1982" y="17"/>
                </a:lnTo>
                <a:lnTo>
                  <a:pt x="1967" y="17"/>
                </a:lnTo>
                <a:lnTo>
                  <a:pt x="1956" y="15"/>
                </a:lnTo>
                <a:lnTo>
                  <a:pt x="1944" y="12"/>
                </a:lnTo>
                <a:lnTo>
                  <a:pt x="1933" y="12"/>
                </a:lnTo>
                <a:lnTo>
                  <a:pt x="1922" y="12"/>
                </a:lnTo>
                <a:lnTo>
                  <a:pt x="1914" y="17"/>
                </a:lnTo>
                <a:lnTo>
                  <a:pt x="1903" y="21"/>
                </a:lnTo>
                <a:lnTo>
                  <a:pt x="1892" y="23"/>
                </a:lnTo>
                <a:lnTo>
                  <a:pt x="1881" y="28"/>
                </a:lnTo>
                <a:lnTo>
                  <a:pt x="1870" y="30"/>
                </a:lnTo>
                <a:lnTo>
                  <a:pt x="1858" y="32"/>
                </a:lnTo>
                <a:lnTo>
                  <a:pt x="1847" y="34"/>
                </a:lnTo>
                <a:lnTo>
                  <a:pt x="1836" y="34"/>
                </a:lnTo>
                <a:lnTo>
                  <a:pt x="1825" y="32"/>
                </a:lnTo>
                <a:lnTo>
                  <a:pt x="1813" y="28"/>
                </a:lnTo>
                <a:lnTo>
                  <a:pt x="1802" y="26"/>
                </a:lnTo>
                <a:lnTo>
                  <a:pt x="1791" y="26"/>
                </a:lnTo>
                <a:lnTo>
                  <a:pt x="1780" y="25"/>
                </a:lnTo>
                <a:lnTo>
                  <a:pt x="1768" y="23"/>
                </a:lnTo>
                <a:lnTo>
                  <a:pt x="1757" y="19"/>
                </a:lnTo>
                <a:lnTo>
                  <a:pt x="1746" y="19"/>
                </a:lnTo>
                <a:lnTo>
                  <a:pt x="1735" y="15"/>
                </a:lnTo>
                <a:lnTo>
                  <a:pt x="1724" y="14"/>
                </a:lnTo>
                <a:lnTo>
                  <a:pt x="1712" y="14"/>
                </a:lnTo>
                <a:lnTo>
                  <a:pt x="1701" y="12"/>
                </a:lnTo>
                <a:lnTo>
                  <a:pt x="1690" y="12"/>
                </a:lnTo>
                <a:lnTo>
                  <a:pt x="1675" y="10"/>
                </a:lnTo>
                <a:lnTo>
                  <a:pt x="1664" y="8"/>
                </a:lnTo>
                <a:lnTo>
                  <a:pt x="1652" y="8"/>
                </a:lnTo>
                <a:lnTo>
                  <a:pt x="1641" y="8"/>
                </a:lnTo>
                <a:lnTo>
                  <a:pt x="1630" y="8"/>
                </a:lnTo>
                <a:lnTo>
                  <a:pt x="1619" y="8"/>
                </a:lnTo>
                <a:lnTo>
                  <a:pt x="1608" y="10"/>
                </a:lnTo>
                <a:lnTo>
                  <a:pt x="1596" y="14"/>
                </a:lnTo>
                <a:lnTo>
                  <a:pt x="1585" y="19"/>
                </a:lnTo>
                <a:lnTo>
                  <a:pt x="1574" y="23"/>
                </a:lnTo>
                <a:lnTo>
                  <a:pt x="1563" y="26"/>
                </a:lnTo>
                <a:lnTo>
                  <a:pt x="1551" y="30"/>
                </a:lnTo>
                <a:lnTo>
                  <a:pt x="1540" y="32"/>
                </a:lnTo>
                <a:lnTo>
                  <a:pt x="1529" y="32"/>
                </a:lnTo>
                <a:lnTo>
                  <a:pt x="1518" y="32"/>
                </a:lnTo>
                <a:lnTo>
                  <a:pt x="1507" y="34"/>
                </a:lnTo>
                <a:lnTo>
                  <a:pt x="1492" y="34"/>
                </a:lnTo>
                <a:lnTo>
                  <a:pt x="1480" y="36"/>
                </a:lnTo>
                <a:lnTo>
                  <a:pt x="1465" y="37"/>
                </a:lnTo>
                <a:lnTo>
                  <a:pt x="1454" y="39"/>
                </a:lnTo>
                <a:lnTo>
                  <a:pt x="1443" y="39"/>
                </a:lnTo>
                <a:lnTo>
                  <a:pt x="1432" y="41"/>
                </a:lnTo>
                <a:lnTo>
                  <a:pt x="1420" y="41"/>
                </a:lnTo>
                <a:lnTo>
                  <a:pt x="1409" y="41"/>
                </a:lnTo>
                <a:lnTo>
                  <a:pt x="1398" y="41"/>
                </a:lnTo>
                <a:lnTo>
                  <a:pt x="1387" y="41"/>
                </a:lnTo>
                <a:lnTo>
                  <a:pt x="1376" y="39"/>
                </a:lnTo>
                <a:lnTo>
                  <a:pt x="1368" y="34"/>
                </a:lnTo>
                <a:lnTo>
                  <a:pt x="1353" y="28"/>
                </a:lnTo>
                <a:lnTo>
                  <a:pt x="1342" y="26"/>
                </a:lnTo>
                <a:lnTo>
                  <a:pt x="1327" y="23"/>
                </a:lnTo>
                <a:lnTo>
                  <a:pt x="1316" y="19"/>
                </a:lnTo>
                <a:lnTo>
                  <a:pt x="1301" y="19"/>
                </a:lnTo>
                <a:lnTo>
                  <a:pt x="1289" y="17"/>
                </a:lnTo>
                <a:lnTo>
                  <a:pt x="1278" y="14"/>
                </a:lnTo>
                <a:lnTo>
                  <a:pt x="1267" y="14"/>
                </a:lnTo>
                <a:lnTo>
                  <a:pt x="1256" y="12"/>
                </a:lnTo>
                <a:lnTo>
                  <a:pt x="1241" y="15"/>
                </a:lnTo>
                <a:lnTo>
                  <a:pt x="1230" y="19"/>
                </a:lnTo>
                <a:lnTo>
                  <a:pt x="1218" y="23"/>
                </a:lnTo>
                <a:lnTo>
                  <a:pt x="1207" y="25"/>
                </a:lnTo>
                <a:lnTo>
                  <a:pt x="1196" y="26"/>
                </a:lnTo>
                <a:lnTo>
                  <a:pt x="1181" y="30"/>
                </a:lnTo>
                <a:lnTo>
                  <a:pt x="1170" y="32"/>
                </a:lnTo>
                <a:lnTo>
                  <a:pt x="1158" y="36"/>
                </a:lnTo>
                <a:lnTo>
                  <a:pt x="1147" y="36"/>
                </a:lnTo>
                <a:lnTo>
                  <a:pt x="1136" y="36"/>
                </a:lnTo>
                <a:lnTo>
                  <a:pt x="1121" y="34"/>
                </a:lnTo>
                <a:lnTo>
                  <a:pt x="1114" y="28"/>
                </a:lnTo>
                <a:lnTo>
                  <a:pt x="1102" y="25"/>
                </a:lnTo>
                <a:lnTo>
                  <a:pt x="1091" y="21"/>
                </a:lnTo>
                <a:lnTo>
                  <a:pt x="1080" y="15"/>
                </a:lnTo>
                <a:lnTo>
                  <a:pt x="1069" y="12"/>
                </a:lnTo>
                <a:lnTo>
                  <a:pt x="1057" y="8"/>
                </a:lnTo>
                <a:lnTo>
                  <a:pt x="1046" y="6"/>
                </a:lnTo>
                <a:lnTo>
                  <a:pt x="1035" y="6"/>
                </a:lnTo>
                <a:lnTo>
                  <a:pt x="1024" y="6"/>
                </a:lnTo>
                <a:lnTo>
                  <a:pt x="1012" y="8"/>
                </a:lnTo>
                <a:lnTo>
                  <a:pt x="1001" y="8"/>
                </a:lnTo>
                <a:lnTo>
                  <a:pt x="990" y="8"/>
                </a:lnTo>
                <a:lnTo>
                  <a:pt x="979" y="8"/>
                </a:lnTo>
                <a:lnTo>
                  <a:pt x="968" y="8"/>
                </a:lnTo>
                <a:lnTo>
                  <a:pt x="956" y="10"/>
                </a:lnTo>
                <a:lnTo>
                  <a:pt x="945" y="10"/>
                </a:lnTo>
                <a:lnTo>
                  <a:pt x="934" y="10"/>
                </a:lnTo>
                <a:lnTo>
                  <a:pt x="923" y="10"/>
                </a:lnTo>
                <a:lnTo>
                  <a:pt x="911" y="12"/>
                </a:lnTo>
                <a:lnTo>
                  <a:pt x="900" y="12"/>
                </a:lnTo>
                <a:lnTo>
                  <a:pt x="889" y="12"/>
                </a:lnTo>
                <a:lnTo>
                  <a:pt x="878" y="12"/>
                </a:lnTo>
                <a:lnTo>
                  <a:pt x="867" y="12"/>
                </a:lnTo>
                <a:lnTo>
                  <a:pt x="855" y="12"/>
                </a:lnTo>
                <a:lnTo>
                  <a:pt x="844" y="14"/>
                </a:lnTo>
                <a:lnTo>
                  <a:pt x="833" y="17"/>
                </a:lnTo>
                <a:lnTo>
                  <a:pt x="822" y="19"/>
                </a:lnTo>
                <a:lnTo>
                  <a:pt x="810" y="23"/>
                </a:lnTo>
                <a:lnTo>
                  <a:pt x="799" y="25"/>
                </a:lnTo>
                <a:lnTo>
                  <a:pt x="788" y="30"/>
                </a:lnTo>
                <a:lnTo>
                  <a:pt x="777" y="32"/>
                </a:lnTo>
                <a:lnTo>
                  <a:pt x="765" y="34"/>
                </a:lnTo>
                <a:lnTo>
                  <a:pt x="751" y="36"/>
                </a:lnTo>
                <a:lnTo>
                  <a:pt x="739" y="37"/>
                </a:lnTo>
                <a:lnTo>
                  <a:pt x="728" y="39"/>
                </a:lnTo>
                <a:lnTo>
                  <a:pt x="717" y="39"/>
                </a:lnTo>
                <a:lnTo>
                  <a:pt x="706" y="39"/>
                </a:lnTo>
                <a:lnTo>
                  <a:pt x="694" y="36"/>
                </a:lnTo>
                <a:lnTo>
                  <a:pt x="683" y="32"/>
                </a:lnTo>
                <a:lnTo>
                  <a:pt x="672" y="30"/>
                </a:lnTo>
                <a:lnTo>
                  <a:pt x="661" y="26"/>
                </a:lnTo>
                <a:lnTo>
                  <a:pt x="646" y="26"/>
                </a:lnTo>
                <a:lnTo>
                  <a:pt x="631" y="25"/>
                </a:lnTo>
                <a:lnTo>
                  <a:pt x="627" y="19"/>
                </a:lnTo>
                <a:lnTo>
                  <a:pt x="616" y="17"/>
                </a:lnTo>
                <a:lnTo>
                  <a:pt x="605" y="17"/>
                </a:lnTo>
                <a:lnTo>
                  <a:pt x="590" y="17"/>
                </a:lnTo>
                <a:lnTo>
                  <a:pt x="578" y="17"/>
                </a:lnTo>
                <a:lnTo>
                  <a:pt x="567" y="17"/>
                </a:lnTo>
                <a:lnTo>
                  <a:pt x="567" y="23"/>
                </a:lnTo>
                <a:lnTo>
                  <a:pt x="567" y="28"/>
                </a:lnTo>
                <a:lnTo>
                  <a:pt x="578" y="32"/>
                </a:lnTo>
                <a:lnTo>
                  <a:pt x="586" y="37"/>
                </a:lnTo>
                <a:lnTo>
                  <a:pt x="597" y="43"/>
                </a:lnTo>
                <a:lnTo>
                  <a:pt x="605" y="48"/>
                </a:lnTo>
                <a:lnTo>
                  <a:pt x="612" y="54"/>
                </a:lnTo>
                <a:lnTo>
                  <a:pt x="620" y="60"/>
                </a:lnTo>
                <a:lnTo>
                  <a:pt x="608" y="56"/>
                </a:lnTo>
                <a:lnTo>
                  <a:pt x="597" y="50"/>
                </a:lnTo>
                <a:lnTo>
                  <a:pt x="586" y="47"/>
                </a:lnTo>
                <a:lnTo>
                  <a:pt x="575" y="43"/>
                </a:lnTo>
                <a:lnTo>
                  <a:pt x="563" y="39"/>
                </a:lnTo>
                <a:lnTo>
                  <a:pt x="552" y="34"/>
                </a:lnTo>
                <a:lnTo>
                  <a:pt x="541" y="28"/>
                </a:lnTo>
                <a:lnTo>
                  <a:pt x="530" y="25"/>
                </a:lnTo>
                <a:lnTo>
                  <a:pt x="518" y="23"/>
                </a:lnTo>
                <a:lnTo>
                  <a:pt x="504" y="21"/>
                </a:lnTo>
                <a:lnTo>
                  <a:pt x="492" y="21"/>
                </a:lnTo>
                <a:lnTo>
                  <a:pt x="481" y="21"/>
                </a:lnTo>
                <a:lnTo>
                  <a:pt x="470" y="21"/>
                </a:lnTo>
                <a:lnTo>
                  <a:pt x="459" y="19"/>
                </a:lnTo>
                <a:lnTo>
                  <a:pt x="447" y="19"/>
                </a:lnTo>
                <a:lnTo>
                  <a:pt x="436" y="19"/>
                </a:lnTo>
                <a:lnTo>
                  <a:pt x="425" y="19"/>
                </a:lnTo>
                <a:lnTo>
                  <a:pt x="410" y="19"/>
                </a:lnTo>
                <a:lnTo>
                  <a:pt x="399" y="19"/>
                </a:lnTo>
                <a:lnTo>
                  <a:pt x="387" y="21"/>
                </a:lnTo>
                <a:lnTo>
                  <a:pt x="376" y="21"/>
                </a:lnTo>
                <a:lnTo>
                  <a:pt x="361" y="21"/>
                </a:lnTo>
                <a:lnTo>
                  <a:pt x="346" y="21"/>
                </a:lnTo>
                <a:lnTo>
                  <a:pt x="335" y="21"/>
                </a:lnTo>
                <a:lnTo>
                  <a:pt x="324" y="21"/>
                </a:lnTo>
                <a:lnTo>
                  <a:pt x="313" y="25"/>
                </a:lnTo>
                <a:lnTo>
                  <a:pt x="301" y="26"/>
                </a:lnTo>
                <a:lnTo>
                  <a:pt x="298" y="32"/>
                </a:lnTo>
                <a:lnTo>
                  <a:pt x="298" y="37"/>
                </a:lnTo>
                <a:lnTo>
                  <a:pt x="286" y="43"/>
                </a:lnTo>
                <a:lnTo>
                  <a:pt x="275" y="45"/>
                </a:lnTo>
                <a:lnTo>
                  <a:pt x="264" y="45"/>
                </a:lnTo>
                <a:lnTo>
                  <a:pt x="253" y="45"/>
                </a:lnTo>
                <a:lnTo>
                  <a:pt x="242" y="45"/>
                </a:lnTo>
                <a:lnTo>
                  <a:pt x="230" y="47"/>
                </a:lnTo>
                <a:lnTo>
                  <a:pt x="219" y="48"/>
                </a:lnTo>
                <a:lnTo>
                  <a:pt x="204" y="48"/>
                </a:lnTo>
                <a:lnTo>
                  <a:pt x="193" y="48"/>
                </a:lnTo>
                <a:lnTo>
                  <a:pt x="182" y="48"/>
                </a:lnTo>
                <a:lnTo>
                  <a:pt x="170" y="47"/>
                </a:lnTo>
                <a:lnTo>
                  <a:pt x="163" y="41"/>
                </a:lnTo>
                <a:lnTo>
                  <a:pt x="152" y="39"/>
                </a:lnTo>
                <a:lnTo>
                  <a:pt x="140" y="36"/>
                </a:lnTo>
                <a:lnTo>
                  <a:pt x="129" y="34"/>
                </a:lnTo>
                <a:lnTo>
                  <a:pt x="118" y="32"/>
                </a:lnTo>
                <a:lnTo>
                  <a:pt x="107" y="32"/>
                </a:lnTo>
                <a:lnTo>
                  <a:pt x="96" y="30"/>
                </a:lnTo>
                <a:lnTo>
                  <a:pt x="84" y="26"/>
                </a:lnTo>
                <a:lnTo>
                  <a:pt x="73" y="25"/>
                </a:lnTo>
                <a:lnTo>
                  <a:pt x="62" y="21"/>
                </a:lnTo>
                <a:lnTo>
                  <a:pt x="51" y="19"/>
                </a:lnTo>
                <a:lnTo>
                  <a:pt x="39" y="17"/>
                </a:lnTo>
                <a:lnTo>
                  <a:pt x="28" y="14"/>
                </a:lnTo>
                <a:lnTo>
                  <a:pt x="17" y="12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4" name="Freeform 4">
            <a:extLst>
              <a:ext uri="{FF2B5EF4-FFF2-40B4-BE49-F238E27FC236}">
                <a16:creationId xmlns:a16="http://schemas.microsoft.com/office/drawing/2014/main" id="{7681C1D0-1326-92FE-ECFF-F0997508E671}"/>
              </a:ext>
            </a:extLst>
          </p:cNvPr>
          <p:cNvSpPr>
            <a:spLocks/>
          </p:cNvSpPr>
          <p:nvPr/>
        </p:nvSpPr>
        <p:spPr bwMode="auto">
          <a:xfrm>
            <a:off x="166688" y="2292350"/>
            <a:ext cx="4368800" cy="138113"/>
          </a:xfrm>
          <a:custGeom>
            <a:avLst/>
            <a:gdLst>
              <a:gd name="T0" fmla="*/ 0 w 2752"/>
              <a:gd name="T1" fmla="*/ 86 h 87"/>
              <a:gd name="T2" fmla="*/ 60 w 2752"/>
              <a:gd name="T3" fmla="*/ 59 h 87"/>
              <a:gd name="T4" fmla="*/ 114 w 2752"/>
              <a:gd name="T5" fmla="*/ 33 h 87"/>
              <a:gd name="T6" fmla="*/ 159 w 2752"/>
              <a:gd name="T7" fmla="*/ 25 h 87"/>
              <a:gd name="T8" fmla="*/ 204 w 2752"/>
              <a:gd name="T9" fmla="*/ 29 h 87"/>
              <a:gd name="T10" fmla="*/ 248 w 2752"/>
              <a:gd name="T11" fmla="*/ 46 h 87"/>
              <a:gd name="T12" fmla="*/ 293 w 2752"/>
              <a:gd name="T13" fmla="*/ 59 h 87"/>
              <a:gd name="T14" fmla="*/ 342 w 2752"/>
              <a:gd name="T15" fmla="*/ 33 h 87"/>
              <a:gd name="T16" fmla="*/ 386 w 2752"/>
              <a:gd name="T17" fmla="*/ 25 h 87"/>
              <a:gd name="T18" fmla="*/ 431 w 2752"/>
              <a:gd name="T19" fmla="*/ 42 h 87"/>
              <a:gd name="T20" fmla="*/ 476 w 2752"/>
              <a:gd name="T21" fmla="*/ 63 h 87"/>
              <a:gd name="T22" fmla="*/ 520 w 2752"/>
              <a:gd name="T23" fmla="*/ 42 h 87"/>
              <a:gd name="T24" fmla="*/ 569 w 2752"/>
              <a:gd name="T25" fmla="*/ 29 h 87"/>
              <a:gd name="T26" fmla="*/ 614 w 2752"/>
              <a:gd name="T27" fmla="*/ 25 h 87"/>
              <a:gd name="T28" fmla="*/ 663 w 2752"/>
              <a:gd name="T29" fmla="*/ 16 h 87"/>
              <a:gd name="T30" fmla="*/ 718 w 2752"/>
              <a:gd name="T31" fmla="*/ 25 h 87"/>
              <a:gd name="T32" fmla="*/ 757 w 2752"/>
              <a:gd name="T33" fmla="*/ 55 h 87"/>
              <a:gd name="T34" fmla="*/ 807 w 2752"/>
              <a:gd name="T35" fmla="*/ 42 h 87"/>
              <a:gd name="T36" fmla="*/ 861 w 2752"/>
              <a:gd name="T37" fmla="*/ 33 h 87"/>
              <a:gd name="T38" fmla="*/ 911 w 2752"/>
              <a:gd name="T39" fmla="*/ 21 h 87"/>
              <a:gd name="T40" fmla="*/ 955 w 2752"/>
              <a:gd name="T41" fmla="*/ 21 h 87"/>
              <a:gd name="T42" fmla="*/ 1000 w 2752"/>
              <a:gd name="T43" fmla="*/ 46 h 87"/>
              <a:gd name="T44" fmla="*/ 1044 w 2752"/>
              <a:gd name="T45" fmla="*/ 55 h 87"/>
              <a:gd name="T46" fmla="*/ 1089 w 2752"/>
              <a:gd name="T47" fmla="*/ 46 h 87"/>
              <a:gd name="T48" fmla="*/ 1138 w 2752"/>
              <a:gd name="T49" fmla="*/ 38 h 87"/>
              <a:gd name="T50" fmla="*/ 1183 w 2752"/>
              <a:gd name="T51" fmla="*/ 38 h 87"/>
              <a:gd name="T52" fmla="*/ 1232 w 2752"/>
              <a:gd name="T53" fmla="*/ 33 h 87"/>
              <a:gd name="T54" fmla="*/ 1277 w 2752"/>
              <a:gd name="T55" fmla="*/ 16 h 87"/>
              <a:gd name="T56" fmla="*/ 1331 w 2752"/>
              <a:gd name="T57" fmla="*/ 16 h 87"/>
              <a:gd name="T58" fmla="*/ 1376 w 2752"/>
              <a:gd name="T59" fmla="*/ 42 h 87"/>
              <a:gd name="T60" fmla="*/ 1420 w 2752"/>
              <a:gd name="T61" fmla="*/ 50 h 87"/>
              <a:gd name="T62" fmla="*/ 1470 w 2752"/>
              <a:gd name="T63" fmla="*/ 33 h 87"/>
              <a:gd name="T64" fmla="*/ 1524 w 2752"/>
              <a:gd name="T65" fmla="*/ 12 h 87"/>
              <a:gd name="T66" fmla="*/ 1573 w 2752"/>
              <a:gd name="T67" fmla="*/ 8 h 87"/>
              <a:gd name="T68" fmla="*/ 1613 w 2752"/>
              <a:gd name="T69" fmla="*/ 16 h 87"/>
              <a:gd name="T70" fmla="*/ 1658 w 2752"/>
              <a:gd name="T71" fmla="*/ 46 h 87"/>
              <a:gd name="T72" fmla="*/ 1702 w 2752"/>
              <a:gd name="T73" fmla="*/ 59 h 87"/>
              <a:gd name="T74" fmla="*/ 1747 w 2752"/>
              <a:gd name="T75" fmla="*/ 33 h 87"/>
              <a:gd name="T76" fmla="*/ 1796 w 2752"/>
              <a:gd name="T77" fmla="*/ 21 h 87"/>
              <a:gd name="T78" fmla="*/ 1841 w 2752"/>
              <a:gd name="T79" fmla="*/ 16 h 87"/>
              <a:gd name="T80" fmla="*/ 1890 w 2752"/>
              <a:gd name="T81" fmla="*/ 12 h 87"/>
              <a:gd name="T82" fmla="*/ 1949 w 2752"/>
              <a:gd name="T83" fmla="*/ 42 h 87"/>
              <a:gd name="T84" fmla="*/ 1994 w 2752"/>
              <a:gd name="T85" fmla="*/ 63 h 87"/>
              <a:gd name="T86" fmla="*/ 2043 w 2752"/>
              <a:gd name="T87" fmla="*/ 50 h 87"/>
              <a:gd name="T88" fmla="*/ 2088 w 2752"/>
              <a:gd name="T89" fmla="*/ 29 h 87"/>
              <a:gd name="T90" fmla="*/ 2137 w 2752"/>
              <a:gd name="T91" fmla="*/ 16 h 87"/>
              <a:gd name="T92" fmla="*/ 2182 w 2752"/>
              <a:gd name="T93" fmla="*/ 8 h 87"/>
              <a:gd name="T94" fmla="*/ 2236 w 2752"/>
              <a:gd name="T95" fmla="*/ 29 h 87"/>
              <a:gd name="T96" fmla="*/ 2281 w 2752"/>
              <a:gd name="T97" fmla="*/ 42 h 87"/>
              <a:gd name="T98" fmla="*/ 2325 w 2752"/>
              <a:gd name="T99" fmla="*/ 29 h 87"/>
              <a:gd name="T100" fmla="*/ 2370 w 2752"/>
              <a:gd name="T101" fmla="*/ 8 h 87"/>
              <a:gd name="T102" fmla="*/ 2419 w 2752"/>
              <a:gd name="T103" fmla="*/ 0 h 87"/>
              <a:gd name="T104" fmla="*/ 2474 w 2752"/>
              <a:gd name="T105" fmla="*/ 8 h 87"/>
              <a:gd name="T106" fmla="*/ 2518 w 2752"/>
              <a:gd name="T107" fmla="*/ 25 h 87"/>
              <a:gd name="T108" fmla="*/ 2568 w 2752"/>
              <a:gd name="T109" fmla="*/ 38 h 87"/>
              <a:gd name="T110" fmla="*/ 2607 w 2752"/>
              <a:gd name="T111" fmla="*/ 16 h 87"/>
              <a:gd name="T112" fmla="*/ 2657 w 2752"/>
              <a:gd name="T113" fmla="*/ 38 h 87"/>
              <a:gd name="T114" fmla="*/ 2696 w 2752"/>
              <a:gd name="T115" fmla="*/ 59 h 87"/>
              <a:gd name="T116" fmla="*/ 2741 w 2752"/>
              <a:gd name="T117" fmla="*/ 72 h 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52" h="87">
                <a:moveTo>
                  <a:pt x="0" y="82"/>
                </a:moveTo>
                <a:lnTo>
                  <a:pt x="1" y="76"/>
                </a:lnTo>
                <a:lnTo>
                  <a:pt x="0" y="86"/>
                </a:lnTo>
                <a:lnTo>
                  <a:pt x="30" y="50"/>
                </a:lnTo>
                <a:lnTo>
                  <a:pt x="45" y="50"/>
                </a:lnTo>
                <a:lnTo>
                  <a:pt x="60" y="59"/>
                </a:lnTo>
                <a:lnTo>
                  <a:pt x="80" y="50"/>
                </a:lnTo>
                <a:lnTo>
                  <a:pt x="100" y="38"/>
                </a:lnTo>
                <a:lnTo>
                  <a:pt x="114" y="33"/>
                </a:lnTo>
                <a:lnTo>
                  <a:pt x="129" y="33"/>
                </a:lnTo>
                <a:lnTo>
                  <a:pt x="144" y="29"/>
                </a:lnTo>
                <a:lnTo>
                  <a:pt x="159" y="25"/>
                </a:lnTo>
                <a:lnTo>
                  <a:pt x="174" y="25"/>
                </a:lnTo>
                <a:lnTo>
                  <a:pt x="189" y="29"/>
                </a:lnTo>
                <a:lnTo>
                  <a:pt x="204" y="29"/>
                </a:lnTo>
                <a:lnTo>
                  <a:pt x="218" y="33"/>
                </a:lnTo>
                <a:lnTo>
                  <a:pt x="233" y="42"/>
                </a:lnTo>
                <a:lnTo>
                  <a:pt x="248" y="46"/>
                </a:lnTo>
                <a:lnTo>
                  <a:pt x="263" y="50"/>
                </a:lnTo>
                <a:lnTo>
                  <a:pt x="278" y="55"/>
                </a:lnTo>
                <a:lnTo>
                  <a:pt x="293" y="59"/>
                </a:lnTo>
                <a:lnTo>
                  <a:pt x="312" y="55"/>
                </a:lnTo>
                <a:lnTo>
                  <a:pt x="332" y="46"/>
                </a:lnTo>
                <a:lnTo>
                  <a:pt x="342" y="33"/>
                </a:lnTo>
                <a:lnTo>
                  <a:pt x="357" y="33"/>
                </a:lnTo>
                <a:lnTo>
                  <a:pt x="372" y="29"/>
                </a:lnTo>
                <a:lnTo>
                  <a:pt x="386" y="25"/>
                </a:lnTo>
                <a:lnTo>
                  <a:pt x="401" y="21"/>
                </a:lnTo>
                <a:lnTo>
                  <a:pt x="416" y="33"/>
                </a:lnTo>
                <a:lnTo>
                  <a:pt x="431" y="42"/>
                </a:lnTo>
                <a:lnTo>
                  <a:pt x="446" y="55"/>
                </a:lnTo>
                <a:lnTo>
                  <a:pt x="461" y="63"/>
                </a:lnTo>
                <a:lnTo>
                  <a:pt x="476" y="63"/>
                </a:lnTo>
                <a:lnTo>
                  <a:pt x="490" y="55"/>
                </a:lnTo>
                <a:lnTo>
                  <a:pt x="505" y="50"/>
                </a:lnTo>
                <a:lnTo>
                  <a:pt x="520" y="42"/>
                </a:lnTo>
                <a:lnTo>
                  <a:pt x="535" y="38"/>
                </a:lnTo>
                <a:lnTo>
                  <a:pt x="550" y="33"/>
                </a:lnTo>
                <a:lnTo>
                  <a:pt x="569" y="29"/>
                </a:lnTo>
                <a:lnTo>
                  <a:pt x="584" y="29"/>
                </a:lnTo>
                <a:lnTo>
                  <a:pt x="599" y="25"/>
                </a:lnTo>
                <a:lnTo>
                  <a:pt x="614" y="25"/>
                </a:lnTo>
                <a:lnTo>
                  <a:pt x="629" y="25"/>
                </a:lnTo>
                <a:lnTo>
                  <a:pt x="644" y="21"/>
                </a:lnTo>
                <a:lnTo>
                  <a:pt x="663" y="16"/>
                </a:lnTo>
                <a:lnTo>
                  <a:pt x="683" y="16"/>
                </a:lnTo>
                <a:lnTo>
                  <a:pt x="703" y="12"/>
                </a:lnTo>
                <a:lnTo>
                  <a:pt x="718" y="25"/>
                </a:lnTo>
                <a:lnTo>
                  <a:pt x="728" y="38"/>
                </a:lnTo>
                <a:lnTo>
                  <a:pt x="738" y="50"/>
                </a:lnTo>
                <a:lnTo>
                  <a:pt x="757" y="55"/>
                </a:lnTo>
                <a:lnTo>
                  <a:pt x="772" y="50"/>
                </a:lnTo>
                <a:lnTo>
                  <a:pt x="792" y="46"/>
                </a:lnTo>
                <a:lnTo>
                  <a:pt x="807" y="42"/>
                </a:lnTo>
                <a:lnTo>
                  <a:pt x="827" y="38"/>
                </a:lnTo>
                <a:lnTo>
                  <a:pt x="846" y="38"/>
                </a:lnTo>
                <a:lnTo>
                  <a:pt x="861" y="33"/>
                </a:lnTo>
                <a:lnTo>
                  <a:pt x="876" y="29"/>
                </a:lnTo>
                <a:lnTo>
                  <a:pt x="896" y="25"/>
                </a:lnTo>
                <a:lnTo>
                  <a:pt x="911" y="21"/>
                </a:lnTo>
                <a:lnTo>
                  <a:pt x="926" y="16"/>
                </a:lnTo>
                <a:lnTo>
                  <a:pt x="940" y="12"/>
                </a:lnTo>
                <a:lnTo>
                  <a:pt x="955" y="21"/>
                </a:lnTo>
                <a:lnTo>
                  <a:pt x="970" y="29"/>
                </a:lnTo>
                <a:lnTo>
                  <a:pt x="985" y="38"/>
                </a:lnTo>
                <a:lnTo>
                  <a:pt x="1000" y="46"/>
                </a:lnTo>
                <a:lnTo>
                  <a:pt x="1015" y="55"/>
                </a:lnTo>
                <a:lnTo>
                  <a:pt x="1029" y="55"/>
                </a:lnTo>
                <a:lnTo>
                  <a:pt x="1044" y="55"/>
                </a:lnTo>
                <a:lnTo>
                  <a:pt x="1059" y="50"/>
                </a:lnTo>
                <a:lnTo>
                  <a:pt x="1074" y="46"/>
                </a:lnTo>
                <a:lnTo>
                  <a:pt x="1089" y="46"/>
                </a:lnTo>
                <a:lnTo>
                  <a:pt x="1104" y="42"/>
                </a:lnTo>
                <a:lnTo>
                  <a:pt x="1123" y="42"/>
                </a:lnTo>
                <a:lnTo>
                  <a:pt x="1138" y="38"/>
                </a:lnTo>
                <a:lnTo>
                  <a:pt x="1153" y="38"/>
                </a:lnTo>
                <a:lnTo>
                  <a:pt x="1168" y="38"/>
                </a:lnTo>
                <a:lnTo>
                  <a:pt x="1183" y="38"/>
                </a:lnTo>
                <a:lnTo>
                  <a:pt x="1198" y="38"/>
                </a:lnTo>
                <a:lnTo>
                  <a:pt x="1212" y="38"/>
                </a:lnTo>
                <a:lnTo>
                  <a:pt x="1232" y="33"/>
                </a:lnTo>
                <a:lnTo>
                  <a:pt x="1247" y="29"/>
                </a:lnTo>
                <a:lnTo>
                  <a:pt x="1262" y="21"/>
                </a:lnTo>
                <a:lnTo>
                  <a:pt x="1277" y="16"/>
                </a:lnTo>
                <a:lnTo>
                  <a:pt x="1292" y="12"/>
                </a:lnTo>
                <a:lnTo>
                  <a:pt x="1311" y="8"/>
                </a:lnTo>
                <a:lnTo>
                  <a:pt x="1331" y="16"/>
                </a:lnTo>
                <a:lnTo>
                  <a:pt x="1346" y="29"/>
                </a:lnTo>
                <a:lnTo>
                  <a:pt x="1361" y="38"/>
                </a:lnTo>
                <a:lnTo>
                  <a:pt x="1376" y="42"/>
                </a:lnTo>
                <a:lnTo>
                  <a:pt x="1390" y="50"/>
                </a:lnTo>
                <a:lnTo>
                  <a:pt x="1405" y="50"/>
                </a:lnTo>
                <a:lnTo>
                  <a:pt x="1420" y="50"/>
                </a:lnTo>
                <a:lnTo>
                  <a:pt x="1440" y="46"/>
                </a:lnTo>
                <a:lnTo>
                  <a:pt x="1455" y="42"/>
                </a:lnTo>
                <a:lnTo>
                  <a:pt x="1470" y="33"/>
                </a:lnTo>
                <a:lnTo>
                  <a:pt x="1489" y="25"/>
                </a:lnTo>
                <a:lnTo>
                  <a:pt x="1504" y="21"/>
                </a:lnTo>
                <a:lnTo>
                  <a:pt x="1524" y="12"/>
                </a:lnTo>
                <a:lnTo>
                  <a:pt x="1539" y="12"/>
                </a:lnTo>
                <a:lnTo>
                  <a:pt x="1554" y="12"/>
                </a:lnTo>
                <a:lnTo>
                  <a:pt x="1573" y="8"/>
                </a:lnTo>
                <a:lnTo>
                  <a:pt x="1588" y="4"/>
                </a:lnTo>
                <a:lnTo>
                  <a:pt x="1603" y="4"/>
                </a:lnTo>
                <a:lnTo>
                  <a:pt x="1613" y="16"/>
                </a:lnTo>
                <a:lnTo>
                  <a:pt x="1628" y="25"/>
                </a:lnTo>
                <a:lnTo>
                  <a:pt x="1643" y="33"/>
                </a:lnTo>
                <a:lnTo>
                  <a:pt x="1658" y="46"/>
                </a:lnTo>
                <a:lnTo>
                  <a:pt x="1672" y="55"/>
                </a:lnTo>
                <a:lnTo>
                  <a:pt x="1687" y="59"/>
                </a:lnTo>
                <a:lnTo>
                  <a:pt x="1702" y="59"/>
                </a:lnTo>
                <a:lnTo>
                  <a:pt x="1717" y="50"/>
                </a:lnTo>
                <a:lnTo>
                  <a:pt x="1732" y="42"/>
                </a:lnTo>
                <a:lnTo>
                  <a:pt x="1747" y="33"/>
                </a:lnTo>
                <a:lnTo>
                  <a:pt x="1761" y="29"/>
                </a:lnTo>
                <a:lnTo>
                  <a:pt x="1776" y="25"/>
                </a:lnTo>
                <a:lnTo>
                  <a:pt x="1796" y="21"/>
                </a:lnTo>
                <a:lnTo>
                  <a:pt x="1811" y="21"/>
                </a:lnTo>
                <a:lnTo>
                  <a:pt x="1826" y="21"/>
                </a:lnTo>
                <a:lnTo>
                  <a:pt x="1841" y="16"/>
                </a:lnTo>
                <a:lnTo>
                  <a:pt x="1855" y="16"/>
                </a:lnTo>
                <a:lnTo>
                  <a:pt x="1870" y="8"/>
                </a:lnTo>
                <a:lnTo>
                  <a:pt x="1890" y="12"/>
                </a:lnTo>
                <a:lnTo>
                  <a:pt x="1915" y="25"/>
                </a:lnTo>
                <a:lnTo>
                  <a:pt x="1930" y="29"/>
                </a:lnTo>
                <a:lnTo>
                  <a:pt x="1949" y="42"/>
                </a:lnTo>
                <a:lnTo>
                  <a:pt x="1964" y="46"/>
                </a:lnTo>
                <a:lnTo>
                  <a:pt x="1979" y="55"/>
                </a:lnTo>
                <a:lnTo>
                  <a:pt x="1994" y="63"/>
                </a:lnTo>
                <a:lnTo>
                  <a:pt x="2009" y="63"/>
                </a:lnTo>
                <a:lnTo>
                  <a:pt x="2023" y="59"/>
                </a:lnTo>
                <a:lnTo>
                  <a:pt x="2043" y="50"/>
                </a:lnTo>
                <a:lnTo>
                  <a:pt x="2058" y="38"/>
                </a:lnTo>
                <a:lnTo>
                  <a:pt x="2073" y="33"/>
                </a:lnTo>
                <a:lnTo>
                  <a:pt x="2088" y="29"/>
                </a:lnTo>
                <a:lnTo>
                  <a:pt x="2103" y="25"/>
                </a:lnTo>
                <a:lnTo>
                  <a:pt x="2122" y="21"/>
                </a:lnTo>
                <a:lnTo>
                  <a:pt x="2137" y="16"/>
                </a:lnTo>
                <a:lnTo>
                  <a:pt x="2152" y="12"/>
                </a:lnTo>
                <a:lnTo>
                  <a:pt x="2167" y="8"/>
                </a:lnTo>
                <a:lnTo>
                  <a:pt x="2182" y="8"/>
                </a:lnTo>
                <a:lnTo>
                  <a:pt x="2197" y="12"/>
                </a:lnTo>
                <a:lnTo>
                  <a:pt x="2221" y="21"/>
                </a:lnTo>
                <a:lnTo>
                  <a:pt x="2236" y="29"/>
                </a:lnTo>
                <a:lnTo>
                  <a:pt x="2251" y="33"/>
                </a:lnTo>
                <a:lnTo>
                  <a:pt x="2266" y="38"/>
                </a:lnTo>
                <a:lnTo>
                  <a:pt x="2281" y="42"/>
                </a:lnTo>
                <a:lnTo>
                  <a:pt x="2296" y="42"/>
                </a:lnTo>
                <a:lnTo>
                  <a:pt x="2310" y="33"/>
                </a:lnTo>
                <a:lnTo>
                  <a:pt x="2325" y="29"/>
                </a:lnTo>
                <a:lnTo>
                  <a:pt x="2340" y="21"/>
                </a:lnTo>
                <a:lnTo>
                  <a:pt x="2355" y="12"/>
                </a:lnTo>
                <a:lnTo>
                  <a:pt x="2370" y="8"/>
                </a:lnTo>
                <a:lnTo>
                  <a:pt x="2389" y="4"/>
                </a:lnTo>
                <a:lnTo>
                  <a:pt x="2404" y="0"/>
                </a:lnTo>
                <a:lnTo>
                  <a:pt x="2419" y="0"/>
                </a:lnTo>
                <a:lnTo>
                  <a:pt x="2439" y="0"/>
                </a:lnTo>
                <a:lnTo>
                  <a:pt x="2454" y="4"/>
                </a:lnTo>
                <a:lnTo>
                  <a:pt x="2474" y="8"/>
                </a:lnTo>
                <a:lnTo>
                  <a:pt x="2488" y="12"/>
                </a:lnTo>
                <a:lnTo>
                  <a:pt x="2503" y="21"/>
                </a:lnTo>
                <a:lnTo>
                  <a:pt x="2518" y="25"/>
                </a:lnTo>
                <a:lnTo>
                  <a:pt x="2538" y="29"/>
                </a:lnTo>
                <a:lnTo>
                  <a:pt x="2553" y="38"/>
                </a:lnTo>
                <a:lnTo>
                  <a:pt x="2568" y="38"/>
                </a:lnTo>
                <a:lnTo>
                  <a:pt x="2577" y="25"/>
                </a:lnTo>
                <a:lnTo>
                  <a:pt x="2592" y="16"/>
                </a:lnTo>
                <a:lnTo>
                  <a:pt x="2607" y="16"/>
                </a:lnTo>
                <a:lnTo>
                  <a:pt x="2622" y="21"/>
                </a:lnTo>
                <a:lnTo>
                  <a:pt x="2642" y="29"/>
                </a:lnTo>
                <a:lnTo>
                  <a:pt x="2657" y="38"/>
                </a:lnTo>
                <a:lnTo>
                  <a:pt x="2671" y="42"/>
                </a:lnTo>
                <a:lnTo>
                  <a:pt x="2681" y="55"/>
                </a:lnTo>
                <a:lnTo>
                  <a:pt x="2696" y="59"/>
                </a:lnTo>
                <a:lnTo>
                  <a:pt x="2711" y="63"/>
                </a:lnTo>
                <a:lnTo>
                  <a:pt x="2726" y="72"/>
                </a:lnTo>
                <a:lnTo>
                  <a:pt x="2741" y="72"/>
                </a:lnTo>
                <a:lnTo>
                  <a:pt x="2751" y="80"/>
                </a:lnTo>
                <a:lnTo>
                  <a:pt x="2744" y="78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5151" name="Group 31">
            <a:extLst>
              <a:ext uri="{FF2B5EF4-FFF2-40B4-BE49-F238E27FC236}">
                <a16:creationId xmlns:a16="http://schemas.microsoft.com/office/drawing/2014/main" id="{58E509D8-AF7E-8C9F-8A0D-FF2A737CF514}"/>
              </a:ext>
            </a:extLst>
          </p:cNvPr>
          <p:cNvGrpSpPr>
            <a:grpSpLocks/>
          </p:cNvGrpSpPr>
          <p:nvPr/>
        </p:nvGrpSpPr>
        <p:grpSpPr bwMode="auto">
          <a:xfrm>
            <a:off x="76200" y="2636838"/>
            <a:ext cx="4616450" cy="447675"/>
            <a:chOff x="48" y="1661"/>
            <a:chExt cx="2908" cy="282"/>
          </a:xfrm>
        </p:grpSpPr>
        <p:sp>
          <p:nvSpPr>
            <p:cNvPr id="5125" name="Rectangle 5">
              <a:extLst>
                <a:ext uri="{FF2B5EF4-FFF2-40B4-BE49-F238E27FC236}">
                  <a16:creationId xmlns:a16="http://schemas.microsoft.com/office/drawing/2014/main" id="{7779650C-A7ED-A07F-7D6C-21A919D21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26" name="Rectangle 6">
              <a:extLst>
                <a:ext uri="{FF2B5EF4-FFF2-40B4-BE49-F238E27FC236}">
                  <a16:creationId xmlns:a16="http://schemas.microsoft.com/office/drawing/2014/main" id="{D957D0FA-F2A6-624D-77A0-5986C88B5E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27" name="Rectangle 7">
              <a:extLst>
                <a:ext uri="{FF2B5EF4-FFF2-40B4-BE49-F238E27FC236}">
                  <a16:creationId xmlns:a16="http://schemas.microsoft.com/office/drawing/2014/main" id="{72B838A6-A50C-571E-2A29-5175B091E9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5128" name="Rectangle 8">
              <a:extLst>
                <a:ext uri="{FF2B5EF4-FFF2-40B4-BE49-F238E27FC236}">
                  <a16:creationId xmlns:a16="http://schemas.microsoft.com/office/drawing/2014/main" id="{5F8E4CDA-08EF-9247-98B2-1EF106650F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4</a:t>
              </a:r>
            </a:p>
          </p:txBody>
        </p:sp>
        <p:sp>
          <p:nvSpPr>
            <p:cNvPr id="5129" name="Rectangle 9">
              <a:extLst>
                <a:ext uri="{FF2B5EF4-FFF2-40B4-BE49-F238E27FC236}">
                  <a16:creationId xmlns:a16="http://schemas.microsoft.com/office/drawing/2014/main" id="{56DE8E82-DB68-E2C6-A299-BD6C0F2C7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30" name="Rectangle 10">
              <a:extLst>
                <a:ext uri="{FF2B5EF4-FFF2-40B4-BE49-F238E27FC236}">
                  <a16:creationId xmlns:a16="http://schemas.microsoft.com/office/drawing/2014/main" id="{CA50AF25-7EB1-CF64-F67F-BF299D603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5131" name="Rectangle 11">
              <a:extLst>
                <a:ext uri="{FF2B5EF4-FFF2-40B4-BE49-F238E27FC236}">
                  <a16:creationId xmlns:a16="http://schemas.microsoft.com/office/drawing/2014/main" id="{63B4399D-4FBB-D19A-DD46-A3C2446B2F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5132" name="Rectangle 12">
              <a:extLst>
                <a:ext uri="{FF2B5EF4-FFF2-40B4-BE49-F238E27FC236}">
                  <a16:creationId xmlns:a16="http://schemas.microsoft.com/office/drawing/2014/main" id="{3A38ACA3-7D0F-9618-611E-22EF7B4084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70ED660B-EFAA-C04B-CD48-D098B9012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5134" name="Rectangle 14">
              <a:extLst>
                <a:ext uri="{FF2B5EF4-FFF2-40B4-BE49-F238E27FC236}">
                  <a16:creationId xmlns:a16="http://schemas.microsoft.com/office/drawing/2014/main" id="{CF08243C-3856-82E0-B7D9-7E0D58DCA8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W</a:t>
              </a:r>
            </a:p>
          </p:txBody>
        </p:sp>
        <p:sp>
          <p:nvSpPr>
            <p:cNvPr id="5135" name="Rectangle 15">
              <a:extLst>
                <a:ext uri="{FF2B5EF4-FFF2-40B4-BE49-F238E27FC236}">
                  <a16:creationId xmlns:a16="http://schemas.microsoft.com/office/drawing/2014/main" id="{073060C3-E950-31B9-BEAE-94684043A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5136" name="Rectangle 16">
              <a:extLst>
                <a:ext uri="{FF2B5EF4-FFF2-40B4-BE49-F238E27FC236}">
                  <a16:creationId xmlns:a16="http://schemas.microsoft.com/office/drawing/2014/main" id="{0B6897CD-F38C-45CE-60EB-D49C9BFF0F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5137" name="Rectangle 17">
              <a:extLst>
                <a:ext uri="{FF2B5EF4-FFF2-40B4-BE49-F238E27FC236}">
                  <a16:creationId xmlns:a16="http://schemas.microsoft.com/office/drawing/2014/main" id="{A88D5CDE-39E8-BFE5-8FB1-572C678B04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5138" name="Rectangle 18">
              <a:extLst>
                <a:ext uri="{FF2B5EF4-FFF2-40B4-BE49-F238E27FC236}">
                  <a16:creationId xmlns:a16="http://schemas.microsoft.com/office/drawing/2014/main" id="{2D2C21DE-BD5E-7C9C-E5ED-BF7830E72D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5139" name="Rectangle 19">
              <a:extLst>
                <a:ext uri="{FF2B5EF4-FFF2-40B4-BE49-F238E27FC236}">
                  <a16:creationId xmlns:a16="http://schemas.microsoft.com/office/drawing/2014/main" id="{97364BF2-E326-8DD9-2A85-B53856D1C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5140" name="Rectangle 20">
              <a:extLst>
                <a:ext uri="{FF2B5EF4-FFF2-40B4-BE49-F238E27FC236}">
                  <a16:creationId xmlns:a16="http://schemas.microsoft.com/office/drawing/2014/main" id="{0AFF34BC-8EE2-F2F8-31C7-924DF8A2D4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5141" name="Rectangle 21">
              <a:extLst>
                <a:ext uri="{FF2B5EF4-FFF2-40B4-BE49-F238E27FC236}">
                  <a16:creationId xmlns:a16="http://schemas.microsoft.com/office/drawing/2014/main" id="{D504BEA9-BABD-86C6-28C9-419F8E4610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5142" name="Rectangle 22">
              <a:extLst>
                <a:ext uri="{FF2B5EF4-FFF2-40B4-BE49-F238E27FC236}">
                  <a16:creationId xmlns:a16="http://schemas.microsoft.com/office/drawing/2014/main" id="{73ABDE30-412B-9F42-0917-0D89CE80F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43" name="Rectangle 23">
              <a:extLst>
                <a:ext uri="{FF2B5EF4-FFF2-40B4-BE49-F238E27FC236}">
                  <a16:creationId xmlns:a16="http://schemas.microsoft.com/office/drawing/2014/main" id="{0A8CFBE3-46FA-91C6-5F1C-5C97CC049C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5144" name="Rectangle 24">
              <a:extLst>
                <a:ext uri="{FF2B5EF4-FFF2-40B4-BE49-F238E27FC236}">
                  <a16:creationId xmlns:a16="http://schemas.microsoft.com/office/drawing/2014/main" id="{B64B157F-DA6C-A16A-5162-59889CF39E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4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5145" name="Rectangle 25">
              <a:extLst>
                <a:ext uri="{FF2B5EF4-FFF2-40B4-BE49-F238E27FC236}">
                  <a16:creationId xmlns:a16="http://schemas.microsoft.com/office/drawing/2014/main" id="{E2C322CD-7C95-893E-1364-CC3385013A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46" name="Rectangle 26">
              <a:extLst>
                <a:ext uri="{FF2B5EF4-FFF2-40B4-BE49-F238E27FC236}">
                  <a16:creationId xmlns:a16="http://schemas.microsoft.com/office/drawing/2014/main" id="{46DF661B-0090-38B2-1A91-0FD80CC1D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5147" name="Rectangle 27">
              <a:extLst>
                <a:ext uri="{FF2B5EF4-FFF2-40B4-BE49-F238E27FC236}">
                  <a16:creationId xmlns:a16="http://schemas.microsoft.com/office/drawing/2014/main" id="{0941A555-142C-1EE9-6E3F-23CC428377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5148" name="Rectangle 28">
              <a:extLst>
                <a:ext uri="{FF2B5EF4-FFF2-40B4-BE49-F238E27FC236}">
                  <a16:creationId xmlns:a16="http://schemas.microsoft.com/office/drawing/2014/main" id="{553591C6-BD77-93A8-9945-2458C3942D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5149" name="Rectangle 29">
              <a:extLst>
                <a:ext uri="{FF2B5EF4-FFF2-40B4-BE49-F238E27FC236}">
                  <a16:creationId xmlns:a16="http://schemas.microsoft.com/office/drawing/2014/main" id="{24D6D421-5BE5-DEAD-5677-8E7312F316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5150" name="Rectangle 30">
              <a:extLst>
                <a:ext uri="{FF2B5EF4-FFF2-40B4-BE49-F238E27FC236}">
                  <a16:creationId xmlns:a16="http://schemas.microsoft.com/office/drawing/2014/main" id="{4AC6906D-44E4-9C5C-A4A9-58B62DAD7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" y="1661"/>
              <a:ext cx="696" cy="1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46038" rIns="19050" bIns="46038"/>
            <a:lstStyle/>
            <a:p>
              <a:r>
                <a:rPr lang="en-US" altLang="en-US" sz="1200" b="1">
                  <a:solidFill>
                    <a:schemeClr val="tx1"/>
                  </a:solidFill>
                  <a:latin typeface="Arial" panose="020B0604020202020204" pitchFamily="34" charset="0"/>
                </a:rPr>
                <a:t>StudentDetails</a:t>
              </a:r>
            </a:p>
          </p:txBody>
        </p:sp>
      </p:grpSp>
      <p:sp>
        <p:nvSpPr>
          <p:cNvPr id="5152" name="Rectangle 32">
            <a:extLst>
              <a:ext uri="{FF2B5EF4-FFF2-40B4-BE49-F238E27FC236}">
                <a16:creationId xmlns:a16="http://schemas.microsoft.com/office/drawing/2014/main" id="{DED59CDE-7E0F-BEB1-FDF0-69A66F0AC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2860675"/>
            <a:ext cx="1279525" cy="2222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3" name="Rectangle 33">
            <a:extLst>
              <a:ext uri="{FF2B5EF4-FFF2-40B4-BE49-F238E27FC236}">
                <a16:creationId xmlns:a16="http://schemas.microsoft.com/office/drawing/2014/main" id="{2FDD2E5B-CDDC-80A6-9C6B-46F51CED4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4775" y="2860675"/>
            <a:ext cx="1831975" cy="2222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4" name="Rectangle 34">
            <a:extLst>
              <a:ext uri="{FF2B5EF4-FFF2-40B4-BE49-F238E27FC236}">
                <a16:creationId xmlns:a16="http://schemas.microsoft.com/office/drawing/2014/main" id="{306CF4E4-5C00-2C14-5A27-7BD97A3B8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2625" y="2855913"/>
            <a:ext cx="1470025" cy="227012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61" name="Group 41">
            <a:extLst>
              <a:ext uri="{FF2B5EF4-FFF2-40B4-BE49-F238E27FC236}">
                <a16:creationId xmlns:a16="http://schemas.microsoft.com/office/drawing/2014/main" id="{58FCC88C-DCA8-D22A-4CCE-0CBF43B69F5E}"/>
              </a:ext>
            </a:extLst>
          </p:cNvPr>
          <p:cNvGrpSpPr>
            <a:grpSpLocks/>
          </p:cNvGrpSpPr>
          <p:nvPr/>
        </p:nvGrpSpPr>
        <p:grpSpPr bwMode="auto">
          <a:xfrm>
            <a:off x="80963" y="3148013"/>
            <a:ext cx="4595812" cy="295275"/>
            <a:chOff x="51" y="1983"/>
            <a:chExt cx="2895" cy="186"/>
          </a:xfrm>
        </p:grpSpPr>
        <p:sp>
          <p:nvSpPr>
            <p:cNvPr id="5155" name="Rectangle 35">
              <a:extLst>
                <a:ext uri="{FF2B5EF4-FFF2-40B4-BE49-F238E27FC236}">
                  <a16:creationId xmlns:a16="http://schemas.microsoft.com/office/drawing/2014/main" id="{0AC0A98E-FD4F-144B-D06A-ADC5DBA834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" y="1983"/>
              <a:ext cx="813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StudentId</a:t>
              </a:r>
            </a:p>
          </p:txBody>
        </p:sp>
        <p:sp>
          <p:nvSpPr>
            <p:cNvPr id="5156" name="Rectangle 36">
              <a:extLst>
                <a:ext uri="{FF2B5EF4-FFF2-40B4-BE49-F238E27FC236}">
                  <a16:creationId xmlns:a16="http://schemas.microsoft.com/office/drawing/2014/main" id="{E9CC48E4-CE12-81A9-AF6B-DBCD176E6D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4" y="1983"/>
              <a:ext cx="1167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StudentName</a:t>
              </a:r>
            </a:p>
          </p:txBody>
        </p:sp>
        <p:sp>
          <p:nvSpPr>
            <p:cNvPr id="5157" name="Rectangle 37">
              <a:extLst>
                <a:ext uri="{FF2B5EF4-FFF2-40B4-BE49-F238E27FC236}">
                  <a16:creationId xmlns:a16="http://schemas.microsoft.com/office/drawing/2014/main" id="{52871B62-8E06-482B-7402-528CC35CA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31" y="1983"/>
              <a:ext cx="915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DateOfBirth</a:t>
              </a:r>
            </a:p>
          </p:txBody>
        </p:sp>
        <p:grpSp>
          <p:nvGrpSpPr>
            <p:cNvPr id="5160" name="Group 40">
              <a:extLst>
                <a:ext uri="{FF2B5EF4-FFF2-40B4-BE49-F238E27FC236}">
                  <a16:creationId xmlns:a16="http://schemas.microsoft.com/office/drawing/2014/main" id="{431DA885-1134-AA39-586B-84AF3812A0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3" y="2079"/>
              <a:ext cx="2034" cy="90"/>
              <a:chOff x="903" y="2079"/>
              <a:chExt cx="2034" cy="90"/>
            </a:xfrm>
          </p:grpSpPr>
          <p:sp>
            <p:nvSpPr>
              <p:cNvPr id="5158" name="Rectangle 38">
                <a:extLst>
                  <a:ext uri="{FF2B5EF4-FFF2-40B4-BE49-F238E27FC236}">
                    <a16:creationId xmlns:a16="http://schemas.microsoft.com/office/drawing/2014/main" id="{3BFBDF89-1ADA-C25D-AD1A-551C051F14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3" y="2079"/>
                <a:ext cx="1167" cy="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59" name="Rectangle 39">
                <a:extLst>
                  <a:ext uri="{FF2B5EF4-FFF2-40B4-BE49-F238E27FC236}">
                    <a16:creationId xmlns:a16="http://schemas.microsoft.com/office/drawing/2014/main" id="{3E0C470D-BE18-E4F0-0617-CB180D199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6" y="2079"/>
                <a:ext cx="841" cy="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5162" name="AutoShape 42">
            <a:extLst>
              <a:ext uri="{FF2B5EF4-FFF2-40B4-BE49-F238E27FC236}">
                <a16:creationId xmlns:a16="http://schemas.microsoft.com/office/drawing/2014/main" id="{C3DADBC6-01E1-F0A6-C650-348F473E016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05100" y="1238250"/>
            <a:ext cx="1993900" cy="918104"/>
          </a:xfrm>
          <a:prstGeom prst="wedgeRoundRectCallout">
            <a:avLst>
              <a:gd name="adj1" fmla="val -4767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19050" rIns="9525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Now we have individual access to StudentId, StudentName and DateOfBirth but if we want to display only the student's surname or year of birth we still can't do it. </a:t>
            </a:r>
          </a:p>
        </p:txBody>
      </p:sp>
      <p:sp>
        <p:nvSpPr>
          <p:cNvPr id="5163" name="AutoShape 43">
            <a:extLst>
              <a:ext uri="{FF2B5EF4-FFF2-40B4-BE49-F238E27FC236}">
                <a16:creationId xmlns:a16="http://schemas.microsoft.com/office/drawing/2014/main" id="{8F0A75E8-C77A-7BD5-936F-B686452B1C9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05100" y="1271588"/>
            <a:ext cx="1993900" cy="743479"/>
          </a:xfrm>
          <a:prstGeom prst="wedgeRoundRectCallout">
            <a:avLst>
              <a:gd name="adj1" fmla="val -4767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19050" rIns="9525" bIns="19050" anchor="ctr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So we need to refine our record description still further. StudentName and DateOfBirth must be declared as group items.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62" grpId="0" animBg="1" autoUpdateAnimBg="0"/>
      <p:bldP spid="5163" grpId="0" animBg="1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4154145-3C5E-9ED6-84E3-A963F98B0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0" y="203200"/>
            <a:ext cx="4387850" cy="2200275"/>
          </a:xfrm>
          <a:prstGeom prst="rect">
            <a:avLst/>
          </a:prstGeom>
          <a:solidFill>
            <a:srgbClr val="EEFFEE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01 StudentDetails.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02 StudentId        PIC 9(7). </a:t>
            </a:r>
          </a:p>
          <a:p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   02 StudentName.</a:t>
            </a:r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03 Initials      PIC XX.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03 Surname       PIC X(8).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chemeClr val="tx1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DateOfBirth.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latin typeface="Courier New" panose="02070309020205020404" pitchFamily="49" charset="0"/>
              </a:rPr>
              <a:t>      03 DoB           PIC 99.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03 MoB           PIC 99.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03 Yob           PIC 9(4).</a:t>
            </a:r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2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  <a:p>
            <a:endParaRPr lang="en-US" altLang="en-US" sz="1000" b="1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6147" name="Freeform 3">
            <a:extLst>
              <a:ext uri="{FF2B5EF4-FFF2-40B4-BE49-F238E27FC236}">
                <a16:creationId xmlns:a16="http://schemas.microsoft.com/office/drawing/2014/main" id="{5DF4E7D4-6FC2-BF1C-A0EA-E3362C98DBA1}"/>
              </a:ext>
            </a:extLst>
          </p:cNvPr>
          <p:cNvSpPr>
            <a:spLocks/>
          </p:cNvSpPr>
          <p:nvPr/>
        </p:nvSpPr>
        <p:spPr bwMode="auto">
          <a:xfrm>
            <a:off x="161925" y="190500"/>
            <a:ext cx="4402138" cy="96838"/>
          </a:xfrm>
          <a:custGeom>
            <a:avLst/>
            <a:gdLst>
              <a:gd name="T0" fmla="*/ 2764 w 2773"/>
              <a:gd name="T1" fmla="*/ 3 h 61"/>
              <a:gd name="T2" fmla="*/ 2693 w 2773"/>
              <a:gd name="T3" fmla="*/ 21 h 61"/>
              <a:gd name="T4" fmla="*/ 2637 w 2773"/>
              <a:gd name="T5" fmla="*/ 21 h 61"/>
              <a:gd name="T6" fmla="*/ 2588 w 2773"/>
              <a:gd name="T7" fmla="*/ 37 h 61"/>
              <a:gd name="T8" fmla="*/ 2528 w 2773"/>
              <a:gd name="T9" fmla="*/ 25 h 61"/>
              <a:gd name="T10" fmla="*/ 2468 w 2773"/>
              <a:gd name="T11" fmla="*/ 17 h 61"/>
              <a:gd name="T12" fmla="*/ 2412 w 2773"/>
              <a:gd name="T13" fmla="*/ 10 h 61"/>
              <a:gd name="T14" fmla="*/ 2356 w 2773"/>
              <a:gd name="T15" fmla="*/ 23 h 61"/>
              <a:gd name="T16" fmla="*/ 2307 w 2773"/>
              <a:gd name="T17" fmla="*/ 34 h 61"/>
              <a:gd name="T18" fmla="*/ 2251 w 2773"/>
              <a:gd name="T19" fmla="*/ 45 h 61"/>
              <a:gd name="T20" fmla="*/ 2191 w 2773"/>
              <a:gd name="T21" fmla="*/ 36 h 61"/>
              <a:gd name="T22" fmla="*/ 2135 w 2773"/>
              <a:gd name="T23" fmla="*/ 26 h 61"/>
              <a:gd name="T24" fmla="*/ 2072 w 2773"/>
              <a:gd name="T25" fmla="*/ 21 h 61"/>
              <a:gd name="T26" fmla="*/ 2016 w 2773"/>
              <a:gd name="T27" fmla="*/ 17 h 61"/>
              <a:gd name="T28" fmla="*/ 1956 w 2773"/>
              <a:gd name="T29" fmla="*/ 15 h 61"/>
              <a:gd name="T30" fmla="*/ 1903 w 2773"/>
              <a:gd name="T31" fmla="*/ 21 h 61"/>
              <a:gd name="T32" fmla="*/ 1847 w 2773"/>
              <a:gd name="T33" fmla="*/ 34 h 61"/>
              <a:gd name="T34" fmla="*/ 1791 w 2773"/>
              <a:gd name="T35" fmla="*/ 26 h 61"/>
              <a:gd name="T36" fmla="*/ 1735 w 2773"/>
              <a:gd name="T37" fmla="*/ 15 h 61"/>
              <a:gd name="T38" fmla="*/ 1675 w 2773"/>
              <a:gd name="T39" fmla="*/ 10 h 61"/>
              <a:gd name="T40" fmla="*/ 1619 w 2773"/>
              <a:gd name="T41" fmla="*/ 8 h 61"/>
              <a:gd name="T42" fmla="*/ 1563 w 2773"/>
              <a:gd name="T43" fmla="*/ 26 h 61"/>
              <a:gd name="T44" fmla="*/ 1507 w 2773"/>
              <a:gd name="T45" fmla="*/ 34 h 61"/>
              <a:gd name="T46" fmla="*/ 1443 w 2773"/>
              <a:gd name="T47" fmla="*/ 39 h 61"/>
              <a:gd name="T48" fmla="*/ 1387 w 2773"/>
              <a:gd name="T49" fmla="*/ 41 h 61"/>
              <a:gd name="T50" fmla="*/ 1327 w 2773"/>
              <a:gd name="T51" fmla="*/ 23 h 61"/>
              <a:gd name="T52" fmla="*/ 1267 w 2773"/>
              <a:gd name="T53" fmla="*/ 14 h 61"/>
              <a:gd name="T54" fmla="*/ 1207 w 2773"/>
              <a:gd name="T55" fmla="*/ 25 h 61"/>
              <a:gd name="T56" fmla="*/ 1147 w 2773"/>
              <a:gd name="T57" fmla="*/ 36 h 61"/>
              <a:gd name="T58" fmla="*/ 1091 w 2773"/>
              <a:gd name="T59" fmla="*/ 21 h 61"/>
              <a:gd name="T60" fmla="*/ 1035 w 2773"/>
              <a:gd name="T61" fmla="*/ 6 h 61"/>
              <a:gd name="T62" fmla="*/ 979 w 2773"/>
              <a:gd name="T63" fmla="*/ 8 h 61"/>
              <a:gd name="T64" fmla="*/ 923 w 2773"/>
              <a:gd name="T65" fmla="*/ 10 h 61"/>
              <a:gd name="T66" fmla="*/ 867 w 2773"/>
              <a:gd name="T67" fmla="*/ 12 h 61"/>
              <a:gd name="T68" fmla="*/ 810 w 2773"/>
              <a:gd name="T69" fmla="*/ 23 h 61"/>
              <a:gd name="T70" fmla="*/ 751 w 2773"/>
              <a:gd name="T71" fmla="*/ 36 h 61"/>
              <a:gd name="T72" fmla="*/ 694 w 2773"/>
              <a:gd name="T73" fmla="*/ 36 h 61"/>
              <a:gd name="T74" fmla="*/ 631 w 2773"/>
              <a:gd name="T75" fmla="*/ 25 h 61"/>
              <a:gd name="T76" fmla="*/ 578 w 2773"/>
              <a:gd name="T77" fmla="*/ 17 h 61"/>
              <a:gd name="T78" fmla="*/ 586 w 2773"/>
              <a:gd name="T79" fmla="*/ 37 h 61"/>
              <a:gd name="T80" fmla="*/ 608 w 2773"/>
              <a:gd name="T81" fmla="*/ 56 h 61"/>
              <a:gd name="T82" fmla="*/ 552 w 2773"/>
              <a:gd name="T83" fmla="*/ 34 h 61"/>
              <a:gd name="T84" fmla="*/ 492 w 2773"/>
              <a:gd name="T85" fmla="*/ 21 h 61"/>
              <a:gd name="T86" fmla="*/ 436 w 2773"/>
              <a:gd name="T87" fmla="*/ 19 h 61"/>
              <a:gd name="T88" fmla="*/ 376 w 2773"/>
              <a:gd name="T89" fmla="*/ 21 h 61"/>
              <a:gd name="T90" fmla="*/ 313 w 2773"/>
              <a:gd name="T91" fmla="*/ 25 h 61"/>
              <a:gd name="T92" fmla="*/ 275 w 2773"/>
              <a:gd name="T93" fmla="*/ 45 h 61"/>
              <a:gd name="T94" fmla="*/ 219 w 2773"/>
              <a:gd name="T95" fmla="*/ 48 h 61"/>
              <a:gd name="T96" fmla="*/ 163 w 2773"/>
              <a:gd name="T97" fmla="*/ 41 h 61"/>
              <a:gd name="T98" fmla="*/ 107 w 2773"/>
              <a:gd name="T99" fmla="*/ 32 h 61"/>
              <a:gd name="T100" fmla="*/ 51 w 2773"/>
              <a:gd name="T101" fmla="*/ 19 h 61"/>
              <a:gd name="T102" fmla="*/ 2 w 2773"/>
              <a:gd name="T103" fmla="*/ 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773" h="61">
                <a:moveTo>
                  <a:pt x="2772" y="1"/>
                </a:moveTo>
                <a:lnTo>
                  <a:pt x="2772" y="0"/>
                </a:lnTo>
                <a:lnTo>
                  <a:pt x="2772" y="1"/>
                </a:lnTo>
                <a:lnTo>
                  <a:pt x="2770" y="3"/>
                </a:lnTo>
                <a:lnTo>
                  <a:pt x="2764" y="3"/>
                </a:lnTo>
                <a:lnTo>
                  <a:pt x="2742" y="8"/>
                </a:lnTo>
                <a:lnTo>
                  <a:pt x="2727" y="14"/>
                </a:lnTo>
                <a:lnTo>
                  <a:pt x="2715" y="19"/>
                </a:lnTo>
                <a:lnTo>
                  <a:pt x="2704" y="19"/>
                </a:lnTo>
                <a:lnTo>
                  <a:pt x="2693" y="21"/>
                </a:lnTo>
                <a:lnTo>
                  <a:pt x="2682" y="21"/>
                </a:lnTo>
                <a:lnTo>
                  <a:pt x="2670" y="21"/>
                </a:lnTo>
                <a:lnTo>
                  <a:pt x="2659" y="21"/>
                </a:lnTo>
                <a:lnTo>
                  <a:pt x="2648" y="21"/>
                </a:lnTo>
                <a:lnTo>
                  <a:pt x="2637" y="21"/>
                </a:lnTo>
                <a:lnTo>
                  <a:pt x="2626" y="25"/>
                </a:lnTo>
                <a:lnTo>
                  <a:pt x="2618" y="30"/>
                </a:lnTo>
                <a:lnTo>
                  <a:pt x="2611" y="36"/>
                </a:lnTo>
                <a:lnTo>
                  <a:pt x="2599" y="37"/>
                </a:lnTo>
                <a:lnTo>
                  <a:pt x="2588" y="37"/>
                </a:lnTo>
                <a:lnTo>
                  <a:pt x="2577" y="34"/>
                </a:lnTo>
                <a:lnTo>
                  <a:pt x="2562" y="30"/>
                </a:lnTo>
                <a:lnTo>
                  <a:pt x="2551" y="30"/>
                </a:lnTo>
                <a:lnTo>
                  <a:pt x="2539" y="28"/>
                </a:lnTo>
                <a:lnTo>
                  <a:pt x="2528" y="25"/>
                </a:lnTo>
                <a:lnTo>
                  <a:pt x="2517" y="23"/>
                </a:lnTo>
                <a:lnTo>
                  <a:pt x="2502" y="23"/>
                </a:lnTo>
                <a:lnTo>
                  <a:pt x="2491" y="21"/>
                </a:lnTo>
                <a:lnTo>
                  <a:pt x="2480" y="19"/>
                </a:lnTo>
                <a:lnTo>
                  <a:pt x="2468" y="17"/>
                </a:lnTo>
                <a:lnTo>
                  <a:pt x="2457" y="17"/>
                </a:lnTo>
                <a:lnTo>
                  <a:pt x="2446" y="15"/>
                </a:lnTo>
                <a:lnTo>
                  <a:pt x="2435" y="14"/>
                </a:lnTo>
                <a:lnTo>
                  <a:pt x="2423" y="12"/>
                </a:lnTo>
                <a:lnTo>
                  <a:pt x="2412" y="10"/>
                </a:lnTo>
                <a:lnTo>
                  <a:pt x="2408" y="15"/>
                </a:lnTo>
                <a:lnTo>
                  <a:pt x="2394" y="17"/>
                </a:lnTo>
                <a:lnTo>
                  <a:pt x="2379" y="17"/>
                </a:lnTo>
                <a:lnTo>
                  <a:pt x="2367" y="19"/>
                </a:lnTo>
                <a:lnTo>
                  <a:pt x="2356" y="23"/>
                </a:lnTo>
                <a:lnTo>
                  <a:pt x="2352" y="28"/>
                </a:lnTo>
                <a:lnTo>
                  <a:pt x="2341" y="30"/>
                </a:lnTo>
                <a:lnTo>
                  <a:pt x="2330" y="30"/>
                </a:lnTo>
                <a:lnTo>
                  <a:pt x="2319" y="30"/>
                </a:lnTo>
                <a:lnTo>
                  <a:pt x="2307" y="34"/>
                </a:lnTo>
                <a:lnTo>
                  <a:pt x="2296" y="36"/>
                </a:lnTo>
                <a:lnTo>
                  <a:pt x="2285" y="37"/>
                </a:lnTo>
                <a:lnTo>
                  <a:pt x="2274" y="39"/>
                </a:lnTo>
                <a:lnTo>
                  <a:pt x="2263" y="43"/>
                </a:lnTo>
                <a:lnTo>
                  <a:pt x="2251" y="45"/>
                </a:lnTo>
                <a:lnTo>
                  <a:pt x="2240" y="45"/>
                </a:lnTo>
                <a:lnTo>
                  <a:pt x="2229" y="43"/>
                </a:lnTo>
                <a:lnTo>
                  <a:pt x="2218" y="39"/>
                </a:lnTo>
                <a:lnTo>
                  <a:pt x="2203" y="37"/>
                </a:lnTo>
                <a:lnTo>
                  <a:pt x="2191" y="36"/>
                </a:lnTo>
                <a:lnTo>
                  <a:pt x="2180" y="34"/>
                </a:lnTo>
                <a:lnTo>
                  <a:pt x="2169" y="32"/>
                </a:lnTo>
                <a:lnTo>
                  <a:pt x="2158" y="32"/>
                </a:lnTo>
                <a:lnTo>
                  <a:pt x="2146" y="28"/>
                </a:lnTo>
                <a:lnTo>
                  <a:pt x="2135" y="26"/>
                </a:lnTo>
                <a:lnTo>
                  <a:pt x="2124" y="26"/>
                </a:lnTo>
                <a:lnTo>
                  <a:pt x="2113" y="25"/>
                </a:lnTo>
                <a:lnTo>
                  <a:pt x="2102" y="25"/>
                </a:lnTo>
                <a:lnTo>
                  <a:pt x="2087" y="23"/>
                </a:lnTo>
                <a:lnTo>
                  <a:pt x="2072" y="21"/>
                </a:lnTo>
                <a:lnTo>
                  <a:pt x="2060" y="19"/>
                </a:lnTo>
                <a:lnTo>
                  <a:pt x="2049" y="17"/>
                </a:lnTo>
                <a:lnTo>
                  <a:pt x="2038" y="17"/>
                </a:lnTo>
                <a:lnTo>
                  <a:pt x="2027" y="17"/>
                </a:lnTo>
                <a:lnTo>
                  <a:pt x="2016" y="17"/>
                </a:lnTo>
                <a:lnTo>
                  <a:pt x="2004" y="17"/>
                </a:lnTo>
                <a:lnTo>
                  <a:pt x="1993" y="17"/>
                </a:lnTo>
                <a:lnTo>
                  <a:pt x="1982" y="17"/>
                </a:lnTo>
                <a:lnTo>
                  <a:pt x="1967" y="17"/>
                </a:lnTo>
                <a:lnTo>
                  <a:pt x="1956" y="15"/>
                </a:lnTo>
                <a:lnTo>
                  <a:pt x="1944" y="12"/>
                </a:lnTo>
                <a:lnTo>
                  <a:pt x="1933" y="12"/>
                </a:lnTo>
                <a:lnTo>
                  <a:pt x="1922" y="12"/>
                </a:lnTo>
                <a:lnTo>
                  <a:pt x="1914" y="17"/>
                </a:lnTo>
                <a:lnTo>
                  <a:pt x="1903" y="21"/>
                </a:lnTo>
                <a:lnTo>
                  <a:pt x="1892" y="23"/>
                </a:lnTo>
                <a:lnTo>
                  <a:pt x="1881" y="28"/>
                </a:lnTo>
                <a:lnTo>
                  <a:pt x="1870" y="30"/>
                </a:lnTo>
                <a:lnTo>
                  <a:pt x="1858" y="32"/>
                </a:lnTo>
                <a:lnTo>
                  <a:pt x="1847" y="34"/>
                </a:lnTo>
                <a:lnTo>
                  <a:pt x="1836" y="34"/>
                </a:lnTo>
                <a:lnTo>
                  <a:pt x="1825" y="32"/>
                </a:lnTo>
                <a:lnTo>
                  <a:pt x="1813" y="28"/>
                </a:lnTo>
                <a:lnTo>
                  <a:pt x="1802" y="26"/>
                </a:lnTo>
                <a:lnTo>
                  <a:pt x="1791" y="26"/>
                </a:lnTo>
                <a:lnTo>
                  <a:pt x="1780" y="25"/>
                </a:lnTo>
                <a:lnTo>
                  <a:pt x="1768" y="23"/>
                </a:lnTo>
                <a:lnTo>
                  <a:pt x="1757" y="19"/>
                </a:lnTo>
                <a:lnTo>
                  <a:pt x="1746" y="19"/>
                </a:lnTo>
                <a:lnTo>
                  <a:pt x="1735" y="15"/>
                </a:lnTo>
                <a:lnTo>
                  <a:pt x="1724" y="14"/>
                </a:lnTo>
                <a:lnTo>
                  <a:pt x="1712" y="14"/>
                </a:lnTo>
                <a:lnTo>
                  <a:pt x="1701" y="12"/>
                </a:lnTo>
                <a:lnTo>
                  <a:pt x="1690" y="12"/>
                </a:lnTo>
                <a:lnTo>
                  <a:pt x="1675" y="10"/>
                </a:lnTo>
                <a:lnTo>
                  <a:pt x="1664" y="8"/>
                </a:lnTo>
                <a:lnTo>
                  <a:pt x="1652" y="8"/>
                </a:lnTo>
                <a:lnTo>
                  <a:pt x="1641" y="8"/>
                </a:lnTo>
                <a:lnTo>
                  <a:pt x="1630" y="8"/>
                </a:lnTo>
                <a:lnTo>
                  <a:pt x="1619" y="8"/>
                </a:lnTo>
                <a:lnTo>
                  <a:pt x="1608" y="10"/>
                </a:lnTo>
                <a:lnTo>
                  <a:pt x="1596" y="14"/>
                </a:lnTo>
                <a:lnTo>
                  <a:pt x="1585" y="19"/>
                </a:lnTo>
                <a:lnTo>
                  <a:pt x="1574" y="23"/>
                </a:lnTo>
                <a:lnTo>
                  <a:pt x="1563" y="26"/>
                </a:lnTo>
                <a:lnTo>
                  <a:pt x="1551" y="30"/>
                </a:lnTo>
                <a:lnTo>
                  <a:pt x="1540" y="32"/>
                </a:lnTo>
                <a:lnTo>
                  <a:pt x="1529" y="32"/>
                </a:lnTo>
                <a:lnTo>
                  <a:pt x="1518" y="32"/>
                </a:lnTo>
                <a:lnTo>
                  <a:pt x="1507" y="34"/>
                </a:lnTo>
                <a:lnTo>
                  <a:pt x="1492" y="34"/>
                </a:lnTo>
                <a:lnTo>
                  <a:pt x="1480" y="36"/>
                </a:lnTo>
                <a:lnTo>
                  <a:pt x="1465" y="37"/>
                </a:lnTo>
                <a:lnTo>
                  <a:pt x="1454" y="39"/>
                </a:lnTo>
                <a:lnTo>
                  <a:pt x="1443" y="39"/>
                </a:lnTo>
                <a:lnTo>
                  <a:pt x="1432" y="41"/>
                </a:lnTo>
                <a:lnTo>
                  <a:pt x="1420" y="41"/>
                </a:lnTo>
                <a:lnTo>
                  <a:pt x="1409" y="41"/>
                </a:lnTo>
                <a:lnTo>
                  <a:pt x="1398" y="41"/>
                </a:lnTo>
                <a:lnTo>
                  <a:pt x="1387" y="41"/>
                </a:lnTo>
                <a:lnTo>
                  <a:pt x="1376" y="39"/>
                </a:lnTo>
                <a:lnTo>
                  <a:pt x="1368" y="34"/>
                </a:lnTo>
                <a:lnTo>
                  <a:pt x="1353" y="28"/>
                </a:lnTo>
                <a:lnTo>
                  <a:pt x="1342" y="26"/>
                </a:lnTo>
                <a:lnTo>
                  <a:pt x="1327" y="23"/>
                </a:lnTo>
                <a:lnTo>
                  <a:pt x="1316" y="19"/>
                </a:lnTo>
                <a:lnTo>
                  <a:pt x="1301" y="19"/>
                </a:lnTo>
                <a:lnTo>
                  <a:pt x="1289" y="17"/>
                </a:lnTo>
                <a:lnTo>
                  <a:pt x="1278" y="14"/>
                </a:lnTo>
                <a:lnTo>
                  <a:pt x="1267" y="14"/>
                </a:lnTo>
                <a:lnTo>
                  <a:pt x="1256" y="12"/>
                </a:lnTo>
                <a:lnTo>
                  <a:pt x="1241" y="15"/>
                </a:lnTo>
                <a:lnTo>
                  <a:pt x="1230" y="19"/>
                </a:lnTo>
                <a:lnTo>
                  <a:pt x="1218" y="23"/>
                </a:lnTo>
                <a:lnTo>
                  <a:pt x="1207" y="25"/>
                </a:lnTo>
                <a:lnTo>
                  <a:pt x="1196" y="26"/>
                </a:lnTo>
                <a:lnTo>
                  <a:pt x="1181" y="30"/>
                </a:lnTo>
                <a:lnTo>
                  <a:pt x="1170" y="32"/>
                </a:lnTo>
                <a:lnTo>
                  <a:pt x="1158" y="36"/>
                </a:lnTo>
                <a:lnTo>
                  <a:pt x="1147" y="36"/>
                </a:lnTo>
                <a:lnTo>
                  <a:pt x="1136" y="36"/>
                </a:lnTo>
                <a:lnTo>
                  <a:pt x="1121" y="34"/>
                </a:lnTo>
                <a:lnTo>
                  <a:pt x="1114" y="28"/>
                </a:lnTo>
                <a:lnTo>
                  <a:pt x="1102" y="25"/>
                </a:lnTo>
                <a:lnTo>
                  <a:pt x="1091" y="21"/>
                </a:lnTo>
                <a:lnTo>
                  <a:pt x="1080" y="15"/>
                </a:lnTo>
                <a:lnTo>
                  <a:pt x="1069" y="12"/>
                </a:lnTo>
                <a:lnTo>
                  <a:pt x="1057" y="8"/>
                </a:lnTo>
                <a:lnTo>
                  <a:pt x="1046" y="6"/>
                </a:lnTo>
                <a:lnTo>
                  <a:pt x="1035" y="6"/>
                </a:lnTo>
                <a:lnTo>
                  <a:pt x="1024" y="6"/>
                </a:lnTo>
                <a:lnTo>
                  <a:pt x="1012" y="8"/>
                </a:lnTo>
                <a:lnTo>
                  <a:pt x="1001" y="8"/>
                </a:lnTo>
                <a:lnTo>
                  <a:pt x="990" y="8"/>
                </a:lnTo>
                <a:lnTo>
                  <a:pt x="979" y="8"/>
                </a:lnTo>
                <a:lnTo>
                  <a:pt x="968" y="8"/>
                </a:lnTo>
                <a:lnTo>
                  <a:pt x="956" y="10"/>
                </a:lnTo>
                <a:lnTo>
                  <a:pt x="945" y="10"/>
                </a:lnTo>
                <a:lnTo>
                  <a:pt x="934" y="10"/>
                </a:lnTo>
                <a:lnTo>
                  <a:pt x="923" y="10"/>
                </a:lnTo>
                <a:lnTo>
                  <a:pt x="911" y="12"/>
                </a:lnTo>
                <a:lnTo>
                  <a:pt x="900" y="12"/>
                </a:lnTo>
                <a:lnTo>
                  <a:pt x="889" y="12"/>
                </a:lnTo>
                <a:lnTo>
                  <a:pt x="878" y="12"/>
                </a:lnTo>
                <a:lnTo>
                  <a:pt x="867" y="12"/>
                </a:lnTo>
                <a:lnTo>
                  <a:pt x="855" y="12"/>
                </a:lnTo>
                <a:lnTo>
                  <a:pt x="844" y="14"/>
                </a:lnTo>
                <a:lnTo>
                  <a:pt x="833" y="17"/>
                </a:lnTo>
                <a:lnTo>
                  <a:pt x="822" y="19"/>
                </a:lnTo>
                <a:lnTo>
                  <a:pt x="810" y="23"/>
                </a:lnTo>
                <a:lnTo>
                  <a:pt x="799" y="25"/>
                </a:lnTo>
                <a:lnTo>
                  <a:pt x="788" y="30"/>
                </a:lnTo>
                <a:lnTo>
                  <a:pt x="777" y="32"/>
                </a:lnTo>
                <a:lnTo>
                  <a:pt x="765" y="34"/>
                </a:lnTo>
                <a:lnTo>
                  <a:pt x="751" y="36"/>
                </a:lnTo>
                <a:lnTo>
                  <a:pt x="739" y="37"/>
                </a:lnTo>
                <a:lnTo>
                  <a:pt x="728" y="39"/>
                </a:lnTo>
                <a:lnTo>
                  <a:pt x="717" y="39"/>
                </a:lnTo>
                <a:lnTo>
                  <a:pt x="706" y="39"/>
                </a:lnTo>
                <a:lnTo>
                  <a:pt x="694" y="36"/>
                </a:lnTo>
                <a:lnTo>
                  <a:pt x="683" y="32"/>
                </a:lnTo>
                <a:lnTo>
                  <a:pt x="672" y="30"/>
                </a:lnTo>
                <a:lnTo>
                  <a:pt x="661" y="26"/>
                </a:lnTo>
                <a:lnTo>
                  <a:pt x="646" y="26"/>
                </a:lnTo>
                <a:lnTo>
                  <a:pt x="631" y="25"/>
                </a:lnTo>
                <a:lnTo>
                  <a:pt x="627" y="19"/>
                </a:lnTo>
                <a:lnTo>
                  <a:pt x="616" y="17"/>
                </a:lnTo>
                <a:lnTo>
                  <a:pt x="605" y="17"/>
                </a:lnTo>
                <a:lnTo>
                  <a:pt x="590" y="17"/>
                </a:lnTo>
                <a:lnTo>
                  <a:pt x="578" y="17"/>
                </a:lnTo>
                <a:lnTo>
                  <a:pt x="567" y="17"/>
                </a:lnTo>
                <a:lnTo>
                  <a:pt x="567" y="23"/>
                </a:lnTo>
                <a:lnTo>
                  <a:pt x="567" y="28"/>
                </a:lnTo>
                <a:lnTo>
                  <a:pt x="578" y="32"/>
                </a:lnTo>
                <a:lnTo>
                  <a:pt x="586" y="37"/>
                </a:lnTo>
                <a:lnTo>
                  <a:pt x="597" y="43"/>
                </a:lnTo>
                <a:lnTo>
                  <a:pt x="605" y="48"/>
                </a:lnTo>
                <a:lnTo>
                  <a:pt x="612" y="54"/>
                </a:lnTo>
                <a:lnTo>
                  <a:pt x="620" y="60"/>
                </a:lnTo>
                <a:lnTo>
                  <a:pt x="608" y="56"/>
                </a:lnTo>
                <a:lnTo>
                  <a:pt x="597" y="50"/>
                </a:lnTo>
                <a:lnTo>
                  <a:pt x="586" y="47"/>
                </a:lnTo>
                <a:lnTo>
                  <a:pt x="575" y="43"/>
                </a:lnTo>
                <a:lnTo>
                  <a:pt x="563" y="39"/>
                </a:lnTo>
                <a:lnTo>
                  <a:pt x="552" y="34"/>
                </a:lnTo>
                <a:lnTo>
                  <a:pt x="541" y="28"/>
                </a:lnTo>
                <a:lnTo>
                  <a:pt x="530" y="25"/>
                </a:lnTo>
                <a:lnTo>
                  <a:pt x="518" y="23"/>
                </a:lnTo>
                <a:lnTo>
                  <a:pt x="504" y="21"/>
                </a:lnTo>
                <a:lnTo>
                  <a:pt x="492" y="21"/>
                </a:lnTo>
                <a:lnTo>
                  <a:pt x="481" y="21"/>
                </a:lnTo>
                <a:lnTo>
                  <a:pt x="470" y="21"/>
                </a:lnTo>
                <a:lnTo>
                  <a:pt x="459" y="19"/>
                </a:lnTo>
                <a:lnTo>
                  <a:pt x="447" y="19"/>
                </a:lnTo>
                <a:lnTo>
                  <a:pt x="436" y="19"/>
                </a:lnTo>
                <a:lnTo>
                  <a:pt x="425" y="19"/>
                </a:lnTo>
                <a:lnTo>
                  <a:pt x="410" y="19"/>
                </a:lnTo>
                <a:lnTo>
                  <a:pt x="399" y="19"/>
                </a:lnTo>
                <a:lnTo>
                  <a:pt x="387" y="21"/>
                </a:lnTo>
                <a:lnTo>
                  <a:pt x="376" y="21"/>
                </a:lnTo>
                <a:lnTo>
                  <a:pt x="361" y="21"/>
                </a:lnTo>
                <a:lnTo>
                  <a:pt x="346" y="21"/>
                </a:lnTo>
                <a:lnTo>
                  <a:pt x="335" y="21"/>
                </a:lnTo>
                <a:lnTo>
                  <a:pt x="324" y="21"/>
                </a:lnTo>
                <a:lnTo>
                  <a:pt x="313" y="25"/>
                </a:lnTo>
                <a:lnTo>
                  <a:pt x="301" y="26"/>
                </a:lnTo>
                <a:lnTo>
                  <a:pt x="298" y="32"/>
                </a:lnTo>
                <a:lnTo>
                  <a:pt x="298" y="37"/>
                </a:lnTo>
                <a:lnTo>
                  <a:pt x="286" y="43"/>
                </a:lnTo>
                <a:lnTo>
                  <a:pt x="275" y="45"/>
                </a:lnTo>
                <a:lnTo>
                  <a:pt x="264" y="45"/>
                </a:lnTo>
                <a:lnTo>
                  <a:pt x="253" y="45"/>
                </a:lnTo>
                <a:lnTo>
                  <a:pt x="242" y="45"/>
                </a:lnTo>
                <a:lnTo>
                  <a:pt x="230" y="47"/>
                </a:lnTo>
                <a:lnTo>
                  <a:pt x="219" y="48"/>
                </a:lnTo>
                <a:lnTo>
                  <a:pt x="204" y="48"/>
                </a:lnTo>
                <a:lnTo>
                  <a:pt x="193" y="48"/>
                </a:lnTo>
                <a:lnTo>
                  <a:pt x="182" y="48"/>
                </a:lnTo>
                <a:lnTo>
                  <a:pt x="170" y="47"/>
                </a:lnTo>
                <a:lnTo>
                  <a:pt x="163" y="41"/>
                </a:lnTo>
                <a:lnTo>
                  <a:pt x="152" y="39"/>
                </a:lnTo>
                <a:lnTo>
                  <a:pt x="140" y="36"/>
                </a:lnTo>
                <a:lnTo>
                  <a:pt x="129" y="34"/>
                </a:lnTo>
                <a:lnTo>
                  <a:pt x="118" y="32"/>
                </a:lnTo>
                <a:lnTo>
                  <a:pt x="107" y="32"/>
                </a:lnTo>
                <a:lnTo>
                  <a:pt x="96" y="30"/>
                </a:lnTo>
                <a:lnTo>
                  <a:pt x="84" y="26"/>
                </a:lnTo>
                <a:lnTo>
                  <a:pt x="73" y="25"/>
                </a:lnTo>
                <a:lnTo>
                  <a:pt x="62" y="21"/>
                </a:lnTo>
                <a:lnTo>
                  <a:pt x="51" y="19"/>
                </a:lnTo>
                <a:lnTo>
                  <a:pt x="39" y="17"/>
                </a:lnTo>
                <a:lnTo>
                  <a:pt x="28" y="14"/>
                </a:lnTo>
                <a:lnTo>
                  <a:pt x="17" y="12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lnTo>
                  <a:pt x="2" y="3"/>
                </a:lnTo>
                <a:lnTo>
                  <a:pt x="2" y="1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" name="Freeform 4">
            <a:extLst>
              <a:ext uri="{FF2B5EF4-FFF2-40B4-BE49-F238E27FC236}">
                <a16:creationId xmlns:a16="http://schemas.microsoft.com/office/drawing/2014/main" id="{FD47FF9A-F730-C94C-6487-7A2D5A47D8C1}"/>
              </a:ext>
            </a:extLst>
          </p:cNvPr>
          <p:cNvSpPr>
            <a:spLocks/>
          </p:cNvSpPr>
          <p:nvPr/>
        </p:nvSpPr>
        <p:spPr bwMode="auto">
          <a:xfrm>
            <a:off x="166688" y="2292350"/>
            <a:ext cx="4368800" cy="138113"/>
          </a:xfrm>
          <a:custGeom>
            <a:avLst/>
            <a:gdLst>
              <a:gd name="T0" fmla="*/ 0 w 2752"/>
              <a:gd name="T1" fmla="*/ 86 h 87"/>
              <a:gd name="T2" fmla="*/ 60 w 2752"/>
              <a:gd name="T3" fmla="*/ 59 h 87"/>
              <a:gd name="T4" fmla="*/ 114 w 2752"/>
              <a:gd name="T5" fmla="*/ 33 h 87"/>
              <a:gd name="T6" fmla="*/ 159 w 2752"/>
              <a:gd name="T7" fmla="*/ 25 h 87"/>
              <a:gd name="T8" fmla="*/ 204 w 2752"/>
              <a:gd name="T9" fmla="*/ 29 h 87"/>
              <a:gd name="T10" fmla="*/ 248 w 2752"/>
              <a:gd name="T11" fmla="*/ 46 h 87"/>
              <a:gd name="T12" fmla="*/ 293 w 2752"/>
              <a:gd name="T13" fmla="*/ 59 h 87"/>
              <a:gd name="T14" fmla="*/ 342 w 2752"/>
              <a:gd name="T15" fmla="*/ 33 h 87"/>
              <a:gd name="T16" fmla="*/ 386 w 2752"/>
              <a:gd name="T17" fmla="*/ 25 h 87"/>
              <a:gd name="T18" fmla="*/ 431 w 2752"/>
              <a:gd name="T19" fmla="*/ 42 h 87"/>
              <a:gd name="T20" fmla="*/ 476 w 2752"/>
              <a:gd name="T21" fmla="*/ 63 h 87"/>
              <a:gd name="T22" fmla="*/ 520 w 2752"/>
              <a:gd name="T23" fmla="*/ 42 h 87"/>
              <a:gd name="T24" fmla="*/ 569 w 2752"/>
              <a:gd name="T25" fmla="*/ 29 h 87"/>
              <a:gd name="T26" fmla="*/ 614 w 2752"/>
              <a:gd name="T27" fmla="*/ 25 h 87"/>
              <a:gd name="T28" fmla="*/ 663 w 2752"/>
              <a:gd name="T29" fmla="*/ 16 h 87"/>
              <a:gd name="T30" fmla="*/ 718 w 2752"/>
              <a:gd name="T31" fmla="*/ 25 h 87"/>
              <a:gd name="T32" fmla="*/ 757 w 2752"/>
              <a:gd name="T33" fmla="*/ 55 h 87"/>
              <a:gd name="T34" fmla="*/ 807 w 2752"/>
              <a:gd name="T35" fmla="*/ 42 h 87"/>
              <a:gd name="T36" fmla="*/ 861 w 2752"/>
              <a:gd name="T37" fmla="*/ 33 h 87"/>
              <a:gd name="T38" fmla="*/ 911 w 2752"/>
              <a:gd name="T39" fmla="*/ 21 h 87"/>
              <a:gd name="T40" fmla="*/ 955 w 2752"/>
              <a:gd name="T41" fmla="*/ 21 h 87"/>
              <a:gd name="T42" fmla="*/ 1000 w 2752"/>
              <a:gd name="T43" fmla="*/ 46 h 87"/>
              <a:gd name="T44" fmla="*/ 1044 w 2752"/>
              <a:gd name="T45" fmla="*/ 55 h 87"/>
              <a:gd name="T46" fmla="*/ 1089 w 2752"/>
              <a:gd name="T47" fmla="*/ 46 h 87"/>
              <a:gd name="T48" fmla="*/ 1138 w 2752"/>
              <a:gd name="T49" fmla="*/ 38 h 87"/>
              <a:gd name="T50" fmla="*/ 1183 w 2752"/>
              <a:gd name="T51" fmla="*/ 38 h 87"/>
              <a:gd name="T52" fmla="*/ 1232 w 2752"/>
              <a:gd name="T53" fmla="*/ 33 h 87"/>
              <a:gd name="T54" fmla="*/ 1277 w 2752"/>
              <a:gd name="T55" fmla="*/ 16 h 87"/>
              <a:gd name="T56" fmla="*/ 1331 w 2752"/>
              <a:gd name="T57" fmla="*/ 16 h 87"/>
              <a:gd name="T58" fmla="*/ 1376 w 2752"/>
              <a:gd name="T59" fmla="*/ 42 h 87"/>
              <a:gd name="T60" fmla="*/ 1420 w 2752"/>
              <a:gd name="T61" fmla="*/ 50 h 87"/>
              <a:gd name="T62" fmla="*/ 1470 w 2752"/>
              <a:gd name="T63" fmla="*/ 33 h 87"/>
              <a:gd name="T64" fmla="*/ 1524 w 2752"/>
              <a:gd name="T65" fmla="*/ 12 h 87"/>
              <a:gd name="T66" fmla="*/ 1573 w 2752"/>
              <a:gd name="T67" fmla="*/ 8 h 87"/>
              <a:gd name="T68" fmla="*/ 1613 w 2752"/>
              <a:gd name="T69" fmla="*/ 16 h 87"/>
              <a:gd name="T70" fmla="*/ 1658 w 2752"/>
              <a:gd name="T71" fmla="*/ 46 h 87"/>
              <a:gd name="T72" fmla="*/ 1702 w 2752"/>
              <a:gd name="T73" fmla="*/ 59 h 87"/>
              <a:gd name="T74" fmla="*/ 1747 w 2752"/>
              <a:gd name="T75" fmla="*/ 33 h 87"/>
              <a:gd name="T76" fmla="*/ 1796 w 2752"/>
              <a:gd name="T77" fmla="*/ 21 h 87"/>
              <a:gd name="T78" fmla="*/ 1841 w 2752"/>
              <a:gd name="T79" fmla="*/ 16 h 87"/>
              <a:gd name="T80" fmla="*/ 1890 w 2752"/>
              <a:gd name="T81" fmla="*/ 12 h 87"/>
              <a:gd name="T82" fmla="*/ 1949 w 2752"/>
              <a:gd name="T83" fmla="*/ 42 h 87"/>
              <a:gd name="T84" fmla="*/ 1994 w 2752"/>
              <a:gd name="T85" fmla="*/ 63 h 87"/>
              <a:gd name="T86" fmla="*/ 2043 w 2752"/>
              <a:gd name="T87" fmla="*/ 50 h 87"/>
              <a:gd name="T88" fmla="*/ 2088 w 2752"/>
              <a:gd name="T89" fmla="*/ 29 h 87"/>
              <a:gd name="T90" fmla="*/ 2137 w 2752"/>
              <a:gd name="T91" fmla="*/ 16 h 87"/>
              <a:gd name="T92" fmla="*/ 2182 w 2752"/>
              <a:gd name="T93" fmla="*/ 8 h 87"/>
              <a:gd name="T94" fmla="*/ 2236 w 2752"/>
              <a:gd name="T95" fmla="*/ 29 h 87"/>
              <a:gd name="T96" fmla="*/ 2281 w 2752"/>
              <a:gd name="T97" fmla="*/ 42 h 87"/>
              <a:gd name="T98" fmla="*/ 2325 w 2752"/>
              <a:gd name="T99" fmla="*/ 29 h 87"/>
              <a:gd name="T100" fmla="*/ 2370 w 2752"/>
              <a:gd name="T101" fmla="*/ 8 h 87"/>
              <a:gd name="T102" fmla="*/ 2419 w 2752"/>
              <a:gd name="T103" fmla="*/ 0 h 87"/>
              <a:gd name="T104" fmla="*/ 2474 w 2752"/>
              <a:gd name="T105" fmla="*/ 8 h 87"/>
              <a:gd name="T106" fmla="*/ 2518 w 2752"/>
              <a:gd name="T107" fmla="*/ 25 h 87"/>
              <a:gd name="T108" fmla="*/ 2568 w 2752"/>
              <a:gd name="T109" fmla="*/ 38 h 87"/>
              <a:gd name="T110" fmla="*/ 2607 w 2752"/>
              <a:gd name="T111" fmla="*/ 16 h 87"/>
              <a:gd name="T112" fmla="*/ 2657 w 2752"/>
              <a:gd name="T113" fmla="*/ 38 h 87"/>
              <a:gd name="T114" fmla="*/ 2696 w 2752"/>
              <a:gd name="T115" fmla="*/ 59 h 87"/>
              <a:gd name="T116" fmla="*/ 2741 w 2752"/>
              <a:gd name="T117" fmla="*/ 72 h 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2752" h="87">
                <a:moveTo>
                  <a:pt x="0" y="82"/>
                </a:moveTo>
                <a:lnTo>
                  <a:pt x="1" y="76"/>
                </a:lnTo>
                <a:lnTo>
                  <a:pt x="0" y="86"/>
                </a:lnTo>
                <a:lnTo>
                  <a:pt x="30" y="50"/>
                </a:lnTo>
                <a:lnTo>
                  <a:pt x="45" y="50"/>
                </a:lnTo>
                <a:lnTo>
                  <a:pt x="60" y="59"/>
                </a:lnTo>
                <a:lnTo>
                  <a:pt x="80" y="50"/>
                </a:lnTo>
                <a:lnTo>
                  <a:pt x="100" y="38"/>
                </a:lnTo>
                <a:lnTo>
                  <a:pt x="114" y="33"/>
                </a:lnTo>
                <a:lnTo>
                  <a:pt x="129" y="33"/>
                </a:lnTo>
                <a:lnTo>
                  <a:pt x="144" y="29"/>
                </a:lnTo>
                <a:lnTo>
                  <a:pt x="159" y="25"/>
                </a:lnTo>
                <a:lnTo>
                  <a:pt x="174" y="25"/>
                </a:lnTo>
                <a:lnTo>
                  <a:pt x="189" y="29"/>
                </a:lnTo>
                <a:lnTo>
                  <a:pt x="204" y="29"/>
                </a:lnTo>
                <a:lnTo>
                  <a:pt x="218" y="33"/>
                </a:lnTo>
                <a:lnTo>
                  <a:pt x="233" y="42"/>
                </a:lnTo>
                <a:lnTo>
                  <a:pt x="248" y="46"/>
                </a:lnTo>
                <a:lnTo>
                  <a:pt x="263" y="50"/>
                </a:lnTo>
                <a:lnTo>
                  <a:pt x="278" y="55"/>
                </a:lnTo>
                <a:lnTo>
                  <a:pt x="293" y="59"/>
                </a:lnTo>
                <a:lnTo>
                  <a:pt x="312" y="55"/>
                </a:lnTo>
                <a:lnTo>
                  <a:pt x="332" y="46"/>
                </a:lnTo>
                <a:lnTo>
                  <a:pt x="342" y="33"/>
                </a:lnTo>
                <a:lnTo>
                  <a:pt x="357" y="33"/>
                </a:lnTo>
                <a:lnTo>
                  <a:pt x="372" y="29"/>
                </a:lnTo>
                <a:lnTo>
                  <a:pt x="386" y="25"/>
                </a:lnTo>
                <a:lnTo>
                  <a:pt x="401" y="21"/>
                </a:lnTo>
                <a:lnTo>
                  <a:pt x="416" y="33"/>
                </a:lnTo>
                <a:lnTo>
                  <a:pt x="431" y="42"/>
                </a:lnTo>
                <a:lnTo>
                  <a:pt x="446" y="55"/>
                </a:lnTo>
                <a:lnTo>
                  <a:pt x="461" y="63"/>
                </a:lnTo>
                <a:lnTo>
                  <a:pt x="476" y="63"/>
                </a:lnTo>
                <a:lnTo>
                  <a:pt x="490" y="55"/>
                </a:lnTo>
                <a:lnTo>
                  <a:pt x="505" y="50"/>
                </a:lnTo>
                <a:lnTo>
                  <a:pt x="520" y="42"/>
                </a:lnTo>
                <a:lnTo>
                  <a:pt x="535" y="38"/>
                </a:lnTo>
                <a:lnTo>
                  <a:pt x="550" y="33"/>
                </a:lnTo>
                <a:lnTo>
                  <a:pt x="569" y="29"/>
                </a:lnTo>
                <a:lnTo>
                  <a:pt x="584" y="29"/>
                </a:lnTo>
                <a:lnTo>
                  <a:pt x="599" y="25"/>
                </a:lnTo>
                <a:lnTo>
                  <a:pt x="614" y="25"/>
                </a:lnTo>
                <a:lnTo>
                  <a:pt x="629" y="25"/>
                </a:lnTo>
                <a:lnTo>
                  <a:pt x="644" y="21"/>
                </a:lnTo>
                <a:lnTo>
                  <a:pt x="663" y="16"/>
                </a:lnTo>
                <a:lnTo>
                  <a:pt x="683" y="16"/>
                </a:lnTo>
                <a:lnTo>
                  <a:pt x="703" y="12"/>
                </a:lnTo>
                <a:lnTo>
                  <a:pt x="718" y="25"/>
                </a:lnTo>
                <a:lnTo>
                  <a:pt x="728" y="38"/>
                </a:lnTo>
                <a:lnTo>
                  <a:pt x="738" y="50"/>
                </a:lnTo>
                <a:lnTo>
                  <a:pt x="757" y="55"/>
                </a:lnTo>
                <a:lnTo>
                  <a:pt x="772" y="50"/>
                </a:lnTo>
                <a:lnTo>
                  <a:pt x="792" y="46"/>
                </a:lnTo>
                <a:lnTo>
                  <a:pt x="807" y="42"/>
                </a:lnTo>
                <a:lnTo>
                  <a:pt x="827" y="38"/>
                </a:lnTo>
                <a:lnTo>
                  <a:pt x="846" y="38"/>
                </a:lnTo>
                <a:lnTo>
                  <a:pt x="861" y="33"/>
                </a:lnTo>
                <a:lnTo>
                  <a:pt x="876" y="29"/>
                </a:lnTo>
                <a:lnTo>
                  <a:pt x="896" y="25"/>
                </a:lnTo>
                <a:lnTo>
                  <a:pt x="911" y="21"/>
                </a:lnTo>
                <a:lnTo>
                  <a:pt x="926" y="16"/>
                </a:lnTo>
                <a:lnTo>
                  <a:pt x="940" y="12"/>
                </a:lnTo>
                <a:lnTo>
                  <a:pt x="955" y="21"/>
                </a:lnTo>
                <a:lnTo>
                  <a:pt x="970" y="29"/>
                </a:lnTo>
                <a:lnTo>
                  <a:pt x="985" y="38"/>
                </a:lnTo>
                <a:lnTo>
                  <a:pt x="1000" y="46"/>
                </a:lnTo>
                <a:lnTo>
                  <a:pt x="1015" y="55"/>
                </a:lnTo>
                <a:lnTo>
                  <a:pt x="1029" y="55"/>
                </a:lnTo>
                <a:lnTo>
                  <a:pt x="1044" y="55"/>
                </a:lnTo>
                <a:lnTo>
                  <a:pt x="1059" y="50"/>
                </a:lnTo>
                <a:lnTo>
                  <a:pt x="1074" y="46"/>
                </a:lnTo>
                <a:lnTo>
                  <a:pt x="1089" y="46"/>
                </a:lnTo>
                <a:lnTo>
                  <a:pt x="1104" y="42"/>
                </a:lnTo>
                <a:lnTo>
                  <a:pt x="1123" y="42"/>
                </a:lnTo>
                <a:lnTo>
                  <a:pt x="1138" y="38"/>
                </a:lnTo>
                <a:lnTo>
                  <a:pt x="1153" y="38"/>
                </a:lnTo>
                <a:lnTo>
                  <a:pt x="1168" y="38"/>
                </a:lnTo>
                <a:lnTo>
                  <a:pt x="1183" y="38"/>
                </a:lnTo>
                <a:lnTo>
                  <a:pt x="1198" y="38"/>
                </a:lnTo>
                <a:lnTo>
                  <a:pt x="1212" y="38"/>
                </a:lnTo>
                <a:lnTo>
                  <a:pt x="1232" y="33"/>
                </a:lnTo>
                <a:lnTo>
                  <a:pt x="1247" y="29"/>
                </a:lnTo>
                <a:lnTo>
                  <a:pt x="1262" y="21"/>
                </a:lnTo>
                <a:lnTo>
                  <a:pt x="1277" y="16"/>
                </a:lnTo>
                <a:lnTo>
                  <a:pt x="1292" y="12"/>
                </a:lnTo>
                <a:lnTo>
                  <a:pt x="1311" y="8"/>
                </a:lnTo>
                <a:lnTo>
                  <a:pt x="1331" y="16"/>
                </a:lnTo>
                <a:lnTo>
                  <a:pt x="1346" y="29"/>
                </a:lnTo>
                <a:lnTo>
                  <a:pt x="1361" y="38"/>
                </a:lnTo>
                <a:lnTo>
                  <a:pt x="1376" y="42"/>
                </a:lnTo>
                <a:lnTo>
                  <a:pt x="1390" y="50"/>
                </a:lnTo>
                <a:lnTo>
                  <a:pt x="1405" y="50"/>
                </a:lnTo>
                <a:lnTo>
                  <a:pt x="1420" y="50"/>
                </a:lnTo>
                <a:lnTo>
                  <a:pt x="1440" y="46"/>
                </a:lnTo>
                <a:lnTo>
                  <a:pt x="1455" y="42"/>
                </a:lnTo>
                <a:lnTo>
                  <a:pt x="1470" y="33"/>
                </a:lnTo>
                <a:lnTo>
                  <a:pt x="1489" y="25"/>
                </a:lnTo>
                <a:lnTo>
                  <a:pt x="1504" y="21"/>
                </a:lnTo>
                <a:lnTo>
                  <a:pt x="1524" y="12"/>
                </a:lnTo>
                <a:lnTo>
                  <a:pt x="1539" y="12"/>
                </a:lnTo>
                <a:lnTo>
                  <a:pt x="1554" y="12"/>
                </a:lnTo>
                <a:lnTo>
                  <a:pt x="1573" y="8"/>
                </a:lnTo>
                <a:lnTo>
                  <a:pt x="1588" y="4"/>
                </a:lnTo>
                <a:lnTo>
                  <a:pt x="1603" y="4"/>
                </a:lnTo>
                <a:lnTo>
                  <a:pt x="1613" y="16"/>
                </a:lnTo>
                <a:lnTo>
                  <a:pt x="1628" y="25"/>
                </a:lnTo>
                <a:lnTo>
                  <a:pt x="1643" y="33"/>
                </a:lnTo>
                <a:lnTo>
                  <a:pt x="1658" y="46"/>
                </a:lnTo>
                <a:lnTo>
                  <a:pt x="1672" y="55"/>
                </a:lnTo>
                <a:lnTo>
                  <a:pt x="1687" y="59"/>
                </a:lnTo>
                <a:lnTo>
                  <a:pt x="1702" y="59"/>
                </a:lnTo>
                <a:lnTo>
                  <a:pt x="1717" y="50"/>
                </a:lnTo>
                <a:lnTo>
                  <a:pt x="1732" y="42"/>
                </a:lnTo>
                <a:lnTo>
                  <a:pt x="1747" y="33"/>
                </a:lnTo>
                <a:lnTo>
                  <a:pt x="1761" y="29"/>
                </a:lnTo>
                <a:lnTo>
                  <a:pt x="1776" y="25"/>
                </a:lnTo>
                <a:lnTo>
                  <a:pt x="1796" y="21"/>
                </a:lnTo>
                <a:lnTo>
                  <a:pt x="1811" y="21"/>
                </a:lnTo>
                <a:lnTo>
                  <a:pt x="1826" y="21"/>
                </a:lnTo>
                <a:lnTo>
                  <a:pt x="1841" y="16"/>
                </a:lnTo>
                <a:lnTo>
                  <a:pt x="1855" y="16"/>
                </a:lnTo>
                <a:lnTo>
                  <a:pt x="1870" y="8"/>
                </a:lnTo>
                <a:lnTo>
                  <a:pt x="1890" y="12"/>
                </a:lnTo>
                <a:lnTo>
                  <a:pt x="1915" y="25"/>
                </a:lnTo>
                <a:lnTo>
                  <a:pt x="1930" y="29"/>
                </a:lnTo>
                <a:lnTo>
                  <a:pt x="1949" y="42"/>
                </a:lnTo>
                <a:lnTo>
                  <a:pt x="1964" y="46"/>
                </a:lnTo>
                <a:lnTo>
                  <a:pt x="1979" y="55"/>
                </a:lnTo>
                <a:lnTo>
                  <a:pt x="1994" y="63"/>
                </a:lnTo>
                <a:lnTo>
                  <a:pt x="2009" y="63"/>
                </a:lnTo>
                <a:lnTo>
                  <a:pt x="2023" y="59"/>
                </a:lnTo>
                <a:lnTo>
                  <a:pt x="2043" y="50"/>
                </a:lnTo>
                <a:lnTo>
                  <a:pt x="2058" y="38"/>
                </a:lnTo>
                <a:lnTo>
                  <a:pt x="2073" y="33"/>
                </a:lnTo>
                <a:lnTo>
                  <a:pt x="2088" y="29"/>
                </a:lnTo>
                <a:lnTo>
                  <a:pt x="2103" y="25"/>
                </a:lnTo>
                <a:lnTo>
                  <a:pt x="2122" y="21"/>
                </a:lnTo>
                <a:lnTo>
                  <a:pt x="2137" y="16"/>
                </a:lnTo>
                <a:lnTo>
                  <a:pt x="2152" y="12"/>
                </a:lnTo>
                <a:lnTo>
                  <a:pt x="2167" y="8"/>
                </a:lnTo>
                <a:lnTo>
                  <a:pt x="2182" y="8"/>
                </a:lnTo>
                <a:lnTo>
                  <a:pt x="2197" y="12"/>
                </a:lnTo>
                <a:lnTo>
                  <a:pt x="2221" y="21"/>
                </a:lnTo>
                <a:lnTo>
                  <a:pt x="2236" y="29"/>
                </a:lnTo>
                <a:lnTo>
                  <a:pt x="2251" y="33"/>
                </a:lnTo>
                <a:lnTo>
                  <a:pt x="2266" y="38"/>
                </a:lnTo>
                <a:lnTo>
                  <a:pt x="2281" y="42"/>
                </a:lnTo>
                <a:lnTo>
                  <a:pt x="2296" y="42"/>
                </a:lnTo>
                <a:lnTo>
                  <a:pt x="2310" y="33"/>
                </a:lnTo>
                <a:lnTo>
                  <a:pt x="2325" y="29"/>
                </a:lnTo>
                <a:lnTo>
                  <a:pt x="2340" y="21"/>
                </a:lnTo>
                <a:lnTo>
                  <a:pt x="2355" y="12"/>
                </a:lnTo>
                <a:lnTo>
                  <a:pt x="2370" y="8"/>
                </a:lnTo>
                <a:lnTo>
                  <a:pt x="2389" y="4"/>
                </a:lnTo>
                <a:lnTo>
                  <a:pt x="2404" y="0"/>
                </a:lnTo>
                <a:lnTo>
                  <a:pt x="2419" y="0"/>
                </a:lnTo>
                <a:lnTo>
                  <a:pt x="2439" y="0"/>
                </a:lnTo>
                <a:lnTo>
                  <a:pt x="2454" y="4"/>
                </a:lnTo>
                <a:lnTo>
                  <a:pt x="2474" y="8"/>
                </a:lnTo>
                <a:lnTo>
                  <a:pt x="2488" y="12"/>
                </a:lnTo>
                <a:lnTo>
                  <a:pt x="2503" y="21"/>
                </a:lnTo>
                <a:lnTo>
                  <a:pt x="2518" y="25"/>
                </a:lnTo>
                <a:lnTo>
                  <a:pt x="2538" y="29"/>
                </a:lnTo>
                <a:lnTo>
                  <a:pt x="2553" y="38"/>
                </a:lnTo>
                <a:lnTo>
                  <a:pt x="2568" y="38"/>
                </a:lnTo>
                <a:lnTo>
                  <a:pt x="2577" y="25"/>
                </a:lnTo>
                <a:lnTo>
                  <a:pt x="2592" y="16"/>
                </a:lnTo>
                <a:lnTo>
                  <a:pt x="2607" y="16"/>
                </a:lnTo>
                <a:lnTo>
                  <a:pt x="2622" y="21"/>
                </a:lnTo>
                <a:lnTo>
                  <a:pt x="2642" y="29"/>
                </a:lnTo>
                <a:lnTo>
                  <a:pt x="2657" y="38"/>
                </a:lnTo>
                <a:lnTo>
                  <a:pt x="2671" y="42"/>
                </a:lnTo>
                <a:lnTo>
                  <a:pt x="2681" y="55"/>
                </a:lnTo>
                <a:lnTo>
                  <a:pt x="2696" y="59"/>
                </a:lnTo>
                <a:lnTo>
                  <a:pt x="2711" y="63"/>
                </a:lnTo>
                <a:lnTo>
                  <a:pt x="2726" y="72"/>
                </a:lnTo>
                <a:lnTo>
                  <a:pt x="2741" y="72"/>
                </a:lnTo>
                <a:lnTo>
                  <a:pt x="2751" y="80"/>
                </a:lnTo>
                <a:lnTo>
                  <a:pt x="2744" y="78"/>
                </a:lnTo>
              </a:path>
            </a:pathLst>
          </a:custGeom>
          <a:solidFill>
            <a:schemeClr val="bg1"/>
          </a:solidFill>
          <a:ln w="12700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75" name="Group 31">
            <a:extLst>
              <a:ext uri="{FF2B5EF4-FFF2-40B4-BE49-F238E27FC236}">
                <a16:creationId xmlns:a16="http://schemas.microsoft.com/office/drawing/2014/main" id="{844E8882-00F7-E394-591E-E17714A4376E}"/>
              </a:ext>
            </a:extLst>
          </p:cNvPr>
          <p:cNvGrpSpPr>
            <a:grpSpLocks/>
          </p:cNvGrpSpPr>
          <p:nvPr/>
        </p:nvGrpSpPr>
        <p:grpSpPr bwMode="auto">
          <a:xfrm>
            <a:off x="76200" y="2636838"/>
            <a:ext cx="4616450" cy="447675"/>
            <a:chOff x="48" y="1661"/>
            <a:chExt cx="2908" cy="282"/>
          </a:xfrm>
        </p:grpSpPr>
        <p:sp>
          <p:nvSpPr>
            <p:cNvPr id="6149" name="Rectangle 5">
              <a:extLst>
                <a:ext uri="{FF2B5EF4-FFF2-40B4-BE49-F238E27FC236}">
                  <a16:creationId xmlns:a16="http://schemas.microsoft.com/office/drawing/2014/main" id="{744F1C5D-3B7B-4A85-CEFF-78E00FD4D9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50" name="Rectangle 6">
              <a:extLst>
                <a:ext uri="{FF2B5EF4-FFF2-40B4-BE49-F238E27FC236}">
                  <a16:creationId xmlns:a16="http://schemas.microsoft.com/office/drawing/2014/main" id="{5B2014D1-AD6F-A0E2-B849-981AF38C69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51" name="Rectangle 7">
              <a:extLst>
                <a:ext uri="{FF2B5EF4-FFF2-40B4-BE49-F238E27FC236}">
                  <a16:creationId xmlns:a16="http://schemas.microsoft.com/office/drawing/2014/main" id="{80FDA632-E6B1-85E7-657F-18515C646F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6152" name="Rectangle 8">
              <a:extLst>
                <a:ext uri="{FF2B5EF4-FFF2-40B4-BE49-F238E27FC236}">
                  <a16:creationId xmlns:a16="http://schemas.microsoft.com/office/drawing/2014/main" id="{D016FAF0-C358-DF36-E9AD-40CB71ADF2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4</a:t>
              </a:r>
            </a:p>
          </p:txBody>
        </p:sp>
        <p:sp>
          <p:nvSpPr>
            <p:cNvPr id="6153" name="Rectangle 9">
              <a:extLst>
                <a:ext uri="{FF2B5EF4-FFF2-40B4-BE49-F238E27FC236}">
                  <a16:creationId xmlns:a16="http://schemas.microsoft.com/office/drawing/2014/main" id="{952710AA-DA8E-7FF0-B3FE-ACCB1D5A1D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54" name="Rectangle 10">
              <a:extLst>
                <a:ext uri="{FF2B5EF4-FFF2-40B4-BE49-F238E27FC236}">
                  <a16:creationId xmlns:a16="http://schemas.microsoft.com/office/drawing/2014/main" id="{1F7C8FF3-6437-F2C0-55B2-5BF21CD7D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6155" name="Rectangle 11">
              <a:extLst>
                <a:ext uri="{FF2B5EF4-FFF2-40B4-BE49-F238E27FC236}">
                  <a16:creationId xmlns:a16="http://schemas.microsoft.com/office/drawing/2014/main" id="{11EF3F58-CB29-E714-260C-7E6C8FFEDB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6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6156" name="Rectangle 12">
              <a:extLst>
                <a:ext uri="{FF2B5EF4-FFF2-40B4-BE49-F238E27FC236}">
                  <a16:creationId xmlns:a16="http://schemas.microsoft.com/office/drawing/2014/main" id="{32554F7F-1F61-8717-E5BA-07A5B5AC55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N</a:t>
              </a:r>
            </a:p>
          </p:txBody>
        </p:sp>
        <p:sp>
          <p:nvSpPr>
            <p:cNvPr id="6157" name="Rectangle 13">
              <a:extLst>
                <a:ext uri="{FF2B5EF4-FFF2-40B4-BE49-F238E27FC236}">
                  <a16:creationId xmlns:a16="http://schemas.microsoft.com/office/drawing/2014/main" id="{0541B967-68BF-E7DC-6EEC-8CEE4826CC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6158" name="Rectangle 14">
              <a:extLst>
                <a:ext uri="{FF2B5EF4-FFF2-40B4-BE49-F238E27FC236}">
                  <a16:creationId xmlns:a16="http://schemas.microsoft.com/office/drawing/2014/main" id="{7137AF58-01E2-08D8-BF24-6A76B669B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W</a:t>
              </a:r>
            </a:p>
          </p:txBody>
        </p:sp>
        <p:sp>
          <p:nvSpPr>
            <p:cNvPr id="6159" name="Rectangle 15">
              <a:extLst>
                <a:ext uri="{FF2B5EF4-FFF2-40B4-BE49-F238E27FC236}">
                  <a16:creationId xmlns:a16="http://schemas.microsoft.com/office/drawing/2014/main" id="{0F8B0FD4-AF15-BAD9-0129-A6B8EC19F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A</a:t>
              </a:r>
            </a:p>
          </p:txBody>
        </p:sp>
        <p:sp>
          <p:nvSpPr>
            <p:cNvPr id="6160" name="Rectangle 16">
              <a:extLst>
                <a:ext uri="{FF2B5EF4-FFF2-40B4-BE49-F238E27FC236}">
                  <a16:creationId xmlns:a16="http://schemas.microsoft.com/office/drawing/2014/main" id="{2EB3CB77-053C-D88A-ACC4-CD63778055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L</a:t>
              </a:r>
            </a:p>
          </p:txBody>
        </p:sp>
        <p:sp>
          <p:nvSpPr>
            <p:cNvPr id="6161" name="Rectangle 17">
              <a:extLst>
                <a:ext uri="{FF2B5EF4-FFF2-40B4-BE49-F238E27FC236}">
                  <a16:creationId xmlns:a16="http://schemas.microsoft.com/office/drawing/2014/main" id="{0682CCB8-6FED-6D8F-48D0-8855B91BE7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S</a:t>
              </a:r>
            </a:p>
          </p:txBody>
        </p:sp>
        <p:sp>
          <p:nvSpPr>
            <p:cNvPr id="6162" name="Rectangle 18">
              <a:extLst>
                <a:ext uri="{FF2B5EF4-FFF2-40B4-BE49-F238E27FC236}">
                  <a16:creationId xmlns:a16="http://schemas.microsoft.com/office/drawing/2014/main" id="{B8062BC3-3944-8708-012C-4200B2C2D6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8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H</a:t>
              </a:r>
            </a:p>
          </p:txBody>
        </p:sp>
        <p:sp>
          <p:nvSpPr>
            <p:cNvPr id="6163" name="Rectangle 19">
              <a:extLst>
                <a:ext uri="{FF2B5EF4-FFF2-40B4-BE49-F238E27FC236}">
                  <a16:creationId xmlns:a16="http://schemas.microsoft.com/office/drawing/2014/main" id="{00EA416C-357A-134D-A3F7-D8724410F6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6164" name="Rectangle 20">
              <a:extLst>
                <a:ext uri="{FF2B5EF4-FFF2-40B4-BE49-F238E27FC236}">
                  <a16:creationId xmlns:a16="http://schemas.microsoft.com/office/drawing/2014/main" id="{E2300F82-B3A6-B766-80E1-6D228CB1AC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9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6165" name="Rectangle 21">
              <a:extLst>
                <a:ext uri="{FF2B5EF4-FFF2-40B4-BE49-F238E27FC236}">
                  <a16:creationId xmlns:a16="http://schemas.microsoft.com/office/drawing/2014/main" id="{4F6583E2-4270-7F68-DC48-F08C9DA496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chemeClr val="tx1"/>
                  </a:solidFill>
                  <a:latin typeface="Courier New" panose="02070309020205020404" pitchFamily="49" charset="0"/>
                </a:rPr>
                <a:t> </a:t>
              </a:r>
            </a:p>
          </p:txBody>
        </p:sp>
        <p:sp>
          <p:nvSpPr>
            <p:cNvPr id="6166" name="Rectangle 22">
              <a:extLst>
                <a:ext uri="{FF2B5EF4-FFF2-40B4-BE49-F238E27FC236}">
                  <a16:creationId xmlns:a16="http://schemas.microsoft.com/office/drawing/2014/main" id="{64007FE0-E974-2004-242B-1AB95D52A5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0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67" name="Rectangle 23">
              <a:extLst>
                <a:ext uri="{FF2B5EF4-FFF2-40B4-BE49-F238E27FC236}">
                  <a16:creationId xmlns:a16="http://schemas.microsoft.com/office/drawing/2014/main" id="{F8AED5D3-CF4B-6B00-8AB7-A0020B8591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5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6168" name="Rectangle 24">
              <a:extLst>
                <a:ext uri="{FF2B5EF4-FFF2-40B4-BE49-F238E27FC236}">
                  <a16:creationId xmlns:a16="http://schemas.microsoft.com/office/drawing/2014/main" id="{A44E153E-CB20-D415-3814-3408939C4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4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0</a:t>
              </a:r>
            </a:p>
          </p:txBody>
        </p:sp>
        <p:sp>
          <p:nvSpPr>
            <p:cNvPr id="6169" name="Rectangle 25">
              <a:extLst>
                <a:ext uri="{FF2B5EF4-FFF2-40B4-BE49-F238E27FC236}">
                  <a16:creationId xmlns:a16="http://schemas.microsoft.com/office/drawing/2014/main" id="{E1A62CD8-40A3-5DDA-87ED-0E80A5DBA2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1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70" name="Rectangle 26">
              <a:extLst>
                <a:ext uri="{FF2B5EF4-FFF2-40B4-BE49-F238E27FC236}">
                  <a16:creationId xmlns:a16="http://schemas.microsoft.com/office/drawing/2014/main" id="{7B9C82A0-11FA-2C45-6670-E535679CAA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5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6171" name="Rectangle 27">
              <a:extLst>
                <a:ext uri="{FF2B5EF4-FFF2-40B4-BE49-F238E27FC236}">
                  <a16:creationId xmlns:a16="http://schemas.microsoft.com/office/drawing/2014/main" id="{2A420B21-9B1F-F0DB-2366-676A52CD8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9</a:t>
              </a:r>
            </a:p>
          </p:txBody>
        </p:sp>
        <p:sp>
          <p:nvSpPr>
            <p:cNvPr id="6172" name="Rectangle 28">
              <a:extLst>
                <a:ext uri="{FF2B5EF4-FFF2-40B4-BE49-F238E27FC236}">
                  <a16:creationId xmlns:a16="http://schemas.microsoft.com/office/drawing/2014/main" id="{4EF48F69-3447-40B4-73CD-412F61136A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3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6173" name="Rectangle 29">
              <a:extLst>
                <a:ext uri="{FF2B5EF4-FFF2-40B4-BE49-F238E27FC236}">
                  <a16:creationId xmlns:a16="http://schemas.microsoft.com/office/drawing/2014/main" id="{AD30C678-63B8-FF64-6467-B012402073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7" y="1796"/>
              <a:ext cx="109" cy="147"/>
            </a:xfrm>
            <a:prstGeom prst="rect">
              <a:avLst/>
            </a:prstGeom>
            <a:solidFill>
              <a:srgbClr val="EAEAEA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 anchor="ctr"/>
            <a:lstStyle/>
            <a:p>
              <a:pPr algn="ctr">
                <a:lnSpc>
                  <a:spcPct val="90000"/>
                </a:lnSpc>
              </a:pPr>
              <a:r>
                <a:rPr lang="en-US" altLang="en-US" sz="1600" b="1">
                  <a:solidFill>
                    <a:srgbClr val="0099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6174" name="Rectangle 30">
              <a:extLst>
                <a:ext uri="{FF2B5EF4-FFF2-40B4-BE49-F238E27FC236}">
                  <a16:creationId xmlns:a16="http://schemas.microsoft.com/office/drawing/2014/main" id="{58BC3FC8-8A45-20A3-90F3-993DDFA7EB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" y="1661"/>
              <a:ext cx="696" cy="1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46038" rIns="19050" bIns="46038"/>
            <a:lstStyle/>
            <a:p>
              <a:r>
                <a:rPr lang="en-US" altLang="en-US" sz="1200" b="1">
                  <a:solidFill>
                    <a:schemeClr val="tx1"/>
                  </a:solidFill>
                  <a:latin typeface="Arial" panose="020B0604020202020204" pitchFamily="34" charset="0"/>
                </a:rPr>
                <a:t>StudentDetails</a:t>
              </a:r>
            </a:p>
          </p:txBody>
        </p:sp>
      </p:grpSp>
      <p:sp>
        <p:nvSpPr>
          <p:cNvPr id="6176" name="Rectangle 32">
            <a:extLst>
              <a:ext uri="{FF2B5EF4-FFF2-40B4-BE49-F238E27FC236}">
                <a16:creationId xmlns:a16="http://schemas.microsoft.com/office/drawing/2014/main" id="{C4C19F48-1080-2610-FF94-563CBDFA7E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2860675"/>
            <a:ext cx="1279525" cy="2222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44E70ED2-C751-D8D4-26E9-137186546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4775" y="2860675"/>
            <a:ext cx="1831975" cy="222250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8" name="Rectangle 34">
            <a:extLst>
              <a:ext uri="{FF2B5EF4-FFF2-40B4-BE49-F238E27FC236}">
                <a16:creationId xmlns:a16="http://schemas.microsoft.com/office/drawing/2014/main" id="{A53DEAE9-7266-E610-96E7-B6BD84194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2625" y="2855913"/>
            <a:ext cx="1470025" cy="227012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9" name="Rectangle 35">
            <a:extLst>
              <a:ext uri="{FF2B5EF4-FFF2-40B4-BE49-F238E27FC236}">
                <a16:creationId xmlns:a16="http://schemas.microsoft.com/office/drawing/2014/main" id="{94BC5FFB-7A95-9C24-3623-42A2661857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2879725"/>
            <a:ext cx="346075" cy="179388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0" name="Rectangle 36">
            <a:extLst>
              <a:ext uri="{FF2B5EF4-FFF2-40B4-BE49-F238E27FC236}">
                <a16:creationId xmlns:a16="http://schemas.microsoft.com/office/drawing/2014/main" id="{10DCFC3D-33AC-BE29-7029-64C12E93C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300" y="2879725"/>
            <a:ext cx="1422400" cy="179388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1" name="Rectangle 37">
            <a:extLst>
              <a:ext uri="{FF2B5EF4-FFF2-40B4-BE49-F238E27FC236}">
                <a16:creationId xmlns:a16="http://schemas.microsoft.com/office/drawing/2014/main" id="{0334B65B-1FA0-4433-1050-BEE0709E1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1200" y="2874963"/>
            <a:ext cx="350838" cy="184150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2" name="Rectangle 38">
            <a:extLst>
              <a:ext uri="{FF2B5EF4-FFF2-40B4-BE49-F238E27FC236}">
                <a16:creationId xmlns:a16="http://schemas.microsoft.com/office/drawing/2014/main" id="{D38F4E33-720B-FC4E-DEB7-3AB52FFAB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2675" y="2874963"/>
            <a:ext cx="336550" cy="184150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3" name="Rectangle 39">
            <a:extLst>
              <a:ext uri="{FF2B5EF4-FFF2-40B4-BE49-F238E27FC236}">
                <a16:creationId xmlns:a16="http://schemas.microsoft.com/office/drawing/2014/main" id="{B4DA7230-DD86-E420-6F78-61D194E1B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5100" y="2874963"/>
            <a:ext cx="684213" cy="184150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6190" name="Group 46">
            <a:extLst>
              <a:ext uri="{FF2B5EF4-FFF2-40B4-BE49-F238E27FC236}">
                <a16:creationId xmlns:a16="http://schemas.microsoft.com/office/drawing/2014/main" id="{3851B8AA-44D8-1CF8-49E0-99E77BEDBF31}"/>
              </a:ext>
            </a:extLst>
          </p:cNvPr>
          <p:cNvGrpSpPr>
            <a:grpSpLocks/>
          </p:cNvGrpSpPr>
          <p:nvPr/>
        </p:nvGrpSpPr>
        <p:grpSpPr bwMode="auto">
          <a:xfrm>
            <a:off x="80963" y="3148013"/>
            <a:ext cx="4595812" cy="295275"/>
            <a:chOff x="51" y="1983"/>
            <a:chExt cx="2895" cy="186"/>
          </a:xfrm>
        </p:grpSpPr>
        <p:sp>
          <p:nvSpPr>
            <p:cNvPr id="6184" name="Rectangle 40">
              <a:extLst>
                <a:ext uri="{FF2B5EF4-FFF2-40B4-BE49-F238E27FC236}">
                  <a16:creationId xmlns:a16="http://schemas.microsoft.com/office/drawing/2014/main" id="{8C688C76-5167-0FC1-23E3-D185D8B06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" y="1983"/>
              <a:ext cx="813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StudentId</a:t>
              </a:r>
            </a:p>
          </p:txBody>
        </p:sp>
        <p:sp>
          <p:nvSpPr>
            <p:cNvPr id="6185" name="Rectangle 41">
              <a:extLst>
                <a:ext uri="{FF2B5EF4-FFF2-40B4-BE49-F238E27FC236}">
                  <a16:creationId xmlns:a16="http://schemas.microsoft.com/office/drawing/2014/main" id="{B318CEC4-2ED7-1C56-6AAB-78A19AC25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4" y="1983"/>
              <a:ext cx="1167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StudentName</a:t>
              </a:r>
            </a:p>
          </p:txBody>
        </p:sp>
        <p:sp>
          <p:nvSpPr>
            <p:cNvPr id="6186" name="Rectangle 42">
              <a:extLst>
                <a:ext uri="{FF2B5EF4-FFF2-40B4-BE49-F238E27FC236}">
                  <a16:creationId xmlns:a16="http://schemas.microsoft.com/office/drawing/2014/main" id="{B949F8AB-A7AC-46F4-C344-392FE672A5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31" y="1983"/>
              <a:ext cx="915" cy="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000" b="1">
                  <a:solidFill>
                    <a:srgbClr val="CC0000"/>
                  </a:solidFill>
                  <a:latin typeface="Arial" panose="020B0604020202020204" pitchFamily="34" charset="0"/>
                </a:rPr>
                <a:t>DateOfBirth</a:t>
              </a:r>
            </a:p>
          </p:txBody>
        </p:sp>
        <p:grpSp>
          <p:nvGrpSpPr>
            <p:cNvPr id="6189" name="Group 45">
              <a:extLst>
                <a:ext uri="{FF2B5EF4-FFF2-40B4-BE49-F238E27FC236}">
                  <a16:creationId xmlns:a16="http://schemas.microsoft.com/office/drawing/2014/main" id="{57C556BF-1633-E54E-39E6-308A7F20B0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03" y="2079"/>
              <a:ext cx="2034" cy="90"/>
              <a:chOff x="903" y="2079"/>
              <a:chExt cx="2034" cy="90"/>
            </a:xfrm>
          </p:grpSpPr>
          <p:sp>
            <p:nvSpPr>
              <p:cNvPr id="6187" name="Rectangle 43">
                <a:extLst>
                  <a:ext uri="{FF2B5EF4-FFF2-40B4-BE49-F238E27FC236}">
                    <a16:creationId xmlns:a16="http://schemas.microsoft.com/office/drawing/2014/main" id="{67EDDA8B-F642-C576-A972-BF03BCBE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3" y="2079"/>
                <a:ext cx="1167" cy="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0" tIns="46038" rIns="0" bIns="46038" anchor="ctr"/>
              <a:lstStyle/>
              <a:p>
                <a:r>
                  <a:rPr lang="en-US" altLang="en-US" sz="1000">
                    <a:latin typeface="Arial" panose="020B0604020202020204" pitchFamily="34" charset="0"/>
                  </a:rPr>
                  <a:t>Initials       Surname</a:t>
                </a:r>
              </a:p>
            </p:txBody>
          </p:sp>
          <p:sp>
            <p:nvSpPr>
              <p:cNvPr id="6188" name="Rectangle 44">
                <a:extLst>
                  <a:ext uri="{FF2B5EF4-FFF2-40B4-BE49-F238E27FC236}">
                    <a16:creationId xmlns:a16="http://schemas.microsoft.com/office/drawing/2014/main" id="{6D6CF307-30D4-4D49-A177-A811DB9438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6" y="2079"/>
                <a:ext cx="841" cy="9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0" tIns="46038" rIns="0" bIns="46038" anchor="ctr"/>
              <a:lstStyle/>
              <a:p>
                <a:r>
                  <a:rPr lang="en-US" altLang="en-US" sz="1000">
                    <a:latin typeface="Arial" panose="020B0604020202020204" pitchFamily="34" charset="0"/>
                  </a:rPr>
                  <a:t>DoB   MoB        YoB</a:t>
                </a:r>
              </a:p>
            </p:txBody>
          </p:sp>
        </p:grpSp>
      </p:grpSp>
      <p:sp>
        <p:nvSpPr>
          <p:cNvPr id="6191" name="AutoShape 47">
            <a:extLst>
              <a:ext uri="{FF2B5EF4-FFF2-40B4-BE49-F238E27FC236}">
                <a16:creationId xmlns:a16="http://schemas.microsoft.com/office/drawing/2014/main" id="{D4A16374-3316-CA90-C730-3BD3BD684F6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181350" y="134938"/>
            <a:ext cx="1527175" cy="527843"/>
          </a:xfrm>
          <a:prstGeom prst="wedgeRoundRectCallout">
            <a:avLst>
              <a:gd name="adj1" fmla="val -46921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0" rIns="9525" bIns="0">
            <a:spAutoFit/>
          </a:bodyPr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Now we can access all the parts of the record individually. </a:t>
            </a:r>
          </a:p>
        </p:txBody>
      </p:sp>
      <p:sp>
        <p:nvSpPr>
          <p:cNvPr id="6192" name="AutoShape 48">
            <a:extLst>
              <a:ext uri="{FF2B5EF4-FFF2-40B4-BE49-F238E27FC236}">
                <a16:creationId xmlns:a16="http://schemas.microsoft.com/office/drawing/2014/main" id="{C3417495-6C35-1E23-44FB-7D4CF03EC0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178175" y="146050"/>
            <a:ext cx="1549400" cy="1563688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525" tIns="0" rIns="9525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Condsider the following </a:t>
            </a:r>
            <a:r>
              <a:rPr lang="en-US" altLang="en-US" sz="800">
                <a:solidFill>
                  <a:schemeClr val="tx1"/>
                </a:solidFill>
              </a:rPr>
              <a:t>DISPLAY</a:t>
            </a:r>
            <a:r>
              <a:rPr lang="en-US" altLang="en-US" sz="1000">
                <a:solidFill>
                  <a:schemeClr val="tx1"/>
                </a:solidFill>
              </a:rPr>
              <a:t> statements and see if you can figure out what's displayed on the screen.</a:t>
            </a:r>
          </a:p>
          <a:p>
            <a:r>
              <a:rPr lang="en-US" altLang="en-US" sz="800">
                <a:solidFill>
                  <a:schemeClr val="tx1"/>
                </a:solidFill>
              </a:rPr>
              <a:t>DISPLAY</a:t>
            </a:r>
            <a:r>
              <a:rPr lang="en-US" altLang="en-US" sz="1000">
                <a:solidFill>
                  <a:schemeClr val="tx1"/>
                </a:solidFill>
              </a:rPr>
              <a:t> MoB.</a:t>
            </a:r>
          </a:p>
          <a:p>
            <a:r>
              <a:rPr lang="en-US" altLang="en-US" sz="800">
                <a:solidFill>
                  <a:schemeClr val="tx1"/>
                </a:solidFill>
              </a:rPr>
              <a:t>DISPLAY</a:t>
            </a:r>
            <a:r>
              <a:rPr lang="en-US" altLang="en-US" sz="1000">
                <a:solidFill>
                  <a:schemeClr val="tx1"/>
                </a:solidFill>
              </a:rPr>
              <a:t> Surname</a:t>
            </a:r>
          </a:p>
          <a:p>
            <a:r>
              <a:rPr lang="en-US" altLang="en-US" sz="800">
                <a:solidFill>
                  <a:schemeClr val="tx1"/>
                </a:solidFill>
              </a:rPr>
              <a:t>DISPLAY</a:t>
            </a:r>
            <a:r>
              <a:rPr lang="en-US" altLang="en-US" sz="1000">
                <a:solidFill>
                  <a:schemeClr val="tx1"/>
                </a:solidFill>
              </a:rPr>
              <a:t> DateOfBirth.</a:t>
            </a:r>
          </a:p>
          <a:p>
            <a:r>
              <a:rPr lang="en-US" altLang="en-US" sz="800">
                <a:solidFill>
                  <a:schemeClr val="tx1"/>
                </a:solidFill>
              </a:rPr>
              <a:t>DISPLAY</a:t>
            </a:r>
            <a:r>
              <a:rPr lang="en-US" altLang="en-US" sz="1000">
                <a:solidFill>
                  <a:schemeClr val="tx1"/>
                </a:solidFill>
              </a:rPr>
              <a:t> StudentDetails. </a:t>
            </a:r>
          </a:p>
        </p:txBody>
      </p:sp>
      <p:sp>
        <p:nvSpPr>
          <p:cNvPr id="6193" name="AutoShape 49">
            <a:extLst>
              <a:ext uri="{FF2B5EF4-FFF2-40B4-BE49-F238E27FC236}">
                <a16:creationId xmlns:a16="http://schemas.microsoft.com/office/drawing/2014/main" id="{B9D2FEB6-3D70-F2B7-5A04-3E192905C95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366838" y="2100263"/>
            <a:ext cx="3387725" cy="641614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46038" rIns="0" bIns="46038"/>
          <a:lstStyle/>
          <a:p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DISPLAY Surname.        = WALSH</a:t>
            </a:r>
            <a:endParaRPr lang="en-US" altLang="en-US" sz="800">
              <a:solidFill>
                <a:schemeClr val="tx1"/>
              </a:solidFill>
            </a:endParaRPr>
          </a:p>
          <a:p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DISPLAY MoB.            = 09</a:t>
            </a:r>
          </a:p>
          <a:p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DISPLAY DateOfBirth.    = 10091952</a:t>
            </a:r>
          </a:p>
          <a:p>
            <a:r>
              <a:rPr lang="en-US" altLang="en-US" sz="800">
                <a:solidFill>
                  <a:schemeClr val="tx1"/>
                </a:solidFill>
                <a:latin typeface="Courier New" panose="02070309020205020404" pitchFamily="49" charset="0"/>
              </a:rPr>
              <a:t>DISPLAY StudentDetails. = 9924513NSWALSH   10091952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91" grpId="0" animBg="1" autoUpdateAnimBg="0"/>
      <p:bldP spid="6192" grpId="0" animBg="1" autoUpdateAnimBg="0"/>
      <p:bldP spid="6193" grpId="0" animBg="1" autoUpdateAnimBg="0"/>
    </p:bld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accent2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accent2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591</TotalTime>
  <Words>423</Words>
  <Application>Microsoft Office PowerPoint</Application>
  <PresentationFormat>Custom</PresentationFormat>
  <Paragraphs>127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30</cp:revision>
  <dcterms:created xsi:type="dcterms:W3CDTF">1995-06-17T23:31:02Z</dcterms:created>
  <dcterms:modified xsi:type="dcterms:W3CDTF">2026-05-13T01:06:47Z</dcterms:modified>
</cp:coreProperties>
</file>