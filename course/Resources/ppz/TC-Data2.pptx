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4762500" cy="3810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7960" y="151920"/>
            <a:ext cx="4285800" cy="63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237960" y="891360"/>
            <a:ext cx="4285800" cy="220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4762440" cy="380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9360" y="19080"/>
            <a:ext cx="4743360" cy="378612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37960" y="151920"/>
            <a:ext cx="4285800" cy="63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237960" y="891360"/>
            <a:ext cx="4285800" cy="220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905040" y="517680"/>
            <a:ext cx="2933640" cy="19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Building a 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Click to view.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When viewing , left click (or press the Page Up key) to see the next frame and right click (or press Page Down)  to see the previous frame.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152280" y="196920"/>
            <a:ext cx="4400640" cy="221292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StudentDetails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PIC X(25).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162000" y="190440"/>
            <a:ext cx="4401000" cy="95760"/>
          </a:xfrm>
          <a:custGeom>
            <a:avLst/>
            <a:gdLst/>
            <a:ahLst/>
            <a:rect l="0" t="0" r="r" b="b"/>
            <a:pathLst>
              <a:path w="12225" h="266">
                <a:moveTo>
                  <a:pt x="12225" y="5"/>
                </a:moveTo>
                <a:lnTo>
                  <a:pt x="12225" y="0"/>
                </a:lnTo>
                <a:lnTo>
                  <a:pt x="12225" y="5"/>
                </a:lnTo>
                <a:lnTo>
                  <a:pt x="12220" y="13"/>
                </a:lnTo>
                <a:lnTo>
                  <a:pt x="12192" y="13"/>
                </a:lnTo>
                <a:lnTo>
                  <a:pt x="12093" y="37"/>
                </a:lnTo>
                <a:lnTo>
                  <a:pt x="12027" y="62"/>
                </a:lnTo>
                <a:lnTo>
                  <a:pt x="11978" y="87"/>
                </a:lnTo>
                <a:lnTo>
                  <a:pt x="11928" y="87"/>
                </a:lnTo>
                <a:lnTo>
                  <a:pt x="11879" y="95"/>
                </a:lnTo>
                <a:lnTo>
                  <a:pt x="11829" y="95"/>
                </a:lnTo>
                <a:lnTo>
                  <a:pt x="11780" y="95"/>
                </a:lnTo>
                <a:lnTo>
                  <a:pt x="11730" y="95"/>
                </a:lnTo>
                <a:lnTo>
                  <a:pt x="11681" y="95"/>
                </a:lnTo>
                <a:lnTo>
                  <a:pt x="11631" y="95"/>
                </a:lnTo>
                <a:lnTo>
                  <a:pt x="11582" y="111"/>
                </a:lnTo>
                <a:lnTo>
                  <a:pt x="11549" y="135"/>
                </a:lnTo>
                <a:lnTo>
                  <a:pt x="11516" y="160"/>
                </a:lnTo>
                <a:lnTo>
                  <a:pt x="11466" y="168"/>
                </a:lnTo>
                <a:lnTo>
                  <a:pt x="11417" y="168"/>
                </a:lnTo>
                <a:lnTo>
                  <a:pt x="11367" y="152"/>
                </a:lnTo>
                <a:lnTo>
                  <a:pt x="11301" y="135"/>
                </a:lnTo>
                <a:lnTo>
                  <a:pt x="11252" y="135"/>
                </a:lnTo>
                <a:lnTo>
                  <a:pt x="11202" y="127"/>
                </a:lnTo>
                <a:lnTo>
                  <a:pt x="11153" y="111"/>
                </a:lnTo>
                <a:lnTo>
                  <a:pt x="11103" y="103"/>
                </a:lnTo>
                <a:lnTo>
                  <a:pt x="11037" y="103"/>
                </a:lnTo>
                <a:lnTo>
                  <a:pt x="10987" y="95"/>
                </a:lnTo>
                <a:lnTo>
                  <a:pt x="10938" y="87"/>
                </a:lnTo>
                <a:lnTo>
                  <a:pt x="10888" y="79"/>
                </a:lnTo>
                <a:lnTo>
                  <a:pt x="10839" y="79"/>
                </a:lnTo>
                <a:lnTo>
                  <a:pt x="10789" y="71"/>
                </a:lnTo>
                <a:lnTo>
                  <a:pt x="10740" y="62"/>
                </a:lnTo>
                <a:lnTo>
                  <a:pt x="10690" y="53"/>
                </a:lnTo>
                <a:lnTo>
                  <a:pt x="10641" y="45"/>
                </a:lnTo>
                <a:lnTo>
                  <a:pt x="10624" y="71"/>
                </a:lnTo>
                <a:lnTo>
                  <a:pt x="10558" y="79"/>
                </a:lnTo>
                <a:lnTo>
                  <a:pt x="10492" y="79"/>
                </a:lnTo>
                <a:lnTo>
                  <a:pt x="10443" y="87"/>
                </a:lnTo>
                <a:lnTo>
                  <a:pt x="10393" y="103"/>
                </a:lnTo>
                <a:lnTo>
                  <a:pt x="10377" y="127"/>
                </a:lnTo>
                <a:lnTo>
                  <a:pt x="10327" y="135"/>
                </a:lnTo>
                <a:lnTo>
                  <a:pt x="10278" y="135"/>
                </a:lnTo>
                <a:lnTo>
                  <a:pt x="10228" y="135"/>
                </a:lnTo>
                <a:lnTo>
                  <a:pt x="10179" y="152"/>
                </a:lnTo>
                <a:lnTo>
                  <a:pt x="10129" y="160"/>
                </a:lnTo>
                <a:lnTo>
                  <a:pt x="10080" y="168"/>
                </a:lnTo>
                <a:lnTo>
                  <a:pt x="10030" y="176"/>
                </a:lnTo>
                <a:lnTo>
                  <a:pt x="9981" y="192"/>
                </a:lnTo>
                <a:lnTo>
                  <a:pt x="9931" y="201"/>
                </a:lnTo>
                <a:lnTo>
                  <a:pt x="9882" y="201"/>
                </a:lnTo>
                <a:lnTo>
                  <a:pt x="9832" y="192"/>
                </a:lnTo>
                <a:lnTo>
                  <a:pt x="9783" y="176"/>
                </a:lnTo>
                <a:lnTo>
                  <a:pt x="9717" y="168"/>
                </a:lnTo>
                <a:lnTo>
                  <a:pt x="9667" y="160"/>
                </a:lnTo>
                <a:lnTo>
                  <a:pt x="9618" y="152"/>
                </a:lnTo>
                <a:lnTo>
                  <a:pt x="9568" y="144"/>
                </a:lnTo>
                <a:lnTo>
                  <a:pt x="9519" y="144"/>
                </a:lnTo>
                <a:lnTo>
                  <a:pt x="9469" y="127"/>
                </a:lnTo>
                <a:lnTo>
                  <a:pt x="9420" y="119"/>
                </a:lnTo>
                <a:lnTo>
                  <a:pt x="9370" y="119"/>
                </a:lnTo>
                <a:lnTo>
                  <a:pt x="9321" y="111"/>
                </a:lnTo>
                <a:lnTo>
                  <a:pt x="9271" y="111"/>
                </a:lnTo>
                <a:lnTo>
                  <a:pt x="9205" y="103"/>
                </a:lnTo>
                <a:lnTo>
                  <a:pt x="9138" y="95"/>
                </a:lnTo>
                <a:lnTo>
                  <a:pt x="9089" y="87"/>
                </a:lnTo>
                <a:lnTo>
                  <a:pt x="9039" y="79"/>
                </a:lnTo>
                <a:lnTo>
                  <a:pt x="8990" y="79"/>
                </a:lnTo>
                <a:lnTo>
                  <a:pt x="8940" y="79"/>
                </a:lnTo>
                <a:lnTo>
                  <a:pt x="8891" y="79"/>
                </a:lnTo>
                <a:lnTo>
                  <a:pt x="8841" y="79"/>
                </a:lnTo>
                <a:lnTo>
                  <a:pt x="8791" y="79"/>
                </a:lnTo>
                <a:lnTo>
                  <a:pt x="8742" y="79"/>
                </a:lnTo>
                <a:lnTo>
                  <a:pt x="8676" y="79"/>
                </a:lnTo>
                <a:lnTo>
                  <a:pt x="8626" y="71"/>
                </a:lnTo>
                <a:lnTo>
                  <a:pt x="8577" y="53"/>
                </a:lnTo>
                <a:lnTo>
                  <a:pt x="8527" y="53"/>
                </a:lnTo>
                <a:lnTo>
                  <a:pt x="8478" y="53"/>
                </a:lnTo>
                <a:lnTo>
                  <a:pt x="8445" y="79"/>
                </a:lnTo>
                <a:lnTo>
                  <a:pt x="8395" y="95"/>
                </a:lnTo>
                <a:lnTo>
                  <a:pt x="8346" y="103"/>
                </a:lnTo>
                <a:lnTo>
                  <a:pt x="8296" y="127"/>
                </a:lnTo>
                <a:lnTo>
                  <a:pt x="8247" y="135"/>
                </a:lnTo>
                <a:lnTo>
                  <a:pt x="8197" y="144"/>
                </a:lnTo>
                <a:lnTo>
                  <a:pt x="8148" y="152"/>
                </a:lnTo>
                <a:lnTo>
                  <a:pt x="8098" y="152"/>
                </a:lnTo>
                <a:lnTo>
                  <a:pt x="8049" y="144"/>
                </a:lnTo>
                <a:lnTo>
                  <a:pt x="7999" y="127"/>
                </a:lnTo>
                <a:lnTo>
                  <a:pt x="7950" y="119"/>
                </a:lnTo>
                <a:lnTo>
                  <a:pt x="7900" y="119"/>
                </a:lnTo>
                <a:lnTo>
                  <a:pt x="7851" y="111"/>
                </a:lnTo>
                <a:lnTo>
                  <a:pt x="7801" y="103"/>
                </a:lnTo>
                <a:lnTo>
                  <a:pt x="7752" y="87"/>
                </a:lnTo>
                <a:lnTo>
                  <a:pt x="7702" y="87"/>
                </a:lnTo>
                <a:lnTo>
                  <a:pt x="7653" y="71"/>
                </a:lnTo>
                <a:lnTo>
                  <a:pt x="7603" y="62"/>
                </a:lnTo>
                <a:lnTo>
                  <a:pt x="7554" y="62"/>
                </a:lnTo>
                <a:lnTo>
                  <a:pt x="7504" y="53"/>
                </a:lnTo>
                <a:lnTo>
                  <a:pt x="7455" y="53"/>
                </a:lnTo>
                <a:lnTo>
                  <a:pt x="7389" y="45"/>
                </a:lnTo>
                <a:lnTo>
                  <a:pt x="7339" y="37"/>
                </a:lnTo>
                <a:lnTo>
                  <a:pt x="7290" y="37"/>
                </a:lnTo>
                <a:lnTo>
                  <a:pt x="7240" y="37"/>
                </a:lnTo>
                <a:lnTo>
                  <a:pt x="7191" y="37"/>
                </a:lnTo>
                <a:lnTo>
                  <a:pt x="7141" y="37"/>
                </a:lnTo>
                <a:lnTo>
                  <a:pt x="7092" y="45"/>
                </a:lnTo>
                <a:lnTo>
                  <a:pt x="7042" y="62"/>
                </a:lnTo>
                <a:lnTo>
                  <a:pt x="6993" y="87"/>
                </a:lnTo>
                <a:lnTo>
                  <a:pt x="6943" y="103"/>
                </a:lnTo>
                <a:lnTo>
                  <a:pt x="6894" y="119"/>
                </a:lnTo>
                <a:lnTo>
                  <a:pt x="6844" y="135"/>
                </a:lnTo>
                <a:lnTo>
                  <a:pt x="6795" y="144"/>
                </a:lnTo>
                <a:lnTo>
                  <a:pt x="6745" y="144"/>
                </a:lnTo>
                <a:lnTo>
                  <a:pt x="6696" y="144"/>
                </a:lnTo>
                <a:lnTo>
                  <a:pt x="6646" y="152"/>
                </a:lnTo>
                <a:lnTo>
                  <a:pt x="6580" y="152"/>
                </a:lnTo>
                <a:lnTo>
                  <a:pt x="6530" y="160"/>
                </a:lnTo>
                <a:lnTo>
                  <a:pt x="6464" y="168"/>
                </a:lnTo>
                <a:lnTo>
                  <a:pt x="6415" y="176"/>
                </a:lnTo>
                <a:lnTo>
                  <a:pt x="6365" y="176"/>
                </a:lnTo>
                <a:lnTo>
                  <a:pt x="6316" y="184"/>
                </a:lnTo>
                <a:lnTo>
                  <a:pt x="6266" y="184"/>
                </a:lnTo>
                <a:lnTo>
                  <a:pt x="6217" y="184"/>
                </a:lnTo>
                <a:lnTo>
                  <a:pt x="6167" y="184"/>
                </a:lnTo>
                <a:lnTo>
                  <a:pt x="6118" y="184"/>
                </a:lnTo>
                <a:lnTo>
                  <a:pt x="6068" y="176"/>
                </a:lnTo>
                <a:lnTo>
                  <a:pt x="6035" y="152"/>
                </a:lnTo>
                <a:lnTo>
                  <a:pt x="5969" y="127"/>
                </a:lnTo>
                <a:lnTo>
                  <a:pt x="5920" y="119"/>
                </a:lnTo>
                <a:lnTo>
                  <a:pt x="5854" y="103"/>
                </a:lnTo>
                <a:lnTo>
                  <a:pt x="5804" y="87"/>
                </a:lnTo>
                <a:lnTo>
                  <a:pt x="5738" y="87"/>
                </a:lnTo>
                <a:lnTo>
                  <a:pt x="5689" y="79"/>
                </a:lnTo>
                <a:lnTo>
                  <a:pt x="5639" y="62"/>
                </a:lnTo>
                <a:lnTo>
                  <a:pt x="5590" y="62"/>
                </a:lnTo>
                <a:lnTo>
                  <a:pt x="5540" y="53"/>
                </a:lnTo>
                <a:lnTo>
                  <a:pt x="5474" y="71"/>
                </a:lnTo>
                <a:lnTo>
                  <a:pt x="5425" y="87"/>
                </a:lnTo>
                <a:lnTo>
                  <a:pt x="5375" y="103"/>
                </a:lnTo>
                <a:lnTo>
                  <a:pt x="5326" y="111"/>
                </a:lnTo>
                <a:lnTo>
                  <a:pt x="5276" y="119"/>
                </a:lnTo>
                <a:lnTo>
                  <a:pt x="5210" y="135"/>
                </a:lnTo>
                <a:lnTo>
                  <a:pt x="5161" y="144"/>
                </a:lnTo>
                <a:lnTo>
                  <a:pt x="5111" y="160"/>
                </a:lnTo>
                <a:lnTo>
                  <a:pt x="5062" y="160"/>
                </a:lnTo>
                <a:lnTo>
                  <a:pt x="5012" y="160"/>
                </a:lnTo>
                <a:lnTo>
                  <a:pt x="4946" y="152"/>
                </a:lnTo>
                <a:lnTo>
                  <a:pt x="4913" y="127"/>
                </a:lnTo>
                <a:lnTo>
                  <a:pt x="4864" y="111"/>
                </a:lnTo>
                <a:lnTo>
                  <a:pt x="4814" y="95"/>
                </a:lnTo>
                <a:lnTo>
                  <a:pt x="4765" y="71"/>
                </a:lnTo>
                <a:lnTo>
                  <a:pt x="4715" y="53"/>
                </a:lnTo>
                <a:lnTo>
                  <a:pt x="4666" y="37"/>
                </a:lnTo>
                <a:lnTo>
                  <a:pt x="4616" y="29"/>
                </a:lnTo>
                <a:lnTo>
                  <a:pt x="4567" y="29"/>
                </a:lnTo>
                <a:lnTo>
                  <a:pt x="4517" y="29"/>
                </a:lnTo>
                <a:lnTo>
                  <a:pt x="4468" y="37"/>
                </a:lnTo>
                <a:lnTo>
                  <a:pt x="4418" y="37"/>
                </a:lnTo>
                <a:lnTo>
                  <a:pt x="4368" y="37"/>
                </a:lnTo>
                <a:lnTo>
                  <a:pt x="4319" y="37"/>
                </a:lnTo>
                <a:lnTo>
                  <a:pt x="4269" y="37"/>
                </a:lnTo>
                <a:lnTo>
                  <a:pt x="4220" y="45"/>
                </a:lnTo>
                <a:lnTo>
                  <a:pt x="4170" y="45"/>
                </a:lnTo>
                <a:lnTo>
                  <a:pt x="4121" y="45"/>
                </a:lnTo>
                <a:lnTo>
                  <a:pt x="4071" y="45"/>
                </a:lnTo>
                <a:lnTo>
                  <a:pt x="4022" y="53"/>
                </a:lnTo>
                <a:lnTo>
                  <a:pt x="3972" y="53"/>
                </a:lnTo>
                <a:lnTo>
                  <a:pt x="3923" y="53"/>
                </a:lnTo>
                <a:lnTo>
                  <a:pt x="3873" y="53"/>
                </a:lnTo>
                <a:lnTo>
                  <a:pt x="3824" y="53"/>
                </a:lnTo>
                <a:lnTo>
                  <a:pt x="3774" y="53"/>
                </a:lnTo>
                <a:lnTo>
                  <a:pt x="3725" y="62"/>
                </a:lnTo>
                <a:lnTo>
                  <a:pt x="3675" y="79"/>
                </a:lnTo>
                <a:lnTo>
                  <a:pt x="3626" y="87"/>
                </a:lnTo>
                <a:lnTo>
                  <a:pt x="3576" y="103"/>
                </a:lnTo>
                <a:lnTo>
                  <a:pt x="3527" y="111"/>
                </a:lnTo>
                <a:lnTo>
                  <a:pt x="3477" y="135"/>
                </a:lnTo>
                <a:lnTo>
                  <a:pt x="3428" y="144"/>
                </a:lnTo>
                <a:lnTo>
                  <a:pt x="3378" y="152"/>
                </a:lnTo>
                <a:lnTo>
                  <a:pt x="3312" y="160"/>
                </a:lnTo>
                <a:lnTo>
                  <a:pt x="3263" y="168"/>
                </a:lnTo>
                <a:lnTo>
                  <a:pt x="3213" y="176"/>
                </a:lnTo>
                <a:lnTo>
                  <a:pt x="3164" y="176"/>
                </a:lnTo>
                <a:lnTo>
                  <a:pt x="3114" y="176"/>
                </a:lnTo>
                <a:lnTo>
                  <a:pt x="3065" y="160"/>
                </a:lnTo>
                <a:lnTo>
                  <a:pt x="3014" y="144"/>
                </a:lnTo>
                <a:lnTo>
                  <a:pt x="2965" y="135"/>
                </a:lnTo>
                <a:lnTo>
                  <a:pt x="2915" y="119"/>
                </a:lnTo>
                <a:lnTo>
                  <a:pt x="2849" y="119"/>
                </a:lnTo>
                <a:lnTo>
                  <a:pt x="2783" y="111"/>
                </a:lnTo>
                <a:lnTo>
                  <a:pt x="2767" y="87"/>
                </a:lnTo>
                <a:lnTo>
                  <a:pt x="2717" y="79"/>
                </a:lnTo>
                <a:lnTo>
                  <a:pt x="2668" y="79"/>
                </a:lnTo>
                <a:lnTo>
                  <a:pt x="2602" y="79"/>
                </a:lnTo>
                <a:lnTo>
                  <a:pt x="2552" y="79"/>
                </a:lnTo>
                <a:lnTo>
                  <a:pt x="2503" y="79"/>
                </a:lnTo>
                <a:lnTo>
                  <a:pt x="2503" y="103"/>
                </a:lnTo>
                <a:lnTo>
                  <a:pt x="2503" y="127"/>
                </a:lnTo>
                <a:lnTo>
                  <a:pt x="2552" y="144"/>
                </a:lnTo>
                <a:lnTo>
                  <a:pt x="2585" y="168"/>
                </a:lnTo>
                <a:lnTo>
                  <a:pt x="2635" y="192"/>
                </a:lnTo>
                <a:lnTo>
                  <a:pt x="2668" y="217"/>
                </a:lnTo>
                <a:lnTo>
                  <a:pt x="2701" y="242"/>
                </a:lnTo>
                <a:lnTo>
                  <a:pt x="2734" y="266"/>
                </a:lnTo>
                <a:lnTo>
                  <a:pt x="2684" y="250"/>
                </a:lnTo>
                <a:lnTo>
                  <a:pt x="2635" y="226"/>
                </a:lnTo>
                <a:lnTo>
                  <a:pt x="2585" y="209"/>
                </a:lnTo>
                <a:lnTo>
                  <a:pt x="2536" y="192"/>
                </a:lnTo>
                <a:lnTo>
                  <a:pt x="2486" y="176"/>
                </a:lnTo>
                <a:lnTo>
                  <a:pt x="2437" y="152"/>
                </a:lnTo>
                <a:lnTo>
                  <a:pt x="2387" y="127"/>
                </a:lnTo>
                <a:lnTo>
                  <a:pt x="2338" y="111"/>
                </a:lnTo>
                <a:lnTo>
                  <a:pt x="2288" y="103"/>
                </a:lnTo>
                <a:lnTo>
                  <a:pt x="2222" y="95"/>
                </a:lnTo>
                <a:lnTo>
                  <a:pt x="2172" y="95"/>
                </a:lnTo>
                <a:lnTo>
                  <a:pt x="2123" y="95"/>
                </a:lnTo>
                <a:lnTo>
                  <a:pt x="2073" y="95"/>
                </a:lnTo>
                <a:lnTo>
                  <a:pt x="2024" y="87"/>
                </a:lnTo>
                <a:lnTo>
                  <a:pt x="1974" y="87"/>
                </a:lnTo>
                <a:lnTo>
                  <a:pt x="1925" y="87"/>
                </a:lnTo>
                <a:lnTo>
                  <a:pt x="1875" y="87"/>
                </a:lnTo>
                <a:lnTo>
                  <a:pt x="1809" y="87"/>
                </a:lnTo>
                <a:lnTo>
                  <a:pt x="1760" y="87"/>
                </a:lnTo>
                <a:lnTo>
                  <a:pt x="1710" y="95"/>
                </a:lnTo>
                <a:lnTo>
                  <a:pt x="1661" y="95"/>
                </a:lnTo>
                <a:lnTo>
                  <a:pt x="1595" y="95"/>
                </a:lnTo>
                <a:lnTo>
                  <a:pt x="1529" y="95"/>
                </a:lnTo>
                <a:lnTo>
                  <a:pt x="1479" y="95"/>
                </a:lnTo>
                <a:lnTo>
                  <a:pt x="1430" y="95"/>
                </a:lnTo>
                <a:lnTo>
                  <a:pt x="1380" y="111"/>
                </a:lnTo>
                <a:lnTo>
                  <a:pt x="1331" y="119"/>
                </a:lnTo>
                <a:lnTo>
                  <a:pt x="1314" y="144"/>
                </a:lnTo>
                <a:lnTo>
                  <a:pt x="1314" y="168"/>
                </a:lnTo>
                <a:lnTo>
                  <a:pt x="1265" y="192"/>
                </a:lnTo>
                <a:lnTo>
                  <a:pt x="1215" y="201"/>
                </a:lnTo>
                <a:lnTo>
                  <a:pt x="1166" y="201"/>
                </a:lnTo>
                <a:lnTo>
                  <a:pt x="1116" y="201"/>
                </a:lnTo>
                <a:lnTo>
                  <a:pt x="1067" y="201"/>
                </a:lnTo>
                <a:lnTo>
                  <a:pt x="1017" y="209"/>
                </a:lnTo>
                <a:lnTo>
                  <a:pt x="968" y="217"/>
                </a:lnTo>
                <a:lnTo>
                  <a:pt x="902" y="217"/>
                </a:lnTo>
                <a:lnTo>
                  <a:pt x="852" y="217"/>
                </a:lnTo>
                <a:lnTo>
                  <a:pt x="803" y="217"/>
                </a:lnTo>
                <a:lnTo>
                  <a:pt x="753" y="209"/>
                </a:lnTo>
                <a:lnTo>
                  <a:pt x="720" y="184"/>
                </a:lnTo>
                <a:lnTo>
                  <a:pt x="671" y="176"/>
                </a:lnTo>
                <a:lnTo>
                  <a:pt x="621" y="160"/>
                </a:lnTo>
                <a:lnTo>
                  <a:pt x="572" y="152"/>
                </a:lnTo>
                <a:lnTo>
                  <a:pt x="522" y="144"/>
                </a:lnTo>
                <a:lnTo>
                  <a:pt x="473" y="144"/>
                </a:lnTo>
                <a:lnTo>
                  <a:pt x="423" y="135"/>
                </a:lnTo>
                <a:lnTo>
                  <a:pt x="374" y="119"/>
                </a:lnTo>
                <a:lnTo>
                  <a:pt x="324" y="111"/>
                </a:lnTo>
                <a:lnTo>
                  <a:pt x="275" y="95"/>
                </a:lnTo>
                <a:lnTo>
                  <a:pt x="225" y="87"/>
                </a:lnTo>
                <a:lnTo>
                  <a:pt x="176" y="79"/>
                </a:lnTo>
                <a:lnTo>
                  <a:pt x="126" y="62"/>
                </a:lnTo>
                <a:lnTo>
                  <a:pt x="77" y="53"/>
                </a:lnTo>
                <a:lnTo>
                  <a:pt x="11" y="13"/>
                </a:lnTo>
                <a:lnTo>
                  <a:pt x="11" y="8"/>
                </a:lnTo>
                <a:lnTo>
                  <a:pt x="0" y="8"/>
                </a:lnTo>
                <a:lnTo>
                  <a:pt x="0" y="8"/>
                </a:lnTo>
                <a:lnTo>
                  <a:pt x="11" y="16"/>
                </a:lnTo>
                <a:lnTo>
                  <a:pt x="11" y="5"/>
                </a:lnTo>
                <a:lnTo>
                  <a:pt x="12225" y="5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44640" rIns="96120" bIns="44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166680" y="2292480"/>
            <a:ext cx="4367520" cy="136800"/>
          </a:xfrm>
          <a:custGeom>
            <a:avLst/>
            <a:gdLst/>
            <a:ahLst/>
            <a:rect l="0" t="0" r="r" b="b"/>
            <a:pathLst>
              <a:path w="12132" h="380">
                <a:moveTo>
                  <a:pt x="0" y="366"/>
                </a:moveTo>
                <a:lnTo>
                  <a:pt x="5" y="338"/>
                </a:lnTo>
                <a:lnTo>
                  <a:pt x="0" y="380"/>
                </a:lnTo>
                <a:lnTo>
                  <a:pt x="136" y="225"/>
                </a:lnTo>
                <a:lnTo>
                  <a:pt x="201" y="225"/>
                </a:lnTo>
                <a:lnTo>
                  <a:pt x="267" y="263"/>
                </a:lnTo>
                <a:lnTo>
                  <a:pt x="354" y="225"/>
                </a:lnTo>
                <a:lnTo>
                  <a:pt x="441" y="168"/>
                </a:lnTo>
                <a:lnTo>
                  <a:pt x="507" y="149"/>
                </a:lnTo>
                <a:lnTo>
                  <a:pt x="572" y="149"/>
                </a:lnTo>
                <a:lnTo>
                  <a:pt x="637" y="131"/>
                </a:lnTo>
                <a:lnTo>
                  <a:pt x="703" y="112"/>
                </a:lnTo>
                <a:lnTo>
                  <a:pt x="768" y="112"/>
                </a:lnTo>
                <a:lnTo>
                  <a:pt x="834" y="131"/>
                </a:lnTo>
                <a:lnTo>
                  <a:pt x="899" y="131"/>
                </a:lnTo>
                <a:lnTo>
                  <a:pt x="965" y="149"/>
                </a:lnTo>
                <a:lnTo>
                  <a:pt x="1030" y="187"/>
                </a:lnTo>
                <a:lnTo>
                  <a:pt x="1095" y="207"/>
                </a:lnTo>
                <a:lnTo>
                  <a:pt x="1161" y="225"/>
                </a:lnTo>
                <a:lnTo>
                  <a:pt x="1226" y="244"/>
                </a:lnTo>
                <a:lnTo>
                  <a:pt x="1292" y="263"/>
                </a:lnTo>
                <a:lnTo>
                  <a:pt x="1379" y="244"/>
                </a:lnTo>
                <a:lnTo>
                  <a:pt x="1466" y="207"/>
                </a:lnTo>
                <a:lnTo>
                  <a:pt x="1510" y="149"/>
                </a:lnTo>
                <a:lnTo>
                  <a:pt x="1575" y="149"/>
                </a:lnTo>
                <a:lnTo>
                  <a:pt x="1641" y="131"/>
                </a:lnTo>
                <a:lnTo>
                  <a:pt x="1706" y="112"/>
                </a:lnTo>
                <a:lnTo>
                  <a:pt x="1771" y="93"/>
                </a:lnTo>
                <a:lnTo>
                  <a:pt x="1837" y="149"/>
                </a:lnTo>
                <a:lnTo>
                  <a:pt x="1902" y="187"/>
                </a:lnTo>
                <a:lnTo>
                  <a:pt x="1968" y="244"/>
                </a:lnTo>
                <a:lnTo>
                  <a:pt x="2033" y="281"/>
                </a:lnTo>
                <a:lnTo>
                  <a:pt x="2099" y="281"/>
                </a:lnTo>
                <a:lnTo>
                  <a:pt x="2164" y="244"/>
                </a:lnTo>
                <a:lnTo>
                  <a:pt x="2229" y="225"/>
                </a:lnTo>
                <a:lnTo>
                  <a:pt x="2295" y="187"/>
                </a:lnTo>
                <a:lnTo>
                  <a:pt x="2360" y="168"/>
                </a:lnTo>
                <a:lnTo>
                  <a:pt x="2426" y="149"/>
                </a:lnTo>
                <a:lnTo>
                  <a:pt x="2513" y="131"/>
                </a:lnTo>
                <a:lnTo>
                  <a:pt x="2578" y="131"/>
                </a:lnTo>
                <a:lnTo>
                  <a:pt x="2644" y="112"/>
                </a:lnTo>
                <a:lnTo>
                  <a:pt x="2709" y="112"/>
                </a:lnTo>
                <a:lnTo>
                  <a:pt x="2775" y="112"/>
                </a:lnTo>
                <a:lnTo>
                  <a:pt x="2840" y="93"/>
                </a:lnTo>
                <a:lnTo>
                  <a:pt x="2927" y="74"/>
                </a:lnTo>
                <a:lnTo>
                  <a:pt x="3015" y="74"/>
                </a:lnTo>
                <a:lnTo>
                  <a:pt x="3102" y="56"/>
                </a:lnTo>
                <a:lnTo>
                  <a:pt x="3167" y="112"/>
                </a:lnTo>
                <a:lnTo>
                  <a:pt x="3211" y="168"/>
                </a:lnTo>
                <a:lnTo>
                  <a:pt x="3254" y="225"/>
                </a:lnTo>
                <a:lnTo>
                  <a:pt x="3342" y="244"/>
                </a:lnTo>
                <a:lnTo>
                  <a:pt x="3407" y="225"/>
                </a:lnTo>
                <a:lnTo>
                  <a:pt x="3494" y="207"/>
                </a:lnTo>
                <a:lnTo>
                  <a:pt x="3560" y="187"/>
                </a:lnTo>
                <a:lnTo>
                  <a:pt x="3647" y="168"/>
                </a:lnTo>
                <a:lnTo>
                  <a:pt x="3734" y="168"/>
                </a:lnTo>
                <a:lnTo>
                  <a:pt x="3800" y="149"/>
                </a:lnTo>
                <a:lnTo>
                  <a:pt x="3865" y="131"/>
                </a:lnTo>
                <a:lnTo>
                  <a:pt x="3952" y="112"/>
                </a:lnTo>
                <a:lnTo>
                  <a:pt x="4018" y="93"/>
                </a:lnTo>
                <a:lnTo>
                  <a:pt x="4083" y="74"/>
                </a:lnTo>
                <a:lnTo>
                  <a:pt x="4149" y="56"/>
                </a:lnTo>
                <a:lnTo>
                  <a:pt x="4214" y="93"/>
                </a:lnTo>
                <a:lnTo>
                  <a:pt x="4279" y="131"/>
                </a:lnTo>
                <a:lnTo>
                  <a:pt x="4345" y="168"/>
                </a:lnTo>
                <a:lnTo>
                  <a:pt x="4410" y="207"/>
                </a:lnTo>
                <a:lnTo>
                  <a:pt x="4476" y="244"/>
                </a:lnTo>
                <a:lnTo>
                  <a:pt x="4541" y="244"/>
                </a:lnTo>
                <a:lnTo>
                  <a:pt x="4607" y="244"/>
                </a:lnTo>
                <a:lnTo>
                  <a:pt x="4672" y="225"/>
                </a:lnTo>
                <a:lnTo>
                  <a:pt x="4737" y="207"/>
                </a:lnTo>
                <a:lnTo>
                  <a:pt x="4803" y="207"/>
                </a:lnTo>
                <a:lnTo>
                  <a:pt x="4868" y="187"/>
                </a:lnTo>
                <a:lnTo>
                  <a:pt x="4956" y="187"/>
                </a:lnTo>
                <a:lnTo>
                  <a:pt x="5021" y="168"/>
                </a:lnTo>
                <a:lnTo>
                  <a:pt x="5086" y="168"/>
                </a:lnTo>
                <a:lnTo>
                  <a:pt x="5152" y="168"/>
                </a:lnTo>
                <a:lnTo>
                  <a:pt x="5217" y="168"/>
                </a:lnTo>
                <a:lnTo>
                  <a:pt x="5283" y="168"/>
                </a:lnTo>
                <a:lnTo>
                  <a:pt x="5348" y="168"/>
                </a:lnTo>
                <a:lnTo>
                  <a:pt x="5435" y="149"/>
                </a:lnTo>
                <a:lnTo>
                  <a:pt x="5501" y="131"/>
                </a:lnTo>
                <a:lnTo>
                  <a:pt x="5566" y="93"/>
                </a:lnTo>
                <a:lnTo>
                  <a:pt x="5632" y="74"/>
                </a:lnTo>
                <a:lnTo>
                  <a:pt x="5697" y="56"/>
                </a:lnTo>
                <a:lnTo>
                  <a:pt x="5784" y="37"/>
                </a:lnTo>
                <a:lnTo>
                  <a:pt x="5872" y="74"/>
                </a:lnTo>
                <a:lnTo>
                  <a:pt x="5937" y="131"/>
                </a:lnTo>
                <a:lnTo>
                  <a:pt x="6002" y="168"/>
                </a:lnTo>
                <a:lnTo>
                  <a:pt x="6069" y="187"/>
                </a:lnTo>
                <a:lnTo>
                  <a:pt x="6134" y="225"/>
                </a:lnTo>
                <a:lnTo>
                  <a:pt x="6200" y="225"/>
                </a:lnTo>
                <a:lnTo>
                  <a:pt x="6265" y="225"/>
                </a:lnTo>
                <a:lnTo>
                  <a:pt x="6352" y="207"/>
                </a:lnTo>
                <a:lnTo>
                  <a:pt x="6418" y="187"/>
                </a:lnTo>
                <a:lnTo>
                  <a:pt x="6483" y="149"/>
                </a:lnTo>
                <a:lnTo>
                  <a:pt x="6570" y="112"/>
                </a:lnTo>
                <a:lnTo>
                  <a:pt x="6636" y="93"/>
                </a:lnTo>
                <a:lnTo>
                  <a:pt x="6723" y="56"/>
                </a:lnTo>
                <a:lnTo>
                  <a:pt x="6788" y="56"/>
                </a:lnTo>
                <a:lnTo>
                  <a:pt x="6854" y="56"/>
                </a:lnTo>
                <a:lnTo>
                  <a:pt x="6941" y="37"/>
                </a:lnTo>
                <a:lnTo>
                  <a:pt x="7007" y="18"/>
                </a:lnTo>
                <a:lnTo>
                  <a:pt x="7072" y="18"/>
                </a:lnTo>
                <a:lnTo>
                  <a:pt x="7116" y="74"/>
                </a:lnTo>
                <a:lnTo>
                  <a:pt x="7181" y="112"/>
                </a:lnTo>
                <a:lnTo>
                  <a:pt x="7246" y="149"/>
                </a:lnTo>
                <a:lnTo>
                  <a:pt x="7312" y="207"/>
                </a:lnTo>
                <a:lnTo>
                  <a:pt x="7377" y="244"/>
                </a:lnTo>
                <a:lnTo>
                  <a:pt x="7443" y="263"/>
                </a:lnTo>
                <a:lnTo>
                  <a:pt x="7508" y="263"/>
                </a:lnTo>
                <a:lnTo>
                  <a:pt x="7574" y="225"/>
                </a:lnTo>
                <a:lnTo>
                  <a:pt x="7639" y="187"/>
                </a:lnTo>
                <a:lnTo>
                  <a:pt x="7704" y="149"/>
                </a:lnTo>
                <a:lnTo>
                  <a:pt x="7770" y="131"/>
                </a:lnTo>
                <a:lnTo>
                  <a:pt x="7835" y="112"/>
                </a:lnTo>
                <a:lnTo>
                  <a:pt x="7923" y="93"/>
                </a:lnTo>
                <a:lnTo>
                  <a:pt x="7988" y="93"/>
                </a:lnTo>
                <a:lnTo>
                  <a:pt x="8053" y="93"/>
                </a:lnTo>
                <a:lnTo>
                  <a:pt x="8119" y="74"/>
                </a:lnTo>
                <a:lnTo>
                  <a:pt x="8184" y="74"/>
                </a:lnTo>
                <a:lnTo>
                  <a:pt x="8250" y="37"/>
                </a:lnTo>
                <a:lnTo>
                  <a:pt x="8337" y="56"/>
                </a:lnTo>
                <a:lnTo>
                  <a:pt x="8446" y="112"/>
                </a:lnTo>
                <a:lnTo>
                  <a:pt x="8511" y="131"/>
                </a:lnTo>
                <a:lnTo>
                  <a:pt x="8599" y="187"/>
                </a:lnTo>
                <a:lnTo>
                  <a:pt x="8664" y="207"/>
                </a:lnTo>
                <a:lnTo>
                  <a:pt x="8729" y="244"/>
                </a:lnTo>
                <a:lnTo>
                  <a:pt x="8795" y="281"/>
                </a:lnTo>
                <a:lnTo>
                  <a:pt x="8860" y="281"/>
                </a:lnTo>
                <a:lnTo>
                  <a:pt x="8926" y="263"/>
                </a:lnTo>
                <a:lnTo>
                  <a:pt x="9013" y="225"/>
                </a:lnTo>
                <a:lnTo>
                  <a:pt x="9078" y="168"/>
                </a:lnTo>
                <a:lnTo>
                  <a:pt x="9144" y="149"/>
                </a:lnTo>
                <a:lnTo>
                  <a:pt x="9209" y="131"/>
                </a:lnTo>
                <a:lnTo>
                  <a:pt x="9275" y="112"/>
                </a:lnTo>
                <a:lnTo>
                  <a:pt x="9362" y="93"/>
                </a:lnTo>
                <a:lnTo>
                  <a:pt x="9427" y="74"/>
                </a:lnTo>
                <a:lnTo>
                  <a:pt x="9493" y="56"/>
                </a:lnTo>
                <a:lnTo>
                  <a:pt x="9558" y="37"/>
                </a:lnTo>
                <a:lnTo>
                  <a:pt x="9624" y="37"/>
                </a:lnTo>
                <a:lnTo>
                  <a:pt x="9689" y="56"/>
                </a:lnTo>
                <a:lnTo>
                  <a:pt x="9798" y="93"/>
                </a:lnTo>
                <a:lnTo>
                  <a:pt x="9864" y="131"/>
                </a:lnTo>
                <a:lnTo>
                  <a:pt x="9929" y="149"/>
                </a:lnTo>
                <a:lnTo>
                  <a:pt x="9994" y="168"/>
                </a:lnTo>
                <a:lnTo>
                  <a:pt x="10060" y="187"/>
                </a:lnTo>
                <a:lnTo>
                  <a:pt x="10125" y="187"/>
                </a:lnTo>
                <a:lnTo>
                  <a:pt x="10191" y="149"/>
                </a:lnTo>
                <a:lnTo>
                  <a:pt x="10256" y="131"/>
                </a:lnTo>
                <a:lnTo>
                  <a:pt x="10322" y="93"/>
                </a:lnTo>
                <a:lnTo>
                  <a:pt x="10387" y="56"/>
                </a:lnTo>
                <a:lnTo>
                  <a:pt x="10452" y="37"/>
                </a:lnTo>
                <a:lnTo>
                  <a:pt x="10540" y="18"/>
                </a:lnTo>
                <a:lnTo>
                  <a:pt x="10605" y="0"/>
                </a:lnTo>
                <a:lnTo>
                  <a:pt x="10670" y="0"/>
                </a:lnTo>
                <a:lnTo>
                  <a:pt x="10758" y="0"/>
                </a:lnTo>
                <a:lnTo>
                  <a:pt x="10823" y="18"/>
                </a:lnTo>
                <a:lnTo>
                  <a:pt x="10910" y="37"/>
                </a:lnTo>
                <a:lnTo>
                  <a:pt x="10976" y="56"/>
                </a:lnTo>
                <a:lnTo>
                  <a:pt x="11041" y="93"/>
                </a:lnTo>
                <a:lnTo>
                  <a:pt x="11107" y="112"/>
                </a:lnTo>
                <a:lnTo>
                  <a:pt x="11194" y="131"/>
                </a:lnTo>
                <a:lnTo>
                  <a:pt x="11259" y="168"/>
                </a:lnTo>
                <a:lnTo>
                  <a:pt x="11325" y="168"/>
                </a:lnTo>
                <a:lnTo>
                  <a:pt x="11368" y="112"/>
                </a:lnTo>
                <a:lnTo>
                  <a:pt x="11434" y="74"/>
                </a:lnTo>
                <a:lnTo>
                  <a:pt x="11499" y="74"/>
                </a:lnTo>
                <a:lnTo>
                  <a:pt x="11565" y="93"/>
                </a:lnTo>
                <a:lnTo>
                  <a:pt x="11652" y="131"/>
                </a:lnTo>
                <a:lnTo>
                  <a:pt x="11717" y="168"/>
                </a:lnTo>
                <a:lnTo>
                  <a:pt x="11783" y="187"/>
                </a:lnTo>
                <a:lnTo>
                  <a:pt x="11826" y="244"/>
                </a:lnTo>
                <a:lnTo>
                  <a:pt x="11892" y="263"/>
                </a:lnTo>
                <a:lnTo>
                  <a:pt x="11957" y="281"/>
                </a:lnTo>
                <a:lnTo>
                  <a:pt x="12023" y="319"/>
                </a:lnTo>
                <a:lnTo>
                  <a:pt x="12088" y="319"/>
                </a:lnTo>
                <a:lnTo>
                  <a:pt x="12132" y="356"/>
                </a:lnTo>
                <a:lnTo>
                  <a:pt x="12104" y="347"/>
                </a:lnTo>
                <a:lnTo>
                  <a:pt x="0" y="366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" name=""/>
          <p:cNvGrpSpPr/>
          <p:nvPr/>
        </p:nvGrpSpPr>
        <p:grpSpPr>
          <a:xfrm>
            <a:off x="76320" y="2637000"/>
            <a:ext cx="4622760" cy="545040"/>
            <a:chOff x="76320" y="2637000"/>
            <a:chExt cx="4622760" cy="545040"/>
          </a:xfrm>
        </p:grpSpPr>
        <p:sp>
          <p:nvSpPr>
            <p:cNvPr id="13" name=""/>
            <p:cNvSpPr txBox="1"/>
            <p:nvPr/>
          </p:nvSpPr>
          <p:spPr>
            <a:xfrm>
              <a:off x="7632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9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 txBox="1"/>
            <p:nvPr/>
          </p:nvSpPr>
          <p:spPr>
            <a:xfrm>
              <a:off x="25704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9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 txBox="1"/>
            <p:nvPr/>
          </p:nvSpPr>
          <p:spPr>
            <a:xfrm>
              <a:off x="44136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2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 txBox="1"/>
            <p:nvPr/>
          </p:nvSpPr>
          <p:spPr>
            <a:xfrm>
              <a:off x="62712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4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 txBox="1"/>
            <p:nvPr/>
          </p:nvSpPr>
          <p:spPr>
            <a:xfrm>
              <a:off x="100332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 txBox="1"/>
            <p:nvPr/>
          </p:nvSpPr>
          <p:spPr>
            <a:xfrm>
              <a:off x="81288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5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 txBox="1"/>
            <p:nvPr/>
          </p:nvSpPr>
          <p:spPr>
            <a:xfrm>
              <a:off x="119376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3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 txBox="1"/>
            <p:nvPr/>
          </p:nvSpPr>
          <p:spPr>
            <a:xfrm>
              <a:off x="137952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N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 txBox="1"/>
            <p:nvPr/>
          </p:nvSpPr>
          <p:spPr>
            <a:xfrm>
              <a:off x="156528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S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 txBox="1"/>
            <p:nvPr/>
          </p:nvSpPr>
          <p:spPr>
            <a:xfrm>
              <a:off x="175572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W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 txBox="1"/>
            <p:nvPr/>
          </p:nvSpPr>
          <p:spPr>
            <a:xfrm>
              <a:off x="194148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A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 txBox="1"/>
            <p:nvPr/>
          </p:nvSpPr>
          <p:spPr>
            <a:xfrm>
              <a:off x="212256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L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 txBox="1"/>
            <p:nvPr/>
          </p:nvSpPr>
          <p:spPr>
            <a:xfrm>
              <a:off x="230832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S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 txBox="1"/>
            <p:nvPr/>
          </p:nvSpPr>
          <p:spPr>
            <a:xfrm>
              <a:off x="249876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H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 txBox="1"/>
            <p:nvPr/>
          </p:nvSpPr>
          <p:spPr>
            <a:xfrm>
              <a:off x="2684520" y="2844720"/>
              <a:ext cx="185760" cy="33732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 txBox="1"/>
            <p:nvPr/>
          </p:nvSpPr>
          <p:spPr>
            <a:xfrm>
              <a:off x="2865600" y="2844720"/>
              <a:ext cx="185760" cy="33732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 txBox="1"/>
            <p:nvPr/>
          </p:nvSpPr>
          <p:spPr>
            <a:xfrm>
              <a:off x="3046320" y="2844720"/>
              <a:ext cx="185760" cy="33732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 txBox="1"/>
            <p:nvPr/>
          </p:nvSpPr>
          <p:spPr>
            <a:xfrm>
              <a:off x="323208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 txBox="1"/>
            <p:nvPr/>
          </p:nvSpPr>
          <p:spPr>
            <a:xfrm>
              <a:off x="341784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0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 txBox="1"/>
            <p:nvPr/>
          </p:nvSpPr>
          <p:spPr>
            <a:xfrm>
              <a:off x="360360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0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 txBox="1"/>
            <p:nvPr/>
          </p:nvSpPr>
          <p:spPr>
            <a:xfrm>
              <a:off x="378936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9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 txBox="1"/>
            <p:nvPr/>
          </p:nvSpPr>
          <p:spPr>
            <a:xfrm>
              <a:off x="397044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 txBox="1"/>
            <p:nvPr/>
          </p:nvSpPr>
          <p:spPr>
            <a:xfrm>
              <a:off x="414828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9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 txBox="1"/>
            <p:nvPr/>
          </p:nvSpPr>
          <p:spPr>
            <a:xfrm>
              <a:off x="433224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5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"/>
            <p:cNvSpPr txBox="1"/>
            <p:nvPr/>
          </p:nvSpPr>
          <p:spPr>
            <a:xfrm>
              <a:off x="451332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2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"/>
            <p:cNvSpPr txBox="1"/>
            <p:nvPr/>
          </p:nvSpPr>
          <p:spPr>
            <a:xfrm>
              <a:off x="76320" y="2637000"/>
              <a:ext cx="1104840" cy="2746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StudentDetails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" name=""/>
          <p:cNvSpPr/>
          <p:nvPr/>
        </p:nvSpPr>
        <p:spPr>
          <a:xfrm>
            <a:off x="76320" y="2847960"/>
            <a:ext cx="4619520" cy="247680"/>
          </a:xfrm>
          <a:prstGeom prst="rect">
            <a:avLst/>
          </a:prstGeom>
          <a:noFill/>
          <a:ln w="25560">
            <a:solidFill>
              <a:srgbClr val="00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2681280" y="717480"/>
            <a:ext cx="1990800" cy="905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Let's create a data-item to hold a student record.  Let's call the item StudentDetails and fill it with values shown.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2671920" y="689040"/>
            <a:ext cx="2022480" cy="111456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But there is a problem. Although we can access the whole record we can't get at the individual parts of it.  For instance, we can't display only the date of birth.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2651040" y="654120"/>
            <a:ext cx="2054160" cy="15271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So we need to refine our record to allow us to access the individual parts of the record. 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We need to describe StudentDetails as a group item which consists of the subordinate items - StudentId, StudentName and DateOfBirth.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 txBox="1"/>
          <p:nvPr/>
        </p:nvSpPr>
        <p:spPr>
          <a:xfrm>
            <a:off x="152280" y="196920"/>
            <a:ext cx="4400640" cy="221292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StudentDetails.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02 StudentId        PIC 9(7).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02 StudentName      PIC X(10).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02 DateOfBirth      PIC 9(8).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162000" y="190440"/>
            <a:ext cx="4401000" cy="95760"/>
          </a:xfrm>
          <a:custGeom>
            <a:avLst/>
            <a:gdLst/>
            <a:ahLst/>
            <a:rect l="0" t="0" r="r" b="b"/>
            <a:pathLst>
              <a:path w="12225" h="266">
                <a:moveTo>
                  <a:pt x="12225" y="5"/>
                </a:moveTo>
                <a:lnTo>
                  <a:pt x="12225" y="0"/>
                </a:lnTo>
                <a:lnTo>
                  <a:pt x="12225" y="5"/>
                </a:lnTo>
                <a:lnTo>
                  <a:pt x="12220" y="13"/>
                </a:lnTo>
                <a:lnTo>
                  <a:pt x="12192" y="13"/>
                </a:lnTo>
                <a:lnTo>
                  <a:pt x="12093" y="37"/>
                </a:lnTo>
                <a:lnTo>
                  <a:pt x="12027" y="62"/>
                </a:lnTo>
                <a:lnTo>
                  <a:pt x="11978" y="87"/>
                </a:lnTo>
                <a:lnTo>
                  <a:pt x="11928" y="87"/>
                </a:lnTo>
                <a:lnTo>
                  <a:pt x="11879" y="95"/>
                </a:lnTo>
                <a:lnTo>
                  <a:pt x="11829" y="95"/>
                </a:lnTo>
                <a:lnTo>
                  <a:pt x="11780" y="95"/>
                </a:lnTo>
                <a:lnTo>
                  <a:pt x="11730" y="95"/>
                </a:lnTo>
                <a:lnTo>
                  <a:pt x="11681" y="95"/>
                </a:lnTo>
                <a:lnTo>
                  <a:pt x="11631" y="95"/>
                </a:lnTo>
                <a:lnTo>
                  <a:pt x="11582" y="111"/>
                </a:lnTo>
                <a:lnTo>
                  <a:pt x="11549" y="135"/>
                </a:lnTo>
                <a:lnTo>
                  <a:pt x="11516" y="160"/>
                </a:lnTo>
                <a:lnTo>
                  <a:pt x="11466" y="168"/>
                </a:lnTo>
                <a:lnTo>
                  <a:pt x="11417" y="168"/>
                </a:lnTo>
                <a:lnTo>
                  <a:pt x="11367" y="152"/>
                </a:lnTo>
                <a:lnTo>
                  <a:pt x="11301" y="135"/>
                </a:lnTo>
                <a:lnTo>
                  <a:pt x="11252" y="135"/>
                </a:lnTo>
                <a:lnTo>
                  <a:pt x="11202" y="127"/>
                </a:lnTo>
                <a:lnTo>
                  <a:pt x="11153" y="111"/>
                </a:lnTo>
                <a:lnTo>
                  <a:pt x="11103" y="103"/>
                </a:lnTo>
                <a:lnTo>
                  <a:pt x="11037" y="103"/>
                </a:lnTo>
                <a:lnTo>
                  <a:pt x="10987" y="95"/>
                </a:lnTo>
                <a:lnTo>
                  <a:pt x="10938" y="87"/>
                </a:lnTo>
                <a:lnTo>
                  <a:pt x="10888" y="79"/>
                </a:lnTo>
                <a:lnTo>
                  <a:pt x="10839" y="79"/>
                </a:lnTo>
                <a:lnTo>
                  <a:pt x="10789" y="71"/>
                </a:lnTo>
                <a:lnTo>
                  <a:pt x="10740" y="62"/>
                </a:lnTo>
                <a:lnTo>
                  <a:pt x="10690" y="53"/>
                </a:lnTo>
                <a:lnTo>
                  <a:pt x="10641" y="45"/>
                </a:lnTo>
                <a:lnTo>
                  <a:pt x="10624" y="71"/>
                </a:lnTo>
                <a:lnTo>
                  <a:pt x="10558" y="79"/>
                </a:lnTo>
                <a:lnTo>
                  <a:pt x="10492" y="79"/>
                </a:lnTo>
                <a:lnTo>
                  <a:pt x="10443" y="87"/>
                </a:lnTo>
                <a:lnTo>
                  <a:pt x="10393" y="103"/>
                </a:lnTo>
                <a:lnTo>
                  <a:pt x="10377" y="127"/>
                </a:lnTo>
                <a:lnTo>
                  <a:pt x="10327" y="135"/>
                </a:lnTo>
                <a:lnTo>
                  <a:pt x="10278" y="135"/>
                </a:lnTo>
                <a:lnTo>
                  <a:pt x="10228" y="135"/>
                </a:lnTo>
                <a:lnTo>
                  <a:pt x="10179" y="152"/>
                </a:lnTo>
                <a:lnTo>
                  <a:pt x="10129" y="160"/>
                </a:lnTo>
                <a:lnTo>
                  <a:pt x="10080" y="168"/>
                </a:lnTo>
                <a:lnTo>
                  <a:pt x="10030" y="176"/>
                </a:lnTo>
                <a:lnTo>
                  <a:pt x="9981" y="192"/>
                </a:lnTo>
                <a:lnTo>
                  <a:pt x="9931" y="201"/>
                </a:lnTo>
                <a:lnTo>
                  <a:pt x="9882" y="201"/>
                </a:lnTo>
                <a:lnTo>
                  <a:pt x="9832" y="192"/>
                </a:lnTo>
                <a:lnTo>
                  <a:pt x="9783" y="176"/>
                </a:lnTo>
                <a:lnTo>
                  <a:pt x="9717" y="168"/>
                </a:lnTo>
                <a:lnTo>
                  <a:pt x="9667" y="160"/>
                </a:lnTo>
                <a:lnTo>
                  <a:pt x="9618" y="152"/>
                </a:lnTo>
                <a:lnTo>
                  <a:pt x="9568" y="144"/>
                </a:lnTo>
                <a:lnTo>
                  <a:pt x="9519" y="144"/>
                </a:lnTo>
                <a:lnTo>
                  <a:pt x="9469" y="127"/>
                </a:lnTo>
                <a:lnTo>
                  <a:pt x="9420" y="119"/>
                </a:lnTo>
                <a:lnTo>
                  <a:pt x="9370" y="119"/>
                </a:lnTo>
                <a:lnTo>
                  <a:pt x="9321" y="111"/>
                </a:lnTo>
                <a:lnTo>
                  <a:pt x="9271" y="111"/>
                </a:lnTo>
                <a:lnTo>
                  <a:pt x="9205" y="103"/>
                </a:lnTo>
                <a:lnTo>
                  <a:pt x="9138" y="95"/>
                </a:lnTo>
                <a:lnTo>
                  <a:pt x="9089" y="87"/>
                </a:lnTo>
                <a:lnTo>
                  <a:pt x="9039" y="79"/>
                </a:lnTo>
                <a:lnTo>
                  <a:pt x="8990" y="79"/>
                </a:lnTo>
                <a:lnTo>
                  <a:pt x="8940" y="79"/>
                </a:lnTo>
                <a:lnTo>
                  <a:pt x="8891" y="79"/>
                </a:lnTo>
                <a:lnTo>
                  <a:pt x="8841" y="79"/>
                </a:lnTo>
                <a:lnTo>
                  <a:pt x="8791" y="79"/>
                </a:lnTo>
                <a:lnTo>
                  <a:pt x="8742" y="79"/>
                </a:lnTo>
                <a:lnTo>
                  <a:pt x="8676" y="79"/>
                </a:lnTo>
                <a:lnTo>
                  <a:pt x="8626" y="71"/>
                </a:lnTo>
                <a:lnTo>
                  <a:pt x="8577" y="53"/>
                </a:lnTo>
                <a:lnTo>
                  <a:pt x="8527" y="53"/>
                </a:lnTo>
                <a:lnTo>
                  <a:pt x="8478" y="53"/>
                </a:lnTo>
                <a:lnTo>
                  <a:pt x="8445" y="79"/>
                </a:lnTo>
                <a:lnTo>
                  <a:pt x="8395" y="95"/>
                </a:lnTo>
                <a:lnTo>
                  <a:pt x="8346" y="103"/>
                </a:lnTo>
                <a:lnTo>
                  <a:pt x="8296" y="127"/>
                </a:lnTo>
                <a:lnTo>
                  <a:pt x="8247" y="135"/>
                </a:lnTo>
                <a:lnTo>
                  <a:pt x="8197" y="144"/>
                </a:lnTo>
                <a:lnTo>
                  <a:pt x="8148" y="152"/>
                </a:lnTo>
                <a:lnTo>
                  <a:pt x="8098" y="152"/>
                </a:lnTo>
                <a:lnTo>
                  <a:pt x="8049" y="144"/>
                </a:lnTo>
                <a:lnTo>
                  <a:pt x="7999" y="127"/>
                </a:lnTo>
                <a:lnTo>
                  <a:pt x="7950" y="119"/>
                </a:lnTo>
                <a:lnTo>
                  <a:pt x="7900" y="119"/>
                </a:lnTo>
                <a:lnTo>
                  <a:pt x="7851" y="111"/>
                </a:lnTo>
                <a:lnTo>
                  <a:pt x="7801" y="103"/>
                </a:lnTo>
                <a:lnTo>
                  <a:pt x="7752" y="87"/>
                </a:lnTo>
                <a:lnTo>
                  <a:pt x="7702" y="87"/>
                </a:lnTo>
                <a:lnTo>
                  <a:pt x="7653" y="71"/>
                </a:lnTo>
                <a:lnTo>
                  <a:pt x="7603" y="62"/>
                </a:lnTo>
                <a:lnTo>
                  <a:pt x="7554" y="62"/>
                </a:lnTo>
                <a:lnTo>
                  <a:pt x="7504" y="53"/>
                </a:lnTo>
                <a:lnTo>
                  <a:pt x="7455" y="53"/>
                </a:lnTo>
                <a:lnTo>
                  <a:pt x="7389" y="45"/>
                </a:lnTo>
                <a:lnTo>
                  <a:pt x="7339" y="37"/>
                </a:lnTo>
                <a:lnTo>
                  <a:pt x="7290" y="37"/>
                </a:lnTo>
                <a:lnTo>
                  <a:pt x="7240" y="37"/>
                </a:lnTo>
                <a:lnTo>
                  <a:pt x="7191" y="37"/>
                </a:lnTo>
                <a:lnTo>
                  <a:pt x="7141" y="37"/>
                </a:lnTo>
                <a:lnTo>
                  <a:pt x="7092" y="45"/>
                </a:lnTo>
                <a:lnTo>
                  <a:pt x="7042" y="62"/>
                </a:lnTo>
                <a:lnTo>
                  <a:pt x="6993" y="87"/>
                </a:lnTo>
                <a:lnTo>
                  <a:pt x="6943" y="103"/>
                </a:lnTo>
                <a:lnTo>
                  <a:pt x="6894" y="119"/>
                </a:lnTo>
                <a:lnTo>
                  <a:pt x="6844" y="135"/>
                </a:lnTo>
                <a:lnTo>
                  <a:pt x="6795" y="144"/>
                </a:lnTo>
                <a:lnTo>
                  <a:pt x="6745" y="144"/>
                </a:lnTo>
                <a:lnTo>
                  <a:pt x="6696" y="144"/>
                </a:lnTo>
                <a:lnTo>
                  <a:pt x="6646" y="152"/>
                </a:lnTo>
                <a:lnTo>
                  <a:pt x="6580" y="152"/>
                </a:lnTo>
                <a:lnTo>
                  <a:pt x="6530" y="160"/>
                </a:lnTo>
                <a:lnTo>
                  <a:pt x="6464" y="168"/>
                </a:lnTo>
                <a:lnTo>
                  <a:pt x="6415" y="176"/>
                </a:lnTo>
                <a:lnTo>
                  <a:pt x="6365" y="176"/>
                </a:lnTo>
                <a:lnTo>
                  <a:pt x="6316" y="184"/>
                </a:lnTo>
                <a:lnTo>
                  <a:pt x="6266" y="184"/>
                </a:lnTo>
                <a:lnTo>
                  <a:pt x="6217" y="184"/>
                </a:lnTo>
                <a:lnTo>
                  <a:pt x="6167" y="184"/>
                </a:lnTo>
                <a:lnTo>
                  <a:pt x="6118" y="184"/>
                </a:lnTo>
                <a:lnTo>
                  <a:pt x="6068" y="176"/>
                </a:lnTo>
                <a:lnTo>
                  <a:pt x="6035" y="152"/>
                </a:lnTo>
                <a:lnTo>
                  <a:pt x="5969" y="127"/>
                </a:lnTo>
                <a:lnTo>
                  <a:pt x="5920" y="119"/>
                </a:lnTo>
                <a:lnTo>
                  <a:pt x="5854" y="103"/>
                </a:lnTo>
                <a:lnTo>
                  <a:pt x="5804" y="87"/>
                </a:lnTo>
                <a:lnTo>
                  <a:pt x="5738" y="87"/>
                </a:lnTo>
                <a:lnTo>
                  <a:pt x="5689" y="79"/>
                </a:lnTo>
                <a:lnTo>
                  <a:pt x="5639" y="62"/>
                </a:lnTo>
                <a:lnTo>
                  <a:pt x="5590" y="62"/>
                </a:lnTo>
                <a:lnTo>
                  <a:pt x="5540" y="53"/>
                </a:lnTo>
                <a:lnTo>
                  <a:pt x="5474" y="71"/>
                </a:lnTo>
                <a:lnTo>
                  <a:pt x="5425" y="87"/>
                </a:lnTo>
                <a:lnTo>
                  <a:pt x="5375" y="103"/>
                </a:lnTo>
                <a:lnTo>
                  <a:pt x="5326" y="111"/>
                </a:lnTo>
                <a:lnTo>
                  <a:pt x="5276" y="119"/>
                </a:lnTo>
                <a:lnTo>
                  <a:pt x="5210" y="135"/>
                </a:lnTo>
                <a:lnTo>
                  <a:pt x="5161" y="144"/>
                </a:lnTo>
                <a:lnTo>
                  <a:pt x="5111" y="160"/>
                </a:lnTo>
                <a:lnTo>
                  <a:pt x="5062" y="160"/>
                </a:lnTo>
                <a:lnTo>
                  <a:pt x="5012" y="160"/>
                </a:lnTo>
                <a:lnTo>
                  <a:pt x="4946" y="152"/>
                </a:lnTo>
                <a:lnTo>
                  <a:pt x="4913" y="127"/>
                </a:lnTo>
                <a:lnTo>
                  <a:pt x="4864" y="111"/>
                </a:lnTo>
                <a:lnTo>
                  <a:pt x="4814" y="95"/>
                </a:lnTo>
                <a:lnTo>
                  <a:pt x="4765" y="71"/>
                </a:lnTo>
                <a:lnTo>
                  <a:pt x="4715" y="53"/>
                </a:lnTo>
                <a:lnTo>
                  <a:pt x="4666" y="37"/>
                </a:lnTo>
                <a:lnTo>
                  <a:pt x="4616" y="29"/>
                </a:lnTo>
                <a:lnTo>
                  <a:pt x="4567" y="29"/>
                </a:lnTo>
                <a:lnTo>
                  <a:pt x="4517" y="29"/>
                </a:lnTo>
                <a:lnTo>
                  <a:pt x="4468" y="37"/>
                </a:lnTo>
                <a:lnTo>
                  <a:pt x="4418" y="37"/>
                </a:lnTo>
                <a:lnTo>
                  <a:pt x="4368" y="37"/>
                </a:lnTo>
                <a:lnTo>
                  <a:pt x="4319" y="37"/>
                </a:lnTo>
                <a:lnTo>
                  <a:pt x="4269" y="37"/>
                </a:lnTo>
                <a:lnTo>
                  <a:pt x="4220" y="45"/>
                </a:lnTo>
                <a:lnTo>
                  <a:pt x="4170" y="45"/>
                </a:lnTo>
                <a:lnTo>
                  <a:pt x="4121" y="45"/>
                </a:lnTo>
                <a:lnTo>
                  <a:pt x="4071" y="45"/>
                </a:lnTo>
                <a:lnTo>
                  <a:pt x="4022" y="53"/>
                </a:lnTo>
                <a:lnTo>
                  <a:pt x="3972" y="53"/>
                </a:lnTo>
                <a:lnTo>
                  <a:pt x="3923" y="53"/>
                </a:lnTo>
                <a:lnTo>
                  <a:pt x="3873" y="53"/>
                </a:lnTo>
                <a:lnTo>
                  <a:pt x="3824" y="53"/>
                </a:lnTo>
                <a:lnTo>
                  <a:pt x="3774" y="53"/>
                </a:lnTo>
                <a:lnTo>
                  <a:pt x="3725" y="62"/>
                </a:lnTo>
                <a:lnTo>
                  <a:pt x="3675" y="79"/>
                </a:lnTo>
                <a:lnTo>
                  <a:pt x="3626" y="87"/>
                </a:lnTo>
                <a:lnTo>
                  <a:pt x="3576" y="103"/>
                </a:lnTo>
                <a:lnTo>
                  <a:pt x="3527" y="111"/>
                </a:lnTo>
                <a:lnTo>
                  <a:pt x="3477" y="135"/>
                </a:lnTo>
                <a:lnTo>
                  <a:pt x="3428" y="144"/>
                </a:lnTo>
                <a:lnTo>
                  <a:pt x="3378" y="152"/>
                </a:lnTo>
                <a:lnTo>
                  <a:pt x="3312" y="160"/>
                </a:lnTo>
                <a:lnTo>
                  <a:pt x="3263" y="168"/>
                </a:lnTo>
                <a:lnTo>
                  <a:pt x="3213" y="176"/>
                </a:lnTo>
                <a:lnTo>
                  <a:pt x="3164" y="176"/>
                </a:lnTo>
                <a:lnTo>
                  <a:pt x="3114" y="176"/>
                </a:lnTo>
                <a:lnTo>
                  <a:pt x="3065" y="160"/>
                </a:lnTo>
                <a:lnTo>
                  <a:pt x="3014" y="144"/>
                </a:lnTo>
                <a:lnTo>
                  <a:pt x="2965" y="135"/>
                </a:lnTo>
                <a:lnTo>
                  <a:pt x="2915" y="119"/>
                </a:lnTo>
                <a:lnTo>
                  <a:pt x="2849" y="119"/>
                </a:lnTo>
                <a:lnTo>
                  <a:pt x="2783" y="111"/>
                </a:lnTo>
                <a:lnTo>
                  <a:pt x="2767" y="87"/>
                </a:lnTo>
                <a:lnTo>
                  <a:pt x="2717" y="79"/>
                </a:lnTo>
                <a:lnTo>
                  <a:pt x="2668" y="79"/>
                </a:lnTo>
                <a:lnTo>
                  <a:pt x="2602" y="79"/>
                </a:lnTo>
                <a:lnTo>
                  <a:pt x="2552" y="79"/>
                </a:lnTo>
                <a:lnTo>
                  <a:pt x="2503" y="79"/>
                </a:lnTo>
                <a:lnTo>
                  <a:pt x="2503" y="103"/>
                </a:lnTo>
                <a:lnTo>
                  <a:pt x="2503" y="127"/>
                </a:lnTo>
                <a:lnTo>
                  <a:pt x="2552" y="144"/>
                </a:lnTo>
                <a:lnTo>
                  <a:pt x="2585" y="168"/>
                </a:lnTo>
                <a:lnTo>
                  <a:pt x="2635" y="192"/>
                </a:lnTo>
                <a:lnTo>
                  <a:pt x="2668" y="217"/>
                </a:lnTo>
                <a:lnTo>
                  <a:pt x="2701" y="242"/>
                </a:lnTo>
                <a:lnTo>
                  <a:pt x="2734" y="266"/>
                </a:lnTo>
                <a:lnTo>
                  <a:pt x="2684" y="250"/>
                </a:lnTo>
                <a:lnTo>
                  <a:pt x="2635" y="226"/>
                </a:lnTo>
                <a:lnTo>
                  <a:pt x="2585" y="209"/>
                </a:lnTo>
                <a:lnTo>
                  <a:pt x="2536" y="192"/>
                </a:lnTo>
                <a:lnTo>
                  <a:pt x="2486" y="176"/>
                </a:lnTo>
                <a:lnTo>
                  <a:pt x="2437" y="152"/>
                </a:lnTo>
                <a:lnTo>
                  <a:pt x="2387" y="127"/>
                </a:lnTo>
                <a:lnTo>
                  <a:pt x="2338" y="111"/>
                </a:lnTo>
                <a:lnTo>
                  <a:pt x="2288" y="103"/>
                </a:lnTo>
                <a:lnTo>
                  <a:pt x="2222" y="95"/>
                </a:lnTo>
                <a:lnTo>
                  <a:pt x="2172" y="95"/>
                </a:lnTo>
                <a:lnTo>
                  <a:pt x="2123" y="95"/>
                </a:lnTo>
                <a:lnTo>
                  <a:pt x="2073" y="95"/>
                </a:lnTo>
                <a:lnTo>
                  <a:pt x="2024" y="87"/>
                </a:lnTo>
                <a:lnTo>
                  <a:pt x="1974" y="87"/>
                </a:lnTo>
                <a:lnTo>
                  <a:pt x="1925" y="87"/>
                </a:lnTo>
                <a:lnTo>
                  <a:pt x="1875" y="87"/>
                </a:lnTo>
                <a:lnTo>
                  <a:pt x="1809" y="87"/>
                </a:lnTo>
                <a:lnTo>
                  <a:pt x="1760" y="87"/>
                </a:lnTo>
                <a:lnTo>
                  <a:pt x="1710" y="95"/>
                </a:lnTo>
                <a:lnTo>
                  <a:pt x="1661" y="95"/>
                </a:lnTo>
                <a:lnTo>
                  <a:pt x="1595" y="95"/>
                </a:lnTo>
                <a:lnTo>
                  <a:pt x="1529" y="95"/>
                </a:lnTo>
                <a:lnTo>
                  <a:pt x="1479" y="95"/>
                </a:lnTo>
                <a:lnTo>
                  <a:pt x="1430" y="95"/>
                </a:lnTo>
                <a:lnTo>
                  <a:pt x="1380" y="111"/>
                </a:lnTo>
                <a:lnTo>
                  <a:pt x="1331" y="119"/>
                </a:lnTo>
                <a:lnTo>
                  <a:pt x="1314" y="144"/>
                </a:lnTo>
                <a:lnTo>
                  <a:pt x="1314" y="168"/>
                </a:lnTo>
                <a:lnTo>
                  <a:pt x="1265" y="192"/>
                </a:lnTo>
                <a:lnTo>
                  <a:pt x="1215" y="201"/>
                </a:lnTo>
                <a:lnTo>
                  <a:pt x="1166" y="201"/>
                </a:lnTo>
                <a:lnTo>
                  <a:pt x="1116" y="201"/>
                </a:lnTo>
                <a:lnTo>
                  <a:pt x="1067" y="201"/>
                </a:lnTo>
                <a:lnTo>
                  <a:pt x="1017" y="209"/>
                </a:lnTo>
                <a:lnTo>
                  <a:pt x="968" y="217"/>
                </a:lnTo>
                <a:lnTo>
                  <a:pt x="902" y="217"/>
                </a:lnTo>
                <a:lnTo>
                  <a:pt x="852" y="217"/>
                </a:lnTo>
                <a:lnTo>
                  <a:pt x="803" y="217"/>
                </a:lnTo>
                <a:lnTo>
                  <a:pt x="753" y="209"/>
                </a:lnTo>
                <a:lnTo>
                  <a:pt x="720" y="184"/>
                </a:lnTo>
                <a:lnTo>
                  <a:pt x="671" y="176"/>
                </a:lnTo>
                <a:lnTo>
                  <a:pt x="621" y="160"/>
                </a:lnTo>
                <a:lnTo>
                  <a:pt x="572" y="152"/>
                </a:lnTo>
                <a:lnTo>
                  <a:pt x="522" y="144"/>
                </a:lnTo>
                <a:lnTo>
                  <a:pt x="473" y="144"/>
                </a:lnTo>
                <a:lnTo>
                  <a:pt x="423" y="135"/>
                </a:lnTo>
                <a:lnTo>
                  <a:pt x="374" y="119"/>
                </a:lnTo>
                <a:lnTo>
                  <a:pt x="324" y="111"/>
                </a:lnTo>
                <a:lnTo>
                  <a:pt x="275" y="95"/>
                </a:lnTo>
                <a:lnTo>
                  <a:pt x="225" y="87"/>
                </a:lnTo>
                <a:lnTo>
                  <a:pt x="176" y="79"/>
                </a:lnTo>
                <a:lnTo>
                  <a:pt x="126" y="62"/>
                </a:lnTo>
                <a:lnTo>
                  <a:pt x="77" y="53"/>
                </a:lnTo>
                <a:lnTo>
                  <a:pt x="11" y="13"/>
                </a:lnTo>
                <a:lnTo>
                  <a:pt x="11" y="8"/>
                </a:lnTo>
                <a:lnTo>
                  <a:pt x="0" y="8"/>
                </a:lnTo>
                <a:lnTo>
                  <a:pt x="0" y="8"/>
                </a:lnTo>
                <a:lnTo>
                  <a:pt x="11" y="16"/>
                </a:lnTo>
                <a:lnTo>
                  <a:pt x="11" y="5"/>
                </a:lnTo>
                <a:lnTo>
                  <a:pt x="12225" y="5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44640" rIns="96120" bIns="44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66680" y="2292480"/>
            <a:ext cx="4367520" cy="136800"/>
          </a:xfrm>
          <a:custGeom>
            <a:avLst/>
            <a:gdLst/>
            <a:ahLst/>
            <a:rect l="0" t="0" r="r" b="b"/>
            <a:pathLst>
              <a:path w="12132" h="380">
                <a:moveTo>
                  <a:pt x="0" y="366"/>
                </a:moveTo>
                <a:lnTo>
                  <a:pt x="5" y="338"/>
                </a:lnTo>
                <a:lnTo>
                  <a:pt x="0" y="380"/>
                </a:lnTo>
                <a:lnTo>
                  <a:pt x="136" y="225"/>
                </a:lnTo>
                <a:lnTo>
                  <a:pt x="201" y="225"/>
                </a:lnTo>
                <a:lnTo>
                  <a:pt x="267" y="263"/>
                </a:lnTo>
                <a:lnTo>
                  <a:pt x="354" y="225"/>
                </a:lnTo>
                <a:lnTo>
                  <a:pt x="441" y="168"/>
                </a:lnTo>
                <a:lnTo>
                  <a:pt x="507" y="149"/>
                </a:lnTo>
                <a:lnTo>
                  <a:pt x="572" y="149"/>
                </a:lnTo>
                <a:lnTo>
                  <a:pt x="637" y="131"/>
                </a:lnTo>
                <a:lnTo>
                  <a:pt x="703" y="112"/>
                </a:lnTo>
                <a:lnTo>
                  <a:pt x="768" y="112"/>
                </a:lnTo>
                <a:lnTo>
                  <a:pt x="834" y="131"/>
                </a:lnTo>
                <a:lnTo>
                  <a:pt x="899" y="131"/>
                </a:lnTo>
                <a:lnTo>
                  <a:pt x="965" y="149"/>
                </a:lnTo>
                <a:lnTo>
                  <a:pt x="1030" y="187"/>
                </a:lnTo>
                <a:lnTo>
                  <a:pt x="1095" y="207"/>
                </a:lnTo>
                <a:lnTo>
                  <a:pt x="1161" y="225"/>
                </a:lnTo>
                <a:lnTo>
                  <a:pt x="1226" y="244"/>
                </a:lnTo>
                <a:lnTo>
                  <a:pt x="1292" y="263"/>
                </a:lnTo>
                <a:lnTo>
                  <a:pt x="1379" y="244"/>
                </a:lnTo>
                <a:lnTo>
                  <a:pt x="1466" y="207"/>
                </a:lnTo>
                <a:lnTo>
                  <a:pt x="1510" y="149"/>
                </a:lnTo>
                <a:lnTo>
                  <a:pt x="1575" y="149"/>
                </a:lnTo>
                <a:lnTo>
                  <a:pt x="1641" y="131"/>
                </a:lnTo>
                <a:lnTo>
                  <a:pt x="1706" y="112"/>
                </a:lnTo>
                <a:lnTo>
                  <a:pt x="1771" y="93"/>
                </a:lnTo>
                <a:lnTo>
                  <a:pt x="1837" y="149"/>
                </a:lnTo>
                <a:lnTo>
                  <a:pt x="1902" y="187"/>
                </a:lnTo>
                <a:lnTo>
                  <a:pt x="1968" y="244"/>
                </a:lnTo>
                <a:lnTo>
                  <a:pt x="2033" y="281"/>
                </a:lnTo>
                <a:lnTo>
                  <a:pt x="2099" y="281"/>
                </a:lnTo>
                <a:lnTo>
                  <a:pt x="2164" y="244"/>
                </a:lnTo>
                <a:lnTo>
                  <a:pt x="2229" y="225"/>
                </a:lnTo>
                <a:lnTo>
                  <a:pt x="2295" y="187"/>
                </a:lnTo>
                <a:lnTo>
                  <a:pt x="2360" y="168"/>
                </a:lnTo>
                <a:lnTo>
                  <a:pt x="2426" y="149"/>
                </a:lnTo>
                <a:lnTo>
                  <a:pt x="2513" y="131"/>
                </a:lnTo>
                <a:lnTo>
                  <a:pt x="2578" y="131"/>
                </a:lnTo>
                <a:lnTo>
                  <a:pt x="2644" y="112"/>
                </a:lnTo>
                <a:lnTo>
                  <a:pt x="2709" y="112"/>
                </a:lnTo>
                <a:lnTo>
                  <a:pt x="2775" y="112"/>
                </a:lnTo>
                <a:lnTo>
                  <a:pt x="2840" y="93"/>
                </a:lnTo>
                <a:lnTo>
                  <a:pt x="2927" y="74"/>
                </a:lnTo>
                <a:lnTo>
                  <a:pt x="3015" y="74"/>
                </a:lnTo>
                <a:lnTo>
                  <a:pt x="3102" y="56"/>
                </a:lnTo>
                <a:lnTo>
                  <a:pt x="3167" y="112"/>
                </a:lnTo>
                <a:lnTo>
                  <a:pt x="3211" y="168"/>
                </a:lnTo>
                <a:lnTo>
                  <a:pt x="3254" y="225"/>
                </a:lnTo>
                <a:lnTo>
                  <a:pt x="3342" y="244"/>
                </a:lnTo>
                <a:lnTo>
                  <a:pt x="3407" y="225"/>
                </a:lnTo>
                <a:lnTo>
                  <a:pt x="3494" y="207"/>
                </a:lnTo>
                <a:lnTo>
                  <a:pt x="3560" y="187"/>
                </a:lnTo>
                <a:lnTo>
                  <a:pt x="3647" y="168"/>
                </a:lnTo>
                <a:lnTo>
                  <a:pt x="3734" y="168"/>
                </a:lnTo>
                <a:lnTo>
                  <a:pt x="3800" y="149"/>
                </a:lnTo>
                <a:lnTo>
                  <a:pt x="3865" y="131"/>
                </a:lnTo>
                <a:lnTo>
                  <a:pt x="3952" y="112"/>
                </a:lnTo>
                <a:lnTo>
                  <a:pt x="4018" y="93"/>
                </a:lnTo>
                <a:lnTo>
                  <a:pt x="4083" y="74"/>
                </a:lnTo>
                <a:lnTo>
                  <a:pt x="4149" y="56"/>
                </a:lnTo>
                <a:lnTo>
                  <a:pt x="4214" y="93"/>
                </a:lnTo>
                <a:lnTo>
                  <a:pt x="4279" y="131"/>
                </a:lnTo>
                <a:lnTo>
                  <a:pt x="4345" y="168"/>
                </a:lnTo>
                <a:lnTo>
                  <a:pt x="4410" y="207"/>
                </a:lnTo>
                <a:lnTo>
                  <a:pt x="4476" y="244"/>
                </a:lnTo>
                <a:lnTo>
                  <a:pt x="4541" y="244"/>
                </a:lnTo>
                <a:lnTo>
                  <a:pt x="4607" y="244"/>
                </a:lnTo>
                <a:lnTo>
                  <a:pt x="4672" y="225"/>
                </a:lnTo>
                <a:lnTo>
                  <a:pt x="4737" y="207"/>
                </a:lnTo>
                <a:lnTo>
                  <a:pt x="4803" y="207"/>
                </a:lnTo>
                <a:lnTo>
                  <a:pt x="4868" y="187"/>
                </a:lnTo>
                <a:lnTo>
                  <a:pt x="4956" y="187"/>
                </a:lnTo>
                <a:lnTo>
                  <a:pt x="5021" y="168"/>
                </a:lnTo>
                <a:lnTo>
                  <a:pt x="5086" y="168"/>
                </a:lnTo>
                <a:lnTo>
                  <a:pt x="5152" y="168"/>
                </a:lnTo>
                <a:lnTo>
                  <a:pt x="5217" y="168"/>
                </a:lnTo>
                <a:lnTo>
                  <a:pt x="5283" y="168"/>
                </a:lnTo>
                <a:lnTo>
                  <a:pt x="5348" y="168"/>
                </a:lnTo>
                <a:lnTo>
                  <a:pt x="5435" y="149"/>
                </a:lnTo>
                <a:lnTo>
                  <a:pt x="5501" y="131"/>
                </a:lnTo>
                <a:lnTo>
                  <a:pt x="5566" y="93"/>
                </a:lnTo>
                <a:lnTo>
                  <a:pt x="5632" y="74"/>
                </a:lnTo>
                <a:lnTo>
                  <a:pt x="5697" y="56"/>
                </a:lnTo>
                <a:lnTo>
                  <a:pt x="5784" y="37"/>
                </a:lnTo>
                <a:lnTo>
                  <a:pt x="5872" y="74"/>
                </a:lnTo>
                <a:lnTo>
                  <a:pt x="5937" y="131"/>
                </a:lnTo>
                <a:lnTo>
                  <a:pt x="6002" y="168"/>
                </a:lnTo>
                <a:lnTo>
                  <a:pt x="6069" y="187"/>
                </a:lnTo>
                <a:lnTo>
                  <a:pt x="6134" y="225"/>
                </a:lnTo>
                <a:lnTo>
                  <a:pt x="6200" y="225"/>
                </a:lnTo>
                <a:lnTo>
                  <a:pt x="6265" y="225"/>
                </a:lnTo>
                <a:lnTo>
                  <a:pt x="6352" y="207"/>
                </a:lnTo>
                <a:lnTo>
                  <a:pt x="6418" y="187"/>
                </a:lnTo>
                <a:lnTo>
                  <a:pt x="6483" y="149"/>
                </a:lnTo>
                <a:lnTo>
                  <a:pt x="6570" y="112"/>
                </a:lnTo>
                <a:lnTo>
                  <a:pt x="6636" y="93"/>
                </a:lnTo>
                <a:lnTo>
                  <a:pt x="6723" y="56"/>
                </a:lnTo>
                <a:lnTo>
                  <a:pt x="6788" y="56"/>
                </a:lnTo>
                <a:lnTo>
                  <a:pt x="6854" y="56"/>
                </a:lnTo>
                <a:lnTo>
                  <a:pt x="6941" y="37"/>
                </a:lnTo>
                <a:lnTo>
                  <a:pt x="7007" y="18"/>
                </a:lnTo>
                <a:lnTo>
                  <a:pt x="7072" y="18"/>
                </a:lnTo>
                <a:lnTo>
                  <a:pt x="7116" y="74"/>
                </a:lnTo>
                <a:lnTo>
                  <a:pt x="7181" y="112"/>
                </a:lnTo>
                <a:lnTo>
                  <a:pt x="7246" y="149"/>
                </a:lnTo>
                <a:lnTo>
                  <a:pt x="7312" y="207"/>
                </a:lnTo>
                <a:lnTo>
                  <a:pt x="7377" y="244"/>
                </a:lnTo>
                <a:lnTo>
                  <a:pt x="7443" y="263"/>
                </a:lnTo>
                <a:lnTo>
                  <a:pt x="7508" y="263"/>
                </a:lnTo>
                <a:lnTo>
                  <a:pt x="7574" y="225"/>
                </a:lnTo>
                <a:lnTo>
                  <a:pt x="7639" y="187"/>
                </a:lnTo>
                <a:lnTo>
                  <a:pt x="7704" y="149"/>
                </a:lnTo>
                <a:lnTo>
                  <a:pt x="7770" y="131"/>
                </a:lnTo>
                <a:lnTo>
                  <a:pt x="7835" y="112"/>
                </a:lnTo>
                <a:lnTo>
                  <a:pt x="7923" y="93"/>
                </a:lnTo>
                <a:lnTo>
                  <a:pt x="7988" y="93"/>
                </a:lnTo>
                <a:lnTo>
                  <a:pt x="8053" y="93"/>
                </a:lnTo>
                <a:lnTo>
                  <a:pt x="8119" y="74"/>
                </a:lnTo>
                <a:lnTo>
                  <a:pt x="8184" y="74"/>
                </a:lnTo>
                <a:lnTo>
                  <a:pt x="8250" y="37"/>
                </a:lnTo>
                <a:lnTo>
                  <a:pt x="8337" y="56"/>
                </a:lnTo>
                <a:lnTo>
                  <a:pt x="8446" y="112"/>
                </a:lnTo>
                <a:lnTo>
                  <a:pt x="8511" y="131"/>
                </a:lnTo>
                <a:lnTo>
                  <a:pt x="8599" y="187"/>
                </a:lnTo>
                <a:lnTo>
                  <a:pt x="8664" y="207"/>
                </a:lnTo>
                <a:lnTo>
                  <a:pt x="8729" y="244"/>
                </a:lnTo>
                <a:lnTo>
                  <a:pt x="8795" y="281"/>
                </a:lnTo>
                <a:lnTo>
                  <a:pt x="8860" y="281"/>
                </a:lnTo>
                <a:lnTo>
                  <a:pt x="8926" y="263"/>
                </a:lnTo>
                <a:lnTo>
                  <a:pt x="9013" y="225"/>
                </a:lnTo>
                <a:lnTo>
                  <a:pt x="9078" y="168"/>
                </a:lnTo>
                <a:lnTo>
                  <a:pt x="9144" y="149"/>
                </a:lnTo>
                <a:lnTo>
                  <a:pt x="9209" y="131"/>
                </a:lnTo>
                <a:lnTo>
                  <a:pt x="9275" y="112"/>
                </a:lnTo>
                <a:lnTo>
                  <a:pt x="9362" y="93"/>
                </a:lnTo>
                <a:lnTo>
                  <a:pt x="9427" y="74"/>
                </a:lnTo>
                <a:lnTo>
                  <a:pt x="9493" y="56"/>
                </a:lnTo>
                <a:lnTo>
                  <a:pt x="9558" y="37"/>
                </a:lnTo>
                <a:lnTo>
                  <a:pt x="9624" y="37"/>
                </a:lnTo>
                <a:lnTo>
                  <a:pt x="9689" y="56"/>
                </a:lnTo>
                <a:lnTo>
                  <a:pt x="9798" y="93"/>
                </a:lnTo>
                <a:lnTo>
                  <a:pt x="9864" y="131"/>
                </a:lnTo>
                <a:lnTo>
                  <a:pt x="9929" y="149"/>
                </a:lnTo>
                <a:lnTo>
                  <a:pt x="9994" y="168"/>
                </a:lnTo>
                <a:lnTo>
                  <a:pt x="10060" y="187"/>
                </a:lnTo>
                <a:lnTo>
                  <a:pt x="10125" y="187"/>
                </a:lnTo>
                <a:lnTo>
                  <a:pt x="10191" y="149"/>
                </a:lnTo>
                <a:lnTo>
                  <a:pt x="10256" y="131"/>
                </a:lnTo>
                <a:lnTo>
                  <a:pt x="10322" y="93"/>
                </a:lnTo>
                <a:lnTo>
                  <a:pt x="10387" y="56"/>
                </a:lnTo>
                <a:lnTo>
                  <a:pt x="10452" y="37"/>
                </a:lnTo>
                <a:lnTo>
                  <a:pt x="10540" y="18"/>
                </a:lnTo>
                <a:lnTo>
                  <a:pt x="10605" y="0"/>
                </a:lnTo>
                <a:lnTo>
                  <a:pt x="10670" y="0"/>
                </a:lnTo>
                <a:lnTo>
                  <a:pt x="10758" y="0"/>
                </a:lnTo>
                <a:lnTo>
                  <a:pt x="10823" y="18"/>
                </a:lnTo>
                <a:lnTo>
                  <a:pt x="10910" y="37"/>
                </a:lnTo>
                <a:lnTo>
                  <a:pt x="10976" y="56"/>
                </a:lnTo>
                <a:lnTo>
                  <a:pt x="11041" y="93"/>
                </a:lnTo>
                <a:lnTo>
                  <a:pt x="11107" y="112"/>
                </a:lnTo>
                <a:lnTo>
                  <a:pt x="11194" y="131"/>
                </a:lnTo>
                <a:lnTo>
                  <a:pt x="11259" y="168"/>
                </a:lnTo>
                <a:lnTo>
                  <a:pt x="11325" y="168"/>
                </a:lnTo>
                <a:lnTo>
                  <a:pt x="11368" y="112"/>
                </a:lnTo>
                <a:lnTo>
                  <a:pt x="11434" y="74"/>
                </a:lnTo>
                <a:lnTo>
                  <a:pt x="11499" y="74"/>
                </a:lnTo>
                <a:lnTo>
                  <a:pt x="11565" y="93"/>
                </a:lnTo>
                <a:lnTo>
                  <a:pt x="11652" y="131"/>
                </a:lnTo>
                <a:lnTo>
                  <a:pt x="11717" y="168"/>
                </a:lnTo>
                <a:lnTo>
                  <a:pt x="11783" y="187"/>
                </a:lnTo>
                <a:lnTo>
                  <a:pt x="11826" y="244"/>
                </a:lnTo>
                <a:lnTo>
                  <a:pt x="11892" y="263"/>
                </a:lnTo>
                <a:lnTo>
                  <a:pt x="11957" y="281"/>
                </a:lnTo>
                <a:lnTo>
                  <a:pt x="12023" y="319"/>
                </a:lnTo>
                <a:lnTo>
                  <a:pt x="12088" y="319"/>
                </a:lnTo>
                <a:lnTo>
                  <a:pt x="12132" y="356"/>
                </a:lnTo>
                <a:lnTo>
                  <a:pt x="12104" y="347"/>
                </a:lnTo>
                <a:lnTo>
                  <a:pt x="0" y="366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6" name=""/>
          <p:cNvGrpSpPr/>
          <p:nvPr/>
        </p:nvGrpSpPr>
        <p:grpSpPr>
          <a:xfrm>
            <a:off x="76320" y="2637000"/>
            <a:ext cx="4622760" cy="545040"/>
            <a:chOff x="76320" y="2637000"/>
            <a:chExt cx="4622760" cy="545040"/>
          </a:xfrm>
        </p:grpSpPr>
        <p:sp>
          <p:nvSpPr>
            <p:cNvPr id="47" name=""/>
            <p:cNvSpPr txBox="1"/>
            <p:nvPr/>
          </p:nvSpPr>
          <p:spPr>
            <a:xfrm>
              <a:off x="7632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9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"/>
            <p:cNvSpPr txBox="1"/>
            <p:nvPr/>
          </p:nvSpPr>
          <p:spPr>
            <a:xfrm>
              <a:off x="25704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9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"/>
            <p:cNvSpPr txBox="1"/>
            <p:nvPr/>
          </p:nvSpPr>
          <p:spPr>
            <a:xfrm>
              <a:off x="44136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2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"/>
            <p:cNvSpPr txBox="1"/>
            <p:nvPr/>
          </p:nvSpPr>
          <p:spPr>
            <a:xfrm>
              <a:off x="62712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4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"/>
            <p:cNvSpPr txBox="1"/>
            <p:nvPr/>
          </p:nvSpPr>
          <p:spPr>
            <a:xfrm>
              <a:off x="100332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"/>
            <p:cNvSpPr txBox="1"/>
            <p:nvPr/>
          </p:nvSpPr>
          <p:spPr>
            <a:xfrm>
              <a:off x="81288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5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"/>
            <p:cNvSpPr txBox="1"/>
            <p:nvPr/>
          </p:nvSpPr>
          <p:spPr>
            <a:xfrm>
              <a:off x="119376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3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"/>
            <p:cNvSpPr txBox="1"/>
            <p:nvPr/>
          </p:nvSpPr>
          <p:spPr>
            <a:xfrm>
              <a:off x="137952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N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"/>
            <p:cNvSpPr txBox="1"/>
            <p:nvPr/>
          </p:nvSpPr>
          <p:spPr>
            <a:xfrm>
              <a:off x="156528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S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"/>
            <p:cNvSpPr txBox="1"/>
            <p:nvPr/>
          </p:nvSpPr>
          <p:spPr>
            <a:xfrm>
              <a:off x="175572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W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"/>
            <p:cNvSpPr txBox="1"/>
            <p:nvPr/>
          </p:nvSpPr>
          <p:spPr>
            <a:xfrm>
              <a:off x="194148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A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"/>
            <p:cNvSpPr txBox="1"/>
            <p:nvPr/>
          </p:nvSpPr>
          <p:spPr>
            <a:xfrm>
              <a:off x="212256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L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"/>
            <p:cNvSpPr txBox="1"/>
            <p:nvPr/>
          </p:nvSpPr>
          <p:spPr>
            <a:xfrm>
              <a:off x="230832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S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"/>
            <p:cNvSpPr txBox="1"/>
            <p:nvPr/>
          </p:nvSpPr>
          <p:spPr>
            <a:xfrm>
              <a:off x="249876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H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 txBox="1"/>
            <p:nvPr/>
          </p:nvSpPr>
          <p:spPr>
            <a:xfrm>
              <a:off x="2684520" y="2844720"/>
              <a:ext cx="185760" cy="33732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 txBox="1"/>
            <p:nvPr/>
          </p:nvSpPr>
          <p:spPr>
            <a:xfrm>
              <a:off x="2865600" y="2844720"/>
              <a:ext cx="185760" cy="33732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"/>
            <p:cNvSpPr txBox="1"/>
            <p:nvPr/>
          </p:nvSpPr>
          <p:spPr>
            <a:xfrm>
              <a:off x="3046320" y="2844720"/>
              <a:ext cx="185760" cy="33732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"/>
            <p:cNvSpPr txBox="1"/>
            <p:nvPr/>
          </p:nvSpPr>
          <p:spPr>
            <a:xfrm>
              <a:off x="323208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"/>
            <p:cNvSpPr txBox="1"/>
            <p:nvPr/>
          </p:nvSpPr>
          <p:spPr>
            <a:xfrm>
              <a:off x="341784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0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"/>
            <p:cNvSpPr txBox="1"/>
            <p:nvPr/>
          </p:nvSpPr>
          <p:spPr>
            <a:xfrm>
              <a:off x="360360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0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"/>
            <p:cNvSpPr txBox="1"/>
            <p:nvPr/>
          </p:nvSpPr>
          <p:spPr>
            <a:xfrm>
              <a:off x="378936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9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"/>
            <p:cNvSpPr txBox="1"/>
            <p:nvPr/>
          </p:nvSpPr>
          <p:spPr>
            <a:xfrm>
              <a:off x="397044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"/>
            <p:cNvSpPr txBox="1"/>
            <p:nvPr/>
          </p:nvSpPr>
          <p:spPr>
            <a:xfrm>
              <a:off x="414828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9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"/>
            <p:cNvSpPr txBox="1"/>
            <p:nvPr/>
          </p:nvSpPr>
          <p:spPr>
            <a:xfrm>
              <a:off x="433224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5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"/>
            <p:cNvSpPr txBox="1"/>
            <p:nvPr/>
          </p:nvSpPr>
          <p:spPr>
            <a:xfrm>
              <a:off x="451332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2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"/>
            <p:cNvSpPr txBox="1"/>
            <p:nvPr/>
          </p:nvSpPr>
          <p:spPr>
            <a:xfrm>
              <a:off x="76320" y="2637000"/>
              <a:ext cx="1104840" cy="2746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StudentDetails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3" name=""/>
          <p:cNvSpPr/>
          <p:nvPr/>
        </p:nvSpPr>
        <p:spPr>
          <a:xfrm>
            <a:off x="76320" y="2847960"/>
            <a:ext cx="1305000" cy="247680"/>
          </a:xfrm>
          <a:prstGeom prst="rect">
            <a:avLst/>
          </a:prstGeom>
          <a:noFill/>
          <a:ln w="25560">
            <a:solidFill>
              <a:srgbClr val="CC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1362240" y="2847960"/>
            <a:ext cx="1857240" cy="247680"/>
          </a:xfrm>
          <a:prstGeom prst="rect">
            <a:avLst/>
          </a:prstGeom>
          <a:noFill/>
          <a:ln w="25560">
            <a:solidFill>
              <a:srgbClr val="CC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3209760" y="2843280"/>
            <a:ext cx="1495440" cy="252360"/>
          </a:xfrm>
          <a:prstGeom prst="rect">
            <a:avLst/>
          </a:prstGeom>
          <a:noFill/>
          <a:ln w="25560">
            <a:solidFill>
              <a:srgbClr val="CC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6" name=""/>
          <p:cNvGrpSpPr/>
          <p:nvPr/>
        </p:nvGrpSpPr>
        <p:grpSpPr>
          <a:xfrm>
            <a:off x="81000" y="3147840"/>
            <a:ext cx="4595760" cy="295560"/>
            <a:chOff x="81000" y="3147840"/>
            <a:chExt cx="4595760" cy="295560"/>
          </a:xfrm>
        </p:grpSpPr>
        <p:sp>
          <p:nvSpPr>
            <p:cNvPr id="77" name=""/>
            <p:cNvSpPr txBox="1"/>
            <p:nvPr/>
          </p:nvSpPr>
          <p:spPr>
            <a:xfrm>
              <a:off x="81000" y="3147840"/>
              <a:ext cx="1290600" cy="142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0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StudentId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"/>
            <p:cNvSpPr txBox="1"/>
            <p:nvPr/>
          </p:nvSpPr>
          <p:spPr>
            <a:xfrm>
              <a:off x="1371600" y="3147840"/>
              <a:ext cx="1852560" cy="142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0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StudentName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"/>
            <p:cNvSpPr txBox="1"/>
            <p:nvPr/>
          </p:nvSpPr>
          <p:spPr>
            <a:xfrm>
              <a:off x="3224160" y="3147840"/>
              <a:ext cx="1452600" cy="142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0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DateOfBirth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0" name=""/>
            <p:cNvGrpSpPr/>
            <p:nvPr/>
          </p:nvGrpSpPr>
          <p:grpSpPr>
            <a:xfrm>
              <a:off x="1433520" y="3300480"/>
              <a:ext cx="3229200" cy="142920"/>
              <a:chOff x="1433520" y="3300480"/>
              <a:chExt cx="3229200" cy="142920"/>
            </a:xfrm>
          </p:grpSpPr>
          <p:sp>
            <p:nvSpPr>
              <p:cNvPr id="81" name=""/>
              <p:cNvSpPr/>
              <p:nvPr/>
            </p:nvSpPr>
            <p:spPr>
              <a:xfrm>
                <a:off x="1433520" y="3300480"/>
                <a:ext cx="1852560" cy="1429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"/>
              <p:cNvSpPr/>
              <p:nvPr/>
            </p:nvSpPr>
            <p:spPr>
              <a:xfrm>
                <a:off x="3327480" y="3300480"/>
                <a:ext cx="1335240" cy="1429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3" name=""/>
          <p:cNvSpPr txBox="1"/>
          <p:nvPr/>
        </p:nvSpPr>
        <p:spPr>
          <a:xfrm>
            <a:off x="2698920" y="1231920"/>
            <a:ext cx="2006640" cy="111456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Now we have individual access to StudentId, StudentName and DateOfBirth but if we want to display only the student's surname or year of birth we still can't do it.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2698920" y="1265400"/>
            <a:ext cx="2006640" cy="905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So we need to refine our record description still further. StudentName and DateOfBirth must be declared as group items.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 txBox="1"/>
          <p:nvPr/>
        </p:nvSpPr>
        <p:spPr>
          <a:xfrm>
            <a:off x="152280" y="196920"/>
            <a:ext cx="4400640" cy="221292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StudentDetails.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02 StudentId        PIC 9(7).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02 StudentName.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Initials   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Surname       PIC X(8).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02 DateOfBirth.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DoB           PIC 99.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MoB           PIC 99.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Yob           PIC 9(4).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162000" y="190440"/>
            <a:ext cx="4401000" cy="95760"/>
          </a:xfrm>
          <a:custGeom>
            <a:avLst/>
            <a:gdLst/>
            <a:ahLst/>
            <a:rect l="0" t="0" r="r" b="b"/>
            <a:pathLst>
              <a:path w="12225" h="266">
                <a:moveTo>
                  <a:pt x="12225" y="5"/>
                </a:moveTo>
                <a:lnTo>
                  <a:pt x="12225" y="0"/>
                </a:lnTo>
                <a:lnTo>
                  <a:pt x="12225" y="5"/>
                </a:lnTo>
                <a:lnTo>
                  <a:pt x="12220" y="13"/>
                </a:lnTo>
                <a:lnTo>
                  <a:pt x="12192" y="13"/>
                </a:lnTo>
                <a:lnTo>
                  <a:pt x="12093" y="37"/>
                </a:lnTo>
                <a:lnTo>
                  <a:pt x="12027" y="62"/>
                </a:lnTo>
                <a:lnTo>
                  <a:pt x="11978" y="87"/>
                </a:lnTo>
                <a:lnTo>
                  <a:pt x="11928" y="87"/>
                </a:lnTo>
                <a:lnTo>
                  <a:pt x="11879" y="95"/>
                </a:lnTo>
                <a:lnTo>
                  <a:pt x="11829" y="95"/>
                </a:lnTo>
                <a:lnTo>
                  <a:pt x="11780" y="95"/>
                </a:lnTo>
                <a:lnTo>
                  <a:pt x="11730" y="95"/>
                </a:lnTo>
                <a:lnTo>
                  <a:pt x="11681" y="95"/>
                </a:lnTo>
                <a:lnTo>
                  <a:pt x="11631" y="95"/>
                </a:lnTo>
                <a:lnTo>
                  <a:pt x="11582" y="111"/>
                </a:lnTo>
                <a:lnTo>
                  <a:pt x="11549" y="135"/>
                </a:lnTo>
                <a:lnTo>
                  <a:pt x="11516" y="160"/>
                </a:lnTo>
                <a:lnTo>
                  <a:pt x="11466" y="168"/>
                </a:lnTo>
                <a:lnTo>
                  <a:pt x="11417" y="168"/>
                </a:lnTo>
                <a:lnTo>
                  <a:pt x="11367" y="152"/>
                </a:lnTo>
                <a:lnTo>
                  <a:pt x="11301" y="135"/>
                </a:lnTo>
                <a:lnTo>
                  <a:pt x="11252" y="135"/>
                </a:lnTo>
                <a:lnTo>
                  <a:pt x="11202" y="127"/>
                </a:lnTo>
                <a:lnTo>
                  <a:pt x="11153" y="111"/>
                </a:lnTo>
                <a:lnTo>
                  <a:pt x="11103" y="103"/>
                </a:lnTo>
                <a:lnTo>
                  <a:pt x="11037" y="103"/>
                </a:lnTo>
                <a:lnTo>
                  <a:pt x="10987" y="95"/>
                </a:lnTo>
                <a:lnTo>
                  <a:pt x="10938" y="87"/>
                </a:lnTo>
                <a:lnTo>
                  <a:pt x="10888" y="79"/>
                </a:lnTo>
                <a:lnTo>
                  <a:pt x="10839" y="79"/>
                </a:lnTo>
                <a:lnTo>
                  <a:pt x="10789" y="71"/>
                </a:lnTo>
                <a:lnTo>
                  <a:pt x="10740" y="62"/>
                </a:lnTo>
                <a:lnTo>
                  <a:pt x="10690" y="53"/>
                </a:lnTo>
                <a:lnTo>
                  <a:pt x="10641" y="45"/>
                </a:lnTo>
                <a:lnTo>
                  <a:pt x="10624" y="71"/>
                </a:lnTo>
                <a:lnTo>
                  <a:pt x="10558" y="79"/>
                </a:lnTo>
                <a:lnTo>
                  <a:pt x="10492" y="79"/>
                </a:lnTo>
                <a:lnTo>
                  <a:pt x="10443" y="87"/>
                </a:lnTo>
                <a:lnTo>
                  <a:pt x="10393" y="103"/>
                </a:lnTo>
                <a:lnTo>
                  <a:pt x="10377" y="127"/>
                </a:lnTo>
                <a:lnTo>
                  <a:pt x="10327" y="135"/>
                </a:lnTo>
                <a:lnTo>
                  <a:pt x="10278" y="135"/>
                </a:lnTo>
                <a:lnTo>
                  <a:pt x="10228" y="135"/>
                </a:lnTo>
                <a:lnTo>
                  <a:pt x="10179" y="152"/>
                </a:lnTo>
                <a:lnTo>
                  <a:pt x="10129" y="160"/>
                </a:lnTo>
                <a:lnTo>
                  <a:pt x="10080" y="168"/>
                </a:lnTo>
                <a:lnTo>
                  <a:pt x="10030" y="176"/>
                </a:lnTo>
                <a:lnTo>
                  <a:pt x="9981" y="192"/>
                </a:lnTo>
                <a:lnTo>
                  <a:pt x="9931" y="201"/>
                </a:lnTo>
                <a:lnTo>
                  <a:pt x="9882" y="201"/>
                </a:lnTo>
                <a:lnTo>
                  <a:pt x="9832" y="192"/>
                </a:lnTo>
                <a:lnTo>
                  <a:pt x="9783" y="176"/>
                </a:lnTo>
                <a:lnTo>
                  <a:pt x="9717" y="168"/>
                </a:lnTo>
                <a:lnTo>
                  <a:pt x="9667" y="160"/>
                </a:lnTo>
                <a:lnTo>
                  <a:pt x="9618" y="152"/>
                </a:lnTo>
                <a:lnTo>
                  <a:pt x="9568" y="144"/>
                </a:lnTo>
                <a:lnTo>
                  <a:pt x="9519" y="144"/>
                </a:lnTo>
                <a:lnTo>
                  <a:pt x="9469" y="127"/>
                </a:lnTo>
                <a:lnTo>
                  <a:pt x="9420" y="119"/>
                </a:lnTo>
                <a:lnTo>
                  <a:pt x="9370" y="119"/>
                </a:lnTo>
                <a:lnTo>
                  <a:pt x="9321" y="111"/>
                </a:lnTo>
                <a:lnTo>
                  <a:pt x="9271" y="111"/>
                </a:lnTo>
                <a:lnTo>
                  <a:pt x="9205" y="103"/>
                </a:lnTo>
                <a:lnTo>
                  <a:pt x="9138" y="95"/>
                </a:lnTo>
                <a:lnTo>
                  <a:pt x="9089" y="87"/>
                </a:lnTo>
                <a:lnTo>
                  <a:pt x="9039" y="79"/>
                </a:lnTo>
                <a:lnTo>
                  <a:pt x="8990" y="79"/>
                </a:lnTo>
                <a:lnTo>
                  <a:pt x="8940" y="79"/>
                </a:lnTo>
                <a:lnTo>
                  <a:pt x="8891" y="79"/>
                </a:lnTo>
                <a:lnTo>
                  <a:pt x="8841" y="79"/>
                </a:lnTo>
                <a:lnTo>
                  <a:pt x="8791" y="79"/>
                </a:lnTo>
                <a:lnTo>
                  <a:pt x="8742" y="79"/>
                </a:lnTo>
                <a:lnTo>
                  <a:pt x="8676" y="79"/>
                </a:lnTo>
                <a:lnTo>
                  <a:pt x="8626" y="71"/>
                </a:lnTo>
                <a:lnTo>
                  <a:pt x="8577" y="53"/>
                </a:lnTo>
                <a:lnTo>
                  <a:pt x="8527" y="53"/>
                </a:lnTo>
                <a:lnTo>
                  <a:pt x="8478" y="53"/>
                </a:lnTo>
                <a:lnTo>
                  <a:pt x="8445" y="79"/>
                </a:lnTo>
                <a:lnTo>
                  <a:pt x="8395" y="95"/>
                </a:lnTo>
                <a:lnTo>
                  <a:pt x="8346" y="103"/>
                </a:lnTo>
                <a:lnTo>
                  <a:pt x="8296" y="127"/>
                </a:lnTo>
                <a:lnTo>
                  <a:pt x="8247" y="135"/>
                </a:lnTo>
                <a:lnTo>
                  <a:pt x="8197" y="144"/>
                </a:lnTo>
                <a:lnTo>
                  <a:pt x="8148" y="152"/>
                </a:lnTo>
                <a:lnTo>
                  <a:pt x="8098" y="152"/>
                </a:lnTo>
                <a:lnTo>
                  <a:pt x="8049" y="144"/>
                </a:lnTo>
                <a:lnTo>
                  <a:pt x="7999" y="127"/>
                </a:lnTo>
                <a:lnTo>
                  <a:pt x="7950" y="119"/>
                </a:lnTo>
                <a:lnTo>
                  <a:pt x="7900" y="119"/>
                </a:lnTo>
                <a:lnTo>
                  <a:pt x="7851" y="111"/>
                </a:lnTo>
                <a:lnTo>
                  <a:pt x="7801" y="103"/>
                </a:lnTo>
                <a:lnTo>
                  <a:pt x="7752" y="87"/>
                </a:lnTo>
                <a:lnTo>
                  <a:pt x="7702" y="87"/>
                </a:lnTo>
                <a:lnTo>
                  <a:pt x="7653" y="71"/>
                </a:lnTo>
                <a:lnTo>
                  <a:pt x="7603" y="62"/>
                </a:lnTo>
                <a:lnTo>
                  <a:pt x="7554" y="62"/>
                </a:lnTo>
                <a:lnTo>
                  <a:pt x="7504" y="53"/>
                </a:lnTo>
                <a:lnTo>
                  <a:pt x="7455" y="53"/>
                </a:lnTo>
                <a:lnTo>
                  <a:pt x="7389" y="45"/>
                </a:lnTo>
                <a:lnTo>
                  <a:pt x="7339" y="37"/>
                </a:lnTo>
                <a:lnTo>
                  <a:pt x="7290" y="37"/>
                </a:lnTo>
                <a:lnTo>
                  <a:pt x="7240" y="37"/>
                </a:lnTo>
                <a:lnTo>
                  <a:pt x="7191" y="37"/>
                </a:lnTo>
                <a:lnTo>
                  <a:pt x="7141" y="37"/>
                </a:lnTo>
                <a:lnTo>
                  <a:pt x="7092" y="45"/>
                </a:lnTo>
                <a:lnTo>
                  <a:pt x="7042" y="62"/>
                </a:lnTo>
                <a:lnTo>
                  <a:pt x="6993" y="87"/>
                </a:lnTo>
                <a:lnTo>
                  <a:pt x="6943" y="103"/>
                </a:lnTo>
                <a:lnTo>
                  <a:pt x="6894" y="119"/>
                </a:lnTo>
                <a:lnTo>
                  <a:pt x="6844" y="135"/>
                </a:lnTo>
                <a:lnTo>
                  <a:pt x="6795" y="144"/>
                </a:lnTo>
                <a:lnTo>
                  <a:pt x="6745" y="144"/>
                </a:lnTo>
                <a:lnTo>
                  <a:pt x="6696" y="144"/>
                </a:lnTo>
                <a:lnTo>
                  <a:pt x="6646" y="152"/>
                </a:lnTo>
                <a:lnTo>
                  <a:pt x="6580" y="152"/>
                </a:lnTo>
                <a:lnTo>
                  <a:pt x="6530" y="160"/>
                </a:lnTo>
                <a:lnTo>
                  <a:pt x="6464" y="168"/>
                </a:lnTo>
                <a:lnTo>
                  <a:pt x="6415" y="176"/>
                </a:lnTo>
                <a:lnTo>
                  <a:pt x="6365" y="176"/>
                </a:lnTo>
                <a:lnTo>
                  <a:pt x="6316" y="184"/>
                </a:lnTo>
                <a:lnTo>
                  <a:pt x="6266" y="184"/>
                </a:lnTo>
                <a:lnTo>
                  <a:pt x="6217" y="184"/>
                </a:lnTo>
                <a:lnTo>
                  <a:pt x="6167" y="184"/>
                </a:lnTo>
                <a:lnTo>
                  <a:pt x="6118" y="184"/>
                </a:lnTo>
                <a:lnTo>
                  <a:pt x="6068" y="176"/>
                </a:lnTo>
                <a:lnTo>
                  <a:pt x="6035" y="152"/>
                </a:lnTo>
                <a:lnTo>
                  <a:pt x="5969" y="127"/>
                </a:lnTo>
                <a:lnTo>
                  <a:pt x="5920" y="119"/>
                </a:lnTo>
                <a:lnTo>
                  <a:pt x="5854" y="103"/>
                </a:lnTo>
                <a:lnTo>
                  <a:pt x="5804" y="87"/>
                </a:lnTo>
                <a:lnTo>
                  <a:pt x="5738" y="87"/>
                </a:lnTo>
                <a:lnTo>
                  <a:pt x="5689" y="79"/>
                </a:lnTo>
                <a:lnTo>
                  <a:pt x="5639" y="62"/>
                </a:lnTo>
                <a:lnTo>
                  <a:pt x="5590" y="62"/>
                </a:lnTo>
                <a:lnTo>
                  <a:pt x="5540" y="53"/>
                </a:lnTo>
                <a:lnTo>
                  <a:pt x="5474" y="71"/>
                </a:lnTo>
                <a:lnTo>
                  <a:pt x="5425" y="87"/>
                </a:lnTo>
                <a:lnTo>
                  <a:pt x="5375" y="103"/>
                </a:lnTo>
                <a:lnTo>
                  <a:pt x="5326" y="111"/>
                </a:lnTo>
                <a:lnTo>
                  <a:pt x="5276" y="119"/>
                </a:lnTo>
                <a:lnTo>
                  <a:pt x="5210" y="135"/>
                </a:lnTo>
                <a:lnTo>
                  <a:pt x="5161" y="144"/>
                </a:lnTo>
                <a:lnTo>
                  <a:pt x="5111" y="160"/>
                </a:lnTo>
                <a:lnTo>
                  <a:pt x="5062" y="160"/>
                </a:lnTo>
                <a:lnTo>
                  <a:pt x="5012" y="160"/>
                </a:lnTo>
                <a:lnTo>
                  <a:pt x="4946" y="152"/>
                </a:lnTo>
                <a:lnTo>
                  <a:pt x="4913" y="127"/>
                </a:lnTo>
                <a:lnTo>
                  <a:pt x="4864" y="111"/>
                </a:lnTo>
                <a:lnTo>
                  <a:pt x="4814" y="95"/>
                </a:lnTo>
                <a:lnTo>
                  <a:pt x="4765" y="71"/>
                </a:lnTo>
                <a:lnTo>
                  <a:pt x="4715" y="53"/>
                </a:lnTo>
                <a:lnTo>
                  <a:pt x="4666" y="37"/>
                </a:lnTo>
                <a:lnTo>
                  <a:pt x="4616" y="29"/>
                </a:lnTo>
                <a:lnTo>
                  <a:pt x="4567" y="29"/>
                </a:lnTo>
                <a:lnTo>
                  <a:pt x="4517" y="29"/>
                </a:lnTo>
                <a:lnTo>
                  <a:pt x="4468" y="37"/>
                </a:lnTo>
                <a:lnTo>
                  <a:pt x="4418" y="37"/>
                </a:lnTo>
                <a:lnTo>
                  <a:pt x="4368" y="37"/>
                </a:lnTo>
                <a:lnTo>
                  <a:pt x="4319" y="37"/>
                </a:lnTo>
                <a:lnTo>
                  <a:pt x="4269" y="37"/>
                </a:lnTo>
                <a:lnTo>
                  <a:pt x="4220" y="45"/>
                </a:lnTo>
                <a:lnTo>
                  <a:pt x="4170" y="45"/>
                </a:lnTo>
                <a:lnTo>
                  <a:pt x="4121" y="45"/>
                </a:lnTo>
                <a:lnTo>
                  <a:pt x="4071" y="45"/>
                </a:lnTo>
                <a:lnTo>
                  <a:pt x="4022" y="53"/>
                </a:lnTo>
                <a:lnTo>
                  <a:pt x="3972" y="53"/>
                </a:lnTo>
                <a:lnTo>
                  <a:pt x="3923" y="53"/>
                </a:lnTo>
                <a:lnTo>
                  <a:pt x="3873" y="53"/>
                </a:lnTo>
                <a:lnTo>
                  <a:pt x="3824" y="53"/>
                </a:lnTo>
                <a:lnTo>
                  <a:pt x="3774" y="53"/>
                </a:lnTo>
                <a:lnTo>
                  <a:pt x="3725" y="62"/>
                </a:lnTo>
                <a:lnTo>
                  <a:pt x="3675" y="79"/>
                </a:lnTo>
                <a:lnTo>
                  <a:pt x="3626" y="87"/>
                </a:lnTo>
                <a:lnTo>
                  <a:pt x="3576" y="103"/>
                </a:lnTo>
                <a:lnTo>
                  <a:pt x="3527" y="111"/>
                </a:lnTo>
                <a:lnTo>
                  <a:pt x="3477" y="135"/>
                </a:lnTo>
                <a:lnTo>
                  <a:pt x="3428" y="144"/>
                </a:lnTo>
                <a:lnTo>
                  <a:pt x="3378" y="152"/>
                </a:lnTo>
                <a:lnTo>
                  <a:pt x="3312" y="160"/>
                </a:lnTo>
                <a:lnTo>
                  <a:pt x="3263" y="168"/>
                </a:lnTo>
                <a:lnTo>
                  <a:pt x="3213" y="176"/>
                </a:lnTo>
                <a:lnTo>
                  <a:pt x="3164" y="176"/>
                </a:lnTo>
                <a:lnTo>
                  <a:pt x="3114" y="176"/>
                </a:lnTo>
                <a:lnTo>
                  <a:pt x="3065" y="160"/>
                </a:lnTo>
                <a:lnTo>
                  <a:pt x="3014" y="144"/>
                </a:lnTo>
                <a:lnTo>
                  <a:pt x="2965" y="135"/>
                </a:lnTo>
                <a:lnTo>
                  <a:pt x="2915" y="119"/>
                </a:lnTo>
                <a:lnTo>
                  <a:pt x="2849" y="119"/>
                </a:lnTo>
                <a:lnTo>
                  <a:pt x="2783" y="111"/>
                </a:lnTo>
                <a:lnTo>
                  <a:pt x="2767" y="87"/>
                </a:lnTo>
                <a:lnTo>
                  <a:pt x="2717" y="79"/>
                </a:lnTo>
                <a:lnTo>
                  <a:pt x="2668" y="79"/>
                </a:lnTo>
                <a:lnTo>
                  <a:pt x="2602" y="79"/>
                </a:lnTo>
                <a:lnTo>
                  <a:pt x="2552" y="79"/>
                </a:lnTo>
                <a:lnTo>
                  <a:pt x="2503" y="79"/>
                </a:lnTo>
                <a:lnTo>
                  <a:pt x="2503" y="103"/>
                </a:lnTo>
                <a:lnTo>
                  <a:pt x="2503" y="127"/>
                </a:lnTo>
                <a:lnTo>
                  <a:pt x="2552" y="144"/>
                </a:lnTo>
                <a:lnTo>
                  <a:pt x="2585" y="168"/>
                </a:lnTo>
                <a:lnTo>
                  <a:pt x="2635" y="192"/>
                </a:lnTo>
                <a:lnTo>
                  <a:pt x="2668" y="217"/>
                </a:lnTo>
                <a:lnTo>
                  <a:pt x="2701" y="242"/>
                </a:lnTo>
                <a:lnTo>
                  <a:pt x="2734" y="266"/>
                </a:lnTo>
                <a:lnTo>
                  <a:pt x="2684" y="250"/>
                </a:lnTo>
                <a:lnTo>
                  <a:pt x="2635" y="226"/>
                </a:lnTo>
                <a:lnTo>
                  <a:pt x="2585" y="209"/>
                </a:lnTo>
                <a:lnTo>
                  <a:pt x="2536" y="192"/>
                </a:lnTo>
                <a:lnTo>
                  <a:pt x="2486" y="176"/>
                </a:lnTo>
                <a:lnTo>
                  <a:pt x="2437" y="152"/>
                </a:lnTo>
                <a:lnTo>
                  <a:pt x="2387" y="127"/>
                </a:lnTo>
                <a:lnTo>
                  <a:pt x="2338" y="111"/>
                </a:lnTo>
                <a:lnTo>
                  <a:pt x="2288" y="103"/>
                </a:lnTo>
                <a:lnTo>
                  <a:pt x="2222" y="95"/>
                </a:lnTo>
                <a:lnTo>
                  <a:pt x="2172" y="95"/>
                </a:lnTo>
                <a:lnTo>
                  <a:pt x="2123" y="95"/>
                </a:lnTo>
                <a:lnTo>
                  <a:pt x="2073" y="95"/>
                </a:lnTo>
                <a:lnTo>
                  <a:pt x="2024" y="87"/>
                </a:lnTo>
                <a:lnTo>
                  <a:pt x="1974" y="87"/>
                </a:lnTo>
                <a:lnTo>
                  <a:pt x="1925" y="87"/>
                </a:lnTo>
                <a:lnTo>
                  <a:pt x="1875" y="87"/>
                </a:lnTo>
                <a:lnTo>
                  <a:pt x="1809" y="87"/>
                </a:lnTo>
                <a:lnTo>
                  <a:pt x="1760" y="87"/>
                </a:lnTo>
                <a:lnTo>
                  <a:pt x="1710" y="95"/>
                </a:lnTo>
                <a:lnTo>
                  <a:pt x="1661" y="95"/>
                </a:lnTo>
                <a:lnTo>
                  <a:pt x="1595" y="95"/>
                </a:lnTo>
                <a:lnTo>
                  <a:pt x="1529" y="95"/>
                </a:lnTo>
                <a:lnTo>
                  <a:pt x="1479" y="95"/>
                </a:lnTo>
                <a:lnTo>
                  <a:pt x="1430" y="95"/>
                </a:lnTo>
                <a:lnTo>
                  <a:pt x="1380" y="111"/>
                </a:lnTo>
                <a:lnTo>
                  <a:pt x="1331" y="119"/>
                </a:lnTo>
                <a:lnTo>
                  <a:pt x="1314" y="144"/>
                </a:lnTo>
                <a:lnTo>
                  <a:pt x="1314" y="168"/>
                </a:lnTo>
                <a:lnTo>
                  <a:pt x="1265" y="192"/>
                </a:lnTo>
                <a:lnTo>
                  <a:pt x="1215" y="201"/>
                </a:lnTo>
                <a:lnTo>
                  <a:pt x="1166" y="201"/>
                </a:lnTo>
                <a:lnTo>
                  <a:pt x="1116" y="201"/>
                </a:lnTo>
                <a:lnTo>
                  <a:pt x="1067" y="201"/>
                </a:lnTo>
                <a:lnTo>
                  <a:pt x="1017" y="209"/>
                </a:lnTo>
                <a:lnTo>
                  <a:pt x="968" y="217"/>
                </a:lnTo>
                <a:lnTo>
                  <a:pt x="902" y="217"/>
                </a:lnTo>
                <a:lnTo>
                  <a:pt x="852" y="217"/>
                </a:lnTo>
                <a:lnTo>
                  <a:pt x="803" y="217"/>
                </a:lnTo>
                <a:lnTo>
                  <a:pt x="753" y="209"/>
                </a:lnTo>
                <a:lnTo>
                  <a:pt x="720" y="184"/>
                </a:lnTo>
                <a:lnTo>
                  <a:pt x="671" y="176"/>
                </a:lnTo>
                <a:lnTo>
                  <a:pt x="621" y="160"/>
                </a:lnTo>
                <a:lnTo>
                  <a:pt x="572" y="152"/>
                </a:lnTo>
                <a:lnTo>
                  <a:pt x="522" y="144"/>
                </a:lnTo>
                <a:lnTo>
                  <a:pt x="473" y="144"/>
                </a:lnTo>
                <a:lnTo>
                  <a:pt x="423" y="135"/>
                </a:lnTo>
                <a:lnTo>
                  <a:pt x="374" y="119"/>
                </a:lnTo>
                <a:lnTo>
                  <a:pt x="324" y="111"/>
                </a:lnTo>
                <a:lnTo>
                  <a:pt x="275" y="95"/>
                </a:lnTo>
                <a:lnTo>
                  <a:pt x="225" y="87"/>
                </a:lnTo>
                <a:lnTo>
                  <a:pt x="176" y="79"/>
                </a:lnTo>
                <a:lnTo>
                  <a:pt x="126" y="62"/>
                </a:lnTo>
                <a:lnTo>
                  <a:pt x="77" y="53"/>
                </a:lnTo>
                <a:lnTo>
                  <a:pt x="11" y="13"/>
                </a:lnTo>
                <a:lnTo>
                  <a:pt x="11" y="8"/>
                </a:lnTo>
                <a:lnTo>
                  <a:pt x="0" y="8"/>
                </a:lnTo>
                <a:lnTo>
                  <a:pt x="0" y="8"/>
                </a:lnTo>
                <a:lnTo>
                  <a:pt x="11" y="16"/>
                </a:lnTo>
                <a:lnTo>
                  <a:pt x="11" y="5"/>
                </a:lnTo>
                <a:lnTo>
                  <a:pt x="12225" y="5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44640" rIns="96120" bIns="44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166680" y="2292480"/>
            <a:ext cx="4367520" cy="136800"/>
          </a:xfrm>
          <a:custGeom>
            <a:avLst/>
            <a:gdLst/>
            <a:ahLst/>
            <a:rect l="0" t="0" r="r" b="b"/>
            <a:pathLst>
              <a:path w="12132" h="380">
                <a:moveTo>
                  <a:pt x="0" y="366"/>
                </a:moveTo>
                <a:lnTo>
                  <a:pt x="5" y="338"/>
                </a:lnTo>
                <a:lnTo>
                  <a:pt x="0" y="380"/>
                </a:lnTo>
                <a:lnTo>
                  <a:pt x="136" y="225"/>
                </a:lnTo>
                <a:lnTo>
                  <a:pt x="201" y="225"/>
                </a:lnTo>
                <a:lnTo>
                  <a:pt x="267" y="263"/>
                </a:lnTo>
                <a:lnTo>
                  <a:pt x="354" y="225"/>
                </a:lnTo>
                <a:lnTo>
                  <a:pt x="441" y="168"/>
                </a:lnTo>
                <a:lnTo>
                  <a:pt x="507" y="149"/>
                </a:lnTo>
                <a:lnTo>
                  <a:pt x="572" y="149"/>
                </a:lnTo>
                <a:lnTo>
                  <a:pt x="637" y="131"/>
                </a:lnTo>
                <a:lnTo>
                  <a:pt x="703" y="112"/>
                </a:lnTo>
                <a:lnTo>
                  <a:pt x="768" y="112"/>
                </a:lnTo>
                <a:lnTo>
                  <a:pt x="834" y="131"/>
                </a:lnTo>
                <a:lnTo>
                  <a:pt x="899" y="131"/>
                </a:lnTo>
                <a:lnTo>
                  <a:pt x="965" y="149"/>
                </a:lnTo>
                <a:lnTo>
                  <a:pt x="1030" y="187"/>
                </a:lnTo>
                <a:lnTo>
                  <a:pt x="1095" y="207"/>
                </a:lnTo>
                <a:lnTo>
                  <a:pt x="1161" y="225"/>
                </a:lnTo>
                <a:lnTo>
                  <a:pt x="1226" y="244"/>
                </a:lnTo>
                <a:lnTo>
                  <a:pt x="1292" y="263"/>
                </a:lnTo>
                <a:lnTo>
                  <a:pt x="1379" y="244"/>
                </a:lnTo>
                <a:lnTo>
                  <a:pt x="1466" y="207"/>
                </a:lnTo>
                <a:lnTo>
                  <a:pt x="1510" y="149"/>
                </a:lnTo>
                <a:lnTo>
                  <a:pt x="1575" y="149"/>
                </a:lnTo>
                <a:lnTo>
                  <a:pt x="1641" y="131"/>
                </a:lnTo>
                <a:lnTo>
                  <a:pt x="1706" y="112"/>
                </a:lnTo>
                <a:lnTo>
                  <a:pt x="1771" y="93"/>
                </a:lnTo>
                <a:lnTo>
                  <a:pt x="1837" y="149"/>
                </a:lnTo>
                <a:lnTo>
                  <a:pt x="1902" y="187"/>
                </a:lnTo>
                <a:lnTo>
                  <a:pt x="1968" y="244"/>
                </a:lnTo>
                <a:lnTo>
                  <a:pt x="2033" y="281"/>
                </a:lnTo>
                <a:lnTo>
                  <a:pt x="2099" y="281"/>
                </a:lnTo>
                <a:lnTo>
                  <a:pt x="2164" y="244"/>
                </a:lnTo>
                <a:lnTo>
                  <a:pt x="2229" y="225"/>
                </a:lnTo>
                <a:lnTo>
                  <a:pt x="2295" y="187"/>
                </a:lnTo>
                <a:lnTo>
                  <a:pt x="2360" y="168"/>
                </a:lnTo>
                <a:lnTo>
                  <a:pt x="2426" y="149"/>
                </a:lnTo>
                <a:lnTo>
                  <a:pt x="2513" y="131"/>
                </a:lnTo>
                <a:lnTo>
                  <a:pt x="2578" y="131"/>
                </a:lnTo>
                <a:lnTo>
                  <a:pt x="2644" y="112"/>
                </a:lnTo>
                <a:lnTo>
                  <a:pt x="2709" y="112"/>
                </a:lnTo>
                <a:lnTo>
                  <a:pt x="2775" y="112"/>
                </a:lnTo>
                <a:lnTo>
                  <a:pt x="2840" y="93"/>
                </a:lnTo>
                <a:lnTo>
                  <a:pt x="2927" y="74"/>
                </a:lnTo>
                <a:lnTo>
                  <a:pt x="3015" y="74"/>
                </a:lnTo>
                <a:lnTo>
                  <a:pt x="3102" y="56"/>
                </a:lnTo>
                <a:lnTo>
                  <a:pt x="3167" y="112"/>
                </a:lnTo>
                <a:lnTo>
                  <a:pt x="3211" y="168"/>
                </a:lnTo>
                <a:lnTo>
                  <a:pt x="3254" y="225"/>
                </a:lnTo>
                <a:lnTo>
                  <a:pt x="3342" y="244"/>
                </a:lnTo>
                <a:lnTo>
                  <a:pt x="3407" y="225"/>
                </a:lnTo>
                <a:lnTo>
                  <a:pt x="3494" y="207"/>
                </a:lnTo>
                <a:lnTo>
                  <a:pt x="3560" y="187"/>
                </a:lnTo>
                <a:lnTo>
                  <a:pt x="3647" y="168"/>
                </a:lnTo>
                <a:lnTo>
                  <a:pt x="3734" y="168"/>
                </a:lnTo>
                <a:lnTo>
                  <a:pt x="3800" y="149"/>
                </a:lnTo>
                <a:lnTo>
                  <a:pt x="3865" y="131"/>
                </a:lnTo>
                <a:lnTo>
                  <a:pt x="3952" y="112"/>
                </a:lnTo>
                <a:lnTo>
                  <a:pt x="4018" y="93"/>
                </a:lnTo>
                <a:lnTo>
                  <a:pt x="4083" y="74"/>
                </a:lnTo>
                <a:lnTo>
                  <a:pt x="4149" y="56"/>
                </a:lnTo>
                <a:lnTo>
                  <a:pt x="4214" y="93"/>
                </a:lnTo>
                <a:lnTo>
                  <a:pt x="4279" y="131"/>
                </a:lnTo>
                <a:lnTo>
                  <a:pt x="4345" y="168"/>
                </a:lnTo>
                <a:lnTo>
                  <a:pt x="4410" y="207"/>
                </a:lnTo>
                <a:lnTo>
                  <a:pt x="4476" y="244"/>
                </a:lnTo>
                <a:lnTo>
                  <a:pt x="4541" y="244"/>
                </a:lnTo>
                <a:lnTo>
                  <a:pt x="4607" y="244"/>
                </a:lnTo>
                <a:lnTo>
                  <a:pt x="4672" y="225"/>
                </a:lnTo>
                <a:lnTo>
                  <a:pt x="4737" y="207"/>
                </a:lnTo>
                <a:lnTo>
                  <a:pt x="4803" y="207"/>
                </a:lnTo>
                <a:lnTo>
                  <a:pt x="4868" y="187"/>
                </a:lnTo>
                <a:lnTo>
                  <a:pt x="4956" y="187"/>
                </a:lnTo>
                <a:lnTo>
                  <a:pt x="5021" y="168"/>
                </a:lnTo>
                <a:lnTo>
                  <a:pt x="5086" y="168"/>
                </a:lnTo>
                <a:lnTo>
                  <a:pt x="5152" y="168"/>
                </a:lnTo>
                <a:lnTo>
                  <a:pt x="5217" y="168"/>
                </a:lnTo>
                <a:lnTo>
                  <a:pt x="5283" y="168"/>
                </a:lnTo>
                <a:lnTo>
                  <a:pt x="5348" y="168"/>
                </a:lnTo>
                <a:lnTo>
                  <a:pt x="5435" y="149"/>
                </a:lnTo>
                <a:lnTo>
                  <a:pt x="5501" y="131"/>
                </a:lnTo>
                <a:lnTo>
                  <a:pt x="5566" y="93"/>
                </a:lnTo>
                <a:lnTo>
                  <a:pt x="5632" y="74"/>
                </a:lnTo>
                <a:lnTo>
                  <a:pt x="5697" y="56"/>
                </a:lnTo>
                <a:lnTo>
                  <a:pt x="5784" y="37"/>
                </a:lnTo>
                <a:lnTo>
                  <a:pt x="5872" y="74"/>
                </a:lnTo>
                <a:lnTo>
                  <a:pt x="5937" y="131"/>
                </a:lnTo>
                <a:lnTo>
                  <a:pt x="6002" y="168"/>
                </a:lnTo>
                <a:lnTo>
                  <a:pt x="6069" y="187"/>
                </a:lnTo>
                <a:lnTo>
                  <a:pt x="6134" y="225"/>
                </a:lnTo>
                <a:lnTo>
                  <a:pt x="6200" y="225"/>
                </a:lnTo>
                <a:lnTo>
                  <a:pt x="6265" y="225"/>
                </a:lnTo>
                <a:lnTo>
                  <a:pt x="6352" y="207"/>
                </a:lnTo>
                <a:lnTo>
                  <a:pt x="6418" y="187"/>
                </a:lnTo>
                <a:lnTo>
                  <a:pt x="6483" y="149"/>
                </a:lnTo>
                <a:lnTo>
                  <a:pt x="6570" y="112"/>
                </a:lnTo>
                <a:lnTo>
                  <a:pt x="6636" y="93"/>
                </a:lnTo>
                <a:lnTo>
                  <a:pt x="6723" y="56"/>
                </a:lnTo>
                <a:lnTo>
                  <a:pt x="6788" y="56"/>
                </a:lnTo>
                <a:lnTo>
                  <a:pt x="6854" y="56"/>
                </a:lnTo>
                <a:lnTo>
                  <a:pt x="6941" y="37"/>
                </a:lnTo>
                <a:lnTo>
                  <a:pt x="7007" y="18"/>
                </a:lnTo>
                <a:lnTo>
                  <a:pt x="7072" y="18"/>
                </a:lnTo>
                <a:lnTo>
                  <a:pt x="7116" y="74"/>
                </a:lnTo>
                <a:lnTo>
                  <a:pt x="7181" y="112"/>
                </a:lnTo>
                <a:lnTo>
                  <a:pt x="7246" y="149"/>
                </a:lnTo>
                <a:lnTo>
                  <a:pt x="7312" y="207"/>
                </a:lnTo>
                <a:lnTo>
                  <a:pt x="7377" y="244"/>
                </a:lnTo>
                <a:lnTo>
                  <a:pt x="7443" y="263"/>
                </a:lnTo>
                <a:lnTo>
                  <a:pt x="7508" y="263"/>
                </a:lnTo>
                <a:lnTo>
                  <a:pt x="7574" y="225"/>
                </a:lnTo>
                <a:lnTo>
                  <a:pt x="7639" y="187"/>
                </a:lnTo>
                <a:lnTo>
                  <a:pt x="7704" y="149"/>
                </a:lnTo>
                <a:lnTo>
                  <a:pt x="7770" y="131"/>
                </a:lnTo>
                <a:lnTo>
                  <a:pt x="7835" y="112"/>
                </a:lnTo>
                <a:lnTo>
                  <a:pt x="7923" y="93"/>
                </a:lnTo>
                <a:lnTo>
                  <a:pt x="7988" y="93"/>
                </a:lnTo>
                <a:lnTo>
                  <a:pt x="8053" y="93"/>
                </a:lnTo>
                <a:lnTo>
                  <a:pt x="8119" y="74"/>
                </a:lnTo>
                <a:lnTo>
                  <a:pt x="8184" y="74"/>
                </a:lnTo>
                <a:lnTo>
                  <a:pt x="8250" y="37"/>
                </a:lnTo>
                <a:lnTo>
                  <a:pt x="8337" y="56"/>
                </a:lnTo>
                <a:lnTo>
                  <a:pt x="8446" y="112"/>
                </a:lnTo>
                <a:lnTo>
                  <a:pt x="8511" y="131"/>
                </a:lnTo>
                <a:lnTo>
                  <a:pt x="8599" y="187"/>
                </a:lnTo>
                <a:lnTo>
                  <a:pt x="8664" y="207"/>
                </a:lnTo>
                <a:lnTo>
                  <a:pt x="8729" y="244"/>
                </a:lnTo>
                <a:lnTo>
                  <a:pt x="8795" y="281"/>
                </a:lnTo>
                <a:lnTo>
                  <a:pt x="8860" y="281"/>
                </a:lnTo>
                <a:lnTo>
                  <a:pt x="8926" y="263"/>
                </a:lnTo>
                <a:lnTo>
                  <a:pt x="9013" y="225"/>
                </a:lnTo>
                <a:lnTo>
                  <a:pt x="9078" y="168"/>
                </a:lnTo>
                <a:lnTo>
                  <a:pt x="9144" y="149"/>
                </a:lnTo>
                <a:lnTo>
                  <a:pt x="9209" y="131"/>
                </a:lnTo>
                <a:lnTo>
                  <a:pt x="9275" y="112"/>
                </a:lnTo>
                <a:lnTo>
                  <a:pt x="9362" y="93"/>
                </a:lnTo>
                <a:lnTo>
                  <a:pt x="9427" y="74"/>
                </a:lnTo>
                <a:lnTo>
                  <a:pt x="9493" y="56"/>
                </a:lnTo>
                <a:lnTo>
                  <a:pt x="9558" y="37"/>
                </a:lnTo>
                <a:lnTo>
                  <a:pt x="9624" y="37"/>
                </a:lnTo>
                <a:lnTo>
                  <a:pt x="9689" y="56"/>
                </a:lnTo>
                <a:lnTo>
                  <a:pt x="9798" y="93"/>
                </a:lnTo>
                <a:lnTo>
                  <a:pt x="9864" y="131"/>
                </a:lnTo>
                <a:lnTo>
                  <a:pt x="9929" y="149"/>
                </a:lnTo>
                <a:lnTo>
                  <a:pt x="9994" y="168"/>
                </a:lnTo>
                <a:lnTo>
                  <a:pt x="10060" y="187"/>
                </a:lnTo>
                <a:lnTo>
                  <a:pt x="10125" y="187"/>
                </a:lnTo>
                <a:lnTo>
                  <a:pt x="10191" y="149"/>
                </a:lnTo>
                <a:lnTo>
                  <a:pt x="10256" y="131"/>
                </a:lnTo>
                <a:lnTo>
                  <a:pt x="10322" y="93"/>
                </a:lnTo>
                <a:lnTo>
                  <a:pt x="10387" y="56"/>
                </a:lnTo>
                <a:lnTo>
                  <a:pt x="10452" y="37"/>
                </a:lnTo>
                <a:lnTo>
                  <a:pt x="10540" y="18"/>
                </a:lnTo>
                <a:lnTo>
                  <a:pt x="10605" y="0"/>
                </a:lnTo>
                <a:lnTo>
                  <a:pt x="10670" y="0"/>
                </a:lnTo>
                <a:lnTo>
                  <a:pt x="10758" y="0"/>
                </a:lnTo>
                <a:lnTo>
                  <a:pt x="10823" y="18"/>
                </a:lnTo>
                <a:lnTo>
                  <a:pt x="10910" y="37"/>
                </a:lnTo>
                <a:lnTo>
                  <a:pt x="10976" y="56"/>
                </a:lnTo>
                <a:lnTo>
                  <a:pt x="11041" y="93"/>
                </a:lnTo>
                <a:lnTo>
                  <a:pt x="11107" y="112"/>
                </a:lnTo>
                <a:lnTo>
                  <a:pt x="11194" y="131"/>
                </a:lnTo>
                <a:lnTo>
                  <a:pt x="11259" y="168"/>
                </a:lnTo>
                <a:lnTo>
                  <a:pt x="11325" y="168"/>
                </a:lnTo>
                <a:lnTo>
                  <a:pt x="11368" y="112"/>
                </a:lnTo>
                <a:lnTo>
                  <a:pt x="11434" y="74"/>
                </a:lnTo>
                <a:lnTo>
                  <a:pt x="11499" y="74"/>
                </a:lnTo>
                <a:lnTo>
                  <a:pt x="11565" y="93"/>
                </a:lnTo>
                <a:lnTo>
                  <a:pt x="11652" y="131"/>
                </a:lnTo>
                <a:lnTo>
                  <a:pt x="11717" y="168"/>
                </a:lnTo>
                <a:lnTo>
                  <a:pt x="11783" y="187"/>
                </a:lnTo>
                <a:lnTo>
                  <a:pt x="11826" y="244"/>
                </a:lnTo>
                <a:lnTo>
                  <a:pt x="11892" y="263"/>
                </a:lnTo>
                <a:lnTo>
                  <a:pt x="11957" y="281"/>
                </a:lnTo>
                <a:lnTo>
                  <a:pt x="12023" y="319"/>
                </a:lnTo>
                <a:lnTo>
                  <a:pt x="12088" y="319"/>
                </a:lnTo>
                <a:lnTo>
                  <a:pt x="12132" y="356"/>
                </a:lnTo>
                <a:lnTo>
                  <a:pt x="12104" y="347"/>
                </a:lnTo>
                <a:lnTo>
                  <a:pt x="0" y="366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8" name=""/>
          <p:cNvGrpSpPr/>
          <p:nvPr/>
        </p:nvGrpSpPr>
        <p:grpSpPr>
          <a:xfrm>
            <a:off x="76320" y="2637000"/>
            <a:ext cx="4622760" cy="545040"/>
            <a:chOff x="76320" y="2637000"/>
            <a:chExt cx="4622760" cy="545040"/>
          </a:xfrm>
        </p:grpSpPr>
        <p:sp>
          <p:nvSpPr>
            <p:cNvPr id="89" name=""/>
            <p:cNvSpPr txBox="1"/>
            <p:nvPr/>
          </p:nvSpPr>
          <p:spPr>
            <a:xfrm>
              <a:off x="7632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9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"/>
            <p:cNvSpPr txBox="1"/>
            <p:nvPr/>
          </p:nvSpPr>
          <p:spPr>
            <a:xfrm>
              <a:off x="25704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9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"/>
            <p:cNvSpPr txBox="1"/>
            <p:nvPr/>
          </p:nvSpPr>
          <p:spPr>
            <a:xfrm>
              <a:off x="44136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2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"/>
            <p:cNvSpPr txBox="1"/>
            <p:nvPr/>
          </p:nvSpPr>
          <p:spPr>
            <a:xfrm>
              <a:off x="62712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4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"/>
            <p:cNvSpPr txBox="1"/>
            <p:nvPr/>
          </p:nvSpPr>
          <p:spPr>
            <a:xfrm>
              <a:off x="100332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"/>
            <p:cNvSpPr txBox="1"/>
            <p:nvPr/>
          </p:nvSpPr>
          <p:spPr>
            <a:xfrm>
              <a:off x="81288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5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"/>
            <p:cNvSpPr txBox="1"/>
            <p:nvPr/>
          </p:nvSpPr>
          <p:spPr>
            <a:xfrm>
              <a:off x="119376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3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"/>
            <p:cNvSpPr txBox="1"/>
            <p:nvPr/>
          </p:nvSpPr>
          <p:spPr>
            <a:xfrm>
              <a:off x="137952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N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"/>
            <p:cNvSpPr txBox="1"/>
            <p:nvPr/>
          </p:nvSpPr>
          <p:spPr>
            <a:xfrm>
              <a:off x="156528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S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"/>
            <p:cNvSpPr txBox="1"/>
            <p:nvPr/>
          </p:nvSpPr>
          <p:spPr>
            <a:xfrm>
              <a:off x="175572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W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"/>
            <p:cNvSpPr txBox="1"/>
            <p:nvPr/>
          </p:nvSpPr>
          <p:spPr>
            <a:xfrm>
              <a:off x="194148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A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"/>
            <p:cNvSpPr txBox="1"/>
            <p:nvPr/>
          </p:nvSpPr>
          <p:spPr>
            <a:xfrm>
              <a:off x="212256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L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"/>
            <p:cNvSpPr txBox="1"/>
            <p:nvPr/>
          </p:nvSpPr>
          <p:spPr>
            <a:xfrm>
              <a:off x="230832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S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"/>
            <p:cNvSpPr txBox="1"/>
            <p:nvPr/>
          </p:nvSpPr>
          <p:spPr>
            <a:xfrm>
              <a:off x="249876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H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"/>
            <p:cNvSpPr txBox="1"/>
            <p:nvPr/>
          </p:nvSpPr>
          <p:spPr>
            <a:xfrm>
              <a:off x="2684520" y="2844720"/>
              <a:ext cx="185760" cy="33732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"/>
            <p:cNvSpPr txBox="1"/>
            <p:nvPr/>
          </p:nvSpPr>
          <p:spPr>
            <a:xfrm>
              <a:off x="2865600" y="2844720"/>
              <a:ext cx="185760" cy="33732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"/>
            <p:cNvSpPr txBox="1"/>
            <p:nvPr/>
          </p:nvSpPr>
          <p:spPr>
            <a:xfrm>
              <a:off x="3046320" y="2844720"/>
              <a:ext cx="185760" cy="33732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"/>
            <p:cNvSpPr txBox="1"/>
            <p:nvPr/>
          </p:nvSpPr>
          <p:spPr>
            <a:xfrm>
              <a:off x="323208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"/>
            <p:cNvSpPr txBox="1"/>
            <p:nvPr/>
          </p:nvSpPr>
          <p:spPr>
            <a:xfrm>
              <a:off x="341784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0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"/>
            <p:cNvSpPr txBox="1"/>
            <p:nvPr/>
          </p:nvSpPr>
          <p:spPr>
            <a:xfrm>
              <a:off x="360360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0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"/>
            <p:cNvSpPr txBox="1"/>
            <p:nvPr/>
          </p:nvSpPr>
          <p:spPr>
            <a:xfrm>
              <a:off x="378936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9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"/>
            <p:cNvSpPr txBox="1"/>
            <p:nvPr/>
          </p:nvSpPr>
          <p:spPr>
            <a:xfrm>
              <a:off x="397044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"/>
            <p:cNvSpPr txBox="1"/>
            <p:nvPr/>
          </p:nvSpPr>
          <p:spPr>
            <a:xfrm>
              <a:off x="414828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9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"/>
            <p:cNvSpPr txBox="1"/>
            <p:nvPr/>
          </p:nvSpPr>
          <p:spPr>
            <a:xfrm>
              <a:off x="433224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5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"/>
            <p:cNvSpPr txBox="1"/>
            <p:nvPr/>
          </p:nvSpPr>
          <p:spPr>
            <a:xfrm>
              <a:off x="4513320" y="2844720"/>
              <a:ext cx="185760" cy="246240"/>
            </a:xfrm>
            <a:prstGeom prst="rect">
              <a:avLst/>
            </a:prstGeom>
            <a:solidFill>
              <a:srgbClr val="EAEAE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600" b="1" u="none" strike="noStrike">
                  <a:solidFill>
                    <a:srgbClr val="009900"/>
                  </a:solidFill>
                  <a:effectLst/>
                  <a:uFillTx/>
                  <a:latin typeface="Courier New"/>
                  <a:ea typeface="Courier New"/>
                </a:rPr>
                <a:t>2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"/>
            <p:cNvSpPr txBox="1"/>
            <p:nvPr/>
          </p:nvSpPr>
          <p:spPr>
            <a:xfrm>
              <a:off x="76320" y="2637000"/>
              <a:ext cx="1104840" cy="2746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StudentDetails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5" name=""/>
          <p:cNvSpPr/>
          <p:nvPr/>
        </p:nvSpPr>
        <p:spPr>
          <a:xfrm>
            <a:off x="76320" y="2847960"/>
            <a:ext cx="1305000" cy="247680"/>
          </a:xfrm>
          <a:prstGeom prst="rect">
            <a:avLst/>
          </a:prstGeom>
          <a:noFill/>
          <a:ln w="25560">
            <a:solidFill>
              <a:srgbClr val="CC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1362240" y="2847960"/>
            <a:ext cx="1857240" cy="247680"/>
          </a:xfrm>
          <a:prstGeom prst="rect">
            <a:avLst/>
          </a:prstGeom>
          <a:noFill/>
          <a:ln w="25560">
            <a:solidFill>
              <a:srgbClr val="CC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3209760" y="2843280"/>
            <a:ext cx="1495440" cy="252360"/>
          </a:xfrm>
          <a:prstGeom prst="rect">
            <a:avLst/>
          </a:prstGeom>
          <a:noFill/>
          <a:ln w="25560">
            <a:solidFill>
              <a:srgbClr val="CC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1390680" y="2867040"/>
            <a:ext cx="371520" cy="204840"/>
          </a:xfrm>
          <a:prstGeom prst="rect">
            <a:avLst/>
          </a:prstGeom>
          <a:noFill/>
          <a:ln w="25560">
            <a:solidFill>
              <a:srgbClr val="3333CC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1752480" y="2867040"/>
            <a:ext cx="1447920" cy="204840"/>
          </a:xfrm>
          <a:prstGeom prst="rect">
            <a:avLst/>
          </a:prstGeom>
          <a:noFill/>
          <a:ln w="25560">
            <a:solidFill>
              <a:srgbClr val="3333CC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3238560" y="2862360"/>
            <a:ext cx="376200" cy="209520"/>
          </a:xfrm>
          <a:prstGeom prst="rect">
            <a:avLst/>
          </a:prstGeom>
          <a:noFill/>
          <a:ln w="25560">
            <a:solidFill>
              <a:srgbClr val="3333CC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3610080" y="2862360"/>
            <a:ext cx="361800" cy="209520"/>
          </a:xfrm>
          <a:prstGeom prst="rect">
            <a:avLst/>
          </a:prstGeom>
          <a:noFill/>
          <a:ln w="25560">
            <a:solidFill>
              <a:srgbClr val="3333CC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3962520" y="2862360"/>
            <a:ext cx="709560" cy="209520"/>
          </a:xfrm>
          <a:prstGeom prst="rect">
            <a:avLst/>
          </a:prstGeom>
          <a:noFill/>
          <a:ln w="25560">
            <a:solidFill>
              <a:srgbClr val="3333CC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3" name=""/>
          <p:cNvGrpSpPr/>
          <p:nvPr/>
        </p:nvGrpSpPr>
        <p:grpSpPr>
          <a:xfrm>
            <a:off x="81000" y="3147840"/>
            <a:ext cx="4595760" cy="295560"/>
            <a:chOff x="81000" y="3147840"/>
            <a:chExt cx="4595760" cy="295560"/>
          </a:xfrm>
        </p:grpSpPr>
        <p:sp>
          <p:nvSpPr>
            <p:cNvPr id="124" name=""/>
            <p:cNvSpPr txBox="1"/>
            <p:nvPr/>
          </p:nvSpPr>
          <p:spPr>
            <a:xfrm>
              <a:off x="81000" y="3147840"/>
              <a:ext cx="1290600" cy="142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0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StudentId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"/>
            <p:cNvSpPr txBox="1"/>
            <p:nvPr/>
          </p:nvSpPr>
          <p:spPr>
            <a:xfrm>
              <a:off x="1371600" y="3147840"/>
              <a:ext cx="1852560" cy="142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0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StudentName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"/>
            <p:cNvSpPr txBox="1"/>
            <p:nvPr/>
          </p:nvSpPr>
          <p:spPr>
            <a:xfrm>
              <a:off x="3224160" y="3147840"/>
              <a:ext cx="1452600" cy="142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0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DateOfBirth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7" name=""/>
            <p:cNvGrpSpPr/>
            <p:nvPr/>
          </p:nvGrpSpPr>
          <p:grpSpPr>
            <a:xfrm>
              <a:off x="1433520" y="3300480"/>
              <a:ext cx="3229200" cy="142920"/>
              <a:chOff x="1433520" y="3300480"/>
              <a:chExt cx="3229200" cy="142920"/>
            </a:xfrm>
          </p:grpSpPr>
          <p:sp>
            <p:nvSpPr>
              <p:cNvPr id="128" name=""/>
              <p:cNvSpPr txBox="1"/>
              <p:nvPr/>
            </p:nvSpPr>
            <p:spPr>
              <a:xfrm>
                <a:off x="1433520" y="3300480"/>
                <a:ext cx="1852560" cy="1429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lang="en-US" sz="1000" b="0" u="none" strike="noStrike">
                    <a:solidFill>
                      <a:srgbClr val="3333CC"/>
                    </a:solidFill>
                    <a:effectLst/>
                    <a:uFillTx/>
                    <a:latin typeface="Arial"/>
                    <a:ea typeface="Arial"/>
                  </a:rPr>
                  <a:t>Initials       Surname</a:t>
                </a:r>
                <a:endParaRPr lang="en-US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"/>
              <p:cNvSpPr txBox="1"/>
              <p:nvPr/>
            </p:nvSpPr>
            <p:spPr>
              <a:xfrm>
                <a:off x="3327480" y="3300480"/>
                <a:ext cx="1335240" cy="1429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lang="en-US" sz="1000" b="0" u="none" strike="noStrike">
                    <a:solidFill>
                      <a:srgbClr val="3333CC"/>
                    </a:solidFill>
                    <a:effectLst/>
                    <a:uFillTx/>
                    <a:latin typeface="Arial"/>
                    <a:ea typeface="Arial"/>
                  </a:rPr>
                  <a:t>DoB   MoB        YoB</a:t>
                </a:r>
                <a:endParaRPr lang="en-US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0" name=""/>
          <p:cNvSpPr txBox="1"/>
          <p:nvPr/>
        </p:nvSpPr>
        <p:spPr>
          <a:xfrm>
            <a:off x="3174840" y="128520"/>
            <a:ext cx="1539720" cy="6462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Now we can access all the parts of the record individually.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3171960" y="139680"/>
            <a:ext cx="1562040" cy="1889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Condsider the following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DISPLAY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statements and see if you can figure out what's displayed on the screen.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DISPLAY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MoB.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DISPLAY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Surname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DISPLAY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DateOfBirth.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DISPLAY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StudentDetails.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1360440" y="2093760"/>
            <a:ext cx="3400560" cy="7826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 Surname.        = WALSH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 MoB.            = 09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 DateOfBirth.    = 10091952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 StudentDetails. = 9924513NSWALSH   10091952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No Slide Title</dc:title>
</cp:coreProperties>
</file>