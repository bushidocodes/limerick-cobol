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81C86F8-A6AF-404C-816F-8E9927175C4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71280" y="71280"/>
            <a:ext cx="9001080" cy="67150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Sequence-Program.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4849920" y="258840"/>
            <a:ext cx="3149640" cy="133992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Compiler Directive.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Directs the COBOL compiler to ignore the normal COBOL formatting rules.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044960" y="554040"/>
            <a:ext cx="2965320" cy="208296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IDENTIFICATION DIVISION.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 area of the program used to supply information about the program to both the COBOL complier and the programmer.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2532240" y="1657440"/>
            <a:ext cx="3413160" cy="322596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DATA DIVISION.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 area of the program used to define/declare the data items that are to be used in the program.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data items shown are declared using the format of 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Level Number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Item 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Storage Declaration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Initial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65120" y="3233880"/>
            <a:ext cx="2119320" cy="157788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Level Number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Non-Structured data items should have a level number of 01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035080" y="3164040"/>
            <a:ext cx="1998720" cy="66996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Data-Item Name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032360" y="3359160"/>
            <a:ext cx="2521080" cy="302580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Storage Declaration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items are declared using a kind of  declaration by example.  In this case PIC 99 declares storage sufficient to hold values between 0 and 99 (i.e. two digits)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043680" y="3201840"/>
            <a:ext cx="2101680" cy="181296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Value Clause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 this case the Value Clause assigns an initial value of 00 to the data item.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Sequence-Program.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408480" y="3351240"/>
            <a:ext cx="5140440" cy="228276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PROCEDURE DIVISION.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PROCEDURE DIVISION is the area of the program where we write our algorithmic solution to the problem to be solved.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Notice the separation between the declaration of the data items and the statements that manipulate the values of those data items.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2239920" y="4002120"/>
            <a:ext cx="2863800" cy="86832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 Paragraph Name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name given to a section of code.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2695680" y="4454640"/>
            <a:ext cx="3476520" cy="133992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ACCEPT from keyboard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Takes data typed at the keyboard by the user and places it into the data item (Num1 or Num2)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407200" y="5027760"/>
            <a:ext cx="3510000" cy="157644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Arithmetic Calculation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This calcuation multiplies the value in Num1 by the value in Num2 and places the result in Result - but I suppose you guessed that.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294000" y="5372280"/>
            <a:ext cx="4098960" cy="1339920"/>
          </a:xfrm>
          <a:prstGeom prst="rect">
            <a:avLst/>
          </a:prstGeom>
          <a:solidFill>
            <a:srgbClr val="FCFFD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DISPLAY to screen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This statement writes the specified text and the contents of the data item Result to the computer screen.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ALGORITHMS </dc:title>
</cp:coreProperties>
</file>