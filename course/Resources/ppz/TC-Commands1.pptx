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82" r:id="rId2"/>
    <p:sldId id="275" r:id="rId3"/>
    <p:sldId id="277" r:id="rId4"/>
    <p:sldId id="278" r:id="rId5"/>
    <p:sldId id="280" r:id="rId6"/>
    <p:sldId id="283" r:id="rId7"/>
    <p:sldId id="284" r:id="rId8"/>
    <p:sldId id="285" r:id="rId9"/>
    <p:sldId id="286" r:id="rId10"/>
    <p:sldId id="293" r:id="rId11"/>
    <p:sldId id="294" r:id="rId12"/>
    <p:sldId id="295" r:id="rId13"/>
    <p:sldId id="296" r:id="rId14"/>
    <p:sldId id="298" r:id="rId15"/>
    <p:sldId id="299" r:id="rId16"/>
    <p:sldId id="302" r:id="rId17"/>
    <p:sldId id="303" r:id="rId18"/>
    <p:sldId id="304" r:id="rId19"/>
  </p:sldIdLst>
  <p:sldSz cx="4762500" cy="3810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kern="1200">
        <a:solidFill>
          <a:schemeClr val="accent2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accent2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accent2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accent2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accent2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accent2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accent2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accent2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accent2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0000"/>
    <a:srgbClr val="FFFF00"/>
    <a:srgbClr val="CCFFCC"/>
    <a:srgbClr val="EEFFEE"/>
    <a:srgbClr val="FFFFCC"/>
    <a:srgbClr val="00CC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2" d="100"/>
          <a:sy n="222" d="100"/>
        </p:scale>
        <p:origin x="570" y="174"/>
      </p:cViewPr>
      <p:guideLst>
        <p:guide orient="horz" pos="120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20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89F0B2E-3D17-006B-A82A-375F04232B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3D2E292-AF80-809F-6830-D0555F26A2F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FACF19E-4B5D-10A8-B7C1-D88473F61BE0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92225" y="692150"/>
            <a:ext cx="42735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214E4FDF-0DF1-581A-A557-9E1345533D1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9A61DCED-A99F-5F61-9023-2F6F7DA0CE4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708F6BB-8D99-5ECE-FB86-5C3FAB29F0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i="1">
                <a:solidFill>
                  <a:schemeClr val="tx1"/>
                </a:solidFill>
              </a:defRPr>
            </a:lvl1pPr>
          </a:lstStyle>
          <a:p>
            <a:fld id="{4798DEFF-F82A-4171-B479-A6128FA8932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0BF8-3C75-3CBE-4910-ADAE35FB9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623888"/>
            <a:ext cx="3571875" cy="132556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0F6E4-ECEA-A4A6-08B7-1321F705C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2001838"/>
            <a:ext cx="3571875" cy="9191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7365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997CF-569C-5DB7-6D7C-4FC20124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4E767-55D3-093C-B79B-3B580C973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571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1415E-6BB0-0086-157C-2CE534E0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949325"/>
            <a:ext cx="4106862" cy="158591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BBF19-5794-DEA5-71A6-A455BA37B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549525"/>
            <a:ext cx="4106862" cy="833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523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4294-F650-6E1C-FA77-1A885B458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CE11C-F865-D443-76A7-E1157DB3E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B114D-44A3-6308-F14C-0F0EC4B25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307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7884-1E41-0E7B-34F6-8EF3B4A9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4106862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FAAF5-BF13-FC34-B73A-81A92086D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933450"/>
            <a:ext cx="2014537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1A48E-A91F-A3E0-F9CD-ABFC4C059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392238"/>
            <a:ext cx="2014537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F4AC4-AA48-7E24-047E-9CC713FDB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933450"/>
            <a:ext cx="2024062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96CB4-7542-301D-93B3-DEE3C0664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392238"/>
            <a:ext cx="2024062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921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AAEA-D87A-828F-50AA-DB54AAA7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777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458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9B3E-CA9D-18B1-568B-F2B2AF70F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EBA3B-ED12-429B-4613-B86935435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74013-4446-BC85-81CB-E9E460F74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191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28ED-2F85-BF6A-9A75-45D3DCB4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830D91-9D97-C0A0-3AEE-D91540113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C34C9-1BCF-C028-B79B-69508C6BA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855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300D-5F91-C48D-ED02-A48D0B17B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BEB2E-C779-41AD-CAD7-5821A1C4B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764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ADA02E-E482-00F0-59AE-85F9F920E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203200"/>
            <a:ext cx="1027112" cy="32289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FF98D-624B-307D-94FB-2D06124A1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203200"/>
            <a:ext cx="2928938" cy="3228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591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1D3E5DE-DB55-281F-F6DB-17A877368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5400"/>
            <a:ext cx="4730750" cy="37734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7DF4C4C-D6DD-1419-F3DA-A9CCA2269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917575"/>
            <a:ext cx="2933700" cy="197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MOVE examples</a:t>
            </a:r>
          </a:p>
          <a:p>
            <a:pPr algn="ctr"/>
            <a:endParaRPr lang="en-US" altLang="en-US" sz="2400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>
                <a:solidFill>
                  <a:schemeClr val="tx1"/>
                </a:solidFill>
              </a:rPr>
              <a:t>Click to view.</a:t>
            </a:r>
          </a:p>
          <a:p>
            <a:pPr algn="ctr"/>
            <a:endParaRPr lang="en-US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en-US">
                <a:solidFill>
                  <a:schemeClr val="tx1"/>
                </a:solidFill>
              </a:rPr>
              <a:t>When viewing , left click (or press the Page Up key) to see the next frame and right click (or press Page Down)  to see the previous frame.</a:t>
            </a:r>
            <a:endParaRPr lang="en-US" altLang="en-US" sz="240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sz="240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1" name="Group 5">
            <a:extLst>
              <a:ext uri="{FF2B5EF4-FFF2-40B4-BE49-F238E27FC236}">
                <a16:creationId xmlns:a16="http://schemas.microsoft.com/office/drawing/2014/main" id="{A42724A7-D23C-97B7-1D60-708CCDE6F6B9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180975"/>
            <a:ext cx="4435475" cy="1944688"/>
            <a:chOff x="93" y="114"/>
            <a:chExt cx="2794" cy="1225"/>
          </a:xfrm>
        </p:grpSpPr>
        <p:sp>
          <p:nvSpPr>
            <p:cNvPr id="4098" name="Rectangle 2">
              <a:extLst>
                <a:ext uri="{FF2B5EF4-FFF2-40B4-BE49-F238E27FC236}">
                  <a16:creationId xmlns:a16="http://schemas.microsoft.com/office/drawing/2014/main" id="{FA7DB0EC-D3DC-BE36-EF1F-A48DC87C8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" y="130"/>
              <a:ext cx="2764" cy="1192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“COUGHLAN” TO Surname.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“TOM” TO FirstName.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“FITZPATRICK” TO Surname.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“ALEXANDER” TO FirstName.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“JOHN    RYAN” TO StudentName.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“x” TO StudentName.</a:t>
              </a:r>
            </a:p>
          </p:txBody>
        </p:sp>
        <p:sp>
          <p:nvSpPr>
            <p:cNvPr id="4099" name="Freeform 3">
              <a:extLst>
                <a:ext uri="{FF2B5EF4-FFF2-40B4-BE49-F238E27FC236}">
                  <a16:creationId xmlns:a16="http://schemas.microsoft.com/office/drawing/2014/main" id="{ABC3C64E-AC16-D1AD-9BFC-345835952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" y="114"/>
              <a:ext cx="2773" cy="103"/>
            </a:xfrm>
            <a:custGeom>
              <a:avLst/>
              <a:gdLst>
                <a:gd name="T0" fmla="*/ 2764 w 2773"/>
                <a:gd name="T1" fmla="*/ 5 h 103"/>
                <a:gd name="T2" fmla="*/ 2693 w 2773"/>
                <a:gd name="T3" fmla="*/ 36 h 103"/>
                <a:gd name="T4" fmla="*/ 2637 w 2773"/>
                <a:gd name="T5" fmla="*/ 36 h 103"/>
                <a:gd name="T6" fmla="*/ 2588 w 2773"/>
                <a:gd name="T7" fmla="*/ 64 h 103"/>
                <a:gd name="T8" fmla="*/ 2528 w 2773"/>
                <a:gd name="T9" fmla="*/ 42 h 103"/>
                <a:gd name="T10" fmla="*/ 2468 w 2773"/>
                <a:gd name="T11" fmla="*/ 30 h 103"/>
                <a:gd name="T12" fmla="*/ 2412 w 2773"/>
                <a:gd name="T13" fmla="*/ 17 h 103"/>
                <a:gd name="T14" fmla="*/ 2356 w 2773"/>
                <a:gd name="T15" fmla="*/ 39 h 103"/>
                <a:gd name="T16" fmla="*/ 2307 w 2773"/>
                <a:gd name="T17" fmla="*/ 58 h 103"/>
                <a:gd name="T18" fmla="*/ 2251 w 2773"/>
                <a:gd name="T19" fmla="*/ 77 h 103"/>
                <a:gd name="T20" fmla="*/ 2191 w 2773"/>
                <a:gd name="T21" fmla="*/ 61 h 103"/>
                <a:gd name="T22" fmla="*/ 2135 w 2773"/>
                <a:gd name="T23" fmla="*/ 45 h 103"/>
                <a:gd name="T24" fmla="*/ 2072 w 2773"/>
                <a:gd name="T25" fmla="*/ 36 h 103"/>
                <a:gd name="T26" fmla="*/ 2016 w 2773"/>
                <a:gd name="T27" fmla="*/ 30 h 103"/>
                <a:gd name="T28" fmla="*/ 1956 w 2773"/>
                <a:gd name="T29" fmla="*/ 27 h 103"/>
                <a:gd name="T30" fmla="*/ 1903 w 2773"/>
                <a:gd name="T31" fmla="*/ 36 h 103"/>
                <a:gd name="T32" fmla="*/ 1847 w 2773"/>
                <a:gd name="T33" fmla="*/ 58 h 103"/>
                <a:gd name="T34" fmla="*/ 1791 w 2773"/>
                <a:gd name="T35" fmla="*/ 45 h 103"/>
                <a:gd name="T36" fmla="*/ 1735 w 2773"/>
                <a:gd name="T37" fmla="*/ 27 h 103"/>
                <a:gd name="T38" fmla="*/ 1675 w 2773"/>
                <a:gd name="T39" fmla="*/ 17 h 103"/>
                <a:gd name="T40" fmla="*/ 1619 w 2773"/>
                <a:gd name="T41" fmla="*/ 14 h 103"/>
                <a:gd name="T42" fmla="*/ 1563 w 2773"/>
                <a:gd name="T43" fmla="*/ 45 h 103"/>
                <a:gd name="T44" fmla="*/ 1507 w 2773"/>
                <a:gd name="T45" fmla="*/ 58 h 103"/>
                <a:gd name="T46" fmla="*/ 1443 w 2773"/>
                <a:gd name="T47" fmla="*/ 67 h 103"/>
                <a:gd name="T48" fmla="*/ 1387 w 2773"/>
                <a:gd name="T49" fmla="*/ 70 h 103"/>
                <a:gd name="T50" fmla="*/ 1327 w 2773"/>
                <a:gd name="T51" fmla="*/ 39 h 103"/>
                <a:gd name="T52" fmla="*/ 1267 w 2773"/>
                <a:gd name="T53" fmla="*/ 23 h 103"/>
                <a:gd name="T54" fmla="*/ 1207 w 2773"/>
                <a:gd name="T55" fmla="*/ 42 h 103"/>
                <a:gd name="T56" fmla="*/ 1147 w 2773"/>
                <a:gd name="T57" fmla="*/ 61 h 103"/>
                <a:gd name="T58" fmla="*/ 1091 w 2773"/>
                <a:gd name="T59" fmla="*/ 36 h 103"/>
                <a:gd name="T60" fmla="*/ 1035 w 2773"/>
                <a:gd name="T61" fmla="*/ 11 h 103"/>
                <a:gd name="T62" fmla="*/ 979 w 2773"/>
                <a:gd name="T63" fmla="*/ 14 h 103"/>
                <a:gd name="T64" fmla="*/ 923 w 2773"/>
                <a:gd name="T65" fmla="*/ 17 h 103"/>
                <a:gd name="T66" fmla="*/ 867 w 2773"/>
                <a:gd name="T67" fmla="*/ 20 h 103"/>
                <a:gd name="T68" fmla="*/ 810 w 2773"/>
                <a:gd name="T69" fmla="*/ 39 h 103"/>
                <a:gd name="T70" fmla="*/ 751 w 2773"/>
                <a:gd name="T71" fmla="*/ 61 h 103"/>
                <a:gd name="T72" fmla="*/ 694 w 2773"/>
                <a:gd name="T73" fmla="*/ 61 h 103"/>
                <a:gd name="T74" fmla="*/ 631 w 2773"/>
                <a:gd name="T75" fmla="*/ 42 h 103"/>
                <a:gd name="T76" fmla="*/ 578 w 2773"/>
                <a:gd name="T77" fmla="*/ 30 h 103"/>
                <a:gd name="T78" fmla="*/ 586 w 2773"/>
                <a:gd name="T79" fmla="*/ 64 h 103"/>
                <a:gd name="T80" fmla="*/ 608 w 2773"/>
                <a:gd name="T81" fmla="*/ 95 h 103"/>
                <a:gd name="T82" fmla="*/ 552 w 2773"/>
                <a:gd name="T83" fmla="*/ 58 h 103"/>
                <a:gd name="T84" fmla="*/ 492 w 2773"/>
                <a:gd name="T85" fmla="*/ 36 h 103"/>
                <a:gd name="T86" fmla="*/ 436 w 2773"/>
                <a:gd name="T87" fmla="*/ 33 h 103"/>
                <a:gd name="T88" fmla="*/ 376 w 2773"/>
                <a:gd name="T89" fmla="*/ 36 h 103"/>
                <a:gd name="T90" fmla="*/ 313 w 2773"/>
                <a:gd name="T91" fmla="*/ 42 h 103"/>
                <a:gd name="T92" fmla="*/ 275 w 2773"/>
                <a:gd name="T93" fmla="*/ 77 h 103"/>
                <a:gd name="T94" fmla="*/ 219 w 2773"/>
                <a:gd name="T95" fmla="*/ 83 h 103"/>
                <a:gd name="T96" fmla="*/ 163 w 2773"/>
                <a:gd name="T97" fmla="*/ 70 h 103"/>
                <a:gd name="T98" fmla="*/ 107 w 2773"/>
                <a:gd name="T99" fmla="*/ 55 h 103"/>
                <a:gd name="T100" fmla="*/ 51 w 2773"/>
                <a:gd name="T101" fmla="*/ 33 h 103"/>
                <a:gd name="T102" fmla="*/ 2 w 2773"/>
                <a:gd name="T103" fmla="*/ 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73" h="103">
                  <a:moveTo>
                    <a:pt x="2772" y="2"/>
                  </a:moveTo>
                  <a:lnTo>
                    <a:pt x="2772" y="0"/>
                  </a:lnTo>
                  <a:lnTo>
                    <a:pt x="2772" y="2"/>
                  </a:lnTo>
                  <a:lnTo>
                    <a:pt x="2770" y="5"/>
                  </a:lnTo>
                  <a:lnTo>
                    <a:pt x="2764" y="5"/>
                  </a:lnTo>
                  <a:lnTo>
                    <a:pt x="2742" y="14"/>
                  </a:lnTo>
                  <a:lnTo>
                    <a:pt x="2727" y="23"/>
                  </a:lnTo>
                  <a:lnTo>
                    <a:pt x="2715" y="33"/>
                  </a:lnTo>
                  <a:lnTo>
                    <a:pt x="2704" y="33"/>
                  </a:lnTo>
                  <a:lnTo>
                    <a:pt x="2693" y="36"/>
                  </a:lnTo>
                  <a:lnTo>
                    <a:pt x="2682" y="36"/>
                  </a:lnTo>
                  <a:lnTo>
                    <a:pt x="2670" y="36"/>
                  </a:lnTo>
                  <a:lnTo>
                    <a:pt x="2659" y="36"/>
                  </a:lnTo>
                  <a:lnTo>
                    <a:pt x="2648" y="36"/>
                  </a:lnTo>
                  <a:lnTo>
                    <a:pt x="2637" y="36"/>
                  </a:lnTo>
                  <a:lnTo>
                    <a:pt x="2626" y="42"/>
                  </a:lnTo>
                  <a:lnTo>
                    <a:pt x="2618" y="52"/>
                  </a:lnTo>
                  <a:lnTo>
                    <a:pt x="2611" y="61"/>
                  </a:lnTo>
                  <a:lnTo>
                    <a:pt x="2599" y="64"/>
                  </a:lnTo>
                  <a:lnTo>
                    <a:pt x="2588" y="64"/>
                  </a:lnTo>
                  <a:lnTo>
                    <a:pt x="2577" y="58"/>
                  </a:lnTo>
                  <a:lnTo>
                    <a:pt x="2562" y="52"/>
                  </a:lnTo>
                  <a:lnTo>
                    <a:pt x="2551" y="52"/>
                  </a:lnTo>
                  <a:lnTo>
                    <a:pt x="2539" y="48"/>
                  </a:lnTo>
                  <a:lnTo>
                    <a:pt x="2528" y="42"/>
                  </a:lnTo>
                  <a:lnTo>
                    <a:pt x="2517" y="39"/>
                  </a:lnTo>
                  <a:lnTo>
                    <a:pt x="2502" y="39"/>
                  </a:lnTo>
                  <a:lnTo>
                    <a:pt x="2491" y="36"/>
                  </a:lnTo>
                  <a:lnTo>
                    <a:pt x="2480" y="33"/>
                  </a:lnTo>
                  <a:lnTo>
                    <a:pt x="2468" y="30"/>
                  </a:lnTo>
                  <a:lnTo>
                    <a:pt x="2457" y="30"/>
                  </a:lnTo>
                  <a:lnTo>
                    <a:pt x="2446" y="27"/>
                  </a:lnTo>
                  <a:lnTo>
                    <a:pt x="2435" y="23"/>
                  </a:lnTo>
                  <a:lnTo>
                    <a:pt x="2423" y="20"/>
                  </a:lnTo>
                  <a:lnTo>
                    <a:pt x="2412" y="17"/>
                  </a:lnTo>
                  <a:lnTo>
                    <a:pt x="2408" y="27"/>
                  </a:lnTo>
                  <a:lnTo>
                    <a:pt x="2394" y="30"/>
                  </a:lnTo>
                  <a:lnTo>
                    <a:pt x="2379" y="30"/>
                  </a:lnTo>
                  <a:lnTo>
                    <a:pt x="2367" y="33"/>
                  </a:lnTo>
                  <a:lnTo>
                    <a:pt x="2356" y="39"/>
                  </a:lnTo>
                  <a:lnTo>
                    <a:pt x="2352" y="48"/>
                  </a:lnTo>
                  <a:lnTo>
                    <a:pt x="2341" y="52"/>
                  </a:lnTo>
                  <a:lnTo>
                    <a:pt x="2330" y="52"/>
                  </a:lnTo>
                  <a:lnTo>
                    <a:pt x="2319" y="52"/>
                  </a:lnTo>
                  <a:lnTo>
                    <a:pt x="2307" y="58"/>
                  </a:lnTo>
                  <a:lnTo>
                    <a:pt x="2296" y="61"/>
                  </a:lnTo>
                  <a:lnTo>
                    <a:pt x="2285" y="64"/>
                  </a:lnTo>
                  <a:lnTo>
                    <a:pt x="2274" y="67"/>
                  </a:lnTo>
                  <a:lnTo>
                    <a:pt x="2263" y="73"/>
                  </a:lnTo>
                  <a:lnTo>
                    <a:pt x="2251" y="77"/>
                  </a:lnTo>
                  <a:lnTo>
                    <a:pt x="2240" y="77"/>
                  </a:lnTo>
                  <a:lnTo>
                    <a:pt x="2229" y="73"/>
                  </a:lnTo>
                  <a:lnTo>
                    <a:pt x="2218" y="67"/>
                  </a:lnTo>
                  <a:lnTo>
                    <a:pt x="2203" y="64"/>
                  </a:lnTo>
                  <a:lnTo>
                    <a:pt x="2191" y="61"/>
                  </a:lnTo>
                  <a:lnTo>
                    <a:pt x="2180" y="58"/>
                  </a:lnTo>
                  <a:lnTo>
                    <a:pt x="2169" y="55"/>
                  </a:lnTo>
                  <a:lnTo>
                    <a:pt x="2158" y="55"/>
                  </a:lnTo>
                  <a:lnTo>
                    <a:pt x="2146" y="48"/>
                  </a:lnTo>
                  <a:lnTo>
                    <a:pt x="2135" y="45"/>
                  </a:lnTo>
                  <a:lnTo>
                    <a:pt x="2124" y="45"/>
                  </a:lnTo>
                  <a:lnTo>
                    <a:pt x="2113" y="42"/>
                  </a:lnTo>
                  <a:lnTo>
                    <a:pt x="2102" y="42"/>
                  </a:lnTo>
                  <a:lnTo>
                    <a:pt x="2087" y="39"/>
                  </a:lnTo>
                  <a:lnTo>
                    <a:pt x="2072" y="36"/>
                  </a:lnTo>
                  <a:lnTo>
                    <a:pt x="2060" y="33"/>
                  </a:lnTo>
                  <a:lnTo>
                    <a:pt x="2049" y="30"/>
                  </a:lnTo>
                  <a:lnTo>
                    <a:pt x="2038" y="30"/>
                  </a:lnTo>
                  <a:lnTo>
                    <a:pt x="2027" y="30"/>
                  </a:lnTo>
                  <a:lnTo>
                    <a:pt x="2016" y="30"/>
                  </a:lnTo>
                  <a:lnTo>
                    <a:pt x="2004" y="30"/>
                  </a:lnTo>
                  <a:lnTo>
                    <a:pt x="1993" y="30"/>
                  </a:lnTo>
                  <a:lnTo>
                    <a:pt x="1982" y="30"/>
                  </a:lnTo>
                  <a:lnTo>
                    <a:pt x="1967" y="30"/>
                  </a:lnTo>
                  <a:lnTo>
                    <a:pt x="1956" y="27"/>
                  </a:lnTo>
                  <a:lnTo>
                    <a:pt x="1944" y="20"/>
                  </a:lnTo>
                  <a:lnTo>
                    <a:pt x="1933" y="20"/>
                  </a:lnTo>
                  <a:lnTo>
                    <a:pt x="1922" y="20"/>
                  </a:lnTo>
                  <a:lnTo>
                    <a:pt x="1914" y="30"/>
                  </a:lnTo>
                  <a:lnTo>
                    <a:pt x="1903" y="36"/>
                  </a:lnTo>
                  <a:lnTo>
                    <a:pt x="1892" y="39"/>
                  </a:lnTo>
                  <a:lnTo>
                    <a:pt x="1881" y="48"/>
                  </a:lnTo>
                  <a:lnTo>
                    <a:pt x="1870" y="52"/>
                  </a:lnTo>
                  <a:lnTo>
                    <a:pt x="1858" y="55"/>
                  </a:lnTo>
                  <a:lnTo>
                    <a:pt x="1847" y="58"/>
                  </a:lnTo>
                  <a:lnTo>
                    <a:pt x="1836" y="58"/>
                  </a:lnTo>
                  <a:lnTo>
                    <a:pt x="1825" y="55"/>
                  </a:lnTo>
                  <a:lnTo>
                    <a:pt x="1813" y="48"/>
                  </a:lnTo>
                  <a:lnTo>
                    <a:pt x="1802" y="45"/>
                  </a:lnTo>
                  <a:lnTo>
                    <a:pt x="1791" y="45"/>
                  </a:lnTo>
                  <a:lnTo>
                    <a:pt x="1780" y="42"/>
                  </a:lnTo>
                  <a:lnTo>
                    <a:pt x="1768" y="39"/>
                  </a:lnTo>
                  <a:lnTo>
                    <a:pt x="1757" y="33"/>
                  </a:lnTo>
                  <a:lnTo>
                    <a:pt x="1746" y="33"/>
                  </a:lnTo>
                  <a:lnTo>
                    <a:pt x="1735" y="27"/>
                  </a:lnTo>
                  <a:lnTo>
                    <a:pt x="1724" y="23"/>
                  </a:lnTo>
                  <a:lnTo>
                    <a:pt x="1712" y="23"/>
                  </a:lnTo>
                  <a:lnTo>
                    <a:pt x="1701" y="20"/>
                  </a:lnTo>
                  <a:lnTo>
                    <a:pt x="1690" y="20"/>
                  </a:lnTo>
                  <a:lnTo>
                    <a:pt x="1675" y="17"/>
                  </a:lnTo>
                  <a:lnTo>
                    <a:pt x="1664" y="14"/>
                  </a:lnTo>
                  <a:lnTo>
                    <a:pt x="1652" y="14"/>
                  </a:lnTo>
                  <a:lnTo>
                    <a:pt x="1641" y="14"/>
                  </a:lnTo>
                  <a:lnTo>
                    <a:pt x="1630" y="14"/>
                  </a:lnTo>
                  <a:lnTo>
                    <a:pt x="1619" y="14"/>
                  </a:lnTo>
                  <a:lnTo>
                    <a:pt x="1608" y="17"/>
                  </a:lnTo>
                  <a:lnTo>
                    <a:pt x="1596" y="23"/>
                  </a:lnTo>
                  <a:lnTo>
                    <a:pt x="1585" y="33"/>
                  </a:lnTo>
                  <a:lnTo>
                    <a:pt x="1574" y="39"/>
                  </a:lnTo>
                  <a:lnTo>
                    <a:pt x="1563" y="45"/>
                  </a:lnTo>
                  <a:lnTo>
                    <a:pt x="1551" y="52"/>
                  </a:lnTo>
                  <a:lnTo>
                    <a:pt x="1540" y="55"/>
                  </a:lnTo>
                  <a:lnTo>
                    <a:pt x="1529" y="55"/>
                  </a:lnTo>
                  <a:lnTo>
                    <a:pt x="1518" y="55"/>
                  </a:lnTo>
                  <a:lnTo>
                    <a:pt x="1507" y="58"/>
                  </a:lnTo>
                  <a:lnTo>
                    <a:pt x="1492" y="58"/>
                  </a:lnTo>
                  <a:lnTo>
                    <a:pt x="1480" y="61"/>
                  </a:lnTo>
                  <a:lnTo>
                    <a:pt x="1465" y="64"/>
                  </a:lnTo>
                  <a:lnTo>
                    <a:pt x="1454" y="67"/>
                  </a:lnTo>
                  <a:lnTo>
                    <a:pt x="1443" y="67"/>
                  </a:lnTo>
                  <a:lnTo>
                    <a:pt x="1432" y="70"/>
                  </a:lnTo>
                  <a:lnTo>
                    <a:pt x="1420" y="70"/>
                  </a:lnTo>
                  <a:lnTo>
                    <a:pt x="1409" y="70"/>
                  </a:lnTo>
                  <a:lnTo>
                    <a:pt x="1398" y="70"/>
                  </a:lnTo>
                  <a:lnTo>
                    <a:pt x="1387" y="70"/>
                  </a:lnTo>
                  <a:lnTo>
                    <a:pt x="1376" y="67"/>
                  </a:lnTo>
                  <a:lnTo>
                    <a:pt x="1368" y="58"/>
                  </a:lnTo>
                  <a:lnTo>
                    <a:pt x="1353" y="48"/>
                  </a:lnTo>
                  <a:lnTo>
                    <a:pt x="1342" y="45"/>
                  </a:lnTo>
                  <a:lnTo>
                    <a:pt x="1327" y="39"/>
                  </a:lnTo>
                  <a:lnTo>
                    <a:pt x="1316" y="33"/>
                  </a:lnTo>
                  <a:lnTo>
                    <a:pt x="1301" y="33"/>
                  </a:lnTo>
                  <a:lnTo>
                    <a:pt x="1289" y="30"/>
                  </a:lnTo>
                  <a:lnTo>
                    <a:pt x="1278" y="23"/>
                  </a:lnTo>
                  <a:lnTo>
                    <a:pt x="1267" y="23"/>
                  </a:lnTo>
                  <a:lnTo>
                    <a:pt x="1256" y="20"/>
                  </a:lnTo>
                  <a:lnTo>
                    <a:pt x="1241" y="27"/>
                  </a:lnTo>
                  <a:lnTo>
                    <a:pt x="1230" y="33"/>
                  </a:lnTo>
                  <a:lnTo>
                    <a:pt x="1218" y="39"/>
                  </a:lnTo>
                  <a:lnTo>
                    <a:pt x="1207" y="42"/>
                  </a:lnTo>
                  <a:lnTo>
                    <a:pt x="1196" y="45"/>
                  </a:lnTo>
                  <a:lnTo>
                    <a:pt x="1181" y="52"/>
                  </a:lnTo>
                  <a:lnTo>
                    <a:pt x="1170" y="55"/>
                  </a:lnTo>
                  <a:lnTo>
                    <a:pt x="1158" y="61"/>
                  </a:lnTo>
                  <a:lnTo>
                    <a:pt x="1147" y="61"/>
                  </a:lnTo>
                  <a:lnTo>
                    <a:pt x="1136" y="61"/>
                  </a:lnTo>
                  <a:lnTo>
                    <a:pt x="1121" y="58"/>
                  </a:lnTo>
                  <a:lnTo>
                    <a:pt x="1114" y="48"/>
                  </a:lnTo>
                  <a:lnTo>
                    <a:pt x="1102" y="42"/>
                  </a:lnTo>
                  <a:lnTo>
                    <a:pt x="1091" y="36"/>
                  </a:lnTo>
                  <a:lnTo>
                    <a:pt x="1080" y="27"/>
                  </a:lnTo>
                  <a:lnTo>
                    <a:pt x="1069" y="20"/>
                  </a:lnTo>
                  <a:lnTo>
                    <a:pt x="1057" y="14"/>
                  </a:lnTo>
                  <a:lnTo>
                    <a:pt x="1046" y="11"/>
                  </a:lnTo>
                  <a:lnTo>
                    <a:pt x="1035" y="11"/>
                  </a:lnTo>
                  <a:lnTo>
                    <a:pt x="1024" y="11"/>
                  </a:lnTo>
                  <a:lnTo>
                    <a:pt x="1012" y="14"/>
                  </a:lnTo>
                  <a:lnTo>
                    <a:pt x="1001" y="14"/>
                  </a:lnTo>
                  <a:lnTo>
                    <a:pt x="990" y="14"/>
                  </a:lnTo>
                  <a:lnTo>
                    <a:pt x="979" y="14"/>
                  </a:lnTo>
                  <a:lnTo>
                    <a:pt x="968" y="14"/>
                  </a:lnTo>
                  <a:lnTo>
                    <a:pt x="956" y="17"/>
                  </a:lnTo>
                  <a:lnTo>
                    <a:pt x="945" y="17"/>
                  </a:lnTo>
                  <a:lnTo>
                    <a:pt x="934" y="17"/>
                  </a:lnTo>
                  <a:lnTo>
                    <a:pt x="923" y="17"/>
                  </a:lnTo>
                  <a:lnTo>
                    <a:pt x="911" y="20"/>
                  </a:lnTo>
                  <a:lnTo>
                    <a:pt x="900" y="20"/>
                  </a:lnTo>
                  <a:lnTo>
                    <a:pt x="889" y="20"/>
                  </a:lnTo>
                  <a:lnTo>
                    <a:pt x="878" y="20"/>
                  </a:lnTo>
                  <a:lnTo>
                    <a:pt x="867" y="20"/>
                  </a:lnTo>
                  <a:lnTo>
                    <a:pt x="855" y="20"/>
                  </a:lnTo>
                  <a:lnTo>
                    <a:pt x="844" y="23"/>
                  </a:lnTo>
                  <a:lnTo>
                    <a:pt x="833" y="30"/>
                  </a:lnTo>
                  <a:lnTo>
                    <a:pt x="822" y="33"/>
                  </a:lnTo>
                  <a:lnTo>
                    <a:pt x="810" y="39"/>
                  </a:lnTo>
                  <a:lnTo>
                    <a:pt x="799" y="42"/>
                  </a:lnTo>
                  <a:lnTo>
                    <a:pt x="788" y="52"/>
                  </a:lnTo>
                  <a:lnTo>
                    <a:pt x="777" y="55"/>
                  </a:lnTo>
                  <a:lnTo>
                    <a:pt x="765" y="58"/>
                  </a:lnTo>
                  <a:lnTo>
                    <a:pt x="751" y="61"/>
                  </a:lnTo>
                  <a:lnTo>
                    <a:pt x="739" y="64"/>
                  </a:lnTo>
                  <a:lnTo>
                    <a:pt x="728" y="67"/>
                  </a:lnTo>
                  <a:lnTo>
                    <a:pt x="717" y="67"/>
                  </a:lnTo>
                  <a:lnTo>
                    <a:pt x="706" y="67"/>
                  </a:lnTo>
                  <a:lnTo>
                    <a:pt x="694" y="61"/>
                  </a:lnTo>
                  <a:lnTo>
                    <a:pt x="683" y="55"/>
                  </a:lnTo>
                  <a:lnTo>
                    <a:pt x="672" y="52"/>
                  </a:lnTo>
                  <a:lnTo>
                    <a:pt x="661" y="45"/>
                  </a:lnTo>
                  <a:lnTo>
                    <a:pt x="646" y="45"/>
                  </a:lnTo>
                  <a:lnTo>
                    <a:pt x="631" y="42"/>
                  </a:lnTo>
                  <a:lnTo>
                    <a:pt x="627" y="33"/>
                  </a:lnTo>
                  <a:lnTo>
                    <a:pt x="616" y="30"/>
                  </a:lnTo>
                  <a:lnTo>
                    <a:pt x="605" y="30"/>
                  </a:lnTo>
                  <a:lnTo>
                    <a:pt x="590" y="30"/>
                  </a:lnTo>
                  <a:lnTo>
                    <a:pt x="578" y="30"/>
                  </a:lnTo>
                  <a:lnTo>
                    <a:pt x="567" y="30"/>
                  </a:lnTo>
                  <a:lnTo>
                    <a:pt x="567" y="39"/>
                  </a:lnTo>
                  <a:lnTo>
                    <a:pt x="567" y="48"/>
                  </a:lnTo>
                  <a:lnTo>
                    <a:pt x="578" y="55"/>
                  </a:lnTo>
                  <a:lnTo>
                    <a:pt x="586" y="64"/>
                  </a:lnTo>
                  <a:lnTo>
                    <a:pt x="597" y="73"/>
                  </a:lnTo>
                  <a:lnTo>
                    <a:pt x="605" y="83"/>
                  </a:lnTo>
                  <a:lnTo>
                    <a:pt x="612" y="92"/>
                  </a:lnTo>
                  <a:lnTo>
                    <a:pt x="620" y="102"/>
                  </a:lnTo>
                  <a:lnTo>
                    <a:pt x="608" y="95"/>
                  </a:lnTo>
                  <a:lnTo>
                    <a:pt x="597" y="86"/>
                  </a:lnTo>
                  <a:lnTo>
                    <a:pt x="586" y="80"/>
                  </a:lnTo>
                  <a:lnTo>
                    <a:pt x="575" y="73"/>
                  </a:lnTo>
                  <a:lnTo>
                    <a:pt x="563" y="67"/>
                  </a:lnTo>
                  <a:lnTo>
                    <a:pt x="552" y="58"/>
                  </a:lnTo>
                  <a:lnTo>
                    <a:pt x="541" y="48"/>
                  </a:lnTo>
                  <a:lnTo>
                    <a:pt x="530" y="42"/>
                  </a:lnTo>
                  <a:lnTo>
                    <a:pt x="518" y="39"/>
                  </a:lnTo>
                  <a:lnTo>
                    <a:pt x="504" y="36"/>
                  </a:lnTo>
                  <a:lnTo>
                    <a:pt x="492" y="36"/>
                  </a:lnTo>
                  <a:lnTo>
                    <a:pt x="481" y="36"/>
                  </a:lnTo>
                  <a:lnTo>
                    <a:pt x="470" y="36"/>
                  </a:lnTo>
                  <a:lnTo>
                    <a:pt x="459" y="33"/>
                  </a:lnTo>
                  <a:lnTo>
                    <a:pt x="447" y="33"/>
                  </a:lnTo>
                  <a:lnTo>
                    <a:pt x="436" y="33"/>
                  </a:lnTo>
                  <a:lnTo>
                    <a:pt x="425" y="33"/>
                  </a:lnTo>
                  <a:lnTo>
                    <a:pt x="410" y="33"/>
                  </a:lnTo>
                  <a:lnTo>
                    <a:pt x="399" y="33"/>
                  </a:lnTo>
                  <a:lnTo>
                    <a:pt x="387" y="36"/>
                  </a:lnTo>
                  <a:lnTo>
                    <a:pt x="376" y="36"/>
                  </a:lnTo>
                  <a:lnTo>
                    <a:pt x="361" y="36"/>
                  </a:lnTo>
                  <a:lnTo>
                    <a:pt x="346" y="36"/>
                  </a:lnTo>
                  <a:lnTo>
                    <a:pt x="335" y="36"/>
                  </a:lnTo>
                  <a:lnTo>
                    <a:pt x="324" y="36"/>
                  </a:lnTo>
                  <a:lnTo>
                    <a:pt x="313" y="42"/>
                  </a:lnTo>
                  <a:lnTo>
                    <a:pt x="301" y="45"/>
                  </a:lnTo>
                  <a:lnTo>
                    <a:pt x="298" y="55"/>
                  </a:lnTo>
                  <a:lnTo>
                    <a:pt x="298" y="64"/>
                  </a:lnTo>
                  <a:lnTo>
                    <a:pt x="286" y="73"/>
                  </a:lnTo>
                  <a:lnTo>
                    <a:pt x="275" y="77"/>
                  </a:lnTo>
                  <a:lnTo>
                    <a:pt x="264" y="77"/>
                  </a:lnTo>
                  <a:lnTo>
                    <a:pt x="253" y="77"/>
                  </a:lnTo>
                  <a:lnTo>
                    <a:pt x="242" y="77"/>
                  </a:lnTo>
                  <a:lnTo>
                    <a:pt x="230" y="80"/>
                  </a:lnTo>
                  <a:lnTo>
                    <a:pt x="219" y="83"/>
                  </a:lnTo>
                  <a:lnTo>
                    <a:pt x="204" y="83"/>
                  </a:lnTo>
                  <a:lnTo>
                    <a:pt x="193" y="83"/>
                  </a:lnTo>
                  <a:lnTo>
                    <a:pt x="182" y="83"/>
                  </a:lnTo>
                  <a:lnTo>
                    <a:pt x="170" y="80"/>
                  </a:lnTo>
                  <a:lnTo>
                    <a:pt x="163" y="70"/>
                  </a:lnTo>
                  <a:lnTo>
                    <a:pt x="152" y="67"/>
                  </a:lnTo>
                  <a:lnTo>
                    <a:pt x="140" y="61"/>
                  </a:lnTo>
                  <a:lnTo>
                    <a:pt x="129" y="58"/>
                  </a:lnTo>
                  <a:lnTo>
                    <a:pt x="118" y="55"/>
                  </a:lnTo>
                  <a:lnTo>
                    <a:pt x="107" y="55"/>
                  </a:lnTo>
                  <a:lnTo>
                    <a:pt x="96" y="52"/>
                  </a:lnTo>
                  <a:lnTo>
                    <a:pt x="84" y="45"/>
                  </a:lnTo>
                  <a:lnTo>
                    <a:pt x="73" y="42"/>
                  </a:lnTo>
                  <a:lnTo>
                    <a:pt x="62" y="36"/>
                  </a:lnTo>
                  <a:lnTo>
                    <a:pt x="51" y="33"/>
                  </a:lnTo>
                  <a:lnTo>
                    <a:pt x="39" y="30"/>
                  </a:lnTo>
                  <a:lnTo>
                    <a:pt x="28" y="23"/>
                  </a:lnTo>
                  <a:lnTo>
                    <a:pt x="17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" name="Freeform 4">
              <a:extLst>
                <a:ext uri="{FF2B5EF4-FFF2-40B4-BE49-F238E27FC236}">
                  <a16:creationId xmlns:a16="http://schemas.microsoft.com/office/drawing/2014/main" id="{1A67B61D-88D5-3427-CA81-3AB12E124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" y="1252"/>
              <a:ext cx="2764" cy="87"/>
            </a:xfrm>
            <a:custGeom>
              <a:avLst/>
              <a:gdLst>
                <a:gd name="T0" fmla="*/ 0 w 2764"/>
                <a:gd name="T1" fmla="*/ 86 h 87"/>
                <a:gd name="T2" fmla="*/ 60 w 2764"/>
                <a:gd name="T3" fmla="*/ 59 h 87"/>
                <a:gd name="T4" fmla="*/ 115 w 2764"/>
                <a:gd name="T5" fmla="*/ 33 h 87"/>
                <a:gd name="T6" fmla="*/ 160 w 2764"/>
                <a:gd name="T7" fmla="*/ 25 h 87"/>
                <a:gd name="T8" fmla="*/ 204 w 2764"/>
                <a:gd name="T9" fmla="*/ 29 h 87"/>
                <a:gd name="T10" fmla="*/ 249 w 2764"/>
                <a:gd name="T11" fmla="*/ 46 h 87"/>
                <a:gd name="T12" fmla="*/ 294 w 2764"/>
                <a:gd name="T13" fmla="*/ 59 h 87"/>
                <a:gd name="T14" fmla="*/ 343 w 2764"/>
                <a:gd name="T15" fmla="*/ 33 h 87"/>
                <a:gd name="T16" fmla="*/ 388 w 2764"/>
                <a:gd name="T17" fmla="*/ 25 h 87"/>
                <a:gd name="T18" fmla="*/ 433 w 2764"/>
                <a:gd name="T19" fmla="*/ 42 h 87"/>
                <a:gd name="T20" fmla="*/ 478 w 2764"/>
                <a:gd name="T21" fmla="*/ 63 h 87"/>
                <a:gd name="T22" fmla="*/ 522 w 2764"/>
                <a:gd name="T23" fmla="*/ 42 h 87"/>
                <a:gd name="T24" fmla="*/ 572 w 2764"/>
                <a:gd name="T25" fmla="*/ 29 h 87"/>
                <a:gd name="T26" fmla="*/ 617 w 2764"/>
                <a:gd name="T27" fmla="*/ 25 h 87"/>
                <a:gd name="T28" fmla="*/ 666 w 2764"/>
                <a:gd name="T29" fmla="*/ 16 h 87"/>
                <a:gd name="T30" fmla="*/ 721 w 2764"/>
                <a:gd name="T31" fmla="*/ 25 h 87"/>
                <a:gd name="T32" fmla="*/ 761 w 2764"/>
                <a:gd name="T33" fmla="*/ 55 h 87"/>
                <a:gd name="T34" fmla="*/ 810 w 2764"/>
                <a:gd name="T35" fmla="*/ 42 h 87"/>
                <a:gd name="T36" fmla="*/ 865 w 2764"/>
                <a:gd name="T37" fmla="*/ 33 h 87"/>
                <a:gd name="T38" fmla="*/ 915 w 2764"/>
                <a:gd name="T39" fmla="*/ 21 h 87"/>
                <a:gd name="T40" fmla="*/ 959 w 2764"/>
                <a:gd name="T41" fmla="*/ 21 h 87"/>
                <a:gd name="T42" fmla="*/ 1004 w 2764"/>
                <a:gd name="T43" fmla="*/ 46 h 87"/>
                <a:gd name="T44" fmla="*/ 1049 w 2764"/>
                <a:gd name="T45" fmla="*/ 55 h 87"/>
                <a:gd name="T46" fmla="*/ 1094 w 2764"/>
                <a:gd name="T47" fmla="*/ 46 h 87"/>
                <a:gd name="T48" fmla="*/ 1143 w 2764"/>
                <a:gd name="T49" fmla="*/ 38 h 87"/>
                <a:gd name="T50" fmla="*/ 1188 w 2764"/>
                <a:gd name="T51" fmla="*/ 38 h 87"/>
                <a:gd name="T52" fmla="*/ 1238 w 2764"/>
                <a:gd name="T53" fmla="*/ 33 h 87"/>
                <a:gd name="T54" fmla="*/ 1282 w 2764"/>
                <a:gd name="T55" fmla="*/ 16 h 87"/>
                <a:gd name="T56" fmla="*/ 1337 w 2764"/>
                <a:gd name="T57" fmla="*/ 16 h 87"/>
                <a:gd name="T58" fmla="*/ 1382 w 2764"/>
                <a:gd name="T59" fmla="*/ 42 h 87"/>
                <a:gd name="T60" fmla="*/ 1426 w 2764"/>
                <a:gd name="T61" fmla="*/ 50 h 87"/>
                <a:gd name="T62" fmla="*/ 1476 w 2764"/>
                <a:gd name="T63" fmla="*/ 33 h 87"/>
                <a:gd name="T64" fmla="*/ 1531 w 2764"/>
                <a:gd name="T65" fmla="*/ 12 h 87"/>
                <a:gd name="T66" fmla="*/ 1580 w 2764"/>
                <a:gd name="T67" fmla="*/ 8 h 87"/>
                <a:gd name="T68" fmla="*/ 1620 w 2764"/>
                <a:gd name="T69" fmla="*/ 16 h 87"/>
                <a:gd name="T70" fmla="*/ 1665 w 2764"/>
                <a:gd name="T71" fmla="*/ 46 h 87"/>
                <a:gd name="T72" fmla="*/ 1709 w 2764"/>
                <a:gd name="T73" fmla="*/ 59 h 87"/>
                <a:gd name="T74" fmla="*/ 1754 w 2764"/>
                <a:gd name="T75" fmla="*/ 33 h 87"/>
                <a:gd name="T76" fmla="*/ 1804 w 2764"/>
                <a:gd name="T77" fmla="*/ 21 h 87"/>
                <a:gd name="T78" fmla="*/ 1849 w 2764"/>
                <a:gd name="T79" fmla="*/ 16 h 87"/>
                <a:gd name="T80" fmla="*/ 1898 w 2764"/>
                <a:gd name="T81" fmla="*/ 12 h 87"/>
                <a:gd name="T82" fmla="*/ 1958 w 2764"/>
                <a:gd name="T83" fmla="*/ 42 h 87"/>
                <a:gd name="T84" fmla="*/ 2003 w 2764"/>
                <a:gd name="T85" fmla="*/ 63 h 87"/>
                <a:gd name="T86" fmla="*/ 2052 w 2764"/>
                <a:gd name="T87" fmla="*/ 50 h 87"/>
                <a:gd name="T88" fmla="*/ 2097 w 2764"/>
                <a:gd name="T89" fmla="*/ 29 h 87"/>
                <a:gd name="T90" fmla="*/ 2147 w 2764"/>
                <a:gd name="T91" fmla="*/ 16 h 87"/>
                <a:gd name="T92" fmla="*/ 2191 w 2764"/>
                <a:gd name="T93" fmla="*/ 8 h 87"/>
                <a:gd name="T94" fmla="*/ 2246 w 2764"/>
                <a:gd name="T95" fmla="*/ 29 h 87"/>
                <a:gd name="T96" fmla="*/ 2291 w 2764"/>
                <a:gd name="T97" fmla="*/ 42 h 87"/>
                <a:gd name="T98" fmla="*/ 2335 w 2764"/>
                <a:gd name="T99" fmla="*/ 29 h 87"/>
                <a:gd name="T100" fmla="*/ 2380 w 2764"/>
                <a:gd name="T101" fmla="*/ 8 h 87"/>
                <a:gd name="T102" fmla="*/ 2430 w 2764"/>
                <a:gd name="T103" fmla="*/ 0 h 87"/>
                <a:gd name="T104" fmla="*/ 2484 w 2764"/>
                <a:gd name="T105" fmla="*/ 8 h 87"/>
                <a:gd name="T106" fmla="*/ 2529 w 2764"/>
                <a:gd name="T107" fmla="*/ 25 h 87"/>
                <a:gd name="T108" fmla="*/ 2579 w 2764"/>
                <a:gd name="T109" fmla="*/ 38 h 87"/>
                <a:gd name="T110" fmla="*/ 2618 w 2764"/>
                <a:gd name="T111" fmla="*/ 16 h 87"/>
                <a:gd name="T112" fmla="*/ 2668 w 2764"/>
                <a:gd name="T113" fmla="*/ 38 h 87"/>
                <a:gd name="T114" fmla="*/ 2708 w 2764"/>
                <a:gd name="T115" fmla="*/ 59 h 87"/>
                <a:gd name="T116" fmla="*/ 2753 w 2764"/>
                <a:gd name="T117" fmla="*/ 7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64" h="87">
                  <a:moveTo>
                    <a:pt x="0" y="82"/>
                  </a:moveTo>
                  <a:lnTo>
                    <a:pt x="1" y="76"/>
                  </a:lnTo>
                  <a:lnTo>
                    <a:pt x="0" y="86"/>
                  </a:lnTo>
                  <a:lnTo>
                    <a:pt x="31" y="50"/>
                  </a:lnTo>
                  <a:lnTo>
                    <a:pt x="45" y="50"/>
                  </a:lnTo>
                  <a:lnTo>
                    <a:pt x="60" y="59"/>
                  </a:lnTo>
                  <a:lnTo>
                    <a:pt x="80" y="50"/>
                  </a:lnTo>
                  <a:lnTo>
                    <a:pt x="100" y="38"/>
                  </a:lnTo>
                  <a:lnTo>
                    <a:pt x="115" y="33"/>
                  </a:lnTo>
                  <a:lnTo>
                    <a:pt x="130" y="33"/>
                  </a:lnTo>
                  <a:lnTo>
                    <a:pt x="145" y="29"/>
                  </a:lnTo>
                  <a:lnTo>
                    <a:pt x="160" y="25"/>
                  </a:lnTo>
                  <a:lnTo>
                    <a:pt x="175" y="25"/>
                  </a:lnTo>
                  <a:lnTo>
                    <a:pt x="189" y="29"/>
                  </a:lnTo>
                  <a:lnTo>
                    <a:pt x="204" y="29"/>
                  </a:lnTo>
                  <a:lnTo>
                    <a:pt x="219" y="33"/>
                  </a:lnTo>
                  <a:lnTo>
                    <a:pt x="234" y="42"/>
                  </a:lnTo>
                  <a:lnTo>
                    <a:pt x="249" y="46"/>
                  </a:lnTo>
                  <a:lnTo>
                    <a:pt x="264" y="50"/>
                  </a:lnTo>
                  <a:lnTo>
                    <a:pt x="279" y="55"/>
                  </a:lnTo>
                  <a:lnTo>
                    <a:pt x="294" y="59"/>
                  </a:lnTo>
                  <a:lnTo>
                    <a:pt x="314" y="55"/>
                  </a:lnTo>
                  <a:lnTo>
                    <a:pt x="334" y="46"/>
                  </a:lnTo>
                  <a:lnTo>
                    <a:pt x="343" y="33"/>
                  </a:lnTo>
                  <a:lnTo>
                    <a:pt x="358" y="33"/>
                  </a:lnTo>
                  <a:lnTo>
                    <a:pt x="373" y="29"/>
                  </a:lnTo>
                  <a:lnTo>
                    <a:pt x="388" y="25"/>
                  </a:lnTo>
                  <a:lnTo>
                    <a:pt x="403" y="21"/>
                  </a:lnTo>
                  <a:lnTo>
                    <a:pt x="418" y="33"/>
                  </a:lnTo>
                  <a:lnTo>
                    <a:pt x="433" y="42"/>
                  </a:lnTo>
                  <a:lnTo>
                    <a:pt x="448" y="55"/>
                  </a:lnTo>
                  <a:lnTo>
                    <a:pt x="463" y="63"/>
                  </a:lnTo>
                  <a:lnTo>
                    <a:pt x="478" y="63"/>
                  </a:lnTo>
                  <a:lnTo>
                    <a:pt x="492" y="55"/>
                  </a:lnTo>
                  <a:lnTo>
                    <a:pt x="507" y="50"/>
                  </a:lnTo>
                  <a:lnTo>
                    <a:pt x="522" y="42"/>
                  </a:lnTo>
                  <a:lnTo>
                    <a:pt x="537" y="38"/>
                  </a:lnTo>
                  <a:lnTo>
                    <a:pt x="552" y="33"/>
                  </a:lnTo>
                  <a:lnTo>
                    <a:pt x="572" y="29"/>
                  </a:lnTo>
                  <a:lnTo>
                    <a:pt x="587" y="29"/>
                  </a:lnTo>
                  <a:lnTo>
                    <a:pt x="602" y="25"/>
                  </a:lnTo>
                  <a:lnTo>
                    <a:pt x="617" y="25"/>
                  </a:lnTo>
                  <a:lnTo>
                    <a:pt x="632" y="25"/>
                  </a:lnTo>
                  <a:lnTo>
                    <a:pt x="646" y="21"/>
                  </a:lnTo>
                  <a:lnTo>
                    <a:pt x="666" y="16"/>
                  </a:lnTo>
                  <a:lnTo>
                    <a:pt x="686" y="16"/>
                  </a:lnTo>
                  <a:lnTo>
                    <a:pt x="706" y="12"/>
                  </a:lnTo>
                  <a:lnTo>
                    <a:pt x="721" y="25"/>
                  </a:lnTo>
                  <a:lnTo>
                    <a:pt x="731" y="38"/>
                  </a:lnTo>
                  <a:lnTo>
                    <a:pt x="741" y="50"/>
                  </a:lnTo>
                  <a:lnTo>
                    <a:pt x="761" y="55"/>
                  </a:lnTo>
                  <a:lnTo>
                    <a:pt x="776" y="50"/>
                  </a:lnTo>
                  <a:lnTo>
                    <a:pt x="795" y="46"/>
                  </a:lnTo>
                  <a:lnTo>
                    <a:pt x="810" y="42"/>
                  </a:lnTo>
                  <a:lnTo>
                    <a:pt x="830" y="38"/>
                  </a:lnTo>
                  <a:lnTo>
                    <a:pt x="850" y="38"/>
                  </a:lnTo>
                  <a:lnTo>
                    <a:pt x="865" y="33"/>
                  </a:lnTo>
                  <a:lnTo>
                    <a:pt x="880" y="29"/>
                  </a:lnTo>
                  <a:lnTo>
                    <a:pt x="900" y="25"/>
                  </a:lnTo>
                  <a:lnTo>
                    <a:pt x="915" y="21"/>
                  </a:lnTo>
                  <a:lnTo>
                    <a:pt x="930" y="16"/>
                  </a:lnTo>
                  <a:lnTo>
                    <a:pt x="945" y="12"/>
                  </a:lnTo>
                  <a:lnTo>
                    <a:pt x="959" y="21"/>
                  </a:lnTo>
                  <a:lnTo>
                    <a:pt x="974" y="29"/>
                  </a:lnTo>
                  <a:lnTo>
                    <a:pt x="989" y="38"/>
                  </a:lnTo>
                  <a:lnTo>
                    <a:pt x="1004" y="46"/>
                  </a:lnTo>
                  <a:lnTo>
                    <a:pt x="1019" y="55"/>
                  </a:lnTo>
                  <a:lnTo>
                    <a:pt x="1034" y="55"/>
                  </a:lnTo>
                  <a:lnTo>
                    <a:pt x="1049" y="55"/>
                  </a:lnTo>
                  <a:lnTo>
                    <a:pt x="1064" y="50"/>
                  </a:lnTo>
                  <a:lnTo>
                    <a:pt x="1079" y="46"/>
                  </a:lnTo>
                  <a:lnTo>
                    <a:pt x="1094" y="46"/>
                  </a:lnTo>
                  <a:lnTo>
                    <a:pt x="1108" y="42"/>
                  </a:lnTo>
                  <a:lnTo>
                    <a:pt x="1128" y="42"/>
                  </a:lnTo>
                  <a:lnTo>
                    <a:pt x="1143" y="38"/>
                  </a:lnTo>
                  <a:lnTo>
                    <a:pt x="1158" y="38"/>
                  </a:lnTo>
                  <a:lnTo>
                    <a:pt x="1173" y="38"/>
                  </a:lnTo>
                  <a:lnTo>
                    <a:pt x="1188" y="38"/>
                  </a:lnTo>
                  <a:lnTo>
                    <a:pt x="1203" y="38"/>
                  </a:lnTo>
                  <a:lnTo>
                    <a:pt x="1218" y="38"/>
                  </a:lnTo>
                  <a:lnTo>
                    <a:pt x="1238" y="33"/>
                  </a:lnTo>
                  <a:lnTo>
                    <a:pt x="1252" y="29"/>
                  </a:lnTo>
                  <a:lnTo>
                    <a:pt x="1267" y="21"/>
                  </a:lnTo>
                  <a:lnTo>
                    <a:pt x="1282" y="16"/>
                  </a:lnTo>
                  <a:lnTo>
                    <a:pt x="1297" y="12"/>
                  </a:lnTo>
                  <a:lnTo>
                    <a:pt x="1317" y="8"/>
                  </a:lnTo>
                  <a:lnTo>
                    <a:pt x="1337" y="16"/>
                  </a:lnTo>
                  <a:lnTo>
                    <a:pt x="1352" y="29"/>
                  </a:lnTo>
                  <a:lnTo>
                    <a:pt x="1367" y="38"/>
                  </a:lnTo>
                  <a:lnTo>
                    <a:pt x="1382" y="42"/>
                  </a:lnTo>
                  <a:lnTo>
                    <a:pt x="1397" y="50"/>
                  </a:lnTo>
                  <a:lnTo>
                    <a:pt x="1411" y="50"/>
                  </a:lnTo>
                  <a:lnTo>
                    <a:pt x="1426" y="50"/>
                  </a:lnTo>
                  <a:lnTo>
                    <a:pt x="1446" y="46"/>
                  </a:lnTo>
                  <a:lnTo>
                    <a:pt x="1461" y="42"/>
                  </a:lnTo>
                  <a:lnTo>
                    <a:pt x="1476" y="33"/>
                  </a:lnTo>
                  <a:lnTo>
                    <a:pt x="1496" y="25"/>
                  </a:lnTo>
                  <a:lnTo>
                    <a:pt x="1511" y="21"/>
                  </a:lnTo>
                  <a:lnTo>
                    <a:pt x="1531" y="12"/>
                  </a:lnTo>
                  <a:lnTo>
                    <a:pt x="1546" y="12"/>
                  </a:lnTo>
                  <a:lnTo>
                    <a:pt x="1560" y="12"/>
                  </a:lnTo>
                  <a:lnTo>
                    <a:pt x="1580" y="8"/>
                  </a:lnTo>
                  <a:lnTo>
                    <a:pt x="1595" y="4"/>
                  </a:lnTo>
                  <a:lnTo>
                    <a:pt x="1610" y="4"/>
                  </a:lnTo>
                  <a:lnTo>
                    <a:pt x="1620" y="16"/>
                  </a:lnTo>
                  <a:lnTo>
                    <a:pt x="1635" y="25"/>
                  </a:lnTo>
                  <a:lnTo>
                    <a:pt x="1650" y="33"/>
                  </a:lnTo>
                  <a:lnTo>
                    <a:pt x="1665" y="46"/>
                  </a:lnTo>
                  <a:lnTo>
                    <a:pt x="1680" y="55"/>
                  </a:lnTo>
                  <a:lnTo>
                    <a:pt x="1695" y="59"/>
                  </a:lnTo>
                  <a:lnTo>
                    <a:pt x="1709" y="59"/>
                  </a:lnTo>
                  <a:lnTo>
                    <a:pt x="1724" y="50"/>
                  </a:lnTo>
                  <a:lnTo>
                    <a:pt x="1739" y="42"/>
                  </a:lnTo>
                  <a:lnTo>
                    <a:pt x="1754" y="33"/>
                  </a:lnTo>
                  <a:lnTo>
                    <a:pt x="1769" y="29"/>
                  </a:lnTo>
                  <a:lnTo>
                    <a:pt x="1784" y="25"/>
                  </a:lnTo>
                  <a:lnTo>
                    <a:pt x="1804" y="21"/>
                  </a:lnTo>
                  <a:lnTo>
                    <a:pt x="1819" y="21"/>
                  </a:lnTo>
                  <a:lnTo>
                    <a:pt x="1834" y="21"/>
                  </a:lnTo>
                  <a:lnTo>
                    <a:pt x="1849" y="16"/>
                  </a:lnTo>
                  <a:lnTo>
                    <a:pt x="1863" y="16"/>
                  </a:lnTo>
                  <a:lnTo>
                    <a:pt x="1878" y="8"/>
                  </a:lnTo>
                  <a:lnTo>
                    <a:pt x="1898" y="12"/>
                  </a:lnTo>
                  <a:lnTo>
                    <a:pt x="1923" y="25"/>
                  </a:lnTo>
                  <a:lnTo>
                    <a:pt x="1938" y="29"/>
                  </a:lnTo>
                  <a:lnTo>
                    <a:pt x="1958" y="42"/>
                  </a:lnTo>
                  <a:lnTo>
                    <a:pt x="1973" y="46"/>
                  </a:lnTo>
                  <a:lnTo>
                    <a:pt x="1988" y="55"/>
                  </a:lnTo>
                  <a:lnTo>
                    <a:pt x="2003" y="63"/>
                  </a:lnTo>
                  <a:lnTo>
                    <a:pt x="2017" y="63"/>
                  </a:lnTo>
                  <a:lnTo>
                    <a:pt x="2032" y="59"/>
                  </a:lnTo>
                  <a:lnTo>
                    <a:pt x="2052" y="50"/>
                  </a:lnTo>
                  <a:lnTo>
                    <a:pt x="2067" y="38"/>
                  </a:lnTo>
                  <a:lnTo>
                    <a:pt x="2082" y="33"/>
                  </a:lnTo>
                  <a:lnTo>
                    <a:pt x="2097" y="29"/>
                  </a:lnTo>
                  <a:lnTo>
                    <a:pt x="2112" y="25"/>
                  </a:lnTo>
                  <a:lnTo>
                    <a:pt x="2132" y="21"/>
                  </a:lnTo>
                  <a:lnTo>
                    <a:pt x="2147" y="16"/>
                  </a:lnTo>
                  <a:lnTo>
                    <a:pt x="2161" y="12"/>
                  </a:lnTo>
                  <a:lnTo>
                    <a:pt x="2176" y="8"/>
                  </a:lnTo>
                  <a:lnTo>
                    <a:pt x="2191" y="8"/>
                  </a:lnTo>
                  <a:lnTo>
                    <a:pt x="2206" y="12"/>
                  </a:lnTo>
                  <a:lnTo>
                    <a:pt x="2231" y="21"/>
                  </a:lnTo>
                  <a:lnTo>
                    <a:pt x="2246" y="29"/>
                  </a:lnTo>
                  <a:lnTo>
                    <a:pt x="2261" y="33"/>
                  </a:lnTo>
                  <a:lnTo>
                    <a:pt x="2276" y="38"/>
                  </a:lnTo>
                  <a:lnTo>
                    <a:pt x="2291" y="42"/>
                  </a:lnTo>
                  <a:lnTo>
                    <a:pt x="2306" y="42"/>
                  </a:lnTo>
                  <a:lnTo>
                    <a:pt x="2320" y="33"/>
                  </a:lnTo>
                  <a:lnTo>
                    <a:pt x="2335" y="29"/>
                  </a:lnTo>
                  <a:lnTo>
                    <a:pt x="2350" y="21"/>
                  </a:lnTo>
                  <a:lnTo>
                    <a:pt x="2365" y="12"/>
                  </a:lnTo>
                  <a:lnTo>
                    <a:pt x="2380" y="8"/>
                  </a:lnTo>
                  <a:lnTo>
                    <a:pt x="2400" y="4"/>
                  </a:lnTo>
                  <a:lnTo>
                    <a:pt x="2415" y="0"/>
                  </a:lnTo>
                  <a:lnTo>
                    <a:pt x="2430" y="0"/>
                  </a:lnTo>
                  <a:lnTo>
                    <a:pt x="2450" y="0"/>
                  </a:lnTo>
                  <a:lnTo>
                    <a:pt x="2464" y="4"/>
                  </a:lnTo>
                  <a:lnTo>
                    <a:pt x="2484" y="8"/>
                  </a:lnTo>
                  <a:lnTo>
                    <a:pt x="2499" y="12"/>
                  </a:lnTo>
                  <a:lnTo>
                    <a:pt x="2514" y="21"/>
                  </a:lnTo>
                  <a:lnTo>
                    <a:pt x="2529" y="25"/>
                  </a:lnTo>
                  <a:lnTo>
                    <a:pt x="2549" y="29"/>
                  </a:lnTo>
                  <a:lnTo>
                    <a:pt x="2564" y="38"/>
                  </a:lnTo>
                  <a:lnTo>
                    <a:pt x="2579" y="38"/>
                  </a:lnTo>
                  <a:lnTo>
                    <a:pt x="2589" y="25"/>
                  </a:lnTo>
                  <a:lnTo>
                    <a:pt x="2604" y="16"/>
                  </a:lnTo>
                  <a:lnTo>
                    <a:pt x="2618" y="16"/>
                  </a:lnTo>
                  <a:lnTo>
                    <a:pt x="2633" y="21"/>
                  </a:lnTo>
                  <a:lnTo>
                    <a:pt x="2653" y="29"/>
                  </a:lnTo>
                  <a:lnTo>
                    <a:pt x="2668" y="38"/>
                  </a:lnTo>
                  <a:lnTo>
                    <a:pt x="2683" y="42"/>
                  </a:lnTo>
                  <a:lnTo>
                    <a:pt x="2693" y="55"/>
                  </a:lnTo>
                  <a:lnTo>
                    <a:pt x="2708" y="59"/>
                  </a:lnTo>
                  <a:lnTo>
                    <a:pt x="2723" y="63"/>
                  </a:lnTo>
                  <a:lnTo>
                    <a:pt x="2738" y="72"/>
                  </a:lnTo>
                  <a:lnTo>
                    <a:pt x="2753" y="72"/>
                  </a:lnTo>
                  <a:lnTo>
                    <a:pt x="2763" y="80"/>
                  </a:lnTo>
                  <a:lnTo>
                    <a:pt x="2756" y="78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2" name="Rectangle 6">
            <a:extLst>
              <a:ext uri="{FF2B5EF4-FFF2-40B4-BE49-F238E27FC236}">
                <a16:creationId xmlns:a16="http://schemas.microsoft.com/office/drawing/2014/main" id="{0692A135-B2F2-7473-F4B2-E2F1FDB04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2887663"/>
            <a:ext cx="39338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StudentName.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FirstName   PIC X(8)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VALUE “JOHN”.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Surname     PIC X(8)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VALUE “POWER”</a:t>
            </a: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.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8627D7F-7834-BEB1-7AB2-DF905A4A2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J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82B6E325-902A-9F11-F53F-14EAFD55C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O</a:t>
            </a: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96B986F1-5A0B-1CAD-4D78-774918993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3BA5ED4E-F53C-0829-2209-450A30C73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9AF61ABE-76DD-C191-58D7-839E3052A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E47A7AB4-94A8-A70A-31BD-13E973061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72955E0B-638A-8490-2E53-AAAD31078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C45967B9-0628-0416-37FE-EE33A6AA3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CE300239-3D17-5C4A-9D79-42EB85218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4B6A22C9-E8A0-6767-9AB8-703BD5E28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O</a:t>
            </a:r>
          </a:p>
        </p:txBody>
      </p:sp>
      <p:sp>
        <p:nvSpPr>
          <p:cNvPr id="4113" name="Rectangle 17">
            <a:extLst>
              <a:ext uri="{FF2B5EF4-FFF2-40B4-BE49-F238E27FC236}">
                <a16:creationId xmlns:a16="http://schemas.microsoft.com/office/drawing/2014/main" id="{EE2D1CE5-80BF-4CC8-7F28-44E34EDE4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W</a:t>
            </a:r>
          </a:p>
        </p:txBody>
      </p:sp>
      <p:sp>
        <p:nvSpPr>
          <p:cNvPr id="4114" name="Rectangle 18">
            <a:extLst>
              <a:ext uri="{FF2B5EF4-FFF2-40B4-BE49-F238E27FC236}">
                <a16:creationId xmlns:a16="http://schemas.microsoft.com/office/drawing/2014/main" id="{8B3F178D-F122-FF5B-6AD2-02481A1CA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E</a:t>
            </a:r>
          </a:p>
        </p:txBody>
      </p:sp>
      <p:sp>
        <p:nvSpPr>
          <p:cNvPr id="4115" name="Rectangle 19">
            <a:extLst>
              <a:ext uri="{FF2B5EF4-FFF2-40B4-BE49-F238E27FC236}">
                <a16:creationId xmlns:a16="http://schemas.microsoft.com/office/drawing/2014/main" id="{B44CD520-5D45-8011-8755-6D108EA79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R</a:t>
            </a:r>
          </a:p>
        </p:txBody>
      </p:sp>
      <p:sp>
        <p:nvSpPr>
          <p:cNvPr id="4116" name="Rectangle 20">
            <a:extLst>
              <a:ext uri="{FF2B5EF4-FFF2-40B4-BE49-F238E27FC236}">
                <a16:creationId xmlns:a16="http://schemas.microsoft.com/office/drawing/2014/main" id="{58BB9F5D-D470-9551-CAE3-2269A05FD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117" name="Rectangle 21">
            <a:extLst>
              <a:ext uri="{FF2B5EF4-FFF2-40B4-BE49-F238E27FC236}">
                <a16:creationId xmlns:a16="http://schemas.microsoft.com/office/drawing/2014/main" id="{4517D0CB-EEB8-A611-5F04-C1AF1E01D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118" name="Rectangle 22">
            <a:extLst>
              <a:ext uri="{FF2B5EF4-FFF2-40B4-BE49-F238E27FC236}">
                <a16:creationId xmlns:a16="http://schemas.microsoft.com/office/drawing/2014/main" id="{2AAD3068-E13F-4421-2A2C-6577BAFDB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119" name="Rectangle 23">
            <a:extLst>
              <a:ext uri="{FF2B5EF4-FFF2-40B4-BE49-F238E27FC236}">
                <a16:creationId xmlns:a16="http://schemas.microsoft.com/office/drawing/2014/main" id="{0AEF989D-53F0-6307-B5C0-A32450B8A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551113"/>
            <a:ext cx="3679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Line 24">
            <a:extLst>
              <a:ext uri="{FF2B5EF4-FFF2-40B4-BE49-F238E27FC236}">
                <a16:creationId xmlns:a16="http://schemas.microsoft.com/office/drawing/2014/main" id="{FAE297DF-FD7B-72A0-9E9B-91BCFA5CED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43175"/>
            <a:ext cx="0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1" name="Rectangle 25">
            <a:extLst>
              <a:ext uri="{FF2B5EF4-FFF2-40B4-BE49-F238E27FC236}">
                <a16:creationId xmlns:a16="http://schemas.microsoft.com/office/drawing/2014/main" id="{89219F78-B556-43A4-8BCF-41682063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104775"/>
            <a:ext cx="133350" cy="95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770A73-C69F-D241-4B3A-D1460FA6E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2887663"/>
            <a:ext cx="39338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StudentName.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FirstName   PIC X(8) VALUE “JOHN”.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Surname     PIC X(8) VALUE “POWER”.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1D0A2C7-60D5-E179-E604-8B87C134B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J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B7501B2D-3EAF-EAD2-1628-D411E52C5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O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2262531-9DD0-AA00-7EE7-BC2C81C24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249C9F26-EB36-11BD-59E9-12FC10FDE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62994FC7-AEDE-E6B3-02E8-BCE31E1D1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1A98415B-F00F-3E92-563D-A223EE8AE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DEF0EE63-E8D9-59D1-DD2F-928B6A411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028C1A43-8281-4F7E-A718-B53E4F46A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0D5884FB-D989-44AD-CB97-9BC7CACB1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C6B82600-7CF0-10EA-CA0F-95C8BBDFA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O</a:t>
            </a:r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A8262A7D-8F91-6180-1158-827DFB60C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U</a:t>
            </a:r>
          </a:p>
        </p:txBody>
      </p:sp>
      <p:sp>
        <p:nvSpPr>
          <p:cNvPr id="5134" name="Rectangle 14">
            <a:extLst>
              <a:ext uri="{FF2B5EF4-FFF2-40B4-BE49-F238E27FC236}">
                <a16:creationId xmlns:a16="http://schemas.microsoft.com/office/drawing/2014/main" id="{692020C0-1157-26C6-1D96-42DCAF515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5135" name="Rectangle 15">
            <a:extLst>
              <a:ext uri="{FF2B5EF4-FFF2-40B4-BE49-F238E27FC236}">
                <a16:creationId xmlns:a16="http://schemas.microsoft.com/office/drawing/2014/main" id="{0BDBFF11-6DA0-701E-82C7-AF2588A03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5136" name="Rectangle 16">
            <a:extLst>
              <a:ext uri="{FF2B5EF4-FFF2-40B4-BE49-F238E27FC236}">
                <a16:creationId xmlns:a16="http://schemas.microsoft.com/office/drawing/2014/main" id="{295A4207-99A7-C13A-C899-D232E6A22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L</a:t>
            </a:r>
          </a:p>
        </p:txBody>
      </p:sp>
      <p:sp>
        <p:nvSpPr>
          <p:cNvPr id="5137" name="Rectangle 17">
            <a:extLst>
              <a:ext uri="{FF2B5EF4-FFF2-40B4-BE49-F238E27FC236}">
                <a16:creationId xmlns:a16="http://schemas.microsoft.com/office/drawing/2014/main" id="{1C1909AB-0A97-F96C-A7E5-93DBF8D81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A </a:t>
            </a:r>
          </a:p>
        </p:txBody>
      </p:sp>
      <p:sp>
        <p:nvSpPr>
          <p:cNvPr id="5138" name="Rectangle 18">
            <a:extLst>
              <a:ext uri="{FF2B5EF4-FFF2-40B4-BE49-F238E27FC236}">
                <a16:creationId xmlns:a16="http://schemas.microsoft.com/office/drawing/2014/main" id="{76B5D8F9-660B-7F80-1DA1-D24BAFDCB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N </a:t>
            </a:r>
          </a:p>
        </p:txBody>
      </p:sp>
      <p:sp>
        <p:nvSpPr>
          <p:cNvPr id="5139" name="Rectangle 19">
            <a:extLst>
              <a:ext uri="{FF2B5EF4-FFF2-40B4-BE49-F238E27FC236}">
                <a16:creationId xmlns:a16="http://schemas.microsoft.com/office/drawing/2014/main" id="{C0B99246-6B7E-D337-2130-6BFDC60AC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551113"/>
            <a:ext cx="3679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43" name="Group 23">
            <a:extLst>
              <a:ext uri="{FF2B5EF4-FFF2-40B4-BE49-F238E27FC236}">
                <a16:creationId xmlns:a16="http://schemas.microsoft.com/office/drawing/2014/main" id="{D5EFE04D-52D8-84D9-C8C0-7BEA1822028F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180975"/>
            <a:ext cx="4435475" cy="1944688"/>
            <a:chOff x="93" y="114"/>
            <a:chExt cx="2794" cy="1225"/>
          </a:xfrm>
        </p:grpSpPr>
        <p:sp>
          <p:nvSpPr>
            <p:cNvPr id="5140" name="Rectangle 20">
              <a:extLst>
                <a:ext uri="{FF2B5EF4-FFF2-40B4-BE49-F238E27FC236}">
                  <a16:creationId xmlns:a16="http://schemas.microsoft.com/office/drawing/2014/main" id="{8F030558-9280-D1A8-CE2A-51C32ACC5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" y="130"/>
              <a:ext cx="2764" cy="1192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rgbClr val="CC0000"/>
                  </a:solidFill>
                  <a:latin typeface="Courier New" panose="02070309020205020404" pitchFamily="49" charset="0"/>
                </a:rPr>
                <a:t>MOVE “COUGHLAN” TO Surname.</a:t>
              </a:r>
              <a:endPara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“TOM” TO FirstName.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“FITZPATRICK” TO Surname.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“ALEXANDER” TO FirstName.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“JOHN    RYAN” TO StudentName.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“x” TO StudentName.</a:t>
              </a:r>
            </a:p>
          </p:txBody>
        </p:sp>
        <p:sp>
          <p:nvSpPr>
            <p:cNvPr id="5141" name="Freeform 21">
              <a:extLst>
                <a:ext uri="{FF2B5EF4-FFF2-40B4-BE49-F238E27FC236}">
                  <a16:creationId xmlns:a16="http://schemas.microsoft.com/office/drawing/2014/main" id="{01EF9AFD-D5E7-8244-0381-19171CA3D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" y="114"/>
              <a:ext cx="2773" cy="103"/>
            </a:xfrm>
            <a:custGeom>
              <a:avLst/>
              <a:gdLst>
                <a:gd name="T0" fmla="*/ 2764 w 2773"/>
                <a:gd name="T1" fmla="*/ 5 h 103"/>
                <a:gd name="T2" fmla="*/ 2693 w 2773"/>
                <a:gd name="T3" fmla="*/ 36 h 103"/>
                <a:gd name="T4" fmla="*/ 2637 w 2773"/>
                <a:gd name="T5" fmla="*/ 36 h 103"/>
                <a:gd name="T6" fmla="*/ 2588 w 2773"/>
                <a:gd name="T7" fmla="*/ 64 h 103"/>
                <a:gd name="T8" fmla="*/ 2528 w 2773"/>
                <a:gd name="T9" fmla="*/ 42 h 103"/>
                <a:gd name="T10" fmla="*/ 2468 w 2773"/>
                <a:gd name="T11" fmla="*/ 30 h 103"/>
                <a:gd name="T12" fmla="*/ 2412 w 2773"/>
                <a:gd name="T13" fmla="*/ 17 h 103"/>
                <a:gd name="T14" fmla="*/ 2356 w 2773"/>
                <a:gd name="T15" fmla="*/ 39 h 103"/>
                <a:gd name="T16" fmla="*/ 2307 w 2773"/>
                <a:gd name="T17" fmla="*/ 58 h 103"/>
                <a:gd name="T18" fmla="*/ 2251 w 2773"/>
                <a:gd name="T19" fmla="*/ 77 h 103"/>
                <a:gd name="T20" fmla="*/ 2191 w 2773"/>
                <a:gd name="T21" fmla="*/ 61 h 103"/>
                <a:gd name="T22" fmla="*/ 2135 w 2773"/>
                <a:gd name="T23" fmla="*/ 45 h 103"/>
                <a:gd name="T24" fmla="*/ 2072 w 2773"/>
                <a:gd name="T25" fmla="*/ 36 h 103"/>
                <a:gd name="T26" fmla="*/ 2016 w 2773"/>
                <a:gd name="T27" fmla="*/ 30 h 103"/>
                <a:gd name="T28" fmla="*/ 1956 w 2773"/>
                <a:gd name="T29" fmla="*/ 27 h 103"/>
                <a:gd name="T30" fmla="*/ 1903 w 2773"/>
                <a:gd name="T31" fmla="*/ 36 h 103"/>
                <a:gd name="T32" fmla="*/ 1847 w 2773"/>
                <a:gd name="T33" fmla="*/ 58 h 103"/>
                <a:gd name="T34" fmla="*/ 1791 w 2773"/>
                <a:gd name="T35" fmla="*/ 45 h 103"/>
                <a:gd name="T36" fmla="*/ 1735 w 2773"/>
                <a:gd name="T37" fmla="*/ 27 h 103"/>
                <a:gd name="T38" fmla="*/ 1675 w 2773"/>
                <a:gd name="T39" fmla="*/ 17 h 103"/>
                <a:gd name="T40" fmla="*/ 1619 w 2773"/>
                <a:gd name="T41" fmla="*/ 14 h 103"/>
                <a:gd name="T42" fmla="*/ 1563 w 2773"/>
                <a:gd name="T43" fmla="*/ 45 h 103"/>
                <a:gd name="T44" fmla="*/ 1507 w 2773"/>
                <a:gd name="T45" fmla="*/ 58 h 103"/>
                <a:gd name="T46" fmla="*/ 1443 w 2773"/>
                <a:gd name="T47" fmla="*/ 67 h 103"/>
                <a:gd name="T48" fmla="*/ 1387 w 2773"/>
                <a:gd name="T49" fmla="*/ 70 h 103"/>
                <a:gd name="T50" fmla="*/ 1327 w 2773"/>
                <a:gd name="T51" fmla="*/ 39 h 103"/>
                <a:gd name="T52" fmla="*/ 1267 w 2773"/>
                <a:gd name="T53" fmla="*/ 23 h 103"/>
                <a:gd name="T54" fmla="*/ 1207 w 2773"/>
                <a:gd name="T55" fmla="*/ 42 h 103"/>
                <a:gd name="T56" fmla="*/ 1147 w 2773"/>
                <a:gd name="T57" fmla="*/ 61 h 103"/>
                <a:gd name="T58" fmla="*/ 1091 w 2773"/>
                <a:gd name="T59" fmla="*/ 36 h 103"/>
                <a:gd name="T60" fmla="*/ 1035 w 2773"/>
                <a:gd name="T61" fmla="*/ 11 h 103"/>
                <a:gd name="T62" fmla="*/ 979 w 2773"/>
                <a:gd name="T63" fmla="*/ 14 h 103"/>
                <a:gd name="T64" fmla="*/ 923 w 2773"/>
                <a:gd name="T65" fmla="*/ 17 h 103"/>
                <a:gd name="T66" fmla="*/ 867 w 2773"/>
                <a:gd name="T67" fmla="*/ 20 h 103"/>
                <a:gd name="T68" fmla="*/ 810 w 2773"/>
                <a:gd name="T69" fmla="*/ 39 h 103"/>
                <a:gd name="T70" fmla="*/ 751 w 2773"/>
                <a:gd name="T71" fmla="*/ 61 h 103"/>
                <a:gd name="T72" fmla="*/ 694 w 2773"/>
                <a:gd name="T73" fmla="*/ 61 h 103"/>
                <a:gd name="T74" fmla="*/ 631 w 2773"/>
                <a:gd name="T75" fmla="*/ 42 h 103"/>
                <a:gd name="T76" fmla="*/ 578 w 2773"/>
                <a:gd name="T77" fmla="*/ 30 h 103"/>
                <a:gd name="T78" fmla="*/ 586 w 2773"/>
                <a:gd name="T79" fmla="*/ 64 h 103"/>
                <a:gd name="T80" fmla="*/ 608 w 2773"/>
                <a:gd name="T81" fmla="*/ 95 h 103"/>
                <a:gd name="T82" fmla="*/ 552 w 2773"/>
                <a:gd name="T83" fmla="*/ 58 h 103"/>
                <a:gd name="T84" fmla="*/ 492 w 2773"/>
                <a:gd name="T85" fmla="*/ 36 h 103"/>
                <a:gd name="T86" fmla="*/ 436 w 2773"/>
                <a:gd name="T87" fmla="*/ 33 h 103"/>
                <a:gd name="T88" fmla="*/ 376 w 2773"/>
                <a:gd name="T89" fmla="*/ 36 h 103"/>
                <a:gd name="T90" fmla="*/ 313 w 2773"/>
                <a:gd name="T91" fmla="*/ 42 h 103"/>
                <a:gd name="T92" fmla="*/ 275 w 2773"/>
                <a:gd name="T93" fmla="*/ 77 h 103"/>
                <a:gd name="T94" fmla="*/ 219 w 2773"/>
                <a:gd name="T95" fmla="*/ 83 h 103"/>
                <a:gd name="T96" fmla="*/ 163 w 2773"/>
                <a:gd name="T97" fmla="*/ 70 h 103"/>
                <a:gd name="T98" fmla="*/ 107 w 2773"/>
                <a:gd name="T99" fmla="*/ 55 h 103"/>
                <a:gd name="T100" fmla="*/ 51 w 2773"/>
                <a:gd name="T101" fmla="*/ 33 h 103"/>
                <a:gd name="T102" fmla="*/ 2 w 2773"/>
                <a:gd name="T103" fmla="*/ 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73" h="103">
                  <a:moveTo>
                    <a:pt x="2772" y="2"/>
                  </a:moveTo>
                  <a:lnTo>
                    <a:pt x="2772" y="0"/>
                  </a:lnTo>
                  <a:lnTo>
                    <a:pt x="2772" y="2"/>
                  </a:lnTo>
                  <a:lnTo>
                    <a:pt x="2770" y="5"/>
                  </a:lnTo>
                  <a:lnTo>
                    <a:pt x="2764" y="5"/>
                  </a:lnTo>
                  <a:lnTo>
                    <a:pt x="2742" y="14"/>
                  </a:lnTo>
                  <a:lnTo>
                    <a:pt x="2727" y="23"/>
                  </a:lnTo>
                  <a:lnTo>
                    <a:pt x="2715" y="33"/>
                  </a:lnTo>
                  <a:lnTo>
                    <a:pt x="2704" y="33"/>
                  </a:lnTo>
                  <a:lnTo>
                    <a:pt x="2693" y="36"/>
                  </a:lnTo>
                  <a:lnTo>
                    <a:pt x="2682" y="36"/>
                  </a:lnTo>
                  <a:lnTo>
                    <a:pt x="2670" y="36"/>
                  </a:lnTo>
                  <a:lnTo>
                    <a:pt x="2659" y="36"/>
                  </a:lnTo>
                  <a:lnTo>
                    <a:pt x="2648" y="36"/>
                  </a:lnTo>
                  <a:lnTo>
                    <a:pt x="2637" y="36"/>
                  </a:lnTo>
                  <a:lnTo>
                    <a:pt x="2626" y="42"/>
                  </a:lnTo>
                  <a:lnTo>
                    <a:pt x="2618" y="52"/>
                  </a:lnTo>
                  <a:lnTo>
                    <a:pt x="2611" y="61"/>
                  </a:lnTo>
                  <a:lnTo>
                    <a:pt x="2599" y="64"/>
                  </a:lnTo>
                  <a:lnTo>
                    <a:pt x="2588" y="64"/>
                  </a:lnTo>
                  <a:lnTo>
                    <a:pt x="2577" y="58"/>
                  </a:lnTo>
                  <a:lnTo>
                    <a:pt x="2562" y="52"/>
                  </a:lnTo>
                  <a:lnTo>
                    <a:pt x="2551" y="52"/>
                  </a:lnTo>
                  <a:lnTo>
                    <a:pt x="2539" y="48"/>
                  </a:lnTo>
                  <a:lnTo>
                    <a:pt x="2528" y="42"/>
                  </a:lnTo>
                  <a:lnTo>
                    <a:pt x="2517" y="39"/>
                  </a:lnTo>
                  <a:lnTo>
                    <a:pt x="2502" y="39"/>
                  </a:lnTo>
                  <a:lnTo>
                    <a:pt x="2491" y="36"/>
                  </a:lnTo>
                  <a:lnTo>
                    <a:pt x="2480" y="33"/>
                  </a:lnTo>
                  <a:lnTo>
                    <a:pt x="2468" y="30"/>
                  </a:lnTo>
                  <a:lnTo>
                    <a:pt x="2457" y="30"/>
                  </a:lnTo>
                  <a:lnTo>
                    <a:pt x="2446" y="27"/>
                  </a:lnTo>
                  <a:lnTo>
                    <a:pt x="2435" y="23"/>
                  </a:lnTo>
                  <a:lnTo>
                    <a:pt x="2423" y="20"/>
                  </a:lnTo>
                  <a:lnTo>
                    <a:pt x="2412" y="17"/>
                  </a:lnTo>
                  <a:lnTo>
                    <a:pt x="2408" y="27"/>
                  </a:lnTo>
                  <a:lnTo>
                    <a:pt x="2394" y="30"/>
                  </a:lnTo>
                  <a:lnTo>
                    <a:pt x="2379" y="30"/>
                  </a:lnTo>
                  <a:lnTo>
                    <a:pt x="2367" y="33"/>
                  </a:lnTo>
                  <a:lnTo>
                    <a:pt x="2356" y="39"/>
                  </a:lnTo>
                  <a:lnTo>
                    <a:pt x="2352" y="48"/>
                  </a:lnTo>
                  <a:lnTo>
                    <a:pt x="2341" y="52"/>
                  </a:lnTo>
                  <a:lnTo>
                    <a:pt x="2330" y="52"/>
                  </a:lnTo>
                  <a:lnTo>
                    <a:pt x="2319" y="52"/>
                  </a:lnTo>
                  <a:lnTo>
                    <a:pt x="2307" y="58"/>
                  </a:lnTo>
                  <a:lnTo>
                    <a:pt x="2296" y="61"/>
                  </a:lnTo>
                  <a:lnTo>
                    <a:pt x="2285" y="64"/>
                  </a:lnTo>
                  <a:lnTo>
                    <a:pt x="2274" y="67"/>
                  </a:lnTo>
                  <a:lnTo>
                    <a:pt x="2263" y="73"/>
                  </a:lnTo>
                  <a:lnTo>
                    <a:pt x="2251" y="77"/>
                  </a:lnTo>
                  <a:lnTo>
                    <a:pt x="2240" y="77"/>
                  </a:lnTo>
                  <a:lnTo>
                    <a:pt x="2229" y="73"/>
                  </a:lnTo>
                  <a:lnTo>
                    <a:pt x="2218" y="67"/>
                  </a:lnTo>
                  <a:lnTo>
                    <a:pt x="2203" y="64"/>
                  </a:lnTo>
                  <a:lnTo>
                    <a:pt x="2191" y="61"/>
                  </a:lnTo>
                  <a:lnTo>
                    <a:pt x="2180" y="58"/>
                  </a:lnTo>
                  <a:lnTo>
                    <a:pt x="2169" y="55"/>
                  </a:lnTo>
                  <a:lnTo>
                    <a:pt x="2158" y="55"/>
                  </a:lnTo>
                  <a:lnTo>
                    <a:pt x="2146" y="48"/>
                  </a:lnTo>
                  <a:lnTo>
                    <a:pt x="2135" y="45"/>
                  </a:lnTo>
                  <a:lnTo>
                    <a:pt x="2124" y="45"/>
                  </a:lnTo>
                  <a:lnTo>
                    <a:pt x="2113" y="42"/>
                  </a:lnTo>
                  <a:lnTo>
                    <a:pt x="2102" y="42"/>
                  </a:lnTo>
                  <a:lnTo>
                    <a:pt x="2087" y="39"/>
                  </a:lnTo>
                  <a:lnTo>
                    <a:pt x="2072" y="36"/>
                  </a:lnTo>
                  <a:lnTo>
                    <a:pt x="2060" y="33"/>
                  </a:lnTo>
                  <a:lnTo>
                    <a:pt x="2049" y="30"/>
                  </a:lnTo>
                  <a:lnTo>
                    <a:pt x="2038" y="30"/>
                  </a:lnTo>
                  <a:lnTo>
                    <a:pt x="2027" y="30"/>
                  </a:lnTo>
                  <a:lnTo>
                    <a:pt x="2016" y="30"/>
                  </a:lnTo>
                  <a:lnTo>
                    <a:pt x="2004" y="30"/>
                  </a:lnTo>
                  <a:lnTo>
                    <a:pt x="1993" y="30"/>
                  </a:lnTo>
                  <a:lnTo>
                    <a:pt x="1982" y="30"/>
                  </a:lnTo>
                  <a:lnTo>
                    <a:pt x="1967" y="30"/>
                  </a:lnTo>
                  <a:lnTo>
                    <a:pt x="1956" y="27"/>
                  </a:lnTo>
                  <a:lnTo>
                    <a:pt x="1944" y="20"/>
                  </a:lnTo>
                  <a:lnTo>
                    <a:pt x="1933" y="20"/>
                  </a:lnTo>
                  <a:lnTo>
                    <a:pt x="1922" y="20"/>
                  </a:lnTo>
                  <a:lnTo>
                    <a:pt x="1914" y="30"/>
                  </a:lnTo>
                  <a:lnTo>
                    <a:pt x="1903" y="36"/>
                  </a:lnTo>
                  <a:lnTo>
                    <a:pt x="1892" y="39"/>
                  </a:lnTo>
                  <a:lnTo>
                    <a:pt x="1881" y="48"/>
                  </a:lnTo>
                  <a:lnTo>
                    <a:pt x="1870" y="52"/>
                  </a:lnTo>
                  <a:lnTo>
                    <a:pt x="1858" y="55"/>
                  </a:lnTo>
                  <a:lnTo>
                    <a:pt x="1847" y="58"/>
                  </a:lnTo>
                  <a:lnTo>
                    <a:pt x="1836" y="58"/>
                  </a:lnTo>
                  <a:lnTo>
                    <a:pt x="1825" y="55"/>
                  </a:lnTo>
                  <a:lnTo>
                    <a:pt x="1813" y="48"/>
                  </a:lnTo>
                  <a:lnTo>
                    <a:pt x="1802" y="45"/>
                  </a:lnTo>
                  <a:lnTo>
                    <a:pt x="1791" y="45"/>
                  </a:lnTo>
                  <a:lnTo>
                    <a:pt x="1780" y="42"/>
                  </a:lnTo>
                  <a:lnTo>
                    <a:pt x="1768" y="39"/>
                  </a:lnTo>
                  <a:lnTo>
                    <a:pt x="1757" y="33"/>
                  </a:lnTo>
                  <a:lnTo>
                    <a:pt x="1746" y="33"/>
                  </a:lnTo>
                  <a:lnTo>
                    <a:pt x="1735" y="27"/>
                  </a:lnTo>
                  <a:lnTo>
                    <a:pt x="1724" y="23"/>
                  </a:lnTo>
                  <a:lnTo>
                    <a:pt x="1712" y="23"/>
                  </a:lnTo>
                  <a:lnTo>
                    <a:pt x="1701" y="20"/>
                  </a:lnTo>
                  <a:lnTo>
                    <a:pt x="1690" y="20"/>
                  </a:lnTo>
                  <a:lnTo>
                    <a:pt x="1675" y="17"/>
                  </a:lnTo>
                  <a:lnTo>
                    <a:pt x="1664" y="14"/>
                  </a:lnTo>
                  <a:lnTo>
                    <a:pt x="1652" y="14"/>
                  </a:lnTo>
                  <a:lnTo>
                    <a:pt x="1641" y="14"/>
                  </a:lnTo>
                  <a:lnTo>
                    <a:pt x="1630" y="14"/>
                  </a:lnTo>
                  <a:lnTo>
                    <a:pt x="1619" y="14"/>
                  </a:lnTo>
                  <a:lnTo>
                    <a:pt x="1608" y="17"/>
                  </a:lnTo>
                  <a:lnTo>
                    <a:pt x="1596" y="23"/>
                  </a:lnTo>
                  <a:lnTo>
                    <a:pt x="1585" y="33"/>
                  </a:lnTo>
                  <a:lnTo>
                    <a:pt x="1574" y="39"/>
                  </a:lnTo>
                  <a:lnTo>
                    <a:pt x="1563" y="45"/>
                  </a:lnTo>
                  <a:lnTo>
                    <a:pt x="1551" y="52"/>
                  </a:lnTo>
                  <a:lnTo>
                    <a:pt x="1540" y="55"/>
                  </a:lnTo>
                  <a:lnTo>
                    <a:pt x="1529" y="55"/>
                  </a:lnTo>
                  <a:lnTo>
                    <a:pt x="1518" y="55"/>
                  </a:lnTo>
                  <a:lnTo>
                    <a:pt x="1507" y="58"/>
                  </a:lnTo>
                  <a:lnTo>
                    <a:pt x="1492" y="58"/>
                  </a:lnTo>
                  <a:lnTo>
                    <a:pt x="1480" y="61"/>
                  </a:lnTo>
                  <a:lnTo>
                    <a:pt x="1465" y="64"/>
                  </a:lnTo>
                  <a:lnTo>
                    <a:pt x="1454" y="67"/>
                  </a:lnTo>
                  <a:lnTo>
                    <a:pt x="1443" y="67"/>
                  </a:lnTo>
                  <a:lnTo>
                    <a:pt x="1432" y="70"/>
                  </a:lnTo>
                  <a:lnTo>
                    <a:pt x="1420" y="70"/>
                  </a:lnTo>
                  <a:lnTo>
                    <a:pt x="1409" y="70"/>
                  </a:lnTo>
                  <a:lnTo>
                    <a:pt x="1398" y="70"/>
                  </a:lnTo>
                  <a:lnTo>
                    <a:pt x="1387" y="70"/>
                  </a:lnTo>
                  <a:lnTo>
                    <a:pt x="1376" y="67"/>
                  </a:lnTo>
                  <a:lnTo>
                    <a:pt x="1368" y="58"/>
                  </a:lnTo>
                  <a:lnTo>
                    <a:pt x="1353" y="48"/>
                  </a:lnTo>
                  <a:lnTo>
                    <a:pt x="1342" y="45"/>
                  </a:lnTo>
                  <a:lnTo>
                    <a:pt x="1327" y="39"/>
                  </a:lnTo>
                  <a:lnTo>
                    <a:pt x="1316" y="33"/>
                  </a:lnTo>
                  <a:lnTo>
                    <a:pt x="1301" y="33"/>
                  </a:lnTo>
                  <a:lnTo>
                    <a:pt x="1289" y="30"/>
                  </a:lnTo>
                  <a:lnTo>
                    <a:pt x="1278" y="23"/>
                  </a:lnTo>
                  <a:lnTo>
                    <a:pt x="1267" y="23"/>
                  </a:lnTo>
                  <a:lnTo>
                    <a:pt x="1256" y="20"/>
                  </a:lnTo>
                  <a:lnTo>
                    <a:pt x="1241" y="27"/>
                  </a:lnTo>
                  <a:lnTo>
                    <a:pt x="1230" y="33"/>
                  </a:lnTo>
                  <a:lnTo>
                    <a:pt x="1218" y="39"/>
                  </a:lnTo>
                  <a:lnTo>
                    <a:pt x="1207" y="42"/>
                  </a:lnTo>
                  <a:lnTo>
                    <a:pt x="1196" y="45"/>
                  </a:lnTo>
                  <a:lnTo>
                    <a:pt x="1181" y="52"/>
                  </a:lnTo>
                  <a:lnTo>
                    <a:pt x="1170" y="55"/>
                  </a:lnTo>
                  <a:lnTo>
                    <a:pt x="1158" y="61"/>
                  </a:lnTo>
                  <a:lnTo>
                    <a:pt x="1147" y="61"/>
                  </a:lnTo>
                  <a:lnTo>
                    <a:pt x="1136" y="61"/>
                  </a:lnTo>
                  <a:lnTo>
                    <a:pt x="1121" y="58"/>
                  </a:lnTo>
                  <a:lnTo>
                    <a:pt x="1114" y="48"/>
                  </a:lnTo>
                  <a:lnTo>
                    <a:pt x="1102" y="42"/>
                  </a:lnTo>
                  <a:lnTo>
                    <a:pt x="1091" y="36"/>
                  </a:lnTo>
                  <a:lnTo>
                    <a:pt x="1080" y="27"/>
                  </a:lnTo>
                  <a:lnTo>
                    <a:pt x="1069" y="20"/>
                  </a:lnTo>
                  <a:lnTo>
                    <a:pt x="1057" y="14"/>
                  </a:lnTo>
                  <a:lnTo>
                    <a:pt x="1046" y="11"/>
                  </a:lnTo>
                  <a:lnTo>
                    <a:pt x="1035" y="11"/>
                  </a:lnTo>
                  <a:lnTo>
                    <a:pt x="1024" y="11"/>
                  </a:lnTo>
                  <a:lnTo>
                    <a:pt x="1012" y="14"/>
                  </a:lnTo>
                  <a:lnTo>
                    <a:pt x="1001" y="14"/>
                  </a:lnTo>
                  <a:lnTo>
                    <a:pt x="990" y="14"/>
                  </a:lnTo>
                  <a:lnTo>
                    <a:pt x="979" y="14"/>
                  </a:lnTo>
                  <a:lnTo>
                    <a:pt x="968" y="14"/>
                  </a:lnTo>
                  <a:lnTo>
                    <a:pt x="956" y="17"/>
                  </a:lnTo>
                  <a:lnTo>
                    <a:pt x="945" y="17"/>
                  </a:lnTo>
                  <a:lnTo>
                    <a:pt x="934" y="17"/>
                  </a:lnTo>
                  <a:lnTo>
                    <a:pt x="923" y="17"/>
                  </a:lnTo>
                  <a:lnTo>
                    <a:pt x="911" y="20"/>
                  </a:lnTo>
                  <a:lnTo>
                    <a:pt x="900" y="20"/>
                  </a:lnTo>
                  <a:lnTo>
                    <a:pt x="889" y="20"/>
                  </a:lnTo>
                  <a:lnTo>
                    <a:pt x="878" y="20"/>
                  </a:lnTo>
                  <a:lnTo>
                    <a:pt x="867" y="20"/>
                  </a:lnTo>
                  <a:lnTo>
                    <a:pt x="855" y="20"/>
                  </a:lnTo>
                  <a:lnTo>
                    <a:pt x="844" y="23"/>
                  </a:lnTo>
                  <a:lnTo>
                    <a:pt x="833" y="30"/>
                  </a:lnTo>
                  <a:lnTo>
                    <a:pt x="822" y="33"/>
                  </a:lnTo>
                  <a:lnTo>
                    <a:pt x="810" y="39"/>
                  </a:lnTo>
                  <a:lnTo>
                    <a:pt x="799" y="42"/>
                  </a:lnTo>
                  <a:lnTo>
                    <a:pt x="788" y="52"/>
                  </a:lnTo>
                  <a:lnTo>
                    <a:pt x="777" y="55"/>
                  </a:lnTo>
                  <a:lnTo>
                    <a:pt x="765" y="58"/>
                  </a:lnTo>
                  <a:lnTo>
                    <a:pt x="751" y="61"/>
                  </a:lnTo>
                  <a:lnTo>
                    <a:pt x="739" y="64"/>
                  </a:lnTo>
                  <a:lnTo>
                    <a:pt x="728" y="67"/>
                  </a:lnTo>
                  <a:lnTo>
                    <a:pt x="717" y="67"/>
                  </a:lnTo>
                  <a:lnTo>
                    <a:pt x="706" y="67"/>
                  </a:lnTo>
                  <a:lnTo>
                    <a:pt x="694" y="61"/>
                  </a:lnTo>
                  <a:lnTo>
                    <a:pt x="683" y="55"/>
                  </a:lnTo>
                  <a:lnTo>
                    <a:pt x="672" y="52"/>
                  </a:lnTo>
                  <a:lnTo>
                    <a:pt x="661" y="45"/>
                  </a:lnTo>
                  <a:lnTo>
                    <a:pt x="646" y="45"/>
                  </a:lnTo>
                  <a:lnTo>
                    <a:pt x="631" y="42"/>
                  </a:lnTo>
                  <a:lnTo>
                    <a:pt x="627" y="33"/>
                  </a:lnTo>
                  <a:lnTo>
                    <a:pt x="616" y="30"/>
                  </a:lnTo>
                  <a:lnTo>
                    <a:pt x="605" y="30"/>
                  </a:lnTo>
                  <a:lnTo>
                    <a:pt x="590" y="30"/>
                  </a:lnTo>
                  <a:lnTo>
                    <a:pt x="578" y="30"/>
                  </a:lnTo>
                  <a:lnTo>
                    <a:pt x="567" y="30"/>
                  </a:lnTo>
                  <a:lnTo>
                    <a:pt x="567" y="39"/>
                  </a:lnTo>
                  <a:lnTo>
                    <a:pt x="567" y="48"/>
                  </a:lnTo>
                  <a:lnTo>
                    <a:pt x="578" y="55"/>
                  </a:lnTo>
                  <a:lnTo>
                    <a:pt x="586" y="64"/>
                  </a:lnTo>
                  <a:lnTo>
                    <a:pt x="597" y="73"/>
                  </a:lnTo>
                  <a:lnTo>
                    <a:pt x="605" y="83"/>
                  </a:lnTo>
                  <a:lnTo>
                    <a:pt x="612" y="92"/>
                  </a:lnTo>
                  <a:lnTo>
                    <a:pt x="620" y="102"/>
                  </a:lnTo>
                  <a:lnTo>
                    <a:pt x="608" y="95"/>
                  </a:lnTo>
                  <a:lnTo>
                    <a:pt x="597" y="86"/>
                  </a:lnTo>
                  <a:lnTo>
                    <a:pt x="586" y="80"/>
                  </a:lnTo>
                  <a:lnTo>
                    <a:pt x="575" y="73"/>
                  </a:lnTo>
                  <a:lnTo>
                    <a:pt x="563" y="67"/>
                  </a:lnTo>
                  <a:lnTo>
                    <a:pt x="552" y="58"/>
                  </a:lnTo>
                  <a:lnTo>
                    <a:pt x="541" y="48"/>
                  </a:lnTo>
                  <a:lnTo>
                    <a:pt x="530" y="42"/>
                  </a:lnTo>
                  <a:lnTo>
                    <a:pt x="518" y="39"/>
                  </a:lnTo>
                  <a:lnTo>
                    <a:pt x="504" y="36"/>
                  </a:lnTo>
                  <a:lnTo>
                    <a:pt x="492" y="36"/>
                  </a:lnTo>
                  <a:lnTo>
                    <a:pt x="481" y="36"/>
                  </a:lnTo>
                  <a:lnTo>
                    <a:pt x="470" y="36"/>
                  </a:lnTo>
                  <a:lnTo>
                    <a:pt x="459" y="33"/>
                  </a:lnTo>
                  <a:lnTo>
                    <a:pt x="447" y="33"/>
                  </a:lnTo>
                  <a:lnTo>
                    <a:pt x="436" y="33"/>
                  </a:lnTo>
                  <a:lnTo>
                    <a:pt x="425" y="33"/>
                  </a:lnTo>
                  <a:lnTo>
                    <a:pt x="410" y="33"/>
                  </a:lnTo>
                  <a:lnTo>
                    <a:pt x="399" y="33"/>
                  </a:lnTo>
                  <a:lnTo>
                    <a:pt x="387" y="36"/>
                  </a:lnTo>
                  <a:lnTo>
                    <a:pt x="376" y="36"/>
                  </a:lnTo>
                  <a:lnTo>
                    <a:pt x="361" y="36"/>
                  </a:lnTo>
                  <a:lnTo>
                    <a:pt x="346" y="36"/>
                  </a:lnTo>
                  <a:lnTo>
                    <a:pt x="335" y="36"/>
                  </a:lnTo>
                  <a:lnTo>
                    <a:pt x="324" y="36"/>
                  </a:lnTo>
                  <a:lnTo>
                    <a:pt x="313" y="42"/>
                  </a:lnTo>
                  <a:lnTo>
                    <a:pt x="301" y="45"/>
                  </a:lnTo>
                  <a:lnTo>
                    <a:pt x="298" y="55"/>
                  </a:lnTo>
                  <a:lnTo>
                    <a:pt x="298" y="64"/>
                  </a:lnTo>
                  <a:lnTo>
                    <a:pt x="286" y="73"/>
                  </a:lnTo>
                  <a:lnTo>
                    <a:pt x="275" y="77"/>
                  </a:lnTo>
                  <a:lnTo>
                    <a:pt x="264" y="77"/>
                  </a:lnTo>
                  <a:lnTo>
                    <a:pt x="253" y="77"/>
                  </a:lnTo>
                  <a:lnTo>
                    <a:pt x="242" y="77"/>
                  </a:lnTo>
                  <a:lnTo>
                    <a:pt x="230" y="80"/>
                  </a:lnTo>
                  <a:lnTo>
                    <a:pt x="219" y="83"/>
                  </a:lnTo>
                  <a:lnTo>
                    <a:pt x="204" y="83"/>
                  </a:lnTo>
                  <a:lnTo>
                    <a:pt x="193" y="83"/>
                  </a:lnTo>
                  <a:lnTo>
                    <a:pt x="182" y="83"/>
                  </a:lnTo>
                  <a:lnTo>
                    <a:pt x="170" y="80"/>
                  </a:lnTo>
                  <a:lnTo>
                    <a:pt x="163" y="70"/>
                  </a:lnTo>
                  <a:lnTo>
                    <a:pt x="152" y="67"/>
                  </a:lnTo>
                  <a:lnTo>
                    <a:pt x="140" y="61"/>
                  </a:lnTo>
                  <a:lnTo>
                    <a:pt x="129" y="58"/>
                  </a:lnTo>
                  <a:lnTo>
                    <a:pt x="118" y="55"/>
                  </a:lnTo>
                  <a:lnTo>
                    <a:pt x="107" y="55"/>
                  </a:lnTo>
                  <a:lnTo>
                    <a:pt x="96" y="52"/>
                  </a:lnTo>
                  <a:lnTo>
                    <a:pt x="84" y="45"/>
                  </a:lnTo>
                  <a:lnTo>
                    <a:pt x="73" y="42"/>
                  </a:lnTo>
                  <a:lnTo>
                    <a:pt x="62" y="36"/>
                  </a:lnTo>
                  <a:lnTo>
                    <a:pt x="51" y="33"/>
                  </a:lnTo>
                  <a:lnTo>
                    <a:pt x="39" y="30"/>
                  </a:lnTo>
                  <a:lnTo>
                    <a:pt x="28" y="23"/>
                  </a:lnTo>
                  <a:lnTo>
                    <a:pt x="17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2" name="Freeform 22">
              <a:extLst>
                <a:ext uri="{FF2B5EF4-FFF2-40B4-BE49-F238E27FC236}">
                  <a16:creationId xmlns:a16="http://schemas.microsoft.com/office/drawing/2014/main" id="{F947B42E-8EBE-ABC1-0DD9-BA1B903CE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" y="1252"/>
              <a:ext cx="2764" cy="87"/>
            </a:xfrm>
            <a:custGeom>
              <a:avLst/>
              <a:gdLst>
                <a:gd name="T0" fmla="*/ 0 w 2764"/>
                <a:gd name="T1" fmla="*/ 86 h 87"/>
                <a:gd name="T2" fmla="*/ 60 w 2764"/>
                <a:gd name="T3" fmla="*/ 59 h 87"/>
                <a:gd name="T4" fmla="*/ 115 w 2764"/>
                <a:gd name="T5" fmla="*/ 33 h 87"/>
                <a:gd name="T6" fmla="*/ 160 w 2764"/>
                <a:gd name="T7" fmla="*/ 25 h 87"/>
                <a:gd name="T8" fmla="*/ 204 w 2764"/>
                <a:gd name="T9" fmla="*/ 29 h 87"/>
                <a:gd name="T10" fmla="*/ 249 w 2764"/>
                <a:gd name="T11" fmla="*/ 46 h 87"/>
                <a:gd name="T12" fmla="*/ 294 w 2764"/>
                <a:gd name="T13" fmla="*/ 59 h 87"/>
                <a:gd name="T14" fmla="*/ 343 w 2764"/>
                <a:gd name="T15" fmla="*/ 33 h 87"/>
                <a:gd name="T16" fmla="*/ 388 w 2764"/>
                <a:gd name="T17" fmla="*/ 25 h 87"/>
                <a:gd name="T18" fmla="*/ 433 w 2764"/>
                <a:gd name="T19" fmla="*/ 42 h 87"/>
                <a:gd name="T20" fmla="*/ 478 w 2764"/>
                <a:gd name="T21" fmla="*/ 63 h 87"/>
                <a:gd name="T22" fmla="*/ 522 w 2764"/>
                <a:gd name="T23" fmla="*/ 42 h 87"/>
                <a:gd name="T24" fmla="*/ 572 w 2764"/>
                <a:gd name="T25" fmla="*/ 29 h 87"/>
                <a:gd name="T26" fmla="*/ 617 w 2764"/>
                <a:gd name="T27" fmla="*/ 25 h 87"/>
                <a:gd name="T28" fmla="*/ 666 w 2764"/>
                <a:gd name="T29" fmla="*/ 16 h 87"/>
                <a:gd name="T30" fmla="*/ 721 w 2764"/>
                <a:gd name="T31" fmla="*/ 25 h 87"/>
                <a:gd name="T32" fmla="*/ 761 w 2764"/>
                <a:gd name="T33" fmla="*/ 55 h 87"/>
                <a:gd name="T34" fmla="*/ 810 w 2764"/>
                <a:gd name="T35" fmla="*/ 42 h 87"/>
                <a:gd name="T36" fmla="*/ 865 w 2764"/>
                <a:gd name="T37" fmla="*/ 33 h 87"/>
                <a:gd name="T38" fmla="*/ 915 w 2764"/>
                <a:gd name="T39" fmla="*/ 21 h 87"/>
                <a:gd name="T40" fmla="*/ 959 w 2764"/>
                <a:gd name="T41" fmla="*/ 21 h 87"/>
                <a:gd name="T42" fmla="*/ 1004 w 2764"/>
                <a:gd name="T43" fmla="*/ 46 h 87"/>
                <a:gd name="T44" fmla="*/ 1049 w 2764"/>
                <a:gd name="T45" fmla="*/ 55 h 87"/>
                <a:gd name="T46" fmla="*/ 1094 w 2764"/>
                <a:gd name="T47" fmla="*/ 46 h 87"/>
                <a:gd name="T48" fmla="*/ 1143 w 2764"/>
                <a:gd name="T49" fmla="*/ 38 h 87"/>
                <a:gd name="T50" fmla="*/ 1188 w 2764"/>
                <a:gd name="T51" fmla="*/ 38 h 87"/>
                <a:gd name="T52" fmla="*/ 1238 w 2764"/>
                <a:gd name="T53" fmla="*/ 33 h 87"/>
                <a:gd name="T54" fmla="*/ 1282 w 2764"/>
                <a:gd name="T55" fmla="*/ 16 h 87"/>
                <a:gd name="T56" fmla="*/ 1337 w 2764"/>
                <a:gd name="T57" fmla="*/ 16 h 87"/>
                <a:gd name="T58" fmla="*/ 1382 w 2764"/>
                <a:gd name="T59" fmla="*/ 42 h 87"/>
                <a:gd name="T60" fmla="*/ 1426 w 2764"/>
                <a:gd name="T61" fmla="*/ 50 h 87"/>
                <a:gd name="T62" fmla="*/ 1476 w 2764"/>
                <a:gd name="T63" fmla="*/ 33 h 87"/>
                <a:gd name="T64" fmla="*/ 1531 w 2764"/>
                <a:gd name="T65" fmla="*/ 12 h 87"/>
                <a:gd name="T66" fmla="*/ 1580 w 2764"/>
                <a:gd name="T67" fmla="*/ 8 h 87"/>
                <a:gd name="T68" fmla="*/ 1620 w 2764"/>
                <a:gd name="T69" fmla="*/ 16 h 87"/>
                <a:gd name="T70" fmla="*/ 1665 w 2764"/>
                <a:gd name="T71" fmla="*/ 46 h 87"/>
                <a:gd name="T72" fmla="*/ 1709 w 2764"/>
                <a:gd name="T73" fmla="*/ 59 h 87"/>
                <a:gd name="T74" fmla="*/ 1754 w 2764"/>
                <a:gd name="T75" fmla="*/ 33 h 87"/>
                <a:gd name="T76" fmla="*/ 1804 w 2764"/>
                <a:gd name="T77" fmla="*/ 21 h 87"/>
                <a:gd name="T78" fmla="*/ 1849 w 2764"/>
                <a:gd name="T79" fmla="*/ 16 h 87"/>
                <a:gd name="T80" fmla="*/ 1898 w 2764"/>
                <a:gd name="T81" fmla="*/ 12 h 87"/>
                <a:gd name="T82" fmla="*/ 1958 w 2764"/>
                <a:gd name="T83" fmla="*/ 42 h 87"/>
                <a:gd name="T84" fmla="*/ 2003 w 2764"/>
                <a:gd name="T85" fmla="*/ 63 h 87"/>
                <a:gd name="T86" fmla="*/ 2052 w 2764"/>
                <a:gd name="T87" fmla="*/ 50 h 87"/>
                <a:gd name="T88" fmla="*/ 2097 w 2764"/>
                <a:gd name="T89" fmla="*/ 29 h 87"/>
                <a:gd name="T90" fmla="*/ 2147 w 2764"/>
                <a:gd name="T91" fmla="*/ 16 h 87"/>
                <a:gd name="T92" fmla="*/ 2191 w 2764"/>
                <a:gd name="T93" fmla="*/ 8 h 87"/>
                <a:gd name="T94" fmla="*/ 2246 w 2764"/>
                <a:gd name="T95" fmla="*/ 29 h 87"/>
                <a:gd name="T96" fmla="*/ 2291 w 2764"/>
                <a:gd name="T97" fmla="*/ 42 h 87"/>
                <a:gd name="T98" fmla="*/ 2335 w 2764"/>
                <a:gd name="T99" fmla="*/ 29 h 87"/>
                <a:gd name="T100" fmla="*/ 2380 w 2764"/>
                <a:gd name="T101" fmla="*/ 8 h 87"/>
                <a:gd name="T102" fmla="*/ 2430 w 2764"/>
                <a:gd name="T103" fmla="*/ 0 h 87"/>
                <a:gd name="T104" fmla="*/ 2484 w 2764"/>
                <a:gd name="T105" fmla="*/ 8 h 87"/>
                <a:gd name="T106" fmla="*/ 2529 w 2764"/>
                <a:gd name="T107" fmla="*/ 25 h 87"/>
                <a:gd name="T108" fmla="*/ 2579 w 2764"/>
                <a:gd name="T109" fmla="*/ 38 h 87"/>
                <a:gd name="T110" fmla="*/ 2618 w 2764"/>
                <a:gd name="T111" fmla="*/ 16 h 87"/>
                <a:gd name="T112" fmla="*/ 2668 w 2764"/>
                <a:gd name="T113" fmla="*/ 38 h 87"/>
                <a:gd name="T114" fmla="*/ 2708 w 2764"/>
                <a:gd name="T115" fmla="*/ 59 h 87"/>
                <a:gd name="T116" fmla="*/ 2753 w 2764"/>
                <a:gd name="T117" fmla="*/ 7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64" h="87">
                  <a:moveTo>
                    <a:pt x="0" y="82"/>
                  </a:moveTo>
                  <a:lnTo>
                    <a:pt x="1" y="76"/>
                  </a:lnTo>
                  <a:lnTo>
                    <a:pt x="0" y="86"/>
                  </a:lnTo>
                  <a:lnTo>
                    <a:pt x="31" y="50"/>
                  </a:lnTo>
                  <a:lnTo>
                    <a:pt x="45" y="50"/>
                  </a:lnTo>
                  <a:lnTo>
                    <a:pt x="60" y="59"/>
                  </a:lnTo>
                  <a:lnTo>
                    <a:pt x="80" y="50"/>
                  </a:lnTo>
                  <a:lnTo>
                    <a:pt x="100" y="38"/>
                  </a:lnTo>
                  <a:lnTo>
                    <a:pt x="115" y="33"/>
                  </a:lnTo>
                  <a:lnTo>
                    <a:pt x="130" y="33"/>
                  </a:lnTo>
                  <a:lnTo>
                    <a:pt x="145" y="29"/>
                  </a:lnTo>
                  <a:lnTo>
                    <a:pt x="160" y="25"/>
                  </a:lnTo>
                  <a:lnTo>
                    <a:pt x="175" y="25"/>
                  </a:lnTo>
                  <a:lnTo>
                    <a:pt x="189" y="29"/>
                  </a:lnTo>
                  <a:lnTo>
                    <a:pt x="204" y="29"/>
                  </a:lnTo>
                  <a:lnTo>
                    <a:pt x="219" y="33"/>
                  </a:lnTo>
                  <a:lnTo>
                    <a:pt x="234" y="42"/>
                  </a:lnTo>
                  <a:lnTo>
                    <a:pt x="249" y="46"/>
                  </a:lnTo>
                  <a:lnTo>
                    <a:pt x="264" y="50"/>
                  </a:lnTo>
                  <a:lnTo>
                    <a:pt x="279" y="55"/>
                  </a:lnTo>
                  <a:lnTo>
                    <a:pt x="294" y="59"/>
                  </a:lnTo>
                  <a:lnTo>
                    <a:pt x="314" y="55"/>
                  </a:lnTo>
                  <a:lnTo>
                    <a:pt x="334" y="46"/>
                  </a:lnTo>
                  <a:lnTo>
                    <a:pt x="343" y="33"/>
                  </a:lnTo>
                  <a:lnTo>
                    <a:pt x="358" y="33"/>
                  </a:lnTo>
                  <a:lnTo>
                    <a:pt x="373" y="29"/>
                  </a:lnTo>
                  <a:lnTo>
                    <a:pt x="388" y="25"/>
                  </a:lnTo>
                  <a:lnTo>
                    <a:pt x="403" y="21"/>
                  </a:lnTo>
                  <a:lnTo>
                    <a:pt x="418" y="33"/>
                  </a:lnTo>
                  <a:lnTo>
                    <a:pt x="433" y="42"/>
                  </a:lnTo>
                  <a:lnTo>
                    <a:pt x="448" y="55"/>
                  </a:lnTo>
                  <a:lnTo>
                    <a:pt x="463" y="63"/>
                  </a:lnTo>
                  <a:lnTo>
                    <a:pt x="478" y="63"/>
                  </a:lnTo>
                  <a:lnTo>
                    <a:pt x="492" y="55"/>
                  </a:lnTo>
                  <a:lnTo>
                    <a:pt x="507" y="50"/>
                  </a:lnTo>
                  <a:lnTo>
                    <a:pt x="522" y="42"/>
                  </a:lnTo>
                  <a:lnTo>
                    <a:pt x="537" y="38"/>
                  </a:lnTo>
                  <a:lnTo>
                    <a:pt x="552" y="33"/>
                  </a:lnTo>
                  <a:lnTo>
                    <a:pt x="572" y="29"/>
                  </a:lnTo>
                  <a:lnTo>
                    <a:pt x="587" y="29"/>
                  </a:lnTo>
                  <a:lnTo>
                    <a:pt x="602" y="25"/>
                  </a:lnTo>
                  <a:lnTo>
                    <a:pt x="617" y="25"/>
                  </a:lnTo>
                  <a:lnTo>
                    <a:pt x="632" y="25"/>
                  </a:lnTo>
                  <a:lnTo>
                    <a:pt x="646" y="21"/>
                  </a:lnTo>
                  <a:lnTo>
                    <a:pt x="666" y="16"/>
                  </a:lnTo>
                  <a:lnTo>
                    <a:pt x="686" y="16"/>
                  </a:lnTo>
                  <a:lnTo>
                    <a:pt x="706" y="12"/>
                  </a:lnTo>
                  <a:lnTo>
                    <a:pt x="721" y="25"/>
                  </a:lnTo>
                  <a:lnTo>
                    <a:pt x="731" y="38"/>
                  </a:lnTo>
                  <a:lnTo>
                    <a:pt x="741" y="50"/>
                  </a:lnTo>
                  <a:lnTo>
                    <a:pt x="761" y="55"/>
                  </a:lnTo>
                  <a:lnTo>
                    <a:pt x="776" y="50"/>
                  </a:lnTo>
                  <a:lnTo>
                    <a:pt x="795" y="46"/>
                  </a:lnTo>
                  <a:lnTo>
                    <a:pt x="810" y="42"/>
                  </a:lnTo>
                  <a:lnTo>
                    <a:pt x="830" y="38"/>
                  </a:lnTo>
                  <a:lnTo>
                    <a:pt x="850" y="38"/>
                  </a:lnTo>
                  <a:lnTo>
                    <a:pt x="865" y="33"/>
                  </a:lnTo>
                  <a:lnTo>
                    <a:pt x="880" y="29"/>
                  </a:lnTo>
                  <a:lnTo>
                    <a:pt x="900" y="25"/>
                  </a:lnTo>
                  <a:lnTo>
                    <a:pt x="915" y="21"/>
                  </a:lnTo>
                  <a:lnTo>
                    <a:pt x="930" y="16"/>
                  </a:lnTo>
                  <a:lnTo>
                    <a:pt x="945" y="12"/>
                  </a:lnTo>
                  <a:lnTo>
                    <a:pt x="959" y="21"/>
                  </a:lnTo>
                  <a:lnTo>
                    <a:pt x="974" y="29"/>
                  </a:lnTo>
                  <a:lnTo>
                    <a:pt x="989" y="38"/>
                  </a:lnTo>
                  <a:lnTo>
                    <a:pt x="1004" y="46"/>
                  </a:lnTo>
                  <a:lnTo>
                    <a:pt x="1019" y="55"/>
                  </a:lnTo>
                  <a:lnTo>
                    <a:pt x="1034" y="55"/>
                  </a:lnTo>
                  <a:lnTo>
                    <a:pt x="1049" y="55"/>
                  </a:lnTo>
                  <a:lnTo>
                    <a:pt x="1064" y="50"/>
                  </a:lnTo>
                  <a:lnTo>
                    <a:pt x="1079" y="46"/>
                  </a:lnTo>
                  <a:lnTo>
                    <a:pt x="1094" y="46"/>
                  </a:lnTo>
                  <a:lnTo>
                    <a:pt x="1108" y="42"/>
                  </a:lnTo>
                  <a:lnTo>
                    <a:pt x="1128" y="42"/>
                  </a:lnTo>
                  <a:lnTo>
                    <a:pt x="1143" y="38"/>
                  </a:lnTo>
                  <a:lnTo>
                    <a:pt x="1158" y="38"/>
                  </a:lnTo>
                  <a:lnTo>
                    <a:pt x="1173" y="38"/>
                  </a:lnTo>
                  <a:lnTo>
                    <a:pt x="1188" y="38"/>
                  </a:lnTo>
                  <a:lnTo>
                    <a:pt x="1203" y="38"/>
                  </a:lnTo>
                  <a:lnTo>
                    <a:pt x="1218" y="38"/>
                  </a:lnTo>
                  <a:lnTo>
                    <a:pt x="1238" y="33"/>
                  </a:lnTo>
                  <a:lnTo>
                    <a:pt x="1252" y="29"/>
                  </a:lnTo>
                  <a:lnTo>
                    <a:pt x="1267" y="21"/>
                  </a:lnTo>
                  <a:lnTo>
                    <a:pt x="1282" y="16"/>
                  </a:lnTo>
                  <a:lnTo>
                    <a:pt x="1297" y="12"/>
                  </a:lnTo>
                  <a:lnTo>
                    <a:pt x="1317" y="8"/>
                  </a:lnTo>
                  <a:lnTo>
                    <a:pt x="1337" y="16"/>
                  </a:lnTo>
                  <a:lnTo>
                    <a:pt x="1352" y="29"/>
                  </a:lnTo>
                  <a:lnTo>
                    <a:pt x="1367" y="38"/>
                  </a:lnTo>
                  <a:lnTo>
                    <a:pt x="1382" y="42"/>
                  </a:lnTo>
                  <a:lnTo>
                    <a:pt x="1397" y="50"/>
                  </a:lnTo>
                  <a:lnTo>
                    <a:pt x="1411" y="50"/>
                  </a:lnTo>
                  <a:lnTo>
                    <a:pt x="1426" y="50"/>
                  </a:lnTo>
                  <a:lnTo>
                    <a:pt x="1446" y="46"/>
                  </a:lnTo>
                  <a:lnTo>
                    <a:pt x="1461" y="42"/>
                  </a:lnTo>
                  <a:lnTo>
                    <a:pt x="1476" y="33"/>
                  </a:lnTo>
                  <a:lnTo>
                    <a:pt x="1496" y="25"/>
                  </a:lnTo>
                  <a:lnTo>
                    <a:pt x="1511" y="21"/>
                  </a:lnTo>
                  <a:lnTo>
                    <a:pt x="1531" y="12"/>
                  </a:lnTo>
                  <a:lnTo>
                    <a:pt x="1546" y="12"/>
                  </a:lnTo>
                  <a:lnTo>
                    <a:pt x="1560" y="12"/>
                  </a:lnTo>
                  <a:lnTo>
                    <a:pt x="1580" y="8"/>
                  </a:lnTo>
                  <a:lnTo>
                    <a:pt x="1595" y="4"/>
                  </a:lnTo>
                  <a:lnTo>
                    <a:pt x="1610" y="4"/>
                  </a:lnTo>
                  <a:lnTo>
                    <a:pt x="1620" y="16"/>
                  </a:lnTo>
                  <a:lnTo>
                    <a:pt x="1635" y="25"/>
                  </a:lnTo>
                  <a:lnTo>
                    <a:pt x="1650" y="33"/>
                  </a:lnTo>
                  <a:lnTo>
                    <a:pt x="1665" y="46"/>
                  </a:lnTo>
                  <a:lnTo>
                    <a:pt x="1680" y="55"/>
                  </a:lnTo>
                  <a:lnTo>
                    <a:pt x="1695" y="59"/>
                  </a:lnTo>
                  <a:lnTo>
                    <a:pt x="1709" y="59"/>
                  </a:lnTo>
                  <a:lnTo>
                    <a:pt x="1724" y="50"/>
                  </a:lnTo>
                  <a:lnTo>
                    <a:pt x="1739" y="42"/>
                  </a:lnTo>
                  <a:lnTo>
                    <a:pt x="1754" y="33"/>
                  </a:lnTo>
                  <a:lnTo>
                    <a:pt x="1769" y="29"/>
                  </a:lnTo>
                  <a:lnTo>
                    <a:pt x="1784" y="25"/>
                  </a:lnTo>
                  <a:lnTo>
                    <a:pt x="1804" y="21"/>
                  </a:lnTo>
                  <a:lnTo>
                    <a:pt x="1819" y="21"/>
                  </a:lnTo>
                  <a:lnTo>
                    <a:pt x="1834" y="21"/>
                  </a:lnTo>
                  <a:lnTo>
                    <a:pt x="1849" y="16"/>
                  </a:lnTo>
                  <a:lnTo>
                    <a:pt x="1863" y="16"/>
                  </a:lnTo>
                  <a:lnTo>
                    <a:pt x="1878" y="8"/>
                  </a:lnTo>
                  <a:lnTo>
                    <a:pt x="1898" y="12"/>
                  </a:lnTo>
                  <a:lnTo>
                    <a:pt x="1923" y="25"/>
                  </a:lnTo>
                  <a:lnTo>
                    <a:pt x="1938" y="29"/>
                  </a:lnTo>
                  <a:lnTo>
                    <a:pt x="1958" y="42"/>
                  </a:lnTo>
                  <a:lnTo>
                    <a:pt x="1973" y="46"/>
                  </a:lnTo>
                  <a:lnTo>
                    <a:pt x="1988" y="55"/>
                  </a:lnTo>
                  <a:lnTo>
                    <a:pt x="2003" y="63"/>
                  </a:lnTo>
                  <a:lnTo>
                    <a:pt x="2017" y="63"/>
                  </a:lnTo>
                  <a:lnTo>
                    <a:pt x="2032" y="59"/>
                  </a:lnTo>
                  <a:lnTo>
                    <a:pt x="2052" y="50"/>
                  </a:lnTo>
                  <a:lnTo>
                    <a:pt x="2067" y="38"/>
                  </a:lnTo>
                  <a:lnTo>
                    <a:pt x="2082" y="33"/>
                  </a:lnTo>
                  <a:lnTo>
                    <a:pt x="2097" y="29"/>
                  </a:lnTo>
                  <a:lnTo>
                    <a:pt x="2112" y="25"/>
                  </a:lnTo>
                  <a:lnTo>
                    <a:pt x="2132" y="21"/>
                  </a:lnTo>
                  <a:lnTo>
                    <a:pt x="2147" y="16"/>
                  </a:lnTo>
                  <a:lnTo>
                    <a:pt x="2161" y="12"/>
                  </a:lnTo>
                  <a:lnTo>
                    <a:pt x="2176" y="8"/>
                  </a:lnTo>
                  <a:lnTo>
                    <a:pt x="2191" y="8"/>
                  </a:lnTo>
                  <a:lnTo>
                    <a:pt x="2206" y="12"/>
                  </a:lnTo>
                  <a:lnTo>
                    <a:pt x="2231" y="21"/>
                  </a:lnTo>
                  <a:lnTo>
                    <a:pt x="2246" y="29"/>
                  </a:lnTo>
                  <a:lnTo>
                    <a:pt x="2261" y="33"/>
                  </a:lnTo>
                  <a:lnTo>
                    <a:pt x="2276" y="38"/>
                  </a:lnTo>
                  <a:lnTo>
                    <a:pt x="2291" y="42"/>
                  </a:lnTo>
                  <a:lnTo>
                    <a:pt x="2306" y="42"/>
                  </a:lnTo>
                  <a:lnTo>
                    <a:pt x="2320" y="33"/>
                  </a:lnTo>
                  <a:lnTo>
                    <a:pt x="2335" y="29"/>
                  </a:lnTo>
                  <a:lnTo>
                    <a:pt x="2350" y="21"/>
                  </a:lnTo>
                  <a:lnTo>
                    <a:pt x="2365" y="12"/>
                  </a:lnTo>
                  <a:lnTo>
                    <a:pt x="2380" y="8"/>
                  </a:lnTo>
                  <a:lnTo>
                    <a:pt x="2400" y="4"/>
                  </a:lnTo>
                  <a:lnTo>
                    <a:pt x="2415" y="0"/>
                  </a:lnTo>
                  <a:lnTo>
                    <a:pt x="2430" y="0"/>
                  </a:lnTo>
                  <a:lnTo>
                    <a:pt x="2450" y="0"/>
                  </a:lnTo>
                  <a:lnTo>
                    <a:pt x="2464" y="4"/>
                  </a:lnTo>
                  <a:lnTo>
                    <a:pt x="2484" y="8"/>
                  </a:lnTo>
                  <a:lnTo>
                    <a:pt x="2499" y="12"/>
                  </a:lnTo>
                  <a:lnTo>
                    <a:pt x="2514" y="21"/>
                  </a:lnTo>
                  <a:lnTo>
                    <a:pt x="2529" y="25"/>
                  </a:lnTo>
                  <a:lnTo>
                    <a:pt x="2549" y="29"/>
                  </a:lnTo>
                  <a:lnTo>
                    <a:pt x="2564" y="38"/>
                  </a:lnTo>
                  <a:lnTo>
                    <a:pt x="2579" y="38"/>
                  </a:lnTo>
                  <a:lnTo>
                    <a:pt x="2589" y="25"/>
                  </a:lnTo>
                  <a:lnTo>
                    <a:pt x="2604" y="16"/>
                  </a:lnTo>
                  <a:lnTo>
                    <a:pt x="2618" y="16"/>
                  </a:lnTo>
                  <a:lnTo>
                    <a:pt x="2633" y="21"/>
                  </a:lnTo>
                  <a:lnTo>
                    <a:pt x="2653" y="29"/>
                  </a:lnTo>
                  <a:lnTo>
                    <a:pt x="2668" y="38"/>
                  </a:lnTo>
                  <a:lnTo>
                    <a:pt x="2683" y="42"/>
                  </a:lnTo>
                  <a:lnTo>
                    <a:pt x="2693" y="55"/>
                  </a:lnTo>
                  <a:lnTo>
                    <a:pt x="2708" y="59"/>
                  </a:lnTo>
                  <a:lnTo>
                    <a:pt x="2723" y="63"/>
                  </a:lnTo>
                  <a:lnTo>
                    <a:pt x="2738" y="72"/>
                  </a:lnTo>
                  <a:lnTo>
                    <a:pt x="2753" y="72"/>
                  </a:lnTo>
                  <a:lnTo>
                    <a:pt x="2763" y="80"/>
                  </a:lnTo>
                  <a:lnTo>
                    <a:pt x="2756" y="78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44" name="Line 24">
            <a:extLst>
              <a:ext uri="{FF2B5EF4-FFF2-40B4-BE49-F238E27FC236}">
                <a16:creationId xmlns:a16="http://schemas.microsoft.com/office/drawing/2014/main" id="{B53BDA59-06CD-2841-823E-4E8CDC975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43175"/>
            <a:ext cx="0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5" name="Rectangle 25">
            <a:extLst>
              <a:ext uri="{FF2B5EF4-FFF2-40B4-BE49-F238E27FC236}">
                <a16:creationId xmlns:a16="http://schemas.microsoft.com/office/drawing/2014/main" id="{797ABBB5-724B-9571-53BC-E818AFBF9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104775"/>
            <a:ext cx="133350" cy="95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6" name="Arc 26">
            <a:extLst>
              <a:ext uri="{FF2B5EF4-FFF2-40B4-BE49-F238E27FC236}">
                <a16:creationId xmlns:a16="http://schemas.microsoft.com/office/drawing/2014/main" id="{46C83D95-EC09-FD37-3F66-9FAA0997E596}"/>
              </a:ext>
            </a:extLst>
          </p:cNvPr>
          <p:cNvSpPr>
            <a:spLocks/>
          </p:cNvSpPr>
          <p:nvPr/>
        </p:nvSpPr>
        <p:spPr bwMode="auto">
          <a:xfrm>
            <a:off x="1828800" y="571500"/>
            <a:ext cx="1068388" cy="1885950"/>
          </a:xfrm>
          <a:custGeom>
            <a:avLst/>
            <a:gdLst>
              <a:gd name="G0" fmla="+- 32 0 0"/>
              <a:gd name="G1" fmla="+- 21600 0 0"/>
              <a:gd name="G2" fmla="+- 21600 0 0"/>
              <a:gd name="T0" fmla="*/ 0 w 21632"/>
              <a:gd name="T1" fmla="*/ 0 h 21600"/>
              <a:gd name="T2" fmla="*/ 21632 w 21632"/>
              <a:gd name="T3" fmla="*/ 21600 h 21600"/>
              <a:gd name="T4" fmla="*/ 32 w 21632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32" h="21600" fill="none" extrusionOk="0">
                <a:moveTo>
                  <a:pt x="0" y="0"/>
                </a:moveTo>
                <a:cubicBezTo>
                  <a:pt x="10" y="0"/>
                  <a:pt x="21" y="0"/>
                  <a:pt x="32" y="0"/>
                </a:cubicBezTo>
                <a:cubicBezTo>
                  <a:pt x="11961" y="0"/>
                  <a:pt x="21632" y="9670"/>
                  <a:pt x="21632" y="21600"/>
                </a:cubicBezTo>
              </a:path>
              <a:path w="21632" h="21600" stroke="0" extrusionOk="0">
                <a:moveTo>
                  <a:pt x="0" y="0"/>
                </a:moveTo>
                <a:cubicBezTo>
                  <a:pt x="10" y="0"/>
                  <a:pt x="21" y="0"/>
                  <a:pt x="32" y="0"/>
                </a:cubicBezTo>
                <a:cubicBezTo>
                  <a:pt x="11961" y="0"/>
                  <a:pt x="21632" y="9670"/>
                  <a:pt x="21632" y="21600"/>
                </a:cubicBezTo>
                <a:lnTo>
                  <a:pt x="32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55B0257-CA21-CD26-4575-3B7F070CC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2887663"/>
            <a:ext cx="39338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StudentName.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FirstName   PIC X(8) VALUE “JOHN”.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Surname     PIC X(8) VALUE “POWER”.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BFBBDE3-9188-B865-7EA4-E81F6306F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T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B98841F5-972F-10D2-1056-7ED5EE359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O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23C46E7-3AF7-5C98-14E2-30065AEA1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968D11F3-01AA-2F6B-E737-3858A1ADC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M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A08E04A-84DF-4A85-4F28-EC497BD06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DC406379-2195-19A1-164B-683C169A3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3943DE7F-0A14-3739-49AE-B3D352FAD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154" name="Rectangle 10">
            <a:extLst>
              <a:ext uri="{FF2B5EF4-FFF2-40B4-BE49-F238E27FC236}">
                <a16:creationId xmlns:a16="http://schemas.microsoft.com/office/drawing/2014/main" id="{8426DE95-D21E-720D-D9AB-D7805200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C565F8F7-A8F4-31F3-9DDB-F17BA6DE3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71320E72-55BE-C46C-19F5-0F21B86CE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O</a:t>
            </a:r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725AA88D-BB03-3169-F5AE-F6AE734A4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U</a:t>
            </a:r>
          </a:p>
        </p:txBody>
      </p:sp>
      <p:sp>
        <p:nvSpPr>
          <p:cNvPr id="6158" name="Rectangle 14">
            <a:extLst>
              <a:ext uri="{FF2B5EF4-FFF2-40B4-BE49-F238E27FC236}">
                <a16:creationId xmlns:a16="http://schemas.microsoft.com/office/drawing/2014/main" id="{4E9A75C7-88B0-74BB-94A1-79D14904B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6159" name="Rectangle 15">
            <a:extLst>
              <a:ext uri="{FF2B5EF4-FFF2-40B4-BE49-F238E27FC236}">
                <a16:creationId xmlns:a16="http://schemas.microsoft.com/office/drawing/2014/main" id="{69010B8B-A489-6846-4259-1318E2C6C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6160" name="Rectangle 16">
            <a:extLst>
              <a:ext uri="{FF2B5EF4-FFF2-40B4-BE49-F238E27FC236}">
                <a16:creationId xmlns:a16="http://schemas.microsoft.com/office/drawing/2014/main" id="{E615333C-135C-5447-76F4-F6AAC38A9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L</a:t>
            </a:r>
          </a:p>
        </p:txBody>
      </p:sp>
      <p:sp>
        <p:nvSpPr>
          <p:cNvPr id="6161" name="Rectangle 17">
            <a:extLst>
              <a:ext uri="{FF2B5EF4-FFF2-40B4-BE49-F238E27FC236}">
                <a16:creationId xmlns:a16="http://schemas.microsoft.com/office/drawing/2014/main" id="{135B28F1-EFC9-0E32-B080-12B74B55C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A</a:t>
            </a:r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162" name="Rectangle 18">
            <a:extLst>
              <a:ext uri="{FF2B5EF4-FFF2-40B4-BE49-F238E27FC236}">
                <a16:creationId xmlns:a16="http://schemas.microsoft.com/office/drawing/2014/main" id="{685DFE1C-185B-A2DD-D75F-C7F3951F9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N</a:t>
            </a:r>
            <a:r>
              <a:rPr lang="en-US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163" name="Rectangle 19">
            <a:extLst>
              <a:ext uri="{FF2B5EF4-FFF2-40B4-BE49-F238E27FC236}">
                <a16:creationId xmlns:a16="http://schemas.microsoft.com/office/drawing/2014/main" id="{E877C890-2B02-2229-F0DA-DC52EE50E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551113"/>
            <a:ext cx="3679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67" name="Group 23">
            <a:extLst>
              <a:ext uri="{FF2B5EF4-FFF2-40B4-BE49-F238E27FC236}">
                <a16:creationId xmlns:a16="http://schemas.microsoft.com/office/drawing/2014/main" id="{64B54A6A-1CE5-FCC5-DE97-5E812264F805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180975"/>
            <a:ext cx="4435475" cy="1944688"/>
            <a:chOff x="93" y="114"/>
            <a:chExt cx="2794" cy="1225"/>
          </a:xfrm>
        </p:grpSpPr>
        <p:sp>
          <p:nvSpPr>
            <p:cNvPr id="6164" name="Rectangle 20">
              <a:extLst>
                <a:ext uri="{FF2B5EF4-FFF2-40B4-BE49-F238E27FC236}">
                  <a16:creationId xmlns:a16="http://schemas.microsoft.com/office/drawing/2014/main" id="{2968DDBF-761E-8ACC-6D80-7E51040A9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" y="130"/>
              <a:ext cx="2764" cy="1192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“COUGHLAN” TO Surname.</a:t>
              </a:r>
            </a:p>
            <a:p>
              <a:r>
                <a:rPr lang="en-US" altLang="en-US" sz="1400" b="1">
                  <a:solidFill>
                    <a:srgbClr val="CC0000"/>
                  </a:solidFill>
                  <a:latin typeface="Courier New" panose="02070309020205020404" pitchFamily="49" charset="0"/>
                </a:rPr>
                <a:t>MOVE “TOM” TO FirstName.</a:t>
              </a:r>
              <a:endPara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“FITZPATRICK” TO Surname.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“ALEXANDER” TO FirstName.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“JOHN    RYAN” TO StudentName.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“x” TO StudentName.</a:t>
              </a:r>
            </a:p>
          </p:txBody>
        </p:sp>
        <p:sp>
          <p:nvSpPr>
            <p:cNvPr id="6165" name="Freeform 21">
              <a:extLst>
                <a:ext uri="{FF2B5EF4-FFF2-40B4-BE49-F238E27FC236}">
                  <a16:creationId xmlns:a16="http://schemas.microsoft.com/office/drawing/2014/main" id="{1EDDFC07-5A9F-BEAA-DCFA-C69EE46B6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" y="114"/>
              <a:ext cx="2773" cy="103"/>
            </a:xfrm>
            <a:custGeom>
              <a:avLst/>
              <a:gdLst>
                <a:gd name="T0" fmla="*/ 2764 w 2773"/>
                <a:gd name="T1" fmla="*/ 5 h 103"/>
                <a:gd name="T2" fmla="*/ 2693 w 2773"/>
                <a:gd name="T3" fmla="*/ 36 h 103"/>
                <a:gd name="T4" fmla="*/ 2637 w 2773"/>
                <a:gd name="T5" fmla="*/ 36 h 103"/>
                <a:gd name="T6" fmla="*/ 2588 w 2773"/>
                <a:gd name="T7" fmla="*/ 64 h 103"/>
                <a:gd name="T8" fmla="*/ 2528 w 2773"/>
                <a:gd name="T9" fmla="*/ 42 h 103"/>
                <a:gd name="T10" fmla="*/ 2468 w 2773"/>
                <a:gd name="T11" fmla="*/ 30 h 103"/>
                <a:gd name="T12" fmla="*/ 2412 w 2773"/>
                <a:gd name="T13" fmla="*/ 17 h 103"/>
                <a:gd name="T14" fmla="*/ 2356 w 2773"/>
                <a:gd name="T15" fmla="*/ 39 h 103"/>
                <a:gd name="T16" fmla="*/ 2307 w 2773"/>
                <a:gd name="T17" fmla="*/ 58 h 103"/>
                <a:gd name="T18" fmla="*/ 2251 w 2773"/>
                <a:gd name="T19" fmla="*/ 77 h 103"/>
                <a:gd name="T20" fmla="*/ 2191 w 2773"/>
                <a:gd name="T21" fmla="*/ 61 h 103"/>
                <a:gd name="T22" fmla="*/ 2135 w 2773"/>
                <a:gd name="T23" fmla="*/ 45 h 103"/>
                <a:gd name="T24" fmla="*/ 2072 w 2773"/>
                <a:gd name="T25" fmla="*/ 36 h 103"/>
                <a:gd name="T26" fmla="*/ 2016 w 2773"/>
                <a:gd name="T27" fmla="*/ 30 h 103"/>
                <a:gd name="T28" fmla="*/ 1956 w 2773"/>
                <a:gd name="T29" fmla="*/ 27 h 103"/>
                <a:gd name="T30" fmla="*/ 1903 w 2773"/>
                <a:gd name="T31" fmla="*/ 36 h 103"/>
                <a:gd name="T32" fmla="*/ 1847 w 2773"/>
                <a:gd name="T33" fmla="*/ 58 h 103"/>
                <a:gd name="T34" fmla="*/ 1791 w 2773"/>
                <a:gd name="T35" fmla="*/ 45 h 103"/>
                <a:gd name="T36" fmla="*/ 1735 w 2773"/>
                <a:gd name="T37" fmla="*/ 27 h 103"/>
                <a:gd name="T38" fmla="*/ 1675 w 2773"/>
                <a:gd name="T39" fmla="*/ 17 h 103"/>
                <a:gd name="T40" fmla="*/ 1619 w 2773"/>
                <a:gd name="T41" fmla="*/ 14 h 103"/>
                <a:gd name="T42" fmla="*/ 1563 w 2773"/>
                <a:gd name="T43" fmla="*/ 45 h 103"/>
                <a:gd name="T44" fmla="*/ 1507 w 2773"/>
                <a:gd name="T45" fmla="*/ 58 h 103"/>
                <a:gd name="T46" fmla="*/ 1443 w 2773"/>
                <a:gd name="T47" fmla="*/ 67 h 103"/>
                <a:gd name="T48" fmla="*/ 1387 w 2773"/>
                <a:gd name="T49" fmla="*/ 70 h 103"/>
                <a:gd name="T50" fmla="*/ 1327 w 2773"/>
                <a:gd name="T51" fmla="*/ 39 h 103"/>
                <a:gd name="T52" fmla="*/ 1267 w 2773"/>
                <a:gd name="T53" fmla="*/ 23 h 103"/>
                <a:gd name="T54" fmla="*/ 1207 w 2773"/>
                <a:gd name="T55" fmla="*/ 42 h 103"/>
                <a:gd name="T56" fmla="*/ 1147 w 2773"/>
                <a:gd name="T57" fmla="*/ 61 h 103"/>
                <a:gd name="T58" fmla="*/ 1091 w 2773"/>
                <a:gd name="T59" fmla="*/ 36 h 103"/>
                <a:gd name="T60" fmla="*/ 1035 w 2773"/>
                <a:gd name="T61" fmla="*/ 11 h 103"/>
                <a:gd name="T62" fmla="*/ 979 w 2773"/>
                <a:gd name="T63" fmla="*/ 14 h 103"/>
                <a:gd name="T64" fmla="*/ 923 w 2773"/>
                <a:gd name="T65" fmla="*/ 17 h 103"/>
                <a:gd name="T66" fmla="*/ 867 w 2773"/>
                <a:gd name="T67" fmla="*/ 20 h 103"/>
                <a:gd name="T68" fmla="*/ 810 w 2773"/>
                <a:gd name="T69" fmla="*/ 39 h 103"/>
                <a:gd name="T70" fmla="*/ 751 w 2773"/>
                <a:gd name="T71" fmla="*/ 61 h 103"/>
                <a:gd name="T72" fmla="*/ 694 w 2773"/>
                <a:gd name="T73" fmla="*/ 61 h 103"/>
                <a:gd name="T74" fmla="*/ 631 w 2773"/>
                <a:gd name="T75" fmla="*/ 42 h 103"/>
                <a:gd name="T76" fmla="*/ 578 w 2773"/>
                <a:gd name="T77" fmla="*/ 30 h 103"/>
                <a:gd name="T78" fmla="*/ 586 w 2773"/>
                <a:gd name="T79" fmla="*/ 64 h 103"/>
                <a:gd name="T80" fmla="*/ 608 w 2773"/>
                <a:gd name="T81" fmla="*/ 95 h 103"/>
                <a:gd name="T82" fmla="*/ 552 w 2773"/>
                <a:gd name="T83" fmla="*/ 58 h 103"/>
                <a:gd name="T84" fmla="*/ 492 w 2773"/>
                <a:gd name="T85" fmla="*/ 36 h 103"/>
                <a:gd name="T86" fmla="*/ 436 w 2773"/>
                <a:gd name="T87" fmla="*/ 33 h 103"/>
                <a:gd name="T88" fmla="*/ 376 w 2773"/>
                <a:gd name="T89" fmla="*/ 36 h 103"/>
                <a:gd name="T90" fmla="*/ 313 w 2773"/>
                <a:gd name="T91" fmla="*/ 42 h 103"/>
                <a:gd name="T92" fmla="*/ 275 w 2773"/>
                <a:gd name="T93" fmla="*/ 77 h 103"/>
                <a:gd name="T94" fmla="*/ 219 w 2773"/>
                <a:gd name="T95" fmla="*/ 83 h 103"/>
                <a:gd name="T96" fmla="*/ 163 w 2773"/>
                <a:gd name="T97" fmla="*/ 70 h 103"/>
                <a:gd name="T98" fmla="*/ 107 w 2773"/>
                <a:gd name="T99" fmla="*/ 55 h 103"/>
                <a:gd name="T100" fmla="*/ 51 w 2773"/>
                <a:gd name="T101" fmla="*/ 33 h 103"/>
                <a:gd name="T102" fmla="*/ 2 w 2773"/>
                <a:gd name="T103" fmla="*/ 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73" h="103">
                  <a:moveTo>
                    <a:pt x="2772" y="2"/>
                  </a:moveTo>
                  <a:lnTo>
                    <a:pt x="2772" y="0"/>
                  </a:lnTo>
                  <a:lnTo>
                    <a:pt x="2772" y="2"/>
                  </a:lnTo>
                  <a:lnTo>
                    <a:pt x="2770" y="5"/>
                  </a:lnTo>
                  <a:lnTo>
                    <a:pt x="2764" y="5"/>
                  </a:lnTo>
                  <a:lnTo>
                    <a:pt x="2742" y="14"/>
                  </a:lnTo>
                  <a:lnTo>
                    <a:pt x="2727" y="23"/>
                  </a:lnTo>
                  <a:lnTo>
                    <a:pt x="2715" y="33"/>
                  </a:lnTo>
                  <a:lnTo>
                    <a:pt x="2704" y="33"/>
                  </a:lnTo>
                  <a:lnTo>
                    <a:pt x="2693" y="36"/>
                  </a:lnTo>
                  <a:lnTo>
                    <a:pt x="2682" y="36"/>
                  </a:lnTo>
                  <a:lnTo>
                    <a:pt x="2670" y="36"/>
                  </a:lnTo>
                  <a:lnTo>
                    <a:pt x="2659" y="36"/>
                  </a:lnTo>
                  <a:lnTo>
                    <a:pt x="2648" y="36"/>
                  </a:lnTo>
                  <a:lnTo>
                    <a:pt x="2637" y="36"/>
                  </a:lnTo>
                  <a:lnTo>
                    <a:pt x="2626" y="42"/>
                  </a:lnTo>
                  <a:lnTo>
                    <a:pt x="2618" y="52"/>
                  </a:lnTo>
                  <a:lnTo>
                    <a:pt x="2611" y="61"/>
                  </a:lnTo>
                  <a:lnTo>
                    <a:pt x="2599" y="64"/>
                  </a:lnTo>
                  <a:lnTo>
                    <a:pt x="2588" y="64"/>
                  </a:lnTo>
                  <a:lnTo>
                    <a:pt x="2577" y="58"/>
                  </a:lnTo>
                  <a:lnTo>
                    <a:pt x="2562" y="52"/>
                  </a:lnTo>
                  <a:lnTo>
                    <a:pt x="2551" y="52"/>
                  </a:lnTo>
                  <a:lnTo>
                    <a:pt x="2539" y="48"/>
                  </a:lnTo>
                  <a:lnTo>
                    <a:pt x="2528" y="42"/>
                  </a:lnTo>
                  <a:lnTo>
                    <a:pt x="2517" y="39"/>
                  </a:lnTo>
                  <a:lnTo>
                    <a:pt x="2502" y="39"/>
                  </a:lnTo>
                  <a:lnTo>
                    <a:pt x="2491" y="36"/>
                  </a:lnTo>
                  <a:lnTo>
                    <a:pt x="2480" y="33"/>
                  </a:lnTo>
                  <a:lnTo>
                    <a:pt x="2468" y="30"/>
                  </a:lnTo>
                  <a:lnTo>
                    <a:pt x="2457" y="30"/>
                  </a:lnTo>
                  <a:lnTo>
                    <a:pt x="2446" y="27"/>
                  </a:lnTo>
                  <a:lnTo>
                    <a:pt x="2435" y="23"/>
                  </a:lnTo>
                  <a:lnTo>
                    <a:pt x="2423" y="20"/>
                  </a:lnTo>
                  <a:lnTo>
                    <a:pt x="2412" y="17"/>
                  </a:lnTo>
                  <a:lnTo>
                    <a:pt x="2408" y="27"/>
                  </a:lnTo>
                  <a:lnTo>
                    <a:pt x="2394" y="30"/>
                  </a:lnTo>
                  <a:lnTo>
                    <a:pt x="2379" y="30"/>
                  </a:lnTo>
                  <a:lnTo>
                    <a:pt x="2367" y="33"/>
                  </a:lnTo>
                  <a:lnTo>
                    <a:pt x="2356" y="39"/>
                  </a:lnTo>
                  <a:lnTo>
                    <a:pt x="2352" y="48"/>
                  </a:lnTo>
                  <a:lnTo>
                    <a:pt x="2341" y="52"/>
                  </a:lnTo>
                  <a:lnTo>
                    <a:pt x="2330" y="52"/>
                  </a:lnTo>
                  <a:lnTo>
                    <a:pt x="2319" y="52"/>
                  </a:lnTo>
                  <a:lnTo>
                    <a:pt x="2307" y="58"/>
                  </a:lnTo>
                  <a:lnTo>
                    <a:pt x="2296" y="61"/>
                  </a:lnTo>
                  <a:lnTo>
                    <a:pt x="2285" y="64"/>
                  </a:lnTo>
                  <a:lnTo>
                    <a:pt x="2274" y="67"/>
                  </a:lnTo>
                  <a:lnTo>
                    <a:pt x="2263" y="73"/>
                  </a:lnTo>
                  <a:lnTo>
                    <a:pt x="2251" y="77"/>
                  </a:lnTo>
                  <a:lnTo>
                    <a:pt x="2240" y="77"/>
                  </a:lnTo>
                  <a:lnTo>
                    <a:pt x="2229" y="73"/>
                  </a:lnTo>
                  <a:lnTo>
                    <a:pt x="2218" y="67"/>
                  </a:lnTo>
                  <a:lnTo>
                    <a:pt x="2203" y="64"/>
                  </a:lnTo>
                  <a:lnTo>
                    <a:pt x="2191" y="61"/>
                  </a:lnTo>
                  <a:lnTo>
                    <a:pt x="2180" y="58"/>
                  </a:lnTo>
                  <a:lnTo>
                    <a:pt x="2169" y="55"/>
                  </a:lnTo>
                  <a:lnTo>
                    <a:pt x="2158" y="55"/>
                  </a:lnTo>
                  <a:lnTo>
                    <a:pt x="2146" y="48"/>
                  </a:lnTo>
                  <a:lnTo>
                    <a:pt x="2135" y="45"/>
                  </a:lnTo>
                  <a:lnTo>
                    <a:pt x="2124" y="45"/>
                  </a:lnTo>
                  <a:lnTo>
                    <a:pt x="2113" y="42"/>
                  </a:lnTo>
                  <a:lnTo>
                    <a:pt x="2102" y="42"/>
                  </a:lnTo>
                  <a:lnTo>
                    <a:pt x="2087" y="39"/>
                  </a:lnTo>
                  <a:lnTo>
                    <a:pt x="2072" y="36"/>
                  </a:lnTo>
                  <a:lnTo>
                    <a:pt x="2060" y="33"/>
                  </a:lnTo>
                  <a:lnTo>
                    <a:pt x="2049" y="30"/>
                  </a:lnTo>
                  <a:lnTo>
                    <a:pt x="2038" y="30"/>
                  </a:lnTo>
                  <a:lnTo>
                    <a:pt x="2027" y="30"/>
                  </a:lnTo>
                  <a:lnTo>
                    <a:pt x="2016" y="30"/>
                  </a:lnTo>
                  <a:lnTo>
                    <a:pt x="2004" y="30"/>
                  </a:lnTo>
                  <a:lnTo>
                    <a:pt x="1993" y="30"/>
                  </a:lnTo>
                  <a:lnTo>
                    <a:pt x="1982" y="30"/>
                  </a:lnTo>
                  <a:lnTo>
                    <a:pt x="1967" y="30"/>
                  </a:lnTo>
                  <a:lnTo>
                    <a:pt x="1956" y="27"/>
                  </a:lnTo>
                  <a:lnTo>
                    <a:pt x="1944" y="20"/>
                  </a:lnTo>
                  <a:lnTo>
                    <a:pt x="1933" y="20"/>
                  </a:lnTo>
                  <a:lnTo>
                    <a:pt x="1922" y="20"/>
                  </a:lnTo>
                  <a:lnTo>
                    <a:pt x="1914" y="30"/>
                  </a:lnTo>
                  <a:lnTo>
                    <a:pt x="1903" y="36"/>
                  </a:lnTo>
                  <a:lnTo>
                    <a:pt x="1892" y="39"/>
                  </a:lnTo>
                  <a:lnTo>
                    <a:pt x="1881" y="48"/>
                  </a:lnTo>
                  <a:lnTo>
                    <a:pt x="1870" y="52"/>
                  </a:lnTo>
                  <a:lnTo>
                    <a:pt x="1858" y="55"/>
                  </a:lnTo>
                  <a:lnTo>
                    <a:pt x="1847" y="58"/>
                  </a:lnTo>
                  <a:lnTo>
                    <a:pt x="1836" y="58"/>
                  </a:lnTo>
                  <a:lnTo>
                    <a:pt x="1825" y="55"/>
                  </a:lnTo>
                  <a:lnTo>
                    <a:pt x="1813" y="48"/>
                  </a:lnTo>
                  <a:lnTo>
                    <a:pt x="1802" y="45"/>
                  </a:lnTo>
                  <a:lnTo>
                    <a:pt x="1791" y="45"/>
                  </a:lnTo>
                  <a:lnTo>
                    <a:pt x="1780" y="42"/>
                  </a:lnTo>
                  <a:lnTo>
                    <a:pt x="1768" y="39"/>
                  </a:lnTo>
                  <a:lnTo>
                    <a:pt x="1757" y="33"/>
                  </a:lnTo>
                  <a:lnTo>
                    <a:pt x="1746" y="33"/>
                  </a:lnTo>
                  <a:lnTo>
                    <a:pt x="1735" y="27"/>
                  </a:lnTo>
                  <a:lnTo>
                    <a:pt x="1724" y="23"/>
                  </a:lnTo>
                  <a:lnTo>
                    <a:pt x="1712" y="23"/>
                  </a:lnTo>
                  <a:lnTo>
                    <a:pt x="1701" y="20"/>
                  </a:lnTo>
                  <a:lnTo>
                    <a:pt x="1690" y="20"/>
                  </a:lnTo>
                  <a:lnTo>
                    <a:pt x="1675" y="17"/>
                  </a:lnTo>
                  <a:lnTo>
                    <a:pt x="1664" y="14"/>
                  </a:lnTo>
                  <a:lnTo>
                    <a:pt x="1652" y="14"/>
                  </a:lnTo>
                  <a:lnTo>
                    <a:pt x="1641" y="14"/>
                  </a:lnTo>
                  <a:lnTo>
                    <a:pt x="1630" y="14"/>
                  </a:lnTo>
                  <a:lnTo>
                    <a:pt x="1619" y="14"/>
                  </a:lnTo>
                  <a:lnTo>
                    <a:pt x="1608" y="17"/>
                  </a:lnTo>
                  <a:lnTo>
                    <a:pt x="1596" y="23"/>
                  </a:lnTo>
                  <a:lnTo>
                    <a:pt x="1585" y="33"/>
                  </a:lnTo>
                  <a:lnTo>
                    <a:pt x="1574" y="39"/>
                  </a:lnTo>
                  <a:lnTo>
                    <a:pt x="1563" y="45"/>
                  </a:lnTo>
                  <a:lnTo>
                    <a:pt x="1551" y="52"/>
                  </a:lnTo>
                  <a:lnTo>
                    <a:pt x="1540" y="55"/>
                  </a:lnTo>
                  <a:lnTo>
                    <a:pt x="1529" y="55"/>
                  </a:lnTo>
                  <a:lnTo>
                    <a:pt x="1518" y="55"/>
                  </a:lnTo>
                  <a:lnTo>
                    <a:pt x="1507" y="58"/>
                  </a:lnTo>
                  <a:lnTo>
                    <a:pt x="1492" y="58"/>
                  </a:lnTo>
                  <a:lnTo>
                    <a:pt x="1480" y="61"/>
                  </a:lnTo>
                  <a:lnTo>
                    <a:pt x="1465" y="64"/>
                  </a:lnTo>
                  <a:lnTo>
                    <a:pt x="1454" y="67"/>
                  </a:lnTo>
                  <a:lnTo>
                    <a:pt x="1443" y="67"/>
                  </a:lnTo>
                  <a:lnTo>
                    <a:pt x="1432" y="70"/>
                  </a:lnTo>
                  <a:lnTo>
                    <a:pt x="1420" y="70"/>
                  </a:lnTo>
                  <a:lnTo>
                    <a:pt x="1409" y="70"/>
                  </a:lnTo>
                  <a:lnTo>
                    <a:pt x="1398" y="70"/>
                  </a:lnTo>
                  <a:lnTo>
                    <a:pt x="1387" y="70"/>
                  </a:lnTo>
                  <a:lnTo>
                    <a:pt x="1376" y="67"/>
                  </a:lnTo>
                  <a:lnTo>
                    <a:pt x="1368" y="58"/>
                  </a:lnTo>
                  <a:lnTo>
                    <a:pt x="1353" y="48"/>
                  </a:lnTo>
                  <a:lnTo>
                    <a:pt x="1342" y="45"/>
                  </a:lnTo>
                  <a:lnTo>
                    <a:pt x="1327" y="39"/>
                  </a:lnTo>
                  <a:lnTo>
                    <a:pt x="1316" y="33"/>
                  </a:lnTo>
                  <a:lnTo>
                    <a:pt x="1301" y="33"/>
                  </a:lnTo>
                  <a:lnTo>
                    <a:pt x="1289" y="30"/>
                  </a:lnTo>
                  <a:lnTo>
                    <a:pt x="1278" y="23"/>
                  </a:lnTo>
                  <a:lnTo>
                    <a:pt x="1267" y="23"/>
                  </a:lnTo>
                  <a:lnTo>
                    <a:pt x="1256" y="20"/>
                  </a:lnTo>
                  <a:lnTo>
                    <a:pt x="1241" y="27"/>
                  </a:lnTo>
                  <a:lnTo>
                    <a:pt x="1230" y="33"/>
                  </a:lnTo>
                  <a:lnTo>
                    <a:pt x="1218" y="39"/>
                  </a:lnTo>
                  <a:lnTo>
                    <a:pt x="1207" y="42"/>
                  </a:lnTo>
                  <a:lnTo>
                    <a:pt x="1196" y="45"/>
                  </a:lnTo>
                  <a:lnTo>
                    <a:pt x="1181" y="52"/>
                  </a:lnTo>
                  <a:lnTo>
                    <a:pt x="1170" y="55"/>
                  </a:lnTo>
                  <a:lnTo>
                    <a:pt x="1158" y="61"/>
                  </a:lnTo>
                  <a:lnTo>
                    <a:pt x="1147" y="61"/>
                  </a:lnTo>
                  <a:lnTo>
                    <a:pt x="1136" y="61"/>
                  </a:lnTo>
                  <a:lnTo>
                    <a:pt x="1121" y="58"/>
                  </a:lnTo>
                  <a:lnTo>
                    <a:pt x="1114" y="48"/>
                  </a:lnTo>
                  <a:lnTo>
                    <a:pt x="1102" y="42"/>
                  </a:lnTo>
                  <a:lnTo>
                    <a:pt x="1091" y="36"/>
                  </a:lnTo>
                  <a:lnTo>
                    <a:pt x="1080" y="27"/>
                  </a:lnTo>
                  <a:lnTo>
                    <a:pt x="1069" y="20"/>
                  </a:lnTo>
                  <a:lnTo>
                    <a:pt x="1057" y="14"/>
                  </a:lnTo>
                  <a:lnTo>
                    <a:pt x="1046" y="11"/>
                  </a:lnTo>
                  <a:lnTo>
                    <a:pt x="1035" y="11"/>
                  </a:lnTo>
                  <a:lnTo>
                    <a:pt x="1024" y="11"/>
                  </a:lnTo>
                  <a:lnTo>
                    <a:pt x="1012" y="14"/>
                  </a:lnTo>
                  <a:lnTo>
                    <a:pt x="1001" y="14"/>
                  </a:lnTo>
                  <a:lnTo>
                    <a:pt x="990" y="14"/>
                  </a:lnTo>
                  <a:lnTo>
                    <a:pt x="979" y="14"/>
                  </a:lnTo>
                  <a:lnTo>
                    <a:pt x="968" y="14"/>
                  </a:lnTo>
                  <a:lnTo>
                    <a:pt x="956" y="17"/>
                  </a:lnTo>
                  <a:lnTo>
                    <a:pt x="945" y="17"/>
                  </a:lnTo>
                  <a:lnTo>
                    <a:pt x="934" y="17"/>
                  </a:lnTo>
                  <a:lnTo>
                    <a:pt x="923" y="17"/>
                  </a:lnTo>
                  <a:lnTo>
                    <a:pt x="911" y="20"/>
                  </a:lnTo>
                  <a:lnTo>
                    <a:pt x="900" y="20"/>
                  </a:lnTo>
                  <a:lnTo>
                    <a:pt x="889" y="20"/>
                  </a:lnTo>
                  <a:lnTo>
                    <a:pt x="878" y="20"/>
                  </a:lnTo>
                  <a:lnTo>
                    <a:pt x="867" y="20"/>
                  </a:lnTo>
                  <a:lnTo>
                    <a:pt x="855" y="20"/>
                  </a:lnTo>
                  <a:lnTo>
                    <a:pt x="844" y="23"/>
                  </a:lnTo>
                  <a:lnTo>
                    <a:pt x="833" y="30"/>
                  </a:lnTo>
                  <a:lnTo>
                    <a:pt x="822" y="33"/>
                  </a:lnTo>
                  <a:lnTo>
                    <a:pt x="810" y="39"/>
                  </a:lnTo>
                  <a:lnTo>
                    <a:pt x="799" y="42"/>
                  </a:lnTo>
                  <a:lnTo>
                    <a:pt x="788" y="52"/>
                  </a:lnTo>
                  <a:lnTo>
                    <a:pt x="777" y="55"/>
                  </a:lnTo>
                  <a:lnTo>
                    <a:pt x="765" y="58"/>
                  </a:lnTo>
                  <a:lnTo>
                    <a:pt x="751" y="61"/>
                  </a:lnTo>
                  <a:lnTo>
                    <a:pt x="739" y="64"/>
                  </a:lnTo>
                  <a:lnTo>
                    <a:pt x="728" y="67"/>
                  </a:lnTo>
                  <a:lnTo>
                    <a:pt x="717" y="67"/>
                  </a:lnTo>
                  <a:lnTo>
                    <a:pt x="706" y="67"/>
                  </a:lnTo>
                  <a:lnTo>
                    <a:pt x="694" y="61"/>
                  </a:lnTo>
                  <a:lnTo>
                    <a:pt x="683" y="55"/>
                  </a:lnTo>
                  <a:lnTo>
                    <a:pt x="672" y="52"/>
                  </a:lnTo>
                  <a:lnTo>
                    <a:pt x="661" y="45"/>
                  </a:lnTo>
                  <a:lnTo>
                    <a:pt x="646" y="45"/>
                  </a:lnTo>
                  <a:lnTo>
                    <a:pt x="631" y="42"/>
                  </a:lnTo>
                  <a:lnTo>
                    <a:pt x="627" y="33"/>
                  </a:lnTo>
                  <a:lnTo>
                    <a:pt x="616" y="30"/>
                  </a:lnTo>
                  <a:lnTo>
                    <a:pt x="605" y="30"/>
                  </a:lnTo>
                  <a:lnTo>
                    <a:pt x="590" y="30"/>
                  </a:lnTo>
                  <a:lnTo>
                    <a:pt x="578" y="30"/>
                  </a:lnTo>
                  <a:lnTo>
                    <a:pt x="567" y="30"/>
                  </a:lnTo>
                  <a:lnTo>
                    <a:pt x="567" y="39"/>
                  </a:lnTo>
                  <a:lnTo>
                    <a:pt x="567" y="48"/>
                  </a:lnTo>
                  <a:lnTo>
                    <a:pt x="578" y="55"/>
                  </a:lnTo>
                  <a:lnTo>
                    <a:pt x="586" y="64"/>
                  </a:lnTo>
                  <a:lnTo>
                    <a:pt x="597" y="73"/>
                  </a:lnTo>
                  <a:lnTo>
                    <a:pt x="605" y="83"/>
                  </a:lnTo>
                  <a:lnTo>
                    <a:pt x="612" y="92"/>
                  </a:lnTo>
                  <a:lnTo>
                    <a:pt x="620" y="102"/>
                  </a:lnTo>
                  <a:lnTo>
                    <a:pt x="608" y="95"/>
                  </a:lnTo>
                  <a:lnTo>
                    <a:pt x="597" y="86"/>
                  </a:lnTo>
                  <a:lnTo>
                    <a:pt x="586" y="80"/>
                  </a:lnTo>
                  <a:lnTo>
                    <a:pt x="575" y="73"/>
                  </a:lnTo>
                  <a:lnTo>
                    <a:pt x="563" y="67"/>
                  </a:lnTo>
                  <a:lnTo>
                    <a:pt x="552" y="58"/>
                  </a:lnTo>
                  <a:lnTo>
                    <a:pt x="541" y="48"/>
                  </a:lnTo>
                  <a:lnTo>
                    <a:pt x="530" y="42"/>
                  </a:lnTo>
                  <a:lnTo>
                    <a:pt x="518" y="39"/>
                  </a:lnTo>
                  <a:lnTo>
                    <a:pt x="504" y="36"/>
                  </a:lnTo>
                  <a:lnTo>
                    <a:pt x="492" y="36"/>
                  </a:lnTo>
                  <a:lnTo>
                    <a:pt x="481" y="36"/>
                  </a:lnTo>
                  <a:lnTo>
                    <a:pt x="470" y="36"/>
                  </a:lnTo>
                  <a:lnTo>
                    <a:pt x="459" y="33"/>
                  </a:lnTo>
                  <a:lnTo>
                    <a:pt x="447" y="33"/>
                  </a:lnTo>
                  <a:lnTo>
                    <a:pt x="436" y="33"/>
                  </a:lnTo>
                  <a:lnTo>
                    <a:pt x="425" y="33"/>
                  </a:lnTo>
                  <a:lnTo>
                    <a:pt x="410" y="33"/>
                  </a:lnTo>
                  <a:lnTo>
                    <a:pt x="399" y="33"/>
                  </a:lnTo>
                  <a:lnTo>
                    <a:pt x="387" y="36"/>
                  </a:lnTo>
                  <a:lnTo>
                    <a:pt x="376" y="36"/>
                  </a:lnTo>
                  <a:lnTo>
                    <a:pt x="361" y="36"/>
                  </a:lnTo>
                  <a:lnTo>
                    <a:pt x="346" y="36"/>
                  </a:lnTo>
                  <a:lnTo>
                    <a:pt x="335" y="36"/>
                  </a:lnTo>
                  <a:lnTo>
                    <a:pt x="324" y="36"/>
                  </a:lnTo>
                  <a:lnTo>
                    <a:pt x="313" y="42"/>
                  </a:lnTo>
                  <a:lnTo>
                    <a:pt x="301" y="45"/>
                  </a:lnTo>
                  <a:lnTo>
                    <a:pt x="298" y="55"/>
                  </a:lnTo>
                  <a:lnTo>
                    <a:pt x="298" y="64"/>
                  </a:lnTo>
                  <a:lnTo>
                    <a:pt x="286" y="73"/>
                  </a:lnTo>
                  <a:lnTo>
                    <a:pt x="275" y="77"/>
                  </a:lnTo>
                  <a:lnTo>
                    <a:pt x="264" y="77"/>
                  </a:lnTo>
                  <a:lnTo>
                    <a:pt x="253" y="77"/>
                  </a:lnTo>
                  <a:lnTo>
                    <a:pt x="242" y="77"/>
                  </a:lnTo>
                  <a:lnTo>
                    <a:pt x="230" y="80"/>
                  </a:lnTo>
                  <a:lnTo>
                    <a:pt x="219" y="83"/>
                  </a:lnTo>
                  <a:lnTo>
                    <a:pt x="204" y="83"/>
                  </a:lnTo>
                  <a:lnTo>
                    <a:pt x="193" y="83"/>
                  </a:lnTo>
                  <a:lnTo>
                    <a:pt x="182" y="83"/>
                  </a:lnTo>
                  <a:lnTo>
                    <a:pt x="170" y="80"/>
                  </a:lnTo>
                  <a:lnTo>
                    <a:pt x="163" y="70"/>
                  </a:lnTo>
                  <a:lnTo>
                    <a:pt x="152" y="67"/>
                  </a:lnTo>
                  <a:lnTo>
                    <a:pt x="140" y="61"/>
                  </a:lnTo>
                  <a:lnTo>
                    <a:pt x="129" y="58"/>
                  </a:lnTo>
                  <a:lnTo>
                    <a:pt x="118" y="55"/>
                  </a:lnTo>
                  <a:lnTo>
                    <a:pt x="107" y="55"/>
                  </a:lnTo>
                  <a:lnTo>
                    <a:pt x="96" y="52"/>
                  </a:lnTo>
                  <a:lnTo>
                    <a:pt x="84" y="45"/>
                  </a:lnTo>
                  <a:lnTo>
                    <a:pt x="73" y="42"/>
                  </a:lnTo>
                  <a:lnTo>
                    <a:pt x="62" y="36"/>
                  </a:lnTo>
                  <a:lnTo>
                    <a:pt x="51" y="33"/>
                  </a:lnTo>
                  <a:lnTo>
                    <a:pt x="39" y="30"/>
                  </a:lnTo>
                  <a:lnTo>
                    <a:pt x="28" y="23"/>
                  </a:lnTo>
                  <a:lnTo>
                    <a:pt x="17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Freeform 22">
              <a:extLst>
                <a:ext uri="{FF2B5EF4-FFF2-40B4-BE49-F238E27FC236}">
                  <a16:creationId xmlns:a16="http://schemas.microsoft.com/office/drawing/2014/main" id="{B72547A0-3895-1075-358B-9443C3EAD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" y="1252"/>
              <a:ext cx="2764" cy="87"/>
            </a:xfrm>
            <a:custGeom>
              <a:avLst/>
              <a:gdLst>
                <a:gd name="T0" fmla="*/ 0 w 2764"/>
                <a:gd name="T1" fmla="*/ 86 h 87"/>
                <a:gd name="T2" fmla="*/ 60 w 2764"/>
                <a:gd name="T3" fmla="*/ 59 h 87"/>
                <a:gd name="T4" fmla="*/ 115 w 2764"/>
                <a:gd name="T5" fmla="*/ 33 h 87"/>
                <a:gd name="T6" fmla="*/ 160 w 2764"/>
                <a:gd name="T7" fmla="*/ 25 h 87"/>
                <a:gd name="T8" fmla="*/ 204 w 2764"/>
                <a:gd name="T9" fmla="*/ 29 h 87"/>
                <a:gd name="T10" fmla="*/ 249 w 2764"/>
                <a:gd name="T11" fmla="*/ 46 h 87"/>
                <a:gd name="T12" fmla="*/ 294 w 2764"/>
                <a:gd name="T13" fmla="*/ 59 h 87"/>
                <a:gd name="T14" fmla="*/ 343 w 2764"/>
                <a:gd name="T15" fmla="*/ 33 h 87"/>
                <a:gd name="T16" fmla="*/ 388 w 2764"/>
                <a:gd name="T17" fmla="*/ 25 h 87"/>
                <a:gd name="T18" fmla="*/ 433 w 2764"/>
                <a:gd name="T19" fmla="*/ 42 h 87"/>
                <a:gd name="T20" fmla="*/ 478 w 2764"/>
                <a:gd name="T21" fmla="*/ 63 h 87"/>
                <a:gd name="T22" fmla="*/ 522 w 2764"/>
                <a:gd name="T23" fmla="*/ 42 h 87"/>
                <a:gd name="T24" fmla="*/ 572 w 2764"/>
                <a:gd name="T25" fmla="*/ 29 h 87"/>
                <a:gd name="T26" fmla="*/ 617 w 2764"/>
                <a:gd name="T27" fmla="*/ 25 h 87"/>
                <a:gd name="T28" fmla="*/ 666 w 2764"/>
                <a:gd name="T29" fmla="*/ 16 h 87"/>
                <a:gd name="T30" fmla="*/ 721 w 2764"/>
                <a:gd name="T31" fmla="*/ 25 h 87"/>
                <a:gd name="T32" fmla="*/ 761 w 2764"/>
                <a:gd name="T33" fmla="*/ 55 h 87"/>
                <a:gd name="T34" fmla="*/ 810 w 2764"/>
                <a:gd name="T35" fmla="*/ 42 h 87"/>
                <a:gd name="T36" fmla="*/ 865 w 2764"/>
                <a:gd name="T37" fmla="*/ 33 h 87"/>
                <a:gd name="T38" fmla="*/ 915 w 2764"/>
                <a:gd name="T39" fmla="*/ 21 h 87"/>
                <a:gd name="T40" fmla="*/ 959 w 2764"/>
                <a:gd name="T41" fmla="*/ 21 h 87"/>
                <a:gd name="T42" fmla="*/ 1004 w 2764"/>
                <a:gd name="T43" fmla="*/ 46 h 87"/>
                <a:gd name="T44" fmla="*/ 1049 w 2764"/>
                <a:gd name="T45" fmla="*/ 55 h 87"/>
                <a:gd name="T46" fmla="*/ 1094 w 2764"/>
                <a:gd name="T47" fmla="*/ 46 h 87"/>
                <a:gd name="T48" fmla="*/ 1143 w 2764"/>
                <a:gd name="T49" fmla="*/ 38 h 87"/>
                <a:gd name="T50" fmla="*/ 1188 w 2764"/>
                <a:gd name="T51" fmla="*/ 38 h 87"/>
                <a:gd name="T52" fmla="*/ 1238 w 2764"/>
                <a:gd name="T53" fmla="*/ 33 h 87"/>
                <a:gd name="T54" fmla="*/ 1282 w 2764"/>
                <a:gd name="T55" fmla="*/ 16 h 87"/>
                <a:gd name="T56" fmla="*/ 1337 w 2764"/>
                <a:gd name="T57" fmla="*/ 16 h 87"/>
                <a:gd name="T58" fmla="*/ 1382 w 2764"/>
                <a:gd name="T59" fmla="*/ 42 h 87"/>
                <a:gd name="T60" fmla="*/ 1426 w 2764"/>
                <a:gd name="T61" fmla="*/ 50 h 87"/>
                <a:gd name="T62" fmla="*/ 1476 w 2764"/>
                <a:gd name="T63" fmla="*/ 33 h 87"/>
                <a:gd name="T64" fmla="*/ 1531 w 2764"/>
                <a:gd name="T65" fmla="*/ 12 h 87"/>
                <a:gd name="T66" fmla="*/ 1580 w 2764"/>
                <a:gd name="T67" fmla="*/ 8 h 87"/>
                <a:gd name="T68" fmla="*/ 1620 w 2764"/>
                <a:gd name="T69" fmla="*/ 16 h 87"/>
                <a:gd name="T70" fmla="*/ 1665 w 2764"/>
                <a:gd name="T71" fmla="*/ 46 h 87"/>
                <a:gd name="T72" fmla="*/ 1709 w 2764"/>
                <a:gd name="T73" fmla="*/ 59 h 87"/>
                <a:gd name="T74" fmla="*/ 1754 w 2764"/>
                <a:gd name="T75" fmla="*/ 33 h 87"/>
                <a:gd name="T76" fmla="*/ 1804 w 2764"/>
                <a:gd name="T77" fmla="*/ 21 h 87"/>
                <a:gd name="T78" fmla="*/ 1849 w 2764"/>
                <a:gd name="T79" fmla="*/ 16 h 87"/>
                <a:gd name="T80" fmla="*/ 1898 w 2764"/>
                <a:gd name="T81" fmla="*/ 12 h 87"/>
                <a:gd name="T82" fmla="*/ 1958 w 2764"/>
                <a:gd name="T83" fmla="*/ 42 h 87"/>
                <a:gd name="T84" fmla="*/ 2003 w 2764"/>
                <a:gd name="T85" fmla="*/ 63 h 87"/>
                <a:gd name="T86" fmla="*/ 2052 w 2764"/>
                <a:gd name="T87" fmla="*/ 50 h 87"/>
                <a:gd name="T88" fmla="*/ 2097 w 2764"/>
                <a:gd name="T89" fmla="*/ 29 h 87"/>
                <a:gd name="T90" fmla="*/ 2147 w 2764"/>
                <a:gd name="T91" fmla="*/ 16 h 87"/>
                <a:gd name="T92" fmla="*/ 2191 w 2764"/>
                <a:gd name="T93" fmla="*/ 8 h 87"/>
                <a:gd name="T94" fmla="*/ 2246 w 2764"/>
                <a:gd name="T95" fmla="*/ 29 h 87"/>
                <a:gd name="T96" fmla="*/ 2291 w 2764"/>
                <a:gd name="T97" fmla="*/ 42 h 87"/>
                <a:gd name="T98" fmla="*/ 2335 w 2764"/>
                <a:gd name="T99" fmla="*/ 29 h 87"/>
                <a:gd name="T100" fmla="*/ 2380 w 2764"/>
                <a:gd name="T101" fmla="*/ 8 h 87"/>
                <a:gd name="T102" fmla="*/ 2430 w 2764"/>
                <a:gd name="T103" fmla="*/ 0 h 87"/>
                <a:gd name="T104" fmla="*/ 2484 w 2764"/>
                <a:gd name="T105" fmla="*/ 8 h 87"/>
                <a:gd name="T106" fmla="*/ 2529 w 2764"/>
                <a:gd name="T107" fmla="*/ 25 h 87"/>
                <a:gd name="T108" fmla="*/ 2579 w 2764"/>
                <a:gd name="T109" fmla="*/ 38 h 87"/>
                <a:gd name="T110" fmla="*/ 2618 w 2764"/>
                <a:gd name="T111" fmla="*/ 16 h 87"/>
                <a:gd name="T112" fmla="*/ 2668 w 2764"/>
                <a:gd name="T113" fmla="*/ 38 h 87"/>
                <a:gd name="T114" fmla="*/ 2708 w 2764"/>
                <a:gd name="T115" fmla="*/ 59 h 87"/>
                <a:gd name="T116" fmla="*/ 2753 w 2764"/>
                <a:gd name="T117" fmla="*/ 7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64" h="87">
                  <a:moveTo>
                    <a:pt x="0" y="82"/>
                  </a:moveTo>
                  <a:lnTo>
                    <a:pt x="1" y="76"/>
                  </a:lnTo>
                  <a:lnTo>
                    <a:pt x="0" y="86"/>
                  </a:lnTo>
                  <a:lnTo>
                    <a:pt x="31" y="50"/>
                  </a:lnTo>
                  <a:lnTo>
                    <a:pt x="45" y="50"/>
                  </a:lnTo>
                  <a:lnTo>
                    <a:pt x="60" y="59"/>
                  </a:lnTo>
                  <a:lnTo>
                    <a:pt x="80" y="50"/>
                  </a:lnTo>
                  <a:lnTo>
                    <a:pt x="100" y="38"/>
                  </a:lnTo>
                  <a:lnTo>
                    <a:pt x="115" y="33"/>
                  </a:lnTo>
                  <a:lnTo>
                    <a:pt x="130" y="33"/>
                  </a:lnTo>
                  <a:lnTo>
                    <a:pt x="145" y="29"/>
                  </a:lnTo>
                  <a:lnTo>
                    <a:pt x="160" y="25"/>
                  </a:lnTo>
                  <a:lnTo>
                    <a:pt x="175" y="25"/>
                  </a:lnTo>
                  <a:lnTo>
                    <a:pt x="189" y="29"/>
                  </a:lnTo>
                  <a:lnTo>
                    <a:pt x="204" y="29"/>
                  </a:lnTo>
                  <a:lnTo>
                    <a:pt x="219" y="33"/>
                  </a:lnTo>
                  <a:lnTo>
                    <a:pt x="234" y="42"/>
                  </a:lnTo>
                  <a:lnTo>
                    <a:pt x="249" y="46"/>
                  </a:lnTo>
                  <a:lnTo>
                    <a:pt x="264" y="50"/>
                  </a:lnTo>
                  <a:lnTo>
                    <a:pt x="279" y="55"/>
                  </a:lnTo>
                  <a:lnTo>
                    <a:pt x="294" y="59"/>
                  </a:lnTo>
                  <a:lnTo>
                    <a:pt x="314" y="55"/>
                  </a:lnTo>
                  <a:lnTo>
                    <a:pt x="334" y="46"/>
                  </a:lnTo>
                  <a:lnTo>
                    <a:pt x="343" y="33"/>
                  </a:lnTo>
                  <a:lnTo>
                    <a:pt x="358" y="33"/>
                  </a:lnTo>
                  <a:lnTo>
                    <a:pt x="373" y="29"/>
                  </a:lnTo>
                  <a:lnTo>
                    <a:pt x="388" y="25"/>
                  </a:lnTo>
                  <a:lnTo>
                    <a:pt x="403" y="21"/>
                  </a:lnTo>
                  <a:lnTo>
                    <a:pt x="418" y="33"/>
                  </a:lnTo>
                  <a:lnTo>
                    <a:pt x="433" y="42"/>
                  </a:lnTo>
                  <a:lnTo>
                    <a:pt x="448" y="55"/>
                  </a:lnTo>
                  <a:lnTo>
                    <a:pt x="463" y="63"/>
                  </a:lnTo>
                  <a:lnTo>
                    <a:pt x="478" y="63"/>
                  </a:lnTo>
                  <a:lnTo>
                    <a:pt x="492" y="55"/>
                  </a:lnTo>
                  <a:lnTo>
                    <a:pt x="507" y="50"/>
                  </a:lnTo>
                  <a:lnTo>
                    <a:pt x="522" y="42"/>
                  </a:lnTo>
                  <a:lnTo>
                    <a:pt x="537" y="38"/>
                  </a:lnTo>
                  <a:lnTo>
                    <a:pt x="552" y="33"/>
                  </a:lnTo>
                  <a:lnTo>
                    <a:pt x="572" y="29"/>
                  </a:lnTo>
                  <a:lnTo>
                    <a:pt x="587" y="29"/>
                  </a:lnTo>
                  <a:lnTo>
                    <a:pt x="602" y="25"/>
                  </a:lnTo>
                  <a:lnTo>
                    <a:pt x="617" y="25"/>
                  </a:lnTo>
                  <a:lnTo>
                    <a:pt x="632" y="25"/>
                  </a:lnTo>
                  <a:lnTo>
                    <a:pt x="646" y="21"/>
                  </a:lnTo>
                  <a:lnTo>
                    <a:pt x="666" y="16"/>
                  </a:lnTo>
                  <a:lnTo>
                    <a:pt x="686" y="16"/>
                  </a:lnTo>
                  <a:lnTo>
                    <a:pt x="706" y="12"/>
                  </a:lnTo>
                  <a:lnTo>
                    <a:pt x="721" y="25"/>
                  </a:lnTo>
                  <a:lnTo>
                    <a:pt x="731" y="38"/>
                  </a:lnTo>
                  <a:lnTo>
                    <a:pt x="741" y="50"/>
                  </a:lnTo>
                  <a:lnTo>
                    <a:pt x="761" y="55"/>
                  </a:lnTo>
                  <a:lnTo>
                    <a:pt x="776" y="50"/>
                  </a:lnTo>
                  <a:lnTo>
                    <a:pt x="795" y="46"/>
                  </a:lnTo>
                  <a:lnTo>
                    <a:pt x="810" y="42"/>
                  </a:lnTo>
                  <a:lnTo>
                    <a:pt x="830" y="38"/>
                  </a:lnTo>
                  <a:lnTo>
                    <a:pt x="850" y="38"/>
                  </a:lnTo>
                  <a:lnTo>
                    <a:pt x="865" y="33"/>
                  </a:lnTo>
                  <a:lnTo>
                    <a:pt x="880" y="29"/>
                  </a:lnTo>
                  <a:lnTo>
                    <a:pt x="900" y="25"/>
                  </a:lnTo>
                  <a:lnTo>
                    <a:pt x="915" y="21"/>
                  </a:lnTo>
                  <a:lnTo>
                    <a:pt x="930" y="16"/>
                  </a:lnTo>
                  <a:lnTo>
                    <a:pt x="945" y="12"/>
                  </a:lnTo>
                  <a:lnTo>
                    <a:pt x="959" y="21"/>
                  </a:lnTo>
                  <a:lnTo>
                    <a:pt x="974" y="29"/>
                  </a:lnTo>
                  <a:lnTo>
                    <a:pt x="989" y="38"/>
                  </a:lnTo>
                  <a:lnTo>
                    <a:pt x="1004" y="46"/>
                  </a:lnTo>
                  <a:lnTo>
                    <a:pt x="1019" y="55"/>
                  </a:lnTo>
                  <a:lnTo>
                    <a:pt x="1034" y="55"/>
                  </a:lnTo>
                  <a:lnTo>
                    <a:pt x="1049" y="55"/>
                  </a:lnTo>
                  <a:lnTo>
                    <a:pt x="1064" y="50"/>
                  </a:lnTo>
                  <a:lnTo>
                    <a:pt x="1079" y="46"/>
                  </a:lnTo>
                  <a:lnTo>
                    <a:pt x="1094" y="46"/>
                  </a:lnTo>
                  <a:lnTo>
                    <a:pt x="1108" y="42"/>
                  </a:lnTo>
                  <a:lnTo>
                    <a:pt x="1128" y="42"/>
                  </a:lnTo>
                  <a:lnTo>
                    <a:pt x="1143" y="38"/>
                  </a:lnTo>
                  <a:lnTo>
                    <a:pt x="1158" y="38"/>
                  </a:lnTo>
                  <a:lnTo>
                    <a:pt x="1173" y="38"/>
                  </a:lnTo>
                  <a:lnTo>
                    <a:pt x="1188" y="38"/>
                  </a:lnTo>
                  <a:lnTo>
                    <a:pt x="1203" y="38"/>
                  </a:lnTo>
                  <a:lnTo>
                    <a:pt x="1218" y="38"/>
                  </a:lnTo>
                  <a:lnTo>
                    <a:pt x="1238" y="33"/>
                  </a:lnTo>
                  <a:lnTo>
                    <a:pt x="1252" y="29"/>
                  </a:lnTo>
                  <a:lnTo>
                    <a:pt x="1267" y="21"/>
                  </a:lnTo>
                  <a:lnTo>
                    <a:pt x="1282" y="16"/>
                  </a:lnTo>
                  <a:lnTo>
                    <a:pt x="1297" y="12"/>
                  </a:lnTo>
                  <a:lnTo>
                    <a:pt x="1317" y="8"/>
                  </a:lnTo>
                  <a:lnTo>
                    <a:pt x="1337" y="16"/>
                  </a:lnTo>
                  <a:lnTo>
                    <a:pt x="1352" y="29"/>
                  </a:lnTo>
                  <a:lnTo>
                    <a:pt x="1367" y="38"/>
                  </a:lnTo>
                  <a:lnTo>
                    <a:pt x="1382" y="42"/>
                  </a:lnTo>
                  <a:lnTo>
                    <a:pt x="1397" y="50"/>
                  </a:lnTo>
                  <a:lnTo>
                    <a:pt x="1411" y="50"/>
                  </a:lnTo>
                  <a:lnTo>
                    <a:pt x="1426" y="50"/>
                  </a:lnTo>
                  <a:lnTo>
                    <a:pt x="1446" y="46"/>
                  </a:lnTo>
                  <a:lnTo>
                    <a:pt x="1461" y="42"/>
                  </a:lnTo>
                  <a:lnTo>
                    <a:pt x="1476" y="33"/>
                  </a:lnTo>
                  <a:lnTo>
                    <a:pt x="1496" y="25"/>
                  </a:lnTo>
                  <a:lnTo>
                    <a:pt x="1511" y="21"/>
                  </a:lnTo>
                  <a:lnTo>
                    <a:pt x="1531" y="12"/>
                  </a:lnTo>
                  <a:lnTo>
                    <a:pt x="1546" y="12"/>
                  </a:lnTo>
                  <a:lnTo>
                    <a:pt x="1560" y="12"/>
                  </a:lnTo>
                  <a:lnTo>
                    <a:pt x="1580" y="8"/>
                  </a:lnTo>
                  <a:lnTo>
                    <a:pt x="1595" y="4"/>
                  </a:lnTo>
                  <a:lnTo>
                    <a:pt x="1610" y="4"/>
                  </a:lnTo>
                  <a:lnTo>
                    <a:pt x="1620" y="16"/>
                  </a:lnTo>
                  <a:lnTo>
                    <a:pt x="1635" y="25"/>
                  </a:lnTo>
                  <a:lnTo>
                    <a:pt x="1650" y="33"/>
                  </a:lnTo>
                  <a:lnTo>
                    <a:pt x="1665" y="46"/>
                  </a:lnTo>
                  <a:lnTo>
                    <a:pt x="1680" y="55"/>
                  </a:lnTo>
                  <a:lnTo>
                    <a:pt x="1695" y="59"/>
                  </a:lnTo>
                  <a:lnTo>
                    <a:pt x="1709" y="59"/>
                  </a:lnTo>
                  <a:lnTo>
                    <a:pt x="1724" y="50"/>
                  </a:lnTo>
                  <a:lnTo>
                    <a:pt x="1739" y="42"/>
                  </a:lnTo>
                  <a:lnTo>
                    <a:pt x="1754" y="33"/>
                  </a:lnTo>
                  <a:lnTo>
                    <a:pt x="1769" y="29"/>
                  </a:lnTo>
                  <a:lnTo>
                    <a:pt x="1784" y="25"/>
                  </a:lnTo>
                  <a:lnTo>
                    <a:pt x="1804" y="21"/>
                  </a:lnTo>
                  <a:lnTo>
                    <a:pt x="1819" y="21"/>
                  </a:lnTo>
                  <a:lnTo>
                    <a:pt x="1834" y="21"/>
                  </a:lnTo>
                  <a:lnTo>
                    <a:pt x="1849" y="16"/>
                  </a:lnTo>
                  <a:lnTo>
                    <a:pt x="1863" y="16"/>
                  </a:lnTo>
                  <a:lnTo>
                    <a:pt x="1878" y="8"/>
                  </a:lnTo>
                  <a:lnTo>
                    <a:pt x="1898" y="12"/>
                  </a:lnTo>
                  <a:lnTo>
                    <a:pt x="1923" y="25"/>
                  </a:lnTo>
                  <a:lnTo>
                    <a:pt x="1938" y="29"/>
                  </a:lnTo>
                  <a:lnTo>
                    <a:pt x="1958" y="42"/>
                  </a:lnTo>
                  <a:lnTo>
                    <a:pt x="1973" y="46"/>
                  </a:lnTo>
                  <a:lnTo>
                    <a:pt x="1988" y="55"/>
                  </a:lnTo>
                  <a:lnTo>
                    <a:pt x="2003" y="63"/>
                  </a:lnTo>
                  <a:lnTo>
                    <a:pt x="2017" y="63"/>
                  </a:lnTo>
                  <a:lnTo>
                    <a:pt x="2032" y="59"/>
                  </a:lnTo>
                  <a:lnTo>
                    <a:pt x="2052" y="50"/>
                  </a:lnTo>
                  <a:lnTo>
                    <a:pt x="2067" y="38"/>
                  </a:lnTo>
                  <a:lnTo>
                    <a:pt x="2082" y="33"/>
                  </a:lnTo>
                  <a:lnTo>
                    <a:pt x="2097" y="29"/>
                  </a:lnTo>
                  <a:lnTo>
                    <a:pt x="2112" y="25"/>
                  </a:lnTo>
                  <a:lnTo>
                    <a:pt x="2132" y="21"/>
                  </a:lnTo>
                  <a:lnTo>
                    <a:pt x="2147" y="16"/>
                  </a:lnTo>
                  <a:lnTo>
                    <a:pt x="2161" y="12"/>
                  </a:lnTo>
                  <a:lnTo>
                    <a:pt x="2176" y="8"/>
                  </a:lnTo>
                  <a:lnTo>
                    <a:pt x="2191" y="8"/>
                  </a:lnTo>
                  <a:lnTo>
                    <a:pt x="2206" y="12"/>
                  </a:lnTo>
                  <a:lnTo>
                    <a:pt x="2231" y="21"/>
                  </a:lnTo>
                  <a:lnTo>
                    <a:pt x="2246" y="29"/>
                  </a:lnTo>
                  <a:lnTo>
                    <a:pt x="2261" y="33"/>
                  </a:lnTo>
                  <a:lnTo>
                    <a:pt x="2276" y="38"/>
                  </a:lnTo>
                  <a:lnTo>
                    <a:pt x="2291" y="42"/>
                  </a:lnTo>
                  <a:lnTo>
                    <a:pt x="2306" y="42"/>
                  </a:lnTo>
                  <a:lnTo>
                    <a:pt x="2320" y="33"/>
                  </a:lnTo>
                  <a:lnTo>
                    <a:pt x="2335" y="29"/>
                  </a:lnTo>
                  <a:lnTo>
                    <a:pt x="2350" y="21"/>
                  </a:lnTo>
                  <a:lnTo>
                    <a:pt x="2365" y="12"/>
                  </a:lnTo>
                  <a:lnTo>
                    <a:pt x="2380" y="8"/>
                  </a:lnTo>
                  <a:lnTo>
                    <a:pt x="2400" y="4"/>
                  </a:lnTo>
                  <a:lnTo>
                    <a:pt x="2415" y="0"/>
                  </a:lnTo>
                  <a:lnTo>
                    <a:pt x="2430" y="0"/>
                  </a:lnTo>
                  <a:lnTo>
                    <a:pt x="2450" y="0"/>
                  </a:lnTo>
                  <a:lnTo>
                    <a:pt x="2464" y="4"/>
                  </a:lnTo>
                  <a:lnTo>
                    <a:pt x="2484" y="8"/>
                  </a:lnTo>
                  <a:lnTo>
                    <a:pt x="2499" y="12"/>
                  </a:lnTo>
                  <a:lnTo>
                    <a:pt x="2514" y="21"/>
                  </a:lnTo>
                  <a:lnTo>
                    <a:pt x="2529" y="25"/>
                  </a:lnTo>
                  <a:lnTo>
                    <a:pt x="2549" y="29"/>
                  </a:lnTo>
                  <a:lnTo>
                    <a:pt x="2564" y="38"/>
                  </a:lnTo>
                  <a:lnTo>
                    <a:pt x="2579" y="38"/>
                  </a:lnTo>
                  <a:lnTo>
                    <a:pt x="2589" y="25"/>
                  </a:lnTo>
                  <a:lnTo>
                    <a:pt x="2604" y="16"/>
                  </a:lnTo>
                  <a:lnTo>
                    <a:pt x="2618" y="16"/>
                  </a:lnTo>
                  <a:lnTo>
                    <a:pt x="2633" y="21"/>
                  </a:lnTo>
                  <a:lnTo>
                    <a:pt x="2653" y="29"/>
                  </a:lnTo>
                  <a:lnTo>
                    <a:pt x="2668" y="38"/>
                  </a:lnTo>
                  <a:lnTo>
                    <a:pt x="2683" y="42"/>
                  </a:lnTo>
                  <a:lnTo>
                    <a:pt x="2693" y="55"/>
                  </a:lnTo>
                  <a:lnTo>
                    <a:pt x="2708" y="59"/>
                  </a:lnTo>
                  <a:lnTo>
                    <a:pt x="2723" y="63"/>
                  </a:lnTo>
                  <a:lnTo>
                    <a:pt x="2738" y="72"/>
                  </a:lnTo>
                  <a:lnTo>
                    <a:pt x="2753" y="72"/>
                  </a:lnTo>
                  <a:lnTo>
                    <a:pt x="2763" y="80"/>
                  </a:lnTo>
                  <a:lnTo>
                    <a:pt x="2756" y="78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68" name="Line 24">
            <a:extLst>
              <a:ext uri="{FF2B5EF4-FFF2-40B4-BE49-F238E27FC236}">
                <a16:creationId xmlns:a16="http://schemas.microsoft.com/office/drawing/2014/main" id="{13C9628B-B224-AAF1-5847-167242CA4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43175"/>
            <a:ext cx="0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9" name="Rectangle 25">
            <a:extLst>
              <a:ext uri="{FF2B5EF4-FFF2-40B4-BE49-F238E27FC236}">
                <a16:creationId xmlns:a16="http://schemas.microsoft.com/office/drawing/2014/main" id="{A1594845-A5FF-34A0-39B7-EEDDA5321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104775"/>
            <a:ext cx="133350" cy="95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0" name="AutoShape 26">
            <a:extLst>
              <a:ext uri="{FF2B5EF4-FFF2-40B4-BE49-F238E27FC236}">
                <a16:creationId xmlns:a16="http://schemas.microsoft.com/office/drawing/2014/main" id="{C1A52270-5738-5463-209D-7C870DA8B62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16175" y="1725613"/>
            <a:ext cx="2295525" cy="743479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There are not enough characters in “TOM” to fill FirstName entirely so the remaining locations are filled with spaces.</a:t>
            </a:r>
          </a:p>
        </p:txBody>
      </p:sp>
      <p:sp>
        <p:nvSpPr>
          <p:cNvPr id="6171" name="Arc 27">
            <a:extLst>
              <a:ext uri="{FF2B5EF4-FFF2-40B4-BE49-F238E27FC236}">
                <a16:creationId xmlns:a16="http://schemas.microsoft.com/office/drawing/2014/main" id="{BEDF1D6A-FD36-0CCA-F316-CDBCACD579E9}"/>
              </a:ext>
            </a:extLst>
          </p:cNvPr>
          <p:cNvSpPr>
            <a:spLocks/>
          </p:cNvSpPr>
          <p:nvPr/>
        </p:nvSpPr>
        <p:spPr bwMode="auto">
          <a:xfrm>
            <a:off x="476250" y="819150"/>
            <a:ext cx="590550" cy="16573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42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93"/>
                  <a:pt x="9635" y="32"/>
                  <a:pt x="21542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93"/>
                  <a:pt x="9635" y="32"/>
                  <a:pt x="21542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0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BF5B1E3-D98A-6C33-72D9-FC84412B6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2887663"/>
            <a:ext cx="39338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StudentName.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FirstName   PIC X(8) VALUE “JOHN”.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Surname     PIC X(8) VALUE “POWER”.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8293FBE-163D-5A54-E19A-684069E59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M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FCB73634-C7C5-43B6-CA8D-193A1421F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70FDB788-D1CF-25AC-2363-904008866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612DB506-EB4E-7473-154B-F6420A4BB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0921FE2B-5123-B7E5-21EB-DF487B55B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92D20EE8-2306-6341-58B9-9621D093A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E</a:t>
            </a:r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125B54E3-2DDE-A64D-DBC1-B5DD86583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L</a:t>
            </a:r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95F346E5-D0FD-010D-89F0-48669AE5A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99A667CA-6220-934C-B53E-BED8ADD52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CC29E686-56F6-D9CD-285F-763B39B2C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73136B95-347B-E430-CF2E-4CFEACCEC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T</a:t>
            </a:r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6CE29433-840C-CBD4-6C16-D09C1534F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Z</a:t>
            </a:r>
          </a:p>
        </p:txBody>
      </p:sp>
      <p:sp>
        <p:nvSpPr>
          <p:cNvPr id="7183" name="Rectangle 15">
            <a:extLst>
              <a:ext uri="{FF2B5EF4-FFF2-40B4-BE49-F238E27FC236}">
                <a16:creationId xmlns:a16="http://schemas.microsoft.com/office/drawing/2014/main" id="{85070D45-C871-1654-139B-FB9786B2F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E7B9362C-19DA-9E9F-0ECD-C4C8BFBE9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185" name="Rectangle 17">
            <a:extLst>
              <a:ext uri="{FF2B5EF4-FFF2-40B4-BE49-F238E27FC236}">
                <a16:creationId xmlns:a16="http://schemas.microsoft.com/office/drawing/2014/main" id="{30EB943D-051A-B9DF-CE17-C2A373EC1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T </a:t>
            </a:r>
          </a:p>
        </p:txBody>
      </p:sp>
      <p:sp>
        <p:nvSpPr>
          <p:cNvPr id="7186" name="Rectangle 18">
            <a:extLst>
              <a:ext uri="{FF2B5EF4-FFF2-40B4-BE49-F238E27FC236}">
                <a16:creationId xmlns:a16="http://schemas.microsoft.com/office/drawing/2014/main" id="{C0B6DD77-E50E-3F38-CB77-C3914E5D4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R </a:t>
            </a:r>
          </a:p>
        </p:txBody>
      </p:sp>
      <p:sp>
        <p:nvSpPr>
          <p:cNvPr id="7187" name="Rectangle 19">
            <a:extLst>
              <a:ext uri="{FF2B5EF4-FFF2-40B4-BE49-F238E27FC236}">
                <a16:creationId xmlns:a16="http://schemas.microsoft.com/office/drawing/2014/main" id="{C7E72A4D-ADB9-0F12-A548-E4A630756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551113"/>
            <a:ext cx="3679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91" name="Group 23">
            <a:extLst>
              <a:ext uri="{FF2B5EF4-FFF2-40B4-BE49-F238E27FC236}">
                <a16:creationId xmlns:a16="http://schemas.microsoft.com/office/drawing/2014/main" id="{B7D40072-A7FC-F304-321F-5B82A33C0274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180975"/>
            <a:ext cx="4435475" cy="1944688"/>
            <a:chOff x="93" y="114"/>
            <a:chExt cx="2794" cy="1225"/>
          </a:xfrm>
        </p:grpSpPr>
        <p:sp>
          <p:nvSpPr>
            <p:cNvPr id="7188" name="Rectangle 20">
              <a:extLst>
                <a:ext uri="{FF2B5EF4-FFF2-40B4-BE49-F238E27FC236}">
                  <a16:creationId xmlns:a16="http://schemas.microsoft.com/office/drawing/2014/main" id="{C670E907-32A4-8440-B103-71C7D25C7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" y="130"/>
              <a:ext cx="2764" cy="1192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“COUGHLAN” TO Surname.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“TOM” TO FirstName.</a:t>
              </a:r>
            </a:p>
            <a:p>
              <a:r>
                <a:rPr lang="en-US" altLang="en-US" sz="1400" b="1">
                  <a:solidFill>
                    <a:srgbClr val="CC0000"/>
                  </a:solidFill>
                  <a:latin typeface="Courier New" panose="02070309020205020404" pitchFamily="49" charset="0"/>
                </a:rPr>
                <a:t>MOVE “FITZPATRICK” TO Surname.</a:t>
              </a:r>
              <a:endPara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“ALEXANDER” TO FirstName.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“JOHN    RYAN” TO StudentName.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“x” TO StudentName.</a:t>
              </a:r>
            </a:p>
          </p:txBody>
        </p:sp>
        <p:sp>
          <p:nvSpPr>
            <p:cNvPr id="7189" name="Freeform 21">
              <a:extLst>
                <a:ext uri="{FF2B5EF4-FFF2-40B4-BE49-F238E27FC236}">
                  <a16:creationId xmlns:a16="http://schemas.microsoft.com/office/drawing/2014/main" id="{81CC7672-AFE9-C404-04BA-F7CCB46F2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" y="114"/>
              <a:ext cx="2773" cy="103"/>
            </a:xfrm>
            <a:custGeom>
              <a:avLst/>
              <a:gdLst>
                <a:gd name="T0" fmla="*/ 2764 w 2773"/>
                <a:gd name="T1" fmla="*/ 5 h 103"/>
                <a:gd name="T2" fmla="*/ 2693 w 2773"/>
                <a:gd name="T3" fmla="*/ 36 h 103"/>
                <a:gd name="T4" fmla="*/ 2637 w 2773"/>
                <a:gd name="T5" fmla="*/ 36 h 103"/>
                <a:gd name="T6" fmla="*/ 2588 w 2773"/>
                <a:gd name="T7" fmla="*/ 64 h 103"/>
                <a:gd name="T8" fmla="*/ 2528 w 2773"/>
                <a:gd name="T9" fmla="*/ 42 h 103"/>
                <a:gd name="T10" fmla="*/ 2468 w 2773"/>
                <a:gd name="T11" fmla="*/ 30 h 103"/>
                <a:gd name="T12" fmla="*/ 2412 w 2773"/>
                <a:gd name="T13" fmla="*/ 17 h 103"/>
                <a:gd name="T14" fmla="*/ 2356 w 2773"/>
                <a:gd name="T15" fmla="*/ 39 h 103"/>
                <a:gd name="T16" fmla="*/ 2307 w 2773"/>
                <a:gd name="T17" fmla="*/ 58 h 103"/>
                <a:gd name="T18" fmla="*/ 2251 w 2773"/>
                <a:gd name="T19" fmla="*/ 77 h 103"/>
                <a:gd name="T20" fmla="*/ 2191 w 2773"/>
                <a:gd name="T21" fmla="*/ 61 h 103"/>
                <a:gd name="T22" fmla="*/ 2135 w 2773"/>
                <a:gd name="T23" fmla="*/ 45 h 103"/>
                <a:gd name="T24" fmla="*/ 2072 w 2773"/>
                <a:gd name="T25" fmla="*/ 36 h 103"/>
                <a:gd name="T26" fmla="*/ 2016 w 2773"/>
                <a:gd name="T27" fmla="*/ 30 h 103"/>
                <a:gd name="T28" fmla="*/ 1956 w 2773"/>
                <a:gd name="T29" fmla="*/ 27 h 103"/>
                <a:gd name="T30" fmla="*/ 1903 w 2773"/>
                <a:gd name="T31" fmla="*/ 36 h 103"/>
                <a:gd name="T32" fmla="*/ 1847 w 2773"/>
                <a:gd name="T33" fmla="*/ 58 h 103"/>
                <a:gd name="T34" fmla="*/ 1791 w 2773"/>
                <a:gd name="T35" fmla="*/ 45 h 103"/>
                <a:gd name="T36" fmla="*/ 1735 w 2773"/>
                <a:gd name="T37" fmla="*/ 27 h 103"/>
                <a:gd name="T38" fmla="*/ 1675 w 2773"/>
                <a:gd name="T39" fmla="*/ 17 h 103"/>
                <a:gd name="T40" fmla="*/ 1619 w 2773"/>
                <a:gd name="T41" fmla="*/ 14 h 103"/>
                <a:gd name="T42" fmla="*/ 1563 w 2773"/>
                <a:gd name="T43" fmla="*/ 45 h 103"/>
                <a:gd name="T44" fmla="*/ 1507 w 2773"/>
                <a:gd name="T45" fmla="*/ 58 h 103"/>
                <a:gd name="T46" fmla="*/ 1443 w 2773"/>
                <a:gd name="T47" fmla="*/ 67 h 103"/>
                <a:gd name="T48" fmla="*/ 1387 w 2773"/>
                <a:gd name="T49" fmla="*/ 70 h 103"/>
                <a:gd name="T50" fmla="*/ 1327 w 2773"/>
                <a:gd name="T51" fmla="*/ 39 h 103"/>
                <a:gd name="T52" fmla="*/ 1267 w 2773"/>
                <a:gd name="T53" fmla="*/ 23 h 103"/>
                <a:gd name="T54" fmla="*/ 1207 w 2773"/>
                <a:gd name="T55" fmla="*/ 42 h 103"/>
                <a:gd name="T56" fmla="*/ 1147 w 2773"/>
                <a:gd name="T57" fmla="*/ 61 h 103"/>
                <a:gd name="T58" fmla="*/ 1091 w 2773"/>
                <a:gd name="T59" fmla="*/ 36 h 103"/>
                <a:gd name="T60" fmla="*/ 1035 w 2773"/>
                <a:gd name="T61" fmla="*/ 11 h 103"/>
                <a:gd name="T62" fmla="*/ 979 w 2773"/>
                <a:gd name="T63" fmla="*/ 14 h 103"/>
                <a:gd name="T64" fmla="*/ 923 w 2773"/>
                <a:gd name="T65" fmla="*/ 17 h 103"/>
                <a:gd name="T66" fmla="*/ 867 w 2773"/>
                <a:gd name="T67" fmla="*/ 20 h 103"/>
                <a:gd name="T68" fmla="*/ 810 w 2773"/>
                <a:gd name="T69" fmla="*/ 39 h 103"/>
                <a:gd name="T70" fmla="*/ 751 w 2773"/>
                <a:gd name="T71" fmla="*/ 61 h 103"/>
                <a:gd name="T72" fmla="*/ 694 w 2773"/>
                <a:gd name="T73" fmla="*/ 61 h 103"/>
                <a:gd name="T74" fmla="*/ 631 w 2773"/>
                <a:gd name="T75" fmla="*/ 42 h 103"/>
                <a:gd name="T76" fmla="*/ 578 w 2773"/>
                <a:gd name="T77" fmla="*/ 30 h 103"/>
                <a:gd name="T78" fmla="*/ 586 w 2773"/>
                <a:gd name="T79" fmla="*/ 64 h 103"/>
                <a:gd name="T80" fmla="*/ 608 w 2773"/>
                <a:gd name="T81" fmla="*/ 95 h 103"/>
                <a:gd name="T82" fmla="*/ 552 w 2773"/>
                <a:gd name="T83" fmla="*/ 58 h 103"/>
                <a:gd name="T84" fmla="*/ 492 w 2773"/>
                <a:gd name="T85" fmla="*/ 36 h 103"/>
                <a:gd name="T86" fmla="*/ 436 w 2773"/>
                <a:gd name="T87" fmla="*/ 33 h 103"/>
                <a:gd name="T88" fmla="*/ 376 w 2773"/>
                <a:gd name="T89" fmla="*/ 36 h 103"/>
                <a:gd name="T90" fmla="*/ 313 w 2773"/>
                <a:gd name="T91" fmla="*/ 42 h 103"/>
                <a:gd name="T92" fmla="*/ 275 w 2773"/>
                <a:gd name="T93" fmla="*/ 77 h 103"/>
                <a:gd name="T94" fmla="*/ 219 w 2773"/>
                <a:gd name="T95" fmla="*/ 83 h 103"/>
                <a:gd name="T96" fmla="*/ 163 w 2773"/>
                <a:gd name="T97" fmla="*/ 70 h 103"/>
                <a:gd name="T98" fmla="*/ 107 w 2773"/>
                <a:gd name="T99" fmla="*/ 55 h 103"/>
                <a:gd name="T100" fmla="*/ 51 w 2773"/>
                <a:gd name="T101" fmla="*/ 33 h 103"/>
                <a:gd name="T102" fmla="*/ 2 w 2773"/>
                <a:gd name="T103" fmla="*/ 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73" h="103">
                  <a:moveTo>
                    <a:pt x="2772" y="2"/>
                  </a:moveTo>
                  <a:lnTo>
                    <a:pt x="2772" y="0"/>
                  </a:lnTo>
                  <a:lnTo>
                    <a:pt x="2772" y="2"/>
                  </a:lnTo>
                  <a:lnTo>
                    <a:pt x="2770" y="5"/>
                  </a:lnTo>
                  <a:lnTo>
                    <a:pt x="2764" y="5"/>
                  </a:lnTo>
                  <a:lnTo>
                    <a:pt x="2742" y="14"/>
                  </a:lnTo>
                  <a:lnTo>
                    <a:pt x="2727" y="23"/>
                  </a:lnTo>
                  <a:lnTo>
                    <a:pt x="2715" y="33"/>
                  </a:lnTo>
                  <a:lnTo>
                    <a:pt x="2704" y="33"/>
                  </a:lnTo>
                  <a:lnTo>
                    <a:pt x="2693" y="36"/>
                  </a:lnTo>
                  <a:lnTo>
                    <a:pt x="2682" y="36"/>
                  </a:lnTo>
                  <a:lnTo>
                    <a:pt x="2670" y="36"/>
                  </a:lnTo>
                  <a:lnTo>
                    <a:pt x="2659" y="36"/>
                  </a:lnTo>
                  <a:lnTo>
                    <a:pt x="2648" y="36"/>
                  </a:lnTo>
                  <a:lnTo>
                    <a:pt x="2637" y="36"/>
                  </a:lnTo>
                  <a:lnTo>
                    <a:pt x="2626" y="42"/>
                  </a:lnTo>
                  <a:lnTo>
                    <a:pt x="2618" y="52"/>
                  </a:lnTo>
                  <a:lnTo>
                    <a:pt x="2611" y="61"/>
                  </a:lnTo>
                  <a:lnTo>
                    <a:pt x="2599" y="64"/>
                  </a:lnTo>
                  <a:lnTo>
                    <a:pt x="2588" y="64"/>
                  </a:lnTo>
                  <a:lnTo>
                    <a:pt x="2577" y="58"/>
                  </a:lnTo>
                  <a:lnTo>
                    <a:pt x="2562" y="52"/>
                  </a:lnTo>
                  <a:lnTo>
                    <a:pt x="2551" y="52"/>
                  </a:lnTo>
                  <a:lnTo>
                    <a:pt x="2539" y="48"/>
                  </a:lnTo>
                  <a:lnTo>
                    <a:pt x="2528" y="42"/>
                  </a:lnTo>
                  <a:lnTo>
                    <a:pt x="2517" y="39"/>
                  </a:lnTo>
                  <a:lnTo>
                    <a:pt x="2502" y="39"/>
                  </a:lnTo>
                  <a:lnTo>
                    <a:pt x="2491" y="36"/>
                  </a:lnTo>
                  <a:lnTo>
                    <a:pt x="2480" y="33"/>
                  </a:lnTo>
                  <a:lnTo>
                    <a:pt x="2468" y="30"/>
                  </a:lnTo>
                  <a:lnTo>
                    <a:pt x="2457" y="30"/>
                  </a:lnTo>
                  <a:lnTo>
                    <a:pt x="2446" y="27"/>
                  </a:lnTo>
                  <a:lnTo>
                    <a:pt x="2435" y="23"/>
                  </a:lnTo>
                  <a:lnTo>
                    <a:pt x="2423" y="20"/>
                  </a:lnTo>
                  <a:lnTo>
                    <a:pt x="2412" y="17"/>
                  </a:lnTo>
                  <a:lnTo>
                    <a:pt x="2408" y="27"/>
                  </a:lnTo>
                  <a:lnTo>
                    <a:pt x="2394" y="30"/>
                  </a:lnTo>
                  <a:lnTo>
                    <a:pt x="2379" y="30"/>
                  </a:lnTo>
                  <a:lnTo>
                    <a:pt x="2367" y="33"/>
                  </a:lnTo>
                  <a:lnTo>
                    <a:pt x="2356" y="39"/>
                  </a:lnTo>
                  <a:lnTo>
                    <a:pt x="2352" y="48"/>
                  </a:lnTo>
                  <a:lnTo>
                    <a:pt x="2341" y="52"/>
                  </a:lnTo>
                  <a:lnTo>
                    <a:pt x="2330" y="52"/>
                  </a:lnTo>
                  <a:lnTo>
                    <a:pt x="2319" y="52"/>
                  </a:lnTo>
                  <a:lnTo>
                    <a:pt x="2307" y="58"/>
                  </a:lnTo>
                  <a:lnTo>
                    <a:pt x="2296" y="61"/>
                  </a:lnTo>
                  <a:lnTo>
                    <a:pt x="2285" y="64"/>
                  </a:lnTo>
                  <a:lnTo>
                    <a:pt x="2274" y="67"/>
                  </a:lnTo>
                  <a:lnTo>
                    <a:pt x="2263" y="73"/>
                  </a:lnTo>
                  <a:lnTo>
                    <a:pt x="2251" y="77"/>
                  </a:lnTo>
                  <a:lnTo>
                    <a:pt x="2240" y="77"/>
                  </a:lnTo>
                  <a:lnTo>
                    <a:pt x="2229" y="73"/>
                  </a:lnTo>
                  <a:lnTo>
                    <a:pt x="2218" y="67"/>
                  </a:lnTo>
                  <a:lnTo>
                    <a:pt x="2203" y="64"/>
                  </a:lnTo>
                  <a:lnTo>
                    <a:pt x="2191" y="61"/>
                  </a:lnTo>
                  <a:lnTo>
                    <a:pt x="2180" y="58"/>
                  </a:lnTo>
                  <a:lnTo>
                    <a:pt x="2169" y="55"/>
                  </a:lnTo>
                  <a:lnTo>
                    <a:pt x="2158" y="55"/>
                  </a:lnTo>
                  <a:lnTo>
                    <a:pt x="2146" y="48"/>
                  </a:lnTo>
                  <a:lnTo>
                    <a:pt x="2135" y="45"/>
                  </a:lnTo>
                  <a:lnTo>
                    <a:pt x="2124" y="45"/>
                  </a:lnTo>
                  <a:lnTo>
                    <a:pt x="2113" y="42"/>
                  </a:lnTo>
                  <a:lnTo>
                    <a:pt x="2102" y="42"/>
                  </a:lnTo>
                  <a:lnTo>
                    <a:pt x="2087" y="39"/>
                  </a:lnTo>
                  <a:lnTo>
                    <a:pt x="2072" y="36"/>
                  </a:lnTo>
                  <a:lnTo>
                    <a:pt x="2060" y="33"/>
                  </a:lnTo>
                  <a:lnTo>
                    <a:pt x="2049" y="30"/>
                  </a:lnTo>
                  <a:lnTo>
                    <a:pt x="2038" y="30"/>
                  </a:lnTo>
                  <a:lnTo>
                    <a:pt x="2027" y="30"/>
                  </a:lnTo>
                  <a:lnTo>
                    <a:pt x="2016" y="30"/>
                  </a:lnTo>
                  <a:lnTo>
                    <a:pt x="2004" y="30"/>
                  </a:lnTo>
                  <a:lnTo>
                    <a:pt x="1993" y="30"/>
                  </a:lnTo>
                  <a:lnTo>
                    <a:pt x="1982" y="30"/>
                  </a:lnTo>
                  <a:lnTo>
                    <a:pt x="1967" y="30"/>
                  </a:lnTo>
                  <a:lnTo>
                    <a:pt x="1956" y="27"/>
                  </a:lnTo>
                  <a:lnTo>
                    <a:pt x="1944" y="20"/>
                  </a:lnTo>
                  <a:lnTo>
                    <a:pt x="1933" y="20"/>
                  </a:lnTo>
                  <a:lnTo>
                    <a:pt x="1922" y="20"/>
                  </a:lnTo>
                  <a:lnTo>
                    <a:pt x="1914" y="30"/>
                  </a:lnTo>
                  <a:lnTo>
                    <a:pt x="1903" y="36"/>
                  </a:lnTo>
                  <a:lnTo>
                    <a:pt x="1892" y="39"/>
                  </a:lnTo>
                  <a:lnTo>
                    <a:pt x="1881" y="48"/>
                  </a:lnTo>
                  <a:lnTo>
                    <a:pt x="1870" y="52"/>
                  </a:lnTo>
                  <a:lnTo>
                    <a:pt x="1858" y="55"/>
                  </a:lnTo>
                  <a:lnTo>
                    <a:pt x="1847" y="58"/>
                  </a:lnTo>
                  <a:lnTo>
                    <a:pt x="1836" y="58"/>
                  </a:lnTo>
                  <a:lnTo>
                    <a:pt x="1825" y="55"/>
                  </a:lnTo>
                  <a:lnTo>
                    <a:pt x="1813" y="48"/>
                  </a:lnTo>
                  <a:lnTo>
                    <a:pt x="1802" y="45"/>
                  </a:lnTo>
                  <a:lnTo>
                    <a:pt x="1791" y="45"/>
                  </a:lnTo>
                  <a:lnTo>
                    <a:pt x="1780" y="42"/>
                  </a:lnTo>
                  <a:lnTo>
                    <a:pt x="1768" y="39"/>
                  </a:lnTo>
                  <a:lnTo>
                    <a:pt x="1757" y="33"/>
                  </a:lnTo>
                  <a:lnTo>
                    <a:pt x="1746" y="33"/>
                  </a:lnTo>
                  <a:lnTo>
                    <a:pt x="1735" y="27"/>
                  </a:lnTo>
                  <a:lnTo>
                    <a:pt x="1724" y="23"/>
                  </a:lnTo>
                  <a:lnTo>
                    <a:pt x="1712" y="23"/>
                  </a:lnTo>
                  <a:lnTo>
                    <a:pt x="1701" y="20"/>
                  </a:lnTo>
                  <a:lnTo>
                    <a:pt x="1690" y="20"/>
                  </a:lnTo>
                  <a:lnTo>
                    <a:pt x="1675" y="17"/>
                  </a:lnTo>
                  <a:lnTo>
                    <a:pt x="1664" y="14"/>
                  </a:lnTo>
                  <a:lnTo>
                    <a:pt x="1652" y="14"/>
                  </a:lnTo>
                  <a:lnTo>
                    <a:pt x="1641" y="14"/>
                  </a:lnTo>
                  <a:lnTo>
                    <a:pt x="1630" y="14"/>
                  </a:lnTo>
                  <a:lnTo>
                    <a:pt x="1619" y="14"/>
                  </a:lnTo>
                  <a:lnTo>
                    <a:pt x="1608" y="17"/>
                  </a:lnTo>
                  <a:lnTo>
                    <a:pt x="1596" y="23"/>
                  </a:lnTo>
                  <a:lnTo>
                    <a:pt x="1585" y="33"/>
                  </a:lnTo>
                  <a:lnTo>
                    <a:pt x="1574" y="39"/>
                  </a:lnTo>
                  <a:lnTo>
                    <a:pt x="1563" y="45"/>
                  </a:lnTo>
                  <a:lnTo>
                    <a:pt x="1551" y="52"/>
                  </a:lnTo>
                  <a:lnTo>
                    <a:pt x="1540" y="55"/>
                  </a:lnTo>
                  <a:lnTo>
                    <a:pt x="1529" y="55"/>
                  </a:lnTo>
                  <a:lnTo>
                    <a:pt x="1518" y="55"/>
                  </a:lnTo>
                  <a:lnTo>
                    <a:pt x="1507" y="58"/>
                  </a:lnTo>
                  <a:lnTo>
                    <a:pt x="1492" y="58"/>
                  </a:lnTo>
                  <a:lnTo>
                    <a:pt x="1480" y="61"/>
                  </a:lnTo>
                  <a:lnTo>
                    <a:pt x="1465" y="64"/>
                  </a:lnTo>
                  <a:lnTo>
                    <a:pt x="1454" y="67"/>
                  </a:lnTo>
                  <a:lnTo>
                    <a:pt x="1443" y="67"/>
                  </a:lnTo>
                  <a:lnTo>
                    <a:pt x="1432" y="70"/>
                  </a:lnTo>
                  <a:lnTo>
                    <a:pt x="1420" y="70"/>
                  </a:lnTo>
                  <a:lnTo>
                    <a:pt x="1409" y="70"/>
                  </a:lnTo>
                  <a:lnTo>
                    <a:pt x="1398" y="70"/>
                  </a:lnTo>
                  <a:lnTo>
                    <a:pt x="1387" y="70"/>
                  </a:lnTo>
                  <a:lnTo>
                    <a:pt x="1376" y="67"/>
                  </a:lnTo>
                  <a:lnTo>
                    <a:pt x="1368" y="58"/>
                  </a:lnTo>
                  <a:lnTo>
                    <a:pt x="1353" y="48"/>
                  </a:lnTo>
                  <a:lnTo>
                    <a:pt x="1342" y="45"/>
                  </a:lnTo>
                  <a:lnTo>
                    <a:pt x="1327" y="39"/>
                  </a:lnTo>
                  <a:lnTo>
                    <a:pt x="1316" y="33"/>
                  </a:lnTo>
                  <a:lnTo>
                    <a:pt x="1301" y="33"/>
                  </a:lnTo>
                  <a:lnTo>
                    <a:pt x="1289" y="30"/>
                  </a:lnTo>
                  <a:lnTo>
                    <a:pt x="1278" y="23"/>
                  </a:lnTo>
                  <a:lnTo>
                    <a:pt x="1267" y="23"/>
                  </a:lnTo>
                  <a:lnTo>
                    <a:pt x="1256" y="20"/>
                  </a:lnTo>
                  <a:lnTo>
                    <a:pt x="1241" y="27"/>
                  </a:lnTo>
                  <a:lnTo>
                    <a:pt x="1230" y="33"/>
                  </a:lnTo>
                  <a:lnTo>
                    <a:pt x="1218" y="39"/>
                  </a:lnTo>
                  <a:lnTo>
                    <a:pt x="1207" y="42"/>
                  </a:lnTo>
                  <a:lnTo>
                    <a:pt x="1196" y="45"/>
                  </a:lnTo>
                  <a:lnTo>
                    <a:pt x="1181" y="52"/>
                  </a:lnTo>
                  <a:lnTo>
                    <a:pt x="1170" y="55"/>
                  </a:lnTo>
                  <a:lnTo>
                    <a:pt x="1158" y="61"/>
                  </a:lnTo>
                  <a:lnTo>
                    <a:pt x="1147" y="61"/>
                  </a:lnTo>
                  <a:lnTo>
                    <a:pt x="1136" y="61"/>
                  </a:lnTo>
                  <a:lnTo>
                    <a:pt x="1121" y="58"/>
                  </a:lnTo>
                  <a:lnTo>
                    <a:pt x="1114" y="48"/>
                  </a:lnTo>
                  <a:lnTo>
                    <a:pt x="1102" y="42"/>
                  </a:lnTo>
                  <a:lnTo>
                    <a:pt x="1091" y="36"/>
                  </a:lnTo>
                  <a:lnTo>
                    <a:pt x="1080" y="27"/>
                  </a:lnTo>
                  <a:lnTo>
                    <a:pt x="1069" y="20"/>
                  </a:lnTo>
                  <a:lnTo>
                    <a:pt x="1057" y="14"/>
                  </a:lnTo>
                  <a:lnTo>
                    <a:pt x="1046" y="11"/>
                  </a:lnTo>
                  <a:lnTo>
                    <a:pt x="1035" y="11"/>
                  </a:lnTo>
                  <a:lnTo>
                    <a:pt x="1024" y="11"/>
                  </a:lnTo>
                  <a:lnTo>
                    <a:pt x="1012" y="14"/>
                  </a:lnTo>
                  <a:lnTo>
                    <a:pt x="1001" y="14"/>
                  </a:lnTo>
                  <a:lnTo>
                    <a:pt x="990" y="14"/>
                  </a:lnTo>
                  <a:lnTo>
                    <a:pt x="979" y="14"/>
                  </a:lnTo>
                  <a:lnTo>
                    <a:pt x="968" y="14"/>
                  </a:lnTo>
                  <a:lnTo>
                    <a:pt x="956" y="17"/>
                  </a:lnTo>
                  <a:lnTo>
                    <a:pt x="945" y="17"/>
                  </a:lnTo>
                  <a:lnTo>
                    <a:pt x="934" y="17"/>
                  </a:lnTo>
                  <a:lnTo>
                    <a:pt x="923" y="17"/>
                  </a:lnTo>
                  <a:lnTo>
                    <a:pt x="911" y="20"/>
                  </a:lnTo>
                  <a:lnTo>
                    <a:pt x="900" y="20"/>
                  </a:lnTo>
                  <a:lnTo>
                    <a:pt x="889" y="20"/>
                  </a:lnTo>
                  <a:lnTo>
                    <a:pt x="878" y="20"/>
                  </a:lnTo>
                  <a:lnTo>
                    <a:pt x="867" y="20"/>
                  </a:lnTo>
                  <a:lnTo>
                    <a:pt x="855" y="20"/>
                  </a:lnTo>
                  <a:lnTo>
                    <a:pt x="844" y="23"/>
                  </a:lnTo>
                  <a:lnTo>
                    <a:pt x="833" y="30"/>
                  </a:lnTo>
                  <a:lnTo>
                    <a:pt x="822" y="33"/>
                  </a:lnTo>
                  <a:lnTo>
                    <a:pt x="810" y="39"/>
                  </a:lnTo>
                  <a:lnTo>
                    <a:pt x="799" y="42"/>
                  </a:lnTo>
                  <a:lnTo>
                    <a:pt x="788" y="52"/>
                  </a:lnTo>
                  <a:lnTo>
                    <a:pt x="777" y="55"/>
                  </a:lnTo>
                  <a:lnTo>
                    <a:pt x="765" y="58"/>
                  </a:lnTo>
                  <a:lnTo>
                    <a:pt x="751" y="61"/>
                  </a:lnTo>
                  <a:lnTo>
                    <a:pt x="739" y="64"/>
                  </a:lnTo>
                  <a:lnTo>
                    <a:pt x="728" y="67"/>
                  </a:lnTo>
                  <a:lnTo>
                    <a:pt x="717" y="67"/>
                  </a:lnTo>
                  <a:lnTo>
                    <a:pt x="706" y="67"/>
                  </a:lnTo>
                  <a:lnTo>
                    <a:pt x="694" y="61"/>
                  </a:lnTo>
                  <a:lnTo>
                    <a:pt x="683" y="55"/>
                  </a:lnTo>
                  <a:lnTo>
                    <a:pt x="672" y="52"/>
                  </a:lnTo>
                  <a:lnTo>
                    <a:pt x="661" y="45"/>
                  </a:lnTo>
                  <a:lnTo>
                    <a:pt x="646" y="45"/>
                  </a:lnTo>
                  <a:lnTo>
                    <a:pt x="631" y="42"/>
                  </a:lnTo>
                  <a:lnTo>
                    <a:pt x="627" y="33"/>
                  </a:lnTo>
                  <a:lnTo>
                    <a:pt x="616" y="30"/>
                  </a:lnTo>
                  <a:lnTo>
                    <a:pt x="605" y="30"/>
                  </a:lnTo>
                  <a:lnTo>
                    <a:pt x="590" y="30"/>
                  </a:lnTo>
                  <a:lnTo>
                    <a:pt x="578" y="30"/>
                  </a:lnTo>
                  <a:lnTo>
                    <a:pt x="567" y="30"/>
                  </a:lnTo>
                  <a:lnTo>
                    <a:pt x="567" y="39"/>
                  </a:lnTo>
                  <a:lnTo>
                    <a:pt x="567" y="48"/>
                  </a:lnTo>
                  <a:lnTo>
                    <a:pt x="578" y="55"/>
                  </a:lnTo>
                  <a:lnTo>
                    <a:pt x="586" y="64"/>
                  </a:lnTo>
                  <a:lnTo>
                    <a:pt x="597" y="73"/>
                  </a:lnTo>
                  <a:lnTo>
                    <a:pt x="605" y="83"/>
                  </a:lnTo>
                  <a:lnTo>
                    <a:pt x="612" y="92"/>
                  </a:lnTo>
                  <a:lnTo>
                    <a:pt x="620" y="102"/>
                  </a:lnTo>
                  <a:lnTo>
                    <a:pt x="608" y="95"/>
                  </a:lnTo>
                  <a:lnTo>
                    <a:pt x="597" y="86"/>
                  </a:lnTo>
                  <a:lnTo>
                    <a:pt x="586" y="80"/>
                  </a:lnTo>
                  <a:lnTo>
                    <a:pt x="575" y="73"/>
                  </a:lnTo>
                  <a:lnTo>
                    <a:pt x="563" y="67"/>
                  </a:lnTo>
                  <a:lnTo>
                    <a:pt x="552" y="58"/>
                  </a:lnTo>
                  <a:lnTo>
                    <a:pt x="541" y="48"/>
                  </a:lnTo>
                  <a:lnTo>
                    <a:pt x="530" y="42"/>
                  </a:lnTo>
                  <a:lnTo>
                    <a:pt x="518" y="39"/>
                  </a:lnTo>
                  <a:lnTo>
                    <a:pt x="504" y="36"/>
                  </a:lnTo>
                  <a:lnTo>
                    <a:pt x="492" y="36"/>
                  </a:lnTo>
                  <a:lnTo>
                    <a:pt x="481" y="36"/>
                  </a:lnTo>
                  <a:lnTo>
                    <a:pt x="470" y="36"/>
                  </a:lnTo>
                  <a:lnTo>
                    <a:pt x="459" y="33"/>
                  </a:lnTo>
                  <a:lnTo>
                    <a:pt x="447" y="33"/>
                  </a:lnTo>
                  <a:lnTo>
                    <a:pt x="436" y="33"/>
                  </a:lnTo>
                  <a:lnTo>
                    <a:pt x="425" y="33"/>
                  </a:lnTo>
                  <a:lnTo>
                    <a:pt x="410" y="33"/>
                  </a:lnTo>
                  <a:lnTo>
                    <a:pt x="399" y="33"/>
                  </a:lnTo>
                  <a:lnTo>
                    <a:pt x="387" y="36"/>
                  </a:lnTo>
                  <a:lnTo>
                    <a:pt x="376" y="36"/>
                  </a:lnTo>
                  <a:lnTo>
                    <a:pt x="361" y="36"/>
                  </a:lnTo>
                  <a:lnTo>
                    <a:pt x="346" y="36"/>
                  </a:lnTo>
                  <a:lnTo>
                    <a:pt x="335" y="36"/>
                  </a:lnTo>
                  <a:lnTo>
                    <a:pt x="324" y="36"/>
                  </a:lnTo>
                  <a:lnTo>
                    <a:pt x="313" y="42"/>
                  </a:lnTo>
                  <a:lnTo>
                    <a:pt x="301" y="45"/>
                  </a:lnTo>
                  <a:lnTo>
                    <a:pt x="298" y="55"/>
                  </a:lnTo>
                  <a:lnTo>
                    <a:pt x="298" y="64"/>
                  </a:lnTo>
                  <a:lnTo>
                    <a:pt x="286" y="73"/>
                  </a:lnTo>
                  <a:lnTo>
                    <a:pt x="275" y="77"/>
                  </a:lnTo>
                  <a:lnTo>
                    <a:pt x="264" y="77"/>
                  </a:lnTo>
                  <a:lnTo>
                    <a:pt x="253" y="77"/>
                  </a:lnTo>
                  <a:lnTo>
                    <a:pt x="242" y="77"/>
                  </a:lnTo>
                  <a:lnTo>
                    <a:pt x="230" y="80"/>
                  </a:lnTo>
                  <a:lnTo>
                    <a:pt x="219" y="83"/>
                  </a:lnTo>
                  <a:lnTo>
                    <a:pt x="204" y="83"/>
                  </a:lnTo>
                  <a:lnTo>
                    <a:pt x="193" y="83"/>
                  </a:lnTo>
                  <a:lnTo>
                    <a:pt x="182" y="83"/>
                  </a:lnTo>
                  <a:lnTo>
                    <a:pt x="170" y="80"/>
                  </a:lnTo>
                  <a:lnTo>
                    <a:pt x="163" y="70"/>
                  </a:lnTo>
                  <a:lnTo>
                    <a:pt x="152" y="67"/>
                  </a:lnTo>
                  <a:lnTo>
                    <a:pt x="140" y="61"/>
                  </a:lnTo>
                  <a:lnTo>
                    <a:pt x="129" y="58"/>
                  </a:lnTo>
                  <a:lnTo>
                    <a:pt x="118" y="55"/>
                  </a:lnTo>
                  <a:lnTo>
                    <a:pt x="107" y="55"/>
                  </a:lnTo>
                  <a:lnTo>
                    <a:pt x="96" y="52"/>
                  </a:lnTo>
                  <a:lnTo>
                    <a:pt x="84" y="45"/>
                  </a:lnTo>
                  <a:lnTo>
                    <a:pt x="73" y="42"/>
                  </a:lnTo>
                  <a:lnTo>
                    <a:pt x="62" y="36"/>
                  </a:lnTo>
                  <a:lnTo>
                    <a:pt x="51" y="33"/>
                  </a:lnTo>
                  <a:lnTo>
                    <a:pt x="39" y="30"/>
                  </a:lnTo>
                  <a:lnTo>
                    <a:pt x="28" y="23"/>
                  </a:lnTo>
                  <a:lnTo>
                    <a:pt x="17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0" name="Freeform 22">
              <a:extLst>
                <a:ext uri="{FF2B5EF4-FFF2-40B4-BE49-F238E27FC236}">
                  <a16:creationId xmlns:a16="http://schemas.microsoft.com/office/drawing/2014/main" id="{F7ADEFE8-82E3-A0ED-3099-9116CC902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" y="1252"/>
              <a:ext cx="2764" cy="87"/>
            </a:xfrm>
            <a:custGeom>
              <a:avLst/>
              <a:gdLst>
                <a:gd name="T0" fmla="*/ 0 w 2764"/>
                <a:gd name="T1" fmla="*/ 86 h 87"/>
                <a:gd name="T2" fmla="*/ 60 w 2764"/>
                <a:gd name="T3" fmla="*/ 59 h 87"/>
                <a:gd name="T4" fmla="*/ 115 w 2764"/>
                <a:gd name="T5" fmla="*/ 33 h 87"/>
                <a:gd name="T6" fmla="*/ 160 w 2764"/>
                <a:gd name="T7" fmla="*/ 25 h 87"/>
                <a:gd name="T8" fmla="*/ 204 w 2764"/>
                <a:gd name="T9" fmla="*/ 29 h 87"/>
                <a:gd name="T10" fmla="*/ 249 w 2764"/>
                <a:gd name="T11" fmla="*/ 46 h 87"/>
                <a:gd name="T12" fmla="*/ 294 w 2764"/>
                <a:gd name="T13" fmla="*/ 59 h 87"/>
                <a:gd name="T14" fmla="*/ 343 w 2764"/>
                <a:gd name="T15" fmla="*/ 33 h 87"/>
                <a:gd name="T16" fmla="*/ 388 w 2764"/>
                <a:gd name="T17" fmla="*/ 25 h 87"/>
                <a:gd name="T18" fmla="*/ 433 w 2764"/>
                <a:gd name="T19" fmla="*/ 42 h 87"/>
                <a:gd name="T20" fmla="*/ 478 w 2764"/>
                <a:gd name="T21" fmla="*/ 63 h 87"/>
                <a:gd name="T22" fmla="*/ 522 w 2764"/>
                <a:gd name="T23" fmla="*/ 42 h 87"/>
                <a:gd name="T24" fmla="*/ 572 w 2764"/>
                <a:gd name="T25" fmla="*/ 29 h 87"/>
                <a:gd name="T26" fmla="*/ 617 w 2764"/>
                <a:gd name="T27" fmla="*/ 25 h 87"/>
                <a:gd name="T28" fmla="*/ 666 w 2764"/>
                <a:gd name="T29" fmla="*/ 16 h 87"/>
                <a:gd name="T30" fmla="*/ 721 w 2764"/>
                <a:gd name="T31" fmla="*/ 25 h 87"/>
                <a:gd name="T32" fmla="*/ 761 w 2764"/>
                <a:gd name="T33" fmla="*/ 55 h 87"/>
                <a:gd name="T34" fmla="*/ 810 w 2764"/>
                <a:gd name="T35" fmla="*/ 42 h 87"/>
                <a:gd name="T36" fmla="*/ 865 w 2764"/>
                <a:gd name="T37" fmla="*/ 33 h 87"/>
                <a:gd name="T38" fmla="*/ 915 w 2764"/>
                <a:gd name="T39" fmla="*/ 21 h 87"/>
                <a:gd name="T40" fmla="*/ 959 w 2764"/>
                <a:gd name="T41" fmla="*/ 21 h 87"/>
                <a:gd name="T42" fmla="*/ 1004 w 2764"/>
                <a:gd name="T43" fmla="*/ 46 h 87"/>
                <a:gd name="T44" fmla="*/ 1049 w 2764"/>
                <a:gd name="T45" fmla="*/ 55 h 87"/>
                <a:gd name="T46" fmla="*/ 1094 w 2764"/>
                <a:gd name="T47" fmla="*/ 46 h 87"/>
                <a:gd name="T48" fmla="*/ 1143 w 2764"/>
                <a:gd name="T49" fmla="*/ 38 h 87"/>
                <a:gd name="T50" fmla="*/ 1188 w 2764"/>
                <a:gd name="T51" fmla="*/ 38 h 87"/>
                <a:gd name="T52" fmla="*/ 1238 w 2764"/>
                <a:gd name="T53" fmla="*/ 33 h 87"/>
                <a:gd name="T54" fmla="*/ 1282 w 2764"/>
                <a:gd name="T55" fmla="*/ 16 h 87"/>
                <a:gd name="T56" fmla="*/ 1337 w 2764"/>
                <a:gd name="T57" fmla="*/ 16 h 87"/>
                <a:gd name="T58" fmla="*/ 1382 w 2764"/>
                <a:gd name="T59" fmla="*/ 42 h 87"/>
                <a:gd name="T60" fmla="*/ 1426 w 2764"/>
                <a:gd name="T61" fmla="*/ 50 h 87"/>
                <a:gd name="T62" fmla="*/ 1476 w 2764"/>
                <a:gd name="T63" fmla="*/ 33 h 87"/>
                <a:gd name="T64" fmla="*/ 1531 w 2764"/>
                <a:gd name="T65" fmla="*/ 12 h 87"/>
                <a:gd name="T66" fmla="*/ 1580 w 2764"/>
                <a:gd name="T67" fmla="*/ 8 h 87"/>
                <a:gd name="T68" fmla="*/ 1620 w 2764"/>
                <a:gd name="T69" fmla="*/ 16 h 87"/>
                <a:gd name="T70" fmla="*/ 1665 w 2764"/>
                <a:gd name="T71" fmla="*/ 46 h 87"/>
                <a:gd name="T72" fmla="*/ 1709 w 2764"/>
                <a:gd name="T73" fmla="*/ 59 h 87"/>
                <a:gd name="T74" fmla="*/ 1754 w 2764"/>
                <a:gd name="T75" fmla="*/ 33 h 87"/>
                <a:gd name="T76" fmla="*/ 1804 w 2764"/>
                <a:gd name="T77" fmla="*/ 21 h 87"/>
                <a:gd name="T78" fmla="*/ 1849 w 2764"/>
                <a:gd name="T79" fmla="*/ 16 h 87"/>
                <a:gd name="T80" fmla="*/ 1898 w 2764"/>
                <a:gd name="T81" fmla="*/ 12 h 87"/>
                <a:gd name="T82" fmla="*/ 1958 w 2764"/>
                <a:gd name="T83" fmla="*/ 42 h 87"/>
                <a:gd name="T84" fmla="*/ 2003 w 2764"/>
                <a:gd name="T85" fmla="*/ 63 h 87"/>
                <a:gd name="T86" fmla="*/ 2052 w 2764"/>
                <a:gd name="T87" fmla="*/ 50 h 87"/>
                <a:gd name="T88" fmla="*/ 2097 w 2764"/>
                <a:gd name="T89" fmla="*/ 29 h 87"/>
                <a:gd name="T90" fmla="*/ 2147 w 2764"/>
                <a:gd name="T91" fmla="*/ 16 h 87"/>
                <a:gd name="T92" fmla="*/ 2191 w 2764"/>
                <a:gd name="T93" fmla="*/ 8 h 87"/>
                <a:gd name="T94" fmla="*/ 2246 w 2764"/>
                <a:gd name="T95" fmla="*/ 29 h 87"/>
                <a:gd name="T96" fmla="*/ 2291 w 2764"/>
                <a:gd name="T97" fmla="*/ 42 h 87"/>
                <a:gd name="T98" fmla="*/ 2335 w 2764"/>
                <a:gd name="T99" fmla="*/ 29 h 87"/>
                <a:gd name="T100" fmla="*/ 2380 w 2764"/>
                <a:gd name="T101" fmla="*/ 8 h 87"/>
                <a:gd name="T102" fmla="*/ 2430 w 2764"/>
                <a:gd name="T103" fmla="*/ 0 h 87"/>
                <a:gd name="T104" fmla="*/ 2484 w 2764"/>
                <a:gd name="T105" fmla="*/ 8 h 87"/>
                <a:gd name="T106" fmla="*/ 2529 w 2764"/>
                <a:gd name="T107" fmla="*/ 25 h 87"/>
                <a:gd name="T108" fmla="*/ 2579 w 2764"/>
                <a:gd name="T109" fmla="*/ 38 h 87"/>
                <a:gd name="T110" fmla="*/ 2618 w 2764"/>
                <a:gd name="T111" fmla="*/ 16 h 87"/>
                <a:gd name="T112" fmla="*/ 2668 w 2764"/>
                <a:gd name="T113" fmla="*/ 38 h 87"/>
                <a:gd name="T114" fmla="*/ 2708 w 2764"/>
                <a:gd name="T115" fmla="*/ 59 h 87"/>
                <a:gd name="T116" fmla="*/ 2753 w 2764"/>
                <a:gd name="T117" fmla="*/ 7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64" h="87">
                  <a:moveTo>
                    <a:pt x="0" y="82"/>
                  </a:moveTo>
                  <a:lnTo>
                    <a:pt x="1" y="76"/>
                  </a:lnTo>
                  <a:lnTo>
                    <a:pt x="0" y="86"/>
                  </a:lnTo>
                  <a:lnTo>
                    <a:pt x="31" y="50"/>
                  </a:lnTo>
                  <a:lnTo>
                    <a:pt x="45" y="50"/>
                  </a:lnTo>
                  <a:lnTo>
                    <a:pt x="60" y="59"/>
                  </a:lnTo>
                  <a:lnTo>
                    <a:pt x="80" y="50"/>
                  </a:lnTo>
                  <a:lnTo>
                    <a:pt x="100" y="38"/>
                  </a:lnTo>
                  <a:lnTo>
                    <a:pt x="115" y="33"/>
                  </a:lnTo>
                  <a:lnTo>
                    <a:pt x="130" y="33"/>
                  </a:lnTo>
                  <a:lnTo>
                    <a:pt x="145" y="29"/>
                  </a:lnTo>
                  <a:lnTo>
                    <a:pt x="160" y="25"/>
                  </a:lnTo>
                  <a:lnTo>
                    <a:pt x="175" y="25"/>
                  </a:lnTo>
                  <a:lnTo>
                    <a:pt x="189" y="29"/>
                  </a:lnTo>
                  <a:lnTo>
                    <a:pt x="204" y="29"/>
                  </a:lnTo>
                  <a:lnTo>
                    <a:pt x="219" y="33"/>
                  </a:lnTo>
                  <a:lnTo>
                    <a:pt x="234" y="42"/>
                  </a:lnTo>
                  <a:lnTo>
                    <a:pt x="249" y="46"/>
                  </a:lnTo>
                  <a:lnTo>
                    <a:pt x="264" y="50"/>
                  </a:lnTo>
                  <a:lnTo>
                    <a:pt x="279" y="55"/>
                  </a:lnTo>
                  <a:lnTo>
                    <a:pt x="294" y="59"/>
                  </a:lnTo>
                  <a:lnTo>
                    <a:pt x="314" y="55"/>
                  </a:lnTo>
                  <a:lnTo>
                    <a:pt x="334" y="46"/>
                  </a:lnTo>
                  <a:lnTo>
                    <a:pt x="343" y="33"/>
                  </a:lnTo>
                  <a:lnTo>
                    <a:pt x="358" y="33"/>
                  </a:lnTo>
                  <a:lnTo>
                    <a:pt x="373" y="29"/>
                  </a:lnTo>
                  <a:lnTo>
                    <a:pt x="388" y="25"/>
                  </a:lnTo>
                  <a:lnTo>
                    <a:pt x="403" y="21"/>
                  </a:lnTo>
                  <a:lnTo>
                    <a:pt x="418" y="33"/>
                  </a:lnTo>
                  <a:lnTo>
                    <a:pt x="433" y="42"/>
                  </a:lnTo>
                  <a:lnTo>
                    <a:pt x="448" y="55"/>
                  </a:lnTo>
                  <a:lnTo>
                    <a:pt x="463" y="63"/>
                  </a:lnTo>
                  <a:lnTo>
                    <a:pt x="478" y="63"/>
                  </a:lnTo>
                  <a:lnTo>
                    <a:pt x="492" y="55"/>
                  </a:lnTo>
                  <a:lnTo>
                    <a:pt x="507" y="50"/>
                  </a:lnTo>
                  <a:lnTo>
                    <a:pt x="522" y="42"/>
                  </a:lnTo>
                  <a:lnTo>
                    <a:pt x="537" y="38"/>
                  </a:lnTo>
                  <a:lnTo>
                    <a:pt x="552" y="33"/>
                  </a:lnTo>
                  <a:lnTo>
                    <a:pt x="572" y="29"/>
                  </a:lnTo>
                  <a:lnTo>
                    <a:pt x="587" y="29"/>
                  </a:lnTo>
                  <a:lnTo>
                    <a:pt x="602" y="25"/>
                  </a:lnTo>
                  <a:lnTo>
                    <a:pt x="617" y="25"/>
                  </a:lnTo>
                  <a:lnTo>
                    <a:pt x="632" y="25"/>
                  </a:lnTo>
                  <a:lnTo>
                    <a:pt x="646" y="21"/>
                  </a:lnTo>
                  <a:lnTo>
                    <a:pt x="666" y="16"/>
                  </a:lnTo>
                  <a:lnTo>
                    <a:pt x="686" y="16"/>
                  </a:lnTo>
                  <a:lnTo>
                    <a:pt x="706" y="12"/>
                  </a:lnTo>
                  <a:lnTo>
                    <a:pt x="721" y="25"/>
                  </a:lnTo>
                  <a:lnTo>
                    <a:pt x="731" y="38"/>
                  </a:lnTo>
                  <a:lnTo>
                    <a:pt x="741" y="50"/>
                  </a:lnTo>
                  <a:lnTo>
                    <a:pt x="761" y="55"/>
                  </a:lnTo>
                  <a:lnTo>
                    <a:pt x="776" y="50"/>
                  </a:lnTo>
                  <a:lnTo>
                    <a:pt x="795" y="46"/>
                  </a:lnTo>
                  <a:lnTo>
                    <a:pt x="810" y="42"/>
                  </a:lnTo>
                  <a:lnTo>
                    <a:pt x="830" y="38"/>
                  </a:lnTo>
                  <a:lnTo>
                    <a:pt x="850" y="38"/>
                  </a:lnTo>
                  <a:lnTo>
                    <a:pt x="865" y="33"/>
                  </a:lnTo>
                  <a:lnTo>
                    <a:pt x="880" y="29"/>
                  </a:lnTo>
                  <a:lnTo>
                    <a:pt x="900" y="25"/>
                  </a:lnTo>
                  <a:lnTo>
                    <a:pt x="915" y="21"/>
                  </a:lnTo>
                  <a:lnTo>
                    <a:pt x="930" y="16"/>
                  </a:lnTo>
                  <a:lnTo>
                    <a:pt x="945" y="12"/>
                  </a:lnTo>
                  <a:lnTo>
                    <a:pt x="959" y="21"/>
                  </a:lnTo>
                  <a:lnTo>
                    <a:pt x="974" y="29"/>
                  </a:lnTo>
                  <a:lnTo>
                    <a:pt x="989" y="38"/>
                  </a:lnTo>
                  <a:lnTo>
                    <a:pt x="1004" y="46"/>
                  </a:lnTo>
                  <a:lnTo>
                    <a:pt x="1019" y="55"/>
                  </a:lnTo>
                  <a:lnTo>
                    <a:pt x="1034" y="55"/>
                  </a:lnTo>
                  <a:lnTo>
                    <a:pt x="1049" y="55"/>
                  </a:lnTo>
                  <a:lnTo>
                    <a:pt x="1064" y="50"/>
                  </a:lnTo>
                  <a:lnTo>
                    <a:pt x="1079" y="46"/>
                  </a:lnTo>
                  <a:lnTo>
                    <a:pt x="1094" y="46"/>
                  </a:lnTo>
                  <a:lnTo>
                    <a:pt x="1108" y="42"/>
                  </a:lnTo>
                  <a:lnTo>
                    <a:pt x="1128" y="42"/>
                  </a:lnTo>
                  <a:lnTo>
                    <a:pt x="1143" y="38"/>
                  </a:lnTo>
                  <a:lnTo>
                    <a:pt x="1158" y="38"/>
                  </a:lnTo>
                  <a:lnTo>
                    <a:pt x="1173" y="38"/>
                  </a:lnTo>
                  <a:lnTo>
                    <a:pt x="1188" y="38"/>
                  </a:lnTo>
                  <a:lnTo>
                    <a:pt x="1203" y="38"/>
                  </a:lnTo>
                  <a:lnTo>
                    <a:pt x="1218" y="38"/>
                  </a:lnTo>
                  <a:lnTo>
                    <a:pt x="1238" y="33"/>
                  </a:lnTo>
                  <a:lnTo>
                    <a:pt x="1252" y="29"/>
                  </a:lnTo>
                  <a:lnTo>
                    <a:pt x="1267" y="21"/>
                  </a:lnTo>
                  <a:lnTo>
                    <a:pt x="1282" y="16"/>
                  </a:lnTo>
                  <a:lnTo>
                    <a:pt x="1297" y="12"/>
                  </a:lnTo>
                  <a:lnTo>
                    <a:pt x="1317" y="8"/>
                  </a:lnTo>
                  <a:lnTo>
                    <a:pt x="1337" y="16"/>
                  </a:lnTo>
                  <a:lnTo>
                    <a:pt x="1352" y="29"/>
                  </a:lnTo>
                  <a:lnTo>
                    <a:pt x="1367" y="38"/>
                  </a:lnTo>
                  <a:lnTo>
                    <a:pt x="1382" y="42"/>
                  </a:lnTo>
                  <a:lnTo>
                    <a:pt x="1397" y="50"/>
                  </a:lnTo>
                  <a:lnTo>
                    <a:pt x="1411" y="50"/>
                  </a:lnTo>
                  <a:lnTo>
                    <a:pt x="1426" y="50"/>
                  </a:lnTo>
                  <a:lnTo>
                    <a:pt x="1446" y="46"/>
                  </a:lnTo>
                  <a:lnTo>
                    <a:pt x="1461" y="42"/>
                  </a:lnTo>
                  <a:lnTo>
                    <a:pt x="1476" y="33"/>
                  </a:lnTo>
                  <a:lnTo>
                    <a:pt x="1496" y="25"/>
                  </a:lnTo>
                  <a:lnTo>
                    <a:pt x="1511" y="21"/>
                  </a:lnTo>
                  <a:lnTo>
                    <a:pt x="1531" y="12"/>
                  </a:lnTo>
                  <a:lnTo>
                    <a:pt x="1546" y="12"/>
                  </a:lnTo>
                  <a:lnTo>
                    <a:pt x="1560" y="12"/>
                  </a:lnTo>
                  <a:lnTo>
                    <a:pt x="1580" y="8"/>
                  </a:lnTo>
                  <a:lnTo>
                    <a:pt x="1595" y="4"/>
                  </a:lnTo>
                  <a:lnTo>
                    <a:pt x="1610" y="4"/>
                  </a:lnTo>
                  <a:lnTo>
                    <a:pt x="1620" y="16"/>
                  </a:lnTo>
                  <a:lnTo>
                    <a:pt x="1635" y="25"/>
                  </a:lnTo>
                  <a:lnTo>
                    <a:pt x="1650" y="33"/>
                  </a:lnTo>
                  <a:lnTo>
                    <a:pt x="1665" y="46"/>
                  </a:lnTo>
                  <a:lnTo>
                    <a:pt x="1680" y="55"/>
                  </a:lnTo>
                  <a:lnTo>
                    <a:pt x="1695" y="59"/>
                  </a:lnTo>
                  <a:lnTo>
                    <a:pt x="1709" y="59"/>
                  </a:lnTo>
                  <a:lnTo>
                    <a:pt x="1724" y="50"/>
                  </a:lnTo>
                  <a:lnTo>
                    <a:pt x="1739" y="42"/>
                  </a:lnTo>
                  <a:lnTo>
                    <a:pt x="1754" y="33"/>
                  </a:lnTo>
                  <a:lnTo>
                    <a:pt x="1769" y="29"/>
                  </a:lnTo>
                  <a:lnTo>
                    <a:pt x="1784" y="25"/>
                  </a:lnTo>
                  <a:lnTo>
                    <a:pt x="1804" y="21"/>
                  </a:lnTo>
                  <a:lnTo>
                    <a:pt x="1819" y="21"/>
                  </a:lnTo>
                  <a:lnTo>
                    <a:pt x="1834" y="21"/>
                  </a:lnTo>
                  <a:lnTo>
                    <a:pt x="1849" y="16"/>
                  </a:lnTo>
                  <a:lnTo>
                    <a:pt x="1863" y="16"/>
                  </a:lnTo>
                  <a:lnTo>
                    <a:pt x="1878" y="8"/>
                  </a:lnTo>
                  <a:lnTo>
                    <a:pt x="1898" y="12"/>
                  </a:lnTo>
                  <a:lnTo>
                    <a:pt x="1923" y="25"/>
                  </a:lnTo>
                  <a:lnTo>
                    <a:pt x="1938" y="29"/>
                  </a:lnTo>
                  <a:lnTo>
                    <a:pt x="1958" y="42"/>
                  </a:lnTo>
                  <a:lnTo>
                    <a:pt x="1973" y="46"/>
                  </a:lnTo>
                  <a:lnTo>
                    <a:pt x="1988" y="55"/>
                  </a:lnTo>
                  <a:lnTo>
                    <a:pt x="2003" y="63"/>
                  </a:lnTo>
                  <a:lnTo>
                    <a:pt x="2017" y="63"/>
                  </a:lnTo>
                  <a:lnTo>
                    <a:pt x="2032" y="59"/>
                  </a:lnTo>
                  <a:lnTo>
                    <a:pt x="2052" y="50"/>
                  </a:lnTo>
                  <a:lnTo>
                    <a:pt x="2067" y="38"/>
                  </a:lnTo>
                  <a:lnTo>
                    <a:pt x="2082" y="33"/>
                  </a:lnTo>
                  <a:lnTo>
                    <a:pt x="2097" y="29"/>
                  </a:lnTo>
                  <a:lnTo>
                    <a:pt x="2112" y="25"/>
                  </a:lnTo>
                  <a:lnTo>
                    <a:pt x="2132" y="21"/>
                  </a:lnTo>
                  <a:lnTo>
                    <a:pt x="2147" y="16"/>
                  </a:lnTo>
                  <a:lnTo>
                    <a:pt x="2161" y="12"/>
                  </a:lnTo>
                  <a:lnTo>
                    <a:pt x="2176" y="8"/>
                  </a:lnTo>
                  <a:lnTo>
                    <a:pt x="2191" y="8"/>
                  </a:lnTo>
                  <a:lnTo>
                    <a:pt x="2206" y="12"/>
                  </a:lnTo>
                  <a:lnTo>
                    <a:pt x="2231" y="21"/>
                  </a:lnTo>
                  <a:lnTo>
                    <a:pt x="2246" y="29"/>
                  </a:lnTo>
                  <a:lnTo>
                    <a:pt x="2261" y="33"/>
                  </a:lnTo>
                  <a:lnTo>
                    <a:pt x="2276" y="38"/>
                  </a:lnTo>
                  <a:lnTo>
                    <a:pt x="2291" y="42"/>
                  </a:lnTo>
                  <a:lnTo>
                    <a:pt x="2306" y="42"/>
                  </a:lnTo>
                  <a:lnTo>
                    <a:pt x="2320" y="33"/>
                  </a:lnTo>
                  <a:lnTo>
                    <a:pt x="2335" y="29"/>
                  </a:lnTo>
                  <a:lnTo>
                    <a:pt x="2350" y="21"/>
                  </a:lnTo>
                  <a:lnTo>
                    <a:pt x="2365" y="12"/>
                  </a:lnTo>
                  <a:lnTo>
                    <a:pt x="2380" y="8"/>
                  </a:lnTo>
                  <a:lnTo>
                    <a:pt x="2400" y="4"/>
                  </a:lnTo>
                  <a:lnTo>
                    <a:pt x="2415" y="0"/>
                  </a:lnTo>
                  <a:lnTo>
                    <a:pt x="2430" y="0"/>
                  </a:lnTo>
                  <a:lnTo>
                    <a:pt x="2450" y="0"/>
                  </a:lnTo>
                  <a:lnTo>
                    <a:pt x="2464" y="4"/>
                  </a:lnTo>
                  <a:lnTo>
                    <a:pt x="2484" y="8"/>
                  </a:lnTo>
                  <a:lnTo>
                    <a:pt x="2499" y="12"/>
                  </a:lnTo>
                  <a:lnTo>
                    <a:pt x="2514" y="21"/>
                  </a:lnTo>
                  <a:lnTo>
                    <a:pt x="2529" y="25"/>
                  </a:lnTo>
                  <a:lnTo>
                    <a:pt x="2549" y="29"/>
                  </a:lnTo>
                  <a:lnTo>
                    <a:pt x="2564" y="38"/>
                  </a:lnTo>
                  <a:lnTo>
                    <a:pt x="2579" y="38"/>
                  </a:lnTo>
                  <a:lnTo>
                    <a:pt x="2589" y="25"/>
                  </a:lnTo>
                  <a:lnTo>
                    <a:pt x="2604" y="16"/>
                  </a:lnTo>
                  <a:lnTo>
                    <a:pt x="2618" y="16"/>
                  </a:lnTo>
                  <a:lnTo>
                    <a:pt x="2633" y="21"/>
                  </a:lnTo>
                  <a:lnTo>
                    <a:pt x="2653" y="29"/>
                  </a:lnTo>
                  <a:lnTo>
                    <a:pt x="2668" y="38"/>
                  </a:lnTo>
                  <a:lnTo>
                    <a:pt x="2683" y="42"/>
                  </a:lnTo>
                  <a:lnTo>
                    <a:pt x="2693" y="55"/>
                  </a:lnTo>
                  <a:lnTo>
                    <a:pt x="2708" y="59"/>
                  </a:lnTo>
                  <a:lnTo>
                    <a:pt x="2723" y="63"/>
                  </a:lnTo>
                  <a:lnTo>
                    <a:pt x="2738" y="72"/>
                  </a:lnTo>
                  <a:lnTo>
                    <a:pt x="2753" y="72"/>
                  </a:lnTo>
                  <a:lnTo>
                    <a:pt x="2763" y="80"/>
                  </a:lnTo>
                  <a:lnTo>
                    <a:pt x="2756" y="78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92" name="Rectangle 24">
            <a:extLst>
              <a:ext uri="{FF2B5EF4-FFF2-40B4-BE49-F238E27FC236}">
                <a16:creationId xmlns:a16="http://schemas.microsoft.com/office/drawing/2014/main" id="{3CC49A34-E8F5-C0AA-C688-5FB64E12D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450" y="2549525"/>
            <a:ext cx="238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ICK</a:t>
            </a:r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7193" name="Line 25">
            <a:extLst>
              <a:ext uri="{FF2B5EF4-FFF2-40B4-BE49-F238E27FC236}">
                <a16:creationId xmlns:a16="http://schemas.microsoft.com/office/drawing/2014/main" id="{CD60EB0C-14BE-4D79-9127-5A898CC94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43175"/>
            <a:ext cx="0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4" name="Rectangle 26">
            <a:extLst>
              <a:ext uri="{FF2B5EF4-FFF2-40B4-BE49-F238E27FC236}">
                <a16:creationId xmlns:a16="http://schemas.microsoft.com/office/drawing/2014/main" id="{4F3774D0-D2F1-C49B-C8E9-12842650D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104775"/>
            <a:ext cx="133350" cy="95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5" name="AutoShape 27">
            <a:extLst>
              <a:ext uri="{FF2B5EF4-FFF2-40B4-BE49-F238E27FC236}">
                <a16:creationId xmlns:a16="http://schemas.microsoft.com/office/drawing/2014/main" id="{726A4250-3F22-6E7A-DA93-B3FAC81E86D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16175" y="1727200"/>
            <a:ext cx="2295525" cy="743479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The  literal is 11 characters in size but Surname can only hold 8, so the last three characters (“ICK”) are truncated (i.e. lost)</a:t>
            </a:r>
          </a:p>
        </p:txBody>
      </p:sp>
      <p:sp>
        <p:nvSpPr>
          <p:cNvPr id="7196" name="Arc 28">
            <a:extLst>
              <a:ext uri="{FF2B5EF4-FFF2-40B4-BE49-F238E27FC236}">
                <a16:creationId xmlns:a16="http://schemas.microsoft.com/office/drawing/2014/main" id="{8A0C9319-EE0B-7F63-00EC-E424D0919684}"/>
              </a:ext>
            </a:extLst>
          </p:cNvPr>
          <p:cNvSpPr>
            <a:spLocks/>
          </p:cNvSpPr>
          <p:nvPr/>
        </p:nvSpPr>
        <p:spPr bwMode="auto">
          <a:xfrm>
            <a:off x="1827213" y="992188"/>
            <a:ext cx="420687" cy="1485900"/>
          </a:xfrm>
          <a:custGeom>
            <a:avLst/>
            <a:gdLst>
              <a:gd name="G0" fmla="+- 82 0 0"/>
              <a:gd name="G1" fmla="+- 21600 0 0"/>
              <a:gd name="G2" fmla="+- 21600 0 0"/>
              <a:gd name="T0" fmla="*/ 0 w 21682"/>
              <a:gd name="T1" fmla="*/ 0 h 21600"/>
              <a:gd name="T2" fmla="*/ 21682 w 21682"/>
              <a:gd name="T3" fmla="*/ 21600 h 21600"/>
              <a:gd name="T4" fmla="*/ 82 w 21682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82" h="21600" fill="none" extrusionOk="0">
                <a:moveTo>
                  <a:pt x="0" y="0"/>
                </a:moveTo>
                <a:cubicBezTo>
                  <a:pt x="27" y="0"/>
                  <a:pt x="54" y="0"/>
                  <a:pt x="82" y="0"/>
                </a:cubicBezTo>
                <a:cubicBezTo>
                  <a:pt x="12011" y="0"/>
                  <a:pt x="21682" y="9670"/>
                  <a:pt x="21682" y="21600"/>
                </a:cubicBezTo>
              </a:path>
              <a:path w="21682" h="21600" stroke="0" extrusionOk="0">
                <a:moveTo>
                  <a:pt x="0" y="0"/>
                </a:moveTo>
                <a:cubicBezTo>
                  <a:pt x="27" y="0"/>
                  <a:pt x="54" y="0"/>
                  <a:pt x="82" y="0"/>
                </a:cubicBezTo>
                <a:cubicBezTo>
                  <a:pt x="12011" y="0"/>
                  <a:pt x="21682" y="9670"/>
                  <a:pt x="21682" y="21600"/>
                </a:cubicBezTo>
                <a:lnTo>
                  <a:pt x="82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4D18299-D6C9-1801-AC6B-36217118C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2887663"/>
            <a:ext cx="39338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StudentName.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FirstName   PIC X(8) VALUE “JOHN”.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Surname     PIC X(8) VALUE “POWER”.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AE4B56F-ED9A-F819-CA73-D7145CFA8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47C6370F-52E0-5BC7-B7B0-318F52F4E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L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D94D4CD5-BAAA-F760-C6DA-3750EBE9D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79FF9A0B-7889-3727-CD07-77735320F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E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90195897-6C2F-6A7E-2ACB-1311C5A7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4D4C2BDF-CE7C-D389-F224-290F0B8EF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7F50CE9D-947B-4005-821F-9568D7177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D</a:t>
            </a: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E38A1742-8CA6-0EAF-82E5-D2CD901DA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E </a:t>
            </a:r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9C2EC225-8807-A340-C87B-D45B6A8F4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D6D735F9-C67B-9C3C-47B2-F2FF184CB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D66ED6D0-BCE6-0F17-9514-715605281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T</a:t>
            </a:r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DADCA508-58B1-B941-ECCF-F74C6013A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Z</a:t>
            </a:r>
          </a:p>
        </p:txBody>
      </p:sp>
      <p:sp>
        <p:nvSpPr>
          <p:cNvPr id="8207" name="Rectangle 15">
            <a:extLst>
              <a:ext uri="{FF2B5EF4-FFF2-40B4-BE49-F238E27FC236}">
                <a16:creationId xmlns:a16="http://schemas.microsoft.com/office/drawing/2014/main" id="{01F8AE16-1332-51B8-F9A5-118A4EF65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DBF0BB19-B51C-B01C-ACB7-B3EB71174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FCC41DB1-8A6B-D6C8-71C8-9BCD41F63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T </a:t>
            </a:r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272386C1-A1B7-329C-A210-666073485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R </a:t>
            </a:r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B40EC30F-7389-EE4B-BDF0-FD0DB072A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551113"/>
            <a:ext cx="3679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15" name="Group 23">
            <a:extLst>
              <a:ext uri="{FF2B5EF4-FFF2-40B4-BE49-F238E27FC236}">
                <a16:creationId xmlns:a16="http://schemas.microsoft.com/office/drawing/2014/main" id="{F5D86CDE-E0FE-BFA7-B237-5CE6C961207E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180975"/>
            <a:ext cx="4435475" cy="1944688"/>
            <a:chOff x="93" y="114"/>
            <a:chExt cx="2794" cy="1225"/>
          </a:xfrm>
        </p:grpSpPr>
        <p:sp>
          <p:nvSpPr>
            <p:cNvPr id="8212" name="Rectangle 20">
              <a:extLst>
                <a:ext uri="{FF2B5EF4-FFF2-40B4-BE49-F238E27FC236}">
                  <a16:creationId xmlns:a16="http://schemas.microsoft.com/office/drawing/2014/main" id="{E4FA6BB0-01AF-D074-D127-BF672D4EB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" y="130"/>
              <a:ext cx="2764" cy="1192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“COUGHLAN” TO Surname.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“TOM” TO FirstName.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“FITZPATRICK” TO Surname.</a:t>
              </a:r>
            </a:p>
            <a:p>
              <a:r>
                <a:rPr lang="en-US" altLang="en-US" sz="1400" b="1">
                  <a:solidFill>
                    <a:srgbClr val="CC0000"/>
                  </a:solidFill>
                  <a:latin typeface="Courier New" panose="02070309020205020404" pitchFamily="49" charset="0"/>
                </a:rPr>
                <a:t>MOVE “ALEXANDER” TO FirstName.</a:t>
              </a:r>
              <a:endPara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“JOHN    RYAN” TO StudentName.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“x” TO StudentName.</a:t>
              </a:r>
            </a:p>
          </p:txBody>
        </p:sp>
        <p:sp>
          <p:nvSpPr>
            <p:cNvPr id="8213" name="Freeform 21">
              <a:extLst>
                <a:ext uri="{FF2B5EF4-FFF2-40B4-BE49-F238E27FC236}">
                  <a16:creationId xmlns:a16="http://schemas.microsoft.com/office/drawing/2014/main" id="{53CE5C8C-6CE2-37D1-C503-89E4080F0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" y="114"/>
              <a:ext cx="2773" cy="103"/>
            </a:xfrm>
            <a:custGeom>
              <a:avLst/>
              <a:gdLst>
                <a:gd name="T0" fmla="*/ 2764 w 2773"/>
                <a:gd name="T1" fmla="*/ 5 h 103"/>
                <a:gd name="T2" fmla="*/ 2693 w 2773"/>
                <a:gd name="T3" fmla="*/ 36 h 103"/>
                <a:gd name="T4" fmla="*/ 2637 w 2773"/>
                <a:gd name="T5" fmla="*/ 36 h 103"/>
                <a:gd name="T6" fmla="*/ 2588 w 2773"/>
                <a:gd name="T7" fmla="*/ 64 h 103"/>
                <a:gd name="T8" fmla="*/ 2528 w 2773"/>
                <a:gd name="T9" fmla="*/ 42 h 103"/>
                <a:gd name="T10" fmla="*/ 2468 w 2773"/>
                <a:gd name="T11" fmla="*/ 30 h 103"/>
                <a:gd name="T12" fmla="*/ 2412 w 2773"/>
                <a:gd name="T13" fmla="*/ 17 h 103"/>
                <a:gd name="T14" fmla="*/ 2356 w 2773"/>
                <a:gd name="T15" fmla="*/ 39 h 103"/>
                <a:gd name="T16" fmla="*/ 2307 w 2773"/>
                <a:gd name="T17" fmla="*/ 58 h 103"/>
                <a:gd name="T18" fmla="*/ 2251 w 2773"/>
                <a:gd name="T19" fmla="*/ 77 h 103"/>
                <a:gd name="T20" fmla="*/ 2191 w 2773"/>
                <a:gd name="T21" fmla="*/ 61 h 103"/>
                <a:gd name="T22" fmla="*/ 2135 w 2773"/>
                <a:gd name="T23" fmla="*/ 45 h 103"/>
                <a:gd name="T24" fmla="*/ 2072 w 2773"/>
                <a:gd name="T25" fmla="*/ 36 h 103"/>
                <a:gd name="T26" fmla="*/ 2016 w 2773"/>
                <a:gd name="T27" fmla="*/ 30 h 103"/>
                <a:gd name="T28" fmla="*/ 1956 w 2773"/>
                <a:gd name="T29" fmla="*/ 27 h 103"/>
                <a:gd name="T30" fmla="*/ 1903 w 2773"/>
                <a:gd name="T31" fmla="*/ 36 h 103"/>
                <a:gd name="T32" fmla="*/ 1847 w 2773"/>
                <a:gd name="T33" fmla="*/ 58 h 103"/>
                <a:gd name="T34" fmla="*/ 1791 w 2773"/>
                <a:gd name="T35" fmla="*/ 45 h 103"/>
                <a:gd name="T36" fmla="*/ 1735 w 2773"/>
                <a:gd name="T37" fmla="*/ 27 h 103"/>
                <a:gd name="T38" fmla="*/ 1675 w 2773"/>
                <a:gd name="T39" fmla="*/ 17 h 103"/>
                <a:gd name="T40" fmla="*/ 1619 w 2773"/>
                <a:gd name="T41" fmla="*/ 14 h 103"/>
                <a:gd name="T42" fmla="*/ 1563 w 2773"/>
                <a:gd name="T43" fmla="*/ 45 h 103"/>
                <a:gd name="T44" fmla="*/ 1507 w 2773"/>
                <a:gd name="T45" fmla="*/ 58 h 103"/>
                <a:gd name="T46" fmla="*/ 1443 w 2773"/>
                <a:gd name="T47" fmla="*/ 67 h 103"/>
                <a:gd name="T48" fmla="*/ 1387 w 2773"/>
                <a:gd name="T49" fmla="*/ 70 h 103"/>
                <a:gd name="T50" fmla="*/ 1327 w 2773"/>
                <a:gd name="T51" fmla="*/ 39 h 103"/>
                <a:gd name="T52" fmla="*/ 1267 w 2773"/>
                <a:gd name="T53" fmla="*/ 23 h 103"/>
                <a:gd name="T54" fmla="*/ 1207 w 2773"/>
                <a:gd name="T55" fmla="*/ 42 h 103"/>
                <a:gd name="T56" fmla="*/ 1147 w 2773"/>
                <a:gd name="T57" fmla="*/ 61 h 103"/>
                <a:gd name="T58" fmla="*/ 1091 w 2773"/>
                <a:gd name="T59" fmla="*/ 36 h 103"/>
                <a:gd name="T60" fmla="*/ 1035 w 2773"/>
                <a:gd name="T61" fmla="*/ 11 h 103"/>
                <a:gd name="T62" fmla="*/ 979 w 2773"/>
                <a:gd name="T63" fmla="*/ 14 h 103"/>
                <a:gd name="T64" fmla="*/ 923 w 2773"/>
                <a:gd name="T65" fmla="*/ 17 h 103"/>
                <a:gd name="T66" fmla="*/ 867 w 2773"/>
                <a:gd name="T67" fmla="*/ 20 h 103"/>
                <a:gd name="T68" fmla="*/ 810 w 2773"/>
                <a:gd name="T69" fmla="*/ 39 h 103"/>
                <a:gd name="T70" fmla="*/ 751 w 2773"/>
                <a:gd name="T71" fmla="*/ 61 h 103"/>
                <a:gd name="T72" fmla="*/ 694 w 2773"/>
                <a:gd name="T73" fmla="*/ 61 h 103"/>
                <a:gd name="T74" fmla="*/ 631 w 2773"/>
                <a:gd name="T75" fmla="*/ 42 h 103"/>
                <a:gd name="T76" fmla="*/ 578 w 2773"/>
                <a:gd name="T77" fmla="*/ 30 h 103"/>
                <a:gd name="T78" fmla="*/ 586 w 2773"/>
                <a:gd name="T79" fmla="*/ 64 h 103"/>
                <a:gd name="T80" fmla="*/ 608 w 2773"/>
                <a:gd name="T81" fmla="*/ 95 h 103"/>
                <a:gd name="T82" fmla="*/ 552 w 2773"/>
                <a:gd name="T83" fmla="*/ 58 h 103"/>
                <a:gd name="T84" fmla="*/ 492 w 2773"/>
                <a:gd name="T85" fmla="*/ 36 h 103"/>
                <a:gd name="T86" fmla="*/ 436 w 2773"/>
                <a:gd name="T87" fmla="*/ 33 h 103"/>
                <a:gd name="T88" fmla="*/ 376 w 2773"/>
                <a:gd name="T89" fmla="*/ 36 h 103"/>
                <a:gd name="T90" fmla="*/ 313 w 2773"/>
                <a:gd name="T91" fmla="*/ 42 h 103"/>
                <a:gd name="T92" fmla="*/ 275 w 2773"/>
                <a:gd name="T93" fmla="*/ 77 h 103"/>
                <a:gd name="T94" fmla="*/ 219 w 2773"/>
                <a:gd name="T95" fmla="*/ 83 h 103"/>
                <a:gd name="T96" fmla="*/ 163 w 2773"/>
                <a:gd name="T97" fmla="*/ 70 h 103"/>
                <a:gd name="T98" fmla="*/ 107 w 2773"/>
                <a:gd name="T99" fmla="*/ 55 h 103"/>
                <a:gd name="T100" fmla="*/ 51 w 2773"/>
                <a:gd name="T101" fmla="*/ 33 h 103"/>
                <a:gd name="T102" fmla="*/ 2 w 2773"/>
                <a:gd name="T103" fmla="*/ 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73" h="103">
                  <a:moveTo>
                    <a:pt x="2772" y="2"/>
                  </a:moveTo>
                  <a:lnTo>
                    <a:pt x="2772" y="0"/>
                  </a:lnTo>
                  <a:lnTo>
                    <a:pt x="2772" y="2"/>
                  </a:lnTo>
                  <a:lnTo>
                    <a:pt x="2770" y="5"/>
                  </a:lnTo>
                  <a:lnTo>
                    <a:pt x="2764" y="5"/>
                  </a:lnTo>
                  <a:lnTo>
                    <a:pt x="2742" y="14"/>
                  </a:lnTo>
                  <a:lnTo>
                    <a:pt x="2727" y="23"/>
                  </a:lnTo>
                  <a:lnTo>
                    <a:pt x="2715" y="33"/>
                  </a:lnTo>
                  <a:lnTo>
                    <a:pt x="2704" y="33"/>
                  </a:lnTo>
                  <a:lnTo>
                    <a:pt x="2693" y="36"/>
                  </a:lnTo>
                  <a:lnTo>
                    <a:pt x="2682" y="36"/>
                  </a:lnTo>
                  <a:lnTo>
                    <a:pt x="2670" y="36"/>
                  </a:lnTo>
                  <a:lnTo>
                    <a:pt x="2659" y="36"/>
                  </a:lnTo>
                  <a:lnTo>
                    <a:pt x="2648" y="36"/>
                  </a:lnTo>
                  <a:lnTo>
                    <a:pt x="2637" y="36"/>
                  </a:lnTo>
                  <a:lnTo>
                    <a:pt x="2626" y="42"/>
                  </a:lnTo>
                  <a:lnTo>
                    <a:pt x="2618" y="52"/>
                  </a:lnTo>
                  <a:lnTo>
                    <a:pt x="2611" y="61"/>
                  </a:lnTo>
                  <a:lnTo>
                    <a:pt x="2599" y="64"/>
                  </a:lnTo>
                  <a:lnTo>
                    <a:pt x="2588" y="64"/>
                  </a:lnTo>
                  <a:lnTo>
                    <a:pt x="2577" y="58"/>
                  </a:lnTo>
                  <a:lnTo>
                    <a:pt x="2562" y="52"/>
                  </a:lnTo>
                  <a:lnTo>
                    <a:pt x="2551" y="52"/>
                  </a:lnTo>
                  <a:lnTo>
                    <a:pt x="2539" y="48"/>
                  </a:lnTo>
                  <a:lnTo>
                    <a:pt x="2528" y="42"/>
                  </a:lnTo>
                  <a:lnTo>
                    <a:pt x="2517" y="39"/>
                  </a:lnTo>
                  <a:lnTo>
                    <a:pt x="2502" y="39"/>
                  </a:lnTo>
                  <a:lnTo>
                    <a:pt x="2491" y="36"/>
                  </a:lnTo>
                  <a:lnTo>
                    <a:pt x="2480" y="33"/>
                  </a:lnTo>
                  <a:lnTo>
                    <a:pt x="2468" y="30"/>
                  </a:lnTo>
                  <a:lnTo>
                    <a:pt x="2457" y="30"/>
                  </a:lnTo>
                  <a:lnTo>
                    <a:pt x="2446" y="27"/>
                  </a:lnTo>
                  <a:lnTo>
                    <a:pt x="2435" y="23"/>
                  </a:lnTo>
                  <a:lnTo>
                    <a:pt x="2423" y="20"/>
                  </a:lnTo>
                  <a:lnTo>
                    <a:pt x="2412" y="17"/>
                  </a:lnTo>
                  <a:lnTo>
                    <a:pt x="2408" y="27"/>
                  </a:lnTo>
                  <a:lnTo>
                    <a:pt x="2394" y="30"/>
                  </a:lnTo>
                  <a:lnTo>
                    <a:pt x="2379" y="30"/>
                  </a:lnTo>
                  <a:lnTo>
                    <a:pt x="2367" y="33"/>
                  </a:lnTo>
                  <a:lnTo>
                    <a:pt x="2356" y="39"/>
                  </a:lnTo>
                  <a:lnTo>
                    <a:pt x="2352" y="48"/>
                  </a:lnTo>
                  <a:lnTo>
                    <a:pt x="2341" y="52"/>
                  </a:lnTo>
                  <a:lnTo>
                    <a:pt x="2330" y="52"/>
                  </a:lnTo>
                  <a:lnTo>
                    <a:pt x="2319" y="52"/>
                  </a:lnTo>
                  <a:lnTo>
                    <a:pt x="2307" y="58"/>
                  </a:lnTo>
                  <a:lnTo>
                    <a:pt x="2296" y="61"/>
                  </a:lnTo>
                  <a:lnTo>
                    <a:pt x="2285" y="64"/>
                  </a:lnTo>
                  <a:lnTo>
                    <a:pt x="2274" y="67"/>
                  </a:lnTo>
                  <a:lnTo>
                    <a:pt x="2263" y="73"/>
                  </a:lnTo>
                  <a:lnTo>
                    <a:pt x="2251" y="77"/>
                  </a:lnTo>
                  <a:lnTo>
                    <a:pt x="2240" y="77"/>
                  </a:lnTo>
                  <a:lnTo>
                    <a:pt x="2229" y="73"/>
                  </a:lnTo>
                  <a:lnTo>
                    <a:pt x="2218" y="67"/>
                  </a:lnTo>
                  <a:lnTo>
                    <a:pt x="2203" y="64"/>
                  </a:lnTo>
                  <a:lnTo>
                    <a:pt x="2191" y="61"/>
                  </a:lnTo>
                  <a:lnTo>
                    <a:pt x="2180" y="58"/>
                  </a:lnTo>
                  <a:lnTo>
                    <a:pt x="2169" y="55"/>
                  </a:lnTo>
                  <a:lnTo>
                    <a:pt x="2158" y="55"/>
                  </a:lnTo>
                  <a:lnTo>
                    <a:pt x="2146" y="48"/>
                  </a:lnTo>
                  <a:lnTo>
                    <a:pt x="2135" y="45"/>
                  </a:lnTo>
                  <a:lnTo>
                    <a:pt x="2124" y="45"/>
                  </a:lnTo>
                  <a:lnTo>
                    <a:pt x="2113" y="42"/>
                  </a:lnTo>
                  <a:lnTo>
                    <a:pt x="2102" y="42"/>
                  </a:lnTo>
                  <a:lnTo>
                    <a:pt x="2087" y="39"/>
                  </a:lnTo>
                  <a:lnTo>
                    <a:pt x="2072" y="36"/>
                  </a:lnTo>
                  <a:lnTo>
                    <a:pt x="2060" y="33"/>
                  </a:lnTo>
                  <a:lnTo>
                    <a:pt x="2049" y="30"/>
                  </a:lnTo>
                  <a:lnTo>
                    <a:pt x="2038" y="30"/>
                  </a:lnTo>
                  <a:lnTo>
                    <a:pt x="2027" y="30"/>
                  </a:lnTo>
                  <a:lnTo>
                    <a:pt x="2016" y="30"/>
                  </a:lnTo>
                  <a:lnTo>
                    <a:pt x="2004" y="30"/>
                  </a:lnTo>
                  <a:lnTo>
                    <a:pt x="1993" y="30"/>
                  </a:lnTo>
                  <a:lnTo>
                    <a:pt x="1982" y="30"/>
                  </a:lnTo>
                  <a:lnTo>
                    <a:pt x="1967" y="30"/>
                  </a:lnTo>
                  <a:lnTo>
                    <a:pt x="1956" y="27"/>
                  </a:lnTo>
                  <a:lnTo>
                    <a:pt x="1944" y="20"/>
                  </a:lnTo>
                  <a:lnTo>
                    <a:pt x="1933" y="20"/>
                  </a:lnTo>
                  <a:lnTo>
                    <a:pt x="1922" y="20"/>
                  </a:lnTo>
                  <a:lnTo>
                    <a:pt x="1914" y="30"/>
                  </a:lnTo>
                  <a:lnTo>
                    <a:pt x="1903" y="36"/>
                  </a:lnTo>
                  <a:lnTo>
                    <a:pt x="1892" y="39"/>
                  </a:lnTo>
                  <a:lnTo>
                    <a:pt x="1881" y="48"/>
                  </a:lnTo>
                  <a:lnTo>
                    <a:pt x="1870" y="52"/>
                  </a:lnTo>
                  <a:lnTo>
                    <a:pt x="1858" y="55"/>
                  </a:lnTo>
                  <a:lnTo>
                    <a:pt x="1847" y="58"/>
                  </a:lnTo>
                  <a:lnTo>
                    <a:pt x="1836" y="58"/>
                  </a:lnTo>
                  <a:lnTo>
                    <a:pt x="1825" y="55"/>
                  </a:lnTo>
                  <a:lnTo>
                    <a:pt x="1813" y="48"/>
                  </a:lnTo>
                  <a:lnTo>
                    <a:pt x="1802" y="45"/>
                  </a:lnTo>
                  <a:lnTo>
                    <a:pt x="1791" y="45"/>
                  </a:lnTo>
                  <a:lnTo>
                    <a:pt x="1780" y="42"/>
                  </a:lnTo>
                  <a:lnTo>
                    <a:pt x="1768" y="39"/>
                  </a:lnTo>
                  <a:lnTo>
                    <a:pt x="1757" y="33"/>
                  </a:lnTo>
                  <a:lnTo>
                    <a:pt x="1746" y="33"/>
                  </a:lnTo>
                  <a:lnTo>
                    <a:pt x="1735" y="27"/>
                  </a:lnTo>
                  <a:lnTo>
                    <a:pt x="1724" y="23"/>
                  </a:lnTo>
                  <a:lnTo>
                    <a:pt x="1712" y="23"/>
                  </a:lnTo>
                  <a:lnTo>
                    <a:pt x="1701" y="20"/>
                  </a:lnTo>
                  <a:lnTo>
                    <a:pt x="1690" y="20"/>
                  </a:lnTo>
                  <a:lnTo>
                    <a:pt x="1675" y="17"/>
                  </a:lnTo>
                  <a:lnTo>
                    <a:pt x="1664" y="14"/>
                  </a:lnTo>
                  <a:lnTo>
                    <a:pt x="1652" y="14"/>
                  </a:lnTo>
                  <a:lnTo>
                    <a:pt x="1641" y="14"/>
                  </a:lnTo>
                  <a:lnTo>
                    <a:pt x="1630" y="14"/>
                  </a:lnTo>
                  <a:lnTo>
                    <a:pt x="1619" y="14"/>
                  </a:lnTo>
                  <a:lnTo>
                    <a:pt x="1608" y="17"/>
                  </a:lnTo>
                  <a:lnTo>
                    <a:pt x="1596" y="23"/>
                  </a:lnTo>
                  <a:lnTo>
                    <a:pt x="1585" y="33"/>
                  </a:lnTo>
                  <a:lnTo>
                    <a:pt x="1574" y="39"/>
                  </a:lnTo>
                  <a:lnTo>
                    <a:pt x="1563" y="45"/>
                  </a:lnTo>
                  <a:lnTo>
                    <a:pt x="1551" y="52"/>
                  </a:lnTo>
                  <a:lnTo>
                    <a:pt x="1540" y="55"/>
                  </a:lnTo>
                  <a:lnTo>
                    <a:pt x="1529" y="55"/>
                  </a:lnTo>
                  <a:lnTo>
                    <a:pt x="1518" y="55"/>
                  </a:lnTo>
                  <a:lnTo>
                    <a:pt x="1507" y="58"/>
                  </a:lnTo>
                  <a:lnTo>
                    <a:pt x="1492" y="58"/>
                  </a:lnTo>
                  <a:lnTo>
                    <a:pt x="1480" y="61"/>
                  </a:lnTo>
                  <a:lnTo>
                    <a:pt x="1465" y="64"/>
                  </a:lnTo>
                  <a:lnTo>
                    <a:pt x="1454" y="67"/>
                  </a:lnTo>
                  <a:lnTo>
                    <a:pt x="1443" y="67"/>
                  </a:lnTo>
                  <a:lnTo>
                    <a:pt x="1432" y="70"/>
                  </a:lnTo>
                  <a:lnTo>
                    <a:pt x="1420" y="70"/>
                  </a:lnTo>
                  <a:lnTo>
                    <a:pt x="1409" y="70"/>
                  </a:lnTo>
                  <a:lnTo>
                    <a:pt x="1398" y="70"/>
                  </a:lnTo>
                  <a:lnTo>
                    <a:pt x="1387" y="70"/>
                  </a:lnTo>
                  <a:lnTo>
                    <a:pt x="1376" y="67"/>
                  </a:lnTo>
                  <a:lnTo>
                    <a:pt x="1368" y="58"/>
                  </a:lnTo>
                  <a:lnTo>
                    <a:pt x="1353" y="48"/>
                  </a:lnTo>
                  <a:lnTo>
                    <a:pt x="1342" y="45"/>
                  </a:lnTo>
                  <a:lnTo>
                    <a:pt x="1327" y="39"/>
                  </a:lnTo>
                  <a:lnTo>
                    <a:pt x="1316" y="33"/>
                  </a:lnTo>
                  <a:lnTo>
                    <a:pt x="1301" y="33"/>
                  </a:lnTo>
                  <a:lnTo>
                    <a:pt x="1289" y="30"/>
                  </a:lnTo>
                  <a:lnTo>
                    <a:pt x="1278" y="23"/>
                  </a:lnTo>
                  <a:lnTo>
                    <a:pt x="1267" y="23"/>
                  </a:lnTo>
                  <a:lnTo>
                    <a:pt x="1256" y="20"/>
                  </a:lnTo>
                  <a:lnTo>
                    <a:pt x="1241" y="27"/>
                  </a:lnTo>
                  <a:lnTo>
                    <a:pt x="1230" y="33"/>
                  </a:lnTo>
                  <a:lnTo>
                    <a:pt x="1218" y="39"/>
                  </a:lnTo>
                  <a:lnTo>
                    <a:pt x="1207" y="42"/>
                  </a:lnTo>
                  <a:lnTo>
                    <a:pt x="1196" y="45"/>
                  </a:lnTo>
                  <a:lnTo>
                    <a:pt x="1181" y="52"/>
                  </a:lnTo>
                  <a:lnTo>
                    <a:pt x="1170" y="55"/>
                  </a:lnTo>
                  <a:lnTo>
                    <a:pt x="1158" y="61"/>
                  </a:lnTo>
                  <a:lnTo>
                    <a:pt x="1147" y="61"/>
                  </a:lnTo>
                  <a:lnTo>
                    <a:pt x="1136" y="61"/>
                  </a:lnTo>
                  <a:lnTo>
                    <a:pt x="1121" y="58"/>
                  </a:lnTo>
                  <a:lnTo>
                    <a:pt x="1114" y="48"/>
                  </a:lnTo>
                  <a:lnTo>
                    <a:pt x="1102" y="42"/>
                  </a:lnTo>
                  <a:lnTo>
                    <a:pt x="1091" y="36"/>
                  </a:lnTo>
                  <a:lnTo>
                    <a:pt x="1080" y="27"/>
                  </a:lnTo>
                  <a:lnTo>
                    <a:pt x="1069" y="20"/>
                  </a:lnTo>
                  <a:lnTo>
                    <a:pt x="1057" y="14"/>
                  </a:lnTo>
                  <a:lnTo>
                    <a:pt x="1046" y="11"/>
                  </a:lnTo>
                  <a:lnTo>
                    <a:pt x="1035" y="11"/>
                  </a:lnTo>
                  <a:lnTo>
                    <a:pt x="1024" y="11"/>
                  </a:lnTo>
                  <a:lnTo>
                    <a:pt x="1012" y="14"/>
                  </a:lnTo>
                  <a:lnTo>
                    <a:pt x="1001" y="14"/>
                  </a:lnTo>
                  <a:lnTo>
                    <a:pt x="990" y="14"/>
                  </a:lnTo>
                  <a:lnTo>
                    <a:pt x="979" y="14"/>
                  </a:lnTo>
                  <a:lnTo>
                    <a:pt x="968" y="14"/>
                  </a:lnTo>
                  <a:lnTo>
                    <a:pt x="956" y="17"/>
                  </a:lnTo>
                  <a:lnTo>
                    <a:pt x="945" y="17"/>
                  </a:lnTo>
                  <a:lnTo>
                    <a:pt x="934" y="17"/>
                  </a:lnTo>
                  <a:lnTo>
                    <a:pt x="923" y="17"/>
                  </a:lnTo>
                  <a:lnTo>
                    <a:pt x="911" y="20"/>
                  </a:lnTo>
                  <a:lnTo>
                    <a:pt x="900" y="20"/>
                  </a:lnTo>
                  <a:lnTo>
                    <a:pt x="889" y="20"/>
                  </a:lnTo>
                  <a:lnTo>
                    <a:pt x="878" y="20"/>
                  </a:lnTo>
                  <a:lnTo>
                    <a:pt x="867" y="20"/>
                  </a:lnTo>
                  <a:lnTo>
                    <a:pt x="855" y="20"/>
                  </a:lnTo>
                  <a:lnTo>
                    <a:pt x="844" y="23"/>
                  </a:lnTo>
                  <a:lnTo>
                    <a:pt x="833" y="30"/>
                  </a:lnTo>
                  <a:lnTo>
                    <a:pt x="822" y="33"/>
                  </a:lnTo>
                  <a:lnTo>
                    <a:pt x="810" y="39"/>
                  </a:lnTo>
                  <a:lnTo>
                    <a:pt x="799" y="42"/>
                  </a:lnTo>
                  <a:lnTo>
                    <a:pt x="788" y="52"/>
                  </a:lnTo>
                  <a:lnTo>
                    <a:pt x="777" y="55"/>
                  </a:lnTo>
                  <a:lnTo>
                    <a:pt x="765" y="58"/>
                  </a:lnTo>
                  <a:lnTo>
                    <a:pt x="751" y="61"/>
                  </a:lnTo>
                  <a:lnTo>
                    <a:pt x="739" y="64"/>
                  </a:lnTo>
                  <a:lnTo>
                    <a:pt x="728" y="67"/>
                  </a:lnTo>
                  <a:lnTo>
                    <a:pt x="717" y="67"/>
                  </a:lnTo>
                  <a:lnTo>
                    <a:pt x="706" y="67"/>
                  </a:lnTo>
                  <a:lnTo>
                    <a:pt x="694" y="61"/>
                  </a:lnTo>
                  <a:lnTo>
                    <a:pt x="683" y="55"/>
                  </a:lnTo>
                  <a:lnTo>
                    <a:pt x="672" y="52"/>
                  </a:lnTo>
                  <a:lnTo>
                    <a:pt x="661" y="45"/>
                  </a:lnTo>
                  <a:lnTo>
                    <a:pt x="646" y="45"/>
                  </a:lnTo>
                  <a:lnTo>
                    <a:pt x="631" y="42"/>
                  </a:lnTo>
                  <a:lnTo>
                    <a:pt x="627" y="33"/>
                  </a:lnTo>
                  <a:lnTo>
                    <a:pt x="616" y="30"/>
                  </a:lnTo>
                  <a:lnTo>
                    <a:pt x="605" y="30"/>
                  </a:lnTo>
                  <a:lnTo>
                    <a:pt x="590" y="30"/>
                  </a:lnTo>
                  <a:lnTo>
                    <a:pt x="578" y="30"/>
                  </a:lnTo>
                  <a:lnTo>
                    <a:pt x="567" y="30"/>
                  </a:lnTo>
                  <a:lnTo>
                    <a:pt x="567" y="39"/>
                  </a:lnTo>
                  <a:lnTo>
                    <a:pt x="567" y="48"/>
                  </a:lnTo>
                  <a:lnTo>
                    <a:pt x="578" y="55"/>
                  </a:lnTo>
                  <a:lnTo>
                    <a:pt x="586" y="64"/>
                  </a:lnTo>
                  <a:lnTo>
                    <a:pt x="597" y="73"/>
                  </a:lnTo>
                  <a:lnTo>
                    <a:pt x="605" y="83"/>
                  </a:lnTo>
                  <a:lnTo>
                    <a:pt x="612" y="92"/>
                  </a:lnTo>
                  <a:lnTo>
                    <a:pt x="620" y="102"/>
                  </a:lnTo>
                  <a:lnTo>
                    <a:pt x="608" y="95"/>
                  </a:lnTo>
                  <a:lnTo>
                    <a:pt x="597" y="86"/>
                  </a:lnTo>
                  <a:lnTo>
                    <a:pt x="586" y="80"/>
                  </a:lnTo>
                  <a:lnTo>
                    <a:pt x="575" y="73"/>
                  </a:lnTo>
                  <a:lnTo>
                    <a:pt x="563" y="67"/>
                  </a:lnTo>
                  <a:lnTo>
                    <a:pt x="552" y="58"/>
                  </a:lnTo>
                  <a:lnTo>
                    <a:pt x="541" y="48"/>
                  </a:lnTo>
                  <a:lnTo>
                    <a:pt x="530" y="42"/>
                  </a:lnTo>
                  <a:lnTo>
                    <a:pt x="518" y="39"/>
                  </a:lnTo>
                  <a:lnTo>
                    <a:pt x="504" y="36"/>
                  </a:lnTo>
                  <a:lnTo>
                    <a:pt x="492" y="36"/>
                  </a:lnTo>
                  <a:lnTo>
                    <a:pt x="481" y="36"/>
                  </a:lnTo>
                  <a:lnTo>
                    <a:pt x="470" y="36"/>
                  </a:lnTo>
                  <a:lnTo>
                    <a:pt x="459" y="33"/>
                  </a:lnTo>
                  <a:lnTo>
                    <a:pt x="447" y="33"/>
                  </a:lnTo>
                  <a:lnTo>
                    <a:pt x="436" y="33"/>
                  </a:lnTo>
                  <a:lnTo>
                    <a:pt x="425" y="33"/>
                  </a:lnTo>
                  <a:lnTo>
                    <a:pt x="410" y="33"/>
                  </a:lnTo>
                  <a:lnTo>
                    <a:pt x="399" y="33"/>
                  </a:lnTo>
                  <a:lnTo>
                    <a:pt x="387" y="36"/>
                  </a:lnTo>
                  <a:lnTo>
                    <a:pt x="376" y="36"/>
                  </a:lnTo>
                  <a:lnTo>
                    <a:pt x="361" y="36"/>
                  </a:lnTo>
                  <a:lnTo>
                    <a:pt x="346" y="36"/>
                  </a:lnTo>
                  <a:lnTo>
                    <a:pt x="335" y="36"/>
                  </a:lnTo>
                  <a:lnTo>
                    <a:pt x="324" y="36"/>
                  </a:lnTo>
                  <a:lnTo>
                    <a:pt x="313" y="42"/>
                  </a:lnTo>
                  <a:lnTo>
                    <a:pt x="301" y="45"/>
                  </a:lnTo>
                  <a:lnTo>
                    <a:pt x="298" y="55"/>
                  </a:lnTo>
                  <a:lnTo>
                    <a:pt x="298" y="64"/>
                  </a:lnTo>
                  <a:lnTo>
                    <a:pt x="286" y="73"/>
                  </a:lnTo>
                  <a:lnTo>
                    <a:pt x="275" y="77"/>
                  </a:lnTo>
                  <a:lnTo>
                    <a:pt x="264" y="77"/>
                  </a:lnTo>
                  <a:lnTo>
                    <a:pt x="253" y="77"/>
                  </a:lnTo>
                  <a:lnTo>
                    <a:pt x="242" y="77"/>
                  </a:lnTo>
                  <a:lnTo>
                    <a:pt x="230" y="80"/>
                  </a:lnTo>
                  <a:lnTo>
                    <a:pt x="219" y="83"/>
                  </a:lnTo>
                  <a:lnTo>
                    <a:pt x="204" y="83"/>
                  </a:lnTo>
                  <a:lnTo>
                    <a:pt x="193" y="83"/>
                  </a:lnTo>
                  <a:lnTo>
                    <a:pt x="182" y="83"/>
                  </a:lnTo>
                  <a:lnTo>
                    <a:pt x="170" y="80"/>
                  </a:lnTo>
                  <a:lnTo>
                    <a:pt x="163" y="70"/>
                  </a:lnTo>
                  <a:lnTo>
                    <a:pt x="152" y="67"/>
                  </a:lnTo>
                  <a:lnTo>
                    <a:pt x="140" y="61"/>
                  </a:lnTo>
                  <a:lnTo>
                    <a:pt x="129" y="58"/>
                  </a:lnTo>
                  <a:lnTo>
                    <a:pt x="118" y="55"/>
                  </a:lnTo>
                  <a:lnTo>
                    <a:pt x="107" y="55"/>
                  </a:lnTo>
                  <a:lnTo>
                    <a:pt x="96" y="52"/>
                  </a:lnTo>
                  <a:lnTo>
                    <a:pt x="84" y="45"/>
                  </a:lnTo>
                  <a:lnTo>
                    <a:pt x="73" y="42"/>
                  </a:lnTo>
                  <a:lnTo>
                    <a:pt x="62" y="36"/>
                  </a:lnTo>
                  <a:lnTo>
                    <a:pt x="51" y="33"/>
                  </a:lnTo>
                  <a:lnTo>
                    <a:pt x="39" y="30"/>
                  </a:lnTo>
                  <a:lnTo>
                    <a:pt x="28" y="23"/>
                  </a:lnTo>
                  <a:lnTo>
                    <a:pt x="17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Freeform 22">
              <a:extLst>
                <a:ext uri="{FF2B5EF4-FFF2-40B4-BE49-F238E27FC236}">
                  <a16:creationId xmlns:a16="http://schemas.microsoft.com/office/drawing/2014/main" id="{0F1B1E7A-291C-C4F0-8BBB-C8AD2A381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" y="1252"/>
              <a:ext cx="2764" cy="87"/>
            </a:xfrm>
            <a:custGeom>
              <a:avLst/>
              <a:gdLst>
                <a:gd name="T0" fmla="*/ 0 w 2764"/>
                <a:gd name="T1" fmla="*/ 86 h 87"/>
                <a:gd name="T2" fmla="*/ 60 w 2764"/>
                <a:gd name="T3" fmla="*/ 59 h 87"/>
                <a:gd name="T4" fmla="*/ 115 w 2764"/>
                <a:gd name="T5" fmla="*/ 33 h 87"/>
                <a:gd name="T6" fmla="*/ 160 w 2764"/>
                <a:gd name="T7" fmla="*/ 25 h 87"/>
                <a:gd name="T8" fmla="*/ 204 w 2764"/>
                <a:gd name="T9" fmla="*/ 29 h 87"/>
                <a:gd name="T10" fmla="*/ 249 w 2764"/>
                <a:gd name="T11" fmla="*/ 46 h 87"/>
                <a:gd name="T12" fmla="*/ 294 w 2764"/>
                <a:gd name="T13" fmla="*/ 59 h 87"/>
                <a:gd name="T14" fmla="*/ 343 w 2764"/>
                <a:gd name="T15" fmla="*/ 33 h 87"/>
                <a:gd name="T16" fmla="*/ 388 w 2764"/>
                <a:gd name="T17" fmla="*/ 25 h 87"/>
                <a:gd name="T18" fmla="*/ 433 w 2764"/>
                <a:gd name="T19" fmla="*/ 42 h 87"/>
                <a:gd name="T20" fmla="*/ 478 w 2764"/>
                <a:gd name="T21" fmla="*/ 63 h 87"/>
                <a:gd name="T22" fmla="*/ 522 w 2764"/>
                <a:gd name="T23" fmla="*/ 42 h 87"/>
                <a:gd name="T24" fmla="*/ 572 w 2764"/>
                <a:gd name="T25" fmla="*/ 29 h 87"/>
                <a:gd name="T26" fmla="*/ 617 w 2764"/>
                <a:gd name="T27" fmla="*/ 25 h 87"/>
                <a:gd name="T28" fmla="*/ 666 w 2764"/>
                <a:gd name="T29" fmla="*/ 16 h 87"/>
                <a:gd name="T30" fmla="*/ 721 w 2764"/>
                <a:gd name="T31" fmla="*/ 25 h 87"/>
                <a:gd name="T32" fmla="*/ 761 w 2764"/>
                <a:gd name="T33" fmla="*/ 55 h 87"/>
                <a:gd name="T34" fmla="*/ 810 w 2764"/>
                <a:gd name="T35" fmla="*/ 42 h 87"/>
                <a:gd name="T36" fmla="*/ 865 w 2764"/>
                <a:gd name="T37" fmla="*/ 33 h 87"/>
                <a:gd name="T38" fmla="*/ 915 w 2764"/>
                <a:gd name="T39" fmla="*/ 21 h 87"/>
                <a:gd name="T40" fmla="*/ 959 w 2764"/>
                <a:gd name="T41" fmla="*/ 21 h 87"/>
                <a:gd name="T42" fmla="*/ 1004 w 2764"/>
                <a:gd name="T43" fmla="*/ 46 h 87"/>
                <a:gd name="T44" fmla="*/ 1049 w 2764"/>
                <a:gd name="T45" fmla="*/ 55 h 87"/>
                <a:gd name="T46" fmla="*/ 1094 w 2764"/>
                <a:gd name="T47" fmla="*/ 46 h 87"/>
                <a:gd name="T48" fmla="*/ 1143 w 2764"/>
                <a:gd name="T49" fmla="*/ 38 h 87"/>
                <a:gd name="T50" fmla="*/ 1188 w 2764"/>
                <a:gd name="T51" fmla="*/ 38 h 87"/>
                <a:gd name="T52" fmla="*/ 1238 w 2764"/>
                <a:gd name="T53" fmla="*/ 33 h 87"/>
                <a:gd name="T54" fmla="*/ 1282 w 2764"/>
                <a:gd name="T55" fmla="*/ 16 h 87"/>
                <a:gd name="T56" fmla="*/ 1337 w 2764"/>
                <a:gd name="T57" fmla="*/ 16 h 87"/>
                <a:gd name="T58" fmla="*/ 1382 w 2764"/>
                <a:gd name="T59" fmla="*/ 42 h 87"/>
                <a:gd name="T60" fmla="*/ 1426 w 2764"/>
                <a:gd name="T61" fmla="*/ 50 h 87"/>
                <a:gd name="T62" fmla="*/ 1476 w 2764"/>
                <a:gd name="T63" fmla="*/ 33 h 87"/>
                <a:gd name="T64" fmla="*/ 1531 w 2764"/>
                <a:gd name="T65" fmla="*/ 12 h 87"/>
                <a:gd name="T66" fmla="*/ 1580 w 2764"/>
                <a:gd name="T67" fmla="*/ 8 h 87"/>
                <a:gd name="T68" fmla="*/ 1620 w 2764"/>
                <a:gd name="T69" fmla="*/ 16 h 87"/>
                <a:gd name="T70" fmla="*/ 1665 w 2764"/>
                <a:gd name="T71" fmla="*/ 46 h 87"/>
                <a:gd name="T72" fmla="*/ 1709 w 2764"/>
                <a:gd name="T73" fmla="*/ 59 h 87"/>
                <a:gd name="T74" fmla="*/ 1754 w 2764"/>
                <a:gd name="T75" fmla="*/ 33 h 87"/>
                <a:gd name="T76" fmla="*/ 1804 w 2764"/>
                <a:gd name="T77" fmla="*/ 21 h 87"/>
                <a:gd name="T78" fmla="*/ 1849 w 2764"/>
                <a:gd name="T79" fmla="*/ 16 h 87"/>
                <a:gd name="T80" fmla="*/ 1898 w 2764"/>
                <a:gd name="T81" fmla="*/ 12 h 87"/>
                <a:gd name="T82" fmla="*/ 1958 w 2764"/>
                <a:gd name="T83" fmla="*/ 42 h 87"/>
                <a:gd name="T84" fmla="*/ 2003 w 2764"/>
                <a:gd name="T85" fmla="*/ 63 h 87"/>
                <a:gd name="T86" fmla="*/ 2052 w 2764"/>
                <a:gd name="T87" fmla="*/ 50 h 87"/>
                <a:gd name="T88" fmla="*/ 2097 w 2764"/>
                <a:gd name="T89" fmla="*/ 29 h 87"/>
                <a:gd name="T90" fmla="*/ 2147 w 2764"/>
                <a:gd name="T91" fmla="*/ 16 h 87"/>
                <a:gd name="T92" fmla="*/ 2191 w 2764"/>
                <a:gd name="T93" fmla="*/ 8 h 87"/>
                <a:gd name="T94" fmla="*/ 2246 w 2764"/>
                <a:gd name="T95" fmla="*/ 29 h 87"/>
                <a:gd name="T96" fmla="*/ 2291 w 2764"/>
                <a:gd name="T97" fmla="*/ 42 h 87"/>
                <a:gd name="T98" fmla="*/ 2335 w 2764"/>
                <a:gd name="T99" fmla="*/ 29 h 87"/>
                <a:gd name="T100" fmla="*/ 2380 w 2764"/>
                <a:gd name="T101" fmla="*/ 8 h 87"/>
                <a:gd name="T102" fmla="*/ 2430 w 2764"/>
                <a:gd name="T103" fmla="*/ 0 h 87"/>
                <a:gd name="T104" fmla="*/ 2484 w 2764"/>
                <a:gd name="T105" fmla="*/ 8 h 87"/>
                <a:gd name="T106" fmla="*/ 2529 w 2764"/>
                <a:gd name="T107" fmla="*/ 25 h 87"/>
                <a:gd name="T108" fmla="*/ 2579 w 2764"/>
                <a:gd name="T109" fmla="*/ 38 h 87"/>
                <a:gd name="T110" fmla="*/ 2618 w 2764"/>
                <a:gd name="T111" fmla="*/ 16 h 87"/>
                <a:gd name="T112" fmla="*/ 2668 w 2764"/>
                <a:gd name="T113" fmla="*/ 38 h 87"/>
                <a:gd name="T114" fmla="*/ 2708 w 2764"/>
                <a:gd name="T115" fmla="*/ 59 h 87"/>
                <a:gd name="T116" fmla="*/ 2753 w 2764"/>
                <a:gd name="T117" fmla="*/ 7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64" h="87">
                  <a:moveTo>
                    <a:pt x="0" y="82"/>
                  </a:moveTo>
                  <a:lnTo>
                    <a:pt x="1" y="76"/>
                  </a:lnTo>
                  <a:lnTo>
                    <a:pt x="0" y="86"/>
                  </a:lnTo>
                  <a:lnTo>
                    <a:pt x="31" y="50"/>
                  </a:lnTo>
                  <a:lnTo>
                    <a:pt x="45" y="50"/>
                  </a:lnTo>
                  <a:lnTo>
                    <a:pt x="60" y="59"/>
                  </a:lnTo>
                  <a:lnTo>
                    <a:pt x="80" y="50"/>
                  </a:lnTo>
                  <a:lnTo>
                    <a:pt x="100" y="38"/>
                  </a:lnTo>
                  <a:lnTo>
                    <a:pt x="115" y="33"/>
                  </a:lnTo>
                  <a:lnTo>
                    <a:pt x="130" y="33"/>
                  </a:lnTo>
                  <a:lnTo>
                    <a:pt x="145" y="29"/>
                  </a:lnTo>
                  <a:lnTo>
                    <a:pt x="160" y="25"/>
                  </a:lnTo>
                  <a:lnTo>
                    <a:pt x="175" y="25"/>
                  </a:lnTo>
                  <a:lnTo>
                    <a:pt x="189" y="29"/>
                  </a:lnTo>
                  <a:lnTo>
                    <a:pt x="204" y="29"/>
                  </a:lnTo>
                  <a:lnTo>
                    <a:pt x="219" y="33"/>
                  </a:lnTo>
                  <a:lnTo>
                    <a:pt x="234" y="42"/>
                  </a:lnTo>
                  <a:lnTo>
                    <a:pt x="249" y="46"/>
                  </a:lnTo>
                  <a:lnTo>
                    <a:pt x="264" y="50"/>
                  </a:lnTo>
                  <a:lnTo>
                    <a:pt x="279" y="55"/>
                  </a:lnTo>
                  <a:lnTo>
                    <a:pt x="294" y="59"/>
                  </a:lnTo>
                  <a:lnTo>
                    <a:pt x="314" y="55"/>
                  </a:lnTo>
                  <a:lnTo>
                    <a:pt x="334" y="46"/>
                  </a:lnTo>
                  <a:lnTo>
                    <a:pt x="343" y="33"/>
                  </a:lnTo>
                  <a:lnTo>
                    <a:pt x="358" y="33"/>
                  </a:lnTo>
                  <a:lnTo>
                    <a:pt x="373" y="29"/>
                  </a:lnTo>
                  <a:lnTo>
                    <a:pt x="388" y="25"/>
                  </a:lnTo>
                  <a:lnTo>
                    <a:pt x="403" y="21"/>
                  </a:lnTo>
                  <a:lnTo>
                    <a:pt x="418" y="33"/>
                  </a:lnTo>
                  <a:lnTo>
                    <a:pt x="433" y="42"/>
                  </a:lnTo>
                  <a:lnTo>
                    <a:pt x="448" y="55"/>
                  </a:lnTo>
                  <a:lnTo>
                    <a:pt x="463" y="63"/>
                  </a:lnTo>
                  <a:lnTo>
                    <a:pt x="478" y="63"/>
                  </a:lnTo>
                  <a:lnTo>
                    <a:pt x="492" y="55"/>
                  </a:lnTo>
                  <a:lnTo>
                    <a:pt x="507" y="50"/>
                  </a:lnTo>
                  <a:lnTo>
                    <a:pt x="522" y="42"/>
                  </a:lnTo>
                  <a:lnTo>
                    <a:pt x="537" y="38"/>
                  </a:lnTo>
                  <a:lnTo>
                    <a:pt x="552" y="33"/>
                  </a:lnTo>
                  <a:lnTo>
                    <a:pt x="572" y="29"/>
                  </a:lnTo>
                  <a:lnTo>
                    <a:pt x="587" y="29"/>
                  </a:lnTo>
                  <a:lnTo>
                    <a:pt x="602" y="25"/>
                  </a:lnTo>
                  <a:lnTo>
                    <a:pt x="617" y="25"/>
                  </a:lnTo>
                  <a:lnTo>
                    <a:pt x="632" y="25"/>
                  </a:lnTo>
                  <a:lnTo>
                    <a:pt x="646" y="21"/>
                  </a:lnTo>
                  <a:lnTo>
                    <a:pt x="666" y="16"/>
                  </a:lnTo>
                  <a:lnTo>
                    <a:pt x="686" y="16"/>
                  </a:lnTo>
                  <a:lnTo>
                    <a:pt x="706" y="12"/>
                  </a:lnTo>
                  <a:lnTo>
                    <a:pt x="721" y="25"/>
                  </a:lnTo>
                  <a:lnTo>
                    <a:pt x="731" y="38"/>
                  </a:lnTo>
                  <a:lnTo>
                    <a:pt x="741" y="50"/>
                  </a:lnTo>
                  <a:lnTo>
                    <a:pt x="761" y="55"/>
                  </a:lnTo>
                  <a:lnTo>
                    <a:pt x="776" y="50"/>
                  </a:lnTo>
                  <a:lnTo>
                    <a:pt x="795" y="46"/>
                  </a:lnTo>
                  <a:lnTo>
                    <a:pt x="810" y="42"/>
                  </a:lnTo>
                  <a:lnTo>
                    <a:pt x="830" y="38"/>
                  </a:lnTo>
                  <a:lnTo>
                    <a:pt x="850" y="38"/>
                  </a:lnTo>
                  <a:lnTo>
                    <a:pt x="865" y="33"/>
                  </a:lnTo>
                  <a:lnTo>
                    <a:pt x="880" y="29"/>
                  </a:lnTo>
                  <a:lnTo>
                    <a:pt x="900" y="25"/>
                  </a:lnTo>
                  <a:lnTo>
                    <a:pt x="915" y="21"/>
                  </a:lnTo>
                  <a:lnTo>
                    <a:pt x="930" y="16"/>
                  </a:lnTo>
                  <a:lnTo>
                    <a:pt x="945" y="12"/>
                  </a:lnTo>
                  <a:lnTo>
                    <a:pt x="959" y="21"/>
                  </a:lnTo>
                  <a:lnTo>
                    <a:pt x="974" y="29"/>
                  </a:lnTo>
                  <a:lnTo>
                    <a:pt x="989" y="38"/>
                  </a:lnTo>
                  <a:lnTo>
                    <a:pt x="1004" y="46"/>
                  </a:lnTo>
                  <a:lnTo>
                    <a:pt x="1019" y="55"/>
                  </a:lnTo>
                  <a:lnTo>
                    <a:pt x="1034" y="55"/>
                  </a:lnTo>
                  <a:lnTo>
                    <a:pt x="1049" y="55"/>
                  </a:lnTo>
                  <a:lnTo>
                    <a:pt x="1064" y="50"/>
                  </a:lnTo>
                  <a:lnTo>
                    <a:pt x="1079" y="46"/>
                  </a:lnTo>
                  <a:lnTo>
                    <a:pt x="1094" y="46"/>
                  </a:lnTo>
                  <a:lnTo>
                    <a:pt x="1108" y="42"/>
                  </a:lnTo>
                  <a:lnTo>
                    <a:pt x="1128" y="42"/>
                  </a:lnTo>
                  <a:lnTo>
                    <a:pt x="1143" y="38"/>
                  </a:lnTo>
                  <a:lnTo>
                    <a:pt x="1158" y="38"/>
                  </a:lnTo>
                  <a:lnTo>
                    <a:pt x="1173" y="38"/>
                  </a:lnTo>
                  <a:lnTo>
                    <a:pt x="1188" y="38"/>
                  </a:lnTo>
                  <a:lnTo>
                    <a:pt x="1203" y="38"/>
                  </a:lnTo>
                  <a:lnTo>
                    <a:pt x="1218" y="38"/>
                  </a:lnTo>
                  <a:lnTo>
                    <a:pt x="1238" y="33"/>
                  </a:lnTo>
                  <a:lnTo>
                    <a:pt x="1252" y="29"/>
                  </a:lnTo>
                  <a:lnTo>
                    <a:pt x="1267" y="21"/>
                  </a:lnTo>
                  <a:lnTo>
                    <a:pt x="1282" y="16"/>
                  </a:lnTo>
                  <a:lnTo>
                    <a:pt x="1297" y="12"/>
                  </a:lnTo>
                  <a:lnTo>
                    <a:pt x="1317" y="8"/>
                  </a:lnTo>
                  <a:lnTo>
                    <a:pt x="1337" y="16"/>
                  </a:lnTo>
                  <a:lnTo>
                    <a:pt x="1352" y="29"/>
                  </a:lnTo>
                  <a:lnTo>
                    <a:pt x="1367" y="38"/>
                  </a:lnTo>
                  <a:lnTo>
                    <a:pt x="1382" y="42"/>
                  </a:lnTo>
                  <a:lnTo>
                    <a:pt x="1397" y="50"/>
                  </a:lnTo>
                  <a:lnTo>
                    <a:pt x="1411" y="50"/>
                  </a:lnTo>
                  <a:lnTo>
                    <a:pt x="1426" y="50"/>
                  </a:lnTo>
                  <a:lnTo>
                    <a:pt x="1446" y="46"/>
                  </a:lnTo>
                  <a:lnTo>
                    <a:pt x="1461" y="42"/>
                  </a:lnTo>
                  <a:lnTo>
                    <a:pt x="1476" y="33"/>
                  </a:lnTo>
                  <a:lnTo>
                    <a:pt x="1496" y="25"/>
                  </a:lnTo>
                  <a:lnTo>
                    <a:pt x="1511" y="21"/>
                  </a:lnTo>
                  <a:lnTo>
                    <a:pt x="1531" y="12"/>
                  </a:lnTo>
                  <a:lnTo>
                    <a:pt x="1546" y="12"/>
                  </a:lnTo>
                  <a:lnTo>
                    <a:pt x="1560" y="12"/>
                  </a:lnTo>
                  <a:lnTo>
                    <a:pt x="1580" y="8"/>
                  </a:lnTo>
                  <a:lnTo>
                    <a:pt x="1595" y="4"/>
                  </a:lnTo>
                  <a:lnTo>
                    <a:pt x="1610" y="4"/>
                  </a:lnTo>
                  <a:lnTo>
                    <a:pt x="1620" y="16"/>
                  </a:lnTo>
                  <a:lnTo>
                    <a:pt x="1635" y="25"/>
                  </a:lnTo>
                  <a:lnTo>
                    <a:pt x="1650" y="33"/>
                  </a:lnTo>
                  <a:lnTo>
                    <a:pt x="1665" y="46"/>
                  </a:lnTo>
                  <a:lnTo>
                    <a:pt x="1680" y="55"/>
                  </a:lnTo>
                  <a:lnTo>
                    <a:pt x="1695" y="59"/>
                  </a:lnTo>
                  <a:lnTo>
                    <a:pt x="1709" y="59"/>
                  </a:lnTo>
                  <a:lnTo>
                    <a:pt x="1724" y="50"/>
                  </a:lnTo>
                  <a:lnTo>
                    <a:pt x="1739" y="42"/>
                  </a:lnTo>
                  <a:lnTo>
                    <a:pt x="1754" y="33"/>
                  </a:lnTo>
                  <a:lnTo>
                    <a:pt x="1769" y="29"/>
                  </a:lnTo>
                  <a:lnTo>
                    <a:pt x="1784" y="25"/>
                  </a:lnTo>
                  <a:lnTo>
                    <a:pt x="1804" y="21"/>
                  </a:lnTo>
                  <a:lnTo>
                    <a:pt x="1819" y="21"/>
                  </a:lnTo>
                  <a:lnTo>
                    <a:pt x="1834" y="21"/>
                  </a:lnTo>
                  <a:lnTo>
                    <a:pt x="1849" y="16"/>
                  </a:lnTo>
                  <a:lnTo>
                    <a:pt x="1863" y="16"/>
                  </a:lnTo>
                  <a:lnTo>
                    <a:pt x="1878" y="8"/>
                  </a:lnTo>
                  <a:lnTo>
                    <a:pt x="1898" y="12"/>
                  </a:lnTo>
                  <a:lnTo>
                    <a:pt x="1923" y="25"/>
                  </a:lnTo>
                  <a:lnTo>
                    <a:pt x="1938" y="29"/>
                  </a:lnTo>
                  <a:lnTo>
                    <a:pt x="1958" y="42"/>
                  </a:lnTo>
                  <a:lnTo>
                    <a:pt x="1973" y="46"/>
                  </a:lnTo>
                  <a:lnTo>
                    <a:pt x="1988" y="55"/>
                  </a:lnTo>
                  <a:lnTo>
                    <a:pt x="2003" y="63"/>
                  </a:lnTo>
                  <a:lnTo>
                    <a:pt x="2017" y="63"/>
                  </a:lnTo>
                  <a:lnTo>
                    <a:pt x="2032" y="59"/>
                  </a:lnTo>
                  <a:lnTo>
                    <a:pt x="2052" y="50"/>
                  </a:lnTo>
                  <a:lnTo>
                    <a:pt x="2067" y="38"/>
                  </a:lnTo>
                  <a:lnTo>
                    <a:pt x="2082" y="33"/>
                  </a:lnTo>
                  <a:lnTo>
                    <a:pt x="2097" y="29"/>
                  </a:lnTo>
                  <a:lnTo>
                    <a:pt x="2112" y="25"/>
                  </a:lnTo>
                  <a:lnTo>
                    <a:pt x="2132" y="21"/>
                  </a:lnTo>
                  <a:lnTo>
                    <a:pt x="2147" y="16"/>
                  </a:lnTo>
                  <a:lnTo>
                    <a:pt x="2161" y="12"/>
                  </a:lnTo>
                  <a:lnTo>
                    <a:pt x="2176" y="8"/>
                  </a:lnTo>
                  <a:lnTo>
                    <a:pt x="2191" y="8"/>
                  </a:lnTo>
                  <a:lnTo>
                    <a:pt x="2206" y="12"/>
                  </a:lnTo>
                  <a:lnTo>
                    <a:pt x="2231" y="21"/>
                  </a:lnTo>
                  <a:lnTo>
                    <a:pt x="2246" y="29"/>
                  </a:lnTo>
                  <a:lnTo>
                    <a:pt x="2261" y="33"/>
                  </a:lnTo>
                  <a:lnTo>
                    <a:pt x="2276" y="38"/>
                  </a:lnTo>
                  <a:lnTo>
                    <a:pt x="2291" y="42"/>
                  </a:lnTo>
                  <a:lnTo>
                    <a:pt x="2306" y="42"/>
                  </a:lnTo>
                  <a:lnTo>
                    <a:pt x="2320" y="33"/>
                  </a:lnTo>
                  <a:lnTo>
                    <a:pt x="2335" y="29"/>
                  </a:lnTo>
                  <a:lnTo>
                    <a:pt x="2350" y="21"/>
                  </a:lnTo>
                  <a:lnTo>
                    <a:pt x="2365" y="12"/>
                  </a:lnTo>
                  <a:lnTo>
                    <a:pt x="2380" y="8"/>
                  </a:lnTo>
                  <a:lnTo>
                    <a:pt x="2400" y="4"/>
                  </a:lnTo>
                  <a:lnTo>
                    <a:pt x="2415" y="0"/>
                  </a:lnTo>
                  <a:lnTo>
                    <a:pt x="2430" y="0"/>
                  </a:lnTo>
                  <a:lnTo>
                    <a:pt x="2450" y="0"/>
                  </a:lnTo>
                  <a:lnTo>
                    <a:pt x="2464" y="4"/>
                  </a:lnTo>
                  <a:lnTo>
                    <a:pt x="2484" y="8"/>
                  </a:lnTo>
                  <a:lnTo>
                    <a:pt x="2499" y="12"/>
                  </a:lnTo>
                  <a:lnTo>
                    <a:pt x="2514" y="21"/>
                  </a:lnTo>
                  <a:lnTo>
                    <a:pt x="2529" y="25"/>
                  </a:lnTo>
                  <a:lnTo>
                    <a:pt x="2549" y="29"/>
                  </a:lnTo>
                  <a:lnTo>
                    <a:pt x="2564" y="38"/>
                  </a:lnTo>
                  <a:lnTo>
                    <a:pt x="2579" y="38"/>
                  </a:lnTo>
                  <a:lnTo>
                    <a:pt x="2589" y="25"/>
                  </a:lnTo>
                  <a:lnTo>
                    <a:pt x="2604" y="16"/>
                  </a:lnTo>
                  <a:lnTo>
                    <a:pt x="2618" y="16"/>
                  </a:lnTo>
                  <a:lnTo>
                    <a:pt x="2633" y="21"/>
                  </a:lnTo>
                  <a:lnTo>
                    <a:pt x="2653" y="29"/>
                  </a:lnTo>
                  <a:lnTo>
                    <a:pt x="2668" y="38"/>
                  </a:lnTo>
                  <a:lnTo>
                    <a:pt x="2683" y="42"/>
                  </a:lnTo>
                  <a:lnTo>
                    <a:pt x="2693" y="55"/>
                  </a:lnTo>
                  <a:lnTo>
                    <a:pt x="2708" y="59"/>
                  </a:lnTo>
                  <a:lnTo>
                    <a:pt x="2723" y="63"/>
                  </a:lnTo>
                  <a:lnTo>
                    <a:pt x="2738" y="72"/>
                  </a:lnTo>
                  <a:lnTo>
                    <a:pt x="2753" y="72"/>
                  </a:lnTo>
                  <a:lnTo>
                    <a:pt x="2763" y="80"/>
                  </a:lnTo>
                  <a:lnTo>
                    <a:pt x="2756" y="78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16" name="Line 24">
            <a:extLst>
              <a:ext uri="{FF2B5EF4-FFF2-40B4-BE49-F238E27FC236}">
                <a16:creationId xmlns:a16="http://schemas.microsoft.com/office/drawing/2014/main" id="{AF1DE000-567B-0CAE-8304-FAD54DD17C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43175"/>
            <a:ext cx="0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7" name="Rectangle 25">
            <a:extLst>
              <a:ext uri="{FF2B5EF4-FFF2-40B4-BE49-F238E27FC236}">
                <a16:creationId xmlns:a16="http://schemas.microsoft.com/office/drawing/2014/main" id="{360A99A1-2E4A-E724-16BD-52C50609F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104775"/>
            <a:ext cx="133350" cy="95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8" name="AutoShape 26">
            <a:extLst>
              <a:ext uri="{FF2B5EF4-FFF2-40B4-BE49-F238E27FC236}">
                <a16:creationId xmlns:a16="http://schemas.microsoft.com/office/drawing/2014/main" id="{F67765B4-F375-5CE3-0235-72A8AD0DC5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57488" y="1679575"/>
            <a:ext cx="1997075" cy="743479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The literal is 9 characters but FirstName can only hold 8, so the “R” from ALEXANDER is lost.</a:t>
            </a:r>
          </a:p>
        </p:txBody>
      </p:sp>
      <p:sp>
        <p:nvSpPr>
          <p:cNvPr id="8219" name="Arc 27">
            <a:extLst>
              <a:ext uri="{FF2B5EF4-FFF2-40B4-BE49-F238E27FC236}">
                <a16:creationId xmlns:a16="http://schemas.microsoft.com/office/drawing/2014/main" id="{7E4A62EB-C38D-62B2-CB60-E7A70E006333}"/>
              </a:ext>
            </a:extLst>
          </p:cNvPr>
          <p:cNvSpPr>
            <a:spLocks/>
          </p:cNvSpPr>
          <p:nvPr/>
        </p:nvSpPr>
        <p:spPr bwMode="auto">
          <a:xfrm>
            <a:off x="609600" y="1238250"/>
            <a:ext cx="361950" cy="11811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05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707"/>
                  <a:pt x="9612" y="52"/>
                  <a:pt x="21505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707"/>
                  <a:pt x="9612" y="52"/>
                  <a:pt x="21505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8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8933F54-9A57-E70A-A677-429065966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2887663"/>
            <a:ext cx="39338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StudentName.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FirstName   PIC X(8) VALUE “JOHN”.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Surname     PIC X(8) VALUE “POWER”.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8D25769-931E-A1FA-FB3E-E56EFE55F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J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57282120-1EAC-D27D-A017-1DDF053A7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O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8FE984A0-C14A-20BE-EC57-943DB2321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CCBD187A-D266-CB4C-BDF5-B6A7CD407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282C1BF6-7766-D419-1105-ACEA858DC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C69D6F2D-21AA-325A-B3B4-8B2F92C6D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73B9270C-4BA1-B84E-64A2-4C9327534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2A4B0B2C-8A7D-00B6-F8A3-AB1A95807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23030E25-F867-6435-916E-230229281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R</a:t>
            </a:r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45CC14B5-1F6A-4479-7338-22BBECEA3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Y</a:t>
            </a:r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4BA97C97-6CE9-B4F3-0402-608D52646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AB428516-F2E9-74E9-BF50-2359A5AE3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9231" name="Rectangle 15">
            <a:extLst>
              <a:ext uri="{FF2B5EF4-FFF2-40B4-BE49-F238E27FC236}">
                <a16:creationId xmlns:a16="http://schemas.microsoft.com/office/drawing/2014/main" id="{A3C589EE-A1ED-1F6C-984F-72B359AEF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232" name="Rectangle 16">
            <a:extLst>
              <a:ext uri="{FF2B5EF4-FFF2-40B4-BE49-F238E27FC236}">
                <a16:creationId xmlns:a16="http://schemas.microsoft.com/office/drawing/2014/main" id="{7C16C6E0-7584-1410-1C3C-2B3C7AAC0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233" name="Rectangle 17">
            <a:extLst>
              <a:ext uri="{FF2B5EF4-FFF2-40B4-BE49-F238E27FC236}">
                <a16:creationId xmlns:a16="http://schemas.microsoft.com/office/drawing/2014/main" id="{1B26C3A6-F967-0FA8-D8EC-5B2EB23BB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</a:t>
            </a:r>
          </a:p>
        </p:txBody>
      </p:sp>
      <p:sp>
        <p:nvSpPr>
          <p:cNvPr id="9234" name="Rectangle 18">
            <a:extLst>
              <a:ext uri="{FF2B5EF4-FFF2-40B4-BE49-F238E27FC236}">
                <a16:creationId xmlns:a16="http://schemas.microsoft.com/office/drawing/2014/main" id="{93BB0510-2D56-6CFA-B848-603EA18BB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 </a:t>
            </a:r>
          </a:p>
        </p:txBody>
      </p:sp>
      <p:sp>
        <p:nvSpPr>
          <p:cNvPr id="9235" name="Rectangle 19">
            <a:extLst>
              <a:ext uri="{FF2B5EF4-FFF2-40B4-BE49-F238E27FC236}">
                <a16:creationId xmlns:a16="http://schemas.microsoft.com/office/drawing/2014/main" id="{424395DB-CFB9-4D79-BF78-4C544C41F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551113"/>
            <a:ext cx="3679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39" name="Group 23">
            <a:extLst>
              <a:ext uri="{FF2B5EF4-FFF2-40B4-BE49-F238E27FC236}">
                <a16:creationId xmlns:a16="http://schemas.microsoft.com/office/drawing/2014/main" id="{14F55FF3-9A1B-0958-FEB4-1967AE68E7E3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180975"/>
            <a:ext cx="4435475" cy="1944688"/>
            <a:chOff x="93" y="114"/>
            <a:chExt cx="2794" cy="1225"/>
          </a:xfrm>
        </p:grpSpPr>
        <p:sp>
          <p:nvSpPr>
            <p:cNvPr id="9236" name="Rectangle 20">
              <a:extLst>
                <a:ext uri="{FF2B5EF4-FFF2-40B4-BE49-F238E27FC236}">
                  <a16:creationId xmlns:a16="http://schemas.microsoft.com/office/drawing/2014/main" id="{03C7FEF6-FD9B-9A9D-BC99-36DC62EBE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" y="130"/>
              <a:ext cx="2764" cy="1192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“COUGHLAN” TO Surname.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“TOM” TO FirstName.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“FITZPATRICK” TO Surname.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“ALEXANDER” TO FirstName.</a:t>
              </a:r>
            </a:p>
            <a:p>
              <a:r>
                <a:rPr lang="en-US" altLang="en-US" sz="1400" b="1">
                  <a:solidFill>
                    <a:srgbClr val="CC0000"/>
                  </a:solidFill>
                  <a:latin typeface="Courier New" panose="02070309020205020404" pitchFamily="49" charset="0"/>
                </a:rPr>
                <a:t>MOVE “JOHN    RYAN” TO StudentName.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ALL “x” TO StudentName.</a:t>
              </a:r>
            </a:p>
          </p:txBody>
        </p:sp>
        <p:sp>
          <p:nvSpPr>
            <p:cNvPr id="9237" name="Freeform 21">
              <a:extLst>
                <a:ext uri="{FF2B5EF4-FFF2-40B4-BE49-F238E27FC236}">
                  <a16:creationId xmlns:a16="http://schemas.microsoft.com/office/drawing/2014/main" id="{24B70CCB-E51C-96F0-FB44-5E277F107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" y="114"/>
              <a:ext cx="2773" cy="103"/>
            </a:xfrm>
            <a:custGeom>
              <a:avLst/>
              <a:gdLst>
                <a:gd name="T0" fmla="*/ 2764 w 2773"/>
                <a:gd name="T1" fmla="*/ 5 h 103"/>
                <a:gd name="T2" fmla="*/ 2693 w 2773"/>
                <a:gd name="T3" fmla="*/ 36 h 103"/>
                <a:gd name="T4" fmla="*/ 2637 w 2773"/>
                <a:gd name="T5" fmla="*/ 36 h 103"/>
                <a:gd name="T6" fmla="*/ 2588 w 2773"/>
                <a:gd name="T7" fmla="*/ 64 h 103"/>
                <a:gd name="T8" fmla="*/ 2528 w 2773"/>
                <a:gd name="T9" fmla="*/ 42 h 103"/>
                <a:gd name="T10" fmla="*/ 2468 w 2773"/>
                <a:gd name="T11" fmla="*/ 30 h 103"/>
                <a:gd name="T12" fmla="*/ 2412 w 2773"/>
                <a:gd name="T13" fmla="*/ 17 h 103"/>
                <a:gd name="T14" fmla="*/ 2356 w 2773"/>
                <a:gd name="T15" fmla="*/ 39 h 103"/>
                <a:gd name="T16" fmla="*/ 2307 w 2773"/>
                <a:gd name="T17" fmla="*/ 58 h 103"/>
                <a:gd name="T18" fmla="*/ 2251 w 2773"/>
                <a:gd name="T19" fmla="*/ 77 h 103"/>
                <a:gd name="T20" fmla="*/ 2191 w 2773"/>
                <a:gd name="T21" fmla="*/ 61 h 103"/>
                <a:gd name="T22" fmla="*/ 2135 w 2773"/>
                <a:gd name="T23" fmla="*/ 45 h 103"/>
                <a:gd name="T24" fmla="*/ 2072 w 2773"/>
                <a:gd name="T25" fmla="*/ 36 h 103"/>
                <a:gd name="T26" fmla="*/ 2016 w 2773"/>
                <a:gd name="T27" fmla="*/ 30 h 103"/>
                <a:gd name="T28" fmla="*/ 1956 w 2773"/>
                <a:gd name="T29" fmla="*/ 27 h 103"/>
                <a:gd name="T30" fmla="*/ 1903 w 2773"/>
                <a:gd name="T31" fmla="*/ 36 h 103"/>
                <a:gd name="T32" fmla="*/ 1847 w 2773"/>
                <a:gd name="T33" fmla="*/ 58 h 103"/>
                <a:gd name="T34" fmla="*/ 1791 w 2773"/>
                <a:gd name="T35" fmla="*/ 45 h 103"/>
                <a:gd name="T36" fmla="*/ 1735 w 2773"/>
                <a:gd name="T37" fmla="*/ 27 h 103"/>
                <a:gd name="T38" fmla="*/ 1675 w 2773"/>
                <a:gd name="T39" fmla="*/ 17 h 103"/>
                <a:gd name="T40" fmla="*/ 1619 w 2773"/>
                <a:gd name="T41" fmla="*/ 14 h 103"/>
                <a:gd name="T42" fmla="*/ 1563 w 2773"/>
                <a:gd name="T43" fmla="*/ 45 h 103"/>
                <a:gd name="T44" fmla="*/ 1507 w 2773"/>
                <a:gd name="T45" fmla="*/ 58 h 103"/>
                <a:gd name="T46" fmla="*/ 1443 w 2773"/>
                <a:gd name="T47" fmla="*/ 67 h 103"/>
                <a:gd name="T48" fmla="*/ 1387 w 2773"/>
                <a:gd name="T49" fmla="*/ 70 h 103"/>
                <a:gd name="T50" fmla="*/ 1327 w 2773"/>
                <a:gd name="T51" fmla="*/ 39 h 103"/>
                <a:gd name="T52" fmla="*/ 1267 w 2773"/>
                <a:gd name="T53" fmla="*/ 23 h 103"/>
                <a:gd name="T54" fmla="*/ 1207 w 2773"/>
                <a:gd name="T55" fmla="*/ 42 h 103"/>
                <a:gd name="T56" fmla="*/ 1147 w 2773"/>
                <a:gd name="T57" fmla="*/ 61 h 103"/>
                <a:gd name="T58" fmla="*/ 1091 w 2773"/>
                <a:gd name="T59" fmla="*/ 36 h 103"/>
                <a:gd name="T60" fmla="*/ 1035 w 2773"/>
                <a:gd name="T61" fmla="*/ 11 h 103"/>
                <a:gd name="T62" fmla="*/ 979 w 2773"/>
                <a:gd name="T63" fmla="*/ 14 h 103"/>
                <a:gd name="T64" fmla="*/ 923 w 2773"/>
                <a:gd name="T65" fmla="*/ 17 h 103"/>
                <a:gd name="T66" fmla="*/ 867 w 2773"/>
                <a:gd name="T67" fmla="*/ 20 h 103"/>
                <a:gd name="T68" fmla="*/ 810 w 2773"/>
                <a:gd name="T69" fmla="*/ 39 h 103"/>
                <a:gd name="T70" fmla="*/ 751 w 2773"/>
                <a:gd name="T71" fmla="*/ 61 h 103"/>
                <a:gd name="T72" fmla="*/ 694 w 2773"/>
                <a:gd name="T73" fmla="*/ 61 h 103"/>
                <a:gd name="T74" fmla="*/ 631 w 2773"/>
                <a:gd name="T75" fmla="*/ 42 h 103"/>
                <a:gd name="T76" fmla="*/ 578 w 2773"/>
                <a:gd name="T77" fmla="*/ 30 h 103"/>
                <a:gd name="T78" fmla="*/ 586 w 2773"/>
                <a:gd name="T79" fmla="*/ 64 h 103"/>
                <a:gd name="T80" fmla="*/ 608 w 2773"/>
                <a:gd name="T81" fmla="*/ 95 h 103"/>
                <a:gd name="T82" fmla="*/ 552 w 2773"/>
                <a:gd name="T83" fmla="*/ 58 h 103"/>
                <a:gd name="T84" fmla="*/ 492 w 2773"/>
                <a:gd name="T85" fmla="*/ 36 h 103"/>
                <a:gd name="T86" fmla="*/ 436 w 2773"/>
                <a:gd name="T87" fmla="*/ 33 h 103"/>
                <a:gd name="T88" fmla="*/ 376 w 2773"/>
                <a:gd name="T89" fmla="*/ 36 h 103"/>
                <a:gd name="T90" fmla="*/ 313 w 2773"/>
                <a:gd name="T91" fmla="*/ 42 h 103"/>
                <a:gd name="T92" fmla="*/ 275 w 2773"/>
                <a:gd name="T93" fmla="*/ 77 h 103"/>
                <a:gd name="T94" fmla="*/ 219 w 2773"/>
                <a:gd name="T95" fmla="*/ 83 h 103"/>
                <a:gd name="T96" fmla="*/ 163 w 2773"/>
                <a:gd name="T97" fmla="*/ 70 h 103"/>
                <a:gd name="T98" fmla="*/ 107 w 2773"/>
                <a:gd name="T99" fmla="*/ 55 h 103"/>
                <a:gd name="T100" fmla="*/ 51 w 2773"/>
                <a:gd name="T101" fmla="*/ 33 h 103"/>
                <a:gd name="T102" fmla="*/ 2 w 2773"/>
                <a:gd name="T103" fmla="*/ 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73" h="103">
                  <a:moveTo>
                    <a:pt x="2772" y="2"/>
                  </a:moveTo>
                  <a:lnTo>
                    <a:pt x="2772" y="0"/>
                  </a:lnTo>
                  <a:lnTo>
                    <a:pt x="2772" y="2"/>
                  </a:lnTo>
                  <a:lnTo>
                    <a:pt x="2770" y="5"/>
                  </a:lnTo>
                  <a:lnTo>
                    <a:pt x="2764" y="5"/>
                  </a:lnTo>
                  <a:lnTo>
                    <a:pt x="2742" y="14"/>
                  </a:lnTo>
                  <a:lnTo>
                    <a:pt x="2727" y="23"/>
                  </a:lnTo>
                  <a:lnTo>
                    <a:pt x="2715" y="33"/>
                  </a:lnTo>
                  <a:lnTo>
                    <a:pt x="2704" y="33"/>
                  </a:lnTo>
                  <a:lnTo>
                    <a:pt x="2693" y="36"/>
                  </a:lnTo>
                  <a:lnTo>
                    <a:pt x="2682" y="36"/>
                  </a:lnTo>
                  <a:lnTo>
                    <a:pt x="2670" y="36"/>
                  </a:lnTo>
                  <a:lnTo>
                    <a:pt x="2659" y="36"/>
                  </a:lnTo>
                  <a:lnTo>
                    <a:pt x="2648" y="36"/>
                  </a:lnTo>
                  <a:lnTo>
                    <a:pt x="2637" y="36"/>
                  </a:lnTo>
                  <a:lnTo>
                    <a:pt x="2626" y="42"/>
                  </a:lnTo>
                  <a:lnTo>
                    <a:pt x="2618" y="52"/>
                  </a:lnTo>
                  <a:lnTo>
                    <a:pt x="2611" y="61"/>
                  </a:lnTo>
                  <a:lnTo>
                    <a:pt x="2599" y="64"/>
                  </a:lnTo>
                  <a:lnTo>
                    <a:pt x="2588" y="64"/>
                  </a:lnTo>
                  <a:lnTo>
                    <a:pt x="2577" y="58"/>
                  </a:lnTo>
                  <a:lnTo>
                    <a:pt x="2562" y="52"/>
                  </a:lnTo>
                  <a:lnTo>
                    <a:pt x="2551" y="52"/>
                  </a:lnTo>
                  <a:lnTo>
                    <a:pt x="2539" y="48"/>
                  </a:lnTo>
                  <a:lnTo>
                    <a:pt x="2528" y="42"/>
                  </a:lnTo>
                  <a:lnTo>
                    <a:pt x="2517" y="39"/>
                  </a:lnTo>
                  <a:lnTo>
                    <a:pt x="2502" y="39"/>
                  </a:lnTo>
                  <a:lnTo>
                    <a:pt x="2491" y="36"/>
                  </a:lnTo>
                  <a:lnTo>
                    <a:pt x="2480" y="33"/>
                  </a:lnTo>
                  <a:lnTo>
                    <a:pt x="2468" y="30"/>
                  </a:lnTo>
                  <a:lnTo>
                    <a:pt x="2457" y="30"/>
                  </a:lnTo>
                  <a:lnTo>
                    <a:pt x="2446" y="27"/>
                  </a:lnTo>
                  <a:lnTo>
                    <a:pt x="2435" y="23"/>
                  </a:lnTo>
                  <a:lnTo>
                    <a:pt x="2423" y="20"/>
                  </a:lnTo>
                  <a:lnTo>
                    <a:pt x="2412" y="17"/>
                  </a:lnTo>
                  <a:lnTo>
                    <a:pt x="2408" y="27"/>
                  </a:lnTo>
                  <a:lnTo>
                    <a:pt x="2394" y="30"/>
                  </a:lnTo>
                  <a:lnTo>
                    <a:pt x="2379" y="30"/>
                  </a:lnTo>
                  <a:lnTo>
                    <a:pt x="2367" y="33"/>
                  </a:lnTo>
                  <a:lnTo>
                    <a:pt x="2356" y="39"/>
                  </a:lnTo>
                  <a:lnTo>
                    <a:pt x="2352" y="48"/>
                  </a:lnTo>
                  <a:lnTo>
                    <a:pt x="2341" y="52"/>
                  </a:lnTo>
                  <a:lnTo>
                    <a:pt x="2330" y="52"/>
                  </a:lnTo>
                  <a:lnTo>
                    <a:pt x="2319" y="52"/>
                  </a:lnTo>
                  <a:lnTo>
                    <a:pt x="2307" y="58"/>
                  </a:lnTo>
                  <a:lnTo>
                    <a:pt x="2296" y="61"/>
                  </a:lnTo>
                  <a:lnTo>
                    <a:pt x="2285" y="64"/>
                  </a:lnTo>
                  <a:lnTo>
                    <a:pt x="2274" y="67"/>
                  </a:lnTo>
                  <a:lnTo>
                    <a:pt x="2263" y="73"/>
                  </a:lnTo>
                  <a:lnTo>
                    <a:pt x="2251" y="77"/>
                  </a:lnTo>
                  <a:lnTo>
                    <a:pt x="2240" y="77"/>
                  </a:lnTo>
                  <a:lnTo>
                    <a:pt x="2229" y="73"/>
                  </a:lnTo>
                  <a:lnTo>
                    <a:pt x="2218" y="67"/>
                  </a:lnTo>
                  <a:lnTo>
                    <a:pt x="2203" y="64"/>
                  </a:lnTo>
                  <a:lnTo>
                    <a:pt x="2191" y="61"/>
                  </a:lnTo>
                  <a:lnTo>
                    <a:pt x="2180" y="58"/>
                  </a:lnTo>
                  <a:lnTo>
                    <a:pt x="2169" y="55"/>
                  </a:lnTo>
                  <a:lnTo>
                    <a:pt x="2158" y="55"/>
                  </a:lnTo>
                  <a:lnTo>
                    <a:pt x="2146" y="48"/>
                  </a:lnTo>
                  <a:lnTo>
                    <a:pt x="2135" y="45"/>
                  </a:lnTo>
                  <a:lnTo>
                    <a:pt x="2124" y="45"/>
                  </a:lnTo>
                  <a:lnTo>
                    <a:pt x="2113" y="42"/>
                  </a:lnTo>
                  <a:lnTo>
                    <a:pt x="2102" y="42"/>
                  </a:lnTo>
                  <a:lnTo>
                    <a:pt x="2087" y="39"/>
                  </a:lnTo>
                  <a:lnTo>
                    <a:pt x="2072" y="36"/>
                  </a:lnTo>
                  <a:lnTo>
                    <a:pt x="2060" y="33"/>
                  </a:lnTo>
                  <a:lnTo>
                    <a:pt x="2049" y="30"/>
                  </a:lnTo>
                  <a:lnTo>
                    <a:pt x="2038" y="30"/>
                  </a:lnTo>
                  <a:lnTo>
                    <a:pt x="2027" y="30"/>
                  </a:lnTo>
                  <a:lnTo>
                    <a:pt x="2016" y="30"/>
                  </a:lnTo>
                  <a:lnTo>
                    <a:pt x="2004" y="30"/>
                  </a:lnTo>
                  <a:lnTo>
                    <a:pt x="1993" y="30"/>
                  </a:lnTo>
                  <a:lnTo>
                    <a:pt x="1982" y="30"/>
                  </a:lnTo>
                  <a:lnTo>
                    <a:pt x="1967" y="30"/>
                  </a:lnTo>
                  <a:lnTo>
                    <a:pt x="1956" y="27"/>
                  </a:lnTo>
                  <a:lnTo>
                    <a:pt x="1944" y="20"/>
                  </a:lnTo>
                  <a:lnTo>
                    <a:pt x="1933" y="20"/>
                  </a:lnTo>
                  <a:lnTo>
                    <a:pt x="1922" y="20"/>
                  </a:lnTo>
                  <a:lnTo>
                    <a:pt x="1914" y="30"/>
                  </a:lnTo>
                  <a:lnTo>
                    <a:pt x="1903" y="36"/>
                  </a:lnTo>
                  <a:lnTo>
                    <a:pt x="1892" y="39"/>
                  </a:lnTo>
                  <a:lnTo>
                    <a:pt x="1881" y="48"/>
                  </a:lnTo>
                  <a:lnTo>
                    <a:pt x="1870" y="52"/>
                  </a:lnTo>
                  <a:lnTo>
                    <a:pt x="1858" y="55"/>
                  </a:lnTo>
                  <a:lnTo>
                    <a:pt x="1847" y="58"/>
                  </a:lnTo>
                  <a:lnTo>
                    <a:pt x="1836" y="58"/>
                  </a:lnTo>
                  <a:lnTo>
                    <a:pt x="1825" y="55"/>
                  </a:lnTo>
                  <a:lnTo>
                    <a:pt x="1813" y="48"/>
                  </a:lnTo>
                  <a:lnTo>
                    <a:pt x="1802" y="45"/>
                  </a:lnTo>
                  <a:lnTo>
                    <a:pt x="1791" y="45"/>
                  </a:lnTo>
                  <a:lnTo>
                    <a:pt x="1780" y="42"/>
                  </a:lnTo>
                  <a:lnTo>
                    <a:pt x="1768" y="39"/>
                  </a:lnTo>
                  <a:lnTo>
                    <a:pt x="1757" y="33"/>
                  </a:lnTo>
                  <a:lnTo>
                    <a:pt x="1746" y="33"/>
                  </a:lnTo>
                  <a:lnTo>
                    <a:pt x="1735" y="27"/>
                  </a:lnTo>
                  <a:lnTo>
                    <a:pt x="1724" y="23"/>
                  </a:lnTo>
                  <a:lnTo>
                    <a:pt x="1712" y="23"/>
                  </a:lnTo>
                  <a:lnTo>
                    <a:pt x="1701" y="20"/>
                  </a:lnTo>
                  <a:lnTo>
                    <a:pt x="1690" y="20"/>
                  </a:lnTo>
                  <a:lnTo>
                    <a:pt x="1675" y="17"/>
                  </a:lnTo>
                  <a:lnTo>
                    <a:pt x="1664" y="14"/>
                  </a:lnTo>
                  <a:lnTo>
                    <a:pt x="1652" y="14"/>
                  </a:lnTo>
                  <a:lnTo>
                    <a:pt x="1641" y="14"/>
                  </a:lnTo>
                  <a:lnTo>
                    <a:pt x="1630" y="14"/>
                  </a:lnTo>
                  <a:lnTo>
                    <a:pt x="1619" y="14"/>
                  </a:lnTo>
                  <a:lnTo>
                    <a:pt x="1608" y="17"/>
                  </a:lnTo>
                  <a:lnTo>
                    <a:pt x="1596" y="23"/>
                  </a:lnTo>
                  <a:lnTo>
                    <a:pt x="1585" y="33"/>
                  </a:lnTo>
                  <a:lnTo>
                    <a:pt x="1574" y="39"/>
                  </a:lnTo>
                  <a:lnTo>
                    <a:pt x="1563" y="45"/>
                  </a:lnTo>
                  <a:lnTo>
                    <a:pt x="1551" y="52"/>
                  </a:lnTo>
                  <a:lnTo>
                    <a:pt x="1540" y="55"/>
                  </a:lnTo>
                  <a:lnTo>
                    <a:pt x="1529" y="55"/>
                  </a:lnTo>
                  <a:lnTo>
                    <a:pt x="1518" y="55"/>
                  </a:lnTo>
                  <a:lnTo>
                    <a:pt x="1507" y="58"/>
                  </a:lnTo>
                  <a:lnTo>
                    <a:pt x="1492" y="58"/>
                  </a:lnTo>
                  <a:lnTo>
                    <a:pt x="1480" y="61"/>
                  </a:lnTo>
                  <a:lnTo>
                    <a:pt x="1465" y="64"/>
                  </a:lnTo>
                  <a:lnTo>
                    <a:pt x="1454" y="67"/>
                  </a:lnTo>
                  <a:lnTo>
                    <a:pt x="1443" y="67"/>
                  </a:lnTo>
                  <a:lnTo>
                    <a:pt x="1432" y="70"/>
                  </a:lnTo>
                  <a:lnTo>
                    <a:pt x="1420" y="70"/>
                  </a:lnTo>
                  <a:lnTo>
                    <a:pt x="1409" y="70"/>
                  </a:lnTo>
                  <a:lnTo>
                    <a:pt x="1398" y="70"/>
                  </a:lnTo>
                  <a:lnTo>
                    <a:pt x="1387" y="70"/>
                  </a:lnTo>
                  <a:lnTo>
                    <a:pt x="1376" y="67"/>
                  </a:lnTo>
                  <a:lnTo>
                    <a:pt x="1368" y="58"/>
                  </a:lnTo>
                  <a:lnTo>
                    <a:pt x="1353" y="48"/>
                  </a:lnTo>
                  <a:lnTo>
                    <a:pt x="1342" y="45"/>
                  </a:lnTo>
                  <a:lnTo>
                    <a:pt x="1327" y="39"/>
                  </a:lnTo>
                  <a:lnTo>
                    <a:pt x="1316" y="33"/>
                  </a:lnTo>
                  <a:lnTo>
                    <a:pt x="1301" y="33"/>
                  </a:lnTo>
                  <a:lnTo>
                    <a:pt x="1289" y="30"/>
                  </a:lnTo>
                  <a:lnTo>
                    <a:pt x="1278" y="23"/>
                  </a:lnTo>
                  <a:lnTo>
                    <a:pt x="1267" y="23"/>
                  </a:lnTo>
                  <a:lnTo>
                    <a:pt x="1256" y="20"/>
                  </a:lnTo>
                  <a:lnTo>
                    <a:pt x="1241" y="27"/>
                  </a:lnTo>
                  <a:lnTo>
                    <a:pt x="1230" y="33"/>
                  </a:lnTo>
                  <a:lnTo>
                    <a:pt x="1218" y="39"/>
                  </a:lnTo>
                  <a:lnTo>
                    <a:pt x="1207" y="42"/>
                  </a:lnTo>
                  <a:lnTo>
                    <a:pt x="1196" y="45"/>
                  </a:lnTo>
                  <a:lnTo>
                    <a:pt x="1181" y="52"/>
                  </a:lnTo>
                  <a:lnTo>
                    <a:pt x="1170" y="55"/>
                  </a:lnTo>
                  <a:lnTo>
                    <a:pt x="1158" y="61"/>
                  </a:lnTo>
                  <a:lnTo>
                    <a:pt x="1147" y="61"/>
                  </a:lnTo>
                  <a:lnTo>
                    <a:pt x="1136" y="61"/>
                  </a:lnTo>
                  <a:lnTo>
                    <a:pt x="1121" y="58"/>
                  </a:lnTo>
                  <a:lnTo>
                    <a:pt x="1114" y="48"/>
                  </a:lnTo>
                  <a:lnTo>
                    <a:pt x="1102" y="42"/>
                  </a:lnTo>
                  <a:lnTo>
                    <a:pt x="1091" y="36"/>
                  </a:lnTo>
                  <a:lnTo>
                    <a:pt x="1080" y="27"/>
                  </a:lnTo>
                  <a:lnTo>
                    <a:pt x="1069" y="20"/>
                  </a:lnTo>
                  <a:lnTo>
                    <a:pt x="1057" y="14"/>
                  </a:lnTo>
                  <a:lnTo>
                    <a:pt x="1046" y="11"/>
                  </a:lnTo>
                  <a:lnTo>
                    <a:pt x="1035" y="11"/>
                  </a:lnTo>
                  <a:lnTo>
                    <a:pt x="1024" y="11"/>
                  </a:lnTo>
                  <a:lnTo>
                    <a:pt x="1012" y="14"/>
                  </a:lnTo>
                  <a:lnTo>
                    <a:pt x="1001" y="14"/>
                  </a:lnTo>
                  <a:lnTo>
                    <a:pt x="990" y="14"/>
                  </a:lnTo>
                  <a:lnTo>
                    <a:pt x="979" y="14"/>
                  </a:lnTo>
                  <a:lnTo>
                    <a:pt x="968" y="14"/>
                  </a:lnTo>
                  <a:lnTo>
                    <a:pt x="956" y="17"/>
                  </a:lnTo>
                  <a:lnTo>
                    <a:pt x="945" y="17"/>
                  </a:lnTo>
                  <a:lnTo>
                    <a:pt x="934" y="17"/>
                  </a:lnTo>
                  <a:lnTo>
                    <a:pt x="923" y="17"/>
                  </a:lnTo>
                  <a:lnTo>
                    <a:pt x="911" y="20"/>
                  </a:lnTo>
                  <a:lnTo>
                    <a:pt x="900" y="20"/>
                  </a:lnTo>
                  <a:lnTo>
                    <a:pt x="889" y="20"/>
                  </a:lnTo>
                  <a:lnTo>
                    <a:pt x="878" y="20"/>
                  </a:lnTo>
                  <a:lnTo>
                    <a:pt x="867" y="20"/>
                  </a:lnTo>
                  <a:lnTo>
                    <a:pt x="855" y="20"/>
                  </a:lnTo>
                  <a:lnTo>
                    <a:pt x="844" y="23"/>
                  </a:lnTo>
                  <a:lnTo>
                    <a:pt x="833" y="30"/>
                  </a:lnTo>
                  <a:lnTo>
                    <a:pt x="822" y="33"/>
                  </a:lnTo>
                  <a:lnTo>
                    <a:pt x="810" y="39"/>
                  </a:lnTo>
                  <a:lnTo>
                    <a:pt x="799" y="42"/>
                  </a:lnTo>
                  <a:lnTo>
                    <a:pt x="788" y="52"/>
                  </a:lnTo>
                  <a:lnTo>
                    <a:pt x="777" y="55"/>
                  </a:lnTo>
                  <a:lnTo>
                    <a:pt x="765" y="58"/>
                  </a:lnTo>
                  <a:lnTo>
                    <a:pt x="751" y="61"/>
                  </a:lnTo>
                  <a:lnTo>
                    <a:pt x="739" y="64"/>
                  </a:lnTo>
                  <a:lnTo>
                    <a:pt x="728" y="67"/>
                  </a:lnTo>
                  <a:lnTo>
                    <a:pt x="717" y="67"/>
                  </a:lnTo>
                  <a:lnTo>
                    <a:pt x="706" y="67"/>
                  </a:lnTo>
                  <a:lnTo>
                    <a:pt x="694" y="61"/>
                  </a:lnTo>
                  <a:lnTo>
                    <a:pt x="683" y="55"/>
                  </a:lnTo>
                  <a:lnTo>
                    <a:pt x="672" y="52"/>
                  </a:lnTo>
                  <a:lnTo>
                    <a:pt x="661" y="45"/>
                  </a:lnTo>
                  <a:lnTo>
                    <a:pt x="646" y="45"/>
                  </a:lnTo>
                  <a:lnTo>
                    <a:pt x="631" y="42"/>
                  </a:lnTo>
                  <a:lnTo>
                    <a:pt x="627" y="33"/>
                  </a:lnTo>
                  <a:lnTo>
                    <a:pt x="616" y="30"/>
                  </a:lnTo>
                  <a:lnTo>
                    <a:pt x="605" y="30"/>
                  </a:lnTo>
                  <a:lnTo>
                    <a:pt x="590" y="30"/>
                  </a:lnTo>
                  <a:lnTo>
                    <a:pt x="578" y="30"/>
                  </a:lnTo>
                  <a:lnTo>
                    <a:pt x="567" y="30"/>
                  </a:lnTo>
                  <a:lnTo>
                    <a:pt x="567" y="39"/>
                  </a:lnTo>
                  <a:lnTo>
                    <a:pt x="567" y="48"/>
                  </a:lnTo>
                  <a:lnTo>
                    <a:pt x="578" y="55"/>
                  </a:lnTo>
                  <a:lnTo>
                    <a:pt x="586" y="64"/>
                  </a:lnTo>
                  <a:lnTo>
                    <a:pt x="597" y="73"/>
                  </a:lnTo>
                  <a:lnTo>
                    <a:pt x="605" y="83"/>
                  </a:lnTo>
                  <a:lnTo>
                    <a:pt x="612" y="92"/>
                  </a:lnTo>
                  <a:lnTo>
                    <a:pt x="620" y="102"/>
                  </a:lnTo>
                  <a:lnTo>
                    <a:pt x="608" y="95"/>
                  </a:lnTo>
                  <a:lnTo>
                    <a:pt x="597" y="86"/>
                  </a:lnTo>
                  <a:lnTo>
                    <a:pt x="586" y="80"/>
                  </a:lnTo>
                  <a:lnTo>
                    <a:pt x="575" y="73"/>
                  </a:lnTo>
                  <a:lnTo>
                    <a:pt x="563" y="67"/>
                  </a:lnTo>
                  <a:lnTo>
                    <a:pt x="552" y="58"/>
                  </a:lnTo>
                  <a:lnTo>
                    <a:pt x="541" y="48"/>
                  </a:lnTo>
                  <a:lnTo>
                    <a:pt x="530" y="42"/>
                  </a:lnTo>
                  <a:lnTo>
                    <a:pt x="518" y="39"/>
                  </a:lnTo>
                  <a:lnTo>
                    <a:pt x="504" y="36"/>
                  </a:lnTo>
                  <a:lnTo>
                    <a:pt x="492" y="36"/>
                  </a:lnTo>
                  <a:lnTo>
                    <a:pt x="481" y="36"/>
                  </a:lnTo>
                  <a:lnTo>
                    <a:pt x="470" y="36"/>
                  </a:lnTo>
                  <a:lnTo>
                    <a:pt x="459" y="33"/>
                  </a:lnTo>
                  <a:lnTo>
                    <a:pt x="447" y="33"/>
                  </a:lnTo>
                  <a:lnTo>
                    <a:pt x="436" y="33"/>
                  </a:lnTo>
                  <a:lnTo>
                    <a:pt x="425" y="33"/>
                  </a:lnTo>
                  <a:lnTo>
                    <a:pt x="410" y="33"/>
                  </a:lnTo>
                  <a:lnTo>
                    <a:pt x="399" y="33"/>
                  </a:lnTo>
                  <a:lnTo>
                    <a:pt x="387" y="36"/>
                  </a:lnTo>
                  <a:lnTo>
                    <a:pt x="376" y="36"/>
                  </a:lnTo>
                  <a:lnTo>
                    <a:pt x="361" y="36"/>
                  </a:lnTo>
                  <a:lnTo>
                    <a:pt x="346" y="36"/>
                  </a:lnTo>
                  <a:lnTo>
                    <a:pt x="335" y="36"/>
                  </a:lnTo>
                  <a:lnTo>
                    <a:pt x="324" y="36"/>
                  </a:lnTo>
                  <a:lnTo>
                    <a:pt x="313" y="42"/>
                  </a:lnTo>
                  <a:lnTo>
                    <a:pt x="301" y="45"/>
                  </a:lnTo>
                  <a:lnTo>
                    <a:pt x="298" y="55"/>
                  </a:lnTo>
                  <a:lnTo>
                    <a:pt x="298" y="64"/>
                  </a:lnTo>
                  <a:lnTo>
                    <a:pt x="286" y="73"/>
                  </a:lnTo>
                  <a:lnTo>
                    <a:pt x="275" y="77"/>
                  </a:lnTo>
                  <a:lnTo>
                    <a:pt x="264" y="77"/>
                  </a:lnTo>
                  <a:lnTo>
                    <a:pt x="253" y="77"/>
                  </a:lnTo>
                  <a:lnTo>
                    <a:pt x="242" y="77"/>
                  </a:lnTo>
                  <a:lnTo>
                    <a:pt x="230" y="80"/>
                  </a:lnTo>
                  <a:lnTo>
                    <a:pt x="219" y="83"/>
                  </a:lnTo>
                  <a:lnTo>
                    <a:pt x="204" y="83"/>
                  </a:lnTo>
                  <a:lnTo>
                    <a:pt x="193" y="83"/>
                  </a:lnTo>
                  <a:lnTo>
                    <a:pt x="182" y="83"/>
                  </a:lnTo>
                  <a:lnTo>
                    <a:pt x="170" y="80"/>
                  </a:lnTo>
                  <a:lnTo>
                    <a:pt x="163" y="70"/>
                  </a:lnTo>
                  <a:lnTo>
                    <a:pt x="152" y="67"/>
                  </a:lnTo>
                  <a:lnTo>
                    <a:pt x="140" y="61"/>
                  </a:lnTo>
                  <a:lnTo>
                    <a:pt x="129" y="58"/>
                  </a:lnTo>
                  <a:lnTo>
                    <a:pt x="118" y="55"/>
                  </a:lnTo>
                  <a:lnTo>
                    <a:pt x="107" y="55"/>
                  </a:lnTo>
                  <a:lnTo>
                    <a:pt x="96" y="52"/>
                  </a:lnTo>
                  <a:lnTo>
                    <a:pt x="84" y="45"/>
                  </a:lnTo>
                  <a:lnTo>
                    <a:pt x="73" y="42"/>
                  </a:lnTo>
                  <a:lnTo>
                    <a:pt x="62" y="36"/>
                  </a:lnTo>
                  <a:lnTo>
                    <a:pt x="51" y="33"/>
                  </a:lnTo>
                  <a:lnTo>
                    <a:pt x="39" y="30"/>
                  </a:lnTo>
                  <a:lnTo>
                    <a:pt x="28" y="23"/>
                  </a:lnTo>
                  <a:lnTo>
                    <a:pt x="17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8" name="Freeform 22">
              <a:extLst>
                <a:ext uri="{FF2B5EF4-FFF2-40B4-BE49-F238E27FC236}">
                  <a16:creationId xmlns:a16="http://schemas.microsoft.com/office/drawing/2014/main" id="{782079F8-EBE1-D76E-0302-63E7D1BE8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" y="1252"/>
              <a:ext cx="2764" cy="87"/>
            </a:xfrm>
            <a:custGeom>
              <a:avLst/>
              <a:gdLst>
                <a:gd name="T0" fmla="*/ 0 w 2764"/>
                <a:gd name="T1" fmla="*/ 86 h 87"/>
                <a:gd name="T2" fmla="*/ 60 w 2764"/>
                <a:gd name="T3" fmla="*/ 59 h 87"/>
                <a:gd name="T4" fmla="*/ 115 w 2764"/>
                <a:gd name="T5" fmla="*/ 33 h 87"/>
                <a:gd name="T6" fmla="*/ 160 w 2764"/>
                <a:gd name="T7" fmla="*/ 25 h 87"/>
                <a:gd name="T8" fmla="*/ 204 w 2764"/>
                <a:gd name="T9" fmla="*/ 29 h 87"/>
                <a:gd name="T10" fmla="*/ 249 w 2764"/>
                <a:gd name="T11" fmla="*/ 46 h 87"/>
                <a:gd name="T12" fmla="*/ 294 w 2764"/>
                <a:gd name="T13" fmla="*/ 59 h 87"/>
                <a:gd name="T14" fmla="*/ 343 w 2764"/>
                <a:gd name="T15" fmla="*/ 33 h 87"/>
                <a:gd name="T16" fmla="*/ 388 w 2764"/>
                <a:gd name="T17" fmla="*/ 25 h 87"/>
                <a:gd name="T18" fmla="*/ 433 w 2764"/>
                <a:gd name="T19" fmla="*/ 42 h 87"/>
                <a:gd name="T20" fmla="*/ 478 w 2764"/>
                <a:gd name="T21" fmla="*/ 63 h 87"/>
                <a:gd name="T22" fmla="*/ 522 w 2764"/>
                <a:gd name="T23" fmla="*/ 42 h 87"/>
                <a:gd name="T24" fmla="*/ 572 w 2764"/>
                <a:gd name="T25" fmla="*/ 29 h 87"/>
                <a:gd name="T26" fmla="*/ 617 w 2764"/>
                <a:gd name="T27" fmla="*/ 25 h 87"/>
                <a:gd name="T28" fmla="*/ 666 w 2764"/>
                <a:gd name="T29" fmla="*/ 16 h 87"/>
                <a:gd name="T30" fmla="*/ 721 w 2764"/>
                <a:gd name="T31" fmla="*/ 25 h 87"/>
                <a:gd name="T32" fmla="*/ 761 w 2764"/>
                <a:gd name="T33" fmla="*/ 55 h 87"/>
                <a:gd name="T34" fmla="*/ 810 w 2764"/>
                <a:gd name="T35" fmla="*/ 42 h 87"/>
                <a:gd name="T36" fmla="*/ 865 w 2764"/>
                <a:gd name="T37" fmla="*/ 33 h 87"/>
                <a:gd name="T38" fmla="*/ 915 w 2764"/>
                <a:gd name="T39" fmla="*/ 21 h 87"/>
                <a:gd name="T40" fmla="*/ 959 w 2764"/>
                <a:gd name="T41" fmla="*/ 21 h 87"/>
                <a:gd name="T42" fmla="*/ 1004 w 2764"/>
                <a:gd name="T43" fmla="*/ 46 h 87"/>
                <a:gd name="T44" fmla="*/ 1049 w 2764"/>
                <a:gd name="T45" fmla="*/ 55 h 87"/>
                <a:gd name="T46" fmla="*/ 1094 w 2764"/>
                <a:gd name="T47" fmla="*/ 46 h 87"/>
                <a:gd name="T48" fmla="*/ 1143 w 2764"/>
                <a:gd name="T49" fmla="*/ 38 h 87"/>
                <a:gd name="T50" fmla="*/ 1188 w 2764"/>
                <a:gd name="T51" fmla="*/ 38 h 87"/>
                <a:gd name="T52" fmla="*/ 1238 w 2764"/>
                <a:gd name="T53" fmla="*/ 33 h 87"/>
                <a:gd name="T54" fmla="*/ 1282 w 2764"/>
                <a:gd name="T55" fmla="*/ 16 h 87"/>
                <a:gd name="T56" fmla="*/ 1337 w 2764"/>
                <a:gd name="T57" fmla="*/ 16 h 87"/>
                <a:gd name="T58" fmla="*/ 1382 w 2764"/>
                <a:gd name="T59" fmla="*/ 42 h 87"/>
                <a:gd name="T60" fmla="*/ 1426 w 2764"/>
                <a:gd name="T61" fmla="*/ 50 h 87"/>
                <a:gd name="T62" fmla="*/ 1476 w 2764"/>
                <a:gd name="T63" fmla="*/ 33 h 87"/>
                <a:gd name="T64" fmla="*/ 1531 w 2764"/>
                <a:gd name="T65" fmla="*/ 12 h 87"/>
                <a:gd name="T66" fmla="*/ 1580 w 2764"/>
                <a:gd name="T67" fmla="*/ 8 h 87"/>
                <a:gd name="T68" fmla="*/ 1620 w 2764"/>
                <a:gd name="T69" fmla="*/ 16 h 87"/>
                <a:gd name="T70" fmla="*/ 1665 w 2764"/>
                <a:gd name="T71" fmla="*/ 46 h 87"/>
                <a:gd name="T72" fmla="*/ 1709 w 2764"/>
                <a:gd name="T73" fmla="*/ 59 h 87"/>
                <a:gd name="T74" fmla="*/ 1754 w 2764"/>
                <a:gd name="T75" fmla="*/ 33 h 87"/>
                <a:gd name="T76" fmla="*/ 1804 w 2764"/>
                <a:gd name="T77" fmla="*/ 21 h 87"/>
                <a:gd name="T78" fmla="*/ 1849 w 2764"/>
                <a:gd name="T79" fmla="*/ 16 h 87"/>
                <a:gd name="T80" fmla="*/ 1898 w 2764"/>
                <a:gd name="T81" fmla="*/ 12 h 87"/>
                <a:gd name="T82" fmla="*/ 1958 w 2764"/>
                <a:gd name="T83" fmla="*/ 42 h 87"/>
                <a:gd name="T84" fmla="*/ 2003 w 2764"/>
                <a:gd name="T85" fmla="*/ 63 h 87"/>
                <a:gd name="T86" fmla="*/ 2052 w 2764"/>
                <a:gd name="T87" fmla="*/ 50 h 87"/>
                <a:gd name="T88" fmla="*/ 2097 w 2764"/>
                <a:gd name="T89" fmla="*/ 29 h 87"/>
                <a:gd name="T90" fmla="*/ 2147 w 2764"/>
                <a:gd name="T91" fmla="*/ 16 h 87"/>
                <a:gd name="T92" fmla="*/ 2191 w 2764"/>
                <a:gd name="T93" fmla="*/ 8 h 87"/>
                <a:gd name="T94" fmla="*/ 2246 w 2764"/>
                <a:gd name="T95" fmla="*/ 29 h 87"/>
                <a:gd name="T96" fmla="*/ 2291 w 2764"/>
                <a:gd name="T97" fmla="*/ 42 h 87"/>
                <a:gd name="T98" fmla="*/ 2335 w 2764"/>
                <a:gd name="T99" fmla="*/ 29 h 87"/>
                <a:gd name="T100" fmla="*/ 2380 w 2764"/>
                <a:gd name="T101" fmla="*/ 8 h 87"/>
                <a:gd name="T102" fmla="*/ 2430 w 2764"/>
                <a:gd name="T103" fmla="*/ 0 h 87"/>
                <a:gd name="T104" fmla="*/ 2484 w 2764"/>
                <a:gd name="T105" fmla="*/ 8 h 87"/>
                <a:gd name="T106" fmla="*/ 2529 w 2764"/>
                <a:gd name="T107" fmla="*/ 25 h 87"/>
                <a:gd name="T108" fmla="*/ 2579 w 2764"/>
                <a:gd name="T109" fmla="*/ 38 h 87"/>
                <a:gd name="T110" fmla="*/ 2618 w 2764"/>
                <a:gd name="T111" fmla="*/ 16 h 87"/>
                <a:gd name="T112" fmla="*/ 2668 w 2764"/>
                <a:gd name="T113" fmla="*/ 38 h 87"/>
                <a:gd name="T114" fmla="*/ 2708 w 2764"/>
                <a:gd name="T115" fmla="*/ 59 h 87"/>
                <a:gd name="T116" fmla="*/ 2753 w 2764"/>
                <a:gd name="T117" fmla="*/ 7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64" h="87">
                  <a:moveTo>
                    <a:pt x="0" y="82"/>
                  </a:moveTo>
                  <a:lnTo>
                    <a:pt x="1" y="76"/>
                  </a:lnTo>
                  <a:lnTo>
                    <a:pt x="0" y="86"/>
                  </a:lnTo>
                  <a:lnTo>
                    <a:pt x="31" y="50"/>
                  </a:lnTo>
                  <a:lnTo>
                    <a:pt x="45" y="50"/>
                  </a:lnTo>
                  <a:lnTo>
                    <a:pt x="60" y="59"/>
                  </a:lnTo>
                  <a:lnTo>
                    <a:pt x="80" y="50"/>
                  </a:lnTo>
                  <a:lnTo>
                    <a:pt x="100" y="38"/>
                  </a:lnTo>
                  <a:lnTo>
                    <a:pt x="115" y="33"/>
                  </a:lnTo>
                  <a:lnTo>
                    <a:pt x="130" y="33"/>
                  </a:lnTo>
                  <a:lnTo>
                    <a:pt x="145" y="29"/>
                  </a:lnTo>
                  <a:lnTo>
                    <a:pt x="160" y="25"/>
                  </a:lnTo>
                  <a:lnTo>
                    <a:pt x="175" y="25"/>
                  </a:lnTo>
                  <a:lnTo>
                    <a:pt x="189" y="29"/>
                  </a:lnTo>
                  <a:lnTo>
                    <a:pt x="204" y="29"/>
                  </a:lnTo>
                  <a:lnTo>
                    <a:pt x="219" y="33"/>
                  </a:lnTo>
                  <a:lnTo>
                    <a:pt x="234" y="42"/>
                  </a:lnTo>
                  <a:lnTo>
                    <a:pt x="249" y="46"/>
                  </a:lnTo>
                  <a:lnTo>
                    <a:pt x="264" y="50"/>
                  </a:lnTo>
                  <a:lnTo>
                    <a:pt x="279" y="55"/>
                  </a:lnTo>
                  <a:lnTo>
                    <a:pt x="294" y="59"/>
                  </a:lnTo>
                  <a:lnTo>
                    <a:pt x="314" y="55"/>
                  </a:lnTo>
                  <a:lnTo>
                    <a:pt x="334" y="46"/>
                  </a:lnTo>
                  <a:lnTo>
                    <a:pt x="343" y="33"/>
                  </a:lnTo>
                  <a:lnTo>
                    <a:pt x="358" y="33"/>
                  </a:lnTo>
                  <a:lnTo>
                    <a:pt x="373" y="29"/>
                  </a:lnTo>
                  <a:lnTo>
                    <a:pt x="388" y="25"/>
                  </a:lnTo>
                  <a:lnTo>
                    <a:pt x="403" y="21"/>
                  </a:lnTo>
                  <a:lnTo>
                    <a:pt x="418" y="33"/>
                  </a:lnTo>
                  <a:lnTo>
                    <a:pt x="433" y="42"/>
                  </a:lnTo>
                  <a:lnTo>
                    <a:pt x="448" y="55"/>
                  </a:lnTo>
                  <a:lnTo>
                    <a:pt x="463" y="63"/>
                  </a:lnTo>
                  <a:lnTo>
                    <a:pt x="478" y="63"/>
                  </a:lnTo>
                  <a:lnTo>
                    <a:pt x="492" y="55"/>
                  </a:lnTo>
                  <a:lnTo>
                    <a:pt x="507" y="50"/>
                  </a:lnTo>
                  <a:lnTo>
                    <a:pt x="522" y="42"/>
                  </a:lnTo>
                  <a:lnTo>
                    <a:pt x="537" y="38"/>
                  </a:lnTo>
                  <a:lnTo>
                    <a:pt x="552" y="33"/>
                  </a:lnTo>
                  <a:lnTo>
                    <a:pt x="572" y="29"/>
                  </a:lnTo>
                  <a:lnTo>
                    <a:pt x="587" y="29"/>
                  </a:lnTo>
                  <a:lnTo>
                    <a:pt x="602" y="25"/>
                  </a:lnTo>
                  <a:lnTo>
                    <a:pt x="617" y="25"/>
                  </a:lnTo>
                  <a:lnTo>
                    <a:pt x="632" y="25"/>
                  </a:lnTo>
                  <a:lnTo>
                    <a:pt x="646" y="21"/>
                  </a:lnTo>
                  <a:lnTo>
                    <a:pt x="666" y="16"/>
                  </a:lnTo>
                  <a:lnTo>
                    <a:pt x="686" y="16"/>
                  </a:lnTo>
                  <a:lnTo>
                    <a:pt x="706" y="12"/>
                  </a:lnTo>
                  <a:lnTo>
                    <a:pt x="721" y="25"/>
                  </a:lnTo>
                  <a:lnTo>
                    <a:pt x="731" y="38"/>
                  </a:lnTo>
                  <a:lnTo>
                    <a:pt x="741" y="50"/>
                  </a:lnTo>
                  <a:lnTo>
                    <a:pt x="761" y="55"/>
                  </a:lnTo>
                  <a:lnTo>
                    <a:pt x="776" y="50"/>
                  </a:lnTo>
                  <a:lnTo>
                    <a:pt x="795" y="46"/>
                  </a:lnTo>
                  <a:lnTo>
                    <a:pt x="810" y="42"/>
                  </a:lnTo>
                  <a:lnTo>
                    <a:pt x="830" y="38"/>
                  </a:lnTo>
                  <a:lnTo>
                    <a:pt x="850" y="38"/>
                  </a:lnTo>
                  <a:lnTo>
                    <a:pt x="865" y="33"/>
                  </a:lnTo>
                  <a:lnTo>
                    <a:pt x="880" y="29"/>
                  </a:lnTo>
                  <a:lnTo>
                    <a:pt x="900" y="25"/>
                  </a:lnTo>
                  <a:lnTo>
                    <a:pt x="915" y="21"/>
                  </a:lnTo>
                  <a:lnTo>
                    <a:pt x="930" y="16"/>
                  </a:lnTo>
                  <a:lnTo>
                    <a:pt x="945" y="12"/>
                  </a:lnTo>
                  <a:lnTo>
                    <a:pt x="959" y="21"/>
                  </a:lnTo>
                  <a:lnTo>
                    <a:pt x="974" y="29"/>
                  </a:lnTo>
                  <a:lnTo>
                    <a:pt x="989" y="38"/>
                  </a:lnTo>
                  <a:lnTo>
                    <a:pt x="1004" y="46"/>
                  </a:lnTo>
                  <a:lnTo>
                    <a:pt x="1019" y="55"/>
                  </a:lnTo>
                  <a:lnTo>
                    <a:pt x="1034" y="55"/>
                  </a:lnTo>
                  <a:lnTo>
                    <a:pt x="1049" y="55"/>
                  </a:lnTo>
                  <a:lnTo>
                    <a:pt x="1064" y="50"/>
                  </a:lnTo>
                  <a:lnTo>
                    <a:pt x="1079" y="46"/>
                  </a:lnTo>
                  <a:lnTo>
                    <a:pt x="1094" y="46"/>
                  </a:lnTo>
                  <a:lnTo>
                    <a:pt x="1108" y="42"/>
                  </a:lnTo>
                  <a:lnTo>
                    <a:pt x="1128" y="42"/>
                  </a:lnTo>
                  <a:lnTo>
                    <a:pt x="1143" y="38"/>
                  </a:lnTo>
                  <a:lnTo>
                    <a:pt x="1158" y="38"/>
                  </a:lnTo>
                  <a:lnTo>
                    <a:pt x="1173" y="38"/>
                  </a:lnTo>
                  <a:lnTo>
                    <a:pt x="1188" y="38"/>
                  </a:lnTo>
                  <a:lnTo>
                    <a:pt x="1203" y="38"/>
                  </a:lnTo>
                  <a:lnTo>
                    <a:pt x="1218" y="38"/>
                  </a:lnTo>
                  <a:lnTo>
                    <a:pt x="1238" y="33"/>
                  </a:lnTo>
                  <a:lnTo>
                    <a:pt x="1252" y="29"/>
                  </a:lnTo>
                  <a:lnTo>
                    <a:pt x="1267" y="21"/>
                  </a:lnTo>
                  <a:lnTo>
                    <a:pt x="1282" y="16"/>
                  </a:lnTo>
                  <a:lnTo>
                    <a:pt x="1297" y="12"/>
                  </a:lnTo>
                  <a:lnTo>
                    <a:pt x="1317" y="8"/>
                  </a:lnTo>
                  <a:lnTo>
                    <a:pt x="1337" y="16"/>
                  </a:lnTo>
                  <a:lnTo>
                    <a:pt x="1352" y="29"/>
                  </a:lnTo>
                  <a:lnTo>
                    <a:pt x="1367" y="38"/>
                  </a:lnTo>
                  <a:lnTo>
                    <a:pt x="1382" y="42"/>
                  </a:lnTo>
                  <a:lnTo>
                    <a:pt x="1397" y="50"/>
                  </a:lnTo>
                  <a:lnTo>
                    <a:pt x="1411" y="50"/>
                  </a:lnTo>
                  <a:lnTo>
                    <a:pt x="1426" y="50"/>
                  </a:lnTo>
                  <a:lnTo>
                    <a:pt x="1446" y="46"/>
                  </a:lnTo>
                  <a:lnTo>
                    <a:pt x="1461" y="42"/>
                  </a:lnTo>
                  <a:lnTo>
                    <a:pt x="1476" y="33"/>
                  </a:lnTo>
                  <a:lnTo>
                    <a:pt x="1496" y="25"/>
                  </a:lnTo>
                  <a:lnTo>
                    <a:pt x="1511" y="21"/>
                  </a:lnTo>
                  <a:lnTo>
                    <a:pt x="1531" y="12"/>
                  </a:lnTo>
                  <a:lnTo>
                    <a:pt x="1546" y="12"/>
                  </a:lnTo>
                  <a:lnTo>
                    <a:pt x="1560" y="12"/>
                  </a:lnTo>
                  <a:lnTo>
                    <a:pt x="1580" y="8"/>
                  </a:lnTo>
                  <a:lnTo>
                    <a:pt x="1595" y="4"/>
                  </a:lnTo>
                  <a:lnTo>
                    <a:pt x="1610" y="4"/>
                  </a:lnTo>
                  <a:lnTo>
                    <a:pt x="1620" y="16"/>
                  </a:lnTo>
                  <a:lnTo>
                    <a:pt x="1635" y="25"/>
                  </a:lnTo>
                  <a:lnTo>
                    <a:pt x="1650" y="33"/>
                  </a:lnTo>
                  <a:lnTo>
                    <a:pt x="1665" y="46"/>
                  </a:lnTo>
                  <a:lnTo>
                    <a:pt x="1680" y="55"/>
                  </a:lnTo>
                  <a:lnTo>
                    <a:pt x="1695" y="59"/>
                  </a:lnTo>
                  <a:lnTo>
                    <a:pt x="1709" y="59"/>
                  </a:lnTo>
                  <a:lnTo>
                    <a:pt x="1724" y="50"/>
                  </a:lnTo>
                  <a:lnTo>
                    <a:pt x="1739" y="42"/>
                  </a:lnTo>
                  <a:lnTo>
                    <a:pt x="1754" y="33"/>
                  </a:lnTo>
                  <a:lnTo>
                    <a:pt x="1769" y="29"/>
                  </a:lnTo>
                  <a:lnTo>
                    <a:pt x="1784" y="25"/>
                  </a:lnTo>
                  <a:lnTo>
                    <a:pt x="1804" y="21"/>
                  </a:lnTo>
                  <a:lnTo>
                    <a:pt x="1819" y="21"/>
                  </a:lnTo>
                  <a:lnTo>
                    <a:pt x="1834" y="21"/>
                  </a:lnTo>
                  <a:lnTo>
                    <a:pt x="1849" y="16"/>
                  </a:lnTo>
                  <a:lnTo>
                    <a:pt x="1863" y="16"/>
                  </a:lnTo>
                  <a:lnTo>
                    <a:pt x="1878" y="8"/>
                  </a:lnTo>
                  <a:lnTo>
                    <a:pt x="1898" y="12"/>
                  </a:lnTo>
                  <a:lnTo>
                    <a:pt x="1923" y="25"/>
                  </a:lnTo>
                  <a:lnTo>
                    <a:pt x="1938" y="29"/>
                  </a:lnTo>
                  <a:lnTo>
                    <a:pt x="1958" y="42"/>
                  </a:lnTo>
                  <a:lnTo>
                    <a:pt x="1973" y="46"/>
                  </a:lnTo>
                  <a:lnTo>
                    <a:pt x="1988" y="55"/>
                  </a:lnTo>
                  <a:lnTo>
                    <a:pt x="2003" y="63"/>
                  </a:lnTo>
                  <a:lnTo>
                    <a:pt x="2017" y="63"/>
                  </a:lnTo>
                  <a:lnTo>
                    <a:pt x="2032" y="59"/>
                  </a:lnTo>
                  <a:lnTo>
                    <a:pt x="2052" y="50"/>
                  </a:lnTo>
                  <a:lnTo>
                    <a:pt x="2067" y="38"/>
                  </a:lnTo>
                  <a:lnTo>
                    <a:pt x="2082" y="33"/>
                  </a:lnTo>
                  <a:lnTo>
                    <a:pt x="2097" y="29"/>
                  </a:lnTo>
                  <a:lnTo>
                    <a:pt x="2112" y="25"/>
                  </a:lnTo>
                  <a:lnTo>
                    <a:pt x="2132" y="21"/>
                  </a:lnTo>
                  <a:lnTo>
                    <a:pt x="2147" y="16"/>
                  </a:lnTo>
                  <a:lnTo>
                    <a:pt x="2161" y="12"/>
                  </a:lnTo>
                  <a:lnTo>
                    <a:pt x="2176" y="8"/>
                  </a:lnTo>
                  <a:lnTo>
                    <a:pt x="2191" y="8"/>
                  </a:lnTo>
                  <a:lnTo>
                    <a:pt x="2206" y="12"/>
                  </a:lnTo>
                  <a:lnTo>
                    <a:pt x="2231" y="21"/>
                  </a:lnTo>
                  <a:lnTo>
                    <a:pt x="2246" y="29"/>
                  </a:lnTo>
                  <a:lnTo>
                    <a:pt x="2261" y="33"/>
                  </a:lnTo>
                  <a:lnTo>
                    <a:pt x="2276" y="38"/>
                  </a:lnTo>
                  <a:lnTo>
                    <a:pt x="2291" y="42"/>
                  </a:lnTo>
                  <a:lnTo>
                    <a:pt x="2306" y="42"/>
                  </a:lnTo>
                  <a:lnTo>
                    <a:pt x="2320" y="33"/>
                  </a:lnTo>
                  <a:lnTo>
                    <a:pt x="2335" y="29"/>
                  </a:lnTo>
                  <a:lnTo>
                    <a:pt x="2350" y="21"/>
                  </a:lnTo>
                  <a:lnTo>
                    <a:pt x="2365" y="12"/>
                  </a:lnTo>
                  <a:lnTo>
                    <a:pt x="2380" y="8"/>
                  </a:lnTo>
                  <a:lnTo>
                    <a:pt x="2400" y="4"/>
                  </a:lnTo>
                  <a:lnTo>
                    <a:pt x="2415" y="0"/>
                  </a:lnTo>
                  <a:lnTo>
                    <a:pt x="2430" y="0"/>
                  </a:lnTo>
                  <a:lnTo>
                    <a:pt x="2450" y="0"/>
                  </a:lnTo>
                  <a:lnTo>
                    <a:pt x="2464" y="4"/>
                  </a:lnTo>
                  <a:lnTo>
                    <a:pt x="2484" y="8"/>
                  </a:lnTo>
                  <a:lnTo>
                    <a:pt x="2499" y="12"/>
                  </a:lnTo>
                  <a:lnTo>
                    <a:pt x="2514" y="21"/>
                  </a:lnTo>
                  <a:lnTo>
                    <a:pt x="2529" y="25"/>
                  </a:lnTo>
                  <a:lnTo>
                    <a:pt x="2549" y="29"/>
                  </a:lnTo>
                  <a:lnTo>
                    <a:pt x="2564" y="38"/>
                  </a:lnTo>
                  <a:lnTo>
                    <a:pt x="2579" y="38"/>
                  </a:lnTo>
                  <a:lnTo>
                    <a:pt x="2589" y="25"/>
                  </a:lnTo>
                  <a:lnTo>
                    <a:pt x="2604" y="16"/>
                  </a:lnTo>
                  <a:lnTo>
                    <a:pt x="2618" y="16"/>
                  </a:lnTo>
                  <a:lnTo>
                    <a:pt x="2633" y="21"/>
                  </a:lnTo>
                  <a:lnTo>
                    <a:pt x="2653" y="29"/>
                  </a:lnTo>
                  <a:lnTo>
                    <a:pt x="2668" y="38"/>
                  </a:lnTo>
                  <a:lnTo>
                    <a:pt x="2683" y="42"/>
                  </a:lnTo>
                  <a:lnTo>
                    <a:pt x="2693" y="55"/>
                  </a:lnTo>
                  <a:lnTo>
                    <a:pt x="2708" y="59"/>
                  </a:lnTo>
                  <a:lnTo>
                    <a:pt x="2723" y="63"/>
                  </a:lnTo>
                  <a:lnTo>
                    <a:pt x="2738" y="72"/>
                  </a:lnTo>
                  <a:lnTo>
                    <a:pt x="2753" y="72"/>
                  </a:lnTo>
                  <a:lnTo>
                    <a:pt x="2763" y="80"/>
                  </a:lnTo>
                  <a:lnTo>
                    <a:pt x="2756" y="78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40" name="Line 24">
            <a:extLst>
              <a:ext uri="{FF2B5EF4-FFF2-40B4-BE49-F238E27FC236}">
                <a16:creationId xmlns:a16="http://schemas.microsoft.com/office/drawing/2014/main" id="{6E1D287F-B091-37D5-4676-39E10D9671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43175"/>
            <a:ext cx="0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1" name="Rectangle 25">
            <a:extLst>
              <a:ext uri="{FF2B5EF4-FFF2-40B4-BE49-F238E27FC236}">
                <a16:creationId xmlns:a16="http://schemas.microsoft.com/office/drawing/2014/main" id="{E317E6D5-0907-381B-1E5E-BDF4AA1F0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104775"/>
            <a:ext cx="133350" cy="95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AutoShape 26">
            <a:extLst>
              <a:ext uri="{FF2B5EF4-FFF2-40B4-BE49-F238E27FC236}">
                <a16:creationId xmlns:a16="http://schemas.microsoft.com/office/drawing/2014/main" id="{0E8D5FD7-1586-42E7-B302-846EBBB1936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081338" y="1679575"/>
            <a:ext cx="1597025" cy="743479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In the literal, the spaces following JOHN ensure that RYAN is moved into the Surname data-item.</a:t>
            </a:r>
          </a:p>
        </p:txBody>
      </p:sp>
      <p:sp>
        <p:nvSpPr>
          <p:cNvPr id="9243" name="Line 27">
            <a:extLst>
              <a:ext uri="{FF2B5EF4-FFF2-40B4-BE49-F238E27FC236}">
                <a16:creationId xmlns:a16="http://schemas.microsoft.com/office/drawing/2014/main" id="{84FE2BE6-7274-34BA-CF82-326F12C83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1371600"/>
            <a:ext cx="0" cy="11049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2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EA8E107-DC6D-7EC9-2A85-033B95A52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2887663"/>
            <a:ext cx="39338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StudentName.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FirstName   PIC X(8) VALUE “JOHN”.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   02 Surname     PIC X(8) VALUE “POWER”.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D0E9010-8F59-B252-4485-CAFA3B170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705F8469-9B2B-CEED-672A-10D110275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C9BBC263-8519-F83D-4DEE-0C5EB08A2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4FA4B1DC-1913-1948-4D37-E730F4C4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E6DE954C-A5CE-D908-22A2-CCEC82C1F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90DD5785-EA05-7211-C3C2-75F930B37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7A5BBDFE-2F9B-BBA2-F39A-AC437296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B0DCFF3B-9B9B-2559-3E08-755D6C467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x </a:t>
            </a:r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FAE151B9-C9A3-335D-E586-86AE9076E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07765D57-C10C-9EDD-2293-C4AFC3DE1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9BD5F90D-B4DD-DFF6-C02F-0A8578424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4B07FBDE-6CC1-0FB0-FC4A-67B80FA4C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ABB6582E-1F64-E768-E172-5F194CFC1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2E0448B0-43D7-93F4-39CC-C7426722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10257" name="Rectangle 17">
            <a:extLst>
              <a:ext uri="{FF2B5EF4-FFF2-40B4-BE49-F238E27FC236}">
                <a16:creationId xmlns:a16="http://schemas.microsoft.com/office/drawing/2014/main" id="{C64E6074-E012-C9C3-63B1-E48F271AC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 x  </a:t>
            </a:r>
          </a:p>
        </p:txBody>
      </p: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E06DCF3C-C8A6-01A7-FF2F-C8DE39F04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25558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pPr algn="ctr"/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x 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8553843D-F596-F624-F185-C7F63748B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551113"/>
            <a:ext cx="3679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263" name="Group 23">
            <a:extLst>
              <a:ext uri="{FF2B5EF4-FFF2-40B4-BE49-F238E27FC236}">
                <a16:creationId xmlns:a16="http://schemas.microsoft.com/office/drawing/2014/main" id="{C5483BB5-825C-08A2-8216-470608FEA2BF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180975"/>
            <a:ext cx="4435475" cy="1944688"/>
            <a:chOff x="93" y="114"/>
            <a:chExt cx="2794" cy="1225"/>
          </a:xfrm>
        </p:grpSpPr>
        <p:sp>
          <p:nvSpPr>
            <p:cNvPr id="10260" name="Rectangle 20">
              <a:extLst>
                <a:ext uri="{FF2B5EF4-FFF2-40B4-BE49-F238E27FC236}">
                  <a16:creationId xmlns:a16="http://schemas.microsoft.com/office/drawing/2014/main" id="{3747E11D-DB36-7513-A274-B1CD6EA1E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" y="130"/>
              <a:ext cx="2764" cy="1192"/>
            </a:xfrm>
            <a:prstGeom prst="rect">
              <a:avLst/>
            </a:prstGeom>
            <a:solidFill>
              <a:srgbClr val="EEFFEE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“COUGHLAN” TO Surname.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“TOM” TO FirstName.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“FITZPATRICK” TO Surname.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“ALEXANDER” TO FirstName.</a:t>
              </a:r>
            </a:p>
            <a:p>
              <a:r>
                <a:rPr lang="en-US" altLang="en-US" sz="1400" b="1">
                  <a:solidFill>
                    <a:schemeClr val="tx1"/>
                  </a:solidFill>
                  <a:latin typeface="Courier New" panose="02070309020205020404" pitchFamily="49" charset="0"/>
                </a:rPr>
                <a:t>MOVE “JOHN    RYAN” TO StudentName.</a:t>
              </a:r>
              <a:endPara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endParaRPr>
            </a:p>
            <a:p>
              <a:r>
                <a:rPr lang="en-US" altLang="en-US" sz="1400" b="1">
                  <a:solidFill>
                    <a:srgbClr val="CC0000"/>
                  </a:solidFill>
                  <a:latin typeface="Courier New" panose="02070309020205020404" pitchFamily="49" charset="0"/>
                </a:rPr>
                <a:t>MOVE ALL “x” TO StudentName.</a:t>
              </a:r>
            </a:p>
          </p:txBody>
        </p:sp>
        <p:sp>
          <p:nvSpPr>
            <p:cNvPr id="10261" name="Freeform 21">
              <a:extLst>
                <a:ext uri="{FF2B5EF4-FFF2-40B4-BE49-F238E27FC236}">
                  <a16:creationId xmlns:a16="http://schemas.microsoft.com/office/drawing/2014/main" id="{D6105A8A-A783-A437-418F-6DA625904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" y="114"/>
              <a:ext cx="2773" cy="103"/>
            </a:xfrm>
            <a:custGeom>
              <a:avLst/>
              <a:gdLst>
                <a:gd name="T0" fmla="*/ 2764 w 2773"/>
                <a:gd name="T1" fmla="*/ 5 h 103"/>
                <a:gd name="T2" fmla="*/ 2693 w 2773"/>
                <a:gd name="T3" fmla="*/ 36 h 103"/>
                <a:gd name="T4" fmla="*/ 2637 w 2773"/>
                <a:gd name="T5" fmla="*/ 36 h 103"/>
                <a:gd name="T6" fmla="*/ 2588 w 2773"/>
                <a:gd name="T7" fmla="*/ 64 h 103"/>
                <a:gd name="T8" fmla="*/ 2528 w 2773"/>
                <a:gd name="T9" fmla="*/ 42 h 103"/>
                <a:gd name="T10" fmla="*/ 2468 w 2773"/>
                <a:gd name="T11" fmla="*/ 30 h 103"/>
                <a:gd name="T12" fmla="*/ 2412 w 2773"/>
                <a:gd name="T13" fmla="*/ 17 h 103"/>
                <a:gd name="T14" fmla="*/ 2356 w 2773"/>
                <a:gd name="T15" fmla="*/ 39 h 103"/>
                <a:gd name="T16" fmla="*/ 2307 w 2773"/>
                <a:gd name="T17" fmla="*/ 58 h 103"/>
                <a:gd name="T18" fmla="*/ 2251 w 2773"/>
                <a:gd name="T19" fmla="*/ 77 h 103"/>
                <a:gd name="T20" fmla="*/ 2191 w 2773"/>
                <a:gd name="T21" fmla="*/ 61 h 103"/>
                <a:gd name="T22" fmla="*/ 2135 w 2773"/>
                <a:gd name="T23" fmla="*/ 45 h 103"/>
                <a:gd name="T24" fmla="*/ 2072 w 2773"/>
                <a:gd name="T25" fmla="*/ 36 h 103"/>
                <a:gd name="T26" fmla="*/ 2016 w 2773"/>
                <a:gd name="T27" fmla="*/ 30 h 103"/>
                <a:gd name="T28" fmla="*/ 1956 w 2773"/>
                <a:gd name="T29" fmla="*/ 27 h 103"/>
                <a:gd name="T30" fmla="*/ 1903 w 2773"/>
                <a:gd name="T31" fmla="*/ 36 h 103"/>
                <a:gd name="T32" fmla="*/ 1847 w 2773"/>
                <a:gd name="T33" fmla="*/ 58 h 103"/>
                <a:gd name="T34" fmla="*/ 1791 w 2773"/>
                <a:gd name="T35" fmla="*/ 45 h 103"/>
                <a:gd name="T36" fmla="*/ 1735 w 2773"/>
                <a:gd name="T37" fmla="*/ 27 h 103"/>
                <a:gd name="T38" fmla="*/ 1675 w 2773"/>
                <a:gd name="T39" fmla="*/ 17 h 103"/>
                <a:gd name="T40" fmla="*/ 1619 w 2773"/>
                <a:gd name="T41" fmla="*/ 14 h 103"/>
                <a:gd name="T42" fmla="*/ 1563 w 2773"/>
                <a:gd name="T43" fmla="*/ 45 h 103"/>
                <a:gd name="T44" fmla="*/ 1507 w 2773"/>
                <a:gd name="T45" fmla="*/ 58 h 103"/>
                <a:gd name="T46" fmla="*/ 1443 w 2773"/>
                <a:gd name="T47" fmla="*/ 67 h 103"/>
                <a:gd name="T48" fmla="*/ 1387 w 2773"/>
                <a:gd name="T49" fmla="*/ 70 h 103"/>
                <a:gd name="T50" fmla="*/ 1327 w 2773"/>
                <a:gd name="T51" fmla="*/ 39 h 103"/>
                <a:gd name="T52" fmla="*/ 1267 w 2773"/>
                <a:gd name="T53" fmla="*/ 23 h 103"/>
                <a:gd name="T54" fmla="*/ 1207 w 2773"/>
                <a:gd name="T55" fmla="*/ 42 h 103"/>
                <a:gd name="T56" fmla="*/ 1147 w 2773"/>
                <a:gd name="T57" fmla="*/ 61 h 103"/>
                <a:gd name="T58" fmla="*/ 1091 w 2773"/>
                <a:gd name="T59" fmla="*/ 36 h 103"/>
                <a:gd name="T60" fmla="*/ 1035 w 2773"/>
                <a:gd name="T61" fmla="*/ 11 h 103"/>
                <a:gd name="T62" fmla="*/ 979 w 2773"/>
                <a:gd name="T63" fmla="*/ 14 h 103"/>
                <a:gd name="T64" fmla="*/ 923 w 2773"/>
                <a:gd name="T65" fmla="*/ 17 h 103"/>
                <a:gd name="T66" fmla="*/ 867 w 2773"/>
                <a:gd name="T67" fmla="*/ 20 h 103"/>
                <a:gd name="T68" fmla="*/ 810 w 2773"/>
                <a:gd name="T69" fmla="*/ 39 h 103"/>
                <a:gd name="T70" fmla="*/ 751 w 2773"/>
                <a:gd name="T71" fmla="*/ 61 h 103"/>
                <a:gd name="T72" fmla="*/ 694 w 2773"/>
                <a:gd name="T73" fmla="*/ 61 h 103"/>
                <a:gd name="T74" fmla="*/ 631 w 2773"/>
                <a:gd name="T75" fmla="*/ 42 h 103"/>
                <a:gd name="T76" fmla="*/ 578 w 2773"/>
                <a:gd name="T77" fmla="*/ 30 h 103"/>
                <a:gd name="T78" fmla="*/ 586 w 2773"/>
                <a:gd name="T79" fmla="*/ 64 h 103"/>
                <a:gd name="T80" fmla="*/ 608 w 2773"/>
                <a:gd name="T81" fmla="*/ 95 h 103"/>
                <a:gd name="T82" fmla="*/ 552 w 2773"/>
                <a:gd name="T83" fmla="*/ 58 h 103"/>
                <a:gd name="T84" fmla="*/ 492 w 2773"/>
                <a:gd name="T85" fmla="*/ 36 h 103"/>
                <a:gd name="T86" fmla="*/ 436 w 2773"/>
                <a:gd name="T87" fmla="*/ 33 h 103"/>
                <a:gd name="T88" fmla="*/ 376 w 2773"/>
                <a:gd name="T89" fmla="*/ 36 h 103"/>
                <a:gd name="T90" fmla="*/ 313 w 2773"/>
                <a:gd name="T91" fmla="*/ 42 h 103"/>
                <a:gd name="T92" fmla="*/ 275 w 2773"/>
                <a:gd name="T93" fmla="*/ 77 h 103"/>
                <a:gd name="T94" fmla="*/ 219 w 2773"/>
                <a:gd name="T95" fmla="*/ 83 h 103"/>
                <a:gd name="T96" fmla="*/ 163 w 2773"/>
                <a:gd name="T97" fmla="*/ 70 h 103"/>
                <a:gd name="T98" fmla="*/ 107 w 2773"/>
                <a:gd name="T99" fmla="*/ 55 h 103"/>
                <a:gd name="T100" fmla="*/ 51 w 2773"/>
                <a:gd name="T101" fmla="*/ 33 h 103"/>
                <a:gd name="T102" fmla="*/ 2 w 2773"/>
                <a:gd name="T103" fmla="*/ 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73" h="103">
                  <a:moveTo>
                    <a:pt x="2772" y="2"/>
                  </a:moveTo>
                  <a:lnTo>
                    <a:pt x="2772" y="0"/>
                  </a:lnTo>
                  <a:lnTo>
                    <a:pt x="2772" y="2"/>
                  </a:lnTo>
                  <a:lnTo>
                    <a:pt x="2770" y="5"/>
                  </a:lnTo>
                  <a:lnTo>
                    <a:pt x="2764" y="5"/>
                  </a:lnTo>
                  <a:lnTo>
                    <a:pt x="2742" y="14"/>
                  </a:lnTo>
                  <a:lnTo>
                    <a:pt x="2727" y="23"/>
                  </a:lnTo>
                  <a:lnTo>
                    <a:pt x="2715" y="33"/>
                  </a:lnTo>
                  <a:lnTo>
                    <a:pt x="2704" y="33"/>
                  </a:lnTo>
                  <a:lnTo>
                    <a:pt x="2693" y="36"/>
                  </a:lnTo>
                  <a:lnTo>
                    <a:pt x="2682" y="36"/>
                  </a:lnTo>
                  <a:lnTo>
                    <a:pt x="2670" y="36"/>
                  </a:lnTo>
                  <a:lnTo>
                    <a:pt x="2659" y="36"/>
                  </a:lnTo>
                  <a:lnTo>
                    <a:pt x="2648" y="36"/>
                  </a:lnTo>
                  <a:lnTo>
                    <a:pt x="2637" y="36"/>
                  </a:lnTo>
                  <a:lnTo>
                    <a:pt x="2626" y="42"/>
                  </a:lnTo>
                  <a:lnTo>
                    <a:pt x="2618" y="52"/>
                  </a:lnTo>
                  <a:lnTo>
                    <a:pt x="2611" y="61"/>
                  </a:lnTo>
                  <a:lnTo>
                    <a:pt x="2599" y="64"/>
                  </a:lnTo>
                  <a:lnTo>
                    <a:pt x="2588" y="64"/>
                  </a:lnTo>
                  <a:lnTo>
                    <a:pt x="2577" y="58"/>
                  </a:lnTo>
                  <a:lnTo>
                    <a:pt x="2562" y="52"/>
                  </a:lnTo>
                  <a:lnTo>
                    <a:pt x="2551" y="52"/>
                  </a:lnTo>
                  <a:lnTo>
                    <a:pt x="2539" y="48"/>
                  </a:lnTo>
                  <a:lnTo>
                    <a:pt x="2528" y="42"/>
                  </a:lnTo>
                  <a:lnTo>
                    <a:pt x="2517" y="39"/>
                  </a:lnTo>
                  <a:lnTo>
                    <a:pt x="2502" y="39"/>
                  </a:lnTo>
                  <a:lnTo>
                    <a:pt x="2491" y="36"/>
                  </a:lnTo>
                  <a:lnTo>
                    <a:pt x="2480" y="33"/>
                  </a:lnTo>
                  <a:lnTo>
                    <a:pt x="2468" y="30"/>
                  </a:lnTo>
                  <a:lnTo>
                    <a:pt x="2457" y="30"/>
                  </a:lnTo>
                  <a:lnTo>
                    <a:pt x="2446" y="27"/>
                  </a:lnTo>
                  <a:lnTo>
                    <a:pt x="2435" y="23"/>
                  </a:lnTo>
                  <a:lnTo>
                    <a:pt x="2423" y="20"/>
                  </a:lnTo>
                  <a:lnTo>
                    <a:pt x="2412" y="17"/>
                  </a:lnTo>
                  <a:lnTo>
                    <a:pt x="2408" y="27"/>
                  </a:lnTo>
                  <a:lnTo>
                    <a:pt x="2394" y="30"/>
                  </a:lnTo>
                  <a:lnTo>
                    <a:pt x="2379" y="30"/>
                  </a:lnTo>
                  <a:lnTo>
                    <a:pt x="2367" y="33"/>
                  </a:lnTo>
                  <a:lnTo>
                    <a:pt x="2356" y="39"/>
                  </a:lnTo>
                  <a:lnTo>
                    <a:pt x="2352" y="48"/>
                  </a:lnTo>
                  <a:lnTo>
                    <a:pt x="2341" y="52"/>
                  </a:lnTo>
                  <a:lnTo>
                    <a:pt x="2330" y="52"/>
                  </a:lnTo>
                  <a:lnTo>
                    <a:pt x="2319" y="52"/>
                  </a:lnTo>
                  <a:lnTo>
                    <a:pt x="2307" y="58"/>
                  </a:lnTo>
                  <a:lnTo>
                    <a:pt x="2296" y="61"/>
                  </a:lnTo>
                  <a:lnTo>
                    <a:pt x="2285" y="64"/>
                  </a:lnTo>
                  <a:lnTo>
                    <a:pt x="2274" y="67"/>
                  </a:lnTo>
                  <a:lnTo>
                    <a:pt x="2263" y="73"/>
                  </a:lnTo>
                  <a:lnTo>
                    <a:pt x="2251" y="77"/>
                  </a:lnTo>
                  <a:lnTo>
                    <a:pt x="2240" y="77"/>
                  </a:lnTo>
                  <a:lnTo>
                    <a:pt x="2229" y="73"/>
                  </a:lnTo>
                  <a:lnTo>
                    <a:pt x="2218" y="67"/>
                  </a:lnTo>
                  <a:lnTo>
                    <a:pt x="2203" y="64"/>
                  </a:lnTo>
                  <a:lnTo>
                    <a:pt x="2191" y="61"/>
                  </a:lnTo>
                  <a:lnTo>
                    <a:pt x="2180" y="58"/>
                  </a:lnTo>
                  <a:lnTo>
                    <a:pt x="2169" y="55"/>
                  </a:lnTo>
                  <a:lnTo>
                    <a:pt x="2158" y="55"/>
                  </a:lnTo>
                  <a:lnTo>
                    <a:pt x="2146" y="48"/>
                  </a:lnTo>
                  <a:lnTo>
                    <a:pt x="2135" y="45"/>
                  </a:lnTo>
                  <a:lnTo>
                    <a:pt x="2124" y="45"/>
                  </a:lnTo>
                  <a:lnTo>
                    <a:pt x="2113" y="42"/>
                  </a:lnTo>
                  <a:lnTo>
                    <a:pt x="2102" y="42"/>
                  </a:lnTo>
                  <a:lnTo>
                    <a:pt x="2087" y="39"/>
                  </a:lnTo>
                  <a:lnTo>
                    <a:pt x="2072" y="36"/>
                  </a:lnTo>
                  <a:lnTo>
                    <a:pt x="2060" y="33"/>
                  </a:lnTo>
                  <a:lnTo>
                    <a:pt x="2049" y="30"/>
                  </a:lnTo>
                  <a:lnTo>
                    <a:pt x="2038" y="30"/>
                  </a:lnTo>
                  <a:lnTo>
                    <a:pt x="2027" y="30"/>
                  </a:lnTo>
                  <a:lnTo>
                    <a:pt x="2016" y="30"/>
                  </a:lnTo>
                  <a:lnTo>
                    <a:pt x="2004" y="30"/>
                  </a:lnTo>
                  <a:lnTo>
                    <a:pt x="1993" y="30"/>
                  </a:lnTo>
                  <a:lnTo>
                    <a:pt x="1982" y="30"/>
                  </a:lnTo>
                  <a:lnTo>
                    <a:pt x="1967" y="30"/>
                  </a:lnTo>
                  <a:lnTo>
                    <a:pt x="1956" y="27"/>
                  </a:lnTo>
                  <a:lnTo>
                    <a:pt x="1944" y="20"/>
                  </a:lnTo>
                  <a:lnTo>
                    <a:pt x="1933" y="20"/>
                  </a:lnTo>
                  <a:lnTo>
                    <a:pt x="1922" y="20"/>
                  </a:lnTo>
                  <a:lnTo>
                    <a:pt x="1914" y="30"/>
                  </a:lnTo>
                  <a:lnTo>
                    <a:pt x="1903" y="36"/>
                  </a:lnTo>
                  <a:lnTo>
                    <a:pt x="1892" y="39"/>
                  </a:lnTo>
                  <a:lnTo>
                    <a:pt x="1881" y="48"/>
                  </a:lnTo>
                  <a:lnTo>
                    <a:pt x="1870" y="52"/>
                  </a:lnTo>
                  <a:lnTo>
                    <a:pt x="1858" y="55"/>
                  </a:lnTo>
                  <a:lnTo>
                    <a:pt x="1847" y="58"/>
                  </a:lnTo>
                  <a:lnTo>
                    <a:pt x="1836" y="58"/>
                  </a:lnTo>
                  <a:lnTo>
                    <a:pt x="1825" y="55"/>
                  </a:lnTo>
                  <a:lnTo>
                    <a:pt x="1813" y="48"/>
                  </a:lnTo>
                  <a:lnTo>
                    <a:pt x="1802" y="45"/>
                  </a:lnTo>
                  <a:lnTo>
                    <a:pt x="1791" y="45"/>
                  </a:lnTo>
                  <a:lnTo>
                    <a:pt x="1780" y="42"/>
                  </a:lnTo>
                  <a:lnTo>
                    <a:pt x="1768" y="39"/>
                  </a:lnTo>
                  <a:lnTo>
                    <a:pt x="1757" y="33"/>
                  </a:lnTo>
                  <a:lnTo>
                    <a:pt x="1746" y="33"/>
                  </a:lnTo>
                  <a:lnTo>
                    <a:pt x="1735" y="27"/>
                  </a:lnTo>
                  <a:lnTo>
                    <a:pt x="1724" y="23"/>
                  </a:lnTo>
                  <a:lnTo>
                    <a:pt x="1712" y="23"/>
                  </a:lnTo>
                  <a:lnTo>
                    <a:pt x="1701" y="20"/>
                  </a:lnTo>
                  <a:lnTo>
                    <a:pt x="1690" y="20"/>
                  </a:lnTo>
                  <a:lnTo>
                    <a:pt x="1675" y="17"/>
                  </a:lnTo>
                  <a:lnTo>
                    <a:pt x="1664" y="14"/>
                  </a:lnTo>
                  <a:lnTo>
                    <a:pt x="1652" y="14"/>
                  </a:lnTo>
                  <a:lnTo>
                    <a:pt x="1641" y="14"/>
                  </a:lnTo>
                  <a:lnTo>
                    <a:pt x="1630" y="14"/>
                  </a:lnTo>
                  <a:lnTo>
                    <a:pt x="1619" y="14"/>
                  </a:lnTo>
                  <a:lnTo>
                    <a:pt x="1608" y="17"/>
                  </a:lnTo>
                  <a:lnTo>
                    <a:pt x="1596" y="23"/>
                  </a:lnTo>
                  <a:lnTo>
                    <a:pt x="1585" y="33"/>
                  </a:lnTo>
                  <a:lnTo>
                    <a:pt x="1574" y="39"/>
                  </a:lnTo>
                  <a:lnTo>
                    <a:pt x="1563" y="45"/>
                  </a:lnTo>
                  <a:lnTo>
                    <a:pt x="1551" y="52"/>
                  </a:lnTo>
                  <a:lnTo>
                    <a:pt x="1540" y="55"/>
                  </a:lnTo>
                  <a:lnTo>
                    <a:pt x="1529" y="55"/>
                  </a:lnTo>
                  <a:lnTo>
                    <a:pt x="1518" y="55"/>
                  </a:lnTo>
                  <a:lnTo>
                    <a:pt x="1507" y="58"/>
                  </a:lnTo>
                  <a:lnTo>
                    <a:pt x="1492" y="58"/>
                  </a:lnTo>
                  <a:lnTo>
                    <a:pt x="1480" y="61"/>
                  </a:lnTo>
                  <a:lnTo>
                    <a:pt x="1465" y="64"/>
                  </a:lnTo>
                  <a:lnTo>
                    <a:pt x="1454" y="67"/>
                  </a:lnTo>
                  <a:lnTo>
                    <a:pt x="1443" y="67"/>
                  </a:lnTo>
                  <a:lnTo>
                    <a:pt x="1432" y="70"/>
                  </a:lnTo>
                  <a:lnTo>
                    <a:pt x="1420" y="70"/>
                  </a:lnTo>
                  <a:lnTo>
                    <a:pt x="1409" y="70"/>
                  </a:lnTo>
                  <a:lnTo>
                    <a:pt x="1398" y="70"/>
                  </a:lnTo>
                  <a:lnTo>
                    <a:pt x="1387" y="70"/>
                  </a:lnTo>
                  <a:lnTo>
                    <a:pt x="1376" y="67"/>
                  </a:lnTo>
                  <a:lnTo>
                    <a:pt x="1368" y="58"/>
                  </a:lnTo>
                  <a:lnTo>
                    <a:pt x="1353" y="48"/>
                  </a:lnTo>
                  <a:lnTo>
                    <a:pt x="1342" y="45"/>
                  </a:lnTo>
                  <a:lnTo>
                    <a:pt x="1327" y="39"/>
                  </a:lnTo>
                  <a:lnTo>
                    <a:pt x="1316" y="33"/>
                  </a:lnTo>
                  <a:lnTo>
                    <a:pt x="1301" y="33"/>
                  </a:lnTo>
                  <a:lnTo>
                    <a:pt x="1289" y="30"/>
                  </a:lnTo>
                  <a:lnTo>
                    <a:pt x="1278" y="23"/>
                  </a:lnTo>
                  <a:lnTo>
                    <a:pt x="1267" y="23"/>
                  </a:lnTo>
                  <a:lnTo>
                    <a:pt x="1256" y="20"/>
                  </a:lnTo>
                  <a:lnTo>
                    <a:pt x="1241" y="27"/>
                  </a:lnTo>
                  <a:lnTo>
                    <a:pt x="1230" y="33"/>
                  </a:lnTo>
                  <a:lnTo>
                    <a:pt x="1218" y="39"/>
                  </a:lnTo>
                  <a:lnTo>
                    <a:pt x="1207" y="42"/>
                  </a:lnTo>
                  <a:lnTo>
                    <a:pt x="1196" y="45"/>
                  </a:lnTo>
                  <a:lnTo>
                    <a:pt x="1181" y="52"/>
                  </a:lnTo>
                  <a:lnTo>
                    <a:pt x="1170" y="55"/>
                  </a:lnTo>
                  <a:lnTo>
                    <a:pt x="1158" y="61"/>
                  </a:lnTo>
                  <a:lnTo>
                    <a:pt x="1147" y="61"/>
                  </a:lnTo>
                  <a:lnTo>
                    <a:pt x="1136" y="61"/>
                  </a:lnTo>
                  <a:lnTo>
                    <a:pt x="1121" y="58"/>
                  </a:lnTo>
                  <a:lnTo>
                    <a:pt x="1114" y="48"/>
                  </a:lnTo>
                  <a:lnTo>
                    <a:pt x="1102" y="42"/>
                  </a:lnTo>
                  <a:lnTo>
                    <a:pt x="1091" y="36"/>
                  </a:lnTo>
                  <a:lnTo>
                    <a:pt x="1080" y="27"/>
                  </a:lnTo>
                  <a:lnTo>
                    <a:pt x="1069" y="20"/>
                  </a:lnTo>
                  <a:lnTo>
                    <a:pt x="1057" y="14"/>
                  </a:lnTo>
                  <a:lnTo>
                    <a:pt x="1046" y="11"/>
                  </a:lnTo>
                  <a:lnTo>
                    <a:pt x="1035" y="11"/>
                  </a:lnTo>
                  <a:lnTo>
                    <a:pt x="1024" y="11"/>
                  </a:lnTo>
                  <a:lnTo>
                    <a:pt x="1012" y="14"/>
                  </a:lnTo>
                  <a:lnTo>
                    <a:pt x="1001" y="14"/>
                  </a:lnTo>
                  <a:lnTo>
                    <a:pt x="990" y="14"/>
                  </a:lnTo>
                  <a:lnTo>
                    <a:pt x="979" y="14"/>
                  </a:lnTo>
                  <a:lnTo>
                    <a:pt x="968" y="14"/>
                  </a:lnTo>
                  <a:lnTo>
                    <a:pt x="956" y="17"/>
                  </a:lnTo>
                  <a:lnTo>
                    <a:pt x="945" y="17"/>
                  </a:lnTo>
                  <a:lnTo>
                    <a:pt x="934" y="17"/>
                  </a:lnTo>
                  <a:lnTo>
                    <a:pt x="923" y="17"/>
                  </a:lnTo>
                  <a:lnTo>
                    <a:pt x="911" y="20"/>
                  </a:lnTo>
                  <a:lnTo>
                    <a:pt x="900" y="20"/>
                  </a:lnTo>
                  <a:lnTo>
                    <a:pt x="889" y="20"/>
                  </a:lnTo>
                  <a:lnTo>
                    <a:pt x="878" y="20"/>
                  </a:lnTo>
                  <a:lnTo>
                    <a:pt x="867" y="20"/>
                  </a:lnTo>
                  <a:lnTo>
                    <a:pt x="855" y="20"/>
                  </a:lnTo>
                  <a:lnTo>
                    <a:pt x="844" y="23"/>
                  </a:lnTo>
                  <a:lnTo>
                    <a:pt x="833" y="30"/>
                  </a:lnTo>
                  <a:lnTo>
                    <a:pt x="822" y="33"/>
                  </a:lnTo>
                  <a:lnTo>
                    <a:pt x="810" y="39"/>
                  </a:lnTo>
                  <a:lnTo>
                    <a:pt x="799" y="42"/>
                  </a:lnTo>
                  <a:lnTo>
                    <a:pt x="788" y="52"/>
                  </a:lnTo>
                  <a:lnTo>
                    <a:pt x="777" y="55"/>
                  </a:lnTo>
                  <a:lnTo>
                    <a:pt x="765" y="58"/>
                  </a:lnTo>
                  <a:lnTo>
                    <a:pt x="751" y="61"/>
                  </a:lnTo>
                  <a:lnTo>
                    <a:pt x="739" y="64"/>
                  </a:lnTo>
                  <a:lnTo>
                    <a:pt x="728" y="67"/>
                  </a:lnTo>
                  <a:lnTo>
                    <a:pt x="717" y="67"/>
                  </a:lnTo>
                  <a:lnTo>
                    <a:pt x="706" y="67"/>
                  </a:lnTo>
                  <a:lnTo>
                    <a:pt x="694" y="61"/>
                  </a:lnTo>
                  <a:lnTo>
                    <a:pt x="683" y="55"/>
                  </a:lnTo>
                  <a:lnTo>
                    <a:pt x="672" y="52"/>
                  </a:lnTo>
                  <a:lnTo>
                    <a:pt x="661" y="45"/>
                  </a:lnTo>
                  <a:lnTo>
                    <a:pt x="646" y="45"/>
                  </a:lnTo>
                  <a:lnTo>
                    <a:pt x="631" y="42"/>
                  </a:lnTo>
                  <a:lnTo>
                    <a:pt x="627" y="33"/>
                  </a:lnTo>
                  <a:lnTo>
                    <a:pt x="616" y="30"/>
                  </a:lnTo>
                  <a:lnTo>
                    <a:pt x="605" y="30"/>
                  </a:lnTo>
                  <a:lnTo>
                    <a:pt x="590" y="30"/>
                  </a:lnTo>
                  <a:lnTo>
                    <a:pt x="578" y="30"/>
                  </a:lnTo>
                  <a:lnTo>
                    <a:pt x="567" y="30"/>
                  </a:lnTo>
                  <a:lnTo>
                    <a:pt x="567" y="39"/>
                  </a:lnTo>
                  <a:lnTo>
                    <a:pt x="567" y="48"/>
                  </a:lnTo>
                  <a:lnTo>
                    <a:pt x="578" y="55"/>
                  </a:lnTo>
                  <a:lnTo>
                    <a:pt x="586" y="64"/>
                  </a:lnTo>
                  <a:lnTo>
                    <a:pt x="597" y="73"/>
                  </a:lnTo>
                  <a:lnTo>
                    <a:pt x="605" y="83"/>
                  </a:lnTo>
                  <a:lnTo>
                    <a:pt x="612" y="92"/>
                  </a:lnTo>
                  <a:lnTo>
                    <a:pt x="620" y="102"/>
                  </a:lnTo>
                  <a:lnTo>
                    <a:pt x="608" y="95"/>
                  </a:lnTo>
                  <a:lnTo>
                    <a:pt x="597" y="86"/>
                  </a:lnTo>
                  <a:lnTo>
                    <a:pt x="586" y="80"/>
                  </a:lnTo>
                  <a:lnTo>
                    <a:pt x="575" y="73"/>
                  </a:lnTo>
                  <a:lnTo>
                    <a:pt x="563" y="67"/>
                  </a:lnTo>
                  <a:lnTo>
                    <a:pt x="552" y="58"/>
                  </a:lnTo>
                  <a:lnTo>
                    <a:pt x="541" y="48"/>
                  </a:lnTo>
                  <a:lnTo>
                    <a:pt x="530" y="42"/>
                  </a:lnTo>
                  <a:lnTo>
                    <a:pt x="518" y="39"/>
                  </a:lnTo>
                  <a:lnTo>
                    <a:pt x="504" y="36"/>
                  </a:lnTo>
                  <a:lnTo>
                    <a:pt x="492" y="36"/>
                  </a:lnTo>
                  <a:lnTo>
                    <a:pt x="481" y="36"/>
                  </a:lnTo>
                  <a:lnTo>
                    <a:pt x="470" y="36"/>
                  </a:lnTo>
                  <a:lnTo>
                    <a:pt x="459" y="33"/>
                  </a:lnTo>
                  <a:lnTo>
                    <a:pt x="447" y="33"/>
                  </a:lnTo>
                  <a:lnTo>
                    <a:pt x="436" y="33"/>
                  </a:lnTo>
                  <a:lnTo>
                    <a:pt x="425" y="33"/>
                  </a:lnTo>
                  <a:lnTo>
                    <a:pt x="410" y="33"/>
                  </a:lnTo>
                  <a:lnTo>
                    <a:pt x="399" y="33"/>
                  </a:lnTo>
                  <a:lnTo>
                    <a:pt x="387" y="36"/>
                  </a:lnTo>
                  <a:lnTo>
                    <a:pt x="376" y="36"/>
                  </a:lnTo>
                  <a:lnTo>
                    <a:pt x="361" y="36"/>
                  </a:lnTo>
                  <a:lnTo>
                    <a:pt x="346" y="36"/>
                  </a:lnTo>
                  <a:lnTo>
                    <a:pt x="335" y="36"/>
                  </a:lnTo>
                  <a:lnTo>
                    <a:pt x="324" y="36"/>
                  </a:lnTo>
                  <a:lnTo>
                    <a:pt x="313" y="42"/>
                  </a:lnTo>
                  <a:lnTo>
                    <a:pt x="301" y="45"/>
                  </a:lnTo>
                  <a:lnTo>
                    <a:pt x="298" y="55"/>
                  </a:lnTo>
                  <a:lnTo>
                    <a:pt x="298" y="64"/>
                  </a:lnTo>
                  <a:lnTo>
                    <a:pt x="286" y="73"/>
                  </a:lnTo>
                  <a:lnTo>
                    <a:pt x="275" y="77"/>
                  </a:lnTo>
                  <a:lnTo>
                    <a:pt x="264" y="77"/>
                  </a:lnTo>
                  <a:lnTo>
                    <a:pt x="253" y="77"/>
                  </a:lnTo>
                  <a:lnTo>
                    <a:pt x="242" y="77"/>
                  </a:lnTo>
                  <a:lnTo>
                    <a:pt x="230" y="80"/>
                  </a:lnTo>
                  <a:lnTo>
                    <a:pt x="219" y="83"/>
                  </a:lnTo>
                  <a:lnTo>
                    <a:pt x="204" y="83"/>
                  </a:lnTo>
                  <a:lnTo>
                    <a:pt x="193" y="83"/>
                  </a:lnTo>
                  <a:lnTo>
                    <a:pt x="182" y="83"/>
                  </a:lnTo>
                  <a:lnTo>
                    <a:pt x="170" y="80"/>
                  </a:lnTo>
                  <a:lnTo>
                    <a:pt x="163" y="70"/>
                  </a:lnTo>
                  <a:lnTo>
                    <a:pt x="152" y="67"/>
                  </a:lnTo>
                  <a:lnTo>
                    <a:pt x="140" y="61"/>
                  </a:lnTo>
                  <a:lnTo>
                    <a:pt x="129" y="58"/>
                  </a:lnTo>
                  <a:lnTo>
                    <a:pt x="118" y="55"/>
                  </a:lnTo>
                  <a:lnTo>
                    <a:pt x="107" y="55"/>
                  </a:lnTo>
                  <a:lnTo>
                    <a:pt x="96" y="52"/>
                  </a:lnTo>
                  <a:lnTo>
                    <a:pt x="84" y="45"/>
                  </a:lnTo>
                  <a:lnTo>
                    <a:pt x="73" y="42"/>
                  </a:lnTo>
                  <a:lnTo>
                    <a:pt x="62" y="36"/>
                  </a:lnTo>
                  <a:lnTo>
                    <a:pt x="51" y="33"/>
                  </a:lnTo>
                  <a:lnTo>
                    <a:pt x="39" y="30"/>
                  </a:lnTo>
                  <a:lnTo>
                    <a:pt x="28" y="23"/>
                  </a:lnTo>
                  <a:lnTo>
                    <a:pt x="17" y="20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2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Freeform 22">
              <a:extLst>
                <a:ext uri="{FF2B5EF4-FFF2-40B4-BE49-F238E27FC236}">
                  <a16:creationId xmlns:a16="http://schemas.microsoft.com/office/drawing/2014/main" id="{36241019-44F0-6F51-B116-FC421195E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" y="1252"/>
              <a:ext cx="2764" cy="87"/>
            </a:xfrm>
            <a:custGeom>
              <a:avLst/>
              <a:gdLst>
                <a:gd name="T0" fmla="*/ 0 w 2764"/>
                <a:gd name="T1" fmla="*/ 86 h 87"/>
                <a:gd name="T2" fmla="*/ 60 w 2764"/>
                <a:gd name="T3" fmla="*/ 59 h 87"/>
                <a:gd name="T4" fmla="*/ 115 w 2764"/>
                <a:gd name="T5" fmla="*/ 33 h 87"/>
                <a:gd name="T6" fmla="*/ 160 w 2764"/>
                <a:gd name="T7" fmla="*/ 25 h 87"/>
                <a:gd name="T8" fmla="*/ 204 w 2764"/>
                <a:gd name="T9" fmla="*/ 29 h 87"/>
                <a:gd name="T10" fmla="*/ 249 w 2764"/>
                <a:gd name="T11" fmla="*/ 46 h 87"/>
                <a:gd name="T12" fmla="*/ 294 w 2764"/>
                <a:gd name="T13" fmla="*/ 59 h 87"/>
                <a:gd name="T14" fmla="*/ 343 w 2764"/>
                <a:gd name="T15" fmla="*/ 33 h 87"/>
                <a:gd name="T16" fmla="*/ 388 w 2764"/>
                <a:gd name="T17" fmla="*/ 25 h 87"/>
                <a:gd name="T18" fmla="*/ 433 w 2764"/>
                <a:gd name="T19" fmla="*/ 42 h 87"/>
                <a:gd name="T20" fmla="*/ 478 w 2764"/>
                <a:gd name="T21" fmla="*/ 63 h 87"/>
                <a:gd name="T22" fmla="*/ 522 w 2764"/>
                <a:gd name="T23" fmla="*/ 42 h 87"/>
                <a:gd name="T24" fmla="*/ 572 w 2764"/>
                <a:gd name="T25" fmla="*/ 29 h 87"/>
                <a:gd name="T26" fmla="*/ 617 w 2764"/>
                <a:gd name="T27" fmla="*/ 25 h 87"/>
                <a:gd name="T28" fmla="*/ 666 w 2764"/>
                <a:gd name="T29" fmla="*/ 16 h 87"/>
                <a:gd name="T30" fmla="*/ 721 w 2764"/>
                <a:gd name="T31" fmla="*/ 25 h 87"/>
                <a:gd name="T32" fmla="*/ 761 w 2764"/>
                <a:gd name="T33" fmla="*/ 55 h 87"/>
                <a:gd name="T34" fmla="*/ 810 w 2764"/>
                <a:gd name="T35" fmla="*/ 42 h 87"/>
                <a:gd name="T36" fmla="*/ 865 w 2764"/>
                <a:gd name="T37" fmla="*/ 33 h 87"/>
                <a:gd name="T38" fmla="*/ 915 w 2764"/>
                <a:gd name="T39" fmla="*/ 21 h 87"/>
                <a:gd name="T40" fmla="*/ 959 w 2764"/>
                <a:gd name="T41" fmla="*/ 21 h 87"/>
                <a:gd name="T42" fmla="*/ 1004 w 2764"/>
                <a:gd name="T43" fmla="*/ 46 h 87"/>
                <a:gd name="T44" fmla="*/ 1049 w 2764"/>
                <a:gd name="T45" fmla="*/ 55 h 87"/>
                <a:gd name="T46" fmla="*/ 1094 w 2764"/>
                <a:gd name="T47" fmla="*/ 46 h 87"/>
                <a:gd name="T48" fmla="*/ 1143 w 2764"/>
                <a:gd name="T49" fmla="*/ 38 h 87"/>
                <a:gd name="T50" fmla="*/ 1188 w 2764"/>
                <a:gd name="T51" fmla="*/ 38 h 87"/>
                <a:gd name="T52" fmla="*/ 1238 w 2764"/>
                <a:gd name="T53" fmla="*/ 33 h 87"/>
                <a:gd name="T54" fmla="*/ 1282 w 2764"/>
                <a:gd name="T55" fmla="*/ 16 h 87"/>
                <a:gd name="T56" fmla="*/ 1337 w 2764"/>
                <a:gd name="T57" fmla="*/ 16 h 87"/>
                <a:gd name="T58" fmla="*/ 1382 w 2764"/>
                <a:gd name="T59" fmla="*/ 42 h 87"/>
                <a:gd name="T60" fmla="*/ 1426 w 2764"/>
                <a:gd name="T61" fmla="*/ 50 h 87"/>
                <a:gd name="T62" fmla="*/ 1476 w 2764"/>
                <a:gd name="T63" fmla="*/ 33 h 87"/>
                <a:gd name="T64" fmla="*/ 1531 w 2764"/>
                <a:gd name="T65" fmla="*/ 12 h 87"/>
                <a:gd name="T66" fmla="*/ 1580 w 2764"/>
                <a:gd name="T67" fmla="*/ 8 h 87"/>
                <a:gd name="T68" fmla="*/ 1620 w 2764"/>
                <a:gd name="T69" fmla="*/ 16 h 87"/>
                <a:gd name="T70" fmla="*/ 1665 w 2764"/>
                <a:gd name="T71" fmla="*/ 46 h 87"/>
                <a:gd name="T72" fmla="*/ 1709 w 2764"/>
                <a:gd name="T73" fmla="*/ 59 h 87"/>
                <a:gd name="T74" fmla="*/ 1754 w 2764"/>
                <a:gd name="T75" fmla="*/ 33 h 87"/>
                <a:gd name="T76" fmla="*/ 1804 w 2764"/>
                <a:gd name="T77" fmla="*/ 21 h 87"/>
                <a:gd name="T78" fmla="*/ 1849 w 2764"/>
                <a:gd name="T79" fmla="*/ 16 h 87"/>
                <a:gd name="T80" fmla="*/ 1898 w 2764"/>
                <a:gd name="T81" fmla="*/ 12 h 87"/>
                <a:gd name="T82" fmla="*/ 1958 w 2764"/>
                <a:gd name="T83" fmla="*/ 42 h 87"/>
                <a:gd name="T84" fmla="*/ 2003 w 2764"/>
                <a:gd name="T85" fmla="*/ 63 h 87"/>
                <a:gd name="T86" fmla="*/ 2052 w 2764"/>
                <a:gd name="T87" fmla="*/ 50 h 87"/>
                <a:gd name="T88" fmla="*/ 2097 w 2764"/>
                <a:gd name="T89" fmla="*/ 29 h 87"/>
                <a:gd name="T90" fmla="*/ 2147 w 2764"/>
                <a:gd name="T91" fmla="*/ 16 h 87"/>
                <a:gd name="T92" fmla="*/ 2191 w 2764"/>
                <a:gd name="T93" fmla="*/ 8 h 87"/>
                <a:gd name="T94" fmla="*/ 2246 w 2764"/>
                <a:gd name="T95" fmla="*/ 29 h 87"/>
                <a:gd name="T96" fmla="*/ 2291 w 2764"/>
                <a:gd name="T97" fmla="*/ 42 h 87"/>
                <a:gd name="T98" fmla="*/ 2335 w 2764"/>
                <a:gd name="T99" fmla="*/ 29 h 87"/>
                <a:gd name="T100" fmla="*/ 2380 w 2764"/>
                <a:gd name="T101" fmla="*/ 8 h 87"/>
                <a:gd name="T102" fmla="*/ 2430 w 2764"/>
                <a:gd name="T103" fmla="*/ 0 h 87"/>
                <a:gd name="T104" fmla="*/ 2484 w 2764"/>
                <a:gd name="T105" fmla="*/ 8 h 87"/>
                <a:gd name="T106" fmla="*/ 2529 w 2764"/>
                <a:gd name="T107" fmla="*/ 25 h 87"/>
                <a:gd name="T108" fmla="*/ 2579 w 2764"/>
                <a:gd name="T109" fmla="*/ 38 h 87"/>
                <a:gd name="T110" fmla="*/ 2618 w 2764"/>
                <a:gd name="T111" fmla="*/ 16 h 87"/>
                <a:gd name="T112" fmla="*/ 2668 w 2764"/>
                <a:gd name="T113" fmla="*/ 38 h 87"/>
                <a:gd name="T114" fmla="*/ 2708 w 2764"/>
                <a:gd name="T115" fmla="*/ 59 h 87"/>
                <a:gd name="T116" fmla="*/ 2753 w 2764"/>
                <a:gd name="T117" fmla="*/ 7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64" h="87">
                  <a:moveTo>
                    <a:pt x="0" y="82"/>
                  </a:moveTo>
                  <a:lnTo>
                    <a:pt x="1" y="76"/>
                  </a:lnTo>
                  <a:lnTo>
                    <a:pt x="0" y="86"/>
                  </a:lnTo>
                  <a:lnTo>
                    <a:pt x="31" y="50"/>
                  </a:lnTo>
                  <a:lnTo>
                    <a:pt x="45" y="50"/>
                  </a:lnTo>
                  <a:lnTo>
                    <a:pt x="60" y="59"/>
                  </a:lnTo>
                  <a:lnTo>
                    <a:pt x="80" y="50"/>
                  </a:lnTo>
                  <a:lnTo>
                    <a:pt x="100" y="38"/>
                  </a:lnTo>
                  <a:lnTo>
                    <a:pt x="115" y="33"/>
                  </a:lnTo>
                  <a:lnTo>
                    <a:pt x="130" y="33"/>
                  </a:lnTo>
                  <a:lnTo>
                    <a:pt x="145" y="29"/>
                  </a:lnTo>
                  <a:lnTo>
                    <a:pt x="160" y="25"/>
                  </a:lnTo>
                  <a:lnTo>
                    <a:pt x="175" y="25"/>
                  </a:lnTo>
                  <a:lnTo>
                    <a:pt x="189" y="29"/>
                  </a:lnTo>
                  <a:lnTo>
                    <a:pt x="204" y="29"/>
                  </a:lnTo>
                  <a:lnTo>
                    <a:pt x="219" y="33"/>
                  </a:lnTo>
                  <a:lnTo>
                    <a:pt x="234" y="42"/>
                  </a:lnTo>
                  <a:lnTo>
                    <a:pt x="249" y="46"/>
                  </a:lnTo>
                  <a:lnTo>
                    <a:pt x="264" y="50"/>
                  </a:lnTo>
                  <a:lnTo>
                    <a:pt x="279" y="55"/>
                  </a:lnTo>
                  <a:lnTo>
                    <a:pt x="294" y="59"/>
                  </a:lnTo>
                  <a:lnTo>
                    <a:pt x="314" y="55"/>
                  </a:lnTo>
                  <a:lnTo>
                    <a:pt x="334" y="46"/>
                  </a:lnTo>
                  <a:lnTo>
                    <a:pt x="343" y="33"/>
                  </a:lnTo>
                  <a:lnTo>
                    <a:pt x="358" y="33"/>
                  </a:lnTo>
                  <a:lnTo>
                    <a:pt x="373" y="29"/>
                  </a:lnTo>
                  <a:lnTo>
                    <a:pt x="388" y="25"/>
                  </a:lnTo>
                  <a:lnTo>
                    <a:pt x="403" y="21"/>
                  </a:lnTo>
                  <a:lnTo>
                    <a:pt x="418" y="33"/>
                  </a:lnTo>
                  <a:lnTo>
                    <a:pt x="433" y="42"/>
                  </a:lnTo>
                  <a:lnTo>
                    <a:pt x="448" y="55"/>
                  </a:lnTo>
                  <a:lnTo>
                    <a:pt x="463" y="63"/>
                  </a:lnTo>
                  <a:lnTo>
                    <a:pt x="478" y="63"/>
                  </a:lnTo>
                  <a:lnTo>
                    <a:pt x="492" y="55"/>
                  </a:lnTo>
                  <a:lnTo>
                    <a:pt x="507" y="50"/>
                  </a:lnTo>
                  <a:lnTo>
                    <a:pt x="522" y="42"/>
                  </a:lnTo>
                  <a:lnTo>
                    <a:pt x="537" y="38"/>
                  </a:lnTo>
                  <a:lnTo>
                    <a:pt x="552" y="33"/>
                  </a:lnTo>
                  <a:lnTo>
                    <a:pt x="572" y="29"/>
                  </a:lnTo>
                  <a:lnTo>
                    <a:pt x="587" y="29"/>
                  </a:lnTo>
                  <a:lnTo>
                    <a:pt x="602" y="25"/>
                  </a:lnTo>
                  <a:lnTo>
                    <a:pt x="617" y="25"/>
                  </a:lnTo>
                  <a:lnTo>
                    <a:pt x="632" y="25"/>
                  </a:lnTo>
                  <a:lnTo>
                    <a:pt x="646" y="21"/>
                  </a:lnTo>
                  <a:lnTo>
                    <a:pt x="666" y="16"/>
                  </a:lnTo>
                  <a:lnTo>
                    <a:pt x="686" y="16"/>
                  </a:lnTo>
                  <a:lnTo>
                    <a:pt x="706" y="12"/>
                  </a:lnTo>
                  <a:lnTo>
                    <a:pt x="721" y="25"/>
                  </a:lnTo>
                  <a:lnTo>
                    <a:pt x="731" y="38"/>
                  </a:lnTo>
                  <a:lnTo>
                    <a:pt x="741" y="50"/>
                  </a:lnTo>
                  <a:lnTo>
                    <a:pt x="761" y="55"/>
                  </a:lnTo>
                  <a:lnTo>
                    <a:pt x="776" y="50"/>
                  </a:lnTo>
                  <a:lnTo>
                    <a:pt x="795" y="46"/>
                  </a:lnTo>
                  <a:lnTo>
                    <a:pt x="810" y="42"/>
                  </a:lnTo>
                  <a:lnTo>
                    <a:pt x="830" y="38"/>
                  </a:lnTo>
                  <a:lnTo>
                    <a:pt x="850" y="38"/>
                  </a:lnTo>
                  <a:lnTo>
                    <a:pt x="865" y="33"/>
                  </a:lnTo>
                  <a:lnTo>
                    <a:pt x="880" y="29"/>
                  </a:lnTo>
                  <a:lnTo>
                    <a:pt x="900" y="25"/>
                  </a:lnTo>
                  <a:lnTo>
                    <a:pt x="915" y="21"/>
                  </a:lnTo>
                  <a:lnTo>
                    <a:pt x="930" y="16"/>
                  </a:lnTo>
                  <a:lnTo>
                    <a:pt x="945" y="12"/>
                  </a:lnTo>
                  <a:lnTo>
                    <a:pt x="959" y="21"/>
                  </a:lnTo>
                  <a:lnTo>
                    <a:pt x="974" y="29"/>
                  </a:lnTo>
                  <a:lnTo>
                    <a:pt x="989" y="38"/>
                  </a:lnTo>
                  <a:lnTo>
                    <a:pt x="1004" y="46"/>
                  </a:lnTo>
                  <a:lnTo>
                    <a:pt x="1019" y="55"/>
                  </a:lnTo>
                  <a:lnTo>
                    <a:pt x="1034" y="55"/>
                  </a:lnTo>
                  <a:lnTo>
                    <a:pt x="1049" y="55"/>
                  </a:lnTo>
                  <a:lnTo>
                    <a:pt x="1064" y="50"/>
                  </a:lnTo>
                  <a:lnTo>
                    <a:pt x="1079" y="46"/>
                  </a:lnTo>
                  <a:lnTo>
                    <a:pt x="1094" y="46"/>
                  </a:lnTo>
                  <a:lnTo>
                    <a:pt x="1108" y="42"/>
                  </a:lnTo>
                  <a:lnTo>
                    <a:pt x="1128" y="42"/>
                  </a:lnTo>
                  <a:lnTo>
                    <a:pt x="1143" y="38"/>
                  </a:lnTo>
                  <a:lnTo>
                    <a:pt x="1158" y="38"/>
                  </a:lnTo>
                  <a:lnTo>
                    <a:pt x="1173" y="38"/>
                  </a:lnTo>
                  <a:lnTo>
                    <a:pt x="1188" y="38"/>
                  </a:lnTo>
                  <a:lnTo>
                    <a:pt x="1203" y="38"/>
                  </a:lnTo>
                  <a:lnTo>
                    <a:pt x="1218" y="38"/>
                  </a:lnTo>
                  <a:lnTo>
                    <a:pt x="1238" y="33"/>
                  </a:lnTo>
                  <a:lnTo>
                    <a:pt x="1252" y="29"/>
                  </a:lnTo>
                  <a:lnTo>
                    <a:pt x="1267" y="21"/>
                  </a:lnTo>
                  <a:lnTo>
                    <a:pt x="1282" y="16"/>
                  </a:lnTo>
                  <a:lnTo>
                    <a:pt x="1297" y="12"/>
                  </a:lnTo>
                  <a:lnTo>
                    <a:pt x="1317" y="8"/>
                  </a:lnTo>
                  <a:lnTo>
                    <a:pt x="1337" y="16"/>
                  </a:lnTo>
                  <a:lnTo>
                    <a:pt x="1352" y="29"/>
                  </a:lnTo>
                  <a:lnTo>
                    <a:pt x="1367" y="38"/>
                  </a:lnTo>
                  <a:lnTo>
                    <a:pt x="1382" y="42"/>
                  </a:lnTo>
                  <a:lnTo>
                    <a:pt x="1397" y="50"/>
                  </a:lnTo>
                  <a:lnTo>
                    <a:pt x="1411" y="50"/>
                  </a:lnTo>
                  <a:lnTo>
                    <a:pt x="1426" y="50"/>
                  </a:lnTo>
                  <a:lnTo>
                    <a:pt x="1446" y="46"/>
                  </a:lnTo>
                  <a:lnTo>
                    <a:pt x="1461" y="42"/>
                  </a:lnTo>
                  <a:lnTo>
                    <a:pt x="1476" y="33"/>
                  </a:lnTo>
                  <a:lnTo>
                    <a:pt x="1496" y="25"/>
                  </a:lnTo>
                  <a:lnTo>
                    <a:pt x="1511" y="21"/>
                  </a:lnTo>
                  <a:lnTo>
                    <a:pt x="1531" y="12"/>
                  </a:lnTo>
                  <a:lnTo>
                    <a:pt x="1546" y="12"/>
                  </a:lnTo>
                  <a:lnTo>
                    <a:pt x="1560" y="12"/>
                  </a:lnTo>
                  <a:lnTo>
                    <a:pt x="1580" y="8"/>
                  </a:lnTo>
                  <a:lnTo>
                    <a:pt x="1595" y="4"/>
                  </a:lnTo>
                  <a:lnTo>
                    <a:pt x="1610" y="4"/>
                  </a:lnTo>
                  <a:lnTo>
                    <a:pt x="1620" y="16"/>
                  </a:lnTo>
                  <a:lnTo>
                    <a:pt x="1635" y="25"/>
                  </a:lnTo>
                  <a:lnTo>
                    <a:pt x="1650" y="33"/>
                  </a:lnTo>
                  <a:lnTo>
                    <a:pt x="1665" y="46"/>
                  </a:lnTo>
                  <a:lnTo>
                    <a:pt x="1680" y="55"/>
                  </a:lnTo>
                  <a:lnTo>
                    <a:pt x="1695" y="59"/>
                  </a:lnTo>
                  <a:lnTo>
                    <a:pt x="1709" y="59"/>
                  </a:lnTo>
                  <a:lnTo>
                    <a:pt x="1724" y="50"/>
                  </a:lnTo>
                  <a:lnTo>
                    <a:pt x="1739" y="42"/>
                  </a:lnTo>
                  <a:lnTo>
                    <a:pt x="1754" y="33"/>
                  </a:lnTo>
                  <a:lnTo>
                    <a:pt x="1769" y="29"/>
                  </a:lnTo>
                  <a:lnTo>
                    <a:pt x="1784" y="25"/>
                  </a:lnTo>
                  <a:lnTo>
                    <a:pt x="1804" y="21"/>
                  </a:lnTo>
                  <a:lnTo>
                    <a:pt x="1819" y="21"/>
                  </a:lnTo>
                  <a:lnTo>
                    <a:pt x="1834" y="21"/>
                  </a:lnTo>
                  <a:lnTo>
                    <a:pt x="1849" y="16"/>
                  </a:lnTo>
                  <a:lnTo>
                    <a:pt x="1863" y="16"/>
                  </a:lnTo>
                  <a:lnTo>
                    <a:pt x="1878" y="8"/>
                  </a:lnTo>
                  <a:lnTo>
                    <a:pt x="1898" y="12"/>
                  </a:lnTo>
                  <a:lnTo>
                    <a:pt x="1923" y="25"/>
                  </a:lnTo>
                  <a:lnTo>
                    <a:pt x="1938" y="29"/>
                  </a:lnTo>
                  <a:lnTo>
                    <a:pt x="1958" y="42"/>
                  </a:lnTo>
                  <a:lnTo>
                    <a:pt x="1973" y="46"/>
                  </a:lnTo>
                  <a:lnTo>
                    <a:pt x="1988" y="55"/>
                  </a:lnTo>
                  <a:lnTo>
                    <a:pt x="2003" y="63"/>
                  </a:lnTo>
                  <a:lnTo>
                    <a:pt x="2017" y="63"/>
                  </a:lnTo>
                  <a:lnTo>
                    <a:pt x="2032" y="59"/>
                  </a:lnTo>
                  <a:lnTo>
                    <a:pt x="2052" y="50"/>
                  </a:lnTo>
                  <a:lnTo>
                    <a:pt x="2067" y="38"/>
                  </a:lnTo>
                  <a:lnTo>
                    <a:pt x="2082" y="33"/>
                  </a:lnTo>
                  <a:lnTo>
                    <a:pt x="2097" y="29"/>
                  </a:lnTo>
                  <a:lnTo>
                    <a:pt x="2112" y="25"/>
                  </a:lnTo>
                  <a:lnTo>
                    <a:pt x="2132" y="21"/>
                  </a:lnTo>
                  <a:lnTo>
                    <a:pt x="2147" y="16"/>
                  </a:lnTo>
                  <a:lnTo>
                    <a:pt x="2161" y="12"/>
                  </a:lnTo>
                  <a:lnTo>
                    <a:pt x="2176" y="8"/>
                  </a:lnTo>
                  <a:lnTo>
                    <a:pt x="2191" y="8"/>
                  </a:lnTo>
                  <a:lnTo>
                    <a:pt x="2206" y="12"/>
                  </a:lnTo>
                  <a:lnTo>
                    <a:pt x="2231" y="21"/>
                  </a:lnTo>
                  <a:lnTo>
                    <a:pt x="2246" y="29"/>
                  </a:lnTo>
                  <a:lnTo>
                    <a:pt x="2261" y="33"/>
                  </a:lnTo>
                  <a:lnTo>
                    <a:pt x="2276" y="38"/>
                  </a:lnTo>
                  <a:lnTo>
                    <a:pt x="2291" y="42"/>
                  </a:lnTo>
                  <a:lnTo>
                    <a:pt x="2306" y="42"/>
                  </a:lnTo>
                  <a:lnTo>
                    <a:pt x="2320" y="33"/>
                  </a:lnTo>
                  <a:lnTo>
                    <a:pt x="2335" y="29"/>
                  </a:lnTo>
                  <a:lnTo>
                    <a:pt x="2350" y="21"/>
                  </a:lnTo>
                  <a:lnTo>
                    <a:pt x="2365" y="12"/>
                  </a:lnTo>
                  <a:lnTo>
                    <a:pt x="2380" y="8"/>
                  </a:lnTo>
                  <a:lnTo>
                    <a:pt x="2400" y="4"/>
                  </a:lnTo>
                  <a:lnTo>
                    <a:pt x="2415" y="0"/>
                  </a:lnTo>
                  <a:lnTo>
                    <a:pt x="2430" y="0"/>
                  </a:lnTo>
                  <a:lnTo>
                    <a:pt x="2450" y="0"/>
                  </a:lnTo>
                  <a:lnTo>
                    <a:pt x="2464" y="4"/>
                  </a:lnTo>
                  <a:lnTo>
                    <a:pt x="2484" y="8"/>
                  </a:lnTo>
                  <a:lnTo>
                    <a:pt x="2499" y="12"/>
                  </a:lnTo>
                  <a:lnTo>
                    <a:pt x="2514" y="21"/>
                  </a:lnTo>
                  <a:lnTo>
                    <a:pt x="2529" y="25"/>
                  </a:lnTo>
                  <a:lnTo>
                    <a:pt x="2549" y="29"/>
                  </a:lnTo>
                  <a:lnTo>
                    <a:pt x="2564" y="38"/>
                  </a:lnTo>
                  <a:lnTo>
                    <a:pt x="2579" y="38"/>
                  </a:lnTo>
                  <a:lnTo>
                    <a:pt x="2589" y="25"/>
                  </a:lnTo>
                  <a:lnTo>
                    <a:pt x="2604" y="16"/>
                  </a:lnTo>
                  <a:lnTo>
                    <a:pt x="2618" y="16"/>
                  </a:lnTo>
                  <a:lnTo>
                    <a:pt x="2633" y="21"/>
                  </a:lnTo>
                  <a:lnTo>
                    <a:pt x="2653" y="29"/>
                  </a:lnTo>
                  <a:lnTo>
                    <a:pt x="2668" y="38"/>
                  </a:lnTo>
                  <a:lnTo>
                    <a:pt x="2683" y="42"/>
                  </a:lnTo>
                  <a:lnTo>
                    <a:pt x="2693" y="55"/>
                  </a:lnTo>
                  <a:lnTo>
                    <a:pt x="2708" y="59"/>
                  </a:lnTo>
                  <a:lnTo>
                    <a:pt x="2723" y="63"/>
                  </a:lnTo>
                  <a:lnTo>
                    <a:pt x="2738" y="72"/>
                  </a:lnTo>
                  <a:lnTo>
                    <a:pt x="2753" y="72"/>
                  </a:lnTo>
                  <a:lnTo>
                    <a:pt x="2763" y="80"/>
                  </a:lnTo>
                  <a:lnTo>
                    <a:pt x="2756" y="78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64" name="Line 24">
            <a:extLst>
              <a:ext uri="{FF2B5EF4-FFF2-40B4-BE49-F238E27FC236}">
                <a16:creationId xmlns:a16="http://schemas.microsoft.com/office/drawing/2014/main" id="{C4046FD5-5B5E-9868-52FD-88F1584B7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43175"/>
            <a:ext cx="0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5" name="Rectangle 25">
            <a:extLst>
              <a:ext uri="{FF2B5EF4-FFF2-40B4-BE49-F238E27FC236}">
                <a16:creationId xmlns:a16="http://schemas.microsoft.com/office/drawing/2014/main" id="{6EE48651-AAC3-485F-FF54-2F0A4F34C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104775"/>
            <a:ext cx="133350" cy="95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6" name="AutoShape 26">
            <a:extLst>
              <a:ext uri="{FF2B5EF4-FFF2-40B4-BE49-F238E27FC236}">
                <a16:creationId xmlns:a16="http://schemas.microsoft.com/office/drawing/2014/main" id="{A90135B9-9F8B-3D35-A323-EF70270A9E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78125" y="1714500"/>
            <a:ext cx="1919288" cy="743479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The ALL Figurative Constant makes “x” act like a Figurative Constant and so it fills the whole item.</a:t>
            </a:r>
          </a:p>
        </p:txBody>
      </p:sp>
      <p:sp>
        <p:nvSpPr>
          <p:cNvPr id="10267" name="Line 27">
            <a:extLst>
              <a:ext uri="{FF2B5EF4-FFF2-40B4-BE49-F238E27FC236}">
                <a16:creationId xmlns:a16="http://schemas.microsoft.com/office/drawing/2014/main" id="{42B34F11-0BA6-6278-77D4-11DB2408E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1714500"/>
            <a:ext cx="0" cy="7620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8" name="Line 28">
            <a:extLst>
              <a:ext uri="{FF2B5EF4-FFF2-40B4-BE49-F238E27FC236}">
                <a16:creationId xmlns:a16="http://schemas.microsoft.com/office/drawing/2014/main" id="{CCA26116-3E2D-16BA-BBBE-9FB5687F8D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8650" y="1714500"/>
            <a:ext cx="742950" cy="74295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9" name="Line 29">
            <a:extLst>
              <a:ext uri="{FF2B5EF4-FFF2-40B4-BE49-F238E27FC236}">
                <a16:creationId xmlns:a16="http://schemas.microsoft.com/office/drawing/2014/main" id="{5CD7505A-C34D-51FD-7134-9274636B8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1714500"/>
            <a:ext cx="781050" cy="78105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82D6BE2-F57B-D484-0476-4E8EB7D56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82575"/>
            <a:ext cx="3427412" cy="191135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12.4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123.456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12345.757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ZEROS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256347 TO GrossPay.</a:t>
            </a:r>
          </a:p>
        </p:txBody>
      </p:sp>
      <p:sp>
        <p:nvSpPr>
          <p:cNvPr id="11267" name="Freeform 3">
            <a:extLst>
              <a:ext uri="{FF2B5EF4-FFF2-40B4-BE49-F238E27FC236}">
                <a16:creationId xmlns:a16="http://schemas.microsoft.com/office/drawing/2014/main" id="{2EF7ADCF-8ADE-123D-FCE6-921BAEA7043F}"/>
              </a:ext>
            </a:extLst>
          </p:cNvPr>
          <p:cNvSpPr>
            <a:spLocks/>
          </p:cNvSpPr>
          <p:nvPr/>
        </p:nvSpPr>
        <p:spPr bwMode="auto">
          <a:xfrm>
            <a:off x="385763" y="260350"/>
            <a:ext cx="3468687" cy="160338"/>
          </a:xfrm>
          <a:custGeom>
            <a:avLst/>
            <a:gdLst>
              <a:gd name="T0" fmla="*/ 2178 w 2185"/>
              <a:gd name="T1" fmla="*/ 3 h 101"/>
              <a:gd name="T2" fmla="*/ 2122 w 2185"/>
              <a:gd name="T3" fmla="*/ 34 h 101"/>
              <a:gd name="T4" fmla="*/ 2078 w 2185"/>
              <a:gd name="T5" fmla="*/ 34 h 101"/>
              <a:gd name="T6" fmla="*/ 2039 w 2185"/>
              <a:gd name="T7" fmla="*/ 62 h 101"/>
              <a:gd name="T8" fmla="*/ 1992 w 2185"/>
              <a:gd name="T9" fmla="*/ 40 h 101"/>
              <a:gd name="T10" fmla="*/ 1945 w 2185"/>
              <a:gd name="T11" fmla="*/ 28 h 101"/>
              <a:gd name="T12" fmla="*/ 1901 w 2185"/>
              <a:gd name="T13" fmla="*/ 15 h 101"/>
              <a:gd name="T14" fmla="*/ 1857 w 2185"/>
              <a:gd name="T15" fmla="*/ 37 h 101"/>
              <a:gd name="T16" fmla="*/ 1819 w 2185"/>
              <a:gd name="T17" fmla="*/ 56 h 101"/>
              <a:gd name="T18" fmla="*/ 1774 w 2185"/>
              <a:gd name="T19" fmla="*/ 75 h 101"/>
              <a:gd name="T20" fmla="*/ 1727 w 2185"/>
              <a:gd name="T21" fmla="*/ 59 h 101"/>
              <a:gd name="T22" fmla="*/ 1683 w 2185"/>
              <a:gd name="T23" fmla="*/ 43 h 101"/>
              <a:gd name="T24" fmla="*/ 1633 w 2185"/>
              <a:gd name="T25" fmla="*/ 34 h 101"/>
              <a:gd name="T26" fmla="*/ 1589 w 2185"/>
              <a:gd name="T27" fmla="*/ 28 h 101"/>
              <a:gd name="T28" fmla="*/ 1542 w 2185"/>
              <a:gd name="T29" fmla="*/ 25 h 101"/>
              <a:gd name="T30" fmla="*/ 1501 w 2185"/>
              <a:gd name="T31" fmla="*/ 34 h 101"/>
              <a:gd name="T32" fmla="*/ 1456 w 2185"/>
              <a:gd name="T33" fmla="*/ 56 h 101"/>
              <a:gd name="T34" fmla="*/ 1412 w 2185"/>
              <a:gd name="T35" fmla="*/ 43 h 101"/>
              <a:gd name="T36" fmla="*/ 1368 w 2185"/>
              <a:gd name="T37" fmla="*/ 25 h 101"/>
              <a:gd name="T38" fmla="*/ 1321 w 2185"/>
              <a:gd name="T39" fmla="*/ 15 h 101"/>
              <a:gd name="T40" fmla="*/ 1277 w 2185"/>
              <a:gd name="T41" fmla="*/ 12 h 101"/>
              <a:gd name="T42" fmla="*/ 1233 w 2185"/>
              <a:gd name="T43" fmla="*/ 43 h 101"/>
              <a:gd name="T44" fmla="*/ 1189 w 2185"/>
              <a:gd name="T45" fmla="*/ 56 h 101"/>
              <a:gd name="T46" fmla="*/ 1139 w 2185"/>
              <a:gd name="T47" fmla="*/ 65 h 101"/>
              <a:gd name="T48" fmla="*/ 1094 w 2185"/>
              <a:gd name="T49" fmla="*/ 68 h 101"/>
              <a:gd name="T50" fmla="*/ 1047 w 2185"/>
              <a:gd name="T51" fmla="*/ 37 h 101"/>
              <a:gd name="T52" fmla="*/ 1000 w 2185"/>
              <a:gd name="T53" fmla="*/ 21 h 101"/>
              <a:gd name="T54" fmla="*/ 953 w 2185"/>
              <a:gd name="T55" fmla="*/ 40 h 101"/>
              <a:gd name="T56" fmla="*/ 906 w 2185"/>
              <a:gd name="T57" fmla="*/ 59 h 101"/>
              <a:gd name="T58" fmla="*/ 862 w 2185"/>
              <a:gd name="T59" fmla="*/ 34 h 101"/>
              <a:gd name="T60" fmla="*/ 818 w 2185"/>
              <a:gd name="T61" fmla="*/ 9 h 101"/>
              <a:gd name="T62" fmla="*/ 774 w 2185"/>
              <a:gd name="T63" fmla="*/ 12 h 101"/>
              <a:gd name="T64" fmla="*/ 729 w 2185"/>
              <a:gd name="T65" fmla="*/ 15 h 101"/>
              <a:gd name="T66" fmla="*/ 685 w 2185"/>
              <a:gd name="T67" fmla="*/ 18 h 101"/>
              <a:gd name="T68" fmla="*/ 641 w 2185"/>
              <a:gd name="T69" fmla="*/ 37 h 101"/>
              <a:gd name="T70" fmla="*/ 594 w 2185"/>
              <a:gd name="T71" fmla="*/ 59 h 101"/>
              <a:gd name="T72" fmla="*/ 550 w 2185"/>
              <a:gd name="T73" fmla="*/ 59 h 101"/>
              <a:gd name="T74" fmla="*/ 500 w 2185"/>
              <a:gd name="T75" fmla="*/ 40 h 101"/>
              <a:gd name="T76" fmla="*/ 459 w 2185"/>
              <a:gd name="T77" fmla="*/ 28 h 101"/>
              <a:gd name="T78" fmla="*/ 465 w 2185"/>
              <a:gd name="T79" fmla="*/ 62 h 101"/>
              <a:gd name="T80" fmla="*/ 482 w 2185"/>
              <a:gd name="T81" fmla="*/ 93 h 101"/>
              <a:gd name="T82" fmla="*/ 438 w 2185"/>
              <a:gd name="T83" fmla="*/ 56 h 101"/>
              <a:gd name="T84" fmla="*/ 391 w 2185"/>
              <a:gd name="T85" fmla="*/ 34 h 101"/>
              <a:gd name="T86" fmla="*/ 347 w 2185"/>
              <a:gd name="T87" fmla="*/ 31 h 101"/>
              <a:gd name="T88" fmla="*/ 300 w 2185"/>
              <a:gd name="T89" fmla="*/ 34 h 101"/>
              <a:gd name="T90" fmla="*/ 250 w 2185"/>
              <a:gd name="T91" fmla="*/ 40 h 101"/>
              <a:gd name="T92" fmla="*/ 220 w 2185"/>
              <a:gd name="T93" fmla="*/ 75 h 101"/>
              <a:gd name="T94" fmla="*/ 176 w 2185"/>
              <a:gd name="T95" fmla="*/ 81 h 101"/>
              <a:gd name="T96" fmla="*/ 132 w 2185"/>
              <a:gd name="T97" fmla="*/ 68 h 101"/>
              <a:gd name="T98" fmla="*/ 88 w 2185"/>
              <a:gd name="T99" fmla="*/ 53 h 101"/>
              <a:gd name="T100" fmla="*/ 44 w 2185"/>
              <a:gd name="T101" fmla="*/ 31 h 101"/>
              <a:gd name="T102" fmla="*/ 0 w 2185"/>
              <a:gd name="T103" fmla="*/ 1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85" h="101">
                <a:moveTo>
                  <a:pt x="2184" y="7"/>
                </a:moveTo>
                <a:lnTo>
                  <a:pt x="2178" y="1"/>
                </a:lnTo>
                <a:lnTo>
                  <a:pt x="2184" y="0"/>
                </a:lnTo>
                <a:lnTo>
                  <a:pt x="2183" y="3"/>
                </a:lnTo>
                <a:lnTo>
                  <a:pt x="2178" y="3"/>
                </a:lnTo>
                <a:lnTo>
                  <a:pt x="2160" y="12"/>
                </a:lnTo>
                <a:lnTo>
                  <a:pt x="2148" y="21"/>
                </a:lnTo>
                <a:lnTo>
                  <a:pt x="2139" y="31"/>
                </a:lnTo>
                <a:lnTo>
                  <a:pt x="2131" y="31"/>
                </a:lnTo>
                <a:lnTo>
                  <a:pt x="2122" y="34"/>
                </a:lnTo>
                <a:lnTo>
                  <a:pt x="2113" y="34"/>
                </a:lnTo>
                <a:lnTo>
                  <a:pt x="2104" y="34"/>
                </a:lnTo>
                <a:lnTo>
                  <a:pt x="2095" y="34"/>
                </a:lnTo>
                <a:lnTo>
                  <a:pt x="2086" y="34"/>
                </a:lnTo>
                <a:lnTo>
                  <a:pt x="2078" y="34"/>
                </a:lnTo>
                <a:lnTo>
                  <a:pt x="2069" y="40"/>
                </a:lnTo>
                <a:lnTo>
                  <a:pt x="2063" y="50"/>
                </a:lnTo>
                <a:lnTo>
                  <a:pt x="2057" y="59"/>
                </a:lnTo>
                <a:lnTo>
                  <a:pt x="2048" y="62"/>
                </a:lnTo>
                <a:lnTo>
                  <a:pt x="2039" y="62"/>
                </a:lnTo>
                <a:lnTo>
                  <a:pt x="2030" y="56"/>
                </a:lnTo>
                <a:lnTo>
                  <a:pt x="2019" y="50"/>
                </a:lnTo>
                <a:lnTo>
                  <a:pt x="2010" y="50"/>
                </a:lnTo>
                <a:lnTo>
                  <a:pt x="2001" y="46"/>
                </a:lnTo>
                <a:lnTo>
                  <a:pt x="1992" y="40"/>
                </a:lnTo>
                <a:lnTo>
                  <a:pt x="1983" y="37"/>
                </a:lnTo>
                <a:lnTo>
                  <a:pt x="1972" y="37"/>
                </a:lnTo>
                <a:lnTo>
                  <a:pt x="1963" y="34"/>
                </a:lnTo>
                <a:lnTo>
                  <a:pt x="1954" y="31"/>
                </a:lnTo>
                <a:lnTo>
                  <a:pt x="1945" y="28"/>
                </a:lnTo>
                <a:lnTo>
                  <a:pt x="1936" y="28"/>
                </a:lnTo>
                <a:lnTo>
                  <a:pt x="1927" y="25"/>
                </a:lnTo>
                <a:lnTo>
                  <a:pt x="1919" y="21"/>
                </a:lnTo>
                <a:lnTo>
                  <a:pt x="1910" y="18"/>
                </a:lnTo>
                <a:lnTo>
                  <a:pt x="1901" y="15"/>
                </a:lnTo>
                <a:lnTo>
                  <a:pt x="1898" y="25"/>
                </a:lnTo>
                <a:lnTo>
                  <a:pt x="1886" y="28"/>
                </a:lnTo>
                <a:lnTo>
                  <a:pt x="1874" y="28"/>
                </a:lnTo>
                <a:lnTo>
                  <a:pt x="1866" y="31"/>
                </a:lnTo>
                <a:lnTo>
                  <a:pt x="1857" y="37"/>
                </a:lnTo>
                <a:lnTo>
                  <a:pt x="1854" y="46"/>
                </a:lnTo>
                <a:lnTo>
                  <a:pt x="1845" y="50"/>
                </a:lnTo>
                <a:lnTo>
                  <a:pt x="1836" y="50"/>
                </a:lnTo>
                <a:lnTo>
                  <a:pt x="1827" y="50"/>
                </a:lnTo>
                <a:lnTo>
                  <a:pt x="1819" y="56"/>
                </a:lnTo>
                <a:lnTo>
                  <a:pt x="1810" y="59"/>
                </a:lnTo>
                <a:lnTo>
                  <a:pt x="1801" y="62"/>
                </a:lnTo>
                <a:lnTo>
                  <a:pt x="1792" y="65"/>
                </a:lnTo>
                <a:lnTo>
                  <a:pt x="1783" y="71"/>
                </a:lnTo>
                <a:lnTo>
                  <a:pt x="1774" y="75"/>
                </a:lnTo>
                <a:lnTo>
                  <a:pt x="1766" y="75"/>
                </a:lnTo>
                <a:lnTo>
                  <a:pt x="1757" y="71"/>
                </a:lnTo>
                <a:lnTo>
                  <a:pt x="1748" y="65"/>
                </a:lnTo>
                <a:lnTo>
                  <a:pt x="1736" y="62"/>
                </a:lnTo>
                <a:lnTo>
                  <a:pt x="1727" y="59"/>
                </a:lnTo>
                <a:lnTo>
                  <a:pt x="1718" y="56"/>
                </a:lnTo>
                <a:lnTo>
                  <a:pt x="1710" y="53"/>
                </a:lnTo>
                <a:lnTo>
                  <a:pt x="1701" y="53"/>
                </a:lnTo>
                <a:lnTo>
                  <a:pt x="1692" y="46"/>
                </a:lnTo>
                <a:lnTo>
                  <a:pt x="1683" y="43"/>
                </a:lnTo>
                <a:lnTo>
                  <a:pt x="1674" y="43"/>
                </a:lnTo>
                <a:lnTo>
                  <a:pt x="1665" y="40"/>
                </a:lnTo>
                <a:lnTo>
                  <a:pt x="1657" y="40"/>
                </a:lnTo>
                <a:lnTo>
                  <a:pt x="1645" y="37"/>
                </a:lnTo>
                <a:lnTo>
                  <a:pt x="1633" y="34"/>
                </a:lnTo>
                <a:lnTo>
                  <a:pt x="1624" y="31"/>
                </a:lnTo>
                <a:lnTo>
                  <a:pt x="1615" y="28"/>
                </a:lnTo>
                <a:lnTo>
                  <a:pt x="1607" y="28"/>
                </a:lnTo>
                <a:lnTo>
                  <a:pt x="1598" y="28"/>
                </a:lnTo>
                <a:lnTo>
                  <a:pt x="1589" y="28"/>
                </a:lnTo>
                <a:lnTo>
                  <a:pt x="1580" y="28"/>
                </a:lnTo>
                <a:lnTo>
                  <a:pt x="1571" y="28"/>
                </a:lnTo>
                <a:lnTo>
                  <a:pt x="1562" y="28"/>
                </a:lnTo>
                <a:lnTo>
                  <a:pt x="1551" y="28"/>
                </a:lnTo>
                <a:lnTo>
                  <a:pt x="1542" y="25"/>
                </a:lnTo>
                <a:lnTo>
                  <a:pt x="1533" y="18"/>
                </a:lnTo>
                <a:lnTo>
                  <a:pt x="1524" y="18"/>
                </a:lnTo>
                <a:lnTo>
                  <a:pt x="1515" y="18"/>
                </a:lnTo>
                <a:lnTo>
                  <a:pt x="1509" y="28"/>
                </a:lnTo>
                <a:lnTo>
                  <a:pt x="1501" y="34"/>
                </a:lnTo>
                <a:lnTo>
                  <a:pt x="1492" y="37"/>
                </a:lnTo>
                <a:lnTo>
                  <a:pt x="1483" y="46"/>
                </a:lnTo>
                <a:lnTo>
                  <a:pt x="1474" y="50"/>
                </a:lnTo>
                <a:lnTo>
                  <a:pt x="1465" y="53"/>
                </a:lnTo>
                <a:lnTo>
                  <a:pt x="1456" y="56"/>
                </a:lnTo>
                <a:lnTo>
                  <a:pt x="1448" y="56"/>
                </a:lnTo>
                <a:lnTo>
                  <a:pt x="1439" y="53"/>
                </a:lnTo>
                <a:lnTo>
                  <a:pt x="1430" y="46"/>
                </a:lnTo>
                <a:lnTo>
                  <a:pt x="1421" y="43"/>
                </a:lnTo>
                <a:lnTo>
                  <a:pt x="1412" y="43"/>
                </a:lnTo>
                <a:lnTo>
                  <a:pt x="1404" y="40"/>
                </a:lnTo>
                <a:lnTo>
                  <a:pt x="1395" y="37"/>
                </a:lnTo>
                <a:lnTo>
                  <a:pt x="1386" y="31"/>
                </a:lnTo>
                <a:lnTo>
                  <a:pt x="1377" y="31"/>
                </a:lnTo>
                <a:lnTo>
                  <a:pt x="1368" y="25"/>
                </a:lnTo>
                <a:lnTo>
                  <a:pt x="1359" y="21"/>
                </a:lnTo>
                <a:lnTo>
                  <a:pt x="1351" y="21"/>
                </a:lnTo>
                <a:lnTo>
                  <a:pt x="1342" y="18"/>
                </a:lnTo>
                <a:lnTo>
                  <a:pt x="1333" y="18"/>
                </a:lnTo>
                <a:lnTo>
                  <a:pt x="1321" y="15"/>
                </a:lnTo>
                <a:lnTo>
                  <a:pt x="1312" y="12"/>
                </a:lnTo>
                <a:lnTo>
                  <a:pt x="1303" y="12"/>
                </a:lnTo>
                <a:lnTo>
                  <a:pt x="1295" y="12"/>
                </a:lnTo>
                <a:lnTo>
                  <a:pt x="1286" y="12"/>
                </a:lnTo>
                <a:lnTo>
                  <a:pt x="1277" y="12"/>
                </a:lnTo>
                <a:lnTo>
                  <a:pt x="1268" y="15"/>
                </a:lnTo>
                <a:lnTo>
                  <a:pt x="1259" y="21"/>
                </a:lnTo>
                <a:lnTo>
                  <a:pt x="1250" y="31"/>
                </a:lnTo>
                <a:lnTo>
                  <a:pt x="1242" y="37"/>
                </a:lnTo>
                <a:lnTo>
                  <a:pt x="1233" y="43"/>
                </a:lnTo>
                <a:lnTo>
                  <a:pt x="1224" y="50"/>
                </a:lnTo>
                <a:lnTo>
                  <a:pt x="1215" y="53"/>
                </a:lnTo>
                <a:lnTo>
                  <a:pt x="1206" y="53"/>
                </a:lnTo>
                <a:lnTo>
                  <a:pt x="1197" y="53"/>
                </a:lnTo>
                <a:lnTo>
                  <a:pt x="1189" y="56"/>
                </a:lnTo>
                <a:lnTo>
                  <a:pt x="1177" y="56"/>
                </a:lnTo>
                <a:lnTo>
                  <a:pt x="1168" y="59"/>
                </a:lnTo>
                <a:lnTo>
                  <a:pt x="1156" y="62"/>
                </a:lnTo>
                <a:lnTo>
                  <a:pt x="1147" y="65"/>
                </a:lnTo>
                <a:lnTo>
                  <a:pt x="1139" y="65"/>
                </a:lnTo>
                <a:lnTo>
                  <a:pt x="1130" y="68"/>
                </a:lnTo>
                <a:lnTo>
                  <a:pt x="1121" y="68"/>
                </a:lnTo>
                <a:lnTo>
                  <a:pt x="1112" y="68"/>
                </a:lnTo>
                <a:lnTo>
                  <a:pt x="1103" y="68"/>
                </a:lnTo>
                <a:lnTo>
                  <a:pt x="1094" y="68"/>
                </a:lnTo>
                <a:lnTo>
                  <a:pt x="1086" y="65"/>
                </a:lnTo>
                <a:lnTo>
                  <a:pt x="1080" y="56"/>
                </a:lnTo>
                <a:lnTo>
                  <a:pt x="1068" y="46"/>
                </a:lnTo>
                <a:lnTo>
                  <a:pt x="1059" y="43"/>
                </a:lnTo>
                <a:lnTo>
                  <a:pt x="1047" y="37"/>
                </a:lnTo>
                <a:lnTo>
                  <a:pt x="1039" y="31"/>
                </a:lnTo>
                <a:lnTo>
                  <a:pt x="1027" y="31"/>
                </a:lnTo>
                <a:lnTo>
                  <a:pt x="1018" y="28"/>
                </a:lnTo>
                <a:lnTo>
                  <a:pt x="1009" y="21"/>
                </a:lnTo>
                <a:lnTo>
                  <a:pt x="1000" y="21"/>
                </a:lnTo>
                <a:lnTo>
                  <a:pt x="991" y="18"/>
                </a:lnTo>
                <a:lnTo>
                  <a:pt x="980" y="25"/>
                </a:lnTo>
                <a:lnTo>
                  <a:pt x="971" y="31"/>
                </a:lnTo>
                <a:lnTo>
                  <a:pt x="962" y="37"/>
                </a:lnTo>
                <a:lnTo>
                  <a:pt x="953" y="40"/>
                </a:lnTo>
                <a:lnTo>
                  <a:pt x="944" y="43"/>
                </a:lnTo>
                <a:lnTo>
                  <a:pt x="933" y="50"/>
                </a:lnTo>
                <a:lnTo>
                  <a:pt x="924" y="53"/>
                </a:lnTo>
                <a:lnTo>
                  <a:pt x="915" y="59"/>
                </a:lnTo>
                <a:lnTo>
                  <a:pt x="906" y="59"/>
                </a:lnTo>
                <a:lnTo>
                  <a:pt x="897" y="59"/>
                </a:lnTo>
                <a:lnTo>
                  <a:pt x="885" y="56"/>
                </a:lnTo>
                <a:lnTo>
                  <a:pt x="880" y="46"/>
                </a:lnTo>
                <a:lnTo>
                  <a:pt x="871" y="40"/>
                </a:lnTo>
                <a:lnTo>
                  <a:pt x="862" y="34"/>
                </a:lnTo>
                <a:lnTo>
                  <a:pt x="853" y="25"/>
                </a:lnTo>
                <a:lnTo>
                  <a:pt x="844" y="18"/>
                </a:lnTo>
                <a:lnTo>
                  <a:pt x="835" y="12"/>
                </a:lnTo>
                <a:lnTo>
                  <a:pt x="827" y="9"/>
                </a:lnTo>
                <a:lnTo>
                  <a:pt x="818" y="9"/>
                </a:lnTo>
                <a:lnTo>
                  <a:pt x="809" y="9"/>
                </a:lnTo>
                <a:lnTo>
                  <a:pt x="800" y="12"/>
                </a:lnTo>
                <a:lnTo>
                  <a:pt x="791" y="12"/>
                </a:lnTo>
                <a:lnTo>
                  <a:pt x="782" y="12"/>
                </a:lnTo>
                <a:lnTo>
                  <a:pt x="774" y="12"/>
                </a:lnTo>
                <a:lnTo>
                  <a:pt x="765" y="12"/>
                </a:lnTo>
                <a:lnTo>
                  <a:pt x="756" y="15"/>
                </a:lnTo>
                <a:lnTo>
                  <a:pt x="747" y="15"/>
                </a:lnTo>
                <a:lnTo>
                  <a:pt x="738" y="15"/>
                </a:lnTo>
                <a:lnTo>
                  <a:pt x="729" y="15"/>
                </a:lnTo>
                <a:lnTo>
                  <a:pt x="721" y="18"/>
                </a:lnTo>
                <a:lnTo>
                  <a:pt x="712" y="18"/>
                </a:lnTo>
                <a:lnTo>
                  <a:pt x="703" y="18"/>
                </a:lnTo>
                <a:lnTo>
                  <a:pt x="694" y="18"/>
                </a:lnTo>
                <a:lnTo>
                  <a:pt x="685" y="18"/>
                </a:lnTo>
                <a:lnTo>
                  <a:pt x="676" y="18"/>
                </a:lnTo>
                <a:lnTo>
                  <a:pt x="668" y="21"/>
                </a:lnTo>
                <a:lnTo>
                  <a:pt x="659" y="28"/>
                </a:lnTo>
                <a:lnTo>
                  <a:pt x="650" y="31"/>
                </a:lnTo>
                <a:lnTo>
                  <a:pt x="641" y="37"/>
                </a:lnTo>
                <a:lnTo>
                  <a:pt x="632" y="40"/>
                </a:lnTo>
                <a:lnTo>
                  <a:pt x="624" y="50"/>
                </a:lnTo>
                <a:lnTo>
                  <a:pt x="615" y="53"/>
                </a:lnTo>
                <a:lnTo>
                  <a:pt x="606" y="56"/>
                </a:lnTo>
                <a:lnTo>
                  <a:pt x="594" y="59"/>
                </a:lnTo>
                <a:lnTo>
                  <a:pt x="585" y="62"/>
                </a:lnTo>
                <a:lnTo>
                  <a:pt x="576" y="65"/>
                </a:lnTo>
                <a:lnTo>
                  <a:pt x="568" y="65"/>
                </a:lnTo>
                <a:lnTo>
                  <a:pt x="559" y="65"/>
                </a:lnTo>
                <a:lnTo>
                  <a:pt x="550" y="59"/>
                </a:lnTo>
                <a:lnTo>
                  <a:pt x="541" y="53"/>
                </a:lnTo>
                <a:lnTo>
                  <a:pt x="532" y="50"/>
                </a:lnTo>
                <a:lnTo>
                  <a:pt x="523" y="43"/>
                </a:lnTo>
                <a:lnTo>
                  <a:pt x="512" y="43"/>
                </a:lnTo>
                <a:lnTo>
                  <a:pt x="500" y="40"/>
                </a:lnTo>
                <a:lnTo>
                  <a:pt x="497" y="31"/>
                </a:lnTo>
                <a:lnTo>
                  <a:pt x="488" y="28"/>
                </a:lnTo>
                <a:lnTo>
                  <a:pt x="479" y="28"/>
                </a:lnTo>
                <a:lnTo>
                  <a:pt x="468" y="28"/>
                </a:lnTo>
                <a:lnTo>
                  <a:pt x="459" y="28"/>
                </a:lnTo>
                <a:lnTo>
                  <a:pt x="450" y="28"/>
                </a:lnTo>
                <a:lnTo>
                  <a:pt x="450" y="37"/>
                </a:lnTo>
                <a:lnTo>
                  <a:pt x="450" y="46"/>
                </a:lnTo>
                <a:lnTo>
                  <a:pt x="459" y="53"/>
                </a:lnTo>
                <a:lnTo>
                  <a:pt x="465" y="62"/>
                </a:lnTo>
                <a:lnTo>
                  <a:pt x="473" y="71"/>
                </a:lnTo>
                <a:lnTo>
                  <a:pt x="479" y="81"/>
                </a:lnTo>
                <a:lnTo>
                  <a:pt x="485" y="90"/>
                </a:lnTo>
                <a:lnTo>
                  <a:pt x="491" y="100"/>
                </a:lnTo>
                <a:lnTo>
                  <a:pt x="482" y="93"/>
                </a:lnTo>
                <a:lnTo>
                  <a:pt x="473" y="84"/>
                </a:lnTo>
                <a:lnTo>
                  <a:pt x="465" y="78"/>
                </a:lnTo>
                <a:lnTo>
                  <a:pt x="456" y="71"/>
                </a:lnTo>
                <a:lnTo>
                  <a:pt x="447" y="65"/>
                </a:lnTo>
                <a:lnTo>
                  <a:pt x="438" y="56"/>
                </a:lnTo>
                <a:lnTo>
                  <a:pt x="429" y="46"/>
                </a:lnTo>
                <a:lnTo>
                  <a:pt x="420" y="40"/>
                </a:lnTo>
                <a:lnTo>
                  <a:pt x="412" y="37"/>
                </a:lnTo>
                <a:lnTo>
                  <a:pt x="400" y="34"/>
                </a:lnTo>
                <a:lnTo>
                  <a:pt x="391" y="34"/>
                </a:lnTo>
                <a:lnTo>
                  <a:pt x="382" y="34"/>
                </a:lnTo>
                <a:lnTo>
                  <a:pt x="373" y="34"/>
                </a:lnTo>
                <a:lnTo>
                  <a:pt x="364" y="31"/>
                </a:lnTo>
                <a:lnTo>
                  <a:pt x="356" y="31"/>
                </a:lnTo>
                <a:lnTo>
                  <a:pt x="347" y="31"/>
                </a:lnTo>
                <a:lnTo>
                  <a:pt x="338" y="31"/>
                </a:lnTo>
                <a:lnTo>
                  <a:pt x="326" y="31"/>
                </a:lnTo>
                <a:lnTo>
                  <a:pt x="317" y="31"/>
                </a:lnTo>
                <a:lnTo>
                  <a:pt x="309" y="34"/>
                </a:lnTo>
                <a:lnTo>
                  <a:pt x="300" y="34"/>
                </a:lnTo>
                <a:lnTo>
                  <a:pt x="288" y="34"/>
                </a:lnTo>
                <a:lnTo>
                  <a:pt x="276" y="34"/>
                </a:lnTo>
                <a:lnTo>
                  <a:pt x="267" y="34"/>
                </a:lnTo>
                <a:lnTo>
                  <a:pt x="259" y="34"/>
                </a:lnTo>
                <a:lnTo>
                  <a:pt x="250" y="40"/>
                </a:lnTo>
                <a:lnTo>
                  <a:pt x="241" y="43"/>
                </a:lnTo>
                <a:lnTo>
                  <a:pt x="238" y="53"/>
                </a:lnTo>
                <a:lnTo>
                  <a:pt x="238" y="62"/>
                </a:lnTo>
                <a:lnTo>
                  <a:pt x="229" y="71"/>
                </a:lnTo>
                <a:lnTo>
                  <a:pt x="220" y="75"/>
                </a:lnTo>
                <a:lnTo>
                  <a:pt x="211" y="75"/>
                </a:lnTo>
                <a:lnTo>
                  <a:pt x="203" y="75"/>
                </a:lnTo>
                <a:lnTo>
                  <a:pt x="194" y="75"/>
                </a:lnTo>
                <a:lnTo>
                  <a:pt x="185" y="78"/>
                </a:lnTo>
                <a:lnTo>
                  <a:pt x="176" y="81"/>
                </a:lnTo>
                <a:lnTo>
                  <a:pt x="164" y="81"/>
                </a:lnTo>
                <a:lnTo>
                  <a:pt x="156" y="81"/>
                </a:lnTo>
                <a:lnTo>
                  <a:pt x="147" y="81"/>
                </a:lnTo>
                <a:lnTo>
                  <a:pt x="138" y="78"/>
                </a:lnTo>
                <a:lnTo>
                  <a:pt x="132" y="68"/>
                </a:lnTo>
                <a:lnTo>
                  <a:pt x="123" y="65"/>
                </a:lnTo>
                <a:lnTo>
                  <a:pt x="114" y="59"/>
                </a:lnTo>
                <a:lnTo>
                  <a:pt x="105" y="56"/>
                </a:lnTo>
                <a:lnTo>
                  <a:pt x="97" y="53"/>
                </a:lnTo>
                <a:lnTo>
                  <a:pt x="88" y="53"/>
                </a:lnTo>
                <a:lnTo>
                  <a:pt x="79" y="50"/>
                </a:lnTo>
                <a:lnTo>
                  <a:pt x="70" y="43"/>
                </a:lnTo>
                <a:lnTo>
                  <a:pt x="61" y="40"/>
                </a:lnTo>
                <a:lnTo>
                  <a:pt x="52" y="34"/>
                </a:lnTo>
                <a:lnTo>
                  <a:pt x="44" y="31"/>
                </a:lnTo>
                <a:lnTo>
                  <a:pt x="35" y="28"/>
                </a:lnTo>
                <a:lnTo>
                  <a:pt x="26" y="21"/>
                </a:lnTo>
                <a:lnTo>
                  <a:pt x="17" y="18"/>
                </a:lnTo>
                <a:lnTo>
                  <a:pt x="5" y="3"/>
                </a:lnTo>
                <a:lnTo>
                  <a:pt x="0" y="12"/>
                </a:lnTo>
                <a:lnTo>
                  <a:pt x="3" y="1"/>
                </a:lnTo>
                <a:lnTo>
                  <a:pt x="3" y="1"/>
                </a:lnTo>
                <a:lnTo>
                  <a:pt x="5" y="4"/>
                </a:lnTo>
                <a:lnTo>
                  <a:pt x="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8" name="Freeform 4">
            <a:extLst>
              <a:ext uri="{FF2B5EF4-FFF2-40B4-BE49-F238E27FC236}">
                <a16:creationId xmlns:a16="http://schemas.microsoft.com/office/drawing/2014/main" id="{252E15B4-BAA8-2CEB-274B-DA7CE8A1AC0F}"/>
              </a:ext>
            </a:extLst>
          </p:cNvPr>
          <p:cNvSpPr>
            <a:spLocks/>
          </p:cNvSpPr>
          <p:nvPr/>
        </p:nvSpPr>
        <p:spPr bwMode="auto">
          <a:xfrm>
            <a:off x="385763" y="2073275"/>
            <a:ext cx="3468687" cy="133350"/>
          </a:xfrm>
          <a:custGeom>
            <a:avLst/>
            <a:gdLst>
              <a:gd name="T0" fmla="*/ 0 w 2185"/>
              <a:gd name="T1" fmla="*/ 83 h 84"/>
              <a:gd name="T2" fmla="*/ 48 w 2185"/>
              <a:gd name="T3" fmla="*/ 57 h 84"/>
              <a:gd name="T4" fmla="*/ 91 w 2185"/>
              <a:gd name="T5" fmla="*/ 32 h 84"/>
              <a:gd name="T6" fmla="*/ 126 w 2185"/>
              <a:gd name="T7" fmla="*/ 24 h 84"/>
              <a:gd name="T8" fmla="*/ 161 w 2185"/>
              <a:gd name="T9" fmla="*/ 28 h 84"/>
              <a:gd name="T10" fmla="*/ 197 w 2185"/>
              <a:gd name="T11" fmla="*/ 45 h 84"/>
              <a:gd name="T12" fmla="*/ 232 w 2185"/>
              <a:gd name="T13" fmla="*/ 57 h 84"/>
              <a:gd name="T14" fmla="*/ 271 w 2185"/>
              <a:gd name="T15" fmla="*/ 32 h 84"/>
              <a:gd name="T16" fmla="*/ 307 w 2185"/>
              <a:gd name="T17" fmla="*/ 24 h 84"/>
              <a:gd name="T18" fmla="*/ 342 w 2185"/>
              <a:gd name="T19" fmla="*/ 40 h 84"/>
              <a:gd name="T20" fmla="*/ 377 w 2185"/>
              <a:gd name="T21" fmla="*/ 61 h 84"/>
              <a:gd name="T22" fmla="*/ 413 w 2185"/>
              <a:gd name="T23" fmla="*/ 40 h 84"/>
              <a:gd name="T24" fmla="*/ 452 w 2185"/>
              <a:gd name="T25" fmla="*/ 28 h 84"/>
              <a:gd name="T26" fmla="*/ 487 w 2185"/>
              <a:gd name="T27" fmla="*/ 24 h 84"/>
              <a:gd name="T28" fmla="*/ 527 w 2185"/>
              <a:gd name="T29" fmla="*/ 16 h 84"/>
              <a:gd name="T30" fmla="*/ 570 w 2185"/>
              <a:gd name="T31" fmla="*/ 24 h 84"/>
              <a:gd name="T32" fmla="*/ 601 w 2185"/>
              <a:gd name="T33" fmla="*/ 53 h 84"/>
              <a:gd name="T34" fmla="*/ 640 w 2185"/>
              <a:gd name="T35" fmla="*/ 40 h 84"/>
              <a:gd name="T36" fmla="*/ 684 w 2185"/>
              <a:gd name="T37" fmla="*/ 32 h 84"/>
              <a:gd name="T38" fmla="*/ 723 w 2185"/>
              <a:gd name="T39" fmla="*/ 20 h 84"/>
              <a:gd name="T40" fmla="*/ 758 w 2185"/>
              <a:gd name="T41" fmla="*/ 20 h 84"/>
              <a:gd name="T42" fmla="*/ 794 w 2185"/>
              <a:gd name="T43" fmla="*/ 45 h 84"/>
              <a:gd name="T44" fmla="*/ 829 w 2185"/>
              <a:gd name="T45" fmla="*/ 53 h 84"/>
              <a:gd name="T46" fmla="*/ 864 w 2185"/>
              <a:gd name="T47" fmla="*/ 45 h 84"/>
              <a:gd name="T48" fmla="*/ 904 w 2185"/>
              <a:gd name="T49" fmla="*/ 36 h 84"/>
              <a:gd name="T50" fmla="*/ 939 w 2185"/>
              <a:gd name="T51" fmla="*/ 36 h 84"/>
              <a:gd name="T52" fmla="*/ 978 w 2185"/>
              <a:gd name="T53" fmla="*/ 32 h 84"/>
              <a:gd name="T54" fmla="*/ 1013 w 2185"/>
              <a:gd name="T55" fmla="*/ 16 h 84"/>
              <a:gd name="T56" fmla="*/ 1057 w 2185"/>
              <a:gd name="T57" fmla="*/ 16 h 84"/>
              <a:gd name="T58" fmla="*/ 1092 w 2185"/>
              <a:gd name="T59" fmla="*/ 40 h 84"/>
              <a:gd name="T60" fmla="*/ 1127 w 2185"/>
              <a:gd name="T61" fmla="*/ 49 h 84"/>
              <a:gd name="T62" fmla="*/ 1167 w 2185"/>
              <a:gd name="T63" fmla="*/ 32 h 84"/>
              <a:gd name="T64" fmla="*/ 1210 w 2185"/>
              <a:gd name="T65" fmla="*/ 12 h 84"/>
              <a:gd name="T66" fmla="*/ 1249 w 2185"/>
              <a:gd name="T67" fmla="*/ 8 h 84"/>
              <a:gd name="T68" fmla="*/ 1280 w 2185"/>
              <a:gd name="T69" fmla="*/ 16 h 84"/>
              <a:gd name="T70" fmla="*/ 1316 w 2185"/>
              <a:gd name="T71" fmla="*/ 45 h 84"/>
              <a:gd name="T72" fmla="*/ 1351 w 2185"/>
              <a:gd name="T73" fmla="*/ 57 h 84"/>
              <a:gd name="T74" fmla="*/ 1386 w 2185"/>
              <a:gd name="T75" fmla="*/ 32 h 84"/>
              <a:gd name="T76" fmla="*/ 1426 w 2185"/>
              <a:gd name="T77" fmla="*/ 20 h 84"/>
              <a:gd name="T78" fmla="*/ 1461 w 2185"/>
              <a:gd name="T79" fmla="*/ 16 h 84"/>
              <a:gd name="T80" fmla="*/ 1500 w 2185"/>
              <a:gd name="T81" fmla="*/ 12 h 84"/>
              <a:gd name="T82" fmla="*/ 1547 w 2185"/>
              <a:gd name="T83" fmla="*/ 40 h 84"/>
              <a:gd name="T84" fmla="*/ 1583 w 2185"/>
              <a:gd name="T85" fmla="*/ 61 h 84"/>
              <a:gd name="T86" fmla="*/ 1622 w 2185"/>
              <a:gd name="T87" fmla="*/ 49 h 84"/>
              <a:gd name="T88" fmla="*/ 1657 w 2185"/>
              <a:gd name="T89" fmla="*/ 28 h 84"/>
              <a:gd name="T90" fmla="*/ 1697 w 2185"/>
              <a:gd name="T91" fmla="*/ 16 h 84"/>
              <a:gd name="T92" fmla="*/ 1732 w 2185"/>
              <a:gd name="T93" fmla="*/ 8 h 84"/>
              <a:gd name="T94" fmla="*/ 1775 w 2185"/>
              <a:gd name="T95" fmla="*/ 28 h 84"/>
              <a:gd name="T96" fmla="*/ 1811 w 2185"/>
              <a:gd name="T97" fmla="*/ 40 h 84"/>
              <a:gd name="T98" fmla="*/ 1846 w 2185"/>
              <a:gd name="T99" fmla="*/ 28 h 84"/>
              <a:gd name="T100" fmla="*/ 1881 w 2185"/>
              <a:gd name="T101" fmla="*/ 8 h 84"/>
              <a:gd name="T102" fmla="*/ 1920 w 2185"/>
              <a:gd name="T103" fmla="*/ 0 h 84"/>
              <a:gd name="T104" fmla="*/ 1964 w 2185"/>
              <a:gd name="T105" fmla="*/ 8 h 84"/>
              <a:gd name="T106" fmla="*/ 1999 w 2185"/>
              <a:gd name="T107" fmla="*/ 24 h 84"/>
              <a:gd name="T108" fmla="*/ 2038 w 2185"/>
              <a:gd name="T109" fmla="*/ 36 h 84"/>
              <a:gd name="T110" fmla="*/ 2070 w 2185"/>
              <a:gd name="T111" fmla="*/ 16 h 84"/>
              <a:gd name="T112" fmla="*/ 2109 w 2185"/>
              <a:gd name="T113" fmla="*/ 36 h 84"/>
              <a:gd name="T114" fmla="*/ 2140 w 2185"/>
              <a:gd name="T115" fmla="*/ 57 h 84"/>
              <a:gd name="T116" fmla="*/ 2176 w 2185"/>
              <a:gd name="T117" fmla="*/ 69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85" h="84">
                <a:moveTo>
                  <a:pt x="0" y="79"/>
                </a:moveTo>
                <a:lnTo>
                  <a:pt x="0" y="73"/>
                </a:lnTo>
                <a:lnTo>
                  <a:pt x="0" y="83"/>
                </a:lnTo>
                <a:lnTo>
                  <a:pt x="24" y="49"/>
                </a:lnTo>
                <a:lnTo>
                  <a:pt x="36" y="49"/>
                </a:lnTo>
                <a:lnTo>
                  <a:pt x="48" y="57"/>
                </a:lnTo>
                <a:lnTo>
                  <a:pt x="63" y="49"/>
                </a:lnTo>
                <a:lnTo>
                  <a:pt x="79" y="36"/>
                </a:lnTo>
                <a:lnTo>
                  <a:pt x="91" y="32"/>
                </a:lnTo>
                <a:lnTo>
                  <a:pt x="103" y="32"/>
                </a:lnTo>
                <a:lnTo>
                  <a:pt x="114" y="28"/>
                </a:lnTo>
                <a:lnTo>
                  <a:pt x="126" y="24"/>
                </a:lnTo>
                <a:lnTo>
                  <a:pt x="138" y="24"/>
                </a:lnTo>
                <a:lnTo>
                  <a:pt x="150" y="28"/>
                </a:lnTo>
                <a:lnTo>
                  <a:pt x="161" y="28"/>
                </a:lnTo>
                <a:lnTo>
                  <a:pt x="173" y="32"/>
                </a:lnTo>
                <a:lnTo>
                  <a:pt x="185" y="40"/>
                </a:lnTo>
                <a:lnTo>
                  <a:pt x="197" y="45"/>
                </a:lnTo>
                <a:lnTo>
                  <a:pt x="209" y="49"/>
                </a:lnTo>
                <a:lnTo>
                  <a:pt x="220" y="53"/>
                </a:lnTo>
                <a:lnTo>
                  <a:pt x="232" y="57"/>
                </a:lnTo>
                <a:lnTo>
                  <a:pt x="248" y="53"/>
                </a:lnTo>
                <a:lnTo>
                  <a:pt x="264" y="45"/>
                </a:lnTo>
                <a:lnTo>
                  <a:pt x="271" y="32"/>
                </a:lnTo>
                <a:lnTo>
                  <a:pt x="283" y="32"/>
                </a:lnTo>
                <a:lnTo>
                  <a:pt x="295" y="28"/>
                </a:lnTo>
                <a:lnTo>
                  <a:pt x="307" y="24"/>
                </a:lnTo>
                <a:lnTo>
                  <a:pt x="319" y="20"/>
                </a:lnTo>
                <a:lnTo>
                  <a:pt x="330" y="32"/>
                </a:lnTo>
                <a:lnTo>
                  <a:pt x="342" y="40"/>
                </a:lnTo>
                <a:lnTo>
                  <a:pt x="354" y="53"/>
                </a:lnTo>
                <a:lnTo>
                  <a:pt x="366" y="61"/>
                </a:lnTo>
                <a:lnTo>
                  <a:pt x="377" y="61"/>
                </a:lnTo>
                <a:lnTo>
                  <a:pt x="389" y="53"/>
                </a:lnTo>
                <a:lnTo>
                  <a:pt x="401" y="49"/>
                </a:lnTo>
                <a:lnTo>
                  <a:pt x="413" y="40"/>
                </a:lnTo>
                <a:lnTo>
                  <a:pt x="425" y="36"/>
                </a:lnTo>
                <a:lnTo>
                  <a:pt x="436" y="32"/>
                </a:lnTo>
                <a:lnTo>
                  <a:pt x="452" y="28"/>
                </a:lnTo>
                <a:lnTo>
                  <a:pt x="464" y="28"/>
                </a:lnTo>
                <a:lnTo>
                  <a:pt x="476" y="24"/>
                </a:lnTo>
                <a:lnTo>
                  <a:pt x="487" y="24"/>
                </a:lnTo>
                <a:lnTo>
                  <a:pt x="499" y="24"/>
                </a:lnTo>
                <a:lnTo>
                  <a:pt x="511" y="20"/>
                </a:lnTo>
                <a:lnTo>
                  <a:pt x="527" y="16"/>
                </a:lnTo>
                <a:lnTo>
                  <a:pt x="542" y="16"/>
                </a:lnTo>
                <a:lnTo>
                  <a:pt x="558" y="12"/>
                </a:lnTo>
                <a:lnTo>
                  <a:pt x="570" y="24"/>
                </a:lnTo>
                <a:lnTo>
                  <a:pt x="578" y="36"/>
                </a:lnTo>
                <a:lnTo>
                  <a:pt x="585" y="49"/>
                </a:lnTo>
                <a:lnTo>
                  <a:pt x="601" y="53"/>
                </a:lnTo>
                <a:lnTo>
                  <a:pt x="613" y="49"/>
                </a:lnTo>
                <a:lnTo>
                  <a:pt x="629" y="45"/>
                </a:lnTo>
                <a:lnTo>
                  <a:pt x="640" y="40"/>
                </a:lnTo>
                <a:lnTo>
                  <a:pt x="656" y="36"/>
                </a:lnTo>
                <a:lnTo>
                  <a:pt x="672" y="36"/>
                </a:lnTo>
                <a:lnTo>
                  <a:pt x="684" y="32"/>
                </a:lnTo>
                <a:lnTo>
                  <a:pt x="695" y="28"/>
                </a:lnTo>
                <a:lnTo>
                  <a:pt x="711" y="24"/>
                </a:lnTo>
                <a:lnTo>
                  <a:pt x="723" y="20"/>
                </a:lnTo>
                <a:lnTo>
                  <a:pt x="735" y="16"/>
                </a:lnTo>
                <a:lnTo>
                  <a:pt x="746" y="12"/>
                </a:lnTo>
                <a:lnTo>
                  <a:pt x="758" y="20"/>
                </a:lnTo>
                <a:lnTo>
                  <a:pt x="770" y="28"/>
                </a:lnTo>
                <a:lnTo>
                  <a:pt x="782" y="36"/>
                </a:lnTo>
                <a:lnTo>
                  <a:pt x="794" y="45"/>
                </a:lnTo>
                <a:lnTo>
                  <a:pt x="805" y="53"/>
                </a:lnTo>
                <a:lnTo>
                  <a:pt x="817" y="53"/>
                </a:lnTo>
                <a:lnTo>
                  <a:pt x="829" y="53"/>
                </a:lnTo>
                <a:lnTo>
                  <a:pt x="841" y="49"/>
                </a:lnTo>
                <a:lnTo>
                  <a:pt x="852" y="45"/>
                </a:lnTo>
                <a:lnTo>
                  <a:pt x="864" y="45"/>
                </a:lnTo>
                <a:lnTo>
                  <a:pt x="876" y="40"/>
                </a:lnTo>
                <a:lnTo>
                  <a:pt x="892" y="40"/>
                </a:lnTo>
                <a:lnTo>
                  <a:pt x="904" y="36"/>
                </a:lnTo>
                <a:lnTo>
                  <a:pt x="915" y="36"/>
                </a:lnTo>
                <a:lnTo>
                  <a:pt x="927" y="36"/>
                </a:lnTo>
                <a:lnTo>
                  <a:pt x="939" y="36"/>
                </a:lnTo>
                <a:lnTo>
                  <a:pt x="951" y="36"/>
                </a:lnTo>
                <a:lnTo>
                  <a:pt x="962" y="36"/>
                </a:lnTo>
                <a:lnTo>
                  <a:pt x="978" y="32"/>
                </a:lnTo>
                <a:lnTo>
                  <a:pt x="990" y="28"/>
                </a:lnTo>
                <a:lnTo>
                  <a:pt x="1002" y="20"/>
                </a:lnTo>
                <a:lnTo>
                  <a:pt x="1013" y="16"/>
                </a:lnTo>
                <a:lnTo>
                  <a:pt x="1025" y="12"/>
                </a:lnTo>
                <a:lnTo>
                  <a:pt x="1041" y="8"/>
                </a:lnTo>
                <a:lnTo>
                  <a:pt x="1057" y="16"/>
                </a:lnTo>
                <a:lnTo>
                  <a:pt x="1068" y="28"/>
                </a:lnTo>
                <a:lnTo>
                  <a:pt x="1080" y="36"/>
                </a:lnTo>
                <a:lnTo>
                  <a:pt x="1092" y="40"/>
                </a:lnTo>
                <a:lnTo>
                  <a:pt x="1104" y="49"/>
                </a:lnTo>
                <a:lnTo>
                  <a:pt x="1116" y="49"/>
                </a:lnTo>
                <a:lnTo>
                  <a:pt x="1127" y="49"/>
                </a:lnTo>
                <a:lnTo>
                  <a:pt x="1143" y="45"/>
                </a:lnTo>
                <a:lnTo>
                  <a:pt x="1155" y="40"/>
                </a:lnTo>
                <a:lnTo>
                  <a:pt x="1167" y="32"/>
                </a:lnTo>
                <a:lnTo>
                  <a:pt x="1182" y="24"/>
                </a:lnTo>
                <a:lnTo>
                  <a:pt x="1194" y="20"/>
                </a:lnTo>
                <a:lnTo>
                  <a:pt x="1210" y="12"/>
                </a:lnTo>
                <a:lnTo>
                  <a:pt x="1222" y="12"/>
                </a:lnTo>
                <a:lnTo>
                  <a:pt x="1233" y="12"/>
                </a:lnTo>
                <a:lnTo>
                  <a:pt x="1249" y="8"/>
                </a:lnTo>
                <a:lnTo>
                  <a:pt x="1261" y="4"/>
                </a:lnTo>
                <a:lnTo>
                  <a:pt x="1273" y="4"/>
                </a:lnTo>
                <a:lnTo>
                  <a:pt x="1280" y="16"/>
                </a:lnTo>
                <a:lnTo>
                  <a:pt x="1292" y="24"/>
                </a:lnTo>
                <a:lnTo>
                  <a:pt x="1304" y="32"/>
                </a:lnTo>
                <a:lnTo>
                  <a:pt x="1316" y="45"/>
                </a:lnTo>
                <a:lnTo>
                  <a:pt x="1328" y="53"/>
                </a:lnTo>
                <a:lnTo>
                  <a:pt x="1339" y="57"/>
                </a:lnTo>
                <a:lnTo>
                  <a:pt x="1351" y="57"/>
                </a:lnTo>
                <a:lnTo>
                  <a:pt x="1363" y="49"/>
                </a:lnTo>
                <a:lnTo>
                  <a:pt x="1375" y="40"/>
                </a:lnTo>
                <a:lnTo>
                  <a:pt x="1386" y="32"/>
                </a:lnTo>
                <a:lnTo>
                  <a:pt x="1398" y="28"/>
                </a:lnTo>
                <a:lnTo>
                  <a:pt x="1410" y="24"/>
                </a:lnTo>
                <a:lnTo>
                  <a:pt x="1426" y="20"/>
                </a:lnTo>
                <a:lnTo>
                  <a:pt x="1438" y="20"/>
                </a:lnTo>
                <a:lnTo>
                  <a:pt x="1449" y="20"/>
                </a:lnTo>
                <a:lnTo>
                  <a:pt x="1461" y="16"/>
                </a:lnTo>
                <a:lnTo>
                  <a:pt x="1473" y="16"/>
                </a:lnTo>
                <a:lnTo>
                  <a:pt x="1485" y="8"/>
                </a:lnTo>
                <a:lnTo>
                  <a:pt x="1500" y="12"/>
                </a:lnTo>
                <a:lnTo>
                  <a:pt x="1520" y="24"/>
                </a:lnTo>
                <a:lnTo>
                  <a:pt x="1532" y="28"/>
                </a:lnTo>
                <a:lnTo>
                  <a:pt x="1547" y="40"/>
                </a:lnTo>
                <a:lnTo>
                  <a:pt x="1559" y="45"/>
                </a:lnTo>
                <a:lnTo>
                  <a:pt x="1571" y="53"/>
                </a:lnTo>
                <a:lnTo>
                  <a:pt x="1583" y="61"/>
                </a:lnTo>
                <a:lnTo>
                  <a:pt x="1595" y="61"/>
                </a:lnTo>
                <a:lnTo>
                  <a:pt x="1606" y="57"/>
                </a:lnTo>
                <a:lnTo>
                  <a:pt x="1622" y="49"/>
                </a:lnTo>
                <a:lnTo>
                  <a:pt x="1634" y="36"/>
                </a:lnTo>
                <a:lnTo>
                  <a:pt x="1646" y="32"/>
                </a:lnTo>
                <a:lnTo>
                  <a:pt x="1657" y="28"/>
                </a:lnTo>
                <a:lnTo>
                  <a:pt x="1669" y="24"/>
                </a:lnTo>
                <a:lnTo>
                  <a:pt x="1685" y="20"/>
                </a:lnTo>
                <a:lnTo>
                  <a:pt x="1697" y="16"/>
                </a:lnTo>
                <a:lnTo>
                  <a:pt x="1708" y="12"/>
                </a:lnTo>
                <a:lnTo>
                  <a:pt x="1720" y="8"/>
                </a:lnTo>
                <a:lnTo>
                  <a:pt x="1732" y="8"/>
                </a:lnTo>
                <a:lnTo>
                  <a:pt x="1744" y="12"/>
                </a:lnTo>
                <a:lnTo>
                  <a:pt x="1763" y="20"/>
                </a:lnTo>
                <a:lnTo>
                  <a:pt x="1775" y="28"/>
                </a:lnTo>
                <a:lnTo>
                  <a:pt x="1787" y="32"/>
                </a:lnTo>
                <a:lnTo>
                  <a:pt x="1799" y="36"/>
                </a:lnTo>
                <a:lnTo>
                  <a:pt x="1811" y="40"/>
                </a:lnTo>
                <a:lnTo>
                  <a:pt x="1822" y="40"/>
                </a:lnTo>
                <a:lnTo>
                  <a:pt x="1834" y="32"/>
                </a:lnTo>
                <a:lnTo>
                  <a:pt x="1846" y="28"/>
                </a:lnTo>
                <a:lnTo>
                  <a:pt x="1858" y="20"/>
                </a:lnTo>
                <a:lnTo>
                  <a:pt x="1869" y="12"/>
                </a:lnTo>
                <a:lnTo>
                  <a:pt x="1881" y="8"/>
                </a:lnTo>
                <a:lnTo>
                  <a:pt x="1897" y="4"/>
                </a:lnTo>
                <a:lnTo>
                  <a:pt x="1909" y="0"/>
                </a:lnTo>
                <a:lnTo>
                  <a:pt x="1920" y="0"/>
                </a:lnTo>
                <a:lnTo>
                  <a:pt x="1936" y="0"/>
                </a:lnTo>
                <a:lnTo>
                  <a:pt x="1948" y="4"/>
                </a:lnTo>
                <a:lnTo>
                  <a:pt x="1964" y="8"/>
                </a:lnTo>
                <a:lnTo>
                  <a:pt x="1975" y="12"/>
                </a:lnTo>
                <a:lnTo>
                  <a:pt x="1987" y="20"/>
                </a:lnTo>
                <a:lnTo>
                  <a:pt x="1999" y="24"/>
                </a:lnTo>
                <a:lnTo>
                  <a:pt x="2015" y="28"/>
                </a:lnTo>
                <a:lnTo>
                  <a:pt x="2026" y="36"/>
                </a:lnTo>
                <a:lnTo>
                  <a:pt x="2038" y="36"/>
                </a:lnTo>
                <a:lnTo>
                  <a:pt x="2046" y="24"/>
                </a:lnTo>
                <a:lnTo>
                  <a:pt x="2058" y="16"/>
                </a:lnTo>
                <a:lnTo>
                  <a:pt x="2070" y="16"/>
                </a:lnTo>
                <a:lnTo>
                  <a:pt x="2081" y="20"/>
                </a:lnTo>
                <a:lnTo>
                  <a:pt x="2097" y="28"/>
                </a:lnTo>
                <a:lnTo>
                  <a:pt x="2109" y="36"/>
                </a:lnTo>
                <a:lnTo>
                  <a:pt x="2121" y="40"/>
                </a:lnTo>
                <a:lnTo>
                  <a:pt x="2129" y="53"/>
                </a:lnTo>
                <a:lnTo>
                  <a:pt x="2140" y="57"/>
                </a:lnTo>
                <a:lnTo>
                  <a:pt x="2152" y="61"/>
                </a:lnTo>
                <a:lnTo>
                  <a:pt x="2178" y="83"/>
                </a:lnTo>
                <a:lnTo>
                  <a:pt x="2176" y="69"/>
                </a:lnTo>
                <a:lnTo>
                  <a:pt x="2184" y="62"/>
                </a:lnTo>
                <a:lnTo>
                  <a:pt x="2184" y="83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279" name="Group 15">
            <a:extLst>
              <a:ext uri="{FF2B5EF4-FFF2-40B4-BE49-F238E27FC236}">
                <a16:creationId xmlns:a16="http://schemas.microsoft.com/office/drawing/2014/main" id="{D171FEB3-0668-F90F-DC5A-54D1DF7145BF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2830513"/>
            <a:ext cx="3843337" cy="881062"/>
            <a:chOff x="203" y="1783"/>
            <a:chExt cx="2421" cy="555"/>
          </a:xfrm>
        </p:grpSpPr>
        <p:sp>
          <p:nvSpPr>
            <p:cNvPr id="11269" name="Rectangle 5">
              <a:extLst>
                <a:ext uri="{FF2B5EF4-FFF2-40B4-BE49-F238E27FC236}">
                  <a16:creationId xmlns:a16="http://schemas.microsoft.com/office/drawing/2014/main" id="{AD11C5B3-97F4-F03F-78DC-BF7BB2FE8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" y="1783"/>
              <a:ext cx="2421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GrossPay   PIC 9(4)V99 </a:t>
              </a:r>
              <a:r>
                <a:rPr lang="en-US" altLang="en-US" sz="1200" b="1">
                  <a:solidFill>
                    <a:srgbClr val="CC0000"/>
                  </a:solidFill>
                  <a:latin typeface="Courier New" panose="02070309020205020404" pitchFamily="49" charset="0"/>
                </a:rPr>
                <a:t>VALUE 7325.78</a:t>
              </a:r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.</a:t>
              </a:r>
            </a:p>
          </p:txBody>
        </p:sp>
        <p:sp>
          <p:nvSpPr>
            <p:cNvPr id="11270" name="Rectangle 6">
              <a:extLst>
                <a:ext uri="{FF2B5EF4-FFF2-40B4-BE49-F238E27FC236}">
                  <a16:creationId xmlns:a16="http://schemas.microsoft.com/office/drawing/2014/main" id="{5FBD7207-BCF6-0402-E722-114FBF235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11271" name="Rectangle 7">
              <a:extLst>
                <a:ext uri="{FF2B5EF4-FFF2-40B4-BE49-F238E27FC236}">
                  <a16:creationId xmlns:a16="http://schemas.microsoft.com/office/drawing/2014/main" id="{245398C1-31E7-C370-02AB-685AC5BC5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11272" name="Rectangle 8">
              <a:extLst>
                <a:ext uri="{FF2B5EF4-FFF2-40B4-BE49-F238E27FC236}">
                  <a16:creationId xmlns:a16="http://schemas.microsoft.com/office/drawing/2014/main" id="{1996F4F4-44E2-2F73-EC5C-BE260803F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11273" name="Rectangle 9">
              <a:extLst>
                <a:ext uri="{FF2B5EF4-FFF2-40B4-BE49-F238E27FC236}">
                  <a16:creationId xmlns:a16="http://schemas.microsoft.com/office/drawing/2014/main" id="{B9681B09-9137-62A8-71B8-4AA6C55C6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11274" name="Rectangle 10">
              <a:extLst>
                <a:ext uri="{FF2B5EF4-FFF2-40B4-BE49-F238E27FC236}">
                  <a16:creationId xmlns:a16="http://schemas.microsoft.com/office/drawing/2014/main" id="{98C7E4BD-463A-300E-0187-EF84C4D9B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11275" name="Rectangle 11">
              <a:extLst>
                <a:ext uri="{FF2B5EF4-FFF2-40B4-BE49-F238E27FC236}">
                  <a16:creationId xmlns:a16="http://schemas.microsoft.com/office/drawing/2014/main" id="{15E22043-0E39-51B9-51A9-275F20605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8</a:t>
              </a:r>
            </a:p>
          </p:txBody>
        </p:sp>
        <p:sp>
          <p:nvSpPr>
            <p:cNvPr id="11276" name="Rectangle 12">
              <a:extLst>
                <a:ext uri="{FF2B5EF4-FFF2-40B4-BE49-F238E27FC236}">
                  <a16:creationId xmlns:a16="http://schemas.microsoft.com/office/drawing/2014/main" id="{DC528BE5-EF44-F43C-38A2-198976B63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" y="1919"/>
              <a:ext cx="878" cy="20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7" name="Rectangle 13">
              <a:extLst>
                <a:ext uri="{FF2B5EF4-FFF2-40B4-BE49-F238E27FC236}">
                  <a16:creationId xmlns:a16="http://schemas.microsoft.com/office/drawing/2014/main" id="{88AFD874-7560-9189-363E-56D7CEA7F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2177"/>
              <a:ext cx="48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en-US" sz="2400" b="1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1278" name="Line 14">
              <a:extLst>
                <a:ext uri="{FF2B5EF4-FFF2-40B4-BE49-F238E27FC236}">
                  <a16:creationId xmlns:a16="http://schemas.microsoft.com/office/drawing/2014/main" id="{FD7F8617-AFF4-4F7F-7977-C9276639B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2130"/>
              <a:ext cx="0" cy="120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80" name="AutoShape 16">
            <a:extLst>
              <a:ext uri="{FF2B5EF4-FFF2-40B4-BE49-F238E27FC236}">
                <a16:creationId xmlns:a16="http://schemas.microsoft.com/office/drawing/2014/main" id="{F6DE653E-BA01-D900-1415-EE7CB54A18D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438275" y="3502025"/>
            <a:ext cx="1774825" cy="226219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The assumed decimal point  </a:t>
            </a:r>
          </a:p>
        </p:txBody>
      </p:sp>
      <p:sp>
        <p:nvSpPr>
          <p:cNvPr id="11281" name="Rectangle 17">
            <a:extLst>
              <a:ext uri="{FF2B5EF4-FFF2-40B4-BE49-F238E27FC236}">
                <a16:creationId xmlns:a16="http://schemas.microsoft.com/office/drawing/2014/main" id="{3C8C5642-FCCF-D0CD-B815-0F89C0C7E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6688"/>
            <a:ext cx="66675" cy="209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0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0" name="Group 12">
            <a:extLst>
              <a:ext uri="{FF2B5EF4-FFF2-40B4-BE49-F238E27FC236}">
                <a16:creationId xmlns:a16="http://schemas.microsoft.com/office/drawing/2014/main" id="{83780496-B791-599E-3BB9-94D99F038E0D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2830513"/>
            <a:ext cx="3841750" cy="881062"/>
            <a:chOff x="203" y="1783"/>
            <a:chExt cx="2420" cy="555"/>
          </a:xfrm>
        </p:grpSpPr>
        <p:sp>
          <p:nvSpPr>
            <p:cNvPr id="12290" name="Rectangle 2">
              <a:extLst>
                <a:ext uri="{FF2B5EF4-FFF2-40B4-BE49-F238E27FC236}">
                  <a16:creationId xmlns:a16="http://schemas.microsoft.com/office/drawing/2014/main" id="{BD47FD8E-53E0-5043-E579-2B5B1F560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" y="1783"/>
              <a:ext cx="2420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GrossPay   PIC 9(4)V99 VALUE 7325.78.</a:t>
              </a:r>
            </a:p>
          </p:txBody>
        </p:sp>
        <p:sp>
          <p:nvSpPr>
            <p:cNvPr id="12291" name="Rectangle 3">
              <a:extLst>
                <a:ext uri="{FF2B5EF4-FFF2-40B4-BE49-F238E27FC236}">
                  <a16:creationId xmlns:a16="http://schemas.microsoft.com/office/drawing/2014/main" id="{5C4902E5-9DA1-A745-B55D-7C94098DF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0099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2292" name="Rectangle 4">
              <a:extLst>
                <a:ext uri="{FF2B5EF4-FFF2-40B4-BE49-F238E27FC236}">
                  <a16:creationId xmlns:a16="http://schemas.microsoft.com/office/drawing/2014/main" id="{C797DB3C-922B-A23E-2796-A7D820B77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0099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2293" name="Rectangle 5">
              <a:extLst>
                <a:ext uri="{FF2B5EF4-FFF2-40B4-BE49-F238E27FC236}">
                  <a16:creationId xmlns:a16="http://schemas.microsoft.com/office/drawing/2014/main" id="{8FE2A065-1356-9FB1-1673-ACF3240C1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12294" name="Rectangle 6">
              <a:extLst>
                <a:ext uri="{FF2B5EF4-FFF2-40B4-BE49-F238E27FC236}">
                  <a16:creationId xmlns:a16="http://schemas.microsoft.com/office/drawing/2014/main" id="{E5B75EDA-4291-F39A-0795-DFECF377F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2295" name="Rectangle 7">
              <a:extLst>
                <a:ext uri="{FF2B5EF4-FFF2-40B4-BE49-F238E27FC236}">
                  <a16:creationId xmlns:a16="http://schemas.microsoft.com/office/drawing/2014/main" id="{3510A22E-61B9-223D-4522-A9802512E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12296" name="Rectangle 8">
              <a:extLst>
                <a:ext uri="{FF2B5EF4-FFF2-40B4-BE49-F238E27FC236}">
                  <a16:creationId xmlns:a16="http://schemas.microsoft.com/office/drawing/2014/main" id="{A95B9D46-11B2-51C9-A8B0-A3EE6AA42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0099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2297" name="Rectangle 9">
              <a:extLst>
                <a:ext uri="{FF2B5EF4-FFF2-40B4-BE49-F238E27FC236}">
                  <a16:creationId xmlns:a16="http://schemas.microsoft.com/office/drawing/2014/main" id="{5C7F0AE6-1944-020F-33BA-9D2E72AA8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" y="1919"/>
              <a:ext cx="878" cy="20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8" name="Rectangle 10">
              <a:extLst>
                <a:ext uri="{FF2B5EF4-FFF2-40B4-BE49-F238E27FC236}">
                  <a16:creationId xmlns:a16="http://schemas.microsoft.com/office/drawing/2014/main" id="{FDD16054-254E-F949-FD4E-F12E8885A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2177"/>
              <a:ext cx="48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en-US" sz="2400" b="1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2299" name="Line 11">
              <a:extLst>
                <a:ext uri="{FF2B5EF4-FFF2-40B4-BE49-F238E27FC236}">
                  <a16:creationId xmlns:a16="http://schemas.microsoft.com/office/drawing/2014/main" id="{EEF3CD29-95FF-FB86-B3E5-022BB9AF4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2130"/>
              <a:ext cx="0" cy="120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FB5F9F2B-6B90-5976-F6D2-9FD53F363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82575"/>
            <a:ext cx="3427412" cy="191135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12.4 TO GrossPay.</a:t>
            </a:r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123.456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12345.757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ZEROS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256347 TO GrossPay.</a:t>
            </a:r>
          </a:p>
        </p:txBody>
      </p:sp>
      <p:sp>
        <p:nvSpPr>
          <p:cNvPr id="12302" name="Freeform 14">
            <a:extLst>
              <a:ext uri="{FF2B5EF4-FFF2-40B4-BE49-F238E27FC236}">
                <a16:creationId xmlns:a16="http://schemas.microsoft.com/office/drawing/2014/main" id="{09658CC3-BB55-6B57-42C0-6E0D8295CF24}"/>
              </a:ext>
            </a:extLst>
          </p:cNvPr>
          <p:cNvSpPr>
            <a:spLocks/>
          </p:cNvSpPr>
          <p:nvPr/>
        </p:nvSpPr>
        <p:spPr bwMode="auto">
          <a:xfrm>
            <a:off x="385763" y="260350"/>
            <a:ext cx="3468687" cy="160338"/>
          </a:xfrm>
          <a:custGeom>
            <a:avLst/>
            <a:gdLst>
              <a:gd name="T0" fmla="*/ 2178 w 2185"/>
              <a:gd name="T1" fmla="*/ 3 h 101"/>
              <a:gd name="T2" fmla="*/ 2122 w 2185"/>
              <a:gd name="T3" fmla="*/ 34 h 101"/>
              <a:gd name="T4" fmla="*/ 2078 w 2185"/>
              <a:gd name="T5" fmla="*/ 34 h 101"/>
              <a:gd name="T6" fmla="*/ 2039 w 2185"/>
              <a:gd name="T7" fmla="*/ 62 h 101"/>
              <a:gd name="T8" fmla="*/ 1992 w 2185"/>
              <a:gd name="T9" fmla="*/ 40 h 101"/>
              <a:gd name="T10" fmla="*/ 1945 w 2185"/>
              <a:gd name="T11" fmla="*/ 28 h 101"/>
              <a:gd name="T12" fmla="*/ 1901 w 2185"/>
              <a:gd name="T13" fmla="*/ 15 h 101"/>
              <a:gd name="T14" fmla="*/ 1857 w 2185"/>
              <a:gd name="T15" fmla="*/ 37 h 101"/>
              <a:gd name="T16" fmla="*/ 1819 w 2185"/>
              <a:gd name="T17" fmla="*/ 56 h 101"/>
              <a:gd name="T18" fmla="*/ 1774 w 2185"/>
              <a:gd name="T19" fmla="*/ 75 h 101"/>
              <a:gd name="T20" fmla="*/ 1727 w 2185"/>
              <a:gd name="T21" fmla="*/ 59 h 101"/>
              <a:gd name="T22" fmla="*/ 1683 w 2185"/>
              <a:gd name="T23" fmla="*/ 43 h 101"/>
              <a:gd name="T24" fmla="*/ 1633 w 2185"/>
              <a:gd name="T25" fmla="*/ 34 h 101"/>
              <a:gd name="T26" fmla="*/ 1589 w 2185"/>
              <a:gd name="T27" fmla="*/ 28 h 101"/>
              <a:gd name="T28" fmla="*/ 1542 w 2185"/>
              <a:gd name="T29" fmla="*/ 25 h 101"/>
              <a:gd name="T30" fmla="*/ 1501 w 2185"/>
              <a:gd name="T31" fmla="*/ 34 h 101"/>
              <a:gd name="T32" fmla="*/ 1456 w 2185"/>
              <a:gd name="T33" fmla="*/ 56 h 101"/>
              <a:gd name="T34" fmla="*/ 1412 w 2185"/>
              <a:gd name="T35" fmla="*/ 43 h 101"/>
              <a:gd name="T36" fmla="*/ 1368 w 2185"/>
              <a:gd name="T37" fmla="*/ 25 h 101"/>
              <a:gd name="T38" fmla="*/ 1321 w 2185"/>
              <a:gd name="T39" fmla="*/ 15 h 101"/>
              <a:gd name="T40" fmla="*/ 1277 w 2185"/>
              <a:gd name="T41" fmla="*/ 12 h 101"/>
              <a:gd name="T42" fmla="*/ 1233 w 2185"/>
              <a:gd name="T43" fmla="*/ 43 h 101"/>
              <a:gd name="T44" fmla="*/ 1189 w 2185"/>
              <a:gd name="T45" fmla="*/ 56 h 101"/>
              <a:gd name="T46" fmla="*/ 1139 w 2185"/>
              <a:gd name="T47" fmla="*/ 65 h 101"/>
              <a:gd name="T48" fmla="*/ 1094 w 2185"/>
              <a:gd name="T49" fmla="*/ 68 h 101"/>
              <a:gd name="T50" fmla="*/ 1047 w 2185"/>
              <a:gd name="T51" fmla="*/ 37 h 101"/>
              <a:gd name="T52" fmla="*/ 1000 w 2185"/>
              <a:gd name="T53" fmla="*/ 21 h 101"/>
              <a:gd name="T54" fmla="*/ 953 w 2185"/>
              <a:gd name="T55" fmla="*/ 40 h 101"/>
              <a:gd name="T56" fmla="*/ 906 w 2185"/>
              <a:gd name="T57" fmla="*/ 59 h 101"/>
              <a:gd name="T58" fmla="*/ 862 w 2185"/>
              <a:gd name="T59" fmla="*/ 34 h 101"/>
              <a:gd name="T60" fmla="*/ 818 w 2185"/>
              <a:gd name="T61" fmla="*/ 9 h 101"/>
              <a:gd name="T62" fmla="*/ 774 w 2185"/>
              <a:gd name="T63" fmla="*/ 12 h 101"/>
              <a:gd name="T64" fmla="*/ 729 w 2185"/>
              <a:gd name="T65" fmla="*/ 15 h 101"/>
              <a:gd name="T66" fmla="*/ 685 w 2185"/>
              <a:gd name="T67" fmla="*/ 18 h 101"/>
              <a:gd name="T68" fmla="*/ 641 w 2185"/>
              <a:gd name="T69" fmla="*/ 37 h 101"/>
              <a:gd name="T70" fmla="*/ 594 w 2185"/>
              <a:gd name="T71" fmla="*/ 59 h 101"/>
              <a:gd name="T72" fmla="*/ 550 w 2185"/>
              <a:gd name="T73" fmla="*/ 59 h 101"/>
              <a:gd name="T74" fmla="*/ 500 w 2185"/>
              <a:gd name="T75" fmla="*/ 40 h 101"/>
              <a:gd name="T76" fmla="*/ 459 w 2185"/>
              <a:gd name="T77" fmla="*/ 28 h 101"/>
              <a:gd name="T78" fmla="*/ 465 w 2185"/>
              <a:gd name="T79" fmla="*/ 62 h 101"/>
              <a:gd name="T80" fmla="*/ 482 w 2185"/>
              <a:gd name="T81" fmla="*/ 93 h 101"/>
              <a:gd name="T82" fmla="*/ 438 w 2185"/>
              <a:gd name="T83" fmla="*/ 56 h 101"/>
              <a:gd name="T84" fmla="*/ 391 w 2185"/>
              <a:gd name="T85" fmla="*/ 34 h 101"/>
              <a:gd name="T86" fmla="*/ 347 w 2185"/>
              <a:gd name="T87" fmla="*/ 31 h 101"/>
              <a:gd name="T88" fmla="*/ 300 w 2185"/>
              <a:gd name="T89" fmla="*/ 34 h 101"/>
              <a:gd name="T90" fmla="*/ 250 w 2185"/>
              <a:gd name="T91" fmla="*/ 40 h 101"/>
              <a:gd name="T92" fmla="*/ 220 w 2185"/>
              <a:gd name="T93" fmla="*/ 75 h 101"/>
              <a:gd name="T94" fmla="*/ 176 w 2185"/>
              <a:gd name="T95" fmla="*/ 81 h 101"/>
              <a:gd name="T96" fmla="*/ 132 w 2185"/>
              <a:gd name="T97" fmla="*/ 68 h 101"/>
              <a:gd name="T98" fmla="*/ 88 w 2185"/>
              <a:gd name="T99" fmla="*/ 53 h 101"/>
              <a:gd name="T100" fmla="*/ 44 w 2185"/>
              <a:gd name="T101" fmla="*/ 31 h 101"/>
              <a:gd name="T102" fmla="*/ 0 w 2185"/>
              <a:gd name="T103" fmla="*/ 1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85" h="101">
                <a:moveTo>
                  <a:pt x="2184" y="7"/>
                </a:moveTo>
                <a:lnTo>
                  <a:pt x="2178" y="1"/>
                </a:lnTo>
                <a:lnTo>
                  <a:pt x="2184" y="0"/>
                </a:lnTo>
                <a:lnTo>
                  <a:pt x="2183" y="3"/>
                </a:lnTo>
                <a:lnTo>
                  <a:pt x="2178" y="3"/>
                </a:lnTo>
                <a:lnTo>
                  <a:pt x="2160" y="12"/>
                </a:lnTo>
                <a:lnTo>
                  <a:pt x="2148" y="21"/>
                </a:lnTo>
                <a:lnTo>
                  <a:pt x="2139" y="31"/>
                </a:lnTo>
                <a:lnTo>
                  <a:pt x="2131" y="31"/>
                </a:lnTo>
                <a:lnTo>
                  <a:pt x="2122" y="34"/>
                </a:lnTo>
                <a:lnTo>
                  <a:pt x="2113" y="34"/>
                </a:lnTo>
                <a:lnTo>
                  <a:pt x="2104" y="34"/>
                </a:lnTo>
                <a:lnTo>
                  <a:pt x="2095" y="34"/>
                </a:lnTo>
                <a:lnTo>
                  <a:pt x="2086" y="34"/>
                </a:lnTo>
                <a:lnTo>
                  <a:pt x="2078" y="34"/>
                </a:lnTo>
                <a:lnTo>
                  <a:pt x="2069" y="40"/>
                </a:lnTo>
                <a:lnTo>
                  <a:pt x="2063" y="50"/>
                </a:lnTo>
                <a:lnTo>
                  <a:pt x="2057" y="59"/>
                </a:lnTo>
                <a:lnTo>
                  <a:pt x="2048" y="62"/>
                </a:lnTo>
                <a:lnTo>
                  <a:pt x="2039" y="62"/>
                </a:lnTo>
                <a:lnTo>
                  <a:pt x="2030" y="56"/>
                </a:lnTo>
                <a:lnTo>
                  <a:pt x="2019" y="50"/>
                </a:lnTo>
                <a:lnTo>
                  <a:pt x="2010" y="50"/>
                </a:lnTo>
                <a:lnTo>
                  <a:pt x="2001" y="46"/>
                </a:lnTo>
                <a:lnTo>
                  <a:pt x="1992" y="40"/>
                </a:lnTo>
                <a:lnTo>
                  <a:pt x="1983" y="37"/>
                </a:lnTo>
                <a:lnTo>
                  <a:pt x="1972" y="37"/>
                </a:lnTo>
                <a:lnTo>
                  <a:pt x="1963" y="34"/>
                </a:lnTo>
                <a:lnTo>
                  <a:pt x="1954" y="31"/>
                </a:lnTo>
                <a:lnTo>
                  <a:pt x="1945" y="28"/>
                </a:lnTo>
                <a:lnTo>
                  <a:pt x="1936" y="28"/>
                </a:lnTo>
                <a:lnTo>
                  <a:pt x="1927" y="25"/>
                </a:lnTo>
                <a:lnTo>
                  <a:pt x="1919" y="21"/>
                </a:lnTo>
                <a:lnTo>
                  <a:pt x="1910" y="18"/>
                </a:lnTo>
                <a:lnTo>
                  <a:pt x="1901" y="15"/>
                </a:lnTo>
                <a:lnTo>
                  <a:pt x="1898" y="25"/>
                </a:lnTo>
                <a:lnTo>
                  <a:pt x="1886" y="28"/>
                </a:lnTo>
                <a:lnTo>
                  <a:pt x="1874" y="28"/>
                </a:lnTo>
                <a:lnTo>
                  <a:pt x="1866" y="31"/>
                </a:lnTo>
                <a:lnTo>
                  <a:pt x="1857" y="37"/>
                </a:lnTo>
                <a:lnTo>
                  <a:pt x="1854" y="46"/>
                </a:lnTo>
                <a:lnTo>
                  <a:pt x="1845" y="50"/>
                </a:lnTo>
                <a:lnTo>
                  <a:pt x="1836" y="50"/>
                </a:lnTo>
                <a:lnTo>
                  <a:pt x="1827" y="50"/>
                </a:lnTo>
                <a:lnTo>
                  <a:pt x="1819" y="56"/>
                </a:lnTo>
                <a:lnTo>
                  <a:pt x="1810" y="59"/>
                </a:lnTo>
                <a:lnTo>
                  <a:pt x="1801" y="62"/>
                </a:lnTo>
                <a:lnTo>
                  <a:pt x="1792" y="65"/>
                </a:lnTo>
                <a:lnTo>
                  <a:pt x="1783" y="71"/>
                </a:lnTo>
                <a:lnTo>
                  <a:pt x="1774" y="75"/>
                </a:lnTo>
                <a:lnTo>
                  <a:pt x="1766" y="75"/>
                </a:lnTo>
                <a:lnTo>
                  <a:pt x="1757" y="71"/>
                </a:lnTo>
                <a:lnTo>
                  <a:pt x="1748" y="65"/>
                </a:lnTo>
                <a:lnTo>
                  <a:pt x="1736" y="62"/>
                </a:lnTo>
                <a:lnTo>
                  <a:pt x="1727" y="59"/>
                </a:lnTo>
                <a:lnTo>
                  <a:pt x="1718" y="56"/>
                </a:lnTo>
                <a:lnTo>
                  <a:pt x="1710" y="53"/>
                </a:lnTo>
                <a:lnTo>
                  <a:pt x="1701" y="53"/>
                </a:lnTo>
                <a:lnTo>
                  <a:pt x="1692" y="46"/>
                </a:lnTo>
                <a:lnTo>
                  <a:pt x="1683" y="43"/>
                </a:lnTo>
                <a:lnTo>
                  <a:pt x="1674" y="43"/>
                </a:lnTo>
                <a:lnTo>
                  <a:pt x="1665" y="40"/>
                </a:lnTo>
                <a:lnTo>
                  <a:pt x="1657" y="40"/>
                </a:lnTo>
                <a:lnTo>
                  <a:pt x="1645" y="37"/>
                </a:lnTo>
                <a:lnTo>
                  <a:pt x="1633" y="34"/>
                </a:lnTo>
                <a:lnTo>
                  <a:pt x="1624" y="31"/>
                </a:lnTo>
                <a:lnTo>
                  <a:pt x="1615" y="28"/>
                </a:lnTo>
                <a:lnTo>
                  <a:pt x="1607" y="28"/>
                </a:lnTo>
                <a:lnTo>
                  <a:pt x="1598" y="28"/>
                </a:lnTo>
                <a:lnTo>
                  <a:pt x="1589" y="28"/>
                </a:lnTo>
                <a:lnTo>
                  <a:pt x="1580" y="28"/>
                </a:lnTo>
                <a:lnTo>
                  <a:pt x="1571" y="28"/>
                </a:lnTo>
                <a:lnTo>
                  <a:pt x="1562" y="28"/>
                </a:lnTo>
                <a:lnTo>
                  <a:pt x="1551" y="28"/>
                </a:lnTo>
                <a:lnTo>
                  <a:pt x="1542" y="25"/>
                </a:lnTo>
                <a:lnTo>
                  <a:pt x="1533" y="18"/>
                </a:lnTo>
                <a:lnTo>
                  <a:pt x="1524" y="18"/>
                </a:lnTo>
                <a:lnTo>
                  <a:pt x="1515" y="18"/>
                </a:lnTo>
                <a:lnTo>
                  <a:pt x="1509" y="28"/>
                </a:lnTo>
                <a:lnTo>
                  <a:pt x="1501" y="34"/>
                </a:lnTo>
                <a:lnTo>
                  <a:pt x="1492" y="37"/>
                </a:lnTo>
                <a:lnTo>
                  <a:pt x="1483" y="46"/>
                </a:lnTo>
                <a:lnTo>
                  <a:pt x="1474" y="50"/>
                </a:lnTo>
                <a:lnTo>
                  <a:pt x="1465" y="53"/>
                </a:lnTo>
                <a:lnTo>
                  <a:pt x="1456" y="56"/>
                </a:lnTo>
                <a:lnTo>
                  <a:pt x="1448" y="56"/>
                </a:lnTo>
                <a:lnTo>
                  <a:pt x="1439" y="53"/>
                </a:lnTo>
                <a:lnTo>
                  <a:pt x="1430" y="46"/>
                </a:lnTo>
                <a:lnTo>
                  <a:pt x="1421" y="43"/>
                </a:lnTo>
                <a:lnTo>
                  <a:pt x="1412" y="43"/>
                </a:lnTo>
                <a:lnTo>
                  <a:pt x="1404" y="40"/>
                </a:lnTo>
                <a:lnTo>
                  <a:pt x="1395" y="37"/>
                </a:lnTo>
                <a:lnTo>
                  <a:pt x="1386" y="31"/>
                </a:lnTo>
                <a:lnTo>
                  <a:pt x="1377" y="31"/>
                </a:lnTo>
                <a:lnTo>
                  <a:pt x="1368" y="25"/>
                </a:lnTo>
                <a:lnTo>
                  <a:pt x="1359" y="21"/>
                </a:lnTo>
                <a:lnTo>
                  <a:pt x="1351" y="21"/>
                </a:lnTo>
                <a:lnTo>
                  <a:pt x="1342" y="18"/>
                </a:lnTo>
                <a:lnTo>
                  <a:pt x="1333" y="18"/>
                </a:lnTo>
                <a:lnTo>
                  <a:pt x="1321" y="15"/>
                </a:lnTo>
                <a:lnTo>
                  <a:pt x="1312" y="12"/>
                </a:lnTo>
                <a:lnTo>
                  <a:pt x="1303" y="12"/>
                </a:lnTo>
                <a:lnTo>
                  <a:pt x="1295" y="12"/>
                </a:lnTo>
                <a:lnTo>
                  <a:pt x="1286" y="12"/>
                </a:lnTo>
                <a:lnTo>
                  <a:pt x="1277" y="12"/>
                </a:lnTo>
                <a:lnTo>
                  <a:pt x="1268" y="15"/>
                </a:lnTo>
                <a:lnTo>
                  <a:pt x="1259" y="21"/>
                </a:lnTo>
                <a:lnTo>
                  <a:pt x="1250" y="31"/>
                </a:lnTo>
                <a:lnTo>
                  <a:pt x="1242" y="37"/>
                </a:lnTo>
                <a:lnTo>
                  <a:pt x="1233" y="43"/>
                </a:lnTo>
                <a:lnTo>
                  <a:pt x="1224" y="50"/>
                </a:lnTo>
                <a:lnTo>
                  <a:pt x="1215" y="53"/>
                </a:lnTo>
                <a:lnTo>
                  <a:pt x="1206" y="53"/>
                </a:lnTo>
                <a:lnTo>
                  <a:pt x="1197" y="53"/>
                </a:lnTo>
                <a:lnTo>
                  <a:pt x="1189" y="56"/>
                </a:lnTo>
                <a:lnTo>
                  <a:pt x="1177" y="56"/>
                </a:lnTo>
                <a:lnTo>
                  <a:pt x="1168" y="59"/>
                </a:lnTo>
                <a:lnTo>
                  <a:pt x="1156" y="62"/>
                </a:lnTo>
                <a:lnTo>
                  <a:pt x="1147" y="65"/>
                </a:lnTo>
                <a:lnTo>
                  <a:pt x="1139" y="65"/>
                </a:lnTo>
                <a:lnTo>
                  <a:pt x="1130" y="68"/>
                </a:lnTo>
                <a:lnTo>
                  <a:pt x="1121" y="68"/>
                </a:lnTo>
                <a:lnTo>
                  <a:pt x="1112" y="68"/>
                </a:lnTo>
                <a:lnTo>
                  <a:pt x="1103" y="68"/>
                </a:lnTo>
                <a:lnTo>
                  <a:pt x="1094" y="68"/>
                </a:lnTo>
                <a:lnTo>
                  <a:pt x="1086" y="65"/>
                </a:lnTo>
                <a:lnTo>
                  <a:pt x="1080" y="56"/>
                </a:lnTo>
                <a:lnTo>
                  <a:pt x="1068" y="46"/>
                </a:lnTo>
                <a:lnTo>
                  <a:pt x="1059" y="43"/>
                </a:lnTo>
                <a:lnTo>
                  <a:pt x="1047" y="37"/>
                </a:lnTo>
                <a:lnTo>
                  <a:pt x="1039" y="31"/>
                </a:lnTo>
                <a:lnTo>
                  <a:pt x="1027" y="31"/>
                </a:lnTo>
                <a:lnTo>
                  <a:pt x="1018" y="28"/>
                </a:lnTo>
                <a:lnTo>
                  <a:pt x="1009" y="21"/>
                </a:lnTo>
                <a:lnTo>
                  <a:pt x="1000" y="21"/>
                </a:lnTo>
                <a:lnTo>
                  <a:pt x="991" y="18"/>
                </a:lnTo>
                <a:lnTo>
                  <a:pt x="980" y="25"/>
                </a:lnTo>
                <a:lnTo>
                  <a:pt x="971" y="31"/>
                </a:lnTo>
                <a:lnTo>
                  <a:pt x="962" y="37"/>
                </a:lnTo>
                <a:lnTo>
                  <a:pt x="953" y="40"/>
                </a:lnTo>
                <a:lnTo>
                  <a:pt x="944" y="43"/>
                </a:lnTo>
                <a:lnTo>
                  <a:pt x="933" y="50"/>
                </a:lnTo>
                <a:lnTo>
                  <a:pt x="924" y="53"/>
                </a:lnTo>
                <a:lnTo>
                  <a:pt x="915" y="59"/>
                </a:lnTo>
                <a:lnTo>
                  <a:pt x="906" y="59"/>
                </a:lnTo>
                <a:lnTo>
                  <a:pt x="897" y="59"/>
                </a:lnTo>
                <a:lnTo>
                  <a:pt x="885" y="56"/>
                </a:lnTo>
                <a:lnTo>
                  <a:pt x="880" y="46"/>
                </a:lnTo>
                <a:lnTo>
                  <a:pt x="871" y="40"/>
                </a:lnTo>
                <a:lnTo>
                  <a:pt x="862" y="34"/>
                </a:lnTo>
                <a:lnTo>
                  <a:pt x="853" y="25"/>
                </a:lnTo>
                <a:lnTo>
                  <a:pt x="844" y="18"/>
                </a:lnTo>
                <a:lnTo>
                  <a:pt x="835" y="12"/>
                </a:lnTo>
                <a:lnTo>
                  <a:pt x="827" y="9"/>
                </a:lnTo>
                <a:lnTo>
                  <a:pt x="818" y="9"/>
                </a:lnTo>
                <a:lnTo>
                  <a:pt x="809" y="9"/>
                </a:lnTo>
                <a:lnTo>
                  <a:pt x="800" y="12"/>
                </a:lnTo>
                <a:lnTo>
                  <a:pt x="791" y="12"/>
                </a:lnTo>
                <a:lnTo>
                  <a:pt x="782" y="12"/>
                </a:lnTo>
                <a:lnTo>
                  <a:pt x="774" y="12"/>
                </a:lnTo>
                <a:lnTo>
                  <a:pt x="765" y="12"/>
                </a:lnTo>
                <a:lnTo>
                  <a:pt x="756" y="15"/>
                </a:lnTo>
                <a:lnTo>
                  <a:pt x="747" y="15"/>
                </a:lnTo>
                <a:lnTo>
                  <a:pt x="738" y="15"/>
                </a:lnTo>
                <a:lnTo>
                  <a:pt x="729" y="15"/>
                </a:lnTo>
                <a:lnTo>
                  <a:pt x="721" y="18"/>
                </a:lnTo>
                <a:lnTo>
                  <a:pt x="712" y="18"/>
                </a:lnTo>
                <a:lnTo>
                  <a:pt x="703" y="18"/>
                </a:lnTo>
                <a:lnTo>
                  <a:pt x="694" y="18"/>
                </a:lnTo>
                <a:lnTo>
                  <a:pt x="685" y="18"/>
                </a:lnTo>
                <a:lnTo>
                  <a:pt x="676" y="18"/>
                </a:lnTo>
                <a:lnTo>
                  <a:pt x="668" y="21"/>
                </a:lnTo>
                <a:lnTo>
                  <a:pt x="659" y="28"/>
                </a:lnTo>
                <a:lnTo>
                  <a:pt x="650" y="31"/>
                </a:lnTo>
                <a:lnTo>
                  <a:pt x="641" y="37"/>
                </a:lnTo>
                <a:lnTo>
                  <a:pt x="632" y="40"/>
                </a:lnTo>
                <a:lnTo>
                  <a:pt x="624" y="50"/>
                </a:lnTo>
                <a:lnTo>
                  <a:pt x="615" y="53"/>
                </a:lnTo>
                <a:lnTo>
                  <a:pt x="606" y="56"/>
                </a:lnTo>
                <a:lnTo>
                  <a:pt x="594" y="59"/>
                </a:lnTo>
                <a:lnTo>
                  <a:pt x="585" y="62"/>
                </a:lnTo>
                <a:lnTo>
                  <a:pt x="576" y="65"/>
                </a:lnTo>
                <a:lnTo>
                  <a:pt x="568" y="65"/>
                </a:lnTo>
                <a:lnTo>
                  <a:pt x="559" y="65"/>
                </a:lnTo>
                <a:lnTo>
                  <a:pt x="550" y="59"/>
                </a:lnTo>
                <a:lnTo>
                  <a:pt x="541" y="53"/>
                </a:lnTo>
                <a:lnTo>
                  <a:pt x="532" y="50"/>
                </a:lnTo>
                <a:lnTo>
                  <a:pt x="523" y="43"/>
                </a:lnTo>
                <a:lnTo>
                  <a:pt x="512" y="43"/>
                </a:lnTo>
                <a:lnTo>
                  <a:pt x="500" y="40"/>
                </a:lnTo>
                <a:lnTo>
                  <a:pt x="497" y="31"/>
                </a:lnTo>
                <a:lnTo>
                  <a:pt x="488" y="28"/>
                </a:lnTo>
                <a:lnTo>
                  <a:pt x="479" y="28"/>
                </a:lnTo>
                <a:lnTo>
                  <a:pt x="468" y="28"/>
                </a:lnTo>
                <a:lnTo>
                  <a:pt x="459" y="28"/>
                </a:lnTo>
                <a:lnTo>
                  <a:pt x="450" y="28"/>
                </a:lnTo>
                <a:lnTo>
                  <a:pt x="450" y="37"/>
                </a:lnTo>
                <a:lnTo>
                  <a:pt x="450" y="46"/>
                </a:lnTo>
                <a:lnTo>
                  <a:pt x="459" y="53"/>
                </a:lnTo>
                <a:lnTo>
                  <a:pt x="465" y="62"/>
                </a:lnTo>
                <a:lnTo>
                  <a:pt x="473" y="71"/>
                </a:lnTo>
                <a:lnTo>
                  <a:pt x="479" y="81"/>
                </a:lnTo>
                <a:lnTo>
                  <a:pt x="485" y="90"/>
                </a:lnTo>
                <a:lnTo>
                  <a:pt x="491" y="100"/>
                </a:lnTo>
                <a:lnTo>
                  <a:pt x="482" y="93"/>
                </a:lnTo>
                <a:lnTo>
                  <a:pt x="473" y="84"/>
                </a:lnTo>
                <a:lnTo>
                  <a:pt x="465" y="78"/>
                </a:lnTo>
                <a:lnTo>
                  <a:pt x="456" y="71"/>
                </a:lnTo>
                <a:lnTo>
                  <a:pt x="447" y="65"/>
                </a:lnTo>
                <a:lnTo>
                  <a:pt x="438" y="56"/>
                </a:lnTo>
                <a:lnTo>
                  <a:pt x="429" y="46"/>
                </a:lnTo>
                <a:lnTo>
                  <a:pt x="420" y="40"/>
                </a:lnTo>
                <a:lnTo>
                  <a:pt x="412" y="37"/>
                </a:lnTo>
                <a:lnTo>
                  <a:pt x="400" y="34"/>
                </a:lnTo>
                <a:lnTo>
                  <a:pt x="391" y="34"/>
                </a:lnTo>
                <a:lnTo>
                  <a:pt x="382" y="34"/>
                </a:lnTo>
                <a:lnTo>
                  <a:pt x="373" y="34"/>
                </a:lnTo>
                <a:lnTo>
                  <a:pt x="364" y="31"/>
                </a:lnTo>
                <a:lnTo>
                  <a:pt x="356" y="31"/>
                </a:lnTo>
                <a:lnTo>
                  <a:pt x="347" y="31"/>
                </a:lnTo>
                <a:lnTo>
                  <a:pt x="338" y="31"/>
                </a:lnTo>
                <a:lnTo>
                  <a:pt x="326" y="31"/>
                </a:lnTo>
                <a:lnTo>
                  <a:pt x="317" y="31"/>
                </a:lnTo>
                <a:lnTo>
                  <a:pt x="309" y="34"/>
                </a:lnTo>
                <a:lnTo>
                  <a:pt x="300" y="34"/>
                </a:lnTo>
                <a:lnTo>
                  <a:pt x="288" y="34"/>
                </a:lnTo>
                <a:lnTo>
                  <a:pt x="276" y="34"/>
                </a:lnTo>
                <a:lnTo>
                  <a:pt x="267" y="34"/>
                </a:lnTo>
                <a:lnTo>
                  <a:pt x="259" y="34"/>
                </a:lnTo>
                <a:lnTo>
                  <a:pt x="250" y="40"/>
                </a:lnTo>
                <a:lnTo>
                  <a:pt x="241" y="43"/>
                </a:lnTo>
                <a:lnTo>
                  <a:pt x="238" y="53"/>
                </a:lnTo>
                <a:lnTo>
                  <a:pt x="238" y="62"/>
                </a:lnTo>
                <a:lnTo>
                  <a:pt x="229" y="71"/>
                </a:lnTo>
                <a:lnTo>
                  <a:pt x="220" y="75"/>
                </a:lnTo>
                <a:lnTo>
                  <a:pt x="211" y="75"/>
                </a:lnTo>
                <a:lnTo>
                  <a:pt x="203" y="75"/>
                </a:lnTo>
                <a:lnTo>
                  <a:pt x="194" y="75"/>
                </a:lnTo>
                <a:lnTo>
                  <a:pt x="185" y="78"/>
                </a:lnTo>
                <a:lnTo>
                  <a:pt x="176" y="81"/>
                </a:lnTo>
                <a:lnTo>
                  <a:pt x="164" y="81"/>
                </a:lnTo>
                <a:lnTo>
                  <a:pt x="156" y="81"/>
                </a:lnTo>
                <a:lnTo>
                  <a:pt x="147" y="81"/>
                </a:lnTo>
                <a:lnTo>
                  <a:pt x="138" y="78"/>
                </a:lnTo>
                <a:lnTo>
                  <a:pt x="132" y="68"/>
                </a:lnTo>
                <a:lnTo>
                  <a:pt x="123" y="65"/>
                </a:lnTo>
                <a:lnTo>
                  <a:pt x="114" y="59"/>
                </a:lnTo>
                <a:lnTo>
                  <a:pt x="105" y="56"/>
                </a:lnTo>
                <a:lnTo>
                  <a:pt x="97" y="53"/>
                </a:lnTo>
                <a:lnTo>
                  <a:pt x="88" y="53"/>
                </a:lnTo>
                <a:lnTo>
                  <a:pt x="79" y="50"/>
                </a:lnTo>
                <a:lnTo>
                  <a:pt x="70" y="43"/>
                </a:lnTo>
                <a:lnTo>
                  <a:pt x="61" y="40"/>
                </a:lnTo>
                <a:lnTo>
                  <a:pt x="52" y="34"/>
                </a:lnTo>
                <a:lnTo>
                  <a:pt x="44" y="31"/>
                </a:lnTo>
                <a:lnTo>
                  <a:pt x="35" y="28"/>
                </a:lnTo>
                <a:lnTo>
                  <a:pt x="26" y="21"/>
                </a:lnTo>
                <a:lnTo>
                  <a:pt x="17" y="18"/>
                </a:lnTo>
                <a:lnTo>
                  <a:pt x="5" y="3"/>
                </a:lnTo>
                <a:lnTo>
                  <a:pt x="0" y="12"/>
                </a:lnTo>
                <a:lnTo>
                  <a:pt x="3" y="1"/>
                </a:lnTo>
                <a:lnTo>
                  <a:pt x="3" y="1"/>
                </a:lnTo>
                <a:lnTo>
                  <a:pt x="5" y="4"/>
                </a:lnTo>
                <a:lnTo>
                  <a:pt x="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3" name="Freeform 15">
            <a:extLst>
              <a:ext uri="{FF2B5EF4-FFF2-40B4-BE49-F238E27FC236}">
                <a16:creationId xmlns:a16="http://schemas.microsoft.com/office/drawing/2014/main" id="{EA837A0F-C99A-976C-29B8-EE8B835D1EE1}"/>
              </a:ext>
            </a:extLst>
          </p:cNvPr>
          <p:cNvSpPr>
            <a:spLocks/>
          </p:cNvSpPr>
          <p:nvPr/>
        </p:nvSpPr>
        <p:spPr bwMode="auto">
          <a:xfrm>
            <a:off x="385763" y="2073275"/>
            <a:ext cx="3468687" cy="133350"/>
          </a:xfrm>
          <a:custGeom>
            <a:avLst/>
            <a:gdLst>
              <a:gd name="T0" fmla="*/ 0 w 2185"/>
              <a:gd name="T1" fmla="*/ 83 h 84"/>
              <a:gd name="T2" fmla="*/ 48 w 2185"/>
              <a:gd name="T3" fmla="*/ 57 h 84"/>
              <a:gd name="T4" fmla="*/ 91 w 2185"/>
              <a:gd name="T5" fmla="*/ 32 h 84"/>
              <a:gd name="T6" fmla="*/ 126 w 2185"/>
              <a:gd name="T7" fmla="*/ 24 h 84"/>
              <a:gd name="T8" fmla="*/ 161 w 2185"/>
              <a:gd name="T9" fmla="*/ 28 h 84"/>
              <a:gd name="T10" fmla="*/ 197 w 2185"/>
              <a:gd name="T11" fmla="*/ 45 h 84"/>
              <a:gd name="T12" fmla="*/ 232 w 2185"/>
              <a:gd name="T13" fmla="*/ 57 h 84"/>
              <a:gd name="T14" fmla="*/ 271 w 2185"/>
              <a:gd name="T15" fmla="*/ 32 h 84"/>
              <a:gd name="T16" fmla="*/ 307 w 2185"/>
              <a:gd name="T17" fmla="*/ 24 h 84"/>
              <a:gd name="T18" fmla="*/ 342 w 2185"/>
              <a:gd name="T19" fmla="*/ 40 h 84"/>
              <a:gd name="T20" fmla="*/ 377 w 2185"/>
              <a:gd name="T21" fmla="*/ 61 h 84"/>
              <a:gd name="T22" fmla="*/ 413 w 2185"/>
              <a:gd name="T23" fmla="*/ 40 h 84"/>
              <a:gd name="T24" fmla="*/ 452 w 2185"/>
              <a:gd name="T25" fmla="*/ 28 h 84"/>
              <a:gd name="T26" fmla="*/ 487 w 2185"/>
              <a:gd name="T27" fmla="*/ 24 h 84"/>
              <a:gd name="T28" fmla="*/ 527 w 2185"/>
              <a:gd name="T29" fmla="*/ 16 h 84"/>
              <a:gd name="T30" fmla="*/ 570 w 2185"/>
              <a:gd name="T31" fmla="*/ 24 h 84"/>
              <a:gd name="T32" fmla="*/ 601 w 2185"/>
              <a:gd name="T33" fmla="*/ 53 h 84"/>
              <a:gd name="T34" fmla="*/ 640 w 2185"/>
              <a:gd name="T35" fmla="*/ 40 h 84"/>
              <a:gd name="T36" fmla="*/ 684 w 2185"/>
              <a:gd name="T37" fmla="*/ 32 h 84"/>
              <a:gd name="T38" fmla="*/ 723 w 2185"/>
              <a:gd name="T39" fmla="*/ 20 h 84"/>
              <a:gd name="T40" fmla="*/ 758 w 2185"/>
              <a:gd name="T41" fmla="*/ 20 h 84"/>
              <a:gd name="T42" fmla="*/ 794 w 2185"/>
              <a:gd name="T43" fmla="*/ 45 h 84"/>
              <a:gd name="T44" fmla="*/ 829 w 2185"/>
              <a:gd name="T45" fmla="*/ 53 h 84"/>
              <a:gd name="T46" fmla="*/ 864 w 2185"/>
              <a:gd name="T47" fmla="*/ 45 h 84"/>
              <a:gd name="T48" fmla="*/ 904 w 2185"/>
              <a:gd name="T49" fmla="*/ 36 h 84"/>
              <a:gd name="T50" fmla="*/ 939 w 2185"/>
              <a:gd name="T51" fmla="*/ 36 h 84"/>
              <a:gd name="T52" fmla="*/ 978 w 2185"/>
              <a:gd name="T53" fmla="*/ 32 h 84"/>
              <a:gd name="T54" fmla="*/ 1013 w 2185"/>
              <a:gd name="T55" fmla="*/ 16 h 84"/>
              <a:gd name="T56" fmla="*/ 1057 w 2185"/>
              <a:gd name="T57" fmla="*/ 16 h 84"/>
              <a:gd name="T58" fmla="*/ 1092 w 2185"/>
              <a:gd name="T59" fmla="*/ 40 h 84"/>
              <a:gd name="T60" fmla="*/ 1127 w 2185"/>
              <a:gd name="T61" fmla="*/ 49 h 84"/>
              <a:gd name="T62" fmla="*/ 1167 w 2185"/>
              <a:gd name="T63" fmla="*/ 32 h 84"/>
              <a:gd name="T64" fmla="*/ 1210 w 2185"/>
              <a:gd name="T65" fmla="*/ 12 h 84"/>
              <a:gd name="T66" fmla="*/ 1249 w 2185"/>
              <a:gd name="T67" fmla="*/ 8 h 84"/>
              <a:gd name="T68" fmla="*/ 1280 w 2185"/>
              <a:gd name="T69" fmla="*/ 16 h 84"/>
              <a:gd name="T70" fmla="*/ 1316 w 2185"/>
              <a:gd name="T71" fmla="*/ 45 h 84"/>
              <a:gd name="T72" fmla="*/ 1351 w 2185"/>
              <a:gd name="T73" fmla="*/ 57 h 84"/>
              <a:gd name="T74" fmla="*/ 1386 w 2185"/>
              <a:gd name="T75" fmla="*/ 32 h 84"/>
              <a:gd name="T76" fmla="*/ 1426 w 2185"/>
              <a:gd name="T77" fmla="*/ 20 h 84"/>
              <a:gd name="T78" fmla="*/ 1461 w 2185"/>
              <a:gd name="T79" fmla="*/ 16 h 84"/>
              <a:gd name="T80" fmla="*/ 1500 w 2185"/>
              <a:gd name="T81" fmla="*/ 12 h 84"/>
              <a:gd name="T82" fmla="*/ 1547 w 2185"/>
              <a:gd name="T83" fmla="*/ 40 h 84"/>
              <a:gd name="T84" fmla="*/ 1583 w 2185"/>
              <a:gd name="T85" fmla="*/ 61 h 84"/>
              <a:gd name="T86" fmla="*/ 1622 w 2185"/>
              <a:gd name="T87" fmla="*/ 49 h 84"/>
              <a:gd name="T88" fmla="*/ 1657 w 2185"/>
              <a:gd name="T89" fmla="*/ 28 h 84"/>
              <a:gd name="T90" fmla="*/ 1697 w 2185"/>
              <a:gd name="T91" fmla="*/ 16 h 84"/>
              <a:gd name="T92" fmla="*/ 1732 w 2185"/>
              <a:gd name="T93" fmla="*/ 8 h 84"/>
              <a:gd name="T94" fmla="*/ 1775 w 2185"/>
              <a:gd name="T95" fmla="*/ 28 h 84"/>
              <a:gd name="T96" fmla="*/ 1811 w 2185"/>
              <a:gd name="T97" fmla="*/ 40 h 84"/>
              <a:gd name="T98" fmla="*/ 1846 w 2185"/>
              <a:gd name="T99" fmla="*/ 28 h 84"/>
              <a:gd name="T100" fmla="*/ 1881 w 2185"/>
              <a:gd name="T101" fmla="*/ 8 h 84"/>
              <a:gd name="T102" fmla="*/ 1920 w 2185"/>
              <a:gd name="T103" fmla="*/ 0 h 84"/>
              <a:gd name="T104" fmla="*/ 1964 w 2185"/>
              <a:gd name="T105" fmla="*/ 8 h 84"/>
              <a:gd name="T106" fmla="*/ 1999 w 2185"/>
              <a:gd name="T107" fmla="*/ 24 h 84"/>
              <a:gd name="T108" fmla="*/ 2038 w 2185"/>
              <a:gd name="T109" fmla="*/ 36 h 84"/>
              <a:gd name="T110" fmla="*/ 2070 w 2185"/>
              <a:gd name="T111" fmla="*/ 16 h 84"/>
              <a:gd name="T112" fmla="*/ 2109 w 2185"/>
              <a:gd name="T113" fmla="*/ 36 h 84"/>
              <a:gd name="T114" fmla="*/ 2140 w 2185"/>
              <a:gd name="T115" fmla="*/ 57 h 84"/>
              <a:gd name="T116" fmla="*/ 2176 w 2185"/>
              <a:gd name="T117" fmla="*/ 69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85" h="84">
                <a:moveTo>
                  <a:pt x="0" y="79"/>
                </a:moveTo>
                <a:lnTo>
                  <a:pt x="0" y="73"/>
                </a:lnTo>
                <a:lnTo>
                  <a:pt x="0" y="83"/>
                </a:lnTo>
                <a:lnTo>
                  <a:pt x="24" y="49"/>
                </a:lnTo>
                <a:lnTo>
                  <a:pt x="36" y="49"/>
                </a:lnTo>
                <a:lnTo>
                  <a:pt x="48" y="57"/>
                </a:lnTo>
                <a:lnTo>
                  <a:pt x="63" y="49"/>
                </a:lnTo>
                <a:lnTo>
                  <a:pt x="79" y="36"/>
                </a:lnTo>
                <a:lnTo>
                  <a:pt x="91" y="32"/>
                </a:lnTo>
                <a:lnTo>
                  <a:pt x="103" y="32"/>
                </a:lnTo>
                <a:lnTo>
                  <a:pt x="114" y="28"/>
                </a:lnTo>
                <a:lnTo>
                  <a:pt x="126" y="24"/>
                </a:lnTo>
                <a:lnTo>
                  <a:pt x="138" y="24"/>
                </a:lnTo>
                <a:lnTo>
                  <a:pt x="150" y="28"/>
                </a:lnTo>
                <a:lnTo>
                  <a:pt x="161" y="28"/>
                </a:lnTo>
                <a:lnTo>
                  <a:pt x="173" y="32"/>
                </a:lnTo>
                <a:lnTo>
                  <a:pt x="185" y="40"/>
                </a:lnTo>
                <a:lnTo>
                  <a:pt x="197" y="45"/>
                </a:lnTo>
                <a:lnTo>
                  <a:pt x="209" y="49"/>
                </a:lnTo>
                <a:lnTo>
                  <a:pt x="220" y="53"/>
                </a:lnTo>
                <a:lnTo>
                  <a:pt x="232" y="57"/>
                </a:lnTo>
                <a:lnTo>
                  <a:pt x="248" y="53"/>
                </a:lnTo>
                <a:lnTo>
                  <a:pt x="264" y="45"/>
                </a:lnTo>
                <a:lnTo>
                  <a:pt x="271" y="32"/>
                </a:lnTo>
                <a:lnTo>
                  <a:pt x="283" y="32"/>
                </a:lnTo>
                <a:lnTo>
                  <a:pt x="295" y="28"/>
                </a:lnTo>
                <a:lnTo>
                  <a:pt x="307" y="24"/>
                </a:lnTo>
                <a:lnTo>
                  <a:pt x="319" y="20"/>
                </a:lnTo>
                <a:lnTo>
                  <a:pt x="330" y="32"/>
                </a:lnTo>
                <a:lnTo>
                  <a:pt x="342" y="40"/>
                </a:lnTo>
                <a:lnTo>
                  <a:pt x="354" y="53"/>
                </a:lnTo>
                <a:lnTo>
                  <a:pt x="366" y="61"/>
                </a:lnTo>
                <a:lnTo>
                  <a:pt x="377" y="61"/>
                </a:lnTo>
                <a:lnTo>
                  <a:pt x="389" y="53"/>
                </a:lnTo>
                <a:lnTo>
                  <a:pt x="401" y="49"/>
                </a:lnTo>
                <a:lnTo>
                  <a:pt x="413" y="40"/>
                </a:lnTo>
                <a:lnTo>
                  <a:pt x="425" y="36"/>
                </a:lnTo>
                <a:lnTo>
                  <a:pt x="436" y="32"/>
                </a:lnTo>
                <a:lnTo>
                  <a:pt x="452" y="28"/>
                </a:lnTo>
                <a:lnTo>
                  <a:pt x="464" y="28"/>
                </a:lnTo>
                <a:lnTo>
                  <a:pt x="476" y="24"/>
                </a:lnTo>
                <a:lnTo>
                  <a:pt x="487" y="24"/>
                </a:lnTo>
                <a:lnTo>
                  <a:pt x="499" y="24"/>
                </a:lnTo>
                <a:lnTo>
                  <a:pt x="511" y="20"/>
                </a:lnTo>
                <a:lnTo>
                  <a:pt x="527" y="16"/>
                </a:lnTo>
                <a:lnTo>
                  <a:pt x="542" y="16"/>
                </a:lnTo>
                <a:lnTo>
                  <a:pt x="558" y="12"/>
                </a:lnTo>
                <a:lnTo>
                  <a:pt x="570" y="24"/>
                </a:lnTo>
                <a:lnTo>
                  <a:pt x="578" y="36"/>
                </a:lnTo>
                <a:lnTo>
                  <a:pt x="585" y="49"/>
                </a:lnTo>
                <a:lnTo>
                  <a:pt x="601" y="53"/>
                </a:lnTo>
                <a:lnTo>
                  <a:pt x="613" y="49"/>
                </a:lnTo>
                <a:lnTo>
                  <a:pt x="629" y="45"/>
                </a:lnTo>
                <a:lnTo>
                  <a:pt x="640" y="40"/>
                </a:lnTo>
                <a:lnTo>
                  <a:pt x="656" y="36"/>
                </a:lnTo>
                <a:lnTo>
                  <a:pt x="672" y="36"/>
                </a:lnTo>
                <a:lnTo>
                  <a:pt x="684" y="32"/>
                </a:lnTo>
                <a:lnTo>
                  <a:pt x="695" y="28"/>
                </a:lnTo>
                <a:lnTo>
                  <a:pt x="711" y="24"/>
                </a:lnTo>
                <a:lnTo>
                  <a:pt x="723" y="20"/>
                </a:lnTo>
                <a:lnTo>
                  <a:pt x="735" y="16"/>
                </a:lnTo>
                <a:lnTo>
                  <a:pt x="746" y="12"/>
                </a:lnTo>
                <a:lnTo>
                  <a:pt x="758" y="20"/>
                </a:lnTo>
                <a:lnTo>
                  <a:pt x="770" y="28"/>
                </a:lnTo>
                <a:lnTo>
                  <a:pt x="782" y="36"/>
                </a:lnTo>
                <a:lnTo>
                  <a:pt x="794" y="45"/>
                </a:lnTo>
                <a:lnTo>
                  <a:pt x="805" y="53"/>
                </a:lnTo>
                <a:lnTo>
                  <a:pt x="817" y="53"/>
                </a:lnTo>
                <a:lnTo>
                  <a:pt x="829" y="53"/>
                </a:lnTo>
                <a:lnTo>
                  <a:pt x="841" y="49"/>
                </a:lnTo>
                <a:lnTo>
                  <a:pt x="852" y="45"/>
                </a:lnTo>
                <a:lnTo>
                  <a:pt x="864" y="45"/>
                </a:lnTo>
                <a:lnTo>
                  <a:pt x="876" y="40"/>
                </a:lnTo>
                <a:lnTo>
                  <a:pt x="892" y="40"/>
                </a:lnTo>
                <a:lnTo>
                  <a:pt x="904" y="36"/>
                </a:lnTo>
                <a:lnTo>
                  <a:pt x="915" y="36"/>
                </a:lnTo>
                <a:lnTo>
                  <a:pt x="927" y="36"/>
                </a:lnTo>
                <a:lnTo>
                  <a:pt x="939" y="36"/>
                </a:lnTo>
                <a:lnTo>
                  <a:pt x="951" y="36"/>
                </a:lnTo>
                <a:lnTo>
                  <a:pt x="962" y="36"/>
                </a:lnTo>
                <a:lnTo>
                  <a:pt x="978" y="32"/>
                </a:lnTo>
                <a:lnTo>
                  <a:pt x="990" y="28"/>
                </a:lnTo>
                <a:lnTo>
                  <a:pt x="1002" y="20"/>
                </a:lnTo>
                <a:lnTo>
                  <a:pt x="1013" y="16"/>
                </a:lnTo>
                <a:lnTo>
                  <a:pt x="1025" y="12"/>
                </a:lnTo>
                <a:lnTo>
                  <a:pt x="1041" y="8"/>
                </a:lnTo>
                <a:lnTo>
                  <a:pt x="1057" y="16"/>
                </a:lnTo>
                <a:lnTo>
                  <a:pt x="1068" y="28"/>
                </a:lnTo>
                <a:lnTo>
                  <a:pt x="1080" y="36"/>
                </a:lnTo>
                <a:lnTo>
                  <a:pt x="1092" y="40"/>
                </a:lnTo>
                <a:lnTo>
                  <a:pt x="1104" y="49"/>
                </a:lnTo>
                <a:lnTo>
                  <a:pt x="1116" y="49"/>
                </a:lnTo>
                <a:lnTo>
                  <a:pt x="1127" y="49"/>
                </a:lnTo>
                <a:lnTo>
                  <a:pt x="1143" y="45"/>
                </a:lnTo>
                <a:lnTo>
                  <a:pt x="1155" y="40"/>
                </a:lnTo>
                <a:lnTo>
                  <a:pt x="1167" y="32"/>
                </a:lnTo>
                <a:lnTo>
                  <a:pt x="1182" y="24"/>
                </a:lnTo>
                <a:lnTo>
                  <a:pt x="1194" y="20"/>
                </a:lnTo>
                <a:lnTo>
                  <a:pt x="1210" y="12"/>
                </a:lnTo>
                <a:lnTo>
                  <a:pt x="1222" y="12"/>
                </a:lnTo>
                <a:lnTo>
                  <a:pt x="1233" y="12"/>
                </a:lnTo>
                <a:lnTo>
                  <a:pt x="1249" y="8"/>
                </a:lnTo>
                <a:lnTo>
                  <a:pt x="1261" y="4"/>
                </a:lnTo>
                <a:lnTo>
                  <a:pt x="1273" y="4"/>
                </a:lnTo>
                <a:lnTo>
                  <a:pt x="1280" y="16"/>
                </a:lnTo>
                <a:lnTo>
                  <a:pt x="1292" y="24"/>
                </a:lnTo>
                <a:lnTo>
                  <a:pt x="1304" y="32"/>
                </a:lnTo>
                <a:lnTo>
                  <a:pt x="1316" y="45"/>
                </a:lnTo>
                <a:lnTo>
                  <a:pt x="1328" y="53"/>
                </a:lnTo>
                <a:lnTo>
                  <a:pt x="1339" y="57"/>
                </a:lnTo>
                <a:lnTo>
                  <a:pt x="1351" y="57"/>
                </a:lnTo>
                <a:lnTo>
                  <a:pt x="1363" y="49"/>
                </a:lnTo>
                <a:lnTo>
                  <a:pt x="1375" y="40"/>
                </a:lnTo>
                <a:lnTo>
                  <a:pt x="1386" y="32"/>
                </a:lnTo>
                <a:lnTo>
                  <a:pt x="1398" y="28"/>
                </a:lnTo>
                <a:lnTo>
                  <a:pt x="1410" y="24"/>
                </a:lnTo>
                <a:lnTo>
                  <a:pt x="1426" y="20"/>
                </a:lnTo>
                <a:lnTo>
                  <a:pt x="1438" y="20"/>
                </a:lnTo>
                <a:lnTo>
                  <a:pt x="1449" y="20"/>
                </a:lnTo>
                <a:lnTo>
                  <a:pt x="1461" y="16"/>
                </a:lnTo>
                <a:lnTo>
                  <a:pt x="1473" y="16"/>
                </a:lnTo>
                <a:lnTo>
                  <a:pt x="1485" y="8"/>
                </a:lnTo>
                <a:lnTo>
                  <a:pt x="1500" y="12"/>
                </a:lnTo>
                <a:lnTo>
                  <a:pt x="1520" y="24"/>
                </a:lnTo>
                <a:lnTo>
                  <a:pt x="1532" y="28"/>
                </a:lnTo>
                <a:lnTo>
                  <a:pt x="1547" y="40"/>
                </a:lnTo>
                <a:lnTo>
                  <a:pt x="1559" y="45"/>
                </a:lnTo>
                <a:lnTo>
                  <a:pt x="1571" y="53"/>
                </a:lnTo>
                <a:lnTo>
                  <a:pt x="1583" y="61"/>
                </a:lnTo>
                <a:lnTo>
                  <a:pt x="1595" y="61"/>
                </a:lnTo>
                <a:lnTo>
                  <a:pt x="1606" y="57"/>
                </a:lnTo>
                <a:lnTo>
                  <a:pt x="1622" y="49"/>
                </a:lnTo>
                <a:lnTo>
                  <a:pt x="1634" y="36"/>
                </a:lnTo>
                <a:lnTo>
                  <a:pt x="1646" y="32"/>
                </a:lnTo>
                <a:lnTo>
                  <a:pt x="1657" y="28"/>
                </a:lnTo>
                <a:lnTo>
                  <a:pt x="1669" y="24"/>
                </a:lnTo>
                <a:lnTo>
                  <a:pt x="1685" y="20"/>
                </a:lnTo>
                <a:lnTo>
                  <a:pt x="1697" y="16"/>
                </a:lnTo>
                <a:lnTo>
                  <a:pt x="1708" y="12"/>
                </a:lnTo>
                <a:lnTo>
                  <a:pt x="1720" y="8"/>
                </a:lnTo>
                <a:lnTo>
                  <a:pt x="1732" y="8"/>
                </a:lnTo>
                <a:lnTo>
                  <a:pt x="1744" y="12"/>
                </a:lnTo>
                <a:lnTo>
                  <a:pt x="1763" y="20"/>
                </a:lnTo>
                <a:lnTo>
                  <a:pt x="1775" y="28"/>
                </a:lnTo>
                <a:lnTo>
                  <a:pt x="1787" y="32"/>
                </a:lnTo>
                <a:lnTo>
                  <a:pt x="1799" y="36"/>
                </a:lnTo>
                <a:lnTo>
                  <a:pt x="1811" y="40"/>
                </a:lnTo>
                <a:lnTo>
                  <a:pt x="1822" y="40"/>
                </a:lnTo>
                <a:lnTo>
                  <a:pt x="1834" y="32"/>
                </a:lnTo>
                <a:lnTo>
                  <a:pt x="1846" y="28"/>
                </a:lnTo>
                <a:lnTo>
                  <a:pt x="1858" y="20"/>
                </a:lnTo>
                <a:lnTo>
                  <a:pt x="1869" y="12"/>
                </a:lnTo>
                <a:lnTo>
                  <a:pt x="1881" y="8"/>
                </a:lnTo>
                <a:lnTo>
                  <a:pt x="1897" y="4"/>
                </a:lnTo>
                <a:lnTo>
                  <a:pt x="1909" y="0"/>
                </a:lnTo>
                <a:lnTo>
                  <a:pt x="1920" y="0"/>
                </a:lnTo>
                <a:lnTo>
                  <a:pt x="1936" y="0"/>
                </a:lnTo>
                <a:lnTo>
                  <a:pt x="1948" y="4"/>
                </a:lnTo>
                <a:lnTo>
                  <a:pt x="1964" y="8"/>
                </a:lnTo>
                <a:lnTo>
                  <a:pt x="1975" y="12"/>
                </a:lnTo>
                <a:lnTo>
                  <a:pt x="1987" y="20"/>
                </a:lnTo>
                <a:lnTo>
                  <a:pt x="1999" y="24"/>
                </a:lnTo>
                <a:lnTo>
                  <a:pt x="2015" y="28"/>
                </a:lnTo>
                <a:lnTo>
                  <a:pt x="2026" y="36"/>
                </a:lnTo>
                <a:lnTo>
                  <a:pt x="2038" y="36"/>
                </a:lnTo>
                <a:lnTo>
                  <a:pt x="2046" y="24"/>
                </a:lnTo>
                <a:lnTo>
                  <a:pt x="2058" y="16"/>
                </a:lnTo>
                <a:lnTo>
                  <a:pt x="2070" y="16"/>
                </a:lnTo>
                <a:lnTo>
                  <a:pt x="2081" y="20"/>
                </a:lnTo>
                <a:lnTo>
                  <a:pt x="2097" y="28"/>
                </a:lnTo>
                <a:lnTo>
                  <a:pt x="2109" y="36"/>
                </a:lnTo>
                <a:lnTo>
                  <a:pt x="2121" y="40"/>
                </a:lnTo>
                <a:lnTo>
                  <a:pt x="2129" y="53"/>
                </a:lnTo>
                <a:lnTo>
                  <a:pt x="2140" y="57"/>
                </a:lnTo>
                <a:lnTo>
                  <a:pt x="2152" y="61"/>
                </a:lnTo>
                <a:lnTo>
                  <a:pt x="2178" y="83"/>
                </a:lnTo>
                <a:lnTo>
                  <a:pt x="2176" y="69"/>
                </a:lnTo>
                <a:lnTo>
                  <a:pt x="2184" y="62"/>
                </a:lnTo>
                <a:lnTo>
                  <a:pt x="2184" y="83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4" name="Rectangle 16">
            <a:extLst>
              <a:ext uri="{FF2B5EF4-FFF2-40B4-BE49-F238E27FC236}">
                <a16:creationId xmlns:a16="http://schemas.microsoft.com/office/drawing/2014/main" id="{D4109E5D-B383-9433-A8C3-F391CA4A6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6688"/>
            <a:ext cx="66675" cy="209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AutoShape 17">
            <a:extLst>
              <a:ext uri="{FF2B5EF4-FFF2-40B4-BE49-F238E27FC236}">
                <a16:creationId xmlns:a16="http://schemas.microsoft.com/office/drawing/2014/main" id="{E05DDA03-4A60-30A3-6BFB-2544EB22511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90713" y="1830388"/>
            <a:ext cx="2749550" cy="571500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The decimal point in 12.4 is aligned with the assumed decimal point in GrossPay and this causes zero filling on both sides. 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5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314A9A3-1141-58DA-730C-4349BFF86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2830513"/>
            <a:ext cx="384175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GrossPay   PIC 9(4)V99 VALUE 7325.78.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7FC3A98-D0FC-9239-09DA-5AB4AEE6F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D053799-C093-CE7E-FD49-116AA6E2D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0BAAA32C-ED17-CEC5-74CB-9E9DB636E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4E91E670-622D-6125-7CB7-49A4BF03B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9FB2A083-7E1A-CBD9-D0F2-4B56ACB0C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F6051411-357A-ADAD-DB10-AA19CD25D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CE872CC7-4166-6074-A583-64025F4F2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3046413"/>
            <a:ext cx="1393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F654AAB7-1D82-83E3-C85E-7F23BC6B7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3455988"/>
            <a:ext cx="76200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altLang="en-US" sz="2400" b="1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323" name="Line 11">
            <a:extLst>
              <a:ext uri="{FF2B5EF4-FFF2-40B4-BE49-F238E27FC236}">
                <a16:creationId xmlns:a16="http://schemas.microsoft.com/office/drawing/2014/main" id="{B94345C1-676D-8F8B-7BF5-CC319AEBEF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3381375"/>
            <a:ext cx="0" cy="190500"/>
          </a:xfrm>
          <a:prstGeom prst="line">
            <a:avLst/>
          </a:prstGeom>
          <a:noFill/>
          <a:ln w="12700">
            <a:solidFill>
              <a:srgbClr val="0099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1799424B-CF85-48C6-CA34-1DAB222BE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3044825"/>
            <a:ext cx="238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13E2ABEB-D022-CC4F-F3DF-FA9EACC85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82575"/>
            <a:ext cx="3427412" cy="191135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12.4 TO GrossPay.</a:t>
            </a: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123.456 TO GrossPay.</a:t>
            </a:r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12345.757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ZEROS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256347 TO GrossPay.</a:t>
            </a:r>
          </a:p>
        </p:txBody>
      </p:sp>
      <p:sp>
        <p:nvSpPr>
          <p:cNvPr id="13326" name="Freeform 14">
            <a:extLst>
              <a:ext uri="{FF2B5EF4-FFF2-40B4-BE49-F238E27FC236}">
                <a16:creationId xmlns:a16="http://schemas.microsoft.com/office/drawing/2014/main" id="{85CD17D3-0815-DBDB-2D81-43F17CFAF594}"/>
              </a:ext>
            </a:extLst>
          </p:cNvPr>
          <p:cNvSpPr>
            <a:spLocks/>
          </p:cNvSpPr>
          <p:nvPr/>
        </p:nvSpPr>
        <p:spPr bwMode="auto">
          <a:xfrm>
            <a:off x="385763" y="260350"/>
            <a:ext cx="3468687" cy="160338"/>
          </a:xfrm>
          <a:custGeom>
            <a:avLst/>
            <a:gdLst>
              <a:gd name="T0" fmla="*/ 2178 w 2185"/>
              <a:gd name="T1" fmla="*/ 3 h 101"/>
              <a:gd name="T2" fmla="*/ 2122 w 2185"/>
              <a:gd name="T3" fmla="*/ 34 h 101"/>
              <a:gd name="T4" fmla="*/ 2078 w 2185"/>
              <a:gd name="T5" fmla="*/ 34 h 101"/>
              <a:gd name="T6" fmla="*/ 2039 w 2185"/>
              <a:gd name="T7" fmla="*/ 62 h 101"/>
              <a:gd name="T8" fmla="*/ 1992 w 2185"/>
              <a:gd name="T9" fmla="*/ 40 h 101"/>
              <a:gd name="T10" fmla="*/ 1945 w 2185"/>
              <a:gd name="T11" fmla="*/ 28 h 101"/>
              <a:gd name="T12" fmla="*/ 1901 w 2185"/>
              <a:gd name="T13" fmla="*/ 15 h 101"/>
              <a:gd name="T14" fmla="*/ 1857 w 2185"/>
              <a:gd name="T15" fmla="*/ 37 h 101"/>
              <a:gd name="T16" fmla="*/ 1819 w 2185"/>
              <a:gd name="T17" fmla="*/ 56 h 101"/>
              <a:gd name="T18" fmla="*/ 1774 w 2185"/>
              <a:gd name="T19" fmla="*/ 75 h 101"/>
              <a:gd name="T20" fmla="*/ 1727 w 2185"/>
              <a:gd name="T21" fmla="*/ 59 h 101"/>
              <a:gd name="T22" fmla="*/ 1683 w 2185"/>
              <a:gd name="T23" fmla="*/ 43 h 101"/>
              <a:gd name="T24" fmla="*/ 1633 w 2185"/>
              <a:gd name="T25" fmla="*/ 34 h 101"/>
              <a:gd name="T26" fmla="*/ 1589 w 2185"/>
              <a:gd name="T27" fmla="*/ 28 h 101"/>
              <a:gd name="T28" fmla="*/ 1542 w 2185"/>
              <a:gd name="T29" fmla="*/ 25 h 101"/>
              <a:gd name="T30" fmla="*/ 1501 w 2185"/>
              <a:gd name="T31" fmla="*/ 34 h 101"/>
              <a:gd name="T32" fmla="*/ 1456 w 2185"/>
              <a:gd name="T33" fmla="*/ 56 h 101"/>
              <a:gd name="T34" fmla="*/ 1412 w 2185"/>
              <a:gd name="T35" fmla="*/ 43 h 101"/>
              <a:gd name="T36" fmla="*/ 1368 w 2185"/>
              <a:gd name="T37" fmla="*/ 25 h 101"/>
              <a:gd name="T38" fmla="*/ 1321 w 2185"/>
              <a:gd name="T39" fmla="*/ 15 h 101"/>
              <a:gd name="T40" fmla="*/ 1277 w 2185"/>
              <a:gd name="T41" fmla="*/ 12 h 101"/>
              <a:gd name="T42" fmla="*/ 1233 w 2185"/>
              <a:gd name="T43" fmla="*/ 43 h 101"/>
              <a:gd name="T44" fmla="*/ 1189 w 2185"/>
              <a:gd name="T45" fmla="*/ 56 h 101"/>
              <a:gd name="T46" fmla="*/ 1139 w 2185"/>
              <a:gd name="T47" fmla="*/ 65 h 101"/>
              <a:gd name="T48" fmla="*/ 1094 w 2185"/>
              <a:gd name="T49" fmla="*/ 68 h 101"/>
              <a:gd name="T50" fmla="*/ 1047 w 2185"/>
              <a:gd name="T51" fmla="*/ 37 h 101"/>
              <a:gd name="T52" fmla="*/ 1000 w 2185"/>
              <a:gd name="T53" fmla="*/ 21 h 101"/>
              <a:gd name="T54" fmla="*/ 953 w 2185"/>
              <a:gd name="T55" fmla="*/ 40 h 101"/>
              <a:gd name="T56" fmla="*/ 906 w 2185"/>
              <a:gd name="T57" fmla="*/ 59 h 101"/>
              <a:gd name="T58" fmla="*/ 862 w 2185"/>
              <a:gd name="T59" fmla="*/ 34 h 101"/>
              <a:gd name="T60" fmla="*/ 818 w 2185"/>
              <a:gd name="T61" fmla="*/ 9 h 101"/>
              <a:gd name="T62" fmla="*/ 774 w 2185"/>
              <a:gd name="T63" fmla="*/ 12 h 101"/>
              <a:gd name="T64" fmla="*/ 729 w 2185"/>
              <a:gd name="T65" fmla="*/ 15 h 101"/>
              <a:gd name="T66" fmla="*/ 685 w 2185"/>
              <a:gd name="T67" fmla="*/ 18 h 101"/>
              <a:gd name="T68" fmla="*/ 641 w 2185"/>
              <a:gd name="T69" fmla="*/ 37 h 101"/>
              <a:gd name="T70" fmla="*/ 594 w 2185"/>
              <a:gd name="T71" fmla="*/ 59 h 101"/>
              <a:gd name="T72" fmla="*/ 550 w 2185"/>
              <a:gd name="T73" fmla="*/ 59 h 101"/>
              <a:gd name="T74" fmla="*/ 500 w 2185"/>
              <a:gd name="T75" fmla="*/ 40 h 101"/>
              <a:gd name="T76" fmla="*/ 459 w 2185"/>
              <a:gd name="T77" fmla="*/ 28 h 101"/>
              <a:gd name="T78" fmla="*/ 465 w 2185"/>
              <a:gd name="T79" fmla="*/ 62 h 101"/>
              <a:gd name="T80" fmla="*/ 482 w 2185"/>
              <a:gd name="T81" fmla="*/ 93 h 101"/>
              <a:gd name="T82" fmla="*/ 438 w 2185"/>
              <a:gd name="T83" fmla="*/ 56 h 101"/>
              <a:gd name="T84" fmla="*/ 391 w 2185"/>
              <a:gd name="T85" fmla="*/ 34 h 101"/>
              <a:gd name="T86" fmla="*/ 347 w 2185"/>
              <a:gd name="T87" fmla="*/ 31 h 101"/>
              <a:gd name="T88" fmla="*/ 300 w 2185"/>
              <a:gd name="T89" fmla="*/ 34 h 101"/>
              <a:gd name="T90" fmla="*/ 250 w 2185"/>
              <a:gd name="T91" fmla="*/ 40 h 101"/>
              <a:gd name="T92" fmla="*/ 220 w 2185"/>
              <a:gd name="T93" fmla="*/ 75 h 101"/>
              <a:gd name="T94" fmla="*/ 176 w 2185"/>
              <a:gd name="T95" fmla="*/ 81 h 101"/>
              <a:gd name="T96" fmla="*/ 132 w 2185"/>
              <a:gd name="T97" fmla="*/ 68 h 101"/>
              <a:gd name="T98" fmla="*/ 88 w 2185"/>
              <a:gd name="T99" fmla="*/ 53 h 101"/>
              <a:gd name="T100" fmla="*/ 44 w 2185"/>
              <a:gd name="T101" fmla="*/ 31 h 101"/>
              <a:gd name="T102" fmla="*/ 0 w 2185"/>
              <a:gd name="T103" fmla="*/ 1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85" h="101">
                <a:moveTo>
                  <a:pt x="2184" y="7"/>
                </a:moveTo>
                <a:lnTo>
                  <a:pt x="2178" y="1"/>
                </a:lnTo>
                <a:lnTo>
                  <a:pt x="2184" y="0"/>
                </a:lnTo>
                <a:lnTo>
                  <a:pt x="2183" y="3"/>
                </a:lnTo>
                <a:lnTo>
                  <a:pt x="2178" y="3"/>
                </a:lnTo>
                <a:lnTo>
                  <a:pt x="2160" y="12"/>
                </a:lnTo>
                <a:lnTo>
                  <a:pt x="2148" y="21"/>
                </a:lnTo>
                <a:lnTo>
                  <a:pt x="2139" y="31"/>
                </a:lnTo>
                <a:lnTo>
                  <a:pt x="2131" y="31"/>
                </a:lnTo>
                <a:lnTo>
                  <a:pt x="2122" y="34"/>
                </a:lnTo>
                <a:lnTo>
                  <a:pt x="2113" y="34"/>
                </a:lnTo>
                <a:lnTo>
                  <a:pt x="2104" y="34"/>
                </a:lnTo>
                <a:lnTo>
                  <a:pt x="2095" y="34"/>
                </a:lnTo>
                <a:lnTo>
                  <a:pt x="2086" y="34"/>
                </a:lnTo>
                <a:lnTo>
                  <a:pt x="2078" y="34"/>
                </a:lnTo>
                <a:lnTo>
                  <a:pt x="2069" y="40"/>
                </a:lnTo>
                <a:lnTo>
                  <a:pt x="2063" y="50"/>
                </a:lnTo>
                <a:lnTo>
                  <a:pt x="2057" y="59"/>
                </a:lnTo>
                <a:lnTo>
                  <a:pt x="2048" y="62"/>
                </a:lnTo>
                <a:lnTo>
                  <a:pt x="2039" y="62"/>
                </a:lnTo>
                <a:lnTo>
                  <a:pt x="2030" y="56"/>
                </a:lnTo>
                <a:lnTo>
                  <a:pt x="2019" y="50"/>
                </a:lnTo>
                <a:lnTo>
                  <a:pt x="2010" y="50"/>
                </a:lnTo>
                <a:lnTo>
                  <a:pt x="2001" y="46"/>
                </a:lnTo>
                <a:lnTo>
                  <a:pt x="1992" y="40"/>
                </a:lnTo>
                <a:lnTo>
                  <a:pt x="1983" y="37"/>
                </a:lnTo>
                <a:lnTo>
                  <a:pt x="1972" y="37"/>
                </a:lnTo>
                <a:lnTo>
                  <a:pt x="1963" y="34"/>
                </a:lnTo>
                <a:lnTo>
                  <a:pt x="1954" y="31"/>
                </a:lnTo>
                <a:lnTo>
                  <a:pt x="1945" y="28"/>
                </a:lnTo>
                <a:lnTo>
                  <a:pt x="1936" y="28"/>
                </a:lnTo>
                <a:lnTo>
                  <a:pt x="1927" y="25"/>
                </a:lnTo>
                <a:lnTo>
                  <a:pt x="1919" y="21"/>
                </a:lnTo>
                <a:lnTo>
                  <a:pt x="1910" y="18"/>
                </a:lnTo>
                <a:lnTo>
                  <a:pt x="1901" y="15"/>
                </a:lnTo>
                <a:lnTo>
                  <a:pt x="1898" y="25"/>
                </a:lnTo>
                <a:lnTo>
                  <a:pt x="1886" y="28"/>
                </a:lnTo>
                <a:lnTo>
                  <a:pt x="1874" y="28"/>
                </a:lnTo>
                <a:lnTo>
                  <a:pt x="1866" y="31"/>
                </a:lnTo>
                <a:lnTo>
                  <a:pt x="1857" y="37"/>
                </a:lnTo>
                <a:lnTo>
                  <a:pt x="1854" y="46"/>
                </a:lnTo>
                <a:lnTo>
                  <a:pt x="1845" y="50"/>
                </a:lnTo>
                <a:lnTo>
                  <a:pt x="1836" y="50"/>
                </a:lnTo>
                <a:lnTo>
                  <a:pt x="1827" y="50"/>
                </a:lnTo>
                <a:lnTo>
                  <a:pt x="1819" y="56"/>
                </a:lnTo>
                <a:lnTo>
                  <a:pt x="1810" y="59"/>
                </a:lnTo>
                <a:lnTo>
                  <a:pt x="1801" y="62"/>
                </a:lnTo>
                <a:lnTo>
                  <a:pt x="1792" y="65"/>
                </a:lnTo>
                <a:lnTo>
                  <a:pt x="1783" y="71"/>
                </a:lnTo>
                <a:lnTo>
                  <a:pt x="1774" y="75"/>
                </a:lnTo>
                <a:lnTo>
                  <a:pt x="1766" y="75"/>
                </a:lnTo>
                <a:lnTo>
                  <a:pt x="1757" y="71"/>
                </a:lnTo>
                <a:lnTo>
                  <a:pt x="1748" y="65"/>
                </a:lnTo>
                <a:lnTo>
                  <a:pt x="1736" y="62"/>
                </a:lnTo>
                <a:lnTo>
                  <a:pt x="1727" y="59"/>
                </a:lnTo>
                <a:lnTo>
                  <a:pt x="1718" y="56"/>
                </a:lnTo>
                <a:lnTo>
                  <a:pt x="1710" y="53"/>
                </a:lnTo>
                <a:lnTo>
                  <a:pt x="1701" y="53"/>
                </a:lnTo>
                <a:lnTo>
                  <a:pt x="1692" y="46"/>
                </a:lnTo>
                <a:lnTo>
                  <a:pt x="1683" y="43"/>
                </a:lnTo>
                <a:lnTo>
                  <a:pt x="1674" y="43"/>
                </a:lnTo>
                <a:lnTo>
                  <a:pt x="1665" y="40"/>
                </a:lnTo>
                <a:lnTo>
                  <a:pt x="1657" y="40"/>
                </a:lnTo>
                <a:lnTo>
                  <a:pt x="1645" y="37"/>
                </a:lnTo>
                <a:lnTo>
                  <a:pt x="1633" y="34"/>
                </a:lnTo>
                <a:lnTo>
                  <a:pt x="1624" y="31"/>
                </a:lnTo>
                <a:lnTo>
                  <a:pt x="1615" y="28"/>
                </a:lnTo>
                <a:lnTo>
                  <a:pt x="1607" y="28"/>
                </a:lnTo>
                <a:lnTo>
                  <a:pt x="1598" y="28"/>
                </a:lnTo>
                <a:lnTo>
                  <a:pt x="1589" y="28"/>
                </a:lnTo>
                <a:lnTo>
                  <a:pt x="1580" y="28"/>
                </a:lnTo>
                <a:lnTo>
                  <a:pt x="1571" y="28"/>
                </a:lnTo>
                <a:lnTo>
                  <a:pt x="1562" y="28"/>
                </a:lnTo>
                <a:lnTo>
                  <a:pt x="1551" y="28"/>
                </a:lnTo>
                <a:lnTo>
                  <a:pt x="1542" y="25"/>
                </a:lnTo>
                <a:lnTo>
                  <a:pt x="1533" y="18"/>
                </a:lnTo>
                <a:lnTo>
                  <a:pt x="1524" y="18"/>
                </a:lnTo>
                <a:lnTo>
                  <a:pt x="1515" y="18"/>
                </a:lnTo>
                <a:lnTo>
                  <a:pt x="1509" y="28"/>
                </a:lnTo>
                <a:lnTo>
                  <a:pt x="1501" y="34"/>
                </a:lnTo>
                <a:lnTo>
                  <a:pt x="1492" y="37"/>
                </a:lnTo>
                <a:lnTo>
                  <a:pt x="1483" y="46"/>
                </a:lnTo>
                <a:lnTo>
                  <a:pt x="1474" y="50"/>
                </a:lnTo>
                <a:lnTo>
                  <a:pt x="1465" y="53"/>
                </a:lnTo>
                <a:lnTo>
                  <a:pt x="1456" y="56"/>
                </a:lnTo>
                <a:lnTo>
                  <a:pt x="1448" y="56"/>
                </a:lnTo>
                <a:lnTo>
                  <a:pt x="1439" y="53"/>
                </a:lnTo>
                <a:lnTo>
                  <a:pt x="1430" y="46"/>
                </a:lnTo>
                <a:lnTo>
                  <a:pt x="1421" y="43"/>
                </a:lnTo>
                <a:lnTo>
                  <a:pt x="1412" y="43"/>
                </a:lnTo>
                <a:lnTo>
                  <a:pt x="1404" y="40"/>
                </a:lnTo>
                <a:lnTo>
                  <a:pt x="1395" y="37"/>
                </a:lnTo>
                <a:lnTo>
                  <a:pt x="1386" y="31"/>
                </a:lnTo>
                <a:lnTo>
                  <a:pt x="1377" y="31"/>
                </a:lnTo>
                <a:lnTo>
                  <a:pt x="1368" y="25"/>
                </a:lnTo>
                <a:lnTo>
                  <a:pt x="1359" y="21"/>
                </a:lnTo>
                <a:lnTo>
                  <a:pt x="1351" y="21"/>
                </a:lnTo>
                <a:lnTo>
                  <a:pt x="1342" y="18"/>
                </a:lnTo>
                <a:lnTo>
                  <a:pt x="1333" y="18"/>
                </a:lnTo>
                <a:lnTo>
                  <a:pt x="1321" y="15"/>
                </a:lnTo>
                <a:lnTo>
                  <a:pt x="1312" y="12"/>
                </a:lnTo>
                <a:lnTo>
                  <a:pt x="1303" y="12"/>
                </a:lnTo>
                <a:lnTo>
                  <a:pt x="1295" y="12"/>
                </a:lnTo>
                <a:lnTo>
                  <a:pt x="1286" y="12"/>
                </a:lnTo>
                <a:lnTo>
                  <a:pt x="1277" y="12"/>
                </a:lnTo>
                <a:lnTo>
                  <a:pt x="1268" y="15"/>
                </a:lnTo>
                <a:lnTo>
                  <a:pt x="1259" y="21"/>
                </a:lnTo>
                <a:lnTo>
                  <a:pt x="1250" y="31"/>
                </a:lnTo>
                <a:lnTo>
                  <a:pt x="1242" y="37"/>
                </a:lnTo>
                <a:lnTo>
                  <a:pt x="1233" y="43"/>
                </a:lnTo>
                <a:lnTo>
                  <a:pt x="1224" y="50"/>
                </a:lnTo>
                <a:lnTo>
                  <a:pt x="1215" y="53"/>
                </a:lnTo>
                <a:lnTo>
                  <a:pt x="1206" y="53"/>
                </a:lnTo>
                <a:lnTo>
                  <a:pt x="1197" y="53"/>
                </a:lnTo>
                <a:lnTo>
                  <a:pt x="1189" y="56"/>
                </a:lnTo>
                <a:lnTo>
                  <a:pt x="1177" y="56"/>
                </a:lnTo>
                <a:lnTo>
                  <a:pt x="1168" y="59"/>
                </a:lnTo>
                <a:lnTo>
                  <a:pt x="1156" y="62"/>
                </a:lnTo>
                <a:lnTo>
                  <a:pt x="1147" y="65"/>
                </a:lnTo>
                <a:lnTo>
                  <a:pt x="1139" y="65"/>
                </a:lnTo>
                <a:lnTo>
                  <a:pt x="1130" y="68"/>
                </a:lnTo>
                <a:lnTo>
                  <a:pt x="1121" y="68"/>
                </a:lnTo>
                <a:lnTo>
                  <a:pt x="1112" y="68"/>
                </a:lnTo>
                <a:lnTo>
                  <a:pt x="1103" y="68"/>
                </a:lnTo>
                <a:lnTo>
                  <a:pt x="1094" y="68"/>
                </a:lnTo>
                <a:lnTo>
                  <a:pt x="1086" y="65"/>
                </a:lnTo>
                <a:lnTo>
                  <a:pt x="1080" y="56"/>
                </a:lnTo>
                <a:lnTo>
                  <a:pt x="1068" y="46"/>
                </a:lnTo>
                <a:lnTo>
                  <a:pt x="1059" y="43"/>
                </a:lnTo>
                <a:lnTo>
                  <a:pt x="1047" y="37"/>
                </a:lnTo>
                <a:lnTo>
                  <a:pt x="1039" y="31"/>
                </a:lnTo>
                <a:lnTo>
                  <a:pt x="1027" y="31"/>
                </a:lnTo>
                <a:lnTo>
                  <a:pt x="1018" y="28"/>
                </a:lnTo>
                <a:lnTo>
                  <a:pt x="1009" y="21"/>
                </a:lnTo>
                <a:lnTo>
                  <a:pt x="1000" y="21"/>
                </a:lnTo>
                <a:lnTo>
                  <a:pt x="991" y="18"/>
                </a:lnTo>
                <a:lnTo>
                  <a:pt x="980" y="25"/>
                </a:lnTo>
                <a:lnTo>
                  <a:pt x="971" y="31"/>
                </a:lnTo>
                <a:lnTo>
                  <a:pt x="962" y="37"/>
                </a:lnTo>
                <a:lnTo>
                  <a:pt x="953" y="40"/>
                </a:lnTo>
                <a:lnTo>
                  <a:pt x="944" y="43"/>
                </a:lnTo>
                <a:lnTo>
                  <a:pt x="933" y="50"/>
                </a:lnTo>
                <a:lnTo>
                  <a:pt x="924" y="53"/>
                </a:lnTo>
                <a:lnTo>
                  <a:pt x="915" y="59"/>
                </a:lnTo>
                <a:lnTo>
                  <a:pt x="906" y="59"/>
                </a:lnTo>
                <a:lnTo>
                  <a:pt x="897" y="59"/>
                </a:lnTo>
                <a:lnTo>
                  <a:pt x="885" y="56"/>
                </a:lnTo>
                <a:lnTo>
                  <a:pt x="880" y="46"/>
                </a:lnTo>
                <a:lnTo>
                  <a:pt x="871" y="40"/>
                </a:lnTo>
                <a:lnTo>
                  <a:pt x="862" y="34"/>
                </a:lnTo>
                <a:lnTo>
                  <a:pt x="853" y="25"/>
                </a:lnTo>
                <a:lnTo>
                  <a:pt x="844" y="18"/>
                </a:lnTo>
                <a:lnTo>
                  <a:pt x="835" y="12"/>
                </a:lnTo>
                <a:lnTo>
                  <a:pt x="827" y="9"/>
                </a:lnTo>
                <a:lnTo>
                  <a:pt x="818" y="9"/>
                </a:lnTo>
                <a:lnTo>
                  <a:pt x="809" y="9"/>
                </a:lnTo>
                <a:lnTo>
                  <a:pt x="800" y="12"/>
                </a:lnTo>
                <a:lnTo>
                  <a:pt x="791" y="12"/>
                </a:lnTo>
                <a:lnTo>
                  <a:pt x="782" y="12"/>
                </a:lnTo>
                <a:lnTo>
                  <a:pt x="774" y="12"/>
                </a:lnTo>
                <a:lnTo>
                  <a:pt x="765" y="12"/>
                </a:lnTo>
                <a:lnTo>
                  <a:pt x="756" y="15"/>
                </a:lnTo>
                <a:lnTo>
                  <a:pt x="747" y="15"/>
                </a:lnTo>
                <a:lnTo>
                  <a:pt x="738" y="15"/>
                </a:lnTo>
                <a:lnTo>
                  <a:pt x="729" y="15"/>
                </a:lnTo>
                <a:lnTo>
                  <a:pt x="721" y="18"/>
                </a:lnTo>
                <a:lnTo>
                  <a:pt x="712" y="18"/>
                </a:lnTo>
                <a:lnTo>
                  <a:pt x="703" y="18"/>
                </a:lnTo>
                <a:lnTo>
                  <a:pt x="694" y="18"/>
                </a:lnTo>
                <a:lnTo>
                  <a:pt x="685" y="18"/>
                </a:lnTo>
                <a:lnTo>
                  <a:pt x="676" y="18"/>
                </a:lnTo>
                <a:lnTo>
                  <a:pt x="668" y="21"/>
                </a:lnTo>
                <a:lnTo>
                  <a:pt x="659" y="28"/>
                </a:lnTo>
                <a:lnTo>
                  <a:pt x="650" y="31"/>
                </a:lnTo>
                <a:lnTo>
                  <a:pt x="641" y="37"/>
                </a:lnTo>
                <a:lnTo>
                  <a:pt x="632" y="40"/>
                </a:lnTo>
                <a:lnTo>
                  <a:pt x="624" y="50"/>
                </a:lnTo>
                <a:lnTo>
                  <a:pt x="615" y="53"/>
                </a:lnTo>
                <a:lnTo>
                  <a:pt x="606" y="56"/>
                </a:lnTo>
                <a:lnTo>
                  <a:pt x="594" y="59"/>
                </a:lnTo>
                <a:lnTo>
                  <a:pt x="585" y="62"/>
                </a:lnTo>
                <a:lnTo>
                  <a:pt x="576" y="65"/>
                </a:lnTo>
                <a:lnTo>
                  <a:pt x="568" y="65"/>
                </a:lnTo>
                <a:lnTo>
                  <a:pt x="559" y="65"/>
                </a:lnTo>
                <a:lnTo>
                  <a:pt x="550" y="59"/>
                </a:lnTo>
                <a:lnTo>
                  <a:pt x="541" y="53"/>
                </a:lnTo>
                <a:lnTo>
                  <a:pt x="532" y="50"/>
                </a:lnTo>
                <a:lnTo>
                  <a:pt x="523" y="43"/>
                </a:lnTo>
                <a:lnTo>
                  <a:pt x="512" y="43"/>
                </a:lnTo>
                <a:lnTo>
                  <a:pt x="500" y="40"/>
                </a:lnTo>
                <a:lnTo>
                  <a:pt x="497" y="31"/>
                </a:lnTo>
                <a:lnTo>
                  <a:pt x="488" y="28"/>
                </a:lnTo>
                <a:lnTo>
                  <a:pt x="479" y="28"/>
                </a:lnTo>
                <a:lnTo>
                  <a:pt x="468" y="28"/>
                </a:lnTo>
                <a:lnTo>
                  <a:pt x="459" y="28"/>
                </a:lnTo>
                <a:lnTo>
                  <a:pt x="450" y="28"/>
                </a:lnTo>
                <a:lnTo>
                  <a:pt x="450" y="37"/>
                </a:lnTo>
                <a:lnTo>
                  <a:pt x="450" y="46"/>
                </a:lnTo>
                <a:lnTo>
                  <a:pt x="459" y="53"/>
                </a:lnTo>
                <a:lnTo>
                  <a:pt x="465" y="62"/>
                </a:lnTo>
                <a:lnTo>
                  <a:pt x="473" y="71"/>
                </a:lnTo>
                <a:lnTo>
                  <a:pt x="479" y="81"/>
                </a:lnTo>
                <a:lnTo>
                  <a:pt x="485" y="90"/>
                </a:lnTo>
                <a:lnTo>
                  <a:pt x="491" y="100"/>
                </a:lnTo>
                <a:lnTo>
                  <a:pt x="482" y="93"/>
                </a:lnTo>
                <a:lnTo>
                  <a:pt x="473" y="84"/>
                </a:lnTo>
                <a:lnTo>
                  <a:pt x="465" y="78"/>
                </a:lnTo>
                <a:lnTo>
                  <a:pt x="456" y="71"/>
                </a:lnTo>
                <a:lnTo>
                  <a:pt x="447" y="65"/>
                </a:lnTo>
                <a:lnTo>
                  <a:pt x="438" y="56"/>
                </a:lnTo>
                <a:lnTo>
                  <a:pt x="429" y="46"/>
                </a:lnTo>
                <a:lnTo>
                  <a:pt x="420" y="40"/>
                </a:lnTo>
                <a:lnTo>
                  <a:pt x="412" y="37"/>
                </a:lnTo>
                <a:lnTo>
                  <a:pt x="400" y="34"/>
                </a:lnTo>
                <a:lnTo>
                  <a:pt x="391" y="34"/>
                </a:lnTo>
                <a:lnTo>
                  <a:pt x="382" y="34"/>
                </a:lnTo>
                <a:lnTo>
                  <a:pt x="373" y="34"/>
                </a:lnTo>
                <a:lnTo>
                  <a:pt x="364" y="31"/>
                </a:lnTo>
                <a:lnTo>
                  <a:pt x="356" y="31"/>
                </a:lnTo>
                <a:lnTo>
                  <a:pt x="347" y="31"/>
                </a:lnTo>
                <a:lnTo>
                  <a:pt x="338" y="31"/>
                </a:lnTo>
                <a:lnTo>
                  <a:pt x="326" y="31"/>
                </a:lnTo>
                <a:lnTo>
                  <a:pt x="317" y="31"/>
                </a:lnTo>
                <a:lnTo>
                  <a:pt x="309" y="34"/>
                </a:lnTo>
                <a:lnTo>
                  <a:pt x="300" y="34"/>
                </a:lnTo>
                <a:lnTo>
                  <a:pt x="288" y="34"/>
                </a:lnTo>
                <a:lnTo>
                  <a:pt x="276" y="34"/>
                </a:lnTo>
                <a:lnTo>
                  <a:pt x="267" y="34"/>
                </a:lnTo>
                <a:lnTo>
                  <a:pt x="259" y="34"/>
                </a:lnTo>
                <a:lnTo>
                  <a:pt x="250" y="40"/>
                </a:lnTo>
                <a:lnTo>
                  <a:pt x="241" y="43"/>
                </a:lnTo>
                <a:lnTo>
                  <a:pt x="238" y="53"/>
                </a:lnTo>
                <a:lnTo>
                  <a:pt x="238" y="62"/>
                </a:lnTo>
                <a:lnTo>
                  <a:pt x="229" y="71"/>
                </a:lnTo>
                <a:lnTo>
                  <a:pt x="220" y="75"/>
                </a:lnTo>
                <a:lnTo>
                  <a:pt x="211" y="75"/>
                </a:lnTo>
                <a:lnTo>
                  <a:pt x="203" y="75"/>
                </a:lnTo>
                <a:lnTo>
                  <a:pt x="194" y="75"/>
                </a:lnTo>
                <a:lnTo>
                  <a:pt x="185" y="78"/>
                </a:lnTo>
                <a:lnTo>
                  <a:pt x="176" y="81"/>
                </a:lnTo>
                <a:lnTo>
                  <a:pt x="164" y="81"/>
                </a:lnTo>
                <a:lnTo>
                  <a:pt x="156" y="81"/>
                </a:lnTo>
                <a:lnTo>
                  <a:pt x="147" y="81"/>
                </a:lnTo>
                <a:lnTo>
                  <a:pt x="138" y="78"/>
                </a:lnTo>
                <a:lnTo>
                  <a:pt x="132" y="68"/>
                </a:lnTo>
                <a:lnTo>
                  <a:pt x="123" y="65"/>
                </a:lnTo>
                <a:lnTo>
                  <a:pt x="114" y="59"/>
                </a:lnTo>
                <a:lnTo>
                  <a:pt x="105" y="56"/>
                </a:lnTo>
                <a:lnTo>
                  <a:pt x="97" y="53"/>
                </a:lnTo>
                <a:lnTo>
                  <a:pt x="88" y="53"/>
                </a:lnTo>
                <a:lnTo>
                  <a:pt x="79" y="50"/>
                </a:lnTo>
                <a:lnTo>
                  <a:pt x="70" y="43"/>
                </a:lnTo>
                <a:lnTo>
                  <a:pt x="61" y="40"/>
                </a:lnTo>
                <a:lnTo>
                  <a:pt x="52" y="34"/>
                </a:lnTo>
                <a:lnTo>
                  <a:pt x="44" y="31"/>
                </a:lnTo>
                <a:lnTo>
                  <a:pt x="35" y="28"/>
                </a:lnTo>
                <a:lnTo>
                  <a:pt x="26" y="21"/>
                </a:lnTo>
                <a:lnTo>
                  <a:pt x="17" y="18"/>
                </a:lnTo>
                <a:lnTo>
                  <a:pt x="5" y="3"/>
                </a:lnTo>
                <a:lnTo>
                  <a:pt x="0" y="12"/>
                </a:lnTo>
                <a:lnTo>
                  <a:pt x="3" y="1"/>
                </a:lnTo>
                <a:lnTo>
                  <a:pt x="3" y="1"/>
                </a:lnTo>
                <a:lnTo>
                  <a:pt x="5" y="4"/>
                </a:lnTo>
                <a:lnTo>
                  <a:pt x="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7" name="Freeform 15">
            <a:extLst>
              <a:ext uri="{FF2B5EF4-FFF2-40B4-BE49-F238E27FC236}">
                <a16:creationId xmlns:a16="http://schemas.microsoft.com/office/drawing/2014/main" id="{2CB15F87-4859-71C7-C966-F543007D1697}"/>
              </a:ext>
            </a:extLst>
          </p:cNvPr>
          <p:cNvSpPr>
            <a:spLocks/>
          </p:cNvSpPr>
          <p:nvPr/>
        </p:nvSpPr>
        <p:spPr bwMode="auto">
          <a:xfrm>
            <a:off x="385763" y="2073275"/>
            <a:ext cx="3468687" cy="133350"/>
          </a:xfrm>
          <a:custGeom>
            <a:avLst/>
            <a:gdLst>
              <a:gd name="T0" fmla="*/ 0 w 2185"/>
              <a:gd name="T1" fmla="*/ 83 h 84"/>
              <a:gd name="T2" fmla="*/ 48 w 2185"/>
              <a:gd name="T3" fmla="*/ 57 h 84"/>
              <a:gd name="T4" fmla="*/ 91 w 2185"/>
              <a:gd name="T5" fmla="*/ 32 h 84"/>
              <a:gd name="T6" fmla="*/ 126 w 2185"/>
              <a:gd name="T7" fmla="*/ 24 h 84"/>
              <a:gd name="T8" fmla="*/ 161 w 2185"/>
              <a:gd name="T9" fmla="*/ 28 h 84"/>
              <a:gd name="T10" fmla="*/ 197 w 2185"/>
              <a:gd name="T11" fmla="*/ 45 h 84"/>
              <a:gd name="T12" fmla="*/ 232 w 2185"/>
              <a:gd name="T13" fmla="*/ 57 h 84"/>
              <a:gd name="T14" fmla="*/ 271 w 2185"/>
              <a:gd name="T15" fmla="*/ 32 h 84"/>
              <a:gd name="T16" fmla="*/ 307 w 2185"/>
              <a:gd name="T17" fmla="*/ 24 h 84"/>
              <a:gd name="T18" fmla="*/ 342 w 2185"/>
              <a:gd name="T19" fmla="*/ 40 h 84"/>
              <a:gd name="T20" fmla="*/ 377 w 2185"/>
              <a:gd name="T21" fmla="*/ 61 h 84"/>
              <a:gd name="T22" fmla="*/ 413 w 2185"/>
              <a:gd name="T23" fmla="*/ 40 h 84"/>
              <a:gd name="T24" fmla="*/ 452 w 2185"/>
              <a:gd name="T25" fmla="*/ 28 h 84"/>
              <a:gd name="T26" fmla="*/ 487 w 2185"/>
              <a:gd name="T27" fmla="*/ 24 h 84"/>
              <a:gd name="T28" fmla="*/ 527 w 2185"/>
              <a:gd name="T29" fmla="*/ 16 h 84"/>
              <a:gd name="T30" fmla="*/ 570 w 2185"/>
              <a:gd name="T31" fmla="*/ 24 h 84"/>
              <a:gd name="T32" fmla="*/ 601 w 2185"/>
              <a:gd name="T33" fmla="*/ 53 h 84"/>
              <a:gd name="T34" fmla="*/ 640 w 2185"/>
              <a:gd name="T35" fmla="*/ 40 h 84"/>
              <a:gd name="T36" fmla="*/ 684 w 2185"/>
              <a:gd name="T37" fmla="*/ 32 h 84"/>
              <a:gd name="T38" fmla="*/ 723 w 2185"/>
              <a:gd name="T39" fmla="*/ 20 h 84"/>
              <a:gd name="T40" fmla="*/ 758 w 2185"/>
              <a:gd name="T41" fmla="*/ 20 h 84"/>
              <a:gd name="T42" fmla="*/ 794 w 2185"/>
              <a:gd name="T43" fmla="*/ 45 h 84"/>
              <a:gd name="T44" fmla="*/ 829 w 2185"/>
              <a:gd name="T45" fmla="*/ 53 h 84"/>
              <a:gd name="T46" fmla="*/ 864 w 2185"/>
              <a:gd name="T47" fmla="*/ 45 h 84"/>
              <a:gd name="T48" fmla="*/ 904 w 2185"/>
              <a:gd name="T49" fmla="*/ 36 h 84"/>
              <a:gd name="T50" fmla="*/ 939 w 2185"/>
              <a:gd name="T51" fmla="*/ 36 h 84"/>
              <a:gd name="T52" fmla="*/ 978 w 2185"/>
              <a:gd name="T53" fmla="*/ 32 h 84"/>
              <a:gd name="T54" fmla="*/ 1013 w 2185"/>
              <a:gd name="T55" fmla="*/ 16 h 84"/>
              <a:gd name="T56" fmla="*/ 1057 w 2185"/>
              <a:gd name="T57" fmla="*/ 16 h 84"/>
              <a:gd name="T58" fmla="*/ 1092 w 2185"/>
              <a:gd name="T59" fmla="*/ 40 h 84"/>
              <a:gd name="T60" fmla="*/ 1127 w 2185"/>
              <a:gd name="T61" fmla="*/ 49 h 84"/>
              <a:gd name="T62" fmla="*/ 1167 w 2185"/>
              <a:gd name="T63" fmla="*/ 32 h 84"/>
              <a:gd name="T64" fmla="*/ 1210 w 2185"/>
              <a:gd name="T65" fmla="*/ 12 h 84"/>
              <a:gd name="T66" fmla="*/ 1249 w 2185"/>
              <a:gd name="T67" fmla="*/ 8 h 84"/>
              <a:gd name="T68" fmla="*/ 1280 w 2185"/>
              <a:gd name="T69" fmla="*/ 16 h 84"/>
              <a:gd name="T70" fmla="*/ 1316 w 2185"/>
              <a:gd name="T71" fmla="*/ 45 h 84"/>
              <a:gd name="T72" fmla="*/ 1351 w 2185"/>
              <a:gd name="T73" fmla="*/ 57 h 84"/>
              <a:gd name="T74" fmla="*/ 1386 w 2185"/>
              <a:gd name="T75" fmla="*/ 32 h 84"/>
              <a:gd name="T76" fmla="*/ 1426 w 2185"/>
              <a:gd name="T77" fmla="*/ 20 h 84"/>
              <a:gd name="T78" fmla="*/ 1461 w 2185"/>
              <a:gd name="T79" fmla="*/ 16 h 84"/>
              <a:gd name="T80" fmla="*/ 1500 w 2185"/>
              <a:gd name="T81" fmla="*/ 12 h 84"/>
              <a:gd name="T82" fmla="*/ 1547 w 2185"/>
              <a:gd name="T83" fmla="*/ 40 h 84"/>
              <a:gd name="T84" fmla="*/ 1583 w 2185"/>
              <a:gd name="T85" fmla="*/ 61 h 84"/>
              <a:gd name="T86" fmla="*/ 1622 w 2185"/>
              <a:gd name="T87" fmla="*/ 49 h 84"/>
              <a:gd name="T88" fmla="*/ 1657 w 2185"/>
              <a:gd name="T89" fmla="*/ 28 h 84"/>
              <a:gd name="T90" fmla="*/ 1697 w 2185"/>
              <a:gd name="T91" fmla="*/ 16 h 84"/>
              <a:gd name="T92" fmla="*/ 1732 w 2185"/>
              <a:gd name="T93" fmla="*/ 8 h 84"/>
              <a:gd name="T94" fmla="*/ 1775 w 2185"/>
              <a:gd name="T95" fmla="*/ 28 h 84"/>
              <a:gd name="T96" fmla="*/ 1811 w 2185"/>
              <a:gd name="T97" fmla="*/ 40 h 84"/>
              <a:gd name="T98" fmla="*/ 1846 w 2185"/>
              <a:gd name="T99" fmla="*/ 28 h 84"/>
              <a:gd name="T100" fmla="*/ 1881 w 2185"/>
              <a:gd name="T101" fmla="*/ 8 h 84"/>
              <a:gd name="T102" fmla="*/ 1920 w 2185"/>
              <a:gd name="T103" fmla="*/ 0 h 84"/>
              <a:gd name="T104" fmla="*/ 1964 w 2185"/>
              <a:gd name="T105" fmla="*/ 8 h 84"/>
              <a:gd name="T106" fmla="*/ 1999 w 2185"/>
              <a:gd name="T107" fmla="*/ 24 h 84"/>
              <a:gd name="T108" fmla="*/ 2038 w 2185"/>
              <a:gd name="T109" fmla="*/ 36 h 84"/>
              <a:gd name="T110" fmla="*/ 2070 w 2185"/>
              <a:gd name="T111" fmla="*/ 16 h 84"/>
              <a:gd name="T112" fmla="*/ 2109 w 2185"/>
              <a:gd name="T113" fmla="*/ 36 h 84"/>
              <a:gd name="T114" fmla="*/ 2140 w 2185"/>
              <a:gd name="T115" fmla="*/ 57 h 84"/>
              <a:gd name="T116" fmla="*/ 2176 w 2185"/>
              <a:gd name="T117" fmla="*/ 69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85" h="84">
                <a:moveTo>
                  <a:pt x="0" y="79"/>
                </a:moveTo>
                <a:lnTo>
                  <a:pt x="0" y="73"/>
                </a:lnTo>
                <a:lnTo>
                  <a:pt x="0" y="83"/>
                </a:lnTo>
                <a:lnTo>
                  <a:pt x="24" y="49"/>
                </a:lnTo>
                <a:lnTo>
                  <a:pt x="36" y="49"/>
                </a:lnTo>
                <a:lnTo>
                  <a:pt x="48" y="57"/>
                </a:lnTo>
                <a:lnTo>
                  <a:pt x="63" y="49"/>
                </a:lnTo>
                <a:lnTo>
                  <a:pt x="79" y="36"/>
                </a:lnTo>
                <a:lnTo>
                  <a:pt x="91" y="32"/>
                </a:lnTo>
                <a:lnTo>
                  <a:pt x="103" y="32"/>
                </a:lnTo>
                <a:lnTo>
                  <a:pt x="114" y="28"/>
                </a:lnTo>
                <a:lnTo>
                  <a:pt x="126" y="24"/>
                </a:lnTo>
                <a:lnTo>
                  <a:pt x="138" y="24"/>
                </a:lnTo>
                <a:lnTo>
                  <a:pt x="150" y="28"/>
                </a:lnTo>
                <a:lnTo>
                  <a:pt x="161" y="28"/>
                </a:lnTo>
                <a:lnTo>
                  <a:pt x="173" y="32"/>
                </a:lnTo>
                <a:lnTo>
                  <a:pt x="185" y="40"/>
                </a:lnTo>
                <a:lnTo>
                  <a:pt x="197" y="45"/>
                </a:lnTo>
                <a:lnTo>
                  <a:pt x="209" y="49"/>
                </a:lnTo>
                <a:lnTo>
                  <a:pt x="220" y="53"/>
                </a:lnTo>
                <a:lnTo>
                  <a:pt x="232" y="57"/>
                </a:lnTo>
                <a:lnTo>
                  <a:pt x="248" y="53"/>
                </a:lnTo>
                <a:lnTo>
                  <a:pt x="264" y="45"/>
                </a:lnTo>
                <a:lnTo>
                  <a:pt x="271" y="32"/>
                </a:lnTo>
                <a:lnTo>
                  <a:pt x="283" y="32"/>
                </a:lnTo>
                <a:lnTo>
                  <a:pt x="295" y="28"/>
                </a:lnTo>
                <a:lnTo>
                  <a:pt x="307" y="24"/>
                </a:lnTo>
                <a:lnTo>
                  <a:pt x="319" y="20"/>
                </a:lnTo>
                <a:lnTo>
                  <a:pt x="330" y="32"/>
                </a:lnTo>
                <a:lnTo>
                  <a:pt x="342" y="40"/>
                </a:lnTo>
                <a:lnTo>
                  <a:pt x="354" y="53"/>
                </a:lnTo>
                <a:lnTo>
                  <a:pt x="366" y="61"/>
                </a:lnTo>
                <a:lnTo>
                  <a:pt x="377" y="61"/>
                </a:lnTo>
                <a:lnTo>
                  <a:pt x="389" y="53"/>
                </a:lnTo>
                <a:lnTo>
                  <a:pt x="401" y="49"/>
                </a:lnTo>
                <a:lnTo>
                  <a:pt x="413" y="40"/>
                </a:lnTo>
                <a:lnTo>
                  <a:pt x="425" y="36"/>
                </a:lnTo>
                <a:lnTo>
                  <a:pt x="436" y="32"/>
                </a:lnTo>
                <a:lnTo>
                  <a:pt x="452" y="28"/>
                </a:lnTo>
                <a:lnTo>
                  <a:pt x="464" y="28"/>
                </a:lnTo>
                <a:lnTo>
                  <a:pt x="476" y="24"/>
                </a:lnTo>
                <a:lnTo>
                  <a:pt x="487" y="24"/>
                </a:lnTo>
                <a:lnTo>
                  <a:pt x="499" y="24"/>
                </a:lnTo>
                <a:lnTo>
                  <a:pt x="511" y="20"/>
                </a:lnTo>
                <a:lnTo>
                  <a:pt x="527" y="16"/>
                </a:lnTo>
                <a:lnTo>
                  <a:pt x="542" y="16"/>
                </a:lnTo>
                <a:lnTo>
                  <a:pt x="558" y="12"/>
                </a:lnTo>
                <a:lnTo>
                  <a:pt x="570" y="24"/>
                </a:lnTo>
                <a:lnTo>
                  <a:pt x="578" y="36"/>
                </a:lnTo>
                <a:lnTo>
                  <a:pt x="585" y="49"/>
                </a:lnTo>
                <a:lnTo>
                  <a:pt x="601" y="53"/>
                </a:lnTo>
                <a:lnTo>
                  <a:pt x="613" y="49"/>
                </a:lnTo>
                <a:lnTo>
                  <a:pt x="629" y="45"/>
                </a:lnTo>
                <a:lnTo>
                  <a:pt x="640" y="40"/>
                </a:lnTo>
                <a:lnTo>
                  <a:pt x="656" y="36"/>
                </a:lnTo>
                <a:lnTo>
                  <a:pt x="672" y="36"/>
                </a:lnTo>
                <a:lnTo>
                  <a:pt x="684" y="32"/>
                </a:lnTo>
                <a:lnTo>
                  <a:pt x="695" y="28"/>
                </a:lnTo>
                <a:lnTo>
                  <a:pt x="711" y="24"/>
                </a:lnTo>
                <a:lnTo>
                  <a:pt x="723" y="20"/>
                </a:lnTo>
                <a:lnTo>
                  <a:pt x="735" y="16"/>
                </a:lnTo>
                <a:lnTo>
                  <a:pt x="746" y="12"/>
                </a:lnTo>
                <a:lnTo>
                  <a:pt x="758" y="20"/>
                </a:lnTo>
                <a:lnTo>
                  <a:pt x="770" y="28"/>
                </a:lnTo>
                <a:lnTo>
                  <a:pt x="782" y="36"/>
                </a:lnTo>
                <a:lnTo>
                  <a:pt x="794" y="45"/>
                </a:lnTo>
                <a:lnTo>
                  <a:pt x="805" y="53"/>
                </a:lnTo>
                <a:lnTo>
                  <a:pt x="817" y="53"/>
                </a:lnTo>
                <a:lnTo>
                  <a:pt x="829" y="53"/>
                </a:lnTo>
                <a:lnTo>
                  <a:pt x="841" y="49"/>
                </a:lnTo>
                <a:lnTo>
                  <a:pt x="852" y="45"/>
                </a:lnTo>
                <a:lnTo>
                  <a:pt x="864" y="45"/>
                </a:lnTo>
                <a:lnTo>
                  <a:pt x="876" y="40"/>
                </a:lnTo>
                <a:lnTo>
                  <a:pt x="892" y="40"/>
                </a:lnTo>
                <a:lnTo>
                  <a:pt x="904" y="36"/>
                </a:lnTo>
                <a:lnTo>
                  <a:pt x="915" y="36"/>
                </a:lnTo>
                <a:lnTo>
                  <a:pt x="927" y="36"/>
                </a:lnTo>
                <a:lnTo>
                  <a:pt x="939" y="36"/>
                </a:lnTo>
                <a:lnTo>
                  <a:pt x="951" y="36"/>
                </a:lnTo>
                <a:lnTo>
                  <a:pt x="962" y="36"/>
                </a:lnTo>
                <a:lnTo>
                  <a:pt x="978" y="32"/>
                </a:lnTo>
                <a:lnTo>
                  <a:pt x="990" y="28"/>
                </a:lnTo>
                <a:lnTo>
                  <a:pt x="1002" y="20"/>
                </a:lnTo>
                <a:lnTo>
                  <a:pt x="1013" y="16"/>
                </a:lnTo>
                <a:lnTo>
                  <a:pt x="1025" y="12"/>
                </a:lnTo>
                <a:lnTo>
                  <a:pt x="1041" y="8"/>
                </a:lnTo>
                <a:lnTo>
                  <a:pt x="1057" y="16"/>
                </a:lnTo>
                <a:lnTo>
                  <a:pt x="1068" y="28"/>
                </a:lnTo>
                <a:lnTo>
                  <a:pt x="1080" y="36"/>
                </a:lnTo>
                <a:lnTo>
                  <a:pt x="1092" y="40"/>
                </a:lnTo>
                <a:lnTo>
                  <a:pt x="1104" y="49"/>
                </a:lnTo>
                <a:lnTo>
                  <a:pt x="1116" y="49"/>
                </a:lnTo>
                <a:lnTo>
                  <a:pt x="1127" y="49"/>
                </a:lnTo>
                <a:lnTo>
                  <a:pt x="1143" y="45"/>
                </a:lnTo>
                <a:lnTo>
                  <a:pt x="1155" y="40"/>
                </a:lnTo>
                <a:lnTo>
                  <a:pt x="1167" y="32"/>
                </a:lnTo>
                <a:lnTo>
                  <a:pt x="1182" y="24"/>
                </a:lnTo>
                <a:lnTo>
                  <a:pt x="1194" y="20"/>
                </a:lnTo>
                <a:lnTo>
                  <a:pt x="1210" y="12"/>
                </a:lnTo>
                <a:lnTo>
                  <a:pt x="1222" y="12"/>
                </a:lnTo>
                <a:lnTo>
                  <a:pt x="1233" y="12"/>
                </a:lnTo>
                <a:lnTo>
                  <a:pt x="1249" y="8"/>
                </a:lnTo>
                <a:lnTo>
                  <a:pt x="1261" y="4"/>
                </a:lnTo>
                <a:lnTo>
                  <a:pt x="1273" y="4"/>
                </a:lnTo>
                <a:lnTo>
                  <a:pt x="1280" y="16"/>
                </a:lnTo>
                <a:lnTo>
                  <a:pt x="1292" y="24"/>
                </a:lnTo>
                <a:lnTo>
                  <a:pt x="1304" y="32"/>
                </a:lnTo>
                <a:lnTo>
                  <a:pt x="1316" y="45"/>
                </a:lnTo>
                <a:lnTo>
                  <a:pt x="1328" y="53"/>
                </a:lnTo>
                <a:lnTo>
                  <a:pt x="1339" y="57"/>
                </a:lnTo>
                <a:lnTo>
                  <a:pt x="1351" y="57"/>
                </a:lnTo>
                <a:lnTo>
                  <a:pt x="1363" y="49"/>
                </a:lnTo>
                <a:lnTo>
                  <a:pt x="1375" y="40"/>
                </a:lnTo>
                <a:lnTo>
                  <a:pt x="1386" y="32"/>
                </a:lnTo>
                <a:lnTo>
                  <a:pt x="1398" y="28"/>
                </a:lnTo>
                <a:lnTo>
                  <a:pt x="1410" y="24"/>
                </a:lnTo>
                <a:lnTo>
                  <a:pt x="1426" y="20"/>
                </a:lnTo>
                <a:lnTo>
                  <a:pt x="1438" y="20"/>
                </a:lnTo>
                <a:lnTo>
                  <a:pt x="1449" y="20"/>
                </a:lnTo>
                <a:lnTo>
                  <a:pt x="1461" y="16"/>
                </a:lnTo>
                <a:lnTo>
                  <a:pt x="1473" y="16"/>
                </a:lnTo>
                <a:lnTo>
                  <a:pt x="1485" y="8"/>
                </a:lnTo>
                <a:lnTo>
                  <a:pt x="1500" y="12"/>
                </a:lnTo>
                <a:lnTo>
                  <a:pt x="1520" y="24"/>
                </a:lnTo>
                <a:lnTo>
                  <a:pt x="1532" y="28"/>
                </a:lnTo>
                <a:lnTo>
                  <a:pt x="1547" y="40"/>
                </a:lnTo>
                <a:lnTo>
                  <a:pt x="1559" y="45"/>
                </a:lnTo>
                <a:lnTo>
                  <a:pt x="1571" y="53"/>
                </a:lnTo>
                <a:lnTo>
                  <a:pt x="1583" y="61"/>
                </a:lnTo>
                <a:lnTo>
                  <a:pt x="1595" y="61"/>
                </a:lnTo>
                <a:lnTo>
                  <a:pt x="1606" y="57"/>
                </a:lnTo>
                <a:lnTo>
                  <a:pt x="1622" y="49"/>
                </a:lnTo>
                <a:lnTo>
                  <a:pt x="1634" y="36"/>
                </a:lnTo>
                <a:lnTo>
                  <a:pt x="1646" y="32"/>
                </a:lnTo>
                <a:lnTo>
                  <a:pt x="1657" y="28"/>
                </a:lnTo>
                <a:lnTo>
                  <a:pt x="1669" y="24"/>
                </a:lnTo>
                <a:lnTo>
                  <a:pt x="1685" y="20"/>
                </a:lnTo>
                <a:lnTo>
                  <a:pt x="1697" y="16"/>
                </a:lnTo>
                <a:lnTo>
                  <a:pt x="1708" y="12"/>
                </a:lnTo>
                <a:lnTo>
                  <a:pt x="1720" y="8"/>
                </a:lnTo>
                <a:lnTo>
                  <a:pt x="1732" y="8"/>
                </a:lnTo>
                <a:lnTo>
                  <a:pt x="1744" y="12"/>
                </a:lnTo>
                <a:lnTo>
                  <a:pt x="1763" y="20"/>
                </a:lnTo>
                <a:lnTo>
                  <a:pt x="1775" y="28"/>
                </a:lnTo>
                <a:lnTo>
                  <a:pt x="1787" y="32"/>
                </a:lnTo>
                <a:lnTo>
                  <a:pt x="1799" y="36"/>
                </a:lnTo>
                <a:lnTo>
                  <a:pt x="1811" y="40"/>
                </a:lnTo>
                <a:lnTo>
                  <a:pt x="1822" y="40"/>
                </a:lnTo>
                <a:lnTo>
                  <a:pt x="1834" y="32"/>
                </a:lnTo>
                <a:lnTo>
                  <a:pt x="1846" y="28"/>
                </a:lnTo>
                <a:lnTo>
                  <a:pt x="1858" y="20"/>
                </a:lnTo>
                <a:lnTo>
                  <a:pt x="1869" y="12"/>
                </a:lnTo>
                <a:lnTo>
                  <a:pt x="1881" y="8"/>
                </a:lnTo>
                <a:lnTo>
                  <a:pt x="1897" y="4"/>
                </a:lnTo>
                <a:lnTo>
                  <a:pt x="1909" y="0"/>
                </a:lnTo>
                <a:lnTo>
                  <a:pt x="1920" y="0"/>
                </a:lnTo>
                <a:lnTo>
                  <a:pt x="1936" y="0"/>
                </a:lnTo>
                <a:lnTo>
                  <a:pt x="1948" y="4"/>
                </a:lnTo>
                <a:lnTo>
                  <a:pt x="1964" y="8"/>
                </a:lnTo>
                <a:lnTo>
                  <a:pt x="1975" y="12"/>
                </a:lnTo>
                <a:lnTo>
                  <a:pt x="1987" y="20"/>
                </a:lnTo>
                <a:lnTo>
                  <a:pt x="1999" y="24"/>
                </a:lnTo>
                <a:lnTo>
                  <a:pt x="2015" y="28"/>
                </a:lnTo>
                <a:lnTo>
                  <a:pt x="2026" y="36"/>
                </a:lnTo>
                <a:lnTo>
                  <a:pt x="2038" y="36"/>
                </a:lnTo>
                <a:lnTo>
                  <a:pt x="2046" y="24"/>
                </a:lnTo>
                <a:lnTo>
                  <a:pt x="2058" y="16"/>
                </a:lnTo>
                <a:lnTo>
                  <a:pt x="2070" y="16"/>
                </a:lnTo>
                <a:lnTo>
                  <a:pt x="2081" y="20"/>
                </a:lnTo>
                <a:lnTo>
                  <a:pt x="2097" y="28"/>
                </a:lnTo>
                <a:lnTo>
                  <a:pt x="2109" y="36"/>
                </a:lnTo>
                <a:lnTo>
                  <a:pt x="2121" y="40"/>
                </a:lnTo>
                <a:lnTo>
                  <a:pt x="2129" y="53"/>
                </a:lnTo>
                <a:lnTo>
                  <a:pt x="2140" y="57"/>
                </a:lnTo>
                <a:lnTo>
                  <a:pt x="2152" y="61"/>
                </a:lnTo>
                <a:lnTo>
                  <a:pt x="2178" y="83"/>
                </a:lnTo>
                <a:lnTo>
                  <a:pt x="2176" y="69"/>
                </a:lnTo>
                <a:lnTo>
                  <a:pt x="2184" y="62"/>
                </a:lnTo>
                <a:lnTo>
                  <a:pt x="2184" y="83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Rectangle 16">
            <a:extLst>
              <a:ext uri="{FF2B5EF4-FFF2-40B4-BE49-F238E27FC236}">
                <a16:creationId xmlns:a16="http://schemas.microsoft.com/office/drawing/2014/main" id="{BD004A76-E96E-3CAD-9C41-BE730B35B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6688"/>
            <a:ext cx="66675" cy="209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9" name="AutoShape 17">
            <a:extLst>
              <a:ext uri="{FF2B5EF4-FFF2-40B4-BE49-F238E27FC236}">
                <a16:creationId xmlns:a16="http://schemas.microsoft.com/office/drawing/2014/main" id="{4FC427E1-0527-204D-C96A-8C76E379F78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90713" y="1819275"/>
            <a:ext cx="2749550" cy="743479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When 123.456 is moved to GrossPay there is alignment along the decimal point with the result that there is zero filling on the left and truncation on the right.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9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48" name="Group 12">
            <a:extLst>
              <a:ext uri="{FF2B5EF4-FFF2-40B4-BE49-F238E27FC236}">
                <a16:creationId xmlns:a16="http://schemas.microsoft.com/office/drawing/2014/main" id="{D2504FCB-5111-1259-4EA7-37B85A6B3BEF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2830513"/>
            <a:ext cx="3841750" cy="881062"/>
            <a:chOff x="203" y="1783"/>
            <a:chExt cx="2420" cy="555"/>
          </a:xfrm>
        </p:grpSpPr>
        <p:sp>
          <p:nvSpPr>
            <p:cNvPr id="14338" name="Rectangle 2">
              <a:extLst>
                <a:ext uri="{FF2B5EF4-FFF2-40B4-BE49-F238E27FC236}">
                  <a16:creationId xmlns:a16="http://schemas.microsoft.com/office/drawing/2014/main" id="{29D34EBD-25CE-68F5-5ADD-7F1B18D2B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" y="1783"/>
              <a:ext cx="2420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200" b="1">
                  <a:solidFill>
                    <a:schemeClr val="tx1"/>
                  </a:solidFill>
                  <a:latin typeface="Courier New" panose="02070309020205020404" pitchFamily="49" charset="0"/>
                </a:rPr>
                <a:t>01 GrossPay   PIC 9(4)V99 VALUE 7325.78.</a:t>
              </a:r>
            </a:p>
          </p:txBody>
        </p:sp>
        <p:sp>
          <p:nvSpPr>
            <p:cNvPr id="14339" name="Rectangle 3">
              <a:extLst>
                <a:ext uri="{FF2B5EF4-FFF2-40B4-BE49-F238E27FC236}">
                  <a16:creationId xmlns:a16="http://schemas.microsoft.com/office/drawing/2014/main" id="{052D0E48-4BD8-845B-5D9D-D49A8A090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14340" name="Rectangle 4">
              <a:extLst>
                <a:ext uri="{FF2B5EF4-FFF2-40B4-BE49-F238E27FC236}">
                  <a16:creationId xmlns:a16="http://schemas.microsoft.com/office/drawing/2014/main" id="{BBC24A0C-6EA9-14DE-DA7B-4C16AF172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14341" name="Rectangle 5">
              <a:extLst>
                <a:ext uri="{FF2B5EF4-FFF2-40B4-BE49-F238E27FC236}">
                  <a16:creationId xmlns:a16="http://schemas.microsoft.com/office/drawing/2014/main" id="{75058F0C-023F-8A9D-A2FE-A8F99CFF4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14342" name="Rectangle 6">
              <a:extLst>
                <a:ext uri="{FF2B5EF4-FFF2-40B4-BE49-F238E27FC236}">
                  <a16:creationId xmlns:a16="http://schemas.microsoft.com/office/drawing/2014/main" id="{E12CF3A9-E3BE-85A3-3A95-341620E6E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14343" name="Rectangle 7">
              <a:extLst>
                <a:ext uri="{FF2B5EF4-FFF2-40B4-BE49-F238E27FC236}">
                  <a16:creationId xmlns:a16="http://schemas.microsoft.com/office/drawing/2014/main" id="{2D3FF307-C04E-13FC-5023-BF4DBED83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14344" name="Rectangle 8">
              <a:extLst>
                <a:ext uri="{FF2B5EF4-FFF2-40B4-BE49-F238E27FC236}">
                  <a16:creationId xmlns:a16="http://schemas.microsoft.com/office/drawing/2014/main" id="{4770D23E-9F3B-78EA-2460-EE82E8478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" y="1922"/>
              <a:ext cx="142" cy="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0163" tIns="0" rIns="30163" bIns="0" anchor="ctr" anchorCtr="1"/>
            <a:lstStyle/>
            <a:p>
              <a:r>
                <a:rPr lang="en-US" alt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14345" name="Rectangle 9">
              <a:extLst>
                <a:ext uri="{FF2B5EF4-FFF2-40B4-BE49-F238E27FC236}">
                  <a16:creationId xmlns:a16="http://schemas.microsoft.com/office/drawing/2014/main" id="{0F122F95-4C1F-B545-BF33-74A30BA7F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" y="1919"/>
              <a:ext cx="878" cy="20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6" name="Rectangle 10">
              <a:extLst>
                <a:ext uri="{FF2B5EF4-FFF2-40B4-BE49-F238E27FC236}">
                  <a16:creationId xmlns:a16="http://schemas.microsoft.com/office/drawing/2014/main" id="{FDE31608-CC1C-80CB-FA17-5E994BCDE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2177"/>
              <a:ext cx="48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en-US" sz="2400" b="1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4347" name="Line 11">
              <a:extLst>
                <a:ext uri="{FF2B5EF4-FFF2-40B4-BE49-F238E27FC236}">
                  <a16:creationId xmlns:a16="http://schemas.microsoft.com/office/drawing/2014/main" id="{31CD1AF8-FB14-4F96-D36A-FE599A8C6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2130"/>
              <a:ext cx="0" cy="120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FEE89E92-D919-7745-42DC-466B127C4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044825"/>
            <a:ext cx="238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4350" name="Rectangle 14">
            <a:extLst>
              <a:ext uri="{FF2B5EF4-FFF2-40B4-BE49-F238E27FC236}">
                <a16:creationId xmlns:a16="http://schemas.microsoft.com/office/drawing/2014/main" id="{49DD3BE6-9F51-E0E4-39C3-A95B8A064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3044825"/>
            <a:ext cx="238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4351" name="Rectangle 15">
            <a:extLst>
              <a:ext uri="{FF2B5EF4-FFF2-40B4-BE49-F238E27FC236}">
                <a16:creationId xmlns:a16="http://schemas.microsoft.com/office/drawing/2014/main" id="{14F27888-6621-87E4-4978-4510E5A32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82575"/>
            <a:ext cx="3427412" cy="191135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12.4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123.456 TO GrossPay.</a:t>
            </a: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12345.757 TO GrossPay.</a:t>
            </a:r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ZEROS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256347 TO GrossPay.</a:t>
            </a:r>
          </a:p>
        </p:txBody>
      </p:sp>
      <p:sp>
        <p:nvSpPr>
          <p:cNvPr id="14352" name="Freeform 16">
            <a:extLst>
              <a:ext uri="{FF2B5EF4-FFF2-40B4-BE49-F238E27FC236}">
                <a16:creationId xmlns:a16="http://schemas.microsoft.com/office/drawing/2014/main" id="{2474785D-C7F4-A15F-5648-CAB57E8F5175}"/>
              </a:ext>
            </a:extLst>
          </p:cNvPr>
          <p:cNvSpPr>
            <a:spLocks/>
          </p:cNvSpPr>
          <p:nvPr/>
        </p:nvSpPr>
        <p:spPr bwMode="auto">
          <a:xfrm>
            <a:off x="385763" y="260350"/>
            <a:ext cx="3468687" cy="160338"/>
          </a:xfrm>
          <a:custGeom>
            <a:avLst/>
            <a:gdLst>
              <a:gd name="T0" fmla="*/ 2178 w 2185"/>
              <a:gd name="T1" fmla="*/ 3 h 101"/>
              <a:gd name="T2" fmla="*/ 2122 w 2185"/>
              <a:gd name="T3" fmla="*/ 34 h 101"/>
              <a:gd name="T4" fmla="*/ 2078 w 2185"/>
              <a:gd name="T5" fmla="*/ 34 h 101"/>
              <a:gd name="T6" fmla="*/ 2039 w 2185"/>
              <a:gd name="T7" fmla="*/ 62 h 101"/>
              <a:gd name="T8" fmla="*/ 1992 w 2185"/>
              <a:gd name="T9" fmla="*/ 40 h 101"/>
              <a:gd name="T10" fmla="*/ 1945 w 2185"/>
              <a:gd name="T11" fmla="*/ 28 h 101"/>
              <a:gd name="T12" fmla="*/ 1901 w 2185"/>
              <a:gd name="T13" fmla="*/ 15 h 101"/>
              <a:gd name="T14" fmla="*/ 1857 w 2185"/>
              <a:gd name="T15" fmla="*/ 37 h 101"/>
              <a:gd name="T16" fmla="*/ 1819 w 2185"/>
              <a:gd name="T17" fmla="*/ 56 h 101"/>
              <a:gd name="T18" fmla="*/ 1774 w 2185"/>
              <a:gd name="T19" fmla="*/ 75 h 101"/>
              <a:gd name="T20" fmla="*/ 1727 w 2185"/>
              <a:gd name="T21" fmla="*/ 59 h 101"/>
              <a:gd name="T22" fmla="*/ 1683 w 2185"/>
              <a:gd name="T23" fmla="*/ 43 h 101"/>
              <a:gd name="T24" fmla="*/ 1633 w 2185"/>
              <a:gd name="T25" fmla="*/ 34 h 101"/>
              <a:gd name="T26" fmla="*/ 1589 w 2185"/>
              <a:gd name="T27" fmla="*/ 28 h 101"/>
              <a:gd name="T28" fmla="*/ 1542 w 2185"/>
              <a:gd name="T29" fmla="*/ 25 h 101"/>
              <a:gd name="T30" fmla="*/ 1501 w 2185"/>
              <a:gd name="T31" fmla="*/ 34 h 101"/>
              <a:gd name="T32" fmla="*/ 1456 w 2185"/>
              <a:gd name="T33" fmla="*/ 56 h 101"/>
              <a:gd name="T34" fmla="*/ 1412 w 2185"/>
              <a:gd name="T35" fmla="*/ 43 h 101"/>
              <a:gd name="T36" fmla="*/ 1368 w 2185"/>
              <a:gd name="T37" fmla="*/ 25 h 101"/>
              <a:gd name="T38" fmla="*/ 1321 w 2185"/>
              <a:gd name="T39" fmla="*/ 15 h 101"/>
              <a:gd name="T40" fmla="*/ 1277 w 2185"/>
              <a:gd name="T41" fmla="*/ 12 h 101"/>
              <a:gd name="T42" fmla="*/ 1233 w 2185"/>
              <a:gd name="T43" fmla="*/ 43 h 101"/>
              <a:gd name="T44" fmla="*/ 1189 w 2185"/>
              <a:gd name="T45" fmla="*/ 56 h 101"/>
              <a:gd name="T46" fmla="*/ 1139 w 2185"/>
              <a:gd name="T47" fmla="*/ 65 h 101"/>
              <a:gd name="T48" fmla="*/ 1094 w 2185"/>
              <a:gd name="T49" fmla="*/ 68 h 101"/>
              <a:gd name="T50" fmla="*/ 1047 w 2185"/>
              <a:gd name="T51" fmla="*/ 37 h 101"/>
              <a:gd name="T52" fmla="*/ 1000 w 2185"/>
              <a:gd name="T53" fmla="*/ 21 h 101"/>
              <a:gd name="T54" fmla="*/ 953 w 2185"/>
              <a:gd name="T55" fmla="*/ 40 h 101"/>
              <a:gd name="T56" fmla="*/ 906 w 2185"/>
              <a:gd name="T57" fmla="*/ 59 h 101"/>
              <a:gd name="T58" fmla="*/ 862 w 2185"/>
              <a:gd name="T59" fmla="*/ 34 h 101"/>
              <a:gd name="T60" fmla="*/ 818 w 2185"/>
              <a:gd name="T61" fmla="*/ 9 h 101"/>
              <a:gd name="T62" fmla="*/ 774 w 2185"/>
              <a:gd name="T63" fmla="*/ 12 h 101"/>
              <a:gd name="T64" fmla="*/ 729 w 2185"/>
              <a:gd name="T65" fmla="*/ 15 h 101"/>
              <a:gd name="T66" fmla="*/ 685 w 2185"/>
              <a:gd name="T67" fmla="*/ 18 h 101"/>
              <a:gd name="T68" fmla="*/ 641 w 2185"/>
              <a:gd name="T69" fmla="*/ 37 h 101"/>
              <a:gd name="T70" fmla="*/ 594 w 2185"/>
              <a:gd name="T71" fmla="*/ 59 h 101"/>
              <a:gd name="T72" fmla="*/ 550 w 2185"/>
              <a:gd name="T73" fmla="*/ 59 h 101"/>
              <a:gd name="T74" fmla="*/ 500 w 2185"/>
              <a:gd name="T75" fmla="*/ 40 h 101"/>
              <a:gd name="T76" fmla="*/ 459 w 2185"/>
              <a:gd name="T77" fmla="*/ 28 h 101"/>
              <a:gd name="T78" fmla="*/ 465 w 2185"/>
              <a:gd name="T79" fmla="*/ 62 h 101"/>
              <a:gd name="T80" fmla="*/ 482 w 2185"/>
              <a:gd name="T81" fmla="*/ 93 h 101"/>
              <a:gd name="T82" fmla="*/ 438 w 2185"/>
              <a:gd name="T83" fmla="*/ 56 h 101"/>
              <a:gd name="T84" fmla="*/ 391 w 2185"/>
              <a:gd name="T85" fmla="*/ 34 h 101"/>
              <a:gd name="T86" fmla="*/ 347 w 2185"/>
              <a:gd name="T87" fmla="*/ 31 h 101"/>
              <a:gd name="T88" fmla="*/ 300 w 2185"/>
              <a:gd name="T89" fmla="*/ 34 h 101"/>
              <a:gd name="T90" fmla="*/ 250 w 2185"/>
              <a:gd name="T91" fmla="*/ 40 h 101"/>
              <a:gd name="T92" fmla="*/ 220 w 2185"/>
              <a:gd name="T93" fmla="*/ 75 h 101"/>
              <a:gd name="T94" fmla="*/ 176 w 2185"/>
              <a:gd name="T95" fmla="*/ 81 h 101"/>
              <a:gd name="T96" fmla="*/ 132 w 2185"/>
              <a:gd name="T97" fmla="*/ 68 h 101"/>
              <a:gd name="T98" fmla="*/ 88 w 2185"/>
              <a:gd name="T99" fmla="*/ 53 h 101"/>
              <a:gd name="T100" fmla="*/ 44 w 2185"/>
              <a:gd name="T101" fmla="*/ 31 h 101"/>
              <a:gd name="T102" fmla="*/ 0 w 2185"/>
              <a:gd name="T103" fmla="*/ 1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85" h="101">
                <a:moveTo>
                  <a:pt x="2184" y="7"/>
                </a:moveTo>
                <a:lnTo>
                  <a:pt x="2178" y="1"/>
                </a:lnTo>
                <a:lnTo>
                  <a:pt x="2184" y="0"/>
                </a:lnTo>
                <a:lnTo>
                  <a:pt x="2183" y="3"/>
                </a:lnTo>
                <a:lnTo>
                  <a:pt x="2178" y="3"/>
                </a:lnTo>
                <a:lnTo>
                  <a:pt x="2160" y="12"/>
                </a:lnTo>
                <a:lnTo>
                  <a:pt x="2148" y="21"/>
                </a:lnTo>
                <a:lnTo>
                  <a:pt x="2139" y="31"/>
                </a:lnTo>
                <a:lnTo>
                  <a:pt x="2131" y="31"/>
                </a:lnTo>
                <a:lnTo>
                  <a:pt x="2122" y="34"/>
                </a:lnTo>
                <a:lnTo>
                  <a:pt x="2113" y="34"/>
                </a:lnTo>
                <a:lnTo>
                  <a:pt x="2104" y="34"/>
                </a:lnTo>
                <a:lnTo>
                  <a:pt x="2095" y="34"/>
                </a:lnTo>
                <a:lnTo>
                  <a:pt x="2086" y="34"/>
                </a:lnTo>
                <a:lnTo>
                  <a:pt x="2078" y="34"/>
                </a:lnTo>
                <a:lnTo>
                  <a:pt x="2069" y="40"/>
                </a:lnTo>
                <a:lnTo>
                  <a:pt x="2063" y="50"/>
                </a:lnTo>
                <a:lnTo>
                  <a:pt x="2057" y="59"/>
                </a:lnTo>
                <a:lnTo>
                  <a:pt x="2048" y="62"/>
                </a:lnTo>
                <a:lnTo>
                  <a:pt x="2039" y="62"/>
                </a:lnTo>
                <a:lnTo>
                  <a:pt x="2030" y="56"/>
                </a:lnTo>
                <a:lnTo>
                  <a:pt x="2019" y="50"/>
                </a:lnTo>
                <a:lnTo>
                  <a:pt x="2010" y="50"/>
                </a:lnTo>
                <a:lnTo>
                  <a:pt x="2001" y="46"/>
                </a:lnTo>
                <a:lnTo>
                  <a:pt x="1992" y="40"/>
                </a:lnTo>
                <a:lnTo>
                  <a:pt x="1983" y="37"/>
                </a:lnTo>
                <a:lnTo>
                  <a:pt x="1972" y="37"/>
                </a:lnTo>
                <a:lnTo>
                  <a:pt x="1963" y="34"/>
                </a:lnTo>
                <a:lnTo>
                  <a:pt x="1954" y="31"/>
                </a:lnTo>
                <a:lnTo>
                  <a:pt x="1945" y="28"/>
                </a:lnTo>
                <a:lnTo>
                  <a:pt x="1936" y="28"/>
                </a:lnTo>
                <a:lnTo>
                  <a:pt x="1927" y="25"/>
                </a:lnTo>
                <a:lnTo>
                  <a:pt x="1919" y="21"/>
                </a:lnTo>
                <a:lnTo>
                  <a:pt x="1910" y="18"/>
                </a:lnTo>
                <a:lnTo>
                  <a:pt x="1901" y="15"/>
                </a:lnTo>
                <a:lnTo>
                  <a:pt x="1898" y="25"/>
                </a:lnTo>
                <a:lnTo>
                  <a:pt x="1886" y="28"/>
                </a:lnTo>
                <a:lnTo>
                  <a:pt x="1874" y="28"/>
                </a:lnTo>
                <a:lnTo>
                  <a:pt x="1866" y="31"/>
                </a:lnTo>
                <a:lnTo>
                  <a:pt x="1857" y="37"/>
                </a:lnTo>
                <a:lnTo>
                  <a:pt x="1854" y="46"/>
                </a:lnTo>
                <a:lnTo>
                  <a:pt x="1845" y="50"/>
                </a:lnTo>
                <a:lnTo>
                  <a:pt x="1836" y="50"/>
                </a:lnTo>
                <a:lnTo>
                  <a:pt x="1827" y="50"/>
                </a:lnTo>
                <a:lnTo>
                  <a:pt x="1819" y="56"/>
                </a:lnTo>
                <a:lnTo>
                  <a:pt x="1810" y="59"/>
                </a:lnTo>
                <a:lnTo>
                  <a:pt x="1801" y="62"/>
                </a:lnTo>
                <a:lnTo>
                  <a:pt x="1792" y="65"/>
                </a:lnTo>
                <a:lnTo>
                  <a:pt x="1783" y="71"/>
                </a:lnTo>
                <a:lnTo>
                  <a:pt x="1774" y="75"/>
                </a:lnTo>
                <a:lnTo>
                  <a:pt x="1766" y="75"/>
                </a:lnTo>
                <a:lnTo>
                  <a:pt x="1757" y="71"/>
                </a:lnTo>
                <a:lnTo>
                  <a:pt x="1748" y="65"/>
                </a:lnTo>
                <a:lnTo>
                  <a:pt x="1736" y="62"/>
                </a:lnTo>
                <a:lnTo>
                  <a:pt x="1727" y="59"/>
                </a:lnTo>
                <a:lnTo>
                  <a:pt x="1718" y="56"/>
                </a:lnTo>
                <a:lnTo>
                  <a:pt x="1710" y="53"/>
                </a:lnTo>
                <a:lnTo>
                  <a:pt x="1701" y="53"/>
                </a:lnTo>
                <a:lnTo>
                  <a:pt x="1692" y="46"/>
                </a:lnTo>
                <a:lnTo>
                  <a:pt x="1683" y="43"/>
                </a:lnTo>
                <a:lnTo>
                  <a:pt x="1674" y="43"/>
                </a:lnTo>
                <a:lnTo>
                  <a:pt x="1665" y="40"/>
                </a:lnTo>
                <a:lnTo>
                  <a:pt x="1657" y="40"/>
                </a:lnTo>
                <a:lnTo>
                  <a:pt x="1645" y="37"/>
                </a:lnTo>
                <a:lnTo>
                  <a:pt x="1633" y="34"/>
                </a:lnTo>
                <a:lnTo>
                  <a:pt x="1624" y="31"/>
                </a:lnTo>
                <a:lnTo>
                  <a:pt x="1615" y="28"/>
                </a:lnTo>
                <a:lnTo>
                  <a:pt x="1607" y="28"/>
                </a:lnTo>
                <a:lnTo>
                  <a:pt x="1598" y="28"/>
                </a:lnTo>
                <a:lnTo>
                  <a:pt x="1589" y="28"/>
                </a:lnTo>
                <a:lnTo>
                  <a:pt x="1580" y="28"/>
                </a:lnTo>
                <a:lnTo>
                  <a:pt x="1571" y="28"/>
                </a:lnTo>
                <a:lnTo>
                  <a:pt x="1562" y="28"/>
                </a:lnTo>
                <a:lnTo>
                  <a:pt x="1551" y="28"/>
                </a:lnTo>
                <a:lnTo>
                  <a:pt x="1542" y="25"/>
                </a:lnTo>
                <a:lnTo>
                  <a:pt x="1533" y="18"/>
                </a:lnTo>
                <a:lnTo>
                  <a:pt x="1524" y="18"/>
                </a:lnTo>
                <a:lnTo>
                  <a:pt x="1515" y="18"/>
                </a:lnTo>
                <a:lnTo>
                  <a:pt x="1509" y="28"/>
                </a:lnTo>
                <a:lnTo>
                  <a:pt x="1501" y="34"/>
                </a:lnTo>
                <a:lnTo>
                  <a:pt x="1492" y="37"/>
                </a:lnTo>
                <a:lnTo>
                  <a:pt x="1483" y="46"/>
                </a:lnTo>
                <a:lnTo>
                  <a:pt x="1474" y="50"/>
                </a:lnTo>
                <a:lnTo>
                  <a:pt x="1465" y="53"/>
                </a:lnTo>
                <a:lnTo>
                  <a:pt x="1456" y="56"/>
                </a:lnTo>
                <a:lnTo>
                  <a:pt x="1448" y="56"/>
                </a:lnTo>
                <a:lnTo>
                  <a:pt x="1439" y="53"/>
                </a:lnTo>
                <a:lnTo>
                  <a:pt x="1430" y="46"/>
                </a:lnTo>
                <a:lnTo>
                  <a:pt x="1421" y="43"/>
                </a:lnTo>
                <a:lnTo>
                  <a:pt x="1412" y="43"/>
                </a:lnTo>
                <a:lnTo>
                  <a:pt x="1404" y="40"/>
                </a:lnTo>
                <a:lnTo>
                  <a:pt x="1395" y="37"/>
                </a:lnTo>
                <a:lnTo>
                  <a:pt x="1386" y="31"/>
                </a:lnTo>
                <a:lnTo>
                  <a:pt x="1377" y="31"/>
                </a:lnTo>
                <a:lnTo>
                  <a:pt x="1368" y="25"/>
                </a:lnTo>
                <a:lnTo>
                  <a:pt x="1359" y="21"/>
                </a:lnTo>
                <a:lnTo>
                  <a:pt x="1351" y="21"/>
                </a:lnTo>
                <a:lnTo>
                  <a:pt x="1342" y="18"/>
                </a:lnTo>
                <a:lnTo>
                  <a:pt x="1333" y="18"/>
                </a:lnTo>
                <a:lnTo>
                  <a:pt x="1321" y="15"/>
                </a:lnTo>
                <a:lnTo>
                  <a:pt x="1312" y="12"/>
                </a:lnTo>
                <a:lnTo>
                  <a:pt x="1303" y="12"/>
                </a:lnTo>
                <a:lnTo>
                  <a:pt x="1295" y="12"/>
                </a:lnTo>
                <a:lnTo>
                  <a:pt x="1286" y="12"/>
                </a:lnTo>
                <a:lnTo>
                  <a:pt x="1277" y="12"/>
                </a:lnTo>
                <a:lnTo>
                  <a:pt x="1268" y="15"/>
                </a:lnTo>
                <a:lnTo>
                  <a:pt x="1259" y="21"/>
                </a:lnTo>
                <a:lnTo>
                  <a:pt x="1250" y="31"/>
                </a:lnTo>
                <a:lnTo>
                  <a:pt x="1242" y="37"/>
                </a:lnTo>
                <a:lnTo>
                  <a:pt x="1233" y="43"/>
                </a:lnTo>
                <a:lnTo>
                  <a:pt x="1224" y="50"/>
                </a:lnTo>
                <a:lnTo>
                  <a:pt x="1215" y="53"/>
                </a:lnTo>
                <a:lnTo>
                  <a:pt x="1206" y="53"/>
                </a:lnTo>
                <a:lnTo>
                  <a:pt x="1197" y="53"/>
                </a:lnTo>
                <a:lnTo>
                  <a:pt x="1189" y="56"/>
                </a:lnTo>
                <a:lnTo>
                  <a:pt x="1177" y="56"/>
                </a:lnTo>
                <a:lnTo>
                  <a:pt x="1168" y="59"/>
                </a:lnTo>
                <a:lnTo>
                  <a:pt x="1156" y="62"/>
                </a:lnTo>
                <a:lnTo>
                  <a:pt x="1147" y="65"/>
                </a:lnTo>
                <a:lnTo>
                  <a:pt x="1139" y="65"/>
                </a:lnTo>
                <a:lnTo>
                  <a:pt x="1130" y="68"/>
                </a:lnTo>
                <a:lnTo>
                  <a:pt x="1121" y="68"/>
                </a:lnTo>
                <a:lnTo>
                  <a:pt x="1112" y="68"/>
                </a:lnTo>
                <a:lnTo>
                  <a:pt x="1103" y="68"/>
                </a:lnTo>
                <a:lnTo>
                  <a:pt x="1094" y="68"/>
                </a:lnTo>
                <a:lnTo>
                  <a:pt x="1086" y="65"/>
                </a:lnTo>
                <a:lnTo>
                  <a:pt x="1080" y="56"/>
                </a:lnTo>
                <a:lnTo>
                  <a:pt x="1068" y="46"/>
                </a:lnTo>
                <a:lnTo>
                  <a:pt x="1059" y="43"/>
                </a:lnTo>
                <a:lnTo>
                  <a:pt x="1047" y="37"/>
                </a:lnTo>
                <a:lnTo>
                  <a:pt x="1039" y="31"/>
                </a:lnTo>
                <a:lnTo>
                  <a:pt x="1027" y="31"/>
                </a:lnTo>
                <a:lnTo>
                  <a:pt x="1018" y="28"/>
                </a:lnTo>
                <a:lnTo>
                  <a:pt x="1009" y="21"/>
                </a:lnTo>
                <a:lnTo>
                  <a:pt x="1000" y="21"/>
                </a:lnTo>
                <a:lnTo>
                  <a:pt x="991" y="18"/>
                </a:lnTo>
                <a:lnTo>
                  <a:pt x="980" y="25"/>
                </a:lnTo>
                <a:lnTo>
                  <a:pt x="971" y="31"/>
                </a:lnTo>
                <a:lnTo>
                  <a:pt x="962" y="37"/>
                </a:lnTo>
                <a:lnTo>
                  <a:pt x="953" y="40"/>
                </a:lnTo>
                <a:lnTo>
                  <a:pt x="944" y="43"/>
                </a:lnTo>
                <a:lnTo>
                  <a:pt x="933" y="50"/>
                </a:lnTo>
                <a:lnTo>
                  <a:pt x="924" y="53"/>
                </a:lnTo>
                <a:lnTo>
                  <a:pt x="915" y="59"/>
                </a:lnTo>
                <a:lnTo>
                  <a:pt x="906" y="59"/>
                </a:lnTo>
                <a:lnTo>
                  <a:pt x="897" y="59"/>
                </a:lnTo>
                <a:lnTo>
                  <a:pt x="885" y="56"/>
                </a:lnTo>
                <a:lnTo>
                  <a:pt x="880" y="46"/>
                </a:lnTo>
                <a:lnTo>
                  <a:pt x="871" y="40"/>
                </a:lnTo>
                <a:lnTo>
                  <a:pt x="862" y="34"/>
                </a:lnTo>
                <a:lnTo>
                  <a:pt x="853" y="25"/>
                </a:lnTo>
                <a:lnTo>
                  <a:pt x="844" y="18"/>
                </a:lnTo>
                <a:lnTo>
                  <a:pt x="835" y="12"/>
                </a:lnTo>
                <a:lnTo>
                  <a:pt x="827" y="9"/>
                </a:lnTo>
                <a:lnTo>
                  <a:pt x="818" y="9"/>
                </a:lnTo>
                <a:lnTo>
                  <a:pt x="809" y="9"/>
                </a:lnTo>
                <a:lnTo>
                  <a:pt x="800" y="12"/>
                </a:lnTo>
                <a:lnTo>
                  <a:pt x="791" y="12"/>
                </a:lnTo>
                <a:lnTo>
                  <a:pt x="782" y="12"/>
                </a:lnTo>
                <a:lnTo>
                  <a:pt x="774" y="12"/>
                </a:lnTo>
                <a:lnTo>
                  <a:pt x="765" y="12"/>
                </a:lnTo>
                <a:lnTo>
                  <a:pt x="756" y="15"/>
                </a:lnTo>
                <a:lnTo>
                  <a:pt x="747" y="15"/>
                </a:lnTo>
                <a:lnTo>
                  <a:pt x="738" y="15"/>
                </a:lnTo>
                <a:lnTo>
                  <a:pt x="729" y="15"/>
                </a:lnTo>
                <a:lnTo>
                  <a:pt x="721" y="18"/>
                </a:lnTo>
                <a:lnTo>
                  <a:pt x="712" y="18"/>
                </a:lnTo>
                <a:lnTo>
                  <a:pt x="703" y="18"/>
                </a:lnTo>
                <a:lnTo>
                  <a:pt x="694" y="18"/>
                </a:lnTo>
                <a:lnTo>
                  <a:pt x="685" y="18"/>
                </a:lnTo>
                <a:lnTo>
                  <a:pt x="676" y="18"/>
                </a:lnTo>
                <a:lnTo>
                  <a:pt x="668" y="21"/>
                </a:lnTo>
                <a:lnTo>
                  <a:pt x="659" y="28"/>
                </a:lnTo>
                <a:lnTo>
                  <a:pt x="650" y="31"/>
                </a:lnTo>
                <a:lnTo>
                  <a:pt x="641" y="37"/>
                </a:lnTo>
                <a:lnTo>
                  <a:pt x="632" y="40"/>
                </a:lnTo>
                <a:lnTo>
                  <a:pt x="624" y="50"/>
                </a:lnTo>
                <a:lnTo>
                  <a:pt x="615" y="53"/>
                </a:lnTo>
                <a:lnTo>
                  <a:pt x="606" y="56"/>
                </a:lnTo>
                <a:lnTo>
                  <a:pt x="594" y="59"/>
                </a:lnTo>
                <a:lnTo>
                  <a:pt x="585" y="62"/>
                </a:lnTo>
                <a:lnTo>
                  <a:pt x="576" y="65"/>
                </a:lnTo>
                <a:lnTo>
                  <a:pt x="568" y="65"/>
                </a:lnTo>
                <a:lnTo>
                  <a:pt x="559" y="65"/>
                </a:lnTo>
                <a:lnTo>
                  <a:pt x="550" y="59"/>
                </a:lnTo>
                <a:lnTo>
                  <a:pt x="541" y="53"/>
                </a:lnTo>
                <a:lnTo>
                  <a:pt x="532" y="50"/>
                </a:lnTo>
                <a:lnTo>
                  <a:pt x="523" y="43"/>
                </a:lnTo>
                <a:lnTo>
                  <a:pt x="512" y="43"/>
                </a:lnTo>
                <a:lnTo>
                  <a:pt x="500" y="40"/>
                </a:lnTo>
                <a:lnTo>
                  <a:pt x="497" y="31"/>
                </a:lnTo>
                <a:lnTo>
                  <a:pt x="488" y="28"/>
                </a:lnTo>
                <a:lnTo>
                  <a:pt x="479" y="28"/>
                </a:lnTo>
                <a:lnTo>
                  <a:pt x="468" y="28"/>
                </a:lnTo>
                <a:lnTo>
                  <a:pt x="459" y="28"/>
                </a:lnTo>
                <a:lnTo>
                  <a:pt x="450" y="28"/>
                </a:lnTo>
                <a:lnTo>
                  <a:pt x="450" y="37"/>
                </a:lnTo>
                <a:lnTo>
                  <a:pt x="450" y="46"/>
                </a:lnTo>
                <a:lnTo>
                  <a:pt x="459" y="53"/>
                </a:lnTo>
                <a:lnTo>
                  <a:pt x="465" y="62"/>
                </a:lnTo>
                <a:lnTo>
                  <a:pt x="473" y="71"/>
                </a:lnTo>
                <a:lnTo>
                  <a:pt x="479" y="81"/>
                </a:lnTo>
                <a:lnTo>
                  <a:pt x="485" y="90"/>
                </a:lnTo>
                <a:lnTo>
                  <a:pt x="491" y="100"/>
                </a:lnTo>
                <a:lnTo>
                  <a:pt x="482" y="93"/>
                </a:lnTo>
                <a:lnTo>
                  <a:pt x="473" y="84"/>
                </a:lnTo>
                <a:lnTo>
                  <a:pt x="465" y="78"/>
                </a:lnTo>
                <a:lnTo>
                  <a:pt x="456" y="71"/>
                </a:lnTo>
                <a:lnTo>
                  <a:pt x="447" y="65"/>
                </a:lnTo>
                <a:lnTo>
                  <a:pt x="438" y="56"/>
                </a:lnTo>
                <a:lnTo>
                  <a:pt x="429" y="46"/>
                </a:lnTo>
                <a:lnTo>
                  <a:pt x="420" y="40"/>
                </a:lnTo>
                <a:lnTo>
                  <a:pt x="412" y="37"/>
                </a:lnTo>
                <a:lnTo>
                  <a:pt x="400" y="34"/>
                </a:lnTo>
                <a:lnTo>
                  <a:pt x="391" y="34"/>
                </a:lnTo>
                <a:lnTo>
                  <a:pt x="382" y="34"/>
                </a:lnTo>
                <a:lnTo>
                  <a:pt x="373" y="34"/>
                </a:lnTo>
                <a:lnTo>
                  <a:pt x="364" y="31"/>
                </a:lnTo>
                <a:lnTo>
                  <a:pt x="356" y="31"/>
                </a:lnTo>
                <a:lnTo>
                  <a:pt x="347" y="31"/>
                </a:lnTo>
                <a:lnTo>
                  <a:pt x="338" y="31"/>
                </a:lnTo>
                <a:lnTo>
                  <a:pt x="326" y="31"/>
                </a:lnTo>
                <a:lnTo>
                  <a:pt x="317" y="31"/>
                </a:lnTo>
                <a:lnTo>
                  <a:pt x="309" y="34"/>
                </a:lnTo>
                <a:lnTo>
                  <a:pt x="300" y="34"/>
                </a:lnTo>
                <a:lnTo>
                  <a:pt x="288" y="34"/>
                </a:lnTo>
                <a:lnTo>
                  <a:pt x="276" y="34"/>
                </a:lnTo>
                <a:lnTo>
                  <a:pt x="267" y="34"/>
                </a:lnTo>
                <a:lnTo>
                  <a:pt x="259" y="34"/>
                </a:lnTo>
                <a:lnTo>
                  <a:pt x="250" y="40"/>
                </a:lnTo>
                <a:lnTo>
                  <a:pt x="241" y="43"/>
                </a:lnTo>
                <a:lnTo>
                  <a:pt x="238" y="53"/>
                </a:lnTo>
                <a:lnTo>
                  <a:pt x="238" y="62"/>
                </a:lnTo>
                <a:lnTo>
                  <a:pt x="229" y="71"/>
                </a:lnTo>
                <a:lnTo>
                  <a:pt x="220" y="75"/>
                </a:lnTo>
                <a:lnTo>
                  <a:pt x="211" y="75"/>
                </a:lnTo>
                <a:lnTo>
                  <a:pt x="203" y="75"/>
                </a:lnTo>
                <a:lnTo>
                  <a:pt x="194" y="75"/>
                </a:lnTo>
                <a:lnTo>
                  <a:pt x="185" y="78"/>
                </a:lnTo>
                <a:lnTo>
                  <a:pt x="176" y="81"/>
                </a:lnTo>
                <a:lnTo>
                  <a:pt x="164" y="81"/>
                </a:lnTo>
                <a:lnTo>
                  <a:pt x="156" y="81"/>
                </a:lnTo>
                <a:lnTo>
                  <a:pt x="147" y="81"/>
                </a:lnTo>
                <a:lnTo>
                  <a:pt x="138" y="78"/>
                </a:lnTo>
                <a:lnTo>
                  <a:pt x="132" y="68"/>
                </a:lnTo>
                <a:lnTo>
                  <a:pt x="123" y="65"/>
                </a:lnTo>
                <a:lnTo>
                  <a:pt x="114" y="59"/>
                </a:lnTo>
                <a:lnTo>
                  <a:pt x="105" y="56"/>
                </a:lnTo>
                <a:lnTo>
                  <a:pt x="97" y="53"/>
                </a:lnTo>
                <a:lnTo>
                  <a:pt x="88" y="53"/>
                </a:lnTo>
                <a:lnTo>
                  <a:pt x="79" y="50"/>
                </a:lnTo>
                <a:lnTo>
                  <a:pt x="70" y="43"/>
                </a:lnTo>
                <a:lnTo>
                  <a:pt x="61" y="40"/>
                </a:lnTo>
                <a:lnTo>
                  <a:pt x="52" y="34"/>
                </a:lnTo>
                <a:lnTo>
                  <a:pt x="44" y="31"/>
                </a:lnTo>
                <a:lnTo>
                  <a:pt x="35" y="28"/>
                </a:lnTo>
                <a:lnTo>
                  <a:pt x="26" y="21"/>
                </a:lnTo>
                <a:lnTo>
                  <a:pt x="17" y="18"/>
                </a:lnTo>
                <a:lnTo>
                  <a:pt x="5" y="3"/>
                </a:lnTo>
                <a:lnTo>
                  <a:pt x="0" y="12"/>
                </a:lnTo>
                <a:lnTo>
                  <a:pt x="3" y="1"/>
                </a:lnTo>
                <a:lnTo>
                  <a:pt x="3" y="1"/>
                </a:lnTo>
                <a:lnTo>
                  <a:pt x="5" y="4"/>
                </a:lnTo>
                <a:lnTo>
                  <a:pt x="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3" name="Freeform 17">
            <a:extLst>
              <a:ext uri="{FF2B5EF4-FFF2-40B4-BE49-F238E27FC236}">
                <a16:creationId xmlns:a16="http://schemas.microsoft.com/office/drawing/2014/main" id="{66888C3C-7202-E5DF-1B28-0B5B442E2976}"/>
              </a:ext>
            </a:extLst>
          </p:cNvPr>
          <p:cNvSpPr>
            <a:spLocks/>
          </p:cNvSpPr>
          <p:nvPr/>
        </p:nvSpPr>
        <p:spPr bwMode="auto">
          <a:xfrm>
            <a:off x="385763" y="2073275"/>
            <a:ext cx="3468687" cy="133350"/>
          </a:xfrm>
          <a:custGeom>
            <a:avLst/>
            <a:gdLst>
              <a:gd name="T0" fmla="*/ 0 w 2185"/>
              <a:gd name="T1" fmla="*/ 83 h 84"/>
              <a:gd name="T2" fmla="*/ 48 w 2185"/>
              <a:gd name="T3" fmla="*/ 57 h 84"/>
              <a:gd name="T4" fmla="*/ 91 w 2185"/>
              <a:gd name="T5" fmla="*/ 32 h 84"/>
              <a:gd name="T6" fmla="*/ 126 w 2185"/>
              <a:gd name="T7" fmla="*/ 24 h 84"/>
              <a:gd name="T8" fmla="*/ 161 w 2185"/>
              <a:gd name="T9" fmla="*/ 28 h 84"/>
              <a:gd name="T10" fmla="*/ 197 w 2185"/>
              <a:gd name="T11" fmla="*/ 45 h 84"/>
              <a:gd name="T12" fmla="*/ 232 w 2185"/>
              <a:gd name="T13" fmla="*/ 57 h 84"/>
              <a:gd name="T14" fmla="*/ 271 w 2185"/>
              <a:gd name="T15" fmla="*/ 32 h 84"/>
              <a:gd name="T16" fmla="*/ 307 w 2185"/>
              <a:gd name="T17" fmla="*/ 24 h 84"/>
              <a:gd name="T18" fmla="*/ 342 w 2185"/>
              <a:gd name="T19" fmla="*/ 40 h 84"/>
              <a:gd name="T20" fmla="*/ 377 w 2185"/>
              <a:gd name="T21" fmla="*/ 61 h 84"/>
              <a:gd name="T22" fmla="*/ 413 w 2185"/>
              <a:gd name="T23" fmla="*/ 40 h 84"/>
              <a:gd name="T24" fmla="*/ 452 w 2185"/>
              <a:gd name="T25" fmla="*/ 28 h 84"/>
              <a:gd name="T26" fmla="*/ 487 w 2185"/>
              <a:gd name="T27" fmla="*/ 24 h 84"/>
              <a:gd name="T28" fmla="*/ 527 w 2185"/>
              <a:gd name="T29" fmla="*/ 16 h 84"/>
              <a:gd name="T30" fmla="*/ 570 w 2185"/>
              <a:gd name="T31" fmla="*/ 24 h 84"/>
              <a:gd name="T32" fmla="*/ 601 w 2185"/>
              <a:gd name="T33" fmla="*/ 53 h 84"/>
              <a:gd name="T34" fmla="*/ 640 w 2185"/>
              <a:gd name="T35" fmla="*/ 40 h 84"/>
              <a:gd name="T36" fmla="*/ 684 w 2185"/>
              <a:gd name="T37" fmla="*/ 32 h 84"/>
              <a:gd name="T38" fmla="*/ 723 w 2185"/>
              <a:gd name="T39" fmla="*/ 20 h 84"/>
              <a:gd name="T40" fmla="*/ 758 w 2185"/>
              <a:gd name="T41" fmla="*/ 20 h 84"/>
              <a:gd name="T42" fmla="*/ 794 w 2185"/>
              <a:gd name="T43" fmla="*/ 45 h 84"/>
              <a:gd name="T44" fmla="*/ 829 w 2185"/>
              <a:gd name="T45" fmla="*/ 53 h 84"/>
              <a:gd name="T46" fmla="*/ 864 w 2185"/>
              <a:gd name="T47" fmla="*/ 45 h 84"/>
              <a:gd name="T48" fmla="*/ 904 w 2185"/>
              <a:gd name="T49" fmla="*/ 36 h 84"/>
              <a:gd name="T50" fmla="*/ 939 w 2185"/>
              <a:gd name="T51" fmla="*/ 36 h 84"/>
              <a:gd name="T52" fmla="*/ 978 w 2185"/>
              <a:gd name="T53" fmla="*/ 32 h 84"/>
              <a:gd name="T54" fmla="*/ 1013 w 2185"/>
              <a:gd name="T55" fmla="*/ 16 h 84"/>
              <a:gd name="T56" fmla="*/ 1057 w 2185"/>
              <a:gd name="T57" fmla="*/ 16 h 84"/>
              <a:gd name="T58" fmla="*/ 1092 w 2185"/>
              <a:gd name="T59" fmla="*/ 40 h 84"/>
              <a:gd name="T60" fmla="*/ 1127 w 2185"/>
              <a:gd name="T61" fmla="*/ 49 h 84"/>
              <a:gd name="T62" fmla="*/ 1167 w 2185"/>
              <a:gd name="T63" fmla="*/ 32 h 84"/>
              <a:gd name="T64" fmla="*/ 1210 w 2185"/>
              <a:gd name="T65" fmla="*/ 12 h 84"/>
              <a:gd name="T66" fmla="*/ 1249 w 2185"/>
              <a:gd name="T67" fmla="*/ 8 h 84"/>
              <a:gd name="T68" fmla="*/ 1280 w 2185"/>
              <a:gd name="T69" fmla="*/ 16 h 84"/>
              <a:gd name="T70" fmla="*/ 1316 w 2185"/>
              <a:gd name="T71" fmla="*/ 45 h 84"/>
              <a:gd name="T72" fmla="*/ 1351 w 2185"/>
              <a:gd name="T73" fmla="*/ 57 h 84"/>
              <a:gd name="T74" fmla="*/ 1386 w 2185"/>
              <a:gd name="T75" fmla="*/ 32 h 84"/>
              <a:gd name="T76" fmla="*/ 1426 w 2185"/>
              <a:gd name="T77" fmla="*/ 20 h 84"/>
              <a:gd name="T78" fmla="*/ 1461 w 2185"/>
              <a:gd name="T79" fmla="*/ 16 h 84"/>
              <a:gd name="T80" fmla="*/ 1500 w 2185"/>
              <a:gd name="T81" fmla="*/ 12 h 84"/>
              <a:gd name="T82" fmla="*/ 1547 w 2185"/>
              <a:gd name="T83" fmla="*/ 40 h 84"/>
              <a:gd name="T84" fmla="*/ 1583 w 2185"/>
              <a:gd name="T85" fmla="*/ 61 h 84"/>
              <a:gd name="T86" fmla="*/ 1622 w 2185"/>
              <a:gd name="T87" fmla="*/ 49 h 84"/>
              <a:gd name="T88" fmla="*/ 1657 w 2185"/>
              <a:gd name="T89" fmla="*/ 28 h 84"/>
              <a:gd name="T90" fmla="*/ 1697 w 2185"/>
              <a:gd name="T91" fmla="*/ 16 h 84"/>
              <a:gd name="T92" fmla="*/ 1732 w 2185"/>
              <a:gd name="T93" fmla="*/ 8 h 84"/>
              <a:gd name="T94" fmla="*/ 1775 w 2185"/>
              <a:gd name="T95" fmla="*/ 28 h 84"/>
              <a:gd name="T96" fmla="*/ 1811 w 2185"/>
              <a:gd name="T97" fmla="*/ 40 h 84"/>
              <a:gd name="T98" fmla="*/ 1846 w 2185"/>
              <a:gd name="T99" fmla="*/ 28 h 84"/>
              <a:gd name="T100" fmla="*/ 1881 w 2185"/>
              <a:gd name="T101" fmla="*/ 8 h 84"/>
              <a:gd name="T102" fmla="*/ 1920 w 2185"/>
              <a:gd name="T103" fmla="*/ 0 h 84"/>
              <a:gd name="T104" fmla="*/ 1964 w 2185"/>
              <a:gd name="T105" fmla="*/ 8 h 84"/>
              <a:gd name="T106" fmla="*/ 1999 w 2185"/>
              <a:gd name="T107" fmla="*/ 24 h 84"/>
              <a:gd name="T108" fmla="*/ 2038 w 2185"/>
              <a:gd name="T109" fmla="*/ 36 h 84"/>
              <a:gd name="T110" fmla="*/ 2070 w 2185"/>
              <a:gd name="T111" fmla="*/ 16 h 84"/>
              <a:gd name="T112" fmla="*/ 2109 w 2185"/>
              <a:gd name="T113" fmla="*/ 36 h 84"/>
              <a:gd name="T114" fmla="*/ 2140 w 2185"/>
              <a:gd name="T115" fmla="*/ 57 h 84"/>
              <a:gd name="T116" fmla="*/ 2176 w 2185"/>
              <a:gd name="T117" fmla="*/ 69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85" h="84">
                <a:moveTo>
                  <a:pt x="0" y="79"/>
                </a:moveTo>
                <a:lnTo>
                  <a:pt x="0" y="73"/>
                </a:lnTo>
                <a:lnTo>
                  <a:pt x="0" y="83"/>
                </a:lnTo>
                <a:lnTo>
                  <a:pt x="24" y="49"/>
                </a:lnTo>
                <a:lnTo>
                  <a:pt x="36" y="49"/>
                </a:lnTo>
                <a:lnTo>
                  <a:pt x="48" y="57"/>
                </a:lnTo>
                <a:lnTo>
                  <a:pt x="63" y="49"/>
                </a:lnTo>
                <a:lnTo>
                  <a:pt x="79" y="36"/>
                </a:lnTo>
                <a:lnTo>
                  <a:pt x="91" y="32"/>
                </a:lnTo>
                <a:lnTo>
                  <a:pt x="103" y="32"/>
                </a:lnTo>
                <a:lnTo>
                  <a:pt x="114" y="28"/>
                </a:lnTo>
                <a:lnTo>
                  <a:pt x="126" y="24"/>
                </a:lnTo>
                <a:lnTo>
                  <a:pt x="138" y="24"/>
                </a:lnTo>
                <a:lnTo>
                  <a:pt x="150" y="28"/>
                </a:lnTo>
                <a:lnTo>
                  <a:pt x="161" y="28"/>
                </a:lnTo>
                <a:lnTo>
                  <a:pt x="173" y="32"/>
                </a:lnTo>
                <a:lnTo>
                  <a:pt x="185" y="40"/>
                </a:lnTo>
                <a:lnTo>
                  <a:pt x="197" y="45"/>
                </a:lnTo>
                <a:lnTo>
                  <a:pt x="209" y="49"/>
                </a:lnTo>
                <a:lnTo>
                  <a:pt x="220" y="53"/>
                </a:lnTo>
                <a:lnTo>
                  <a:pt x="232" y="57"/>
                </a:lnTo>
                <a:lnTo>
                  <a:pt x="248" y="53"/>
                </a:lnTo>
                <a:lnTo>
                  <a:pt x="264" y="45"/>
                </a:lnTo>
                <a:lnTo>
                  <a:pt x="271" y="32"/>
                </a:lnTo>
                <a:lnTo>
                  <a:pt x="283" y="32"/>
                </a:lnTo>
                <a:lnTo>
                  <a:pt x="295" y="28"/>
                </a:lnTo>
                <a:lnTo>
                  <a:pt x="307" y="24"/>
                </a:lnTo>
                <a:lnTo>
                  <a:pt x="319" y="20"/>
                </a:lnTo>
                <a:lnTo>
                  <a:pt x="330" y="32"/>
                </a:lnTo>
                <a:lnTo>
                  <a:pt x="342" y="40"/>
                </a:lnTo>
                <a:lnTo>
                  <a:pt x="354" y="53"/>
                </a:lnTo>
                <a:lnTo>
                  <a:pt x="366" y="61"/>
                </a:lnTo>
                <a:lnTo>
                  <a:pt x="377" y="61"/>
                </a:lnTo>
                <a:lnTo>
                  <a:pt x="389" y="53"/>
                </a:lnTo>
                <a:lnTo>
                  <a:pt x="401" y="49"/>
                </a:lnTo>
                <a:lnTo>
                  <a:pt x="413" y="40"/>
                </a:lnTo>
                <a:lnTo>
                  <a:pt x="425" y="36"/>
                </a:lnTo>
                <a:lnTo>
                  <a:pt x="436" y="32"/>
                </a:lnTo>
                <a:lnTo>
                  <a:pt x="452" y="28"/>
                </a:lnTo>
                <a:lnTo>
                  <a:pt x="464" y="28"/>
                </a:lnTo>
                <a:lnTo>
                  <a:pt x="476" y="24"/>
                </a:lnTo>
                <a:lnTo>
                  <a:pt x="487" y="24"/>
                </a:lnTo>
                <a:lnTo>
                  <a:pt x="499" y="24"/>
                </a:lnTo>
                <a:lnTo>
                  <a:pt x="511" y="20"/>
                </a:lnTo>
                <a:lnTo>
                  <a:pt x="527" y="16"/>
                </a:lnTo>
                <a:lnTo>
                  <a:pt x="542" y="16"/>
                </a:lnTo>
                <a:lnTo>
                  <a:pt x="558" y="12"/>
                </a:lnTo>
                <a:lnTo>
                  <a:pt x="570" y="24"/>
                </a:lnTo>
                <a:lnTo>
                  <a:pt x="578" y="36"/>
                </a:lnTo>
                <a:lnTo>
                  <a:pt x="585" y="49"/>
                </a:lnTo>
                <a:lnTo>
                  <a:pt x="601" y="53"/>
                </a:lnTo>
                <a:lnTo>
                  <a:pt x="613" y="49"/>
                </a:lnTo>
                <a:lnTo>
                  <a:pt x="629" y="45"/>
                </a:lnTo>
                <a:lnTo>
                  <a:pt x="640" y="40"/>
                </a:lnTo>
                <a:lnTo>
                  <a:pt x="656" y="36"/>
                </a:lnTo>
                <a:lnTo>
                  <a:pt x="672" y="36"/>
                </a:lnTo>
                <a:lnTo>
                  <a:pt x="684" y="32"/>
                </a:lnTo>
                <a:lnTo>
                  <a:pt x="695" y="28"/>
                </a:lnTo>
                <a:lnTo>
                  <a:pt x="711" y="24"/>
                </a:lnTo>
                <a:lnTo>
                  <a:pt x="723" y="20"/>
                </a:lnTo>
                <a:lnTo>
                  <a:pt x="735" y="16"/>
                </a:lnTo>
                <a:lnTo>
                  <a:pt x="746" y="12"/>
                </a:lnTo>
                <a:lnTo>
                  <a:pt x="758" y="20"/>
                </a:lnTo>
                <a:lnTo>
                  <a:pt x="770" y="28"/>
                </a:lnTo>
                <a:lnTo>
                  <a:pt x="782" y="36"/>
                </a:lnTo>
                <a:lnTo>
                  <a:pt x="794" y="45"/>
                </a:lnTo>
                <a:lnTo>
                  <a:pt x="805" y="53"/>
                </a:lnTo>
                <a:lnTo>
                  <a:pt x="817" y="53"/>
                </a:lnTo>
                <a:lnTo>
                  <a:pt x="829" y="53"/>
                </a:lnTo>
                <a:lnTo>
                  <a:pt x="841" y="49"/>
                </a:lnTo>
                <a:lnTo>
                  <a:pt x="852" y="45"/>
                </a:lnTo>
                <a:lnTo>
                  <a:pt x="864" y="45"/>
                </a:lnTo>
                <a:lnTo>
                  <a:pt x="876" y="40"/>
                </a:lnTo>
                <a:lnTo>
                  <a:pt x="892" y="40"/>
                </a:lnTo>
                <a:lnTo>
                  <a:pt x="904" y="36"/>
                </a:lnTo>
                <a:lnTo>
                  <a:pt x="915" y="36"/>
                </a:lnTo>
                <a:lnTo>
                  <a:pt x="927" y="36"/>
                </a:lnTo>
                <a:lnTo>
                  <a:pt x="939" y="36"/>
                </a:lnTo>
                <a:lnTo>
                  <a:pt x="951" y="36"/>
                </a:lnTo>
                <a:lnTo>
                  <a:pt x="962" y="36"/>
                </a:lnTo>
                <a:lnTo>
                  <a:pt x="978" y="32"/>
                </a:lnTo>
                <a:lnTo>
                  <a:pt x="990" y="28"/>
                </a:lnTo>
                <a:lnTo>
                  <a:pt x="1002" y="20"/>
                </a:lnTo>
                <a:lnTo>
                  <a:pt x="1013" y="16"/>
                </a:lnTo>
                <a:lnTo>
                  <a:pt x="1025" y="12"/>
                </a:lnTo>
                <a:lnTo>
                  <a:pt x="1041" y="8"/>
                </a:lnTo>
                <a:lnTo>
                  <a:pt x="1057" y="16"/>
                </a:lnTo>
                <a:lnTo>
                  <a:pt x="1068" y="28"/>
                </a:lnTo>
                <a:lnTo>
                  <a:pt x="1080" y="36"/>
                </a:lnTo>
                <a:lnTo>
                  <a:pt x="1092" y="40"/>
                </a:lnTo>
                <a:lnTo>
                  <a:pt x="1104" y="49"/>
                </a:lnTo>
                <a:lnTo>
                  <a:pt x="1116" y="49"/>
                </a:lnTo>
                <a:lnTo>
                  <a:pt x="1127" y="49"/>
                </a:lnTo>
                <a:lnTo>
                  <a:pt x="1143" y="45"/>
                </a:lnTo>
                <a:lnTo>
                  <a:pt x="1155" y="40"/>
                </a:lnTo>
                <a:lnTo>
                  <a:pt x="1167" y="32"/>
                </a:lnTo>
                <a:lnTo>
                  <a:pt x="1182" y="24"/>
                </a:lnTo>
                <a:lnTo>
                  <a:pt x="1194" y="20"/>
                </a:lnTo>
                <a:lnTo>
                  <a:pt x="1210" y="12"/>
                </a:lnTo>
                <a:lnTo>
                  <a:pt x="1222" y="12"/>
                </a:lnTo>
                <a:lnTo>
                  <a:pt x="1233" y="12"/>
                </a:lnTo>
                <a:lnTo>
                  <a:pt x="1249" y="8"/>
                </a:lnTo>
                <a:lnTo>
                  <a:pt x="1261" y="4"/>
                </a:lnTo>
                <a:lnTo>
                  <a:pt x="1273" y="4"/>
                </a:lnTo>
                <a:lnTo>
                  <a:pt x="1280" y="16"/>
                </a:lnTo>
                <a:lnTo>
                  <a:pt x="1292" y="24"/>
                </a:lnTo>
                <a:lnTo>
                  <a:pt x="1304" y="32"/>
                </a:lnTo>
                <a:lnTo>
                  <a:pt x="1316" y="45"/>
                </a:lnTo>
                <a:lnTo>
                  <a:pt x="1328" y="53"/>
                </a:lnTo>
                <a:lnTo>
                  <a:pt x="1339" y="57"/>
                </a:lnTo>
                <a:lnTo>
                  <a:pt x="1351" y="57"/>
                </a:lnTo>
                <a:lnTo>
                  <a:pt x="1363" y="49"/>
                </a:lnTo>
                <a:lnTo>
                  <a:pt x="1375" y="40"/>
                </a:lnTo>
                <a:lnTo>
                  <a:pt x="1386" y="32"/>
                </a:lnTo>
                <a:lnTo>
                  <a:pt x="1398" y="28"/>
                </a:lnTo>
                <a:lnTo>
                  <a:pt x="1410" y="24"/>
                </a:lnTo>
                <a:lnTo>
                  <a:pt x="1426" y="20"/>
                </a:lnTo>
                <a:lnTo>
                  <a:pt x="1438" y="20"/>
                </a:lnTo>
                <a:lnTo>
                  <a:pt x="1449" y="20"/>
                </a:lnTo>
                <a:lnTo>
                  <a:pt x="1461" y="16"/>
                </a:lnTo>
                <a:lnTo>
                  <a:pt x="1473" y="16"/>
                </a:lnTo>
                <a:lnTo>
                  <a:pt x="1485" y="8"/>
                </a:lnTo>
                <a:lnTo>
                  <a:pt x="1500" y="12"/>
                </a:lnTo>
                <a:lnTo>
                  <a:pt x="1520" y="24"/>
                </a:lnTo>
                <a:lnTo>
                  <a:pt x="1532" y="28"/>
                </a:lnTo>
                <a:lnTo>
                  <a:pt x="1547" y="40"/>
                </a:lnTo>
                <a:lnTo>
                  <a:pt x="1559" y="45"/>
                </a:lnTo>
                <a:lnTo>
                  <a:pt x="1571" y="53"/>
                </a:lnTo>
                <a:lnTo>
                  <a:pt x="1583" y="61"/>
                </a:lnTo>
                <a:lnTo>
                  <a:pt x="1595" y="61"/>
                </a:lnTo>
                <a:lnTo>
                  <a:pt x="1606" y="57"/>
                </a:lnTo>
                <a:lnTo>
                  <a:pt x="1622" y="49"/>
                </a:lnTo>
                <a:lnTo>
                  <a:pt x="1634" y="36"/>
                </a:lnTo>
                <a:lnTo>
                  <a:pt x="1646" y="32"/>
                </a:lnTo>
                <a:lnTo>
                  <a:pt x="1657" y="28"/>
                </a:lnTo>
                <a:lnTo>
                  <a:pt x="1669" y="24"/>
                </a:lnTo>
                <a:lnTo>
                  <a:pt x="1685" y="20"/>
                </a:lnTo>
                <a:lnTo>
                  <a:pt x="1697" y="16"/>
                </a:lnTo>
                <a:lnTo>
                  <a:pt x="1708" y="12"/>
                </a:lnTo>
                <a:lnTo>
                  <a:pt x="1720" y="8"/>
                </a:lnTo>
                <a:lnTo>
                  <a:pt x="1732" y="8"/>
                </a:lnTo>
                <a:lnTo>
                  <a:pt x="1744" y="12"/>
                </a:lnTo>
                <a:lnTo>
                  <a:pt x="1763" y="20"/>
                </a:lnTo>
                <a:lnTo>
                  <a:pt x="1775" y="28"/>
                </a:lnTo>
                <a:lnTo>
                  <a:pt x="1787" y="32"/>
                </a:lnTo>
                <a:lnTo>
                  <a:pt x="1799" y="36"/>
                </a:lnTo>
                <a:lnTo>
                  <a:pt x="1811" y="40"/>
                </a:lnTo>
                <a:lnTo>
                  <a:pt x="1822" y="40"/>
                </a:lnTo>
                <a:lnTo>
                  <a:pt x="1834" y="32"/>
                </a:lnTo>
                <a:lnTo>
                  <a:pt x="1846" y="28"/>
                </a:lnTo>
                <a:lnTo>
                  <a:pt x="1858" y="20"/>
                </a:lnTo>
                <a:lnTo>
                  <a:pt x="1869" y="12"/>
                </a:lnTo>
                <a:lnTo>
                  <a:pt x="1881" y="8"/>
                </a:lnTo>
                <a:lnTo>
                  <a:pt x="1897" y="4"/>
                </a:lnTo>
                <a:lnTo>
                  <a:pt x="1909" y="0"/>
                </a:lnTo>
                <a:lnTo>
                  <a:pt x="1920" y="0"/>
                </a:lnTo>
                <a:lnTo>
                  <a:pt x="1936" y="0"/>
                </a:lnTo>
                <a:lnTo>
                  <a:pt x="1948" y="4"/>
                </a:lnTo>
                <a:lnTo>
                  <a:pt x="1964" y="8"/>
                </a:lnTo>
                <a:lnTo>
                  <a:pt x="1975" y="12"/>
                </a:lnTo>
                <a:lnTo>
                  <a:pt x="1987" y="20"/>
                </a:lnTo>
                <a:lnTo>
                  <a:pt x="1999" y="24"/>
                </a:lnTo>
                <a:lnTo>
                  <a:pt x="2015" y="28"/>
                </a:lnTo>
                <a:lnTo>
                  <a:pt x="2026" y="36"/>
                </a:lnTo>
                <a:lnTo>
                  <a:pt x="2038" y="36"/>
                </a:lnTo>
                <a:lnTo>
                  <a:pt x="2046" y="24"/>
                </a:lnTo>
                <a:lnTo>
                  <a:pt x="2058" y="16"/>
                </a:lnTo>
                <a:lnTo>
                  <a:pt x="2070" y="16"/>
                </a:lnTo>
                <a:lnTo>
                  <a:pt x="2081" y="20"/>
                </a:lnTo>
                <a:lnTo>
                  <a:pt x="2097" y="28"/>
                </a:lnTo>
                <a:lnTo>
                  <a:pt x="2109" y="36"/>
                </a:lnTo>
                <a:lnTo>
                  <a:pt x="2121" y="40"/>
                </a:lnTo>
                <a:lnTo>
                  <a:pt x="2129" y="53"/>
                </a:lnTo>
                <a:lnTo>
                  <a:pt x="2140" y="57"/>
                </a:lnTo>
                <a:lnTo>
                  <a:pt x="2152" y="61"/>
                </a:lnTo>
                <a:lnTo>
                  <a:pt x="2178" y="83"/>
                </a:lnTo>
                <a:lnTo>
                  <a:pt x="2176" y="69"/>
                </a:lnTo>
                <a:lnTo>
                  <a:pt x="2184" y="62"/>
                </a:lnTo>
                <a:lnTo>
                  <a:pt x="2184" y="83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Rectangle 18">
            <a:extLst>
              <a:ext uri="{FF2B5EF4-FFF2-40B4-BE49-F238E27FC236}">
                <a16:creationId xmlns:a16="http://schemas.microsoft.com/office/drawing/2014/main" id="{012A9CA1-6933-8B6F-F699-ED9E5A095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6688"/>
            <a:ext cx="66675" cy="209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AutoShape 19">
            <a:extLst>
              <a:ext uri="{FF2B5EF4-FFF2-40B4-BE49-F238E27FC236}">
                <a16:creationId xmlns:a16="http://schemas.microsoft.com/office/drawing/2014/main" id="{3AF23BB1-B8A6-5200-B04E-481A1309D8A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90713" y="1830388"/>
            <a:ext cx="2749550" cy="571500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Decimal point alignment results in the loss of the most significant digit on the left and the least significant on the right.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5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440C19D-929A-BC5E-1DF3-39F040BE2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2830513"/>
            <a:ext cx="384175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GrossPay   PIC 9(4)V99 VALUE 7325.78.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4C0971D-DD6B-F4A9-EC38-7D05C34D3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EB7588D6-A38B-AE64-8BED-4C2D00A6F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BCEA3FEA-8D43-3BC5-5CF1-43EE74CA1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887D3973-6C7D-CA37-96A8-66C1DFFDA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C69BFCA1-63DE-3A12-64D7-F5BCD5AB0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2FB8EDAD-F9A3-3E24-B31E-AEAA51FAF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A61F8948-A809-2B42-0AE9-E7316631C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3046413"/>
            <a:ext cx="1393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95DA0997-4A22-D0EA-29FA-34B9A08B5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3455988"/>
            <a:ext cx="76200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altLang="en-US" sz="2400" b="1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5371" name="Line 11">
            <a:extLst>
              <a:ext uri="{FF2B5EF4-FFF2-40B4-BE49-F238E27FC236}">
                <a16:creationId xmlns:a16="http://schemas.microsoft.com/office/drawing/2014/main" id="{D08F98AA-EF7F-B631-EFA6-E6FA5A279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3381375"/>
            <a:ext cx="0" cy="190500"/>
          </a:xfrm>
          <a:prstGeom prst="line">
            <a:avLst/>
          </a:prstGeom>
          <a:noFill/>
          <a:ln w="12700">
            <a:solidFill>
              <a:srgbClr val="0099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2" name="Rectangle 12">
            <a:extLst>
              <a:ext uri="{FF2B5EF4-FFF2-40B4-BE49-F238E27FC236}">
                <a16:creationId xmlns:a16="http://schemas.microsoft.com/office/drawing/2014/main" id="{0F914962-E260-B639-C6A8-C27642B0A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82575"/>
            <a:ext cx="3427412" cy="191135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12.4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123.456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12345.757 TO GrossPay.</a:t>
            </a: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ZEROS TO GrossPay.</a:t>
            </a:r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256347 TO GrossPay.</a:t>
            </a:r>
          </a:p>
        </p:txBody>
      </p:sp>
      <p:sp>
        <p:nvSpPr>
          <p:cNvPr id="15373" name="Freeform 13">
            <a:extLst>
              <a:ext uri="{FF2B5EF4-FFF2-40B4-BE49-F238E27FC236}">
                <a16:creationId xmlns:a16="http://schemas.microsoft.com/office/drawing/2014/main" id="{9D94B936-3203-386F-4697-0F7C512D5C6C}"/>
              </a:ext>
            </a:extLst>
          </p:cNvPr>
          <p:cNvSpPr>
            <a:spLocks/>
          </p:cNvSpPr>
          <p:nvPr/>
        </p:nvSpPr>
        <p:spPr bwMode="auto">
          <a:xfrm>
            <a:off x="385763" y="260350"/>
            <a:ext cx="3468687" cy="160338"/>
          </a:xfrm>
          <a:custGeom>
            <a:avLst/>
            <a:gdLst>
              <a:gd name="T0" fmla="*/ 2178 w 2185"/>
              <a:gd name="T1" fmla="*/ 3 h 101"/>
              <a:gd name="T2" fmla="*/ 2122 w 2185"/>
              <a:gd name="T3" fmla="*/ 34 h 101"/>
              <a:gd name="T4" fmla="*/ 2078 w 2185"/>
              <a:gd name="T5" fmla="*/ 34 h 101"/>
              <a:gd name="T6" fmla="*/ 2039 w 2185"/>
              <a:gd name="T7" fmla="*/ 62 h 101"/>
              <a:gd name="T8" fmla="*/ 1992 w 2185"/>
              <a:gd name="T9" fmla="*/ 40 h 101"/>
              <a:gd name="T10" fmla="*/ 1945 w 2185"/>
              <a:gd name="T11" fmla="*/ 28 h 101"/>
              <a:gd name="T12" fmla="*/ 1901 w 2185"/>
              <a:gd name="T13" fmla="*/ 15 h 101"/>
              <a:gd name="T14" fmla="*/ 1857 w 2185"/>
              <a:gd name="T15" fmla="*/ 37 h 101"/>
              <a:gd name="T16" fmla="*/ 1819 w 2185"/>
              <a:gd name="T17" fmla="*/ 56 h 101"/>
              <a:gd name="T18" fmla="*/ 1774 w 2185"/>
              <a:gd name="T19" fmla="*/ 75 h 101"/>
              <a:gd name="T20" fmla="*/ 1727 w 2185"/>
              <a:gd name="T21" fmla="*/ 59 h 101"/>
              <a:gd name="T22" fmla="*/ 1683 w 2185"/>
              <a:gd name="T23" fmla="*/ 43 h 101"/>
              <a:gd name="T24" fmla="*/ 1633 w 2185"/>
              <a:gd name="T25" fmla="*/ 34 h 101"/>
              <a:gd name="T26" fmla="*/ 1589 w 2185"/>
              <a:gd name="T27" fmla="*/ 28 h 101"/>
              <a:gd name="T28" fmla="*/ 1542 w 2185"/>
              <a:gd name="T29" fmla="*/ 25 h 101"/>
              <a:gd name="T30" fmla="*/ 1501 w 2185"/>
              <a:gd name="T31" fmla="*/ 34 h 101"/>
              <a:gd name="T32" fmla="*/ 1456 w 2185"/>
              <a:gd name="T33" fmla="*/ 56 h 101"/>
              <a:gd name="T34" fmla="*/ 1412 w 2185"/>
              <a:gd name="T35" fmla="*/ 43 h 101"/>
              <a:gd name="T36" fmla="*/ 1368 w 2185"/>
              <a:gd name="T37" fmla="*/ 25 h 101"/>
              <a:gd name="T38" fmla="*/ 1321 w 2185"/>
              <a:gd name="T39" fmla="*/ 15 h 101"/>
              <a:gd name="T40" fmla="*/ 1277 w 2185"/>
              <a:gd name="T41" fmla="*/ 12 h 101"/>
              <a:gd name="T42" fmla="*/ 1233 w 2185"/>
              <a:gd name="T43" fmla="*/ 43 h 101"/>
              <a:gd name="T44" fmla="*/ 1189 w 2185"/>
              <a:gd name="T45" fmla="*/ 56 h 101"/>
              <a:gd name="T46" fmla="*/ 1139 w 2185"/>
              <a:gd name="T47" fmla="*/ 65 h 101"/>
              <a:gd name="T48" fmla="*/ 1094 w 2185"/>
              <a:gd name="T49" fmla="*/ 68 h 101"/>
              <a:gd name="T50" fmla="*/ 1047 w 2185"/>
              <a:gd name="T51" fmla="*/ 37 h 101"/>
              <a:gd name="T52" fmla="*/ 1000 w 2185"/>
              <a:gd name="T53" fmla="*/ 21 h 101"/>
              <a:gd name="T54" fmla="*/ 953 w 2185"/>
              <a:gd name="T55" fmla="*/ 40 h 101"/>
              <a:gd name="T56" fmla="*/ 906 w 2185"/>
              <a:gd name="T57" fmla="*/ 59 h 101"/>
              <a:gd name="T58" fmla="*/ 862 w 2185"/>
              <a:gd name="T59" fmla="*/ 34 h 101"/>
              <a:gd name="T60" fmla="*/ 818 w 2185"/>
              <a:gd name="T61" fmla="*/ 9 h 101"/>
              <a:gd name="T62" fmla="*/ 774 w 2185"/>
              <a:gd name="T63" fmla="*/ 12 h 101"/>
              <a:gd name="T64" fmla="*/ 729 w 2185"/>
              <a:gd name="T65" fmla="*/ 15 h 101"/>
              <a:gd name="T66" fmla="*/ 685 w 2185"/>
              <a:gd name="T67" fmla="*/ 18 h 101"/>
              <a:gd name="T68" fmla="*/ 641 w 2185"/>
              <a:gd name="T69" fmla="*/ 37 h 101"/>
              <a:gd name="T70" fmla="*/ 594 w 2185"/>
              <a:gd name="T71" fmla="*/ 59 h 101"/>
              <a:gd name="T72" fmla="*/ 550 w 2185"/>
              <a:gd name="T73" fmla="*/ 59 h 101"/>
              <a:gd name="T74" fmla="*/ 500 w 2185"/>
              <a:gd name="T75" fmla="*/ 40 h 101"/>
              <a:gd name="T76" fmla="*/ 459 w 2185"/>
              <a:gd name="T77" fmla="*/ 28 h 101"/>
              <a:gd name="T78" fmla="*/ 465 w 2185"/>
              <a:gd name="T79" fmla="*/ 62 h 101"/>
              <a:gd name="T80" fmla="*/ 482 w 2185"/>
              <a:gd name="T81" fmla="*/ 93 h 101"/>
              <a:gd name="T82" fmla="*/ 438 w 2185"/>
              <a:gd name="T83" fmla="*/ 56 h 101"/>
              <a:gd name="T84" fmla="*/ 391 w 2185"/>
              <a:gd name="T85" fmla="*/ 34 h 101"/>
              <a:gd name="T86" fmla="*/ 347 w 2185"/>
              <a:gd name="T87" fmla="*/ 31 h 101"/>
              <a:gd name="T88" fmla="*/ 300 w 2185"/>
              <a:gd name="T89" fmla="*/ 34 h 101"/>
              <a:gd name="T90" fmla="*/ 250 w 2185"/>
              <a:gd name="T91" fmla="*/ 40 h 101"/>
              <a:gd name="T92" fmla="*/ 220 w 2185"/>
              <a:gd name="T93" fmla="*/ 75 h 101"/>
              <a:gd name="T94" fmla="*/ 176 w 2185"/>
              <a:gd name="T95" fmla="*/ 81 h 101"/>
              <a:gd name="T96" fmla="*/ 132 w 2185"/>
              <a:gd name="T97" fmla="*/ 68 h 101"/>
              <a:gd name="T98" fmla="*/ 88 w 2185"/>
              <a:gd name="T99" fmla="*/ 53 h 101"/>
              <a:gd name="T100" fmla="*/ 44 w 2185"/>
              <a:gd name="T101" fmla="*/ 31 h 101"/>
              <a:gd name="T102" fmla="*/ 0 w 2185"/>
              <a:gd name="T103" fmla="*/ 1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85" h="101">
                <a:moveTo>
                  <a:pt x="2184" y="7"/>
                </a:moveTo>
                <a:lnTo>
                  <a:pt x="2178" y="1"/>
                </a:lnTo>
                <a:lnTo>
                  <a:pt x="2184" y="0"/>
                </a:lnTo>
                <a:lnTo>
                  <a:pt x="2183" y="3"/>
                </a:lnTo>
                <a:lnTo>
                  <a:pt x="2178" y="3"/>
                </a:lnTo>
                <a:lnTo>
                  <a:pt x="2160" y="12"/>
                </a:lnTo>
                <a:lnTo>
                  <a:pt x="2148" y="21"/>
                </a:lnTo>
                <a:lnTo>
                  <a:pt x="2139" y="31"/>
                </a:lnTo>
                <a:lnTo>
                  <a:pt x="2131" y="31"/>
                </a:lnTo>
                <a:lnTo>
                  <a:pt x="2122" y="34"/>
                </a:lnTo>
                <a:lnTo>
                  <a:pt x="2113" y="34"/>
                </a:lnTo>
                <a:lnTo>
                  <a:pt x="2104" y="34"/>
                </a:lnTo>
                <a:lnTo>
                  <a:pt x="2095" y="34"/>
                </a:lnTo>
                <a:lnTo>
                  <a:pt x="2086" y="34"/>
                </a:lnTo>
                <a:lnTo>
                  <a:pt x="2078" y="34"/>
                </a:lnTo>
                <a:lnTo>
                  <a:pt x="2069" y="40"/>
                </a:lnTo>
                <a:lnTo>
                  <a:pt x="2063" y="50"/>
                </a:lnTo>
                <a:lnTo>
                  <a:pt x="2057" y="59"/>
                </a:lnTo>
                <a:lnTo>
                  <a:pt x="2048" y="62"/>
                </a:lnTo>
                <a:lnTo>
                  <a:pt x="2039" y="62"/>
                </a:lnTo>
                <a:lnTo>
                  <a:pt x="2030" y="56"/>
                </a:lnTo>
                <a:lnTo>
                  <a:pt x="2019" y="50"/>
                </a:lnTo>
                <a:lnTo>
                  <a:pt x="2010" y="50"/>
                </a:lnTo>
                <a:lnTo>
                  <a:pt x="2001" y="46"/>
                </a:lnTo>
                <a:lnTo>
                  <a:pt x="1992" y="40"/>
                </a:lnTo>
                <a:lnTo>
                  <a:pt x="1983" y="37"/>
                </a:lnTo>
                <a:lnTo>
                  <a:pt x="1972" y="37"/>
                </a:lnTo>
                <a:lnTo>
                  <a:pt x="1963" y="34"/>
                </a:lnTo>
                <a:lnTo>
                  <a:pt x="1954" y="31"/>
                </a:lnTo>
                <a:lnTo>
                  <a:pt x="1945" y="28"/>
                </a:lnTo>
                <a:lnTo>
                  <a:pt x="1936" y="28"/>
                </a:lnTo>
                <a:lnTo>
                  <a:pt x="1927" y="25"/>
                </a:lnTo>
                <a:lnTo>
                  <a:pt x="1919" y="21"/>
                </a:lnTo>
                <a:lnTo>
                  <a:pt x="1910" y="18"/>
                </a:lnTo>
                <a:lnTo>
                  <a:pt x="1901" y="15"/>
                </a:lnTo>
                <a:lnTo>
                  <a:pt x="1898" y="25"/>
                </a:lnTo>
                <a:lnTo>
                  <a:pt x="1886" y="28"/>
                </a:lnTo>
                <a:lnTo>
                  <a:pt x="1874" y="28"/>
                </a:lnTo>
                <a:lnTo>
                  <a:pt x="1866" y="31"/>
                </a:lnTo>
                <a:lnTo>
                  <a:pt x="1857" y="37"/>
                </a:lnTo>
                <a:lnTo>
                  <a:pt x="1854" y="46"/>
                </a:lnTo>
                <a:lnTo>
                  <a:pt x="1845" y="50"/>
                </a:lnTo>
                <a:lnTo>
                  <a:pt x="1836" y="50"/>
                </a:lnTo>
                <a:lnTo>
                  <a:pt x="1827" y="50"/>
                </a:lnTo>
                <a:lnTo>
                  <a:pt x="1819" y="56"/>
                </a:lnTo>
                <a:lnTo>
                  <a:pt x="1810" y="59"/>
                </a:lnTo>
                <a:lnTo>
                  <a:pt x="1801" y="62"/>
                </a:lnTo>
                <a:lnTo>
                  <a:pt x="1792" y="65"/>
                </a:lnTo>
                <a:lnTo>
                  <a:pt x="1783" y="71"/>
                </a:lnTo>
                <a:lnTo>
                  <a:pt x="1774" y="75"/>
                </a:lnTo>
                <a:lnTo>
                  <a:pt x="1766" y="75"/>
                </a:lnTo>
                <a:lnTo>
                  <a:pt x="1757" y="71"/>
                </a:lnTo>
                <a:lnTo>
                  <a:pt x="1748" y="65"/>
                </a:lnTo>
                <a:lnTo>
                  <a:pt x="1736" y="62"/>
                </a:lnTo>
                <a:lnTo>
                  <a:pt x="1727" y="59"/>
                </a:lnTo>
                <a:lnTo>
                  <a:pt x="1718" y="56"/>
                </a:lnTo>
                <a:lnTo>
                  <a:pt x="1710" y="53"/>
                </a:lnTo>
                <a:lnTo>
                  <a:pt x="1701" y="53"/>
                </a:lnTo>
                <a:lnTo>
                  <a:pt x="1692" y="46"/>
                </a:lnTo>
                <a:lnTo>
                  <a:pt x="1683" y="43"/>
                </a:lnTo>
                <a:lnTo>
                  <a:pt x="1674" y="43"/>
                </a:lnTo>
                <a:lnTo>
                  <a:pt x="1665" y="40"/>
                </a:lnTo>
                <a:lnTo>
                  <a:pt x="1657" y="40"/>
                </a:lnTo>
                <a:lnTo>
                  <a:pt x="1645" y="37"/>
                </a:lnTo>
                <a:lnTo>
                  <a:pt x="1633" y="34"/>
                </a:lnTo>
                <a:lnTo>
                  <a:pt x="1624" y="31"/>
                </a:lnTo>
                <a:lnTo>
                  <a:pt x="1615" y="28"/>
                </a:lnTo>
                <a:lnTo>
                  <a:pt x="1607" y="28"/>
                </a:lnTo>
                <a:lnTo>
                  <a:pt x="1598" y="28"/>
                </a:lnTo>
                <a:lnTo>
                  <a:pt x="1589" y="28"/>
                </a:lnTo>
                <a:lnTo>
                  <a:pt x="1580" y="28"/>
                </a:lnTo>
                <a:lnTo>
                  <a:pt x="1571" y="28"/>
                </a:lnTo>
                <a:lnTo>
                  <a:pt x="1562" y="28"/>
                </a:lnTo>
                <a:lnTo>
                  <a:pt x="1551" y="28"/>
                </a:lnTo>
                <a:lnTo>
                  <a:pt x="1542" y="25"/>
                </a:lnTo>
                <a:lnTo>
                  <a:pt x="1533" y="18"/>
                </a:lnTo>
                <a:lnTo>
                  <a:pt x="1524" y="18"/>
                </a:lnTo>
                <a:lnTo>
                  <a:pt x="1515" y="18"/>
                </a:lnTo>
                <a:lnTo>
                  <a:pt x="1509" y="28"/>
                </a:lnTo>
                <a:lnTo>
                  <a:pt x="1501" y="34"/>
                </a:lnTo>
                <a:lnTo>
                  <a:pt x="1492" y="37"/>
                </a:lnTo>
                <a:lnTo>
                  <a:pt x="1483" y="46"/>
                </a:lnTo>
                <a:lnTo>
                  <a:pt x="1474" y="50"/>
                </a:lnTo>
                <a:lnTo>
                  <a:pt x="1465" y="53"/>
                </a:lnTo>
                <a:lnTo>
                  <a:pt x="1456" y="56"/>
                </a:lnTo>
                <a:lnTo>
                  <a:pt x="1448" y="56"/>
                </a:lnTo>
                <a:lnTo>
                  <a:pt x="1439" y="53"/>
                </a:lnTo>
                <a:lnTo>
                  <a:pt x="1430" y="46"/>
                </a:lnTo>
                <a:lnTo>
                  <a:pt x="1421" y="43"/>
                </a:lnTo>
                <a:lnTo>
                  <a:pt x="1412" y="43"/>
                </a:lnTo>
                <a:lnTo>
                  <a:pt x="1404" y="40"/>
                </a:lnTo>
                <a:lnTo>
                  <a:pt x="1395" y="37"/>
                </a:lnTo>
                <a:lnTo>
                  <a:pt x="1386" y="31"/>
                </a:lnTo>
                <a:lnTo>
                  <a:pt x="1377" y="31"/>
                </a:lnTo>
                <a:lnTo>
                  <a:pt x="1368" y="25"/>
                </a:lnTo>
                <a:lnTo>
                  <a:pt x="1359" y="21"/>
                </a:lnTo>
                <a:lnTo>
                  <a:pt x="1351" y="21"/>
                </a:lnTo>
                <a:lnTo>
                  <a:pt x="1342" y="18"/>
                </a:lnTo>
                <a:lnTo>
                  <a:pt x="1333" y="18"/>
                </a:lnTo>
                <a:lnTo>
                  <a:pt x="1321" y="15"/>
                </a:lnTo>
                <a:lnTo>
                  <a:pt x="1312" y="12"/>
                </a:lnTo>
                <a:lnTo>
                  <a:pt x="1303" y="12"/>
                </a:lnTo>
                <a:lnTo>
                  <a:pt x="1295" y="12"/>
                </a:lnTo>
                <a:lnTo>
                  <a:pt x="1286" y="12"/>
                </a:lnTo>
                <a:lnTo>
                  <a:pt x="1277" y="12"/>
                </a:lnTo>
                <a:lnTo>
                  <a:pt x="1268" y="15"/>
                </a:lnTo>
                <a:lnTo>
                  <a:pt x="1259" y="21"/>
                </a:lnTo>
                <a:lnTo>
                  <a:pt x="1250" y="31"/>
                </a:lnTo>
                <a:lnTo>
                  <a:pt x="1242" y="37"/>
                </a:lnTo>
                <a:lnTo>
                  <a:pt x="1233" y="43"/>
                </a:lnTo>
                <a:lnTo>
                  <a:pt x="1224" y="50"/>
                </a:lnTo>
                <a:lnTo>
                  <a:pt x="1215" y="53"/>
                </a:lnTo>
                <a:lnTo>
                  <a:pt x="1206" y="53"/>
                </a:lnTo>
                <a:lnTo>
                  <a:pt x="1197" y="53"/>
                </a:lnTo>
                <a:lnTo>
                  <a:pt x="1189" y="56"/>
                </a:lnTo>
                <a:lnTo>
                  <a:pt x="1177" y="56"/>
                </a:lnTo>
                <a:lnTo>
                  <a:pt x="1168" y="59"/>
                </a:lnTo>
                <a:lnTo>
                  <a:pt x="1156" y="62"/>
                </a:lnTo>
                <a:lnTo>
                  <a:pt x="1147" y="65"/>
                </a:lnTo>
                <a:lnTo>
                  <a:pt x="1139" y="65"/>
                </a:lnTo>
                <a:lnTo>
                  <a:pt x="1130" y="68"/>
                </a:lnTo>
                <a:lnTo>
                  <a:pt x="1121" y="68"/>
                </a:lnTo>
                <a:lnTo>
                  <a:pt x="1112" y="68"/>
                </a:lnTo>
                <a:lnTo>
                  <a:pt x="1103" y="68"/>
                </a:lnTo>
                <a:lnTo>
                  <a:pt x="1094" y="68"/>
                </a:lnTo>
                <a:lnTo>
                  <a:pt x="1086" y="65"/>
                </a:lnTo>
                <a:lnTo>
                  <a:pt x="1080" y="56"/>
                </a:lnTo>
                <a:lnTo>
                  <a:pt x="1068" y="46"/>
                </a:lnTo>
                <a:lnTo>
                  <a:pt x="1059" y="43"/>
                </a:lnTo>
                <a:lnTo>
                  <a:pt x="1047" y="37"/>
                </a:lnTo>
                <a:lnTo>
                  <a:pt x="1039" y="31"/>
                </a:lnTo>
                <a:lnTo>
                  <a:pt x="1027" y="31"/>
                </a:lnTo>
                <a:lnTo>
                  <a:pt x="1018" y="28"/>
                </a:lnTo>
                <a:lnTo>
                  <a:pt x="1009" y="21"/>
                </a:lnTo>
                <a:lnTo>
                  <a:pt x="1000" y="21"/>
                </a:lnTo>
                <a:lnTo>
                  <a:pt x="991" y="18"/>
                </a:lnTo>
                <a:lnTo>
                  <a:pt x="980" y="25"/>
                </a:lnTo>
                <a:lnTo>
                  <a:pt x="971" y="31"/>
                </a:lnTo>
                <a:lnTo>
                  <a:pt x="962" y="37"/>
                </a:lnTo>
                <a:lnTo>
                  <a:pt x="953" y="40"/>
                </a:lnTo>
                <a:lnTo>
                  <a:pt x="944" y="43"/>
                </a:lnTo>
                <a:lnTo>
                  <a:pt x="933" y="50"/>
                </a:lnTo>
                <a:lnTo>
                  <a:pt x="924" y="53"/>
                </a:lnTo>
                <a:lnTo>
                  <a:pt x="915" y="59"/>
                </a:lnTo>
                <a:lnTo>
                  <a:pt x="906" y="59"/>
                </a:lnTo>
                <a:lnTo>
                  <a:pt x="897" y="59"/>
                </a:lnTo>
                <a:lnTo>
                  <a:pt x="885" y="56"/>
                </a:lnTo>
                <a:lnTo>
                  <a:pt x="880" y="46"/>
                </a:lnTo>
                <a:lnTo>
                  <a:pt x="871" y="40"/>
                </a:lnTo>
                <a:lnTo>
                  <a:pt x="862" y="34"/>
                </a:lnTo>
                <a:lnTo>
                  <a:pt x="853" y="25"/>
                </a:lnTo>
                <a:lnTo>
                  <a:pt x="844" y="18"/>
                </a:lnTo>
                <a:lnTo>
                  <a:pt x="835" y="12"/>
                </a:lnTo>
                <a:lnTo>
                  <a:pt x="827" y="9"/>
                </a:lnTo>
                <a:lnTo>
                  <a:pt x="818" y="9"/>
                </a:lnTo>
                <a:lnTo>
                  <a:pt x="809" y="9"/>
                </a:lnTo>
                <a:lnTo>
                  <a:pt x="800" y="12"/>
                </a:lnTo>
                <a:lnTo>
                  <a:pt x="791" y="12"/>
                </a:lnTo>
                <a:lnTo>
                  <a:pt x="782" y="12"/>
                </a:lnTo>
                <a:lnTo>
                  <a:pt x="774" y="12"/>
                </a:lnTo>
                <a:lnTo>
                  <a:pt x="765" y="12"/>
                </a:lnTo>
                <a:lnTo>
                  <a:pt x="756" y="15"/>
                </a:lnTo>
                <a:lnTo>
                  <a:pt x="747" y="15"/>
                </a:lnTo>
                <a:lnTo>
                  <a:pt x="738" y="15"/>
                </a:lnTo>
                <a:lnTo>
                  <a:pt x="729" y="15"/>
                </a:lnTo>
                <a:lnTo>
                  <a:pt x="721" y="18"/>
                </a:lnTo>
                <a:lnTo>
                  <a:pt x="712" y="18"/>
                </a:lnTo>
                <a:lnTo>
                  <a:pt x="703" y="18"/>
                </a:lnTo>
                <a:lnTo>
                  <a:pt x="694" y="18"/>
                </a:lnTo>
                <a:lnTo>
                  <a:pt x="685" y="18"/>
                </a:lnTo>
                <a:lnTo>
                  <a:pt x="676" y="18"/>
                </a:lnTo>
                <a:lnTo>
                  <a:pt x="668" y="21"/>
                </a:lnTo>
                <a:lnTo>
                  <a:pt x="659" y="28"/>
                </a:lnTo>
                <a:lnTo>
                  <a:pt x="650" y="31"/>
                </a:lnTo>
                <a:lnTo>
                  <a:pt x="641" y="37"/>
                </a:lnTo>
                <a:lnTo>
                  <a:pt x="632" y="40"/>
                </a:lnTo>
                <a:lnTo>
                  <a:pt x="624" y="50"/>
                </a:lnTo>
                <a:lnTo>
                  <a:pt x="615" y="53"/>
                </a:lnTo>
                <a:lnTo>
                  <a:pt x="606" y="56"/>
                </a:lnTo>
                <a:lnTo>
                  <a:pt x="594" y="59"/>
                </a:lnTo>
                <a:lnTo>
                  <a:pt x="585" y="62"/>
                </a:lnTo>
                <a:lnTo>
                  <a:pt x="576" y="65"/>
                </a:lnTo>
                <a:lnTo>
                  <a:pt x="568" y="65"/>
                </a:lnTo>
                <a:lnTo>
                  <a:pt x="559" y="65"/>
                </a:lnTo>
                <a:lnTo>
                  <a:pt x="550" y="59"/>
                </a:lnTo>
                <a:lnTo>
                  <a:pt x="541" y="53"/>
                </a:lnTo>
                <a:lnTo>
                  <a:pt x="532" y="50"/>
                </a:lnTo>
                <a:lnTo>
                  <a:pt x="523" y="43"/>
                </a:lnTo>
                <a:lnTo>
                  <a:pt x="512" y="43"/>
                </a:lnTo>
                <a:lnTo>
                  <a:pt x="500" y="40"/>
                </a:lnTo>
                <a:lnTo>
                  <a:pt x="497" y="31"/>
                </a:lnTo>
                <a:lnTo>
                  <a:pt x="488" y="28"/>
                </a:lnTo>
                <a:lnTo>
                  <a:pt x="479" y="28"/>
                </a:lnTo>
                <a:lnTo>
                  <a:pt x="468" y="28"/>
                </a:lnTo>
                <a:lnTo>
                  <a:pt x="459" y="28"/>
                </a:lnTo>
                <a:lnTo>
                  <a:pt x="450" y="28"/>
                </a:lnTo>
                <a:lnTo>
                  <a:pt x="450" y="37"/>
                </a:lnTo>
                <a:lnTo>
                  <a:pt x="450" y="46"/>
                </a:lnTo>
                <a:lnTo>
                  <a:pt x="459" y="53"/>
                </a:lnTo>
                <a:lnTo>
                  <a:pt x="465" y="62"/>
                </a:lnTo>
                <a:lnTo>
                  <a:pt x="473" y="71"/>
                </a:lnTo>
                <a:lnTo>
                  <a:pt x="479" y="81"/>
                </a:lnTo>
                <a:lnTo>
                  <a:pt x="485" y="90"/>
                </a:lnTo>
                <a:lnTo>
                  <a:pt x="491" y="100"/>
                </a:lnTo>
                <a:lnTo>
                  <a:pt x="482" y="93"/>
                </a:lnTo>
                <a:lnTo>
                  <a:pt x="473" y="84"/>
                </a:lnTo>
                <a:lnTo>
                  <a:pt x="465" y="78"/>
                </a:lnTo>
                <a:lnTo>
                  <a:pt x="456" y="71"/>
                </a:lnTo>
                <a:lnTo>
                  <a:pt x="447" y="65"/>
                </a:lnTo>
                <a:lnTo>
                  <a:pt x="438" y="56"/>
                </a:lnTo>
                <a:lnTo>
                  <a:pt x="429" y="46"/>
                </a:lnTo>
                <a:lnTo>
                  <a:pt x="420" y="40"/>
                </a:lnTo>
                <a:lnTo>
                  <a:pt x="412" y="37"/>
                </a:lnTo>
                <a:lnTo>
                  <a:pt x="400" y="34"/>
                </a:lnTo>
                <a:lnTo>
                  <a:pt x="391" y="34"/>
                </a:lnTo>
                <a:lnTo>
                  <a:pt x="382" y="34"/>
                </a:lnTo>
                <a:lnTo>
                  <a:pt x="373" y="34"/>
                </a:lnTo>
                <a:lnTo>
                  <a:pt x="364" y="31"/>
                </a:lnTo>
                <a:lnTo>
                  <a:pt x="356" y="31"/>
                </a:lnTo>
                <a:lnTo>
                  <a:pt x="347" y="31"/>
                </a:lnTo>
                <a:lnTo>
                  <a:pt x="338" y="31"/>
                </a:lnTo>
                <a:lnTo>
                  <a:pt x="326" y="31"/>
                </a:lnTo>
                <a:lnTo>
                  <a:pt x="317" y="31"/>
                </a:lnTo>
                <a:lnTo>
                  <a:pt x="309" y="34"/>
                </a:lnTo>
                <a:lnTo>
                  <a:pt x="300" y="34"/>
                </a:lnTo>
                <a:lnTo>
                  <a:pt x="288" y="34"/>
                </a:lnTo>
                <a:lnTo>
                  <a:pt x="276" y="34"/>
                </a:lnTo>
                <a:lnTo>
                  <a:pt x="267" y="34"/>
                </a:lnTo>
                <a:lnTo>
                  <a:pt x="259" y="34"/>
                </a:lnTo>
                <a:lnTo>
                  <a:pt x="250" y="40"/>
                </a:lnTo>
                <a:lnTo>
                  <a:pt x="241" y="43"/>
                </a:lnTo>
                <a:lnTo>
                  <a:pt x="238" y="53"/>
                </a:lnTo>
                <a:lnTo>
                  <a:pt x="238" y="62"/>
                </a:lnTo>
                <a:lnTo>
                  <a:pt x="229" y="71"/>
                </a:lnTo>
                <a:lnTo>
                  <a:pt x="220" y="75"/>
                </a:lnTo>
                <a:lnTo>
                  <a:pt x="211" y="75"/>
                </a:lnTo>
                <a:lnTo>
                  <a:pt x="203" y="75"/>
                </a:lnTo>
                <a:lnTo>
                  <a:pt x="194" y="75"/>
                </a:lnTo>
                <a:lnTo>
                  <a:pt x="185" y="78"/>
                </a:lnTo>
                <a:lnTo>
                  <a:pt x="176" y="81"/>
                </a:lnTo>
                <a:lnTo>
                  <a:pt x="164" y="81"/>
                </a:lnTo>
                <a:lnTo>
                  <a:pt x="156" y="81"/>
                </a:lnTo>
                <a:lnTo>
                  <a:pt x="147" y="81"/>
                </a:lnTo>
                <a:lnTo>
                  <a:pt x="138" y="78"/>
                </a:lnTo>
                <a:lnTo>
                  <a:pt x="132" y="68"/>
                </a:lnTo>
                <a:lnTo>
                  <a:pt x="123" y="65"/>
                </a:lnTo>
                <a:lnTo>
                  <a:pt x="114" y="59"/>
                </a:lnTo>
                <a:lnTo>
                  <a:pt x="105" y="56"/>
                </a:lnTo>
                <a:lnTo>
                  <a:pt x="97" y="53"/>
                </a:lnTo>
                <a:lnTo>
                  <a:pt x="88" y="53"/>
                </a:lnTo>
                <a:lnTo>
                  <a:pt x="79" y="50"/>
                </a:lnTo>
                <a:lnTo>
                  <a:pt x="70" y="43"/>
                </a:lnTo>
                <a:lnTo>
                  <a:pt x="61" y="40"/>
                </a:lnTo>
                <a:lnTo>
                  <a:pt x="52" y="34"/>
                </a:lnTo>
                <a:lnTo>
                  <a:pt x="44" y="31"/>
                </a:lnTo>
                <a:lnTo>
                  <a:pt x="35" y="28"/>
                </a:lnTo>
                <a:lnTo>
                  <a:pt x="26" y="21"/>
                </a:lnTo>
                <a:lnTo>
                  <a:pt x="17" y="18"/>
                </a:lnTo>
                <a:lnTo>
                  <a:pt x="5" y="3"/>
                </a:lnTo>
                <a:lnTo>
                  <a:pt x="0" y="12"/>
                </a:lnTo>
                <a:lnTo>
                  <a:pt x="3" y="1"/>
                </a:lnTo>
                <a:lnTo>
                  <a:pt x="3" y="1"/>
                </a:lnTo>
                <a:lnTo>
                  <a:pt x="5" y="4"/>
                </a:lnTo>
                <a:lnTo>
                  <a:pt x="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4" name="Freeform 14">
            <a:extLst>
              <a:ext uri="{FF2B5EF4-FFF2-40B4-BE49-F238E27FC236}">
                <a16:creationId xmlns:a16="http://schemas.microsoft.com/office/drawing/2014/main" id="{B31D67EF-926C-BF58-7D6C-E4EED812BEA0}"/>
              </a:ext>
            </a:extLst>
          </p:cNvPr>
          <p:cNvSpPr>
            <a:spLocks/>
          </p:cNvSpPr>
          <p:nvPr/>
        </p:nvSpPr>
        <p:spPr bwMode="auto">
          <a:xfrm>
            <a:off x="385763" y="2073275"/>
            <a:ext cx="3468687" cy="133350"/>
          </a:xfrm>
          <a:custGeom>
            <a:avLst/>
            <a:gdLst>
              <a:gd name="T0" fmla="*/ 0 w 2185"/>
              <a:gd name="T1" fmla="*/ 83 h 84"/>
              <a:gd name="T2" fmla="*/ 48 w 2185"/>
              <a:gd name="T3" fmla="*/ 57 h 84"/>
              <a:gd name="T4" fmla="*/ 91 w 2185"/>
              <a:gd name="T5" fmla="*/ 32 h 84"/>
              <a:gd name="T6" fmla="*/ 126 w 2185"/>
              <a:gd name="T7" fmla="*/ 24 h 84"/>
              <a:gd name="T8" fmla="*/ 161 w 2185"/>
              <a:gd name="T9" fmla="*/ 28 h 84"/>
              <a:gd name="T10" fmla="*/ 197 w 2185"/>
              <a:gd name="T11" fmla="*/ 45 h 84"/>
              <a:gd name="T12" fmla="*/ 232 w 2185"/>
              <a:gd name="T13" fmla="*/ 57 h 84"/>
              <a:gd name="T14" fmla="*/ 271 w 2185"/>
              <a:gd name="T15" fmla="*/ 32 h 84"/>
              <a:gd name="T16" fmla="*/ 307 w 2185"/>
              <a:gd name="T17" fmla="*/ 24 h 84"/>
              <a:gd name="T18" fmla="*/ 342 w 2185"/>
              <a:gd name="T19" fmla="*/ 40 h 84"/>
              <a:gd name="T20" fmla="*/ 377 w 2185"/>
              <a:gd name="T21" fmla="*/ 61 h 84"/>
              <a:gd name="T22" fmla="*/ 413 w 2185"/>
              <a:gd name="T23" fmla="*/ 40 h 84"/>
              <a:gd name="T24" fmla="*/ 452 w 2185"/>
              <a:gd name="T25" fmla="*/ 28 h 84"/>
              <a:gd name="T26" fmla="*/ 487 w 2185"/>
              <a:gd name="T27" fmla="*/ 24 h 84"/>
              <a:gd name="T28" fmla="*/ 527 w 2185"/>
              <a:gd name="T29" fmla="*/ 16 h 84"/>
              <a:gd name="T30" fmla="*/ 570 w 2185"/>
              <a:gd name="T31" fmla="*/ 24 h 84"/>
              <a:gd name="T32" fmla="*/ 601 w 2185"/>
              <a:gd name="T33" fmla="*/ 53 h 84"/>
              <a:gd name="T34" fmla="*/ 640 w 2185"/>
              <a:gd name="T35" fmla="*/ 40 h 84"/>
              <a:gd name="T36" fmla="*/ 684 w 2185"/>
              <a:gd name="T37" fmla="*/ 32 h 84"/>
              <a:gd name="T38" fmla="*/ 723 w 2185"/>
              <a:gd name="T39" fmla="*/ 20 h 84"/>
              <a:gd name="T40" fmla="*/ 758 w 2185"/>
              <a:gd name="T41" fmla="*/ 20 h 84"/>
              <a:gd name="T42" fmla="*/ 794 w 2185"/>
              <a:gd name="T43" fmla="*/ 45 h 84"/>
              <a:gd name="T44" fmla="*/ 829 w 2185"/>
              <a:gd name="T45" fmla="*/ 53 h 84"/>
              <a:gd name="T46" fmla="*/ 864 w 2185"/>
              <a:gd name="T47" fmla="*/ 45 h 84"/>
              <a:gd name="T48" fmla="*/ 904 w 2185"/>
              <a:gd name="T49" fmla="*/ 36 h 84"/>
              <a:gd name="T50" fmla="*/ 939 w 2185"/>
              <a:gd name="T51" fmla="*/ 36 h 84"/>
              <a:gd name="T52" fmla="*/ 978 w 2185"/>
              <a:gd name="T53" fmla="*/ 32 h 84"/>
              <a:gd name="T54" fmla="*/ 1013 w 2185"/>
              <a:gd name="T55" fmla="*/ 16 h 84"/>
              <a:gd name="T56" fmla="*/ 1057 w 2185"/>
              <a:gd name="T57" fmla="*/ 16 h 84"/>
              <a:gd name="T58" fmla="*/ 1092 w 2185"/>
              <a:gd name="T59" fmla="*/ 40 h 84"/>
              <a:gd name="T60" fmla="*/ 1127 w 2185"/>
              <a:gd name="T61" fmla="*/ 49 h 84"/>
              <a:gd name="T62" fmla="*/ 1167 w 2185"/>
              <a:gd name="T63" fmla="*/ 32 h 84"/>
              <a:gd name="T64" fmla="*/ 1210 w 2185"/>
              <a:gd name="T65" fmla="*/ 12 h 84"/>
              <a:gd name="T66" fmla="*/ 1249 w 2185"/>
              <a:gd name="T67" fmla="*/ 8 h 84"/>
              <a:gd name="T68" fmla="*/ 1280 w 2185"/>
              <a:gd name="T69" fmla="*/ 16 h 84"/>
              <a:gd name="T70" fmla="*/ 1316 w 2185"/>
              <a:gd name="T71" fmla="*/ 45 h 84"/>
              <a:gd name="T72" fmla="*/ 1351 w 2185"/>
              <a:gd name="T73" fmla="*/ 57 h 84"/>
              <a:gd name="T74" fmla="*/ 1386 w 2185"/>
              <a:gd name="T75" fmla="*/ 32 h 84"/>
              <a:gd name="T76" fmla="*/ 1426 w 2185"/>
              <a:gd name="T77" fmla="*/ 20 h 84"/>
              <a:gd name="T78" fmla="*/ 1461 w 2185"/>
              <a:gd name="T79" fmla="*/ 16 h 84"/>
              <a:gd name="T80" fmla="*/ 1500 w 2185"/>
              <a:gd name="T81" fmla="*/ 12 h 84"/>
              <a:gd name="T82" fmla="*/ 1547 w 2185"/>
              <a:gd name="T83" fmla="*/ 40 h 84"/>
              <a:gd name="T84" fmla="*/ 1583 w 2185"/>
              <a:gd name="T85" fmla="*/ 61 h 84"/>
              <a:gd name="T86" fmla="*/ 1622 w 2185"/>
              <a:gd name="T87" fmla="*/ 49 h 84"/>
              <a:gd name="T88" fmla="*/ 1657 w 2185"/>
              <a:gd name="T89" fmla="*/ 28 h 84"/>
              <a:gd name="T90" fmla="*/ 1697 w 2185"/>
              <a:gd name="T91" fmla="*/ 16 h 84"/>
              <a:gd name="T92" fmla="*/ 1732 w 2185"/>
              <a:gd name="T93" fmla="*/ 8 h 84"/>
              <a:gd name="T94" fmla="*/ 1775 w 2185"/>
              <a:gd name="T95" fmla="*/ 28 h 84"/>
              <a:gd name="T96" fmla="*/ 1811 w 2185"/>
              <a:gd name="T97" fmla="*/ 40 h 84"/>
              <a:gd name="T98" fmla="*/ 1846 w 2185"/>
              <a:gd name="T99" fmla="*/ 28 h 84"/>
              <a:gd name="T100" fmla="*/ 1881 w 2185"/>
              <a:gd name="T101" fmla="*/ 8 h 84"/>
              <a:gd name="T102" fmla="*/ 1920 w 2185"/>
              <a:gd name="T103" fmla="*/ 0 h 84"/>
              <a:gd name="T104" fmla="*/ 1964 w 2185"/>
              <a:gd name="T105" fmla="*/ 8 h 84"/>
              <a:gd name="T106" fmla="*/ 1999 w 2185"/>
              <a:gd name="T107" fmla="*/ 24 h 84"/>
              <a:gd name="T108" fmla="*/ 2038 w 2185"/>
              <a:gd name="T109" fmla="*/ 36 h 84"/>
              <a:gd name="T110" fmla="*/ 2070 w 2185"/>
              <a:gd name="T111" fmla="*/ 16 h 84"/>
              <a:gd name="T112" fmla="*/ 2109 w 2185"/>
              <a:gd name="T113" fmla="*/ 36 h 84"/>
              <a:gd name="T114" fmla="*/ 2140 w 2185"/>
              <a:gd name="T115" fmla="*/ 57 h 84"/>
              <a:gd name="T116" fmla="*/ 2176 w 2185"/>
              <a:gd name="T117" fmla="*/ 69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85" h="84">
                <a:moveTo>
                  <a:pt x="0" y="79"/>
                </a:moveTo>
                <a:lnTo>
                  <a:pt x="0" y="73"/>
                </a:lnTo>
                <a:lnTo>
                  <a:pt x="0" y="83"/>
                </a:lnTo>
                <a:lnTo>
                  <a:pt x="24" y="49"/>
                </a:lnTo>
                <a:lnTo>
                  <a:pt x="36" y="49"/>
                </a:lnTo>
                <a:lnTo>
                  <a:pt x="48" y="57"/>
                </a:lnTo>
                <a:lnTo>
                  <a:pt x="63" y="49"/>
                </a:lnTo>
                <a:lnTo>
                  <a:pt x="79" y="36"/>
                </a:lnTo>
                <a:lnTo>
                  <a:pt x="91" y="32"/>
                </a:lnTo>
                <a:lnTo>
                  <a:pt x="103" y="32"/>
                </a:lnTo>
                <a:lnTo>
                  <a:pt x="114" y="28"/>
                </a:lnTo>
                <a:lnTo>
                  <a:pt x="126" y="24"/>
                </a:lnTo>
                <a:lnTo>
                  <a:pt x="138" y="24"/>
                </a:lnTo>
                <a:lnTo>
                  <a:pt x="150" y="28"/>
                </a:lnTo>
                <a:lnTo>
                  <a:pt x="161" y="28"/>
                </a:lnTo>
                <a:lnTo>
                  <a:pt x="173" y="32"/>
                </a:lnTo>
                <a:lnTo>
                  <a:pt x="185" y="40"/>
                </a:lnTo>
                <a:lnTo>
                  <a:pt x="197" y="45"/>
                </a:lnTo>
                <a:lnTo>
                  <a:pt x="209" y="49"/>
                </a:lnTo>
                <a:lnTo>
                  <a:pt x="220" y="53"/>
                </a:lnTo>
                <a:lnTo>
                  <a:pt x="232" y="57"/>
                </a:lnTo>
                <a:lnTo>
                  <a:pt x="248" y="53"/>
                </a:lnTo>
                <a:lnTo>
                  <a:pt x="264" y="45"/>
                </a:lnTo>
                <a:lnTo>
                  <a:pt x="271" y="32"/>
                </a:lnTo>
                <a:lnTo>
                  <a:pt x="283" y="32"/>
                </a:lnTo>
                <a:lnTo>
                  <a:pt x="295" y="28"/>
                </a:lnTo>
                <a:lnTo>
                  <a:pt x="307" y="24"/>
                </a:lnTo>
                <a:lnTo>
                  <a:pt x="319" y="20"/>
                </a:lnTo>
                <a:lnTo>
                  <a:pt x="330" y="32"/>
                </a:lnTo>
                <a:lnTo>
                  <a:pt x="342" y="40"/>
                </a:lnTo>
                <a:lnTo>
                  <a:pt x="354" y="53"/>
                </a:lnTo>
                <a:lnTo>
                  <a:pt x="366" y="61"/>
                </a:lnTo>
                <a:lnTo>
                  <a:pt x="377" y="61"/>
                </a:lnTo>
                <a:lnTo>
                  <a:pt x="389" y="53"/>
                </a:lnTo>
                <a:lnTo>
                  <a:pt x="401" y="49"/>
                </a:lnTo>
                <a:lnTo>
                  <a:pt x="413" y="40"/>
                </a:lnTo>
                <a:lnTo>
                  <a:pt x="425" y="36"/>
                </a:lnTo>
                <a:lnTo>
                  <a:pt x="436" y="32"/>
                </a:lnTo>
                <a:lnTo>
                  <a:pt x="452" y="28"/>
                </a:lnTo>
                <a:lnTo>
                  <a:pt x="464" y="28"/>
                </a:lnTo>
                <a:lnTo>
                  <a:pt x="476" y="24"/>
                </a:lnTo>
                <a:lnTo>
                  <a:pt x="487" y="24"/>
                </a:lnTo>
                <a:lnTo>
                  <a:pt x="499" y="24"/>
                </a:lnTo>
                <a:lnTo>
                  <a:pt x="511" y="20"/>
                </a:lnTo>
                <a:lnTo>
                  <a:pt x="527" y="16"/>
                </a:lnTo>
                <a:lnTo>
                  <a:pt x="542" y="16"/>
                </a:lnTo>
                <a:lnTo>
                  <a:pt x="558" y="12"/>
                </a:lnTo>
                <a:lnTo>
                  <a:pt x="570" y="24"/>
                </a:lnTo>
                <a:lnTo>
                  <a:pt x="578" y="36"/>
                </a:lnTo>
                <a:lnTo>
                  <a:pt x="585" y="49"/>
                </a:lnTo>
                <a:lnTo>
                  <a:pt x="601" y="53"/>
                </a:lnTo>
                <a:lnTo>
                  <a:pt x="613" y="49"/>
                </a:lnTo>
                <a:lnTo>
                  <a:pt x="629" y="45"/>
                </a:lnTo>
                <a:lnTo>
                  <a:pt x="640" y="40"/>
                </a:lnTo>
                <a:lnTo>
                  <a:pt x="656" y="36"/>
                </a:lnTo>
                <a:lnTo>
                  <a:pt x="672" y="36"/>
                </a:lnTo>
                <a:lnTo>
                  <a:pt x="684" y="32"/>
                </a:lnTo>
                <a:lnTo>
                  <a:pt x="695" y="28"/>
                </a:lnTo>
                <a:lnTo>
                  <a:pt x="711" y="24"/>
                </a:lnTo>
                <a:lnTo>
                  <a:pt x="723" y="20"/>
                </a:lnTo>
                <a:lnTo>
                  <a:pt x="735" y="16"/>
                </a:lnTo>
                <a:lnTo>
                  <a:pt x="746" y="12"/>
                </a:lnTo>
                <a:lnTo>
                  <a:pt x="758" y="20"/>
                </a:lnTo>
                <a:lnTo>
                  <a:pt x="770" y="28"/>
                </a:lnTo>
                <a:lnTo>
                  <a:pt x="782" y="36"/>
                </a:lnTo>
                <a:lnTo>
                  <a:pt x="794" y="45"/>
                </a:lnTo>
                <a:lnTo>
                  <a:pt x="805" y="53"/>
                </a:lnTo>
                <a:lnTo>
                  <a:pt x="817" y="53"/>
                </a:lnTo>
                <a:lnTo>
                  <a:pt x="829" y="53"/>
                </a:lnTo>
                <a:lnTo>
                  <a:pt x="841" y="49"/>
                </a:lnTo>
                <a:lnTo>
                  <a:pt x="852" y="45"/>
                </a:lnTo>
                <a:lnTo>
                  <a:pt x="864" y="45"/>
                </a:lnTo>
                <a:lnTo>
                  <a:pt x="876" y="40"/>
                </a:lnTo>
                <a:lnTo>
                  <a:pt x="892" y="40"/>
                </a:lnTo>
                <a:lnTo>
                  <a:pt x="904" y="36"/>
                </a:lnTo>
                <a:lnTo>
                  <a:pt x="915" y="36"/>
                </a:lnTo>
                <a:lnTo>
                  <a:pt x="927" y="36"/>
                </a:lnTo>
                <a:lnTo>
                  <a:pt x="939" y="36"/>
                </a:lnTo>
                <a:lnTo>
                  <a:pt x="951" y="36"/>
                </a:lnTo>
                <a:lnTo>
                  <a:pt x="962" y="36"/>
                </a:lnTo>
                <a:lnTo>
                  <a:pt x="978" y="32"/>
                </a:lnTo>
                <a:lnTo>
                  <a:pt x="990" y="28"/>
                </a:lnTo>
                <a:lnTo>
                  <a:pt x="1002" y="20"/>
                </a:lnTo>
                <a:lnTo>
                  <a:pt x="1013" y="16"/>
                </a:lnTo>
                <a:lnTo>
                  <a:pt x="1025" y="12"/>
                </a:lnTo>
                <a:lnTo>
                  <a:pt x="1041" y="8"/>
                </a:lnTo>
                <a:lnTo>
                  <a:pt x="1057" y="16"/>
                </a:lnTo>
                <a:lnTo>
                  <a:pt x="1068" y="28"/>
                </a:lnTo>
                <a:lnTo>
                  <a:pt x="1080" y="36"/>
                </a:lnTo>
                <a:lnTo>
                  <a:pt x="1092" y="40"/>
                </a:lnTo>
                <a:lnTo>
                  <a:pt x="1104" y="49"/>
                </a:lnTo>
                <a:lnTo>
                  <a:pt x="1116" y="49"/>
                </a:lnTo>
                <a:lnTo>
                  <a:pt x="1127" y="49"/>
                </a:lnTo>
                <a:lnTo>
                  <a:pt x="1143" y="45"/>
                </a:lnTo>
                <a:lnTo>
                  <a:pt x="1155" y="40"/>
                </a:lnTo>
                <a:lnTo>
                  <a:pt x="1167" y="32"/>
                </a:lnTo>
                <a:lnTo>
                  <a:pt x="1182" y="24"/>
                </a:lnTo>
                <a:lnTo>
                  <a:pt x="1194" y="20"/>
                </a:lnTo>
                <a:lnTo>
                  <a:pt x="1210" y="12"/>
                </a:lnTo>
                <a:lnTo>
                  <a:pt x="1222" y="12"/>
                </a:lnTo>
                <a:lnTo>
                  <a:pt x="1233" y="12"/>
                </a:lnTo>
                <a:lnTo>
                  <a:pt x="1249" y="8"/>
                </a:lnTo>
                <a:lnTo>
                  <a:pt x="1261" y="4"/>
                </a:lnTo>
                <a:lnTo>
                  <a:pt x="1273" y="4"/>
                </a:lnTo>
                <a:lnTo>
                  <a:pt x="1280" y="16"/>
                </a:lnTo>
                <a:lnTo>
                  <a:pt x="1292" y="24"/>
                </a:lnTo>
                <a:lnTo>
                  <a:pt x="1304" y="32"/>
                </a:lnTo>
                <a:lnTo>
                  <a:pt x="1316" y="45"/>
                </a:lnTo>
                <a:lnTo>
                  <a:pt x="1328" y="53"/>
                </a:lnTo>
                <a:lnTo>
                  <a:pt x="1339" y="57"/>
                </a:lnTo>
                <a:lnTo>
                  <a:pt x="1351" y="57"/>
                </a:lnTo>
                <a:lnTo>
                  <a:pt x="1363" y="49"/>
                </a:lnTo>
                <a:lnTo>
                  <a:pt x="1375" y="40"/>
                </a:lnTo>
                <a:lnTo>
                  <a:pt x="1386" y="32"/>
                </a:lnTo>
                <a:lnTo>
                  <a:pt x="1398" y="28"/>
                </a:lnTo>
                <a:lnTo>
                  <a:pt x="1410" y="24"/>
                </a:lnTo>
                <a:lnTo>
                  <a:pt x="1426" y="20"/>
                </a:lnTo>
                <a:lnTo>
                  <a:pt x="1438" y="20"/>
                </a:lnTo>
                <a:lnTo>
                  <a:pt x="1449" y="20"/>
                </a:lnTo>
                <a:lnTo>
                  <a:pt x="1461" y="16"/>
                </a:lnTo>
                <a:lnTo>
                  <a:pt x="1473" y="16"/>
                </a:lnTo>
                <a:lnTo>
                  <a:pt x="1485" y="8"/>
                </a:lnTo>
                <a:lnTo>
                  <a:pt x="1500" y="12"/>
                </a:lnTo>
                <a:lnTo>
                  <a:pt x="1520" y="24"/>
                </a:lnTo>
                <a:lnTo>
                  <a:pt x="1532" y="28"/>
                </a:lnTo>
                <a:lnTo>
                  <a:pt x="1547" y="40"/>
                </a:lnTo>
                <a:lnTo>
                  <a:pt x="1559" y="45"/>
                </a:lnTo>
                <a:lnTo>
                  <a:pt x="1571" y="53"/>
                </a:lnTo>
                <a:lnTo>
                  <a:pt x="1583" y="61"/>
                </a:lnTo>
                <a:lnTo>
                  <a:pt x="1595" y="61"/>
                </a:lnTo>
                <a:lnTo>
                  <a:pt x="1606" y="57"/>
                </a:lnTo>
                <a:lnTo>
                  <a:pt x="1622" y="49"/>
                </a:lnTo>
                <a:lnTo>
                  <a:pt x="1634" y="36"/>
                </a:lnTo>
                <a:lnTo>
                  <a:pt x="1646" y="32"/>
                </a:lnTo>
                <a:lnTo>
                  <a:pt x="1657" y="28"/>
                </a:lnTo>
                <a:lnTo>
                  <a:pt x="1669" y="24"/>
                </a:lnTo>
                <a:lnTo>
                  <a:pt x="1685" y="20"/>
                </a:lnTo>
                <a:lnTo>
                  <a:pt x="1697" y="16"/>
                </a:lnTo>
                <a:lnTo>
                  <a:pt x="1708" y="12"/>
                </a:lnTo>
                <a:lnTo>
                  <a:pt x="1720" y="8"/>
                </a:lnTo>
                <a:lnTo>
                  <a:pt x="1732" y="8"/>
                </a:lnTo>
                <a:lnTo>
                  <a:pt x="1744" y="12"/>
                </a:lnTo>
                <a:lnTo>
                  <a:pt x="1763" y="20"/>
                </a:lnTo>
                <a:lnTo>
                  <a:pt x="1775" y="28"/>
                </a:lnTo>
                <a:lnTo>
                  <a:pt x="1787" y="32"/>
                </a:lnTo>
                <a:lnTo>
                  <a:pt x="1799" y="36"/>
                </a:lnTo>
                <a:lnTo>
                  <a:pt x="1811" y="40"/>
                </a:lnTo>
                <a:lnTo>
                  <a:pt x="1822" y="40"/>
                </a:lnTo>
                <a:lnTo>
                  <a:pt x="1834" y="32"/>
                </a:lnTo>
                <a:lnTo>
                  <a:pt x="1846" y="28"/>
                </a:lnTo>
                <a:lnTo>
                  <a:pt x="1858" y="20"/>
                </a:lnTo>
                <a:lnTo>
                  <a:pt x="1869" y="12"/>
                </a:lnTo>
                <a:lnTo>
                  <a:pt x="1881" y="8"/>
                </a:lnTo>
                <a:lnTo>
                  <a:pt x="1897" y="4"/>
                </a:lnTo>
                <a:lnTo>
                  <a:pt x="1909" y="0"/>
                </a:lnTo>
                <a:lnTo>
                  <a:pt x="1920" y="0"/>
                </a:lnTo>
                <a:lnTo>
                  <a:pt x="1936" y="0"/>
                </a:lnTo>
                <a:lnTo>
                  <a:pt x="1948" y="4"/>
                </a:lnTo>
                <a:lnTo>
                  <a:pt x="1964" y="8"/>
                </a:lnTo>
                <a:lnTo>
                  <a:pt x="1975" y="12"/>
                </a:lnTo>
                <a:lnTo>
                  <a:pt x="1987" y="20"/>
                </a:lnTo>
                <a:lnTo>
                  <a:pt x="1999" y="24"/>
                </a:lnTo>
                <a:lnTo>
                  <a:pt x="2015" y="28"/>
                </a:lnTo>
                <a:lnTo>
                  <a:pt x="2026" y="36"/>
                </a:lnTo>
                <a:lnTo>
                  <a:pt x="2038" y="36"/>
                </a:lnTo>
                <a:lnTo>
                  <a:pt x="2046" y="24"/>
                </a:lnTo>
                <a:lnTo>
                  <a:pt x="2058" y="16"/>
                </a:lnTo>
                <a:lnTo>
                  <a:pt x="2070" y="16"/>
                </a:lnTo>
                <a:lnTo>
                  <a:pt x="2081" y="20"/>
                </a:lnTo>
                <a:lnTo>
                  <a:pt x="2097" y="28"/>
                </a:lnTo>
                <a:lnTo>
                  <a:pt x="2109" y="36"/>
                </a:lnTo>
                <a:lnTo>
                  <a:pt x="2121" y="40"/>
                </a:lnTo>
                <a:lnTo>
                  <a:pt x="2129" y="53"/>
                </a:lnTo>
                <a:lnTo>
                  <a:pt x="2140" y="57"/>
                </a:lnTo>
                <a:lnTo>
                  <a:pt x="2152" y="61"/>
                </a:lnTo>
                <a:lnTo>
                  <a:pt x="2178" y="83"/>
                </a:lnTo>
                <a:lnTo>
                  <a:pt x="2176" y="69"/>
                </a:lnTo>
                <a:lnTo>
                  <a:pt x="2184" y="62"/>
                </a:lnTo>
                <a:lnTo>
                  <a:pt x="2184" y="83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5" name="Rectangle 15">
            <a:extLst>
              <a:ext uri="{FF2B5EF4-FFF2-40B4-BE49-F238E27FC236}">
                <a16:creationId xmlns:a16="http://schemas.microsoft.com/office/drawing/2014/main" id="{CBD8B457-B26B-9024-8515-343F69E19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6688"/>
            <a:ext cx="66675" cy="209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AutoShape 16">
            <a:extLst>
              <a:ext uri="{FF2B5EF4-FFF2-40B4-BE49-F238E27FC236}">
                <a16:creationId xmlns:a16="http://schemas.microsoft.com/office/drawing/2014/main" id="{F698EBC2-20EB-FED5-D432-FC75EEE7956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79738" y="1825625"/>
            <a:ext cx="1658937" cy="571500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The Figurative Constant ZEROS fills GrossPay with zeros.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6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FE06EA6-32C7-B5D7-CDE0-F62534AA8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2830513"/>
            <a:ext cx="384175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GrossPay   PIC 9(4)V99 VALUE 7325.78.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C04F2FF-ED97-578F-4524-F19E30C7E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7CBB146B-75E8-84B4-8ACB-97C96C9C5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3D7CB3D0-4FC3-D412-B54D-735B51CEA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AA23B4BB-F4B0-3926-5A46-7301A70C8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28B6D5A7-A674-1243-E2D2-C802FC72F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626C2C00-C1B2-8DA8-7F9E-37109B515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AA4E3F34-71A6-423D-FAF2-A4FD07763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3046413"/>
            <a:ext cx="1393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Rectangle 10">
            <a:extLst>
              <a:ext uri="{FF2B5EF4-FFF2-40B4-BE49-F238E27FC236}">
                <a16:creationId xmlns:a16="http://schemas.microsoft.com/office/drawing/2014/main" id="{C0C2BF2A-B88C-686B-1D19-FE30A7F55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3455988"/>
            <a:ext cx="76200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altLang="en-US" sz="2400" b="1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395" name="Line 11">
            <a:extLst>
              <a:ext uri="{FF2B5EF4-FFF2-40B4-BE49-F238E27FC236}">
                <a16:creationId xmlns:a16="http://schemas.microsoft.com/office/drawing/2014/main" id="{4F6DCC5D-3E09-9EA0-9181-ED4774D9A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3381375"/>
            <a:ext cx="0" cy="190500"/>
          </a:xfrm>
          <a:prstGeom prst="line">
            <a:avLst/>
          </a:prstGeom>
          <a:noFill/>
          <a:ln w="12700">
            <a:solidFill>
              <a:srgbClr val="0099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60C32A38-0ABE-83A2-667D-91FAB2D5F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" y="3044825"/>
            <a:ext cx="238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FD78FEFD-2139-0874-BE5C-5C999BAD1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82575"/>
            <a:ext cx="3427412" cy="191135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12.4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123.456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12345.757 TO GrossPay.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ZEROS TO GrossPay.</a:t>
            </a: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256347 TO GrossPay.</a:t>
            </a:r>
          </a:p>
        </p:txBody>
      </p:sp>
      <p:sp>
        <p:nvSpPr>
          <p:cNvPr id="16398" name="Freeform 14">
            <a:extLst>
              <a:ext uri="{FF2B5EF4-FFF2-40B4-BE49-F238E27FC236}">
                <a16:creationId xmlns:a16="http://schemas.microsoft.com/office/drawing/2014/main" id="{C9031B36-6514-7FFC-E61D-F35A4D1D6545}"/>
              </a:ext>
            </a:extLst>
          </p:cNvPr>
          <p:cNvSpPr>
            <a:spLocks/>
          </p:cNvSpPr>
          <p:nvPr/>
        </p:nvSpPr>
        <p:spPr bwMode="auto">
          <a:xfrm>
            <a:off x="385763" y="260350"/>
            <a:ext cx="3468687" cy="160338"/>
          </a:xfrm>
          <a:custGeom>
            <a:avLst/>
            <a:gdLst>
              <a:gd name="T0" fmla="*/ 2178 w 2185"/>
              <a:gd name="T1" fmla="*/ 3 h 101"/>
              <a:gd name="T2" fmla="*/ 2122 w 2185"/>
              <a:gd name="T3" fmla="*/ 34 h 101"/>
              <a:gd name="T4" fmla="*/ 2078 w 2185"/>
              <a:gd name="T5" fmla="*/ 34 h 101"/>
              <a:gd name="T6" fmla="*/ 2039 w 2185"/>
              <a:gd name="T7" fmla="*/ 62 h 101"/>
              <a:gd name="T8" fmla="*/ 1992 w 2185"/>
              <a:gd name="T9" fmla="*/ 40 h 101"/>
              <a:gd name="T10" fmla="*/ 1945 w 2185"/>
              <a:gd name="T11" fmla="*/ 28 h 101"/>
              <a:gd name="T12" fmla="*/ 1901 w 2185"/>
              <a:gd name="T13" fmla="*/ 15 h 101"/>
              <a:gd name="T14" fmla="*/ 1857 w 2185"/>
              <a:gd name="T15" fmla="*/ 37 h 101"/>
              <a:gd name="T16" fmla="*/ 1819 w 2185"/>
              <a:gd name="T17" fmla="*/ 56 h 101"/>
              <a:gd name="T18" fmla="*/ 1774 w 2185"/>
              <a:gd name="T19" fmla="*/ 75 h 101"/>
              <a:gd name="T20" fmla="*/ 1727 w 2185"/>
              <a:gd name="T21" fmla="*/ 59 h 101"/>
              <a:gd name="T22" fmla="*/ 1683 w 2185"/>
              <a:gd name="T23" fmla="*/ 43 h 101"/>
              <a:gd name="T24" fmla="*/ 1633 w 2185"/>
              <a:gd name="T25" fmla="*/ 34 h 101"/>
              <a:gd name="T26" fmla="*/ 1589 w 2185"/>
              <a:gd name="T27" fmla="*/ 28 h 101"/>
              <a:gd name="T28" fmla="*/ 1542 w 2185"/>
              <a:gd name="T29" fmla="*/ 25 h 101"/>
              <a:gd name="T30" fmla="*/ 1501 w 2185"/>
              <a:gd name="T31" fmla="*/ 34 h 101"/>
              <a:gd name="T32" fmla="*/ 1456 w 2185"/>
              <a:gd name="T33" fmla="*/ 56 h 101"/>
              <a:gd name="T34" fmla="*/ 1412 w 2185"/>
              <a:gd name="T35" fmla="*/ 43 h 101"/>
              <a:gd name="T36" fmla="*/ 1368 w 2185"/>
              <a:gd name="T37" fmla="*/ 25 h 101"/>
              <a:gd name="T38" fmla="*/ 1321 w 2185"/>
              <a:gd name="T39" fmla="*/ 15 h 101"/>
              <a:gd name="T40" fmla="*/ 1277 w 2185"/>
              <a:gd name="T41" fmla="*/ 12 h 101"/>
              <a:gd name="T42" fmla="*/ 1233 w 2185"/>
              <a:gd name="T43" fmla="*/ 43 h 101"/>
              <a:gd name="T44" fmla="*/ 1189 w 2185"/>
              <a:gd name="T45" fmla="*/ 56 h 101"/>
              <a:gd name="T46" fmla="*/ 1139 w 2185"/>
              <a:gd name="T47" fmla="*/ 65 h 101"/>
              <a:gd name="T48" fmla="*/ 1094 w 2185"/>
              <a:gd name="T49" fmla="*/ 68 h 101"/>
              <a:gd name="T50" fmla="*/ 1047 w 2185"/>
              <a:gd name="T51" fmla="*/ 37 h 101"/>
              <a:gd name="T52" fmla="*/ 1000 w 2185"/>
              <a:gd name="T53" fmla="*/ 21 h 101"/>
              <a:gd name="T54" fmla="*/ 953 w 2185"/>
              <a:gd name="T55" fmla="*/ 40 h 101"/>
              <a:gd name="T56" fmla="*/ 906 w 2185"/>
              <a:gd name="T57" fmla="*/ 59 h 101"/>
              <a:gd name="T58" fmla="*/ 862 w 2185"/>
              <a:gd name="T59" fmla="*/ 34 h 101"/>
              <a:gd name="T60" fmla="*/ 818 w 2185"/>
              <a:gd name="T61" fmla="*/ 9 h 101"/>
              <a:gd name="T62" fmla="*/ 774 w 2185"/>
              <a:gd name="T63" fmla="*/ 12 h 101"/>
              <a:gd name="T64" fmla="*/ 729 w 2185"/>
              <a:gd name="T65" fmla="*/ 15 h 101"/>
              <a:gd name="T66" fmla="*/ 685 w 2185"/>
              <a:gd name="T67" fmla="*/ 18 h 101"/>
              <a:gd name="T68" fmla="*/ 641 w 2185"/>
              <a:gd name="T69" fmla="*/ 37 h 101"/>
              <a:gd name="T70" fmla="*/ 594 w 2185"/>
              <a:gd name="T71" fmla="*/ 59 h 101"/>
              <a:gd name="T72" fmla="*/ 550 w 2185"/>
              <a:gd name="T73" fmla="*/ 59 h 101"/>
              <a:gd name="T74" fmla="*/ 500 w 2185"/>
              <a:gd name="T75" fmla="*/ 40 h 101"/>
              <a:gd name="T76" fmla="*/ 459 w 2185"/>
              <a:gd name="T77" fmla="*/ 28 h 101"/>
              <a:gd name="T78" fmla="*/ 465 w 2185"/>
              <a:gd name="T79" fmla="*/ 62 h 101"/>
              <a:gd name="T80" fmla="*/ 482 w 2185"/>
              <a:gd name="T81" fmla="*/ 93 h 101"/>
              <a:gd name="T82" fmla="*/ 438 w 2185"/>
              <a:gd name="T83" fmla="*/ 56 h 101"/>
              <a:gd name="T84" fmla="*/ 391 w 2185"/>
              <a:gd name="T85" fmla="*/ 34 h 101"/>
              <a:gd name="T86" fmla="*/ 347 w 2185"/>
              <a:gd name="T87" fmla="*/ 31 h 101"/>
              <a:gd name="T88" fmla="*/ 300 w 2185"/>
              <a:gd name="T89" fmla="*/ 34 h 101"/>
              <a:gd name="T90" fmla="*/ 250 w 2185"/>
              <a:gd name="T91" fmla="*/ 40 h 101"/>
              <a:gd name="T92" fmla="*/ 220 w 2185"/>
              <a:gd name="T93" fmla="*/ 75 h 101"/>
              <a:gd name="T94" fmla="*/ 176 w 2185"/>
              <a:gd name="T95" fmla="*/ 81 h 101"/>
              <a:gd name="T96" fmla="*/ 132 w 2185"/>
              <a:gd name="T97" fmla="*/ 68 h 101"/>
              <a:gd name="T98" fmla="*/ 88 w 2185"/>
              <a:gd name="T99" fmla="*/ 53 h 101"/>
              <a:gd name="T100" fmla="*/ 44 w 2185"/>
              <a:gd name="T101" fmla="*/ 31 h 101"/>
              <a:gd name="T102" fmla="*/ 0 w 2185"/>
              <a:gd name="T103" fmla="*/ 1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85" h="101">
                <a:moveTo>
                  <a:pt x="2184" y="7"/>
                </a:moveTo>
                <a:lnTo>
                  <a:pt x="2178" y="1"/>
                </a:lnTo>
                <a:lnTo>
                  <a:pt x="2184" y="0"/>
                </a:lnTo>
                <a:lnTo>
                  <a:pt x="2183" y="3"/>
                </a:lnTo>
                <a:lnTo>
                  <a:pt x="2178" y="3"/>
                </a:lnTo>
                <a:lnTo>
                  <a:pt x="2160" y="12"/>
                </a:lnTo>
                <a:lnTo>
                  <a:pt x="2148" y="21"/>
                </a:lnTo>
                <a:lnTo>
                  <a:pt x="2139" y="31"/>
                </a:lnTo>
                <a:lnTo>
                  <a:pt x="2131" y="31"/>
                </a:lnTo>
                <a:lnTo>
                  <a:pt x="2122" y="34"/>
                </a:lnTo>
                <a:lnTo>
                  <a:pt x="2113" y="34"/>
                </a:lnTo>
                <a:lnTo>
                  <a:pt x="2104" y="34"/>
                </a:lnTo>
                <a:lnTo>
                  <a:pt x="2095" y="34"/>
                </a:lnTo>
                <a:lnTo>
                  <a:pt x="2086" y="34"/>
                </a:lnTo>
                <a:lnTo>
                  <a:pt x="2078" y="34"/>
                </a:lnTo>
                <a:lnTo>
                  <a:pt x="2069" y="40"/>
                </a:lnTo>
                <a:lnTo>
                  <a:pt x="2063" y="50"/>
                </a:lnTo>
                <a:lnTo>
                  <a:pt x="2057" y="59"/>
                </a:lnTo>
                <a:lnTo>
                  <a:pt x="2048" y="62"/>
                </a:lnTo>
                <a:lnTo>
                  <a:pt x="2039" y="62"/>
                </a:lnTo>
                <a:lnTo>
                  <a:pt x="2030" y="56"/>
                </a:lnTo>
                <a:lnTo>
                  <a:pt x="2019" y="50"/>
                </a:lnTo>
                <a:lnTo>
                  <a:pt x="2010" y="50"/>
                </a:lnTo>
                <a:lnTo>
                  <a:pt x="2001" y="46"/>
                </a:lnTo>
                <a:lnTo>
                  <a:pt x="1992" y="40"/>
                </a:lnTo>
                <a:lnTo>
                  <a:pt x="1983" y="37"/>
                </a:lnTo>
                <a:lnTo>
                  <a:pt x="1972" y="37"/>
                </a:lnTo>
                <a:lnTo>
                  <a:pt x="1963" y="34"/>
                </a:lnTo>
                <a:lnTo>
                  <a:pt x="1954" y="31"/>
                </a:lnTo>
                <a:lnTo>
                  <a:pt x="1945" y="28"/>
                </a:lnTo>
                <a:lnTo>
                  <a:pt x="1936" y="28"/>
                </a:lnTo>
                <a:lnTo>
                  <a:pt x="1927" y="25"/>
                </a:lnTo>
                <a:lnTo>
                  <a:pt x="1919" y="21"/>
                </a:lnTo>
                <a:lnTo>
                  <a:pt x="1910" y="18"/>
                </a:lnTo>
                <a:lnTo>
                  <a:pt x="1901" y="15"/>
                </a:lnTo>
                <a:lnTo>
                  <a:pt x="1898" y="25"/>
                </a:lnTo>
                <a:lnTo>
                  <a:pt x="1886" y="28"/>
                </a:lnTo>
                <a:lnTo>
                  <a:pt x="1874" y="28"/>
                </a:lnTo>
                <a:lnTo>
                  <a:pt x="1866" y="31"/>
                </a:lnTo>
                <a:lnTo>
                  <a:pt x="1857" y="37"/>
                </a:lnTo>
                <a:lnTo>
                  <a:pt x="1854" y="46"/>
                </a:lnTo>
                <a:lnTo>
                  <a:pt x="1845" y="50"/>
                </a:lnTo>
                <a:lnTo>
                  <a:pt x="1836" y="50"/>
                </a:lnTo>
                <a:lnTo>
                  <a:pt x="1827" y="50"/>
                </a:lnTo>
                <a:lnTo>
                  <a:pt x="1819" y="56"/>
                </a:lnTo>
                <a:lnTo>
                  <a:pt x="1810" y="59"/>
                </a:lnTo>
                <a:lnTo>
                  <a:pt x="1801" y="62"/>
                </a:lnTo>
                <a:lnTo>
                  <a:pt x="1792" y="65"/>
                </a:lnTo>
                <a:lnTo>
                  <a:pt x="1783" y="71"/>
                </a:lnTo>
                <a:lnTo>
                  <a:pt x="1774" y="75"/>
                </a:lnTo>
                <a:lnTo>
                  <a:pt x="1766" y="75"/>
                </a:lnTo>
                <a:lnTo>
                  <a:pt x="1757" y="71"/>
                </a:lnTo>
                <a:lnTo>
                  <a:pt x="1748" y="65"/>
                </a:lnTo>
                <a:lnTo>
                  <a:pt x="1736" y="62"/>
                </a:lnTo>
                <a:lnTo>
                  <a:pt x="1727" y="59"/>
                </a:lnTo>
                <a:lnTo>
                  <a:pt x="1718" y="56"/>
                </a:lnTo>
                <a:lnTo>
                  <a:pt x="1710" y="53"/>
                </a:lnTo>
                <a:lnTo>
                  <a:pt x="1701" y="53"/>
                </a:lnTo>
                <a:lnTo>
                  <a:pt x="1692" y="46"/>
                </a:lnTo>
                <a:lnTo>
                  <a:pt x="1683" y="43"/>
                </a:lnTo>
                <a:lnTo>
                  <a:pt x="1674" y="43"/>
                </a:lnTo>
                <a:lnTo>
                  <a:pt x="1665" y="40"/>
                </a:lnTo>
                <a:lnTo>
                  <a:pt x="1657" y="40"/>
                </a:lnTo>
                <a:lnTo>
                  <a:pt x="1645" y="37"/>
                </a:lnTo>
                <a:lnTo>
                  <a:pt x="1633" y="34"/>
                </a:lnTo>
                <a:lnTo>
                  <a:pt x="1624" y="31"/>
                </a:lnTo>
                <a:lnTo>
                  <a:pt x="1615" y="28"/>
                </a:lnTo>
                <a:lnTo>
                  <a:pt x="1607" y="28"/>
                </a:lnTo>
                <a:lnTo>
                  <a:pt x="1598" y="28"/>
                </a:lnTo>
                <a:lnTo>
                  <a:pt x="1589" y="28"/>
                </a:lnTo>
                <a:lnTo>
                  <a:pt x="1580" y="28"/>
                </a:lnTo>
                <a:lnTo>
                  <a:pt x="1571" y="28"/>
                </a:lnTo>
                <a:lnTo>
                  <a:pt x="1562" y="28"/>
                </a:lnTo>
                <a:lnTo>
                  <a:pt x="1551" y="28"/>
                </a:lnTo>
                <a:lnTo>
                  <a:pt x="1542" y="25"/>
                </a:lnTo>
                <a:lnTo>
                  <a:pt x="1533" y="18"/>
                </a:lnTo>
                <a:lnTo>
                  <a:pt x="1524" y="18"/>
                </a:lnTo>
                <a:lnTo>
                  <a:pt x="1515" y="18"/>
                </a:lnTo>
                <a:lnTo>
                  <a:pt x="1509" y="28"/>
                </a:lnTo>
                <a:lnTo>
                  <a:pt x="1501" y="34"/>
                </a:lnTo>
                <a:lnTo>
                  <a:pt x="1492" y="37"/>
                </a:lnTo>
                <a:lnTo>
                  <a:pt x="1483" y="46"/>
                </a:lnTo>
                <a:lnTo>
                  <a:pt x="1474" y="50"/>
                </a:lnTo>
                <a:lnTo>
                  <a:pt x="1465" y="53"/>
                </a:lnTo>
                <a:lnTo>
                  <a:pt x="1456" y="56"/>
                </a:lnTo>
                <a:lnTo>
                  <a:pt x="1448" y="56"/>
                </a:lnTo>
                <a:lnTo>
                  <a:pt x="1439" y="53"/>
                </a:lnTo>
                <a:lnTo>
                  <a:pt x="1430" y="46"/>
                </a:lnTo>
                <a:lnTo>
                  <a:pt x="1421" y="43"/>
                </a:lnTo>
                <a:lnTo>
                  <a:pt x="1412" y="43"/>
                </a:lnTo>
                <a:lnTo>
                  <a:pt x="1404" y="40"/>
                </a:lnTo>
                <a:lnTo>
                  <a:pt x="1395" y="37"/>
                </a:lnTo>
                <a:lnTo>
                  <a:pt x="1386" y="31"/>
                </a:lnTo>
                <a:lnTo>
                  <a:pt x="1377" y="31"/>
                </a:lnTo>
                <a:lnTo>
                  <a:pt x="1368" y="25"/>
                </a:lnTo>
                <a:lnTo>
                  <a:pt x="1359" y="21"/>
                </a:lnTo>
                <a:lnTo>
                  <a:pt x="1351" y="21"/>
                </a:lnTo>
                <a:lnTo>
                  <a:pt x="1342" y="18"/>
                </a:lnTo>
                <a:lnTo>
                  <a:pt x="1333" y="18"/>
                </a:lnTo>
                <a:lnTo>
                  <a:pt x="1321" y="15"/>
                </a:lnTo>
                <a:lnTo>
                  <a:pt x="1312" y="12"/>
                </a:lnTo>
                <a:lnTo>
                  <a:pt x="1303" y="12"/>
                </a:lnTo>
                <a:lnTo>
                  <a:pt x="1295" y="12"/>
                </a:lnTo>
                <a:lnTo>
                  <a:pt x="1286" y="12"/>
                </a:lnTo>
                <a:lnTo>
                  <a:pt x="1277" y="12"/>
                </a:lnTo>
                <a:lnTo>
                  <a:pt x="1268" y="15"/>
                </a:lnTo>
                <a:lnTo>
                  <a:pt x="1259" y="21"/>
                </a:lnTo>
                <a:lnTo>
                  <a:pt x="1250" y="31"/>
                </a:lnTo>
                <a:lnTo>
                  <a:pt x="1242" y="37"/>
                </a:lnTo>
                <a:lnTo>
                  <a:pt x="1233" y="43"/>
                </a:lnTo>
                <a:lnTo>
                  <a:pt x="1224" y="50"/>
                </a:lnTo>
                <a:lnTo>
                  <a:pt x="1215" y="53"/>
                </a:lnTo>
                <a:lnTo>
                  <a:pt x="1206" y="53"/>
                </a:lnTo>
                <a:lnTo>
                  <a:pt x="1197" y="53"/>
                </a:lnTo>
                <a:lnTo>
                  <a:pt x="1189" y="56"/>
                </a:lnTo>
                <a:lnTo>
                  <a:pt x="1177" y="56"/>
                </a:lnTo>
                <a:lnTo>
                  <a:pt x="1168" y="59"/>
                </a:lnTo>
                <a:lnTo>
                  <a:pt x="1156" y="62"/>
                </a:lnTo>
                <a:lnTo>
                  <a:pt x="1147" y="65"/>
                </a:lnTo>
                <a:lnTo>
                  <a:pt x="1139" y="65"/>
                </a:lnTo>
                <a:lnTo>
                  <a:pt x="1130" y="68"/>
                </a:lnTo>
                <a:lnTo>
                  <a:pt x="1121" y="68"/>
                </a:lnTo>
                <a:lnTo>
                  <a:pt x="1112" y="68"/>
                </a:lnTo>
                <a:lnTo>
                  <a:pt x="1103" y="68"/>
                </a:lnTo>
                <a:lnTo>
                  <a:pt x="1094" y="68"/>
                </a:lnTo>
                <a:lnTo>
                  <a:pt x="1086" y="65"/>
                </a:lnTo>
                <a:lnTo>
                  <a:pt x="1080" y="56"/>
                </a:lnTo>
                <a:lnTo>
                  <a:pt x="1068" y="46"/>
                </a:lnTo>
                <a:lnTo>
                  <a:pt x="1059" y="43"/>
                </a:lnTo>
                <a:lnTo>
                  <a:pt x="1047" y="37"/>
                </a:lnTo>
                <a:lnTo>
                  <a:pt x="1039" y="31"/>
                </a:lnTo>
                <a:lnTo>
                  <a:pt x="1027" y="31"/>
                </a:lnTo>
                <a:lnTo>
                  <a:pt x="1018" y="28"/>
                </a:lnTo>
                <a:lnTo>
                  <a:pt x="1009" y="21"/>
                </a:lnTo>
                <a:lnTo>
                  <a:pt x="1000" y="21"/>
                </a:lnTo>
                <a:lnTo>
                  <a:pt x="991" y="18"/>
                </a:lnTo>
                <a:lnTo>
                  <a:pt x="980" y="25"/>
                </a:lnTo>
                <a:lnTo>
                  <a:pt x="971" y="31"/>
                </a:lnTo>
                <a:lnTo>
                  <a:pt x="962" y="37"/>
                </a:lnTo>
                <a:lnTo>
                  <a:pt x="953" y="40"/>
                </a:lnTo>
                <a:lnTo>
                  <a:pt x="944" y="43"/>
                </a:lnTo>
                <a:lnTo>
                  <a:pt x="933" y="50"/>
                </a:lnTo>
                <a:lnTo>
                  <a:pt x="924" y="53"/>
                </a:lnTo>
                <a:lnTo>
                  <a:pt x="915" y="59"/>
                </a:lnTo>
                <a:lnTo>
                  <a:pt x="906" y="59"/>
                </a:lnTo>
                <a:lnTo>
                  <a:pt x="897" y="59"/>
                </a:lnTo>
                <a:lnTo>
                  <a:pt x="885" y="56"/>
                </a:lnTo>
                <a:lnTo>
                  <a:pt x="880" y="46"/>
                </a:lnTo>
                <a:lnTo>
                  <a:pt x="871" y="40"/>
                </a:lnTo>
                <a:lnTo>
                  <a:pt x="862" y="34"/>
                </a:lnTo>
                <a:lnTo>
                  <a:pt x="853" y="25"/>
                </a:lnTo>
                <a:lnTo>
                  <a:pt x="844" y="18"/>
                </a:lnTo>
                <a:lnTo>
                  <a:pt x="835" y="12"/>
                </a:lnTo>
                <a:lnTo>
                  <a:pt x="827" y="9"/>
                </a:lnTo>
                <a:lnTo>
                  <a:pt x="818" y="9"/>
                </a:lnTo>
                <a:lnTo>
                  <a:pt x="809" y="9"/>
                </a:lnTo>
                <a:lnTo>
                  <a:pt x="800" y="12"/>
                </a:lnTo>
                <a:lnTo>
                  <a:pt x="791" y="12"/>
                </a:lnTo>
                <a:lnTo>
                  <a:pt x="782" y="12"/>
                </a:lnTo>
                <a:lnTo>
                  <a:pt x="774" y="12"/>
                </a:lnTo>
                <a:lnTo>
                  <a:pt x="765" y="12"/>
                </a:lnTo>
                <a:lnTo>
                  <a:pt x="756" y="15"/>
                </a:lnTo>
                <a:lnTo>
                  <a:pt x="747" y="15"/>
                </a:lnTo>
                <a:lnTo>
                  <a:pt x="738" y="15"/>
                </a:lnTo>
                <a:lnTo>
                  <a:pt x="729" y="15"/>
                </a:lnTo>
                <a:lnTo>
                  <a:pt x="721" y="18"/>
                </a:lnTo>
                <a:lnTo>
                  <a:pt x="712" y="18"/>
                </a:lnTo>
                <a:lnTo>
                  <a:pt x="703" y="18"/>
                </a:lnTo>
                <a:lnTo>
                  <a:pt x="694" y="18"/>
                </a:lnTo>
                <a:lnTo>
                  <a:pt x="685" y="18"/>
                </a:lnTo>
                <a:lnTo>
                  <a:pt x="676" y="18"/>
                </a:lnTo>
                <a:lnTo>
                  <a:pt x="668" y="21"/>
                </a:lnTo>
                <a:lnTo>
                  <a:pt x="659" y="28"/>
                </a:lnTo>
                <a:lnTo>
                  <a:pt x="650" y="31"/>
                </a:lnTo>
                <a:lnTo>
                  <a:pt x="641" y="37"/>
                </a:lnTo>
                <a:lnTo>
                  <a:pt x="632" y="40"/>
                </a:lnTo>
                <a:lnTo>
                  <a:pt x="624" y="50"/>
                </a:lnTo>
                <a:lnTo>
                  <a:pt x="615" y="53"/>
                </a:lnTo>
                <a:lnTo>
                  <a:pt x="606" y="56"/>
                </a:lnTo>
                <a:lnTo>
                  <a:pt x="594" y="59"/>
                </a:lnTo>
                <a:lnTo>
                  <a:pt x="585" y="62"/>
                </a:lnTo>
                <a:lnTo>
                  <a:pt x="576" y="65"/>
                </a:lnTo>
                <a:lnTo>
                  <a:pt x="568" y="65"/>
                </a:lnTo>
                <a:lnTo>
                  <a:pt x="559" y="65"/>
                </a:lnTo>
                <a:lnTo>
                  <a:pt x="550" y="59"/>
                </a:lnTo>
                <a:lnTo>
                  <a:pt x="541" y="53"/>
                </a:lnTo>
                <a:lnTo>
                  <a:pt x="532" y="50"/>
                </a:lnTo>
                <a:lnTo>
                  <a:pt x="523" y="43"/>
                </a:lnTo>
                <a:lnTo>
                  <a:pt x="512" y="43"/>
                </a:lnTo>
                <a:lnTo>
                  <a:pt x="500" y="40"/>
                </a:lnTo>
                <a:lnTo>
                  <a:pt x="497" y="31"/>
                </a:lnTo>
                <a:lnTo>
                  <a:pt x="488" y="28"/>
                </a:lnTo>
                <a:lnTo>
                  <a:pt x="479" y="28"/>
                </a:lnTo>
                <a:lnTo>
                  <a:pt x="468" y="28"/>
                </a:lnTo>
                <a:lnTo>
                  <a:pt x="459" y="28"/>
                </a:lnTo>
                <a:lnTo>
                  <a:pt x="450" y="28"/>
                </a:lnTo>
                <a:lnTo>
                  <a:pt x="450" y="37"/>
                </a:lnTo>
                <a:lnTo>
                  <a:pt x="450" y="46"/>
                </a:lnTo>
                <a:lnTo>
                  <a:pt x="459" y="53"/>
                </a:lnTo>
                <a:lnTo>
                  <a:pt x="465" y="62"/>
                </a:lnTo>
                <a:lnTo>
                  <a:pt x="473" y="71"/>
                </a:lnTo>
                <a:lnTo>
                  <a:pt x="479" y="81"/>
                </a:lnTo>
                <a:lnTo>
                  <a:pt x="485" y="90"/>
                </a:lnTo>
                <a:lnTo>
                  <a:pt x="491" y="100"/>
                </a:lnTo>
                <a:lnTo>
                  <a:pt x="482" y="93"/>
                </a:lnTo>
                <a:lnTo>
                  <a:pt x="473" y="84"/>
                </a:lnTo>
                <a:lnTo>
                  <a:pt x="465" y="78"/>
                </a:lnTo>
                <a:lnTo>
                  <a:pt x="456" y="71"/>
                </a:lnTo>
                <a:lnTo>
                  <a:pt x="447" y="65"/>
                </a:lnTo>
                <a:lnTo>
                  <a:pt x="438" y="56"/>
                </a:lnTo>
                <a:lnTo>
                  <a:pt x="429" y="46"/>
                </a:lnTo>
                <a:lnTo>
                  <a:pt x="420" y="40"/>
                </a:lnTo>
                <a:lnTo>
                  <a:pt x="412" y="37"/>
                </a:lnTo>
                <a:lnTo>
                  <a:pt x="400" y="34"/>
                </a:lnTo>
                <a:lnTo>
                  <a:pt x="391" y="34"/>
                </a:lnTo>
                <a:lnTo>
                  <a:pt x="382" y="34"/>
                </a:lnTo>
                <a:lnTo>
                  <a:pt x="373" y="34"/>
                </a:lnTo>
                <a:lnTo>
                  <a:pt x="364" y="31"/>
                </a:lnTo>
                <a:lnTo>
                  <a:pt x="356" y="31"/>
                </a:lnTo>
                <a:lnTo>
                  <a:pt x="347" y="31"/>
                </a:lnTo>
                <a:lnTo>
                  <a:pt x="338" y="31"/>
                </a:lnTo>
                <a:lnTo>
                  <a:pt x="326" y="31"/>
                </a:lnTo>
                <a:lnTo>
                  <a:pt x="317" y="31"/>
                </a:lnTo>
                <a:lnTo>
                  <a:pt x="309" y="34"/>
                </a:lnTo>
                <a:lnTo>
                  <a:pt x="300" y="34"/>
                </a:lnTo>
                <a:lnTo>
                  <a:pt x="288" y="34"/>
                </a:lnTo>
                <a:lnTo>
                  <a:pt x="276" y="34"/>
                </a:lnTo>
                <a:lnTo>
                  <a:pt x="267" y="34"/>
                </a:lnTo>
                <a:lnTo>
                  <a:pt x="259" y="34"/>
                </a:lnTo>
                <a:lnTo>
                  <a:pt x="250" y="40"/>
                </a:lnTo>
                <a:lnTo>
                  <a:pt x="241" y="43"/>
                </a:lnTo>
                <a:lnTo>
                  <a:pt x="238" y="53"/>
                </a:lnTo>
                <a:lnTo>
                  <a:pt x="238" y="62"/>
                </a:lnTo>
                <a:lnTo>
                  <a:pt x="229" y="71"/>
                </a:lnTo>
                <a:lnTo>
                  <a:pt x="220" y="75"/>
                </a:lnTo>
                <a:lnTo>
                  <a:pt x="211" y="75"/>
                </a:lnTo>
                <a:lnTo>
                  <a:pt x="203" y="75"/>
                </a:lnTo>
                <a:lnTo>
                  <a:pt x="194" y="75"/>
                </a:lnTo>
                <a:lnTo>
                  <a:pt x="185" y="78"/>
                </a:lnTo>
                <a:lnTo>
                  <a:pt x="176" y="81"/>
                </a:lnTo>
                <a:lnTo>
                  <a:pt x="164" y="81"/>
                </a:lnTo>
                <a:lnTo>
                  <a:pt x="156" y="81"/>
                </a:lnTo>
                <a:lnTo>
                  <a:pt x="147" y="81"/>
                </a:lnTo>
                <a:lnTo>
                  <a:pt x="138" y="78"/>
                </a:lnTo>
                <a:lnTo>
                  <a:pt x="132" y="68"/>
                </a:lnTo>
                <a:lnTo>
                  <a:pt x="123" y="65"/>
                </a:lnTo>
                <a:lnTo>
                  <a:pt x="114" y="59"/>
                </a:lnTo>
                <a:lnTo>
                  <a:pt x="105" y="56"/>
                </a:lnTo>
                <a:lnTo>
                  <a:pt x="97" y="53"/>
                </a:lnTo>
                <a:lnTo>
                  <a:pt x="88" y="53"/>
                </a:lnTo>
                <a:lnTo>
                  <a:pt x="79" y="50"/>
                </a:lnTo>
                <a:lnTo>
                  <a:pt x="70" y="43"/>
                </a:lnTo>
                <a:lnTo>
                  <a:pt x="61" y="40"/>
                </a:lnTo>
                <a:lnTo>
                  <a:pt x="52" y="34"/>
                </a:lnTo>
                <a:lnTo>
                  <a:pt x="44" y="31"/>
                </a:lnTo>
                <a:lnTo>
                  <a:pt x="35" y="28"/>
                </a:lnTo>
                <a:lnTo>
                  <a:pt x="26" y="21"/>
                </a:lnTo>
                <a:lnTo>
                  <a:pt x="17" y="18"/>
                </a:lnTo>
                <a:lnTo>
                  <a:pt x="5" y="3"/>
                </a:lnTo>
                <a:lnTo>
                  <a:pt x="0" y="12"/>
                </a:lnTo>
                <a:lnTo>
                  <a:pt x="3" y="1"/>
                </a:lnTo>
                <a:lnTo>
                  <a:pt x="3" y="1"/>
                </a:lnTo>
                <a:lnTo>
                  <a:pt x="5" y="4"/>
                </a:lnTo>
                <a:lnTo>
                  <a:pt x="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9" name="Freeform 15">
            <a:extLst>
              <a:ext uri="{FF2B5EF4-FFF2-40B4-BE49-F238E27FC236}">
                <a16:creationId xmlns:a16="http://schemas.microsoft.com/office/drawing/2014/main" id="{C2CB1FCA-2616-142C-C5D4-6866DFC3AEAF}"/>
              </a:ext>
            </a:extLst>
          </p:cNvPr>
          <p:cNvSpPr>
            <a:spLocks/>
          </p:cNvSpPr>
          <p:nvPr/>
        </p:nvSpPr>
        <p:spPr bwMode="auto">
          <a:xfrm>
            <a:off x="385763" y="2073275"/>
            <a:ext cx="3468687" cy="133350"/>
          </a:xfrm>
          <a:custGeom>
            <a:avLst/>
            <a:gdLst>
              <a:gd name="T0" fmla="*/ 0 w 2185"/>
              <a:gd name="T1" fmla="*/ 83 h 84"/>
              <a:gd name="T2" fmla="*/ 48 w 2185"/>
              <a:gd name="T3" fmla="*/ 57 h 84"/>
              <a:gd name="T4" fmla="*/ 91 w 2185"/>
              <a:gd name="T5" fmla="*/ 32 h 84"/>
              <a:gd name="T6" fmla="*/ 126 w 2185"/>
              <a:gd name="T7" fmla="*/ 24 h 84"/>
              <a:gd name="T8" fmla="*/ 161 w 2185"/>
              <a:gd name="T9" fmla="*/ 28 h 84"/>
              <a:gd name="T10" fmla="*/ 197 w 2185"/>
              <a:gd name="T11" fmla="*/ 45 h 84"/>
              <a:gd name="T12" fmla="*/ 232 w 2185"/>
              <a:gd name="T13" fmla="*/ 57 h 84"/>
              <a:gd name="T14" fmla="*/ 271 w 2185"/>
              <a:gd name="T15" fmla="*/ 32 h 84"/>
              <a:gd name="T16" fmla="*/ 307 w 2185"/>
              <a:gd name="T17" fmla="*/ 24 h 84"/>
              <a:gd name="T18" fmla="*/ 342 w 2185"/>
              <a:gd name="T19" fmla="*/ 40 h 84"/>
              <a:gd name="T20" fmla="*/ 377 w 2185"/>
              <a:gd name="T21" fmla="*/ 61 h 84"/>
              <a:gd name="T22" fmla="*/ 413 w 2185"/>
              <a:gd name="T23" fmla="*/ 40 h 84"/>
              <a:gd name="T24" fmla="*/ 452 w 2185"/>
              <a:gd name="T25" fmla="*/ 28 h 84"/>
              <a:gd name="T26" fmla="*/ 487 w 2185"/>
              <a:gd name="T27" fmla="*/ 24 h 84"/>
              <a:gd name="T28" fmla="*/ 527 w 2185"/>
              <a:gd name="T29" fmla="*/ 16 h 84"/>
              <a:gd name="T30" fmla="*/ 570 w 2185"/>
              <a:gd name="T31" fmla="*/ 24 h 84"/>
              <a:gd name="T32" fmla="*/ 601 w 2185"/>
              <a:gd name="T33" fmla="*/ 53 h 84"/>
              <a:gd name="T34" fmla="*/ 640 w 2185"/>
              <a:gd name="T35" fmla="*/ 40 h 84"/>
              <a:gd name="T36" fmla="*/ 684 w 2185"/>
              <a:gd name="T37" fmla="*/ 32 h 84"/>
              <a:gd name="T38" fmla="*/ 723 w 2185"/>
              <a:gd name="T39" fmla="*/ 20 h 84"/>
              <a:gd name="T40" fmla="*/ 758 w 2185"/>
              <a:gd name="T41" fmla="*/ 20 h 84"/>
              <a:gd name="T42" fmla="*/ 794 w 2185"/>
              <a:gd name="T43" fmla="*/ 45 h 84"/>
              <a:gd name="T44" fmla="*/ 829 w 2185"/>
              <a:gd name="T45" fmla="*/ 53 h 84"/>
              <a:gd name="T46" fmla="*/ 864 w 2185"/>
              <a:gd name="T47" fmla="*/ 45 h 84"/>
              <a:gd name="T48" fmla="*/ 904 w 2185"/>
              <a:gd name="T49" fmla="*/ 36 h 84"/>
              <a:gd name="T50" fmla="*/ 939 w 2185"/>
              <a:gd name="T51" fmla="*/ 36 h 84"/>
              <a:gd name="T52" fmla="*/ 978 w 2185"/>
              <a:gd name="T53" fmla="*/ 32 h 84"/>
              <a:gd name="T54" fmla="*/ 1013 w 2185"/>
              <a:gd name="T55" fmla="*/ 16 h 84"/>
              <a:gd name="T56" fmla="*/ 1057 w 2185"/>
              <a:gd name="T57" fmla="*/ 16 h 84"/>
              <a:gd name="T58" fmla="*/ 1092 w 2185"/>
              <a:gd name="T59" fmla="*/ 40 h 84"/>
              <a:gd name="T60" fmla="*/ 1127 w 2185"/>
              <a:gd name="T61" fmla="*/ 49 h 84"/>
              <a:gd name="T62" fmla="*/ 1167 w 2185"/>
              <a:gd name="T63" fmla="*/ 32 h 84"/>
              <a:gd name="T64" fmla="*/ 1210 w 2185"/>
              <a:gd name="T65" fmla="*/ 12 h 84"/>
              <a:gd name="T66" fmla="*/ 1249 w 2185"/>
              <a:gd name="T67" fmla="*/ 8 h 84"/>
              <a:gd name="T68" fmla="*/ 1280 w 2185"/>
              <a:gd name="T69" fmla="*/ 16 h 84"/>
              <a:gd name="T70" fmla="*/ 1316 w 2185"/>
              <a:gd name="T71" fmla="*/ 45 h 84"/>
              <a:gd name="T72" fmla="*/ 1351 w 2185"/>
              <a:gd name="T73" fmla="*/ 57 h 84"/>
              <a:gd name="T74" fmla="*/ 1386 w 2185"/>
              <a:gd name="T75" fmla="*/ 32 h 84"/>
              <a:gd name="T76" fmla="*/ 1426 w 2185"/>
              <a:gd name="T77" fmla="*/ 20 h 84"/>
              <a:gd name="T78" fmla="*/ 1461 w 2185"/>
              <a:gd name="T79" fmla="*/ 16 h 84"/>
              <a:gd name="T80" fmla="*/ 1500 w 2185"/>
              <a:gd name="T81" fmla="*/ 12 h 84"/>
              <a:gd name="T82" fmla="*/ 1547 w 2185"/>
              <a:gd name="T83" fmla="*/ 40 h 84"/>
              <a:gd name="T84" fmla="*/ 1583 w 2185"/>
              <a:gd name="T85" fmla="*/ 61 h 84"/>
              <a:gd name="T86" fmla="*/ 1622 w 2185"/>
              <a:gd name="T87" fmla="*/ 49 h 84"/>
              <a:gd name="T88" fmla="*/ 1657 w 2185"/>
              <a:gd name="T89" fmla="*/ 28 h 84"/>
              <a:gd name="T90" fmla="*/ 1697 w 2185"/>
              <a:gd name="T91" fmla="*/ 16 h 84"/>
              <a:gd name="T92" fmla="*/ 1732 w 2185"/>
              <a:gd name="T93" fmla="*/ 8 h 84"/>
              <a:gd name="T94" fmla="*/ 1775 w 2185"/>
              <a:gd name="T95" fmla="*/ 28 h 84"/>
              <a:gd name="T96" fmla="*/ 1811 w 2185"/>
              <a:gd name="T97" fmla="*/ 40 h 84"/>
              <a:gd name="T98" fmla="*/ 1846 w 2185"/>
              <a:gd name="T99" fmla="*/ 28 h 84"/>
              <a:gd name="T100" fmla="*/ 1881 w 2185"/>
              <a:gd name="T101" fmla="*/ 8 h 84"/>
              <a:gd name="T102" fmla="*/ 1920 w 2185"/>
              <a:gd name="T103" fmla="*/ 0 h 84"/>
              <a:gd name="T104" fmla="*/ 1964 w 2185"/>
              <a:gd name="T105" fmla="*/ 8 h 84"/>
              <a:gd name="T106" fmla="*/ 1999 w 2185"/>
              <a:gd name="T107" fmla="*/ 24 h 84"/>
              <a:gd name="T108" fmla="*/ 2038 w 2185"/>
              <a:gd name="T109" fmla="*/ 36 h 84"/>
              <a:gd name="T110" fmla="*/ 2070 w 2185"/>
              <a:gd name="T111" fmla="*/ 16 h 84"/>
              <a:gd name="T112" fmla="*/ 2109 w 2185"/>
              <a:gd name="T113" fmla="*/ 36 h 84"/>
              <a:gd name="T114" fmla="*/ 2140 w 2185"/>
              <a:gd name="T115" fmla="*/ 57 h 84"/>
              <a:gd name="T116" fmla="*/ 2176 w 2185"/>
              <a:gd name="T117" fmla="*/ 69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85" h="84">
                <a:moveTo>
                  <a:pt x="0" y="79"/>
                </a:moveTo>
                <a:lnTo>
                  <a:pt x="0" y="73"/>
                </a:lnTo>
                <a:lnTo>
                  <a:pt x="0" y="83"/>
                </a:lnTo>
                <a:lnTo>
                  <a:pt x="24" y="49"/>
                </a:lnTo>
                <a:lnTo>
                  <a:pt x="36" y="49"/>
                </a:lnTo>
                <a:lnTo>
                  <a:pt x="48" y="57"/>
                </a:lnTo>
                <a:lnTo>
                  <a:pt x="63" y="49"/>
                </a:lnTo>
                <a:lnTo>
                  <a:pt x="79" y="36"/>
                </a:lnTo>
                <a:lnTo>
                  <a:pt x="91" y="32"/>
                </a:lnTo>
                <a:lnTo>
                  <a:pt x="103" y="32"/>
                </a:lnTo>
                <a:lnTo>
                  <a:pt x="114" y="28"/>
                </a:lnTo>
                <a:lnTo>
                  <a:pt x="126" y="24"/>
                </a:lnTo>
                <a:lnTo>
                  <a:pt x="138" y="24"/>
                </a:lnTo>
                <a:lnTo>
                  <a:pt x="150" y="28"/>
                </a:lnTo>
                <a:lnTo>
                  <a:pt x="161" y="28"/>
                </a:lnTo>
                <a:lnTo>
                  <a:pt x="173" y="32"/>
                </a:lnTo>
                <a:lnTo>
                  <a:pt x="185" y="40"/>
                </a:lnTo>
                <a:lnTo>
                  <a:pt x="197" y="45"/>
                </a:lnTo>
                <a:lnTo>
                  <a:pt x="209" y="49"/>
                </a:lnTo>
                <a:lnTo>
                  <a:pt x="220" y="53"/>
                </a:lnTo>
                <a:lnTo>
                  <a:pt x="232" y="57"/>
                </a:lnTo>
                <a:lnTo>
                  <a:pt x="248" y="53"/>
                </a:lnTo>
                <a:lnTo>
                  <a:pt x="264" y="45"/>
                </a:lnTo>
                <a:lnTo>
                  <a:pt x="271" y="32"/>
                </a:lnTo>
                <a:lnTo>
                  <a:pt x="283" y="32"/>
                </a:lnTo>
                <a:lnTo>
                  <a:pt x="295" y="28"/>
                </a:lnTo>
                <a:lnTo>
                  <a:pt x="307" y="24"/>
                </a:lnTo>
                <a:lnTo>
                  <a:pt x="319" y="20"/>
                </a:lnTo>
                <a:lnTo>
                  <a:pt x="330" y="32"/>
                </a:lnTo>
                <a:lnTo>
                  <a:pt x="342" y="40"/>
                </a:lnTo>
                <a:lnTo>
                  <a:pt x="354" y="53"/>
                </a:lnTo>
                <a:lnTo>
                  <a:pt x="366" y="61"/>
                </a:lnTo>
                <a:lnTo>
                  <a:pt x="377" y="61"/>
                </a:lnTo>
                <a:lnTo>
                  <a:pt x="389" y="53"/>
                </a:lnTo>
                <a:lnTo>
                  <a:pt x="401" y="49"/>
                </a:lnTo>
                <a:lnTo>
                  <a:pt x="413" y="40"/>
                </a:lnTo>
                <a:lnTo>
                  <a:pt x="425" y="36"/>
                </a:lnTo>
                <a:lnTo>
                  <a:pt x="436" y="32"/>
                </a:lnTo>
                <a:lnTo>
                  <a:pt x="452" y="28"/>
                </a:lnTo>
                <a:lnTo>
                  <a:pt x="464" y="28"/>
                </a:lnTo>
                <a:lnTo>
                  <a:pt x="476" y="24"/>
                </a:lnTo>
                <a:lnTo>
                  <a:pt x="487" y="24"/>
                </a:lnTo>
                <a:lnTo>
                  <a:pt x="499" y="24"/>
                </a:lnTo>
                <a:lnTo>
                  <a:pt x="511" y="20"/>
                </a:lnTo>
                <a:lnTo>
                  <a:pt x="527" y="16"/>
                </a:lnTo>
                <a:lnTo>
                  <a:pt x="542" y="16"/>
                </a:lnTo>
                <a:lnTo>
                  <a:pt x="558" y="12"/>
                </a:lnTo>
                <a:lnTo>
                  <a:pt x="570" y="24"/>
                </a:lnTo>
                <a:lnTo>
                  <a:pt x="578" y="36"/>
                </a:lnTo>
                <a:lnTo>
                  <a:pt x="585" y="49"/>
                </a:lnTo>
                <a:lnTo>
                  <a:pt x="601" y="53"/>
                </a:lnTo>
                <a:lnTo>
                  <a:pt x="613" y="49"/>
                </a:lnTo>
                <a:lnTo>
                  <a:pt x="629" y="45"/>
                </a:lnTo>
                <a:lnTo>
                  <a:pt x="640" y="40"/>
                </a:lnTo>
                <a:lnTo>
                  <a:pt x="656" y="36"/>
                </a:lnTo>
                <a:lnTo>
                  <a:pt x="672" y="36"/>
                </a:lnTo>
                <a:lnTo>
                  <a:pt x="684" y="32"/>
                </a:lnTo>
                <a:lnTo>
                  <a:pt x="695" y="28"/>
                </a:lnTo>
                <a:lnTo>
                  <a:pt x="711" y="24"/>
                </a:lnTo>
                <a:lnTo>
                  <a:pt x="723" y="20"/>
                </a:lnTo>
                <a:lnTo>
                  <a:pt x="735" y="16"/>
                </a:lnTo>
                <a:lnTo>
                  <a:pt x="746" y="12"/>
                </a:lnTo>
                <a:lnTo>
                  <a:pt x="758" y="20"/>
                </a:lnTo>
                <a:lnTo>
                  <a:pt x="770" y="28"/>
                </a:lnTo>
                <a:lnTo>
                  <a:pt x="782" y="36"/>
                </a:lnTo>
                <a:lnTo>
                  <a:pt x="794" y="45"/>
                </a:lnTo>
                <a:lnTo>
                  <a:pt x="805" y="53"/>
                </a:lnTo>
                <a:lnTo>
                  <a:pt x="817" y="53"/>
                </a:lnTo>
                <a:lnTo>
                  <a:pt x="829" y="53"/>
                </a:lnTo>
                <a:lnTo>
                  <a:pt x="841" y="49"/>
                </a:lnTo>
                <a:lnTo>
                  <a:pt x="852" y="45"/>
                </a:lnTo>
                <a:lnTo>
                  <a:pt x="864" y="45"/>
                </a:lnTo>
                <a:lnTo>
                  <a:pt x="876" y="40"/>
                </a:lnTo>
                <a:lnTo>
                  <a:pt x="892" y="40"/>
                </a:lnTo>
                <a:lnTo>
                  <a:pt x="904" y="36"/>
                </a:lnTo>
                <a:lnTo>
                  <a:pt x="915" y="36"/>
                </a:lnTo>
                <a:lnTo>
                  <a:pt x="927" y="36"/>
                </a:lnTo>
                <a:lnTo>
                  <a:pt x="939" y="36"/>
                </a:lnTo>
                <a:lnTo>
                  <a:pt x="951" y="36"/>
                </a:lnTo>
                <a:lnTo>
                  <a:pt x="962" y="36"/>
                </a:lnTo>
                <a:lnTo>
                  <a:pt x="978" y="32"/>
                </a:lnTo>
                <a:lnTo>
                  <a:pt x="990" y="28"/>
                </a:lnTo>
                <a:lnTo>
                  <a:pt x="1002" y="20"/>
                </a:lnTo>
                <a:lnTo>
                  <a:pt x="1013" y="16"/>
                </a:lnTo>
                <a:lnTo>
                  <a:pt x="1025" y="12"/>
                </a:lnTo>
                <a:lnTo>
                  <a:pt x="1041" y="8"/>
                </a:lnTo>
                <a:lnTo>
                  <a:pt x="1057" y="16"/>
                </a:lnTo>
                <a:lnTo>
                  <a:pt x="1068" y="28"/>
                </a:lnTo>
                <a:lnTo>
                  <a:pt x="1080" y="36"/>
                </a:lnTo>
                <a:lnTo>
                  <a:pt x="1092" y="40"/>
                </a:lnTo>
                <a:lnTo>
                  <a:pt x="1104" y="49"/>
                </a:lnTo>
                <a:lnTo>
                  <a:pt x="1116" y="49"/>
                </a:lnTo>
                <a:lnTo>
                  <a:pt x="1127" y="49"/>
                </a:lnTo>
                <a:lnTo>
                  <a:pt x="1143" y="45"/>
                </a:lnTo>
                <a:lnTo>
                  <a:pt x="1155" y="40"/>
                </a:lnTo>
                <a:lnTo>
                  <a:pt x="1167" y="32"/>
                </a:lnTo>
                <a:lnTo>
                  <a:pt x="1182" y="24"/>
                </a:lnTo>
                <a:lnTo>
                  <a:pt x="1194" y="20"/>
                </a:lnTo>
                <a:lnTo>
                  <a:pt x="1210" y="12"/>
                </a:lnTo>
                <a:lnTo>
                  <a:pt x="1222" y="12"/>
                </a:lnTo>
                <a:lnTo>
                  <a:pt x="1233" y="12"/>
                </a:lnTo>
                <a:lnTo>
                  <a:pt x="1249" y="8"/>
                </a:lnTo>
                <a:lnTo>
                  <a:pt x="1261" y="4"/>
                </a:lnTo>
                <a:lnTo>
                  <a:pt x="1273" y="4"/>
                </a:lnTo>
                <a:lnTo>
                  <a:pt x="1280" y="16"/>
                </a:lnTo>
                <a:lnTo>
                  <a:pt x="1292" y="24"/>
                </a:lnTo>
                <a:lnTo>
                  <a:pt x="1304" y="32"/>
                </a:lnTo>
                <a:lnTo>
                  <a:pt x="1316" y="45"/>
                </a:lnTo>
                <a:lnTo>
                  <a:pt x="1328" y="53"/>
                </a:lnTo>
                <a:lnTo>
                  <a:pt x="1339" y="57"/>
                </a:lnTo>
                <a:lnTo>
                  <a:pt x="1351" y="57"/>
                </a:lnTo>
                <a:lnTo>
                  <a:pt x="1363" y="49"/>
                </a:lnTo>
                <a:lnTo>
                  <a:pt x="1375" y="40"/>
                </a:lnTo>
                <a:lnTo>
                  <a:pt x="1386" y="32"/>
                </a:lnTo>
                <a:lnTo>
                  <a:pt x="1398" y="28"/>
                </a:lnTo>
                <a:lnTo>
                  <a:pt x="1410" y="24"/>
                </a:lnTo>
                <a:lnTo>
                  <a:pt x="1426" y="20"/>
                </a:lnTo>
                <a:lnTo>
                  <a:pt x="1438" y="20"/>
                </a:lnTo>
                <a:lnTo>
                  <a:pt x="1449" y="20"/>
                </a:lnTo>
                <a:lnTo>
                  <a:pt x="1461" y="16"/>
                </a:lnTo>
                <a:lnTo>
                  <a:pt x="1473" y="16"/>
                </a:lnTo>
                <a:lnTo>
                  <a:pt x="1485" y="8"/>
                </a:lnTo>
                <a:lnTo>
                  <a:pt x="1500" y="12"/>
                </a:lnTo>
                <a:lnTo>
                  <a:pt x="1520" y="24"/>
                </a:lnTo>
                <a:lnTo>
                  <a:pt x="1532" y="28"/>
                </a:lnTo>
                <a:lnTo>
                  <a:pt x="1547" y="40"/>
                </a:lnTo>
                <a:lnTo>
                  <a:pt x="1559" y="45"/>
                </a:lnTo>
                <a:lnTo>
                  <a:pt x="1571" y="53"/>
                </a:lnTo>
                <a:lnTo>
                  <a:pt x="1583" y="61"/>
                </a:lnTo>
                <a:lnTo>
                  <a:pt x="1595" y="61"/>
                </a:lnTo>
                <a:lnTo>
                  <a:pt x="1606" y="57"/>
                </a:lnTo>
                <a:lnTo>
                  <a:pt x="1622" y="49"/>
                </a:lnTo>
                <a:lnTo>
                  <a:pt x="1634" y="36"/>
                </a:lnTo>
                <a:lnTo>
                  <a:pt x="1646" y="32"/>
                </a:lnTo>
                <a:lnTo>
                  <a:pt x="1657" y="28"/>
                </a:lnTo>
                <a:lnTo>
                  <a:pt x="1669" y="24"/>
                </a:lnTo>
                <a:lnTo>
                  <a:pt x="1685" y="20"/>
                </a:lnTo>
                <a:lnTo>
                  <a:pt x="1697" y="16"/>
                </a:lnTo>
                <a:lnTo>
                  <a:pt x="1708" y="12"/>
                </a:lnTo>
                <a:lnTo>
                  <a:pt x="1720" y="8"/>
                </a:lnTo>
                <a:lnTo>
                  <a:pt x="1732" y="8"/>
                </a:lnTo>
                <a:lnTo>
                  <a:pt x="1744" y="12"/>
                </a:lnTo>
                <a:lnTo>
                  <a:pt x="1763" y="20"/>
                </a:lnTo>
                <a:lnTo>
                  <a:pt x="1775" y="28"/>
                </a:lnTo>
                <a:lnTo>
                  <a:pt x="1787" y="32"/>
                </a:lnTo>
                <a:lnTo>
                  <a:pt x="1799" y="36"/>
                </a:lnTo>
                <a:lnTo>
                  <a:pt x="1811" y="40"/>
                </a:lnTo>
                <a:lnTo>
                  <a:pt x="1822" y="40"/>
                </a:lnTo>
                <a:lnTo>
                  <a:pt x="1834" y="32"/>
                </a:lnTo>
                <a:lnTo>
                  <a:pt x="1846" y="28"/>
                </a:lnTo>
                <a:lnTo>
                  <a:pt x="1858" y="20"/>
                </a:lnTo>
                <a:lnTo>
                  <a:pt x="1869" y="12"/>
                </a:lnTo>
                <a:lnTo>
                  <a:pt x="1881" y="8"/>
                </a:lnTo>
                <a:lnTo>
                  <a:pt x="1897" y="4"/>
                </a:lnTo>
                <a:lnTo>
                  <a:pt x="1909" y="0"/>
                </a:lnTo>
                <a:lnTo>
                  <a:pt x="1920" y="0"/>
                </a:lnTo>
                <a:lnTo>
                  <a:pt x="1936" y="0"/>
                </a:lnTo>
                <a:lnTo>
                  <a:pt x="1948" y="4"/>
                </a:lnTo>
                <a:lnTo>
                  <a:pt x="1964" y="8"/>
                </a:lnTo>
                <a:lnTo>
                  <a:pt x="1975" y="12"/>
                </a:lnTo>
                <a:lnTo>
                  <a:pt x="1987" y="20"/>
                </a:lnTo>
                <a:lnTo>
                  <a:pt x="1999" y="24"/>
                </a:lnTo>
                <a:lnTo>
                  <a:pt x="2015" y="28"/>
                </a:lnTo>
                <a:lnTo>
                  <a:pt x="2026" y="36"/>
                </a:lnTo>
                <a:lnTo>
                  <a:pt x="2038" y="36"/>
                </a:lnTo>
                <a:lnTo>
                  <a:pt x="2046" y="24"/>
                </a:lnTo>
                <a:lnTo>
                  <a:pt x="2058" y="16"/>
                </a:lnTo>
                <a:lnTo>
                  <a:pt x="2070" y="16"/>
                </a:lnTo>
                <a:lnTo>
                  <a:pt x="2081" y="20"/>
                </a:lnTo>
                <a:lnTo>
                  <a:pt x="2097" y="28"/>
                </a:lnTo>
                <a:lnTo>
                  <a:pt x="2109" y="36"/>
                </a:lnTo>
                <a:lnTo>
                  <a:pt x="2121" y="40"/>
                </a:lnTo>
                <a:lnTo>
                  <a:pt x="2129" y="53"/>
                </a:lnTo>
                <a:lnTo>
                  <a:pt x="2140" y="57"/>
                </a:lnTo>
                <a:lnTo>
                  <a:pt x="2152" y="61"/>
                </a:lnTo>
                <a:lnTo>
                  <a:pt x="2178" y="83"/>
                </a:lnTo>
                <a:lnTo>
                  <a:pt x="2176" y="69"/>
                </a:lnTo>
                <a:lnTo>
                  <a:pt x="2184" y="62"/>
                </a:lnTo>
                <a:lnTo>
                  <a:pt x="2184" y="83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F6ACC15-6ECA-F0D8-9617-02F6BF5DB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6688"/>
            <a:ext cx="66675" cy="209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AutoShape 17">
            <a:extLst>
              <a:ext uri="{FF2B5EF4-FFF2-40B4-BE49-F238E27FC236}">
                <a16:creationId xmlns:a16="http://schemas.microsoft.com/office/drawing/2014/main" id="{97D651D6-BC87-32B6-E8F4-3F49C14BEC4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471613" y="1801813"/>
            <a:ext cx="3168650" cy="918104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256347 is treated as if it had a decimal point in the rightmost position.  This decimal point aligns with the assumed decimal point in GrossPay to cause truncation on the left and zero filling on the right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1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6DE8B25-9116-5FA0-6D3A-C8D69EAEC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2830513"/>
            <a:ext cx="35687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CountyPop   PIC 9(6)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VALUE 111111</a:t>
            </a: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DE01E7D-28F6-37E1-FBE3-67B898B8D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793C3FFE-230F-2C0C-7F02-E34A12B22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3661EB50-F092-FD07-C0AE-BBBF75AA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96354E5-3475-F9C1-C9D5-418E8D8A7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A6080304-AD56-F136-260A-88E8E93EC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DF09022B-C7B1-7CEA-5E69-63A92EDD9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7417" name="Rectangle 9">
            <a:extLst>
              <a:ext uri="{FF2B5EF4-FFF2-40B4-BE49-F238E27FC236}">
                <a16:creationId xmlns:a16="http://schemas.microsoft.com/office/drawing/2014/main" id="{245F8250-C953-0E5F-6000-5F858A015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3046413"/>
            <a:ext cx="1393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420" name="Group 12">
            <a:extLst>
              <a:ext uri="{FF2B5EF4-FFF2-40B4-BE49-F238E27FC236}">
                <a16:creationId xmlns:a16="http://schemas.microsoft.com/office/drawing/2014/main" id="{5769C90A-E446-55C9-9A72-AE4076F8E39F}"/>
              </a:ext>
            </a:extLst>
          </p:cNvPr>
          <p:cNvGrpSpPr>
            <a:grpSpLocks/>
          </p:cNvGrpSpPr>
          <p:nvPr/>
        </p:nvGrpSpPr>
        <p:grpSpPr bwMode="auto">
          <a:xfrm>
            <a:off x="1800225" y="3438525"/>
            <a:ext cx="76200" cy="330200"/>
            <a:chOff x="1134" y="2166"/>
            <a:chExt cx="48" cy="208"/>
          </a:xfrm>
        </p:grpSpPr>
        <p:sp>
          <p:nvSpPr>
            <p:cNvPr id="17418" name="Rectangle 10">
              <a:extLst>
                <a:ext uri="{FF2B5EF4-FFF2-40B4-BE49-F238E27FC236}">
                  <a16:creationId xmlns:a16="http://schemas.microsoft.com/office/drawing/2014/main" id="{204EE0A1-A0C7-50D6-9023-C3067EE90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2213"/>
              <a:ext cx="48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en-US" sz="2400" b="1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7419" name="Line 11">
              <a:extLst>
                <a:ext uri="{FF2B5EF4-FFF2-40B4-BE49-F238E27FC236}">
                  <a16:creationId xmlns:a16="http://schemas.microsoft.com/office/drawing/2014/main" id="{B8B1BA70-3D7D-9967-FC6B-4B672D0DF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166"/>
              <a:ext cx="0" cy="120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21" name="Rectangle 13">
            <a:extLst>
              <a:ext uri="{FF2B5EF4-FFF2-40B4-BE49-F238E27FC236}">
                <a16:creationId xmlns:a16="http://schemas.microsoft.com/office/drawing/2014/main" id="{A0840AEF-84DF-4F77-9FAA-70E66BA61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" y="3044825"/>
            <a:ext cx="238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2" name="Rectangle 14">
            <a:extLst>
              <a:ext uri="{FF2B5EF4-FFF2-40B4-BE49-F238E27FC236}">
                <a16:creationId xmlns:a16="http://schemas.microsoft.com/office/drawing/2014/main" id="{A3C55199-912B-6CE1-7D32-934C0F47C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82575"/>
            <a:ext cx="3427412" cy="191135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987 TO CountyPop.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1235678 TO CountyPop.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24.56 TO GrossPay.</a:t>
            </a:r>
          </a:p>
        </p:txBody>
      </p:sp>
      <p:sp>
        <p:nvSpPr>
          <p:cNvPr id="17423" name="Freeform 15">
            <a:extLst>
              <a:ext uri="{FF2B5EF4-FFF2-40B4-BE49-F238E27FC236}">
                <a16:creationId xmlns:a16="http://schemas.microsoft.com/office/drawing/2014/main" id="{86CE39D2-7006-D69F-8513-BE07A49028C1}"/>
              </a:ext>
            </a:extLst>
          </p:cNvPr>
          <p:cNvSpPr>
            <a:spLocks/>
          </p:cNvSpPr>
          <p:nvPr/>
        </p:nvSpPr>
        <p:spPr bwMode="auto">
          <a:xfrm>
            <a:off x="385763" y="260350"/>
            <a:ext cx="3468687" cy="160338"/>
          </a:xfrm>
          <a:custGeom>
            <a:avLst/>
            <a:gdLst>
              <a:gd name="T0" fmla="*/ 2178 w 2185"/>
              <a:gd name="T1" fmla="*/ 3 h 101"/>
              <a:gd name="T2" fmla="*/ 2122 w 2185"/>
              <a:gd name="T3" fmla="*/ 34 h 101"/>
              <a:gd name="T4" fmla="*/ 2078 w 2185"/>
              <a:gd name="T5" fmla="*/ 34 h 101"/>
              <a:gd name="T6" fmla="*/ 2039 w 2185"/>
              <a:gd name="T7" fmla="*/ 62 h 101"/>
              <a:gd name="T8" fmla="*/ 1992 w 2185"/>
              <a:gd name="T9" fmla="*/ 40 h 101"/>
              <a:gd name="T10" fmla="*/ 1945 w 2185"/>
              <a:gd name="T11" fmla="*/ 28 h 101"/>
              <a:gd name="T12" fmla="*/ 1901 w 2185"/>
              <a:gd name="T13" fmla="*/ 15 h 101"/>
              <a:gd name="T14" fmla="*/ 1857 w 2185"/>
              <a:gd name="T15" fmla="*/ 37 h 101"/>
              <a:gd name="T16" fmla="*/ 1819 w 2185"/>
              <a:gd name="T17" fmla="*/ 56 h 101"/>
              <a:gd name="T18" fmla="*/ 1774 w 2185"/>
              <a:gd name="T19" fmla="*/ 75 h 101"/>
              <a:gd name="T20" fmla="*/ 1727 w 2185"/>
              <a:gd name="T21" fmla="*/ 59 h 101"/>
              <a:gd name="T22" fmla="*/ 1683 w 2185"/>
              <a:gd name="T23" fmla="*/ 43 h 101"/>
              <a:gd name="T24" fmla="*/ 1633 w 2185"/>
              <a:gd name="T25" fmla="*/ 34 h 101"/>
              <a:gd name="T26" fmla="*/ 1589 w 2185"/>
              <a:gd name="T27" fmla="*/ 28 h 101"/>
              <a:gd name="T28" fmla="*/ 1542 w 2185"/>
              <a:gd name="T29" fmla="*/ 25 h 101"/>
              <a:gd name="T30" fmla="*/ 1501 w 2185"/>
              <a:gd name="T31" fmla="*/ 34 h 101"/>
              <a:gd name="T32" fmla="*/ 1456 w 2185"/>
              <a:gd name="T33" fmla="*/ 56 h 101"/>
              <a:gd name="T34" fmla="*/ 1412 w 2185"/>
              <a:gd name="T35" fmla="*/ 43 h 101"/>
              <a:gd name="T36" fmla="*/ 1368 w 2185"/>
              <a:gd name="T37" fmla="*/ 25 h 101"/>
              <a:gd name="T38" fmla="*/ 1321 w 2185"/>
              <a:gd name="T39" fmla="*/ 15 h 101"/>
              <a:gd name="T40" fmla="*/ 1277 w 2185"/>
              <a:gd name="T41" fmla="*/ 12 h 101"/>
              <a:gd name="T42" fmla="*/ 1233 w 2185"/>
              <a:gd name="T43" fmla="*/ 43 h 101"/>
              <a:gd name="T44" fmla="*/ 1189 w 2185"/>
              <a:gd name="T45" fmla="*/ 56 h 101"/>
              <a:gd name="T46" fmla="*/ 1139 w 2185"/>
              <a:gd name="T47" fmla="*/ 65 h 101"/>
              <a:gd name="T48" fmla="*/ 1094 w 2185"/>
              <a:gd name="T49" fmla="*/ 68 h 101"/>
              <a:gd name="T50" fmla="*/ 1047 w 2185"/>
              <a:gd name="T51" fmla="*/ 37 h 101"/>
              <a:gd name="T52" fmla="*/ 1000 w 2185"/>
              <a:gd name="T53" fmla="*/ 21 h 101"/>
              <a:gd name="T54" fmla="*/ 953 w 2185"/>
              <a:gd name="T55" fmla="*/ 40 h 101"/>
              <a:gd name="T56" fmla="*/ 906 w 2185"/>
              <a:gd name="T57" fmla="*/ 59 h 101"/>
              <a:gd name="T58" fmla="*/ 862 w 2185"/>
              <a:gd name="T59" fmla="*/ 34 h 101"/>
              <a:gd name="T60" fmla="*/ 818 w 2185"/>
              <a:gd name="T61" fmla="*/ 9 h 101"/>
              <a:gd name="T62" fmla="*/ 774 w 2185"/>
              <a:gd name="T63" fmla="*/ 12 h 101"/>
              <a:gd name="T64" fmla="*/ 729 w 2185"/>
              <a:gd name="T65" fmla="*/ 15 h 101"/>
              <a:gd name="T66" fmla="*/ 685 w 2185"/>
              <a:gd name="T67" fmla="*/ 18 h 101"/>
              <a:gd name="T68" fmla="*/ 641 w 2185"/>
              <a:gd name="T69" fmla="*/ 37 h 101"/>
              <a:gd name="T70" fmla="*/ 594 w 2185"/>
              <a:gd name="T71" fmla="*/ 59 h 101"/>
              <a:gd name="T72" fmla="*/ 550 w 2185"/>
              <a:gd name="T73" fmla="*/ 59 h 101"/>
              <a:gd name="T74" fmla="*/ 500 w 2185"/>
              <a:gd name="T75" fmla="*/ 40 h 101"/>
              <a:gd name="T76" fmla="*/ 459 w 2185"/>
              <a:gd name="T77" fmla="*/ 28 h 101"/>
              <a:gd name="T78" fmla="*/ 465 w 2185"/>
              <a:gd name="T79" fmla="*/ 62 h 101"/>
              <a:gd name="T80" fmla="*/ 482 w 2185"/>
              <a:gd name="T81" fmla="*/ 93 h 101"/>
              <a:gd name="T82" fmla="*/ 438 w 2185"/>
              <a:gd name="T83" fmla="*/ 56 h 101"/>
              <a:gd name="T84" fmla="*/ 391 w 2185"/>
              <a:gd name="T85" fmla="*/ 34 h 101"/>
              <a:gd name="T86" fmla="*/ 347 w 2185"/>
              <a:gd name="T87" fmla="*/ 31 h 101"/>
              <a:gd name="T88" fmla="*/ 300 w 2185"/>
              <a:gd name="T89" fmla="*/ 34 h 101"/>
              <a:gd name="T90" fmla="*/ 250 w 2185"/>
              <a:gd name="T91" fmla="*/ 40 h 101"/>
              <a:gd name="T92" fmla="*/ 220 w 2185"/>
              <a:gd name="T93" fmla="*/ 75 h 101"/>
              <a:gd name="T94" fmla="*/ 176 w 2185"/>
              <a:gd name="T95" fmla="*/ 81 h 101"/>
              <a:gd name="T96" fmla="*/ 132 w 2185"/>
              <a:gd name="T97" fmla="*/ 68 h 101"/>
              <a:gd name="T98" fmla="*/ 88 w 2185"/>
              <a:gd name="T99" fmla="*/ 53 h 101"/>
              <a:gd name="T100" fmla="*/ 44 w 2185"/>
              <a:gd name="T101" fmla="*/ 31 h 101"/>
              <a:gd name="T102" fmla="*/ 0 w 2185"/>
              <a:gd name="T103" fmla="*/ 1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85" h="101">
                <a:moveTo>
                  <a:pt x="2184" y="7"/>
                </a:moveTo>
                <a:lnTo>
                  <a:pt x="2178" y="1"/>
                </a:lnTo>
                <a:lnTo>
                  <a:pt x="2184" y="0"/>
                </a:lnTo>
                <a:lnTo>
                  <a:pt x="2183" y="3"/>
                </a:lnTo>
                <a:lnTo>
                  <a:pt x="2178" y="3"/>
                </a:lnTo>
                <a:lnTo>
                  <a:pt x="2160" y="12"/>
                </a:lnTo>
                <a:lnTo>
                  <a:pt x="2148" y="21"/>
                </a:lnTo>
                <a:lnTo>
                  <a:pt x="2139" y="31"/>
                </a:lnTo>
                <a:lnTo>
                  <a:pt x="2131" y="31"/>
                </a:lnTo>
                <a:lnTo>
                  <a:pt x="2122" y="34"/>
                </a:lnTo>
                <a:lnTo>
                  <a:pt x="2113" y="34"/>
                </a:lnTo>
                <a:lnTo>
                  <a:pt x="2104" y="34"/>
                </a:lnTo>
                <a:lnTo>
                  <a:pt x="2095" y="34"/>
                </a:lnTo>
                <a:lnTo>
                  <a:pt x="2086" y="34"/>
                </a:lnTo>
                <a:lnTo>
                  <a:pt x="2078" y="34"/>
                </a:lnTo>
                <a:lnTo>
                  <a:pt x="2069" y="40"/>
                </a:lnTo>
                <a:lnTo>
                  <a:pt x="2063" y="50"/>
                </a:lnTo>
                <a:lnTo>
                  <a:pt x="2057" y="59"/>
                </a:lnTo>
                <a:lnTo>
                  <a:pt x="2048" y="62"/>
                </a:lnTo>
                <a:lnTo>
                  <a:pt x="2039" y="62"/>
                </a:lnTo>
                <a:lnTo>
                  <a:pt x="2030" y="56"/>
                </a:lnTo>
                <a:lnTo>
                  <a:pt x="2019" y="50"/>
                </a:lnTo>
                <a:lnTo>
                  <a:pt x="2010" y="50"/>
                </a:lnTo>
                <a:lnTo>
                  <a:pt x="2001" y="46"/>
                </a:lnTo>
                <a:lnTo>
                  <a:pt x="1992" y="40"/>
                </a:lnTo>
                <a:lnTo>
                  <a:pt x="1983" y="37"/>
                </a:lnTo>
                <a:lnTo>
                  <a:pt x="1972" y="37"/>
                </a:lnTo>
                <a:lnTo>
                  <a:pt x="1963" y="34"/>
                </a:lnTo>
                <a:lnTo>
                  <a:pt x="1954" y="31"/>
                </a:lnTo>
                <a:lnTo>
                  <a:pt x="1945" y="28"/>
                </a:lnTo>
                <a:lnTo>
                  <a:pt x="1936" y="28"/>
                </a:lnTo>
                <a:lnTo>
                  <a:pt x="1927" y="25"/>
                </a:lnTo>
                <a:lnTo>
                  <a:pt x="1919" y="21"/>
                </a:lnTo>
                <a:lnTo>
                  <a:pt x="1910" y="18"/>
                </a:lnTo>
                <a:lnTo>
                  <a:pt x="1901" y="15"/>
                </a:lnTo>
                <a:lnTo>
                  <a:pt x="1898" y="25"/>
                </a:lnTo>
                <a:lnTo>
                  <a:pt x="1886" y="28"/>
                </a:lnTo>
                <a:lnTo>
                  <a:pt x="1874" y="28"/>
                </a:lnTo>
                <a:lnTo>
                  <a:pt x="1866" y="31"/>
                </a:lnTo>
                <a:lnTo>
                  <a:pt x="1857" y="37"/>
                </a:lnTo>
                <a:lnTo>
                  <a:pt x="1854" y="46"/>
                </a:lnTo>
                <a:lnTo>
                  <a:pt x="1845" y="50"/>
                </a:lnTo>
                <a:lnTo>
                  <a:pt x="1836" y="50"/>
                </a:lnTo>
                <a:lnTo>
                  <a:pt x="1827" y="50"/>
                </a:lnTo>
                <a:lnTo>
                  <a:pt x="1819" y="56"/>
                </a:lnTo>
                <a:lnTo>
                  <a:pt x="1810" y="59"/>
                </a:lnTo>
                <a:lnTo>
                  <a:pt x="1801" y="62"/>
                </a:lnTo>
                <a:lnTo>
                  <a:pt x="1792" y="65"/>
                </a:lnTo>
                <a:lnTo>
                  <a:pt x="1783" y="71"/>
                </a:lnTo>
                <a:lnTo>
                  <a:pt x="1774" y="75"/>
                </a:lnTo>
                <a:lnTo>
                  <a:pt x="1766" y="75"/>
                </a:lnTo>
                <a:lnTo>
                  <a:pt x="1757" y="71"/>
                </a:lnTo>
                <a:lnTo>
                  <a:pt x="1748" y="65"/>
                </a:lnTo>
                <a:lnTo>
                  <a:pt x="1736" y="62"/>
                </a:lnTo>
                <a:lnTo>
                  <a:pt x="1727" y="59"/>
                </a:lnTo>
                <a:lnTo>
                  <a:pt x="1718" y="56"/>
                </a:lnTo>
                <a:lnTo>
                  <a:pt x="1710" y="53"/>
                </a:lnTo>
                <a:lnTo>
                  <a:pt x="1701" y="53"/>
                </a:lnTo>
                <a:lnTo>
                  <a:pt x="1692" y="46"/>
                </a:lnTo>
                <a:lnTo>
                  <a:pt x="1683" y="43"/>
                </a:lnTo>
                <a:lnTo>
                  <a:pt x="1674" y="43"/>
                </a:lnTo>
                <a:lnTo>
                  <a:pt x="1665" y="40"/>
                </a:lnTo>
                <a:lnTo>
                  <a:pt x="1657" y="40"/>
                </a:lnTo>
                <a:lnTo>
                  <a:pt x="1645" y="37"/>
                </a:lnTo>
                <a:lnTo>
                  <a:pt x="1633" y="34"/>
                </a:lnTo>
                <a:lnTo>
                  <a:pt x="1624" y="31"/>
                </a:lnTo>
                <a:lnTo>
                  <a:pt x="1615" y="28"/>
                </a:lnTo>
                <a:lnTo>
                  <a:pt x="1607" y="28"/>
                </a:lnTo>
                <a:lnTo>
                  <a:pt x="1598" y="28"/>
                </a:lnTo>
                <a:lnTo>
                  <a:pt x="1589" y="28"/>
                </a:lnTo>
                <a:lnTo>
                  <a:pt x="1580" y="28"/>
                </a:lnTo>
                <a:lnTo>
                  <a:pt x="1571" y="28"/>
                </a:lnTo>
                <a:lnTo>
                  <a:pt x="1562" y="28"/>
                </a:lnTo>
                <a:lnTo>
                  <a:pt x="1551" y="28"/>
                </a:lnTo>
                <a:lnTo>
                  <a:pt x="1542" y="25"/>
                </a:lnTo>
                <a:lnTo>
                  <a:pt x="1533" y="18"/>
                </a:lnTo>
                <a:lnTo>
                  <a:pt x="1524" y="18"/>
                </a:lnTo>
                <a:lnTo>
                  <a:pt x="1515" y="18"/>
                </a:lnTo>
                <a:lnTo>
                  <a:pt x="1509" y="28"/>
                </a:lnTo>
                <a:lnTo>
                  <a:pt x="1501" y="34"/>
                </a:lnTo>
                <a:lnTo>
                  <a:pt x="1492" y="37"/>
                </a:lnTo>
                <a:lnTo>
                  <a:pt x="1483" y="46"/>
                </a:lnTo>
                <a:lnTo>
                  <a:pt x="1474" y="50"/>
                </a:lnTo>
                <a:lnTo>
                  <a:pt x="1465" y="53"/>
                </a:lnTo>
                <a:lnTo>
                  <a:pt x="1456" y="56"/>
                </a:lnTo>
                <a:lnTo>
                  <a:pt x="1448" y="56"/>
                </a:lnTo>
                <a:lnTo>
                  <a:pt x="1439" y="53"/>
                </a:lnTo>
                <a:lnTo>
                  <a:pt x="1430" y="46"/>
                </a:lnTo>
                <a:lnTo>
                  <a:pt x="1421" y="43"/>
                </a:lnTo>
                <a:lnTo>
                  <a:pt x="1412" y="43"/>
                </a:lnTo>
                <a:lnTo>
                  <a:pt x="1404" y="40"/>
                </a:lnTo>
                <a:lnTo>
                  <a:pt x="1395" y="37"/>
                </a:lnTo>
                <a:lnTo>
                  <a:pt x="1386" y="31"/>
                </a:lnTo>
                <a:lnTo>
                  <a:pt x="1377" y="31"/>
                </a:lnTo>
                <a:lnTo>
                  <a:pt x="1368" y="25"/>
                </a:lnTo>
                <a:lnTo>
                  <a:pt x="1359" y="21"/>
                </a:lnTo>
                <a:lnTo>
                  <a:pt x="1351" y="21"/>
                </a:lnTo>
                <a:lnTo>
                  <a:pt x="1342" y="18"/>
                </a:lnTo>
                <a:lnTo>
                  <a:pt x="1333" y="18"/>
                </a:lnTo>
                <a:lnTo>
                  <a:pt x="1321" y="15"/>
                </a:lnTo>
                <a:lnTo>
                  <a:pt x="1312" y="12"/>
                </a:lnTo>
                <a:lnTo>
                  <a:pt x="1303" y="12"/>
                </a:lnTo>
                <a:lnTo>
                  <a:pt x="1295" y="12"/>
                </a:lnTo>
                <a:lnTo>
                  <a:pt x="1286" y="12"/>
                </a:lnTo>
                <a:lnTo>
                  <a:pt x="1277" y="12"/>
                </a:lnTo>
                <a:lnTo>
                  <a:pt x="1268" y="15"/>
                </a:lnTo>
                <a:lnTo>
                  <a:pt x="1259" y="21"/>
                </a:lnTo>
                <a:lnTo>
                  <a:pt x="1250" y="31"/>
                </a:lnTo>
                <a:lnTo>
                  <a:pt x="1242" y="37"/>
                </a:lnTo>
                <a:lnTo>
                  <a:pt x="1233" y="43"/>
                </a:lnTo>
                <a:lnTo>
                  <a:pt x="1224" y="50"/>
                </a:lnTo>
                <a:lnTo>
                  <a:pt x="1215" y="53"/>
                </a:lnTo>
                <a:lnTo>
                  <a:pt x="1206" y="53"/>
                </a:lnTo>
                <a:lnTo>
                  <a:pt x="1197" y="53"/>
                </a:lnTo>
                <a:lnTo>
                  <a:pt x="1189" y="56"/>
                </a:lnTo>
                <a:lnTo>
                  <a:pt x="1177" y="56"/>
                </a:lnTo>
                <a:lnTo>
                  <a:pt x="1168" y="59"/>
                </a:lnTo>
                <a:lnTo>
                  <a:pt x="1156" y="62"/>
                </a:lnTo>
                <a:lnTo>
                  <a:pt x="1147" y="65"/>
                </a:lnTo>
                <a:lnTo>
                  <a:pt x="1139" y="65"/>
                </a:lnTo>
                <a:lnTo>
                  <a:pt x="1130" y="68"/>
                </a:lnTo>
                <a:lnTo>
                  <a:pt x="1121" y="68"/>
                </a:lnTo>
                <a:lnTo>
                  <a:pt x="1112" y="68"/>
                </a:lnTo>
                <a:lnTo>
                  <a:pt x="1103" y="68"/>
                </a:lnTo>
                <a:lnTo>
                  <a:pt x="1094" y="68"/>
                </a:lnTo>
                <a:lnTo>
                  <a:pt x="1086" y="65"/>
                </a:lnTo>
                <a:lnTo>
                  <a:pt x="1080" y="56"/>
                </a:lnTo>
                <a:lnTo>
                  <a:pt x="1068" y="46"/>
                </a:lnTo>
                <a:lnTo>
                  <a:pt x="1059" y="43"/>
                </a:lnTo>
                <a:lnTo>
                  <a:pt x="1047" y="37"/>
                </a:lnTo>
                <a:lnTo>
                  <a:pt x="1039" y="31"/>
                </a:lnTo>
                <a:lnTo>
                  <a:pt x="1027" y="31"/>
                </a:lnTo>
                <a:lnTo>
                  <a:pt x="1018" y="28"/>
                </a:lnTo>
                <a:lnTo>
                  <a:pt x="1009" y="21"/>
                </a:lnTo>
                <a:lnTo>
                  <a:pt x="1000" y="21"/>
                </a:lnTo>
                <a:lnTo>
                  <a:pt x="991" y="18"/>
                </a:lnTo>
                <a:lnTo>
                  <a:pt x="980" y="25"/>
                </a:lnTo>
                <a:lnTo>
                  <a:pt x="971" y="31"/>
                </a:lnTo>
                <a:lnTo>
                  <a:pt x="962" y="37"/>
                </a:lnTo>
                <a:lnTo>
                  <a:pt x="953" y="40"/>
                </a:lnTo>
                <a:lnTo>
                  <a:pt x="944" y="43"/>
                </a:lnTo>
                <a:lnTo>
                  <a:pt x="933" y="50"/>
                </a:lnTo>
                <a:lnTo>
                  <a:pt x="924" y="53"/>
                </a:lnTo>
                <a:lnTo>
                  <a:pt x="915" y="59"/>
                </a:lnTo>
                <a:lnTo>
                  <a:pt x="906" y="59"/>
                </a:lnTo>
                <a:lnTo>
                  <a:pt x="897" y="59"/>
                </a:lnTo>
                <a:lnTo>
                  <a:pt x="885" y="56"/>
                </a:lnTo>
                <a:lnTo>
                  <a:pt x="880" y="46"/>
                </a:lnTo>
                <a:lnTo>
                  <a:pt x="871" y="40"/>
                </a:lnTo>
                <a:lnTo>
                  <a:pt x="862" y="34"/>
                </a:lnTo>
                <a:lnTo>
                  <a:pt x="853" y="25"/>
                </a:lnTo>
                <a:lnTo>
                  <a:pt x="844" y="18"/>
                </a:lnTo>
                <a:lnTo>
                  <a:pt x="835" y="12"/>
                </a:lnTo>
                <a:lnTo>
                  <a:pt x="827" y="9"/>
                </a:lnTo>
                <a:lnTo>
                  <a:pt x="818" y="9"/>
                </a:lnTo>
                <a:lnTo>
                  <a:pt x="809" y="9"/>
                </a:lnTo>
                <a:lnTo>
                  <a:pt x="800" y="12"/>
                </a:lnTo>
                <a:lnTo>
                  <a:pt x="791" y="12"/>
                </a:lnTo>
                <a:lnTo>
                  <a:pt x="782" y="12"/>
                </a:lnTo>
                <a:lnTo>
                  <a:pt x="774" y="12"/>
                </a:lnTo>
                <a:lnTo>
                  <a:pt x="765" y="12"/>
                </a:lnTo>
                <a:lnTo>
                  <a:pt x="756" y="15"/>
                </a:lnTo>
                <a:lnTo>
                  <a:pt x="747" y="15"/>
                </a:lnTo>
                <a:lnTo>
                  <a:pt x="738" y="15"/>
                </a:lnTo>
                <a:lnTo>
                  <a:pt x="729" y="15"/>
                </a:lnTo>
                <a:lnTo>
                  <a:pt x="721" y="18"/>
                </a:lnTo>
                <a:lnTo>
                  <a:pt x="712" y="18"/>
                </a:lnTo>
                <a:lnTo>
                  <a:pt x="703" y="18"/>
                </a:lnTo>
                <a:lnTo>
                  <a:pt x="694" y="18"/>
                </a:lnTo>
                <a:lnTo>
                  <a:pt x="685" y="18"/>
                </a:lnTo>
                <a:lnTo>
                  <a:pt x="676" y="18"/>
                </a:lnTo>
                <a:lnTo>
                  <a:pt x="668" y="21"/>
                </a:lnTo>
                <a:lnTo>
                  <a:pt x="659" y="28"/>
                </a:lnTo>
                <a:lnTo>
                  <a:pt x="650" y="31"/>
                </a:lnTo>
                <a:lnTo>
                  <a:pt x="641" y="37"/>
                </a:lnTo>
                <a:lnTo>
                  <a:pt x="632" y="40"/>
                </a:lnTo>
                <a:lnTo>
                  <a:pt x="624" y="50"/>
                </a:lnTo>
                <a:lnTo>
                  <a:pt x="615" y="53"/>
                </a:lnTo>
                <a:lnTo>
                  <a:pt x="606" y="56"/>
                </a:lnTo>
                <a:lnTo>
                  <a:pt x="594" y="59"/>
                </a:lnTo>
                <a:lnTo>
                  <a:pt x="585" y="62"/>
                </a:lnTo>
                <a:lnTo>
                  <a:pt x="576" y="65"/>
                </a:lnTo>
                <a:lnTo>
                  <a:pt x="568" y="65"/>
                </a:lnTo>
                <a:lnTo>
                  <a:pt x="559" y="65"/>
                </a:lnTo>
                <a:lnTo>
                  <a:pt x="550" y="59"/>
                </a:lnTo>
                <a:lnTo>
                  <a:pt x="541" y="53"/>
                </a:lnTo>
                <a:lnTo>
                  <a:pt x="532" y="50"/>
                </a:lnTo>
                <a:lnTo>
                  <a:pt x="523" y="43"/>
                </a:lnTo>
                <a:lnTo>
                  <a:pt x="512" y="43"/>
                </a:lnTo>
                <a:lnTo>
                  <a:pt x="500" y="40"/>
                </a:lnTo>
                <a:lnTo>
                  <a:pt x="497" y="31"/>
                </a:lnTo>
                <a:lnTo>
                  <a:pt x="488" y="28"/>
                </a:lnTo>
                <a:lnTo>
                  <a:pt x="479" y="28"/>
                </a:lnTo>
                <a:lnTo>
                  <a:pt x="468" y="28"/>
                </a:lnTo>
                <a:lnTo>
                  <a:pt x="459" y="28"/>
                </a:lnTo>
                <a:lnTo>
                  <a:pt x="450" y="28"/>
                </a:lnTo>
                <a:lnTo>
                  <a:pt x="450" y="37"/>
                </a:lnTo>
                <a:lnTo>
                  <a:pt x="450" y="46"/>
                </a:lnTo>
                <a:lnTo>
                  <a:pt x="459" y="53"/>
                </a:lnTo>
                <a:lnTo>
                  <a:pt x="465" y="62"/>
                </a:lnTo>
                <a:lnTo>
                  <a:pt x="473" y="71"/>
                </a:lnTo>
                <a:lnTo>
                  <a:pt x="479" y="81"/>
                </a:lnTo>
                <a:lnTo>
                  <a:pt x="485" y="90"/>
                </a:lnTo>
                <a:lnTo>
                  <a:pt x="491" y="100"/>
                </a:lnTo>
                <a:lnTo>
                  <a:pt x="482" y="93"/>
                </a:lnTo>
                <a:lnTo>
                  <a:pt x="473" y="84"/>
                </a:lnTo>
                <a:lnTo>
                  <a:pt x="465" y="78"/>
                </a:lnTo>
                <a:lnTo>
                  <a:pt x="456" y="71"/>
                </a:lnTo>
                <a:lnTo>
                  <a:pt x="447" y="65"/>
                </a:lnTo>
                <a:lnTo>
                  <a:pt x="438" y="56"/>
                </a:lnTo>
                <a:lnTo>
                  <a:pt x="429" y="46"/>
                </a:lnTo>
                <a:lnTo>
                  <a:pt x="420" y="40"/>
                </a:lnTo>
                <a:lnTo>
                  <a:pt x="412" y="37"/>
                </a:lnTo>
                <a:lnTo>
                  <a:pt x="400" y="34"/>
                </a:lnTo>
                <a:lnTo>
                  <a:pt x="391" y="34"/>
                </a:lnTo>
                <a:lnTo>
                  <a:pt x="382" y="34"/>
                </a:lnTo>
                <a:lnTo>
                  <a:pt x="373" y="34"/>
                </a:lnTo>
                <a:lnTo>
                  <a:pt x="364" y="31"/>
                </a:lnTo>
                <a:lnTo>
                  <a:pt x="356" y="31"/>
                </a:lnTo>
                <a:lnTo>
                  <a:pt x="347" y="31"/>
                </a:lnTo>
                <a:lnTo>
                  <a:pt x="338" y="31"/>
                </a:lnTo>
                <a:lnTo>
                  <a:pt x="326" y="31"/>
                </a:lnTo>
                <a:lnTo>
                  <a:pt x="317" y="31"/>
                </a:lnTo>
                <a:lnTo>
                  <a:pt x="309" y="34"/>
                </a:lnTo>
                <a:lnTo>
                  <a:pt x="300" y="34"/>
                </a:lnTo>
                <a:lnTo>
                  <a:pt x="288" y="34"/>
                </a:lnTo>
                <a:lnTo>
                  <a:pt x="276" y="34"/>
                </a:lnTo>
                <a:lnTo>
                  <a:pt x="267" y="34"/>
                </a:lnTo>
                <a:lnTo>
                  <a:pt x="259" y="34"/>
                </a:lnTo>
                <a:lnTo>
                  <a:pt x="250" y="40"/>
                </a:lnTo>
                <a:lnTo>
                  <a:pt x="241" y="43"/>
                </a:lnTo>
                <a:lnTo>
                  <a:pt x="238" y="53"/>
                </a:lnTo>
                <a:lnTo>
                  <a:pt x="238" y="62"/>
                </a:lnTo>
                <a:lnTo>
                  <a:pt x="229" y="71"/>
                </a:lnTo>
                <a:lnTo>
                  <a:pt x="220" y="75"/>
                </a:lnTo>
                <a:lnTo>
                  <a:pt x="211" y="75"/>
                </a:lnTo>
                <a:lnTo>
                  <a:pt x="203" y="75"/>
                </a:lnTo>
                <a:lnTo>
                  <a:pt x="194" y="75"/>
                </a:lnTo>
                <a:lnTo>
                  <a:pt x="185" y="78"/>
                </a:lnTo>
                <a:lnTo>
                  <a:pt x="176" y="81"/>
                </a:lnTo>
                <a:lnTo>
                  <a:pt x="164" y="81"/>
                </a:lnTo>
                <a:lnTo>
                  <a:pt x="156" y="81"/>
                </a:lnTo>
                <a:lnTo>
                  <a:pt x="147" y="81"/>
                </a:lnTo>
                <a:lnTo>
                  <a:pt x="138" y="78"/>
                </a:lnTo>
                <a:lnTo>
                  <a:pt x="132" y="68"/>
                </a:lnTo>
                <a:lnTo>
                  <a:pt x="123" y="65"/>
                </a:lnTo>
                <a:lnTo>
                  <a:pt x="114" y="59"/>
                </a:lnTo>
                <a:lnTo>
                  <a:pt x="105" y="56"/>
                </a:lnTo>
                <a:lnTo>
                  <a:pt x="97" y="53"/>
                </a:lnTo>
                <a:lnTo>
                  <a:pt x="88" y="53"/>
                </a:lnTo>
                <a:lnTo>
                  <a:pt x="79" y="50"/>
                </a:lnTo>
                <a:lnTo>
                  <a:pt x="70" y="43"/>
                </a:lnTo>
                <a:lnTo>
                  <a:pt x="61" y="40"/>
                </a:lnTo>
                <a:lnTo>
                  <a:pt x="52" y="34"/>
                </a:lnTo>
                <a:lnTo>
                  <a:pt x="44" y="31"/>
                </a:lnTo>
                <a:lnTo>
                  <a:pt x="35" y="28"/>
                </a:lnTo>
                <a:lnTo>
                  <a:pt x="26" y="21"/>
                </a:lnTo>
                <a:lnTo>
                  <a:pt x="17" y="18"/>
                </a:lnTo>
                <a:lnTo>
                  <a:pt x="5" y="3"/>
                </a:lnTo>
                <a:lnTo>
                  <a:pt x="0" y="12"/>
                </a:lnTo>
                <a:lnTo>
                  <a:pt x="3" y="1"/>
                </a:lnTo>
                <a:lnTo>
                  <a:pt x="3" y="1"/>
                </a:lnTo>
                <a:lnTo>
                  <a:pt x="5" y="4"/>
                </a:lnTo>
                <a:lnTo>
                  <a:pt x="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Freeform 16">
            <a:extLst>
              <a:ext uri="{FF2B5EF4-FFF2-40B4-BE49-F238E27FC236}">
                <a16:creationId xmlns:a16="http://schemas.microsoft.com/office/drawing/2014/main" id="{B31F759E-46E6-2179-5F11-1FE793CA61CB}"/>
              </a:ext>
            </a:extLst>
          </p:cNvPr>
          <p:cNvSpPr>
            <a:spLocks/>
          </p:cNvSpPr>
          <p:nvPr/>
        </p:nvSpPr>
        <p:spPr bwMode="auto">
          <a:xfrm>
            <a:off x="385763" y="2073275"/>
            <a:ext cx="3468687" cy="133350"/>
          </a:xfrm>
          <a:custGeom>
            <a:avLst/>
            <a:gdLst>
              <a:gd name="T0" fmla="*/ 0 w 2185"/>
              <a:gd name="T1" fmla="*/ 83 h 84"/>
              <a:gd name="T2" fmla="*/ 48 w 2185"/>
              <a:gd name="T3" fmla="*/ 57 h 84"/>
              <a:gd name="T4" fmla="*/ 91 w 2185"/>
              <a:gd name="T5" fmla="*/ 32 h 84"/>
              <a:gd name="T6" fmla="*/ 126 w 2185"/>
              <a:gd name="T7" fmla="*/ 24 h 84"/>
              <a:gd name="T8" fmla="*/ 161 w 2185"/>
              <a:gd name="T9" fmla="*/ 28 h 84"/>
              <a:gd name="T10" fmla="*/ 197 w 2185"/>
              <a:gd name="T11" fmla="*/ 45 h 84"/>
              <a:gd name="T12" fmla="*/ 232 w 2185"/>
              <a:gd name="T13" fmla="*/ 57 h 84"/>
              <a:gd name="T14" fmla="*/ 271 w 2185"/>
              <a:gd name="T15" fmla="*/ 32 h 84"/>
              <a:gd name="T16" fmla="*/ 307 w 2185"/>
              <a:gd name="T17" fmla="*/ 24 h 84"/>
              <a:gd name="T18" fmla="*/ 342 w 2185"/>
              <a:gd name="T19" fmla="*/ 40 h 84"/>
              <a:gd name="T20" fmla="*/ 377 w 2185"/>
              <a:gd name="T21" fmla="*/ 61 h 84"/>
              <a:gd name="T22" fmla="*/ 413 w 2185"/>
              <a:gd name="T23" fmla="*/ 40 h 84"/>
              <a:gd name="T24" fmla="*/ 452 w 2185"/>
              <a:gd name="T25" fmla="*/ 28 h 84"/>
              <a:gd name="T26" fmla="*/ 487 w 2185"/>
              <a:gd name="T27" fmla="*/ 24 h 84"/>
              <a:gd name="T28" fmla="*/ 527 w 2185"/>
              <a:gd name="T29" fmla="*/ 16 h 84"/>
              <a:gd name="T30" fmla="*/ 570 w 2185"/>
              <a:gd name="T31" fmla="*/ 24 h 84"/>
              <a:gd name="T32" fmla="*/ 601 w 2185"/>
              <a:gd name="T33" fmla="*/ 53 h 84"/>
              <a:gd name="T34" fmla="*/ 640 w 2185"/>
              <a:gd name="T35" fmla="*/ 40 h 84"/>
              <a:gd name="T36" fmla="*/ 684 w 2185"/>
              <a:gd name="T37" fmla="*/ 32 h 84"/>
              <a:gd name="T38" fmla="*/ 723 w 2185"/>
              <a:gd name="T39" fmla="*/ 20 h 84"/>
              <a:gd name="T40" fmla="*/ 758 w 2185"/>
              <a:gd name="T41" fmla="*/ 20 h 84"/>
              <a:gd name="T42" fmla="*/ 794 w 2185"/>
              <a:gd name="T43" fmla="*/ 45 h 84"/>
              <a:gd name="T44" fmla="*/ 829 w 2185"/>
              <a:gd name="T45" fmla="*/ 53 h 84"/>
              <a:gd name="T46" fmla="*/ 864 w 2185"/>
              <a:gd name="T47" fmla="*/ 45 h 84"/>
              <a:gd name="T48" fmla="*/ 904 w 2185"/>
              <a:gd name="T49" fmla="*/ 36 h 84"/>
              <a:gd name="T50" fmla="*/ 939 w 2185"/>
              <a:gd name="T51" fmla="*/ 36 h 84"/>
              <a:gd name="T52" fmla="*/ 978 w 2185"/>
              <a:gd name="T53" fmla="*/ 32 h 84"/>
              <a:gd name="T54" fmla="*/ 1013 w 2185"/>
              <a:gd name="T55" fmla="*/ 16 h 84"/>
              <a:gd name="T56" fmla="*/ 1057 w 2185"/>
              <a:gd name="T57" fmla="*/ 16 h 84"/>
              <a:gd name="T58" fmla="*/ 1092 w 2185"/>
              <a:gd name="T59" fmla="*/ 40 h 84"/>
              <a:gd name="T60" fmla="*/ 1127 w 2185"/>
              <a:gd name="T61" fmla="*/ 49 h 84"/>
              <a:gd name="T62" fmla="*/ 1167 w 2185"/>
              <a:gd name="T63" fmla="*/ 32 h 84"/>
              <a:gd name="T64" fmla="*/ 1210 w 2185"/>
              <a:gd name="T65" fmla="*/ 12 h 84"/>
              <a:gd name="T66" fmla="*/ 1249 w 2185"/>
              <a:gd name="T67" fmla="*/ 8 h 84"/>
              <a:gd name="T68" fmla="*/ 1280 w 2185"/>
              <a:gd name="T69" fmla="*/ 16 h 84"/>
              <a:gd name="T70" fmla="*/ 1316 w 2185"/>
              <a:gd name="T71" fmla="*/ 45 h 84"/>
              <a:gd name="T72" fmla="*/ 1351 w 2185"/>
              <a:gd name="T73" fmla="*/ 57 h 84"/>
              <a:gd name="T74" fmla="*/ 1386 w 2185"/>
              <a:gd name="T75" fmla="*/ 32 h 84"/>
              <a:gd name="T76" fmla="*/ 1426 w 2185"/>
              <a:gd name="T77" fmla="*/ 20 h 84"/>
              <a:gd name="T78" fmla="*/ 1461 w 2185"/>
              <a:gd name="T79" fmla="*/ 16 h 84"/>
              <a:gd name="T80" fmla="*/ 1500 w 2185"/>
              <a:gd name="T81" fmla="*/ 12 h 84"/>
              <a:gd name="T82" fmla="*/ 1547 w 2185"/>
              <a:gd name="T83" fmla="*/ 40 h 84"/>
              <a:gd name="T84" fmla="*/ 1583 w 2185"/>
              <a:gd name="T85" fmla="*/ 61 h 84"/>
              <a:gd name="T86" fmla="*/ 1622 w 2185"/>
              <a:gd name="T87" fmla="*/ 49 h 84"/>
              <a:gd name="T88" fmla="*/ 1657 w 2185"/>
              <a:gd name="T89" fmla="*/ 28 h 84"/>
              <a:gd name="T90" fmla="*/ 1697 w 2185"/>
              <a:gd name="T91" fmla="*/ 16 h 84"/>
              <a:gd name="T92" fmla="*/ 1732 w 2185"/>
              <a:gd name="T93" fmla="*/ 8 h 84"/>
              <a:gd name="T94" fmla="*/ 1775 w 2185"/>
              <a:gd name="T95" fmla="*/ 28 h 84"/>
              <a:gd name="T96" fmla="*/ 1811 w 2185"/>
              <a:gd name="T97" fmla="*/ 40 h 84"/>
              <a:gd name="T98" fmla="*/ 1846 w 2185"/>
              <a:gd name="T99" fmla="*/ 28 h 84"/>
              <a:gd name="T100" fmla="*/ 1881 w 2185"/>
              <a:gd name="T101" fmla="*/ 8 h 84"/>
              <a:gd name="T102" fmla="*/ 1920 w 2185"/>
              <a:gd name="T103" fmla="*/ 0 h 84"/>
              <a:gd name="T104" fmla="*/ 1964 w 2185"/>
              <a:gd name="T105" fmla="*/ 8 h 84"/>
              <a:gd name="T106" fmla="*/ 1999 w 2185"/>
              <a:gd name="T107" fmla="*/ 24 h 84"/>
              <a:gd name="T108" fmla="*/ 2038 w 2185"/>
              <a:gd name="T109" fmla="*/ 36 h 84"/>
              <a:gd name="T110" fmla="*/ 2070 w 2185"/>
              <a:gd name="T111" fmla="*/ 16 h 84"/>
              <a:gd name="T112" fmla="*/ 2109 w 2185"/>
              <a:gd name="T113" fmla="*/ 36 h 84"/>
              <a:gd name="T114" fmla="*/ 2140 w 2185"/>
              <a:gd name="T115" fmla="*/ 57 h 84"/>
              <a:gd name="T116" fmla="*/ 2176 w 2185"/>
              <a:gd name="T117" fmla="*/ 69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85" h="84">
                <a:moveTo>
                  <a:pt x="0" y="79"/>
                </a:moveTo>
                <a:lnTo>
                  <a:pt x="0" y="73"/>
                </a:lnTo>
                <a:lnTo>
                  <a:pt x="0" y="83"/>
                </a:lnTo>
                <a:lnTo>
                  <a:pt x="24" y="49"/>
                </a:lnTo>
                <a:lnTo>
                  <a:pt x="36" y="49"/>
                </a:lnTo>
                <a:lnTo>
                  <a:pt x="48" y="57"/>
                </a:lnTo>
                <a:lnTo>
                  <a:pt x="63" y="49"/>
                </a:lnTo>
                <a:lnTo>
                  <a:pt x="79" y="36"/>
                </a:lnTo>
                <a:lnTo>
                  <a:pt x="91" y="32"/>
                </a:lnTo>
                <a:lnTo>
                  <a:pt x="103" y="32"/>
                </a:lnTo>
                <a:lnTo>
                  <a:pt x="114" y="28"/>
                </a:lnTo>
                <a:lnTo>
                  <a:pt x="126" y="24"/>
                </a:lnTo>
                <a:lnTo>
                  <a:pt x="138" y="24"/>
                </a:lnTo>
                <a:lnTo>
                  <a:pt x="150" y="28"/>
                </a:lnTo>
                <a:lnTo>
                  <a:pt x="161" y="28"/>
                </a:lnTo>
                <a:lnTo>
                  <a:pt x="173" y="32"/>
                </a:lnTo>
                <a:lnTo>
                  <a:pt x="185" y="40"/>
                </a:lnTo>
                <a:lnTo>
                  <a:pt x="197" y="45"/>
                </a:lnTo>
                <a:lnTo>
                  <a:pt x="209" y="49"/>
                </a:lnTo>
                <a:lnTo>
                  <a:pt x="220" y="53"/>
                </a:lnTo>
                <a:lnTo>
                  <a:pt x="232" y="57"/>
                </a:lnTo>
                <a:lnTo>
                  <a:pt x="248" y="53"/>
                </a:lnTo>
                <a:lnTo>
                  <a:pt x="264" y="45"/>
                </a:lnTo>
                <a:lnTo>
                  <a:pt x="271" y="32"/>
                </a:lnTo>
                <a:lnTo>
                  <a:pt x="283" y="32"/>
                </a:lnTo>
                <a:lnTo>
                  <a:pt x="295" y="28"/>
                </a:lnTo>
                <a:lnTo>
                  <a:pt x="307" y="24"/>
                </a:lnTo>
                <a:lnTo>
                  <a:pt x="319" y="20"/>
                </a:lnTo>
                <a:lnTo>
                  <a:pt x="330" y="32"/>
                </a:lnTo>
                <a:lnTo>
                  <a:pt x="342" y="40"/>
                </a:lnTo>
                <a:lnTo>
                  <a:pt x="354" y="53"/>
                </a:lnTo>
                <a:lnTo>
                  <a:pt x="366" y="61"/>
                </a:lnTo>
                <a:lnTo>
                  <a:pt x="377" y="61"/>
                </a:lnTo>
                <a:lnTo>
                  <a:pt x="389" y="53"/>
                </a:lnTo>
                <a:lnTo>
                  <a:pt x="401" y="49"/>
                </a:lnTo>
                <a:lnTo>
                  <a:pt x="413" y="40"/>
                </a:lnTo>
                <a:lnTo>
                  <a:pt x="425" y="36"/>
                </a:lnTo>
                <a:lnTo>
                  <a:pt x="436" y="32"/>
                </a:lnTo>
                <a:lnTo>
                  <a:pt x="452" y="28"/>
                </a:lnTo>
                <a:lnTo>
                  <a:pt x="464" y="28"/>
                </a:lnTo>
                <a:lnTo>
                  <a:pt x="476" y="24"/>
                </a:lnTo>
                <a:lnTo>
                  <a:pt x="487" y="24"/>
                </a:lnTo>
                <a:lnTo>
                  <a:pt x="499" y="24"/>
                </a:lnTo>
                <a:lnTo>
                  <a:pt x="511" y="20"/>
                </a:lnTo>
                <a:lnTo>
                  <a:pt x="527" y="16"/>
                </a:lnTo>
                <a:lnTo>
                  <a:pt x="542" y="16"/>
                </a:lnTo>
                <a:lnTo>
                  <a:pt x="558" y="12"/>
                </a:lnTo>
                <a:lnTo>
                  <a:pt x="570" y="24"/>
                </a:lnTo>
                <a:lnTo>
                  <a:pt x="578" y="36"/>
                </a:lnTo>
                <a:lnTo>
                  <a:pt x="585" y="49"/>
                </a:lnTo>
                <a:lnTo>
                  <a:pt x="601" y="53"/>
                </a:lnTo>
                <a:lnTo>
                  <a:pt x="613" y="49"/>
                </a:lnTo>
                <a:lnTo>
                  <a:pt x="629" y="45"/>
                </a:lnTo>
                <a:lnTo>
                  <a:pt x="640" y="40"/>
                </a:lnTo>
                <a:lnTo>
                  <a:pt x="656" y="36"/>
                </a:lnTo>
                <a:lnTo>
                  <a:pt x="672" y="36"/>
                </a:lnTo>
                <a:lnTo>
                  <a:pt x="684" y="32"/>
                </a:lnTo>
                <a:lnTo>
                  <a:pt x="695" y="28"/>
                </a:lnTo>
                <a:lnTo>
                  <a:pt x="711" y="24"/>
                </a:lnTo>
                <a:lnTo>
                  <a:pt x="723" y="20"/>
                </a:lnTo>
                <a:lnTo>
                  <a:pt x="735" y="16"/>
                </a:lnTo>
                <a:lnTo>
                  <a:pt x="746" y="12"/>
                </a:lnTo>
                <a:lnTo>
                  <a:pt x="758" y="20"/>
                </a:lnTo>
                <a:lnTo>
                  <a:pt x="770" y="28"/>
                </a:lnTo>
                <a:lnTo>
                  <a:pt x="782" y="36"/>
                </a:lnTo>
                <a:lnTo>
                  <a:pt x="794" y="45"/>
                </a:lnTo>
                <a:lnTo>
                  <a:pt x="805" y="53"/>
                </a:lnTo>
                <a:lnTo>
                  <a:pt x="817" y="53"/>
                </a:lnTo>
                <a:lnTo>
                  <a:pt x="829" y="53"/>
                </a:lnTo>
                <a:lnTo>
                  <a:pt x="841" y="49"/>
                </a:lnTo>
                <a:lnTo>
                  <a:pt x="852" y="45"/>
                </a:lnTo>
                <a:lnTo>
                  <a:pt x="864" y="45"/>
                </a:lnTo>
                <a:lnTo>
                  <a:pt x="876" y="40"/>
                </a:lnTo>
                <a:lnTo>
                  <a:pt x="892" y="40"/>
                </a:lnTo>
                <a:lnTo>
                  <a:pt x="904" y="36"/>
                </a:lnTo>
                <a:lnTo>
                  <a:pt x="915" y="36"/>
                </a:lnTo>
                <a:lnTo>
                  <a:pt x="927" y="36"/>
                </a:lnTo>
                <a:lnTo>
                  <a:pt x="939" y="36"/>
                </a:lnTo>
                <a:lnTo>
                  <a:pt x="951" y="36"/>
                </a:lnTo>
                <a:lnTo>
                  <a:pt x="962" y="36"/>
                </a:lnTo>
                <a:lnTo>
                  <a:pt x="978" y="32"/>
                </a:lnTo>
                <a:lnTo>
                  <a:pt x="990" y="28"/>
                </a:lnTo>
                <a:lnTo>
                  <a:pt x="1002" y="20"/>
                </a:lnTo>
                <a:lnTo>
                  <a:pt x="1013" y="16"/>
                </a:lnTo>
                <a:lnTo>
                  <a:pt x="1025" y="12"/>
                </a:lnTo>
                <a:lnTo>
                  <a:pt x="1041" y="8"/>
                </a:lnTo>
                <a:lnTo>
                  <a:pt x="1057" y="16"/>
                </a:lnTo>
                <a:lnTo>
                  <a:pt x="1068" y="28"/>
                </a:lnTo>
                <a:lnTo>
                  <a:pt x="1080" y="36"/>
                </a:lnTo>
                <a:lnTo>
                  <a:pt x="1092" y="40"/>
                </a:lnTo>
                <a:lnTo>
                  <a:pt x="1104" y="49"/>
                </a:lnTo>
                <a:lnTo>
                  <a:pt x="1116" y="49"/>
                </a:lnTo>
                <a:lnTo>
                  <a:pt x="1127" y="49"/>
                </a:lnTo>
                <a:lnTo>
                  <a:pt x="1143" y="45"/>
                </a:lnTo>
                <a:lnTo>
                  <a:pt x="1155" y="40"/>
                </a:lnTo>
                <a:lnTo>
                  <a:pt x="1167" y="32"/>
                </a:lnTo>
                <a:lnTo>
                  <a:pt x="1182" y="24"/>
                </a:lnTo>
                <a:lnTo>
                  <a:pt x="1194" y="20"/>
                </a:lnTo>
                <a:lnTo>
                  <a:pt x="1210" y="12"/>
                </a:lnTo>
                <a:lnTo>
                  <a:pt x="1222" y="12"/>
                </a:lnTo>
                <a:lnTo>
                  <a:pt x="1233" y="12"/>
                </a:lnTo>
                <a:lnTo>
                  <a:pt x="1249" y="8"/>
                </a:lnTo>
                <a:lnTo>
                  <a:pt x="1261" y="4"/>
                </a:lnTo>
                <a:lnTo>
                  <a:pt x="1273" y="4"/>
                </a:lnTo>
                <a:lnTo>
                  <a:pt x="1280" y="16"/>
                </a:lnTo>
                <a:lnTo>
                  <a:pt x="1292" y="24"/>
                </a:lnTo>
                <a:lnTo>
                  <a:pt x="1304" y="32"/>
                </a:lnTo>
                <a:lnTo>
                  <a:pt x="1316" y="45"/>
                </a:lnTo>
                <a:lnTo>
                  <a:pt x="1328" y="53"/>
                </a:lnTo>
                <a:lnTo>
                  <a:pt x="1339" y="57"/>
                </a:lnTo>
                <a:lnTo>
                  <a:pt x="1351" y="57"/>
                </a:lnTo>
                <a:lnTo>
                  <a:pt x="1363" y="49"/>
                </a:lnTo>
                <a:lnTo>
                  <a:pt x="1375" y="40"/>
                </a:lnTo>
                <a:lnTo>
                  <a:pt x="1386" y="32"/>
                </a:lnTo>
                <a:lnTo>
                  <a:pt x="1398" y="28"/>
                </a:lnTo>
                <a:lnTo>
                  <a:pt x="1410" y="24"/>
                </a:lnTo>
                <a:lnTo>
                  <a:pt x="1426" y="20"/>
                </a:lnTo>
                <a:lnTo>
                  <a:pt x="1438" y="20"/>
                </a:lnTo>
                <a:lnTo>
                  <a:pt x="1449" y="20"/>
                </a:lnTo>
                <a:lnTo>
                  <a:pt x="1461" y="16"/>
                </a:lnTo>
                <a:lnTo>
                  <a:pt x="1473" y="16"/>
                </a:lnTo>
                <a:lnTo>
                  <a:pt x="1485" y="8"/>
                </a:lnTo>
                <a:lnTo>
                  <a:pt x="1500" y="12"/>
                </a:lnTo>
                <a:lnTo>
                  <a:pt x="1520" y="24"/>
                </a:lnTo>
                <a:lnTo>
                  <a:pt x="1532" y="28"/>
                </a:lnTo>
                <a:lnTo>
                  <a:pt x="1547" y="40"/>
                </a:lnTo>
                <a:lnTo>
                  <a:pt x="1559" y="45"/>
                </a:lnTo>
                <a:lnTo>
                  <a:pt x="1571" y="53"/>
                </a:lnTo>
                <a:lnTo>
                  <a:pt x="1583" y="61"/>
                </a:lnTo>
                <a:lnTo>
                  <a:pt x="1595" y="61"/>
                </a:lnTo>
                <a:lnTo>
                  <a:pt x="1606" y="57"/>
                </a:lnTo>
                <a:lnTo>
                  <a:pt x="1622" y="49"/>
                </a:lnTo>
                <a:lnTo>
                  <a:pt x="1634" y="36"/>
                </a:lnTo>
                <a:lnTo>
                  <a:pt x="1646" y="32"/>
                </a:lnTo>
                <a:lnTo>
                  <a:pt x="1657" y="28"/>
                </a:lnTo>
                <a:lnTo>
                  <a:pt x="1669" y="24"/>
                </a:lnTo>
                <a:lnTo>
                  <a:pt x="1685" y="20"/>
                </a:lnTo>
                <a:lnTo>
                  <a:pt x="1697" y="16"/>
                </a:lnTo>
                <a:lnTo>
                  <a:pt x="1708" y="12"/>
                </a:lnTo>
                <a:lnTo>
                  <a:pt x="1720" y="8"/>
                </a:lnTo>
                <a:lnTo>
                  <a:pt x="1732" y="8"/>
                </a:lnTo>
                <a:lnTo>
                  <a:pt x="1744" y="12"/>
                </a:lnTo>
                <a:lnTo>
                  <a:pt x="1763" y="20"/>
                </a:lnTo>
                <a:lnTo>
                  <a:pt x="1775" y="28"/>
                </a:lnTo>
                <a:lnTo>
                  <a:pt x="1787" y="32"/>
                </a:lnTo>
                <a:lnTo>
                  <a:pt x="1799" y="36"/>
                </a:lnTo>
                <a:lnTo>
                  <a:pt x="1811" y="40"/>
                </a:lnTo>
                <a:lnTo>
                  <a:pt x="1822" y="40"/>
                </a:lnTo>
                <a:lnTo>
                  <a:pt x="1834" y="32"/>
                </a:lnTo>
                <a:lnTo>
                  <a:pt x="1846" y="28"/>
                </a:lnTo>
                <a:lnTo>
                  <a:pt x="1858" y="20"/>
                </a:lnTo>
                <a:lnTo>
                  <a:pt x="1869" y="12"/>
                </a:lnTo>
                <a:lnTo>
                  <a:pt x="1881" y="8"/>
                </a:lnTo>
                <a:lnTo>
                  <a:pt x="1897" y="4"/>
                </a:lnTo>
                <a:lnTo>
                  <a:pt x="1909" y="0"/>
                </a:lnTo>
                <a:lnTo>
                  <a:pt x="1920" y="0"/>
                </a:lnTo>
                <a:lnTo>
                  <a:pt x="1936" y="0"/>
                </a:lnTo>
                <a:lnTo>
                  <a:pt x="1948" y="4"/>
                </a:lnTo>
                <a:lnTo>
                  <a:pt x="1964" y="8"/>
                </a:lnTo>
                <a:lnTo>
                  <a:pt x="1975" y="12"/>
                </a:lnTo>
                <a:lnTo>
                  <a:pt x="1987" y="20"/>
                </a:lnTo>
                <a:lnTo>
                  <a:pt x="1999" y="24"/>
                </a:lnTo>
                <a:lnTo>
                  <a:pt x="2015" y="28"/>
                </a:lnTo>
                <a:lnTo>
                  <a:pt x="2026" y="36"/>
                </a:lnTo>
                <a:lnTo>
                  <a:pt x="2038" y="36"/>
                </a:lnTo>
                <a:lnTo>
                  <a:pt x="2046" y="24"/>
                </a:lnTo>
                <a:lnTo>
                  <a:pt x="2058" y="16"/>
                </a:lnTo>
                <a:lnTo>
                  <a:pt x="2070" y="16"/>
                </a:lnTo>
                <a:lnTo>
                  <a:pt x="2081" y="20"/>
                </a:lnTo>
                <a:lnTo>
                  <a:pt x="2097" y="28"/>
                </a:lnTo>
                <a:lnTo>
                  <a:pt x="2109" y="36"/>
                </a:lnTo>
                <a:lnTo>
                  <a:pt x="2121" y="40"/>
                </a:lnTo>
                <a:lnTo>
                  <a:pt x="2129" y="53"/>
                </a:lnTo>
                <a:lnTo>
                  <a:pt x="2140" y="57"/>
                </a:lnTo>
                <a:lnTo>
                  <a:pt x="2152" y="61"/>
                </a:lnTo>
                <a:lnTo>
                  <a:pt x="2178" y="83"/>
                </a:lnTo>
                <a:lnTo>
                  <a:pt x="2176" y="69"/>
                </a:lnTo>
                <a:lnTo>
                  <a:pt x="2184" y="62"/>
                </a:lnTo>
                <a:lnTo>
                  <a:pt x="2184" y="83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Rectangle 17">
            <a:extLst>
              <a:ext uri="{FF2B5EF4-FFF2-40B4-BE49-F238E27FC236}">
                <a16:creationId xmlns:a16="http://schemas.microsoft.com/office/drawing/2014/main" id="{2D9378AD-7340-1DFC-4F65-6F6F14EFC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6688"/>
            <a:ext cx="66675" cy="209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AutoShape 18">
            <a:extLst>
              <a:ext uri="{FF2B5EF4-FFF2-40B4-BE49-F238E27FC236}">
                <a16:creationId xmlns:a16="http://schemas.microsoft.com/office/drawing/2014/main" id="{487406BC-AE2D-AD6E-74A5-7A4E3DF72CF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33588" y="3116263"/>
            <a:ext cx="2016125" cy="571500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The data-item is treated as if it had a decimal point in the rightmost character position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6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92056C8-6645-A3DC-E63C-EB3AD0949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2830513"/>
            <a:ext cx="35687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CountyPop   PIC 9(6) VALUE 111111.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C974AF3-E5C5-7003-F7FB-EC75561BC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5EBB2454-A700-9298-E306-F28B6A845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85F0EA8B-F05F-EECA-63F8-77D5458AD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5033817C-AD75-7C35-4F05-F14073FED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D4047769-EF85-0FE3-79FD-8F2C7450B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7EDBDD1D-39EA-A2C6-03AB-7C66F729D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A45D35E6-79DC-94FF-33D7-E90BAECE3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3046413"/>
            <a:ext cx="1393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444" name="Group 12">
            <a:extLst>
              <a:ext uri="{FF2B5EF4-FFF2-40B4-BE49-F238E27FC236}">
                <a16:creationId xmlns:a16="http://schemas.microsoft.com/office/drawing/2014/main" id="{A46CFF74-9D87-E69C-A2FC-70A4C5A11464}"/>
              </a:ext>
            </a:extLst>
          </p:cNvPr>
          <p:cNvGrpSpPr>
            <a:grpSpLocks/>
          </p:cNvGrpSpPr>
          <p:nvPr/>
        </p:nvGrpSpPr>
        <p:grpSpPr bwMode="auto">
          <a:xfrm>
            <a:off x="1800225" y="3438525"/>
            <a:ext cx="76200" cy="330200"/>
            <a:chOff x="1134" y="2166"/>
            <a:chExt cx="48" cy="208"/>
          </a:xfrm>
        </p:grpSpPr>
        <p:sp>
          <p:nvSpPr>
            <p:cNvPr id="18442" name="Rectangle 10">
              <a:extLst>
                <a:ext uri="{FF2B5EF4-FFF2-40B4-BE49-F238E27FC236}">
                  <a16:creationId xmlns:a16="http://schemas.microsoft.com/office/drawing/2014/main" id="{CBE37A12-3C45-5F40-CB2B-E1957436F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2213"/>
              <a:ext cx="48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en-US" sz="2400" b="1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8443" name="Line 11">
              <a:extLst>
                <a:ext uri="{FF2B5EF4-FFF2-40B4-BE49-F238E27FC236}">
                  <a16:creationId xmlns:a16="http://schemas.microsoft.com/office/drawing/2014/main" id="{C234DAB2-A1F5-4E1E-FD01-552A401A1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166"/>
              <a:ext cx="0" cy="120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45" name="Rectangle 13">
            <a:extLst>
              <a:ext uri="{FF2B5EF4-FFF2-40B4-BE49-F238E27FC236}">
                <a16:creationId xmlns:a16="http://schemas.microsoft.com/office/drawing/2014/main" id="{BB882C56-D2A2-B897-4C64-33D6B04E6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" y="3044825"/>
            <a:ext cx="238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AE178158-2266-DE27-F0E8-50A1B57D2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82575"/>
            <a:ext cx="3427412" cy="191135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987 TO CountyPop.</a:t>
            </a:r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1235678 TO CountyPop.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24.56 TO GrossPay.</a:t>
            </a:r>
          </a:p>
        </p:txBody>
      </p:sp>
      <p:sp>
        <p:nvSpPr>
          <p:cNvPr id="18447" name="Freeform 15">
            <a:extLst>
              <a:ext uri="{FF2B5EF4-FFF2-40B4-BE49-F238E27FC236}">
                <a16:creationId xmlns:a16="http://schemas.microsoft.com/office/drawing/2014/main" id="{8544E8AF-0DE7-7FE2-A691-170A54D10BBD}"/>
              </a:ext>
            </a:extLst>
          </p:cNvPr>
          <p:cNvSpPr>
            <a:spLocks/>
          </p:cNvSpPr>
          <p:nvPr/>
        </p:nvSpPr>
        <p:spPr bwMode="auto">
          <a:xfrm>
            <a:off x="385763" y="260350"/>
            <a:ext cx="3468687" cy="160338"/>
          </a:xfrm>
          <a:custGeom>
            <a:avLst/>
            <a:gdLst>
              <a:gd name="T0" fmla="*/ 2178 w 2185"/>
              <a:gd name="T1" fmla="*/ 3 h 101"/>
              <a:gd name="T2" fmla="*/ 2122 w 2185"/>
              <a:gd name="T3" fmla="*/ 34 h 101"/>
              <a:gd name="T4" fmla="*/ 2078 w 2185"/>
              <a:gd name="T5" fmla="*/ 34 h 101"/>
              <a:gd name="T6" fmla="*/ 2039 w 2185"/>
              <a:gd name="T7" fmla="*/ 62 h 101"/>
              <a:gd name="T8" fmla="*/ 1992 w 2185"/>
              <a:gd name="T9" fmla="*/ 40 h 101"/>
              <a:gd name="T10" fmla="*/ 1945 w 2185"/>
              <a:gd name="T11" fmla="*/ 28 h 101"/>
              <a:gd name="T12" fmla="*/ 1901 w 2185"/>
              <a:gd name="T13" fmla="*/ 15 h 101"/>
              <a:gd name="T14" fmla="*/ 1857 w 2185"/>
              <a:gd name="T15" fmla="*/ 37 h 101"/>
              <a:gd name="T16" fmla="*/ 1819 w 2185"/>
              <a:gd name="T17" fmla="*/ 56 h 101"/>
              <a:gd name="T18" fmla="*/ 1774 w 2185"/>
              <a:gd name="T19" fmla="*/ 75 h 101"/>
              <a:gd name="T20" fmla="*/ 1727 w 2185"/>
              <a:gd name="T21" fmla="*/ 59 h 101"/>
              <a:gd name="T22" fmla="*/ 1683 w 2185"/>
              <a:gd name="T23" fmla="*/ 43 h 101"/>
              <a:gd name="T24" fmla="*/ 1633 w 2185"/>
              <a:gd name="T25" fmla="*/ 34 h 101"/>
              <a:gd name="T26" fmla="*/ 1589 w 2185"/>
              <a:gd name="T27" fmla="*/ 28 h 101"/>
              <a:gd name="T28" fmla="*/ 1542 w 2185"/>
              <a:gd name="T29" fmla="*/ 25 h 101"/>
              <a:gd name="T30" fmla="*/ 1501 w 2185"/>
              <a:gd name="T31" fmla="*/ 34 h 101"/>
              <a:gd name="T32" fmla="*/ 1456 w 2185"/>
              <a:gd name="T33" fmla="*/ 56 h 101"/>
              <a:gd name="T34" fmla="*/ 1412 w 2185"/>
              <a:gd name="T35" fmla="*/ 43 h 101"/>
              <a:gd name="T36" fmla="*/ 1368 w 2185"/>
              <a:gd name="T37" fmla="*/ 25 h 101"/>
              <a:gd name="T38" fmla="*/ 1321 w 2185"/>
              <a:gd name="T39" fmla="*/ 15 h 101"/>
              <a:gd name="T40" fmla="*/ 1277 w 2185"/>
              <a:gd name="T41" fmla="*/ 12 h 101"/>
              <a:gd name="T42" fmla="*/ 1233 w 2185"/>
              <a:gd name="T43" fmla="*/ 43 h 101"/>
              <a:gd name="T44" fmla="*/ 1189 w 2185"/>
              <a:gd name="T45" fmla="*/ 56 h 101"/>
              <a:gd name="T46" fmla="*/ 1139 w 2185"/>
              <a:gd name="T47" fmla="*/ 65 h 101"/>
              <a:gd name="T48" fmla="*/ 1094 w 2185"/>
              <a:gd name="T49" fmla="*/ 68 h 101"/>
              <a:gd name="T50" fmla="*/ 1047 w 2185"/>
              <a:gd name="T51" fmla="*/ 37 h 101"/>
              <a:gd name="T52" fmla="*/ 1000 w 2185"/>
              <a:gd name="T53" fmla="*/ 21 h 101"/>
              <a:gd name="T54" fmla="*/ 953 w 2185"/>
              <a:gd name="T55" fmla="*/ 40 h 101"/>
              <a:gd name="T56" fmla="*/ 906 w 2185"/>
              <a:gd name="T57" fmla="*/ 59 h 101"/>
              <a:gd name="T58" fmla="*/ 862 w 2185"/>
              <a:gd name="T59" fmla="*/ 34 h 101"/>
              <a:gd name="T60" fmla="*/ 818 w 2185"/>
              <a:gd name="T61" fmla="*/ 9 h 101"/>
              <a:gd name="T62" fmla="*/ 774 w 2185"/>
              <a:gd name="T63" fmla="*/ 12 h 101"/>
              <a:gd name="T64" fmla="*/ 729 w 2185"/>
              <a:gd name="T65" fmla="*/ 15 h 101"/>
              <a:gd name="T66" fmla="*/ 685 w 2185"/>
              <a:gd name="T67" fmla="*/ 18 h 101"/>
              <a:gd name="T68" fmla="*/ 641 w 2185"/>
              <a:gd name="T69" fmla="*/ 37 h 101"/>
              <a:gd name="T70" fmla="*/ 594 w 2185"/>
              <a:gd name="T71" fmla="*/ 59 h 101"/>
              <a:gd name="T72" fmla="*/ 550 w 2185"/>
              <a:gd name="T73" fmla="*/ 59 h 101"/>
              <a:gd name="T74" fmla="*/ 500 w 2185"/>
              <a:gd name="T75" fmla="*/ 40 h 101"/>
              <a:gd name="T76" fmla="*/ 459 w 2185"/>
              <a:gd name="T77" fmla="*/ 28 h 101"/>
              <a:gd name="T78" fmla="*/ 465 w 2185"/>
              <a:gd name="T79" fmla="*/ 62 h 101"/>
              <a:gd name="T80" fmla="*/ 482 w 2185"/>
              <a:gd name="T81" fmla="*/ 93 h 101"/>
              <a:gd name="T82" fmla="*/ 438 w 2185"/>
              <a:gd name="T83" fmla="*/ 56 h 101"/>
              <a:gd name="T84" fmla="*/ 391 w 2185"/>
              <a:gd name="T85" fmla="*/ 34 h 101"/>
              <a:gd name="T86" fmla="*/ 347 w 2185"/>
              <a:gd name="T87" fmla="*/ 31 h 101"/>
              <a:gd name="T88" fmla="*/ 300 w 2185"/>
              <a:gd name="T89" fmla="*/ 34 h 101"/>
              <a:gd name="T90" fmla="*/ 250 w 2185"/>
              <a:gd name="T91" fmla="*/ 40 h 101"/>
              <a:gd name="T92" fmla="*/ 220 w 2185"/>
              <a:gd name="T93" fmla="*/ 75 h 101"/>
              <a:gd name="T94" fmla="*/ 176 w 2185"/>
              <a:gd name="T95" fmla="*/ 81 h 101"/>
              <a:gd name="T96" fmla="*/ 132 w 2185"/>
              <a:gd name="T97" fmla="*/ 68 h 101"/>
              <a:gd name="T98" fmla="*/ 88 w 2185"/>
              <a:gd name="T99" fmla="*/ 53 h 101"/>
              <a:gd name="T100" fmla="*/ 44 w 2185"/>
              <a:gd name="T101" fmla="*/ 31 h 101"/>
              <a:gd name="T102" fmla="*/ 0 w 2185"/>
              <a:gd name="T103" fmla="*/ 1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85" h="101">
                <a:moveTo>
                  <a:pt x="2184" y="7"/>
                </a:moveTo>
                <a:lnTo>
                  <a:pt x="2178" y="1"/>
                </a:lnTo>
                <a:lnTo>
                  <a:pt x="2184" y="0"/>
                </a:lnTo>
                <a:lnTo>
                  <a:pt x="2183" y="3"/>
                </a:lnTo>
                <a:lnTo>
                  <a:pt x="2178" y="3"/>
                </a:lnTo>
                <a:lnTo>
                  <a:pt x="2160" y="12"/>
                </a:lnTo>
                <a:lnTo>
                  <a:pt x="2148" y="21"/>
                </a:lnTo>
                <a:lnTo>
                  <a:pt x="2139" y="31"/>
                </a:lnTo>
                <a:lnTo>
                  <a:pt x="2131" y="31"/>
                </a:lnTo>
                <a:lnTo>
                  <a:pt x="2122" y="34"/>
                </a:lnTo>
                <a:lnTo>
                  <a:pt x="2113" y="34"/>
                </a:lnTo>
                <a:lnTo>
                  <a:pt x="2104" y="34"/>
                </a:lnTo>
                <a:lnTo>
                  <a:pt x="2095" y="34"/>
                </a:lnTo>
                <a:lnTo>
                  <a:pt x="2086" y="34"/>
                </a:lnTo>
                <a:lnTo>
                  <a:pt x="2078" y="34"/>
                </a:lnTo>
                <a:lnTo>
                  <a:pt x="2069" y="40"/>
                </a:lnTo>
                <a:lnTo>
                  <a:pt x="2063" y="50"/>
                </a:lnTo>
                <a:lnTo>
                  <a:pt x="2057" y="59"/>
                </a:lnTo>
                <a:lnTo>
                  <a:pt x="2048" y="62"/>
                </a:lnTo>
                <a:lnTo>
                  <a:pt x="2039" y="62"/>
                </a:lnTo>
                <a:lnTo>
                  <a:pt x="2030" y="56"/>
                </a:lnTo>
                <a:lnTo>
                  <a:pt x="2019" y="50"/>
                </a:lnTo>
                <a:lnTo>
                  <a:pt x="2010" y="50"/>
                </a:lnTo>
                <a:lnTo>
                  <a:pt x="2001" y="46"/>
                </a:lnTo>
                <a:lnTo>
                  <a:pt x="1992" y="40"/>
                </a:lnTo>
                <a:lnTo>
                  <a:pt x="1983" y="37"/>
                </a:lnTo>
                <a:lnTo>
                  <a:pt x="1972" y="37"/>
                </a:lnTo>
                <a:lnTo>
                  <a:pt x="1963" y="34"/>
                </a:lnTo>
                <a:lnTo>
                  <a:pt x="1954" y="31"/>
                </a:lnTo>
                <a:lnTo>
                  <a:pt x="1945" y="28"/>
                </a:lnTo>
                <a:lnTo>
                  <a:pt x="1936" y="28"/>
                </a:lnTo>
                <a:lnTo>
                  <a:pt x="1927" y="25"/>
                </a:lnTo>
                <a:lnTo>
                  <a:pt x="1919" y="21"/>
                </a:lnTo>
                <a:lnTo>
                  <a:pt x="1910" y="18"/>
                </a:lnTo>
                <a:lnTo>
                  <a:pt x="1901" y="15"/>
                </a:lnTo>
                <a:lnTo>
                  <a:pt x="1898" y="25"/>
                </a:lnTo>
                <a:lnTo>
                  <a:pt x="1886" y="28"/>
                </a:lnTo>
                <a:lnTo>
                  <a:pt x="1874" y="28"/>
                </a:lnTo>
                <a:lnTo>
                  <a:pt x="1866" y="31"/>
                </a:lnTo>
                <a:lnTo>
                  <a:pt x="1857" y="37"/>
                </a:lnTo>
                <a:lnTo>
                  <a:pt x="1854" y="46"/>
                </a:lnTo>
                <a:lnTo>
                  <a:pt x="1845" y="50"/>
                </a:lnTo>
                <a:lnTo>
                  <a:pt x="1836" y="50"/>
                </a:lnTo>
                <a:lnTo>
                  <a:pt x="1827" y="50"/>
                </a:lnTo>
                <a:lnTo>
                  <a:pt x="1819" y="56"/>
                </a:lnTo>
                <a:lnTo>
                  <a:pt x="1810" y="59"/>
                </a:lnTo>
                <a:lnTo>
                  <a:pt x="1801" y="62"/>
                </a:lnTo>
                <a:lnTo>
                  <a:pt x="1792" y="65"/>
                </a:lnTo>
                <a:lnTo>
                  <a:pt x="1783" y="71"/>
                </a:lnTo>
                <a:lnTo>
                  <a:pt x="1774" y="75"/>
                </a:lnTo>
                <a:lnTo>
                  <a:pt x="1766" y="75"/>
                </a:lnTo>
                <a:lnTo>
                  <a:pt x="1757" y="71"/>
                </a:lnTo>
                <a:lnTo>
                  <a:pt x="1748" y="65"/>
                </a:lnTo>
                <a:lnTo>
                  <a:pt x="1736" y="62"/>
                </a:lnTo>
                <a:lnTo>
                  <a:pt x="1727" y="59"/>
                </a:lnTo>
                <a:lnTo>
                  <a:pt x="1718" y="56"/>
                </a:lnTo>
                <a:lnTo>
                  <a:pt x="1710" y="53"/>
                </a:lnTo>
                <a:lnTo>
                  <a:pt x="1701" y="53"/>
                </a:lnTo>
                <a:lnTo>
                  <a:pt x="1692" y="46"/>
                </a:lnTo>
                <a:lnTo>
                  <a:pt x="1683" y="43"/>
                </a:lnTo>
                <a:lnTo>
                  <a:pt x="1674" y="43"/>
                </a:lnTo>
                <a:lnTo>
                  <a:pt x="1665" y="40"/>
                </a:lnTo>
                <a:lnTo>
                  <a:pt x="1657" y="40"/>
                </a:lnTo>
                <a:lnTo>
                  <a:pt x="1645" y="37"/>
                </a:lnTo>
                <a:lnTo>
                  <a:pt x="1633" y="34"/>
                </a:lnTo>
                <a:lnTo>
                  <a:pt x="1624" y="31"/>
                </a:lnTo>
                <a:lnTo>
                  <a:pt x="1615" y="28"/>
                </a:lnTo>
                <a:lnTo>
                  <a:pt x="1607" y="28"/>
                </a:lnTo>
                <a:lnTo>
                  <a:pt x="1598" y="28"/>
                </a:lnTo>
                <a:lnTo>
                  <a:pt x="1589" y="28"/>
                </a:lnTo>
                <a:lnTo>
                  <a:pt x="1580" y="28"/>
                </a:lnTo>
                <a:lnTo>
                  <a:pt x="1571" y="28"/>
                </a:lnTo>
                <a:lnTo>
                  <a:pt x="1562" y="28"/>
                </a:lnTo>
                <a:lnTo>
                  <a:pt x="1551" y="28"/>
                </a:lnTo>
                <a:lnTo>
                  <a:pt x="1542" y="25"/>
                </a:lnTo>
                <a:lnTo>
                  <a:pt x="1533" y="18"/>
                </a:lnTo>
                <a:lnTo>
                  <a:pt x="1524" y="18"/>
                </a:lnTo>
                <a:lnTo>
                  <a:pt x="1515" y="18"/>
                </a:lnTo>
                <a:lnTo>
                  <a:pt x="1509" y="28"/>
                </a:lnTo>
                <a:lnTo>
                  <a:pt x="1501" y="34"/>
                </a:lnTo>
                <a:lnTo>
                  <a:pt x="1492" y="37"/>
                </a:lnTo>
                <a:lnTo>
                  <a:pt x="1483" y="46"/>
                </a:lnTo>
                <a:lnTo>
                  <a:pt x="1474" y="50"/>
                </a:lnTo>
                <a:lnTo>
                  <a:pt x="1465" y="53"/>
                </a:lnTo>
                <a:lnTo>
                  <a:pt x="1456" y="56"/>
                </a:lnTo>
                <a:lnTo>
                  <a:pt x="1448" y="56"/>
                </a:lnTo>
                <a:lnTo>
                  <a:pt x="1439" y="53"/>
                </a:lnTo>
                <a:lnTo>
                  <a:pt x="1430" y="46"/>
                </a:lnTo>
                <a:lnTo>
                  <a:pt x="1421" y="43"/>
                </a:lnTo>
                <a:lnTo>
                  <a:pt x="1412" y="43"/>
                </a:lnTo>
                <a:lnTo>
                  <a:pt x="1404" y="40"/>
                </a:lnTo>
                <a:lnTo>
                  <a:pt x="1395" y="37"/>
                </a:lnTo>
                <a:lnTo>
                  <a:pt x="1386" y="31"/>
                </a:lnTo>
                <a:lnTo>
                  <a:pt x="1377" y="31"/>
                </a:lnTo>
                <a:lnTo>
                  <a:pt x="1368" y="25"/>
                </a:lnTo>
                <a:lnTo>
                  <a:pt x="1359" y="21"/>
                </a:lnTo>
                <a:lnTo>
                  <a:pt x="1351" y="21"/>
                </a:lnTo>
                <a:lnTo>
                  <a:pt x="1342" y="18"/>
                </a:lnTo>
                <a:lnTo>
                  <a:pt x="1333" y="18"/>
                </a:lnTo>
                <a:lnTo>
                  <a:pt x="1321" y="15"/>
                </a:lnTo>
                <a:lnTo>
                  <a:pt x="1312" y="12"/>
                </a:lnTo>
                <a:lnTo>
                  <a:pt x="1303" y="12"/>
                </a:lnTo>
                <a:lnTo>
                  <a:pt x="1295" y="12"/>
                </a:lnTo>
                <a:lnTo>
                  <a:pt x="1286" y="12"/>
                </a:lnTo>
                <a:lnTo>
                  <a:pt x="1277" y="12"/>
                </a:lnTo>
                <a:lnTo>
                  <a:pt x="1268" y="15"/>
                </a:lnTo>
                <a:lnTo>
                  <a:pt x="1259" y="21"/>
                </a:lnTo>
                <a:lnTo>
                  <a:pt x="1250" y="31"/>
                </a:lnTo>
                <a:lnTo>
                  <a:pt x="1242" y="37"/>
                </a:lnTo>
                <a:lnTo>
                  <a:pt x="1233" y="43"/>
                </a:lnTo>
                <a:lnTo>
                  <a:pt x="1224" y="50"/>
                </a:lnTo>
                <a:lnTo>
                  <a:pt x="1215" y="53"/>
                </a:lnTo>
                <a:lnTo>
                  <a:pt x="1206" y="53"/>
                </a:lnTo>
                <a:lnTo>
                  <a:pt x="1197" y="53"/>
                </a:lnTo>
                <a:lnTo>
                  <a:pt x="1189" y="56"/>
                </a:lnTo>
                <a:lnTo>
                  <a:pt x="1177" y="56"/>
                </a:lnTo>
                <a:lnTo>
                  <a:pt x="1168" y="59"/>
                </a:lnTo>
                <a:lnTo>
                  <a:pt x="1156" y="62"/>
                </a:lnTo>
                <a:lnTo>
                  <a:pt x="1147" y="65"/>
                </a:lnTo>
                <a:lnTo>
                  <a:pt x="1139" y="65"/>
                </a:lnTo>
                <a:lnTo>
                  <a:pt x="1130" y="68"/>
                </a:lnTo>
                <a:lnTo>
                  <a:pt x="1121" y="68"/>
                </a:lnTo>
                <a:lnTo>
                  <a:pt x="1112" y="68"/>
                </a:lnTo>
                <a:lnTo>
                  <a:pt x="1103" y="68"/>
                </a:lnTo>
                <a:lnTo>
                  <a:pt x="1094" y="68"/>
                </a:lnTo>
                <a:lnTo>
                  <a:pt x="1086" y="65"/>
                </a:lnTo>
                <a:lnTo>
                  <a:pt x="1080" y="56"/>
                </a:lnTo>
                <a:lnTo>
                  <a:pt x="1068" y="46"/>
                </a:lnTo>
                <a:lnTo>
                  <a:pt x="1059" y="43"/>
                </a:lnTo>
                <a:lnTo>
                  <a:pt x="1047" y="37"/>
                </a:lnTo>
                <a:lnTo>
                  <a:pt x="1039" y="31"/>
                </a:lnTo>
                <a:lnTo>
                  <a:pt x="1027" y="31"/>
                </a:lnTo>
                <a:lnTo>
                  <a:pt x="1018" y="28"/>
                </a:lnTo>
                <a:lnTo>
                  <a:pt x="1009" y="21"/>
                </a:lnTo>
                <a:lnTo>
                  <a:pt x="1000" y="21"/>
                </a:lnTo>
                <a:lnTo>
                  <a:pt x="991" y="18"/>
                </a:lnTo>
                <a:lnTo>
                  <a:pt x="980" y="25"/>
                </a:lnTo>
                <a:lnTo>
                  <a:pt x="971" y="31"/>
                </a:lnTo>
                <a:lnTo>
                  <a:pt x="962" y="37"/>
                </a:lnTo>
                <a:lnTo>
                  <a:pt x="953" y="40"/>
                </a:lnTo>
                <a:lnTo>
                  <a:pt x="944" y="43"/>
                </a:lnTo>
                <a:lnTo>
                  <a:pt x="933" y="50"/>
                </a:lnTo>
                <a:lnTo>
                  <a:pt x="924" y="53"/>
                </a:lnTo>
                <a:lnTo>
                  <a:pt x="915" y="59"/>
                </a:lnTo>
                <a:lnTo>
                  <a:pt x="906" y="59"/>
                </a:lnTo>
                <a:lnTo>
                  <a:pt x="897" y="59"/>
                </a:lnTo>
                <a:lnTo>
                  <a:pt x="885" y="56"/>
                </a:lnTo>
                <a:lnTo>
                  <a:pt x="880" y="46"/>
                </a:lnTo>
                <a:lnTo>
                  <a:pt x="871" y="40"/>
                </a:lnTo>
                <a:lnTo>
                  <a:pt x="862" y="34"/>
                </a:lnTo>
                <a:lnTo>
                  <a:pt x="853" y="25"/>
                </a:lnTo>
                <a:lnTo>
                  <a:pt x="844" y="18"/>
                </a:lnTo>
                <a:lnTo>
                  <a:pt x="835" y="12"/>
                </a:lnTo>
                <a:lnTo>
                  <a:pt x="827" y="9"/>
                </a:lnTo>
                <a:lnTo>
                  <a:pt x="818" y="9"/>
                </a:lnTo>
                <a:lnTo>
                  <a:pt x="809" y="9"/>
                </a:lnTo>
                <a:lnTo>
                  <a:pt x="800" y="12"/>
                </a:lnTo>
                <a:lnTo>
                  <a:pt x="791" y="12"/>
                </a:lnTo>
                <a:lnTo>
                  <a:pt x="782" y="12"/>
                </a:lnTo>
                <a:lnTo>
                  <a:pt x="774" y="12"/>
                </a:lnTo>
                <a:lnTo>
                  <a:pt x="765" y="12"/>
                </a:lnTo>
                <a:lnTo>
                  <a:pt x="756" y="15"/>
                </a:lnTo>
                <a:lnTo>
                  <a:pt x="747" y="15"/>
                </a:lnTo>
                <a:lnTo>
                  <a:pt x="738" y="15"/>
                </a:lnTo>
                <a:lnTo>
                  <a:pt x="729" y="15"/>
                </a:lnTo>
                <a:lnTo>
                  <a:pt x="721" y="18"/>
                </a:lnTo>
                <a:lnTo>
                  <a:pt x="712" y="18"/>
                </a:lnTo>
                <a:lnTo>
                  <a:pt x="703" y="18"/>
                </a:lnTo>
                <a:lnTo>
                  <a:pt x="694" y="18"/>
                </a:lnTo>
                <a:lnTo>
                  <a:pt x="685" y="18"/>
                </a:lnTo>
                <a:lnTo>
                  <a:pt x="676" y="18"/>
                </a:lnTo>
                <a:lnTo>
                  <a:pt x="668" y="21"/>
                </a:lnTo>
                <a:lnTo>
                  <a:pt x="659" y="28"/>
                </a:lnTo>
                <a:lnTo>
                  <a:pt x="650" y="31"/>
                </a:lnTo>
                <a:lnTo>
                  <a:pt x="641" y="37"/>
                </a:lnTo>
                <a:lnTo>
                  <a:pt x="632" y="40"/>
                </a:lnTo>
                <a:lnTo>
                  <a:pt x="624" y="50"/>
                </a:lnTo>
                <a:lnTo>
                  <a:pt x="615" y="53"/>
                </a:lnTo>
                <a:lnTo>
                  <a:pt x="606" y="56"/>
                </a:lnTo>
                <a:lnTo>
                  <a:pt x="594" y="59"/>
                </a:lnTo>
                <a:lnTo>
                  <a:pt x="585" y="62"/>
                </a:lnTo>
                <a:lnTo>
                  <a:pt x="576" y="65"/>
                </a:lnTo>
                <a:lnTo>
                  <a:pt x="568" y="65"/>
                </a:lnTo>
                <a:lnTo>
                  <a:pt x="559" y="65"/>
                </a:lnTo>
                <a:lnTo>
                  <a:pt x="550" y="59"/>
                </a:lnTo>
                <a:lnTo>
                  <a:pt x="541" y="53"/>
                </a:lnTo>
                <a:lnTo>
                  <a:pt x="532" y="50"/>
                </a:lnTo>
                <a:lnTo>
                  <a:pt x="523" y="43"/>
                </a:lnTo>
                <a:lnTo>
                  <a:pt x="512" y="43"/>
                </a:lnTo>
                <a:lnTo>
                  <a:pt x="500" y="40"/>
                </a:lnTo>
                <a:lnTo>
                  <a:pt x="497" y="31"/>
                </a:lnTo>
                <a:lnTo>
                  <a:pt x="488" y="28"/>
                </a:lnTo>
                <a:lnTo>
                  <a:pt x="479" y="28"/>
                </a:lnTo>
                <a:lnTo>
                  <a:pt x="468" y="28"/>
                </a:lnTo>
                <a:lnTo>
                  <a:pt x="459" y="28"/>
                </a:lnTo>
                <a:lnTo>
                  <a:pt x="450" y="28"/>
                </a:lnTo>
                <a:lnTo>
                  <a:pt x="450" y="37"/>
                </a:lnTo>
                <a:lnTo>
                  <a:pt x="450" y="46"/>
                </a:lnTo>
                <a:lnTo>
                  <a:pt x="459" y="53"/>
                </a:lnTo>
                <a:lnTo>
                  <a:pt x="465" y="62"/>
                </a:lnTo>
                <a:lnTo>
                  <a:pt x="473" y="71"/>
                </a:lnTo>
                <a:lnTo>
                  <a:pt x="479" y="81"/>
                </a:lnTo>
                <a:lnTo>
                  <a:pt x="485" y="90"/>
                </a:lnTo>
                <a:lnTo>
                  <a:pt x="491" y="100"/>
                </a:lnTo>
                <a:lnTo>
                  <a:pt x="482" y="93"/>
                </a:lnTo>
                <a:lnTo>
                  <a:pt x="473" y="84"/>
                </a:lnTo>
                <a:lnTo>
                  <a:pt x="465" y="78"/>
                </a:lnTo>
                <a:lnTo>
                  <a:pt x="456" y="71"/>
                </a:lnTo>
                <a:lnTo>
                  <a:pt x="447" y="65"/>
                </a:lnTo>
                <a:lnTo>
                  <a:pt x="438" y="56"/>
                </a:lnTo>
                <a:lnTo>
                  <a:pt x="429" y="46"/>
                </a:lnTo>
                <a:lnTo>
                  <a:pt x="420" y="40"/>
                </a:lnTo>
                <a:lnTo>
                  <a:pt x="412" y="37"/>
                </a:lnTo>
                <a:lnTo>
                  <a:pt x="400" y="34"/>
                </a:lnTo>
                <a:lnTo>
                  <a:pt x="391" y="34"/>
                </a:lnTo>
                <a:lnTo>
                  <a:pt x="382" y="34"/>
                </a:lnTo>
                <a:lnTo>
                  <a:pt x="373" y="34"/>
                </a:lnTo>
                <a:lnTo>
                  <a:pt x="364" y="31"/>
                </a:lnTo>
                <a:lnTo>
                  <a:pt x="356" y="31"/>
                </a:lnTo>
                <a:lnTo>
                  <a:pt x="347" y="31"/>
                </a:lnTo>
                <a:lnTo>
                  <a:pt x="338" y="31"/>
                </a:lnTo>
                <a:lnTo>
                  <a:pt x="326" y="31"/>
                </a:lnTo>
                <a:lnTo>
                  <a:pt x="317" y="31"/>
                </a:lnTo>
                <a:lnTo>
                  <a:pt x="309" y="34"/>
                </a:lnTo>
                <a:lnTo>
                  <a:pt x="300" y="34"/>
                </a:lnTo>
                <a:lnTo>
                  <a:pt x="288" y="34"/>
                </a:lnTo>
                <a:lnTo>
                  <a:pt x="276" y="34"/>
                </a:lnTo>
                <a:lnTo>
                  <a:pt x="267" y="34"/>
                </a:lnTo>
                <a:lnTo>
                  <a:pt x="259" y="34"/>
                </a:lnTo>
                <a:lnTo>
                  <a:pt x="250" y="40"/>
                </a:lnTo>
                <a:lnTo>
                  <a:pt x="241" y="43"/>
                </a:lnTo>
                <a:lnTo>
                  <a:pt x="238" y="53"/>
                </a:lnTo>
                <a:lnTo>
                  <a:pt x="238" y="62"/>
                </a:lnTo>
                <a:lnTo>
                  <a:pt x="229" y="71"/>
                </a:lnTo>
                <a:lnTo>
                  <a:pt x="220" y="75"/>
                </a:lnTo>
                <a:lnTo>
                  <a:pt x="211" y="75"/>
                </a:lnTo>
                <a:lnTo>
                  <a:pt x="203" y="75"/>
                </a:lnTo>
                <a:lnTo>
                  <a:pt x="194" y="75"/>
                </a:lnTo>
                <a:lnTo>
                  <a:pt x="185" y="78"/>
                </a:lnTo>
                <a:lnTo>
                  <a:pt x="176" y="81"/>
                </a:lnTo>
                <a:lnTo>
                  <a:pt x="164" y="81"/>
                </a:lnTo>
                <a:lnTo>
                  <a:pt x="156" y="81"/>
                </a:lnTo>
                <a:lnTo>
                  <a:pt x="147" y="81"/>
                </a:lnTo>
                <a:lnTo>
                  <a:pt x="138" y="78"/>
                </a:lnTo>
                <a:lnTo>
                  <a:pt x="132" y="68"/>
                </a:lnTo>
                <a:lnTo>
                  <a:pt x="123" y="65"/>
                </a:lnTo>
                <a:lnTo>
                  <a:pt x="114" y="59"/>
                </a:lnTo>
                <a:lnTo>
                  <a:pt x="105" y="56"/>
                </a:lnTo>
                <a:lnTo>
                  <a:pt x="97" y="53"/>
                </a:lnTo>
                <a:lnTo>
                  <a:pt x="88" y="53"/>
                </a:lnTo>
                <a:lnTo>
                  <a:pt x="79" y="50"/>
                </a:lnTo>
                <a:lnTo>
                  <a:pt x="70" y="43"/>
                </a:lnTo>
                <a:lnTo>
                  <a:pt x="61" y="40"/>
                </a:lnTo>
                <a:lnTo>
                  <a:pt x="52" y="34"/>
                </a:lnTo>
                <a:lnTo>
                  <a:pt x="44" y="31"/>
                </a:lnTo>
                <a:lnTo>
                  <a:pt x="35" y="28"/>
                </a:lnTo>
                <a:lnTo>
                  <a:pt x="26" y="21"/>
                </a:lnTo>
                <a:lnTo>
                  <a:pt x="17" y="18"/>
                </a:lnTo>
                <a:lnTo>
                  <a:pt x="5" y="3"/>
                </a:lnTo>
                <a:lnTo>
                  <a:pt x="0" y="12"/>
                </a:lnTo>
                <a:lnTo>
                  <a:pt x="3" y="1"/>
                </a:lnTo>
                <a:lnTo>
                  <a:pt x="3" y="1"/>
                </a:lnTo>
                <a:lnTo>
                  <a:pt x="5" y="4"/>
                </a:lnTo>
                <a:lnTo>
                  <a:pt x="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8" name="Freeform 16">
            <a:extLst>
              <a:ext uri="{FF2B5EF4-FFF2-40B4-BE49-F238E27FC236}">
                <a16:creationId xmlns:a16="http://schemas.microsoft.com/office/drawing/2014/main" id="{C8A42291-6D48-8A00-5A13-BFDB823CDE60}"/>
              </a:ext>
            </a:extLst>
          </p:cNvPr>
          <p:cNvSpPr>
            <a:spLocks/>
          </p:cNvSpPr>
          <p:nvPr/>
        </p:nvSpPr>
        <p:spPr bwMode="auto">
          <a:xfrm>
            <a:off x="385763" y="2073275"/>
            <a:ext cx="3468687" cy="133350"/>
          </a:xfrm>
          <a:custGeom>
            <a:avLst/>
            <a:gdLst>
              <a:gd name="T0" fmla="*/ 0 w 2185"/>
              <a:gd name="T1" fmla="*/ 83 h 84"/>
              <a:gd name="T2" fmla="*/ 48 w 2185"/>
              <a:gd name="T3" fmla="*/ 57 h 84"/>
              <a:gd name="T4" fmla="*/ 91 w 2185"/>
              <a:gd name="T5" fmla="*/ 32 h 84"/>
              <a:gd name="T6" fmla="*/ 126 w 2185"/>
              <a:gd name="T7" fmla="*/ 24 h 84"/>
              <a:gd name="T8" fmla="*/ 161 w 2185"/>
              <a:gd name="T9" fmla="*/ 28 h 84"/>
              <a:gd name="T10" fmla="*/ 197 w 2185"/>
              <a:gd name="T11" fmla="*/ 45 h 84"/>
              <a:gd name="T12" fmla="*/ 232 w 2185"/>
              <a:gd name="T13" fmla="*/ 57 h 84"/>
              <a:gd name="T14" fmla="*/ 271 w 2185"/>
              <a:gd name="T15" fmla="*/ 32 h 84"/>
              <a:gd name="T16" fmla="*/ 307 w 2185"/>
              <a:gd name="T17" fmla="*/ 24 h 84"/>
              <a:gd name="T18" fmla="*/ 342 w 2185"/>
              <a:gd name="T19" fmla="*/ 40 h 84"/>
              <a:gd name="T20" fmla="*/ 377 w 2185"/>
              <a:gd name="T21" fmla="*/ 61 h 84"/>
              <a:gd name="T22" fmla="*/ 413 w 2185"/>
              <a:gd name="T23" fmla="*/ 40 h 84"/>
              <a:gd name="T24" fmla="*/ 452 w 2185"/>
              <a:gd name="T25" fmla="*/ 28 h 84"/>
              <a:gd name="T26" fmla="*/ 487 w 2185"/>
              <a:gd name="T27" fmla="*/ 24 h 84"/>
              <a:gd name="T28" fmla="*/ 527 w 2185"/>
              <a:gd name="T29" fmla="*/ 16 h 84"/>
              <a:gd name="T30" fmla="*/ 570 w 2185"/>
              <a:gd name="T31" fmla="*/ 24 h 84"/>
              <a:gd name="T32" fmla="*/ 601 w 2185"/>
              <a:gd name="T33" fmla="*/ 53 h 84"/>
              <a:gd name="T34" fmla="*/ 640 w 2185"/>
              <a:gd name="T35" fmla="*/ 40 h 84"/>
              <a:gd name="T36" fmla="*/ 684 w 2185"/>
              <a:gd name="T37" fmla="*/ 32 h 84"/>
              <a:gd name="T38" fmla="*/ 723 w 2185"/>
              <a:gd name="T39" fmla="*/ 20 h 84"/>
              <a:gd name="T40" fmla="*/ 758 w 2185"/>
              <a:gd name="T41" fmla="*/ 20 h 84"/>
              <a:gd name="T42" fmla="*/ 794 w 2185"/>
              <a:gd name="T43" fmla="*/ 45 h 84"/>
              <a:gd name="T44" fmla="*/ 829 w 2185"/>
              <a:gd name="T45" fmla="*/ 53 h 84"/>
              <a:gd name="T46" fmla="*/ 864 w 2185"/>
              <a:gd name="T47" fmla="*/ 45 h 84"/>
              <a:gd name="T48" fmla="*/ 904 w 2185"/>
              <a:gd name="T49" fmla="*/ 36 h 84"/>
              <a:gd name="T50" fmla="*/ 939 w 2185"/>
              <a:gd name="T51" fmla="*/ 36 h 84"/>
              <a:gd name="T52" fmla="*/ 978 w 2185"/>
              <a:gd name="T53" fmla="*/ 32 h 84"/>
              <a:gd name="T54" fmla="*/ 1013 w 2185"/>
              <a:gd name="T55" fmla="*/ 16 h 84"/>
              <a:gd name="T56" fmla="*/ 1057 w 2185"/>
              <a:gd name="T57" fmla="*/ 16 h 84"/>
              <a:gd name="T58" fmla="*/ 1092 w 2185"/>
              <a:gd name="T59" fmla="*/ 40 h 84"/>
              <a:gd name="T60" fmla="*/ 1127 w 2185"/>
              <a:gd name="T61" fmla="*/ 49 h 84"/>
              <a:gd name="T62" fmla="*/ 1167 w 2185"/>
              <a:gd name="T63" fmla="*/ 32 h 84"/>
              <a:gd name="T64" fmla="*/ 1210 w 2185"/>
              <a:gd name="T65" fmla="*/ 12 h 84"/>
              <a:gd name="T66" fmla="*/ 1249 w 2185"/>
              <a:gd name="T67" fmla="*/ 8 h 84"/>
              <a:gd name="T68" fmla="*/ 1280 w 2185"/>
              <a:gd name="T69" fmla="*/ 16 h 84"/>
              <a:gd name="T70" fmla="*/ 1316 w 2185"/>
              <a:gd name="T71" fmla="*/ 45 h 84"/>
              <a:gd name="T72" fmla="*/ 1351 w 2185"/>
              <a:gd name="T73" fmla="*/ 57 h 84"/>
              <a:gd name="T74" fmla="*/ 1386 w 2185"/>
              <a:gd name="T75" fmla="*/ 32 h 84"/>
              <a:gd name="T76" fmla="*/ 1426 w 2185"/>
              <a:gd name="T77" fmla="*/ 20 h 84"/>
              <a:gd name="T78" fmla="*/ 1461 w 2185"/>
              <a:gd name="T79" fmla="*/ 16 h 84"/>
              <a:gd name="T80" fmla="*/ 1500 w 2185"/>
              <a:gd name="T81" fmla="*/ 12 h 84"/>
              <a:gd name="T82" fmla="*/ 1547 w 2185"/>
              <a:gd name="T83" fmla="*/ 40 h 84"/>
              <a:gd name="T84" fmla="*/ 1583 w 2185"/>
              <a:gd name="T85" fmla="*/ 61 h 84"/>
              <a:gd name="T86" fmla="*/ 1622 w 2185"/>
              <a:gd name="T87" fmla="*/ 49 h 84"/>
              <a:gd name="T88" fmla="*/ 1657 w 2185"/>
              <a:gd name="T89" fmla="*/ 28 h 84"/>
              <a:gd name="T90" fmla="*/ 1697 w 2185"/>
              <a:gd name="T91" fmla="*/ 16 h 84"/>
              <a:gd name="T92" fmla="*/ 1732 w 2185"/>
              <a:gd name="T93" fmla="*/ 8 h 84"/>
              <a:gd name="T94" fmla="*/ 1775 w 2185"/>
              <a:gd name="T95" fmla="*/ 28 h 84"/>
              <a:gd name="T96" fmla="*/ 1811 w 2185"/>
              <a:gd name="T97" fmla="*/ 40 h 84"/>
              <a:gd name="T98" fmla="*/ 1846 w 2185"/>
              <a:gd name="T99" fmla="*/ 28 h 84"/>
              <a:gd name="T100" fmla="*/ 1881 w 2185"/>
              <a:gd name="T101" fmla="*/ 8 h 84"/>
              <a:gd name="T102" fmla="*/ 1920 w 2185"/>
              <a:gd name="T103" fmla="*/ 0 h 84"/>
              <a:gd name="T104" fmla="*/ 1964 w 2185"/>
              <a:gd name="T105" fmla="*/ 8 h 84"/>
              <a:gd name="T106" fmla="*/ 1999 w 2185"/>
              <a:gd name="T107" fmla="*/ 24 h 84"/>
              <a:gd name="T108" fmla="*/ 2038 w 2185"/>
              <a:gd name="T109" fmla="*/ 36 h 84"/>
              <a:gd name="T110" fmla="*/ 2070 w 2185"/>
              <a:gd name="T111" fmla="*/ 16 h 84"/>
              <a:gd name="T112" fmla="*/ 2109 w 2185"/>
              <a:gd name="T113" fmla="*/ 36 h 84"/>
              <a:gd name="T114" fmla="*/ 2140 w 2185"/>
              <a:gd name="T115" fmla="*/ 57 h 84"/>
              <a:gd name="T116" fmla="*/ 2176 w 2185"/>
              <a:gd name="T117" fmla="*/ 69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85" h="84">
                <a:moveTo>
                  <a:pt x="0" y="79"/>
                </a:moveTo>
                <a:lnTo>
                  <a:pt x="0" y="73"/>
                </a:lnTo>
                <a:lnTo>
                  <a:pt x="0" y="83"/>
                </a:lnTo>
                <a:lnTo>
                  <a:pt x="24" y="49"/>
                </a:lnTo>
                <a:lnTo>
                  <a:pt x="36" y="49"/>
                </a:lnTo>
                <a:lnTo>
                  <a:pt x="48" y="57"/>
                </a:lnTo>
                <a:lnTo>
                  <a:pt x="63" y="49"/>
                </a:lnTo>
                <a:lnTo>
                  <a:pt x="79" y="36"/>
                </a:lnTo>
                <a:lnTo>
                  <a:pt x="91" y="32"/>
                </a:lnTo>
                <a:lnTo>
                  <a:pt x="103" y="32"/>
                </a:lnTo>
                <a:lnTo>
                  <a:pt x="114" y="28"/>
                </a:lnTo>
                <a:lnTo>
                  <a:pt x="126" y="24"/>
                </a:lnTo>
                <a:lnTo>
                  <a:pt x="138" y="24"/>
                </a:lnTo>
                <a:lnTo>
                  <a:pt x="150" y="28"/>
                </a:lnTo>
                <a:lnTo>
                  <a:pt x="161" y="28"/>
                </a:lnTo>
                <a:lnTo>
                  <a:pt x="173" y="32"/>
                </a:lnTo>
                <a:lnTo>
                  <a:pt x="185" y="40"/>
                </a:lnTo>
                <a:lnTo>
                  <a:pt x="197" y="45"/>
                </a:lnTo>
                <a:lnTo>
                  <a:pt x="209" y="49"/>
                </a:lnTo>
                <a:lnTo>
                  <a:pt x="220" y="53"/>
                </a:lnTo>
                <a:lnTo>
                  <a:pt x="232" y="57"/>
                </a:lnTo>
                <a:lnTo>
                  <a:pt x="248" y="53"/>
                </a:lnTo>
                <a:lnTo>
                  <a:pt x="264" y="45"/>
                </a:lnTo>
                <a:lnTo>
                  <a:pt x="271" y="32"/>
                </a:lnTo>
                <a:lnTo>
                  <a:pt x="283" y="32"/>
                </a:lnTo>
                <a:lnTo>
                  <a:pt x="295" y="28"/>
                </a:lnTo>
                <a:lnTo>
                  <a:pt x="307" y="24"/>
                </a:lnTo>
                <a:lnTo>
                  <a:pt x="319" y="20"/>
                </a:lnTo>
                <a:lnTo>
                  <a:pt x="330" y="32"/>
                </a:lnTo>
                <a:lnTo>
                  <a:pt x="342" y="40"/>
                </a:lnTo>
                <a:lnTo>
                  <a:pt x="354" y="53"/>
                </a:lnTo>
                <a:lnTo>
                  <a:pt x="366" y="61"/>
                </a:lnTo>
                <a:lnTo>
                  <a:pt x="377" y="61"/>
                </a:lnTo>
                <a:lnTo>
                  <a:pt x="389" y="53"/>
                </a:lnTo>
                <a:lnTo>
                  <a:pt x="401" y="49"/>
                </a:lnTo>
                <a:lnTo>
                  <a:pt x="413" y="40"/>
                </a:lnTo>
                <a:lnTo>
                  <a:pt x="425" y="36"/>
                </a:lnTo>
                <a:lnTo>
                  <a:pt x="436" y="32"/>
                </a:lnTo>
                <a:lnTo>
                  <a:pt x="452" y="28"/>
                </a:lnTo>
                <a:lnTo>
                  <a:pt x="464" y="28"/>
                </a:lnTo>
                <a:lnTo>
                  <a:pt x="476" y="24"/>
                </a:lnTo>
                <a:lnTo>
                  <a:pt x="487" y="24"/>
                </a:lnTo>
                <a:lnTo>
                  <a:pt x="499" y="24"/>
                </a:lnTo>
                <a:lnTo>
                  <a:pt x="511" y="20"/>
                </a:lnTo>
                <a:lnTo>
                  <a:pt x="527" y="16"/>
                </a:lnTo>
                <a:lnTo>
                  <a:pt x="542" y="16"/>
                </a:lnTo>
                <a:lnTo>
                  <a:pt x="558" y="12"/>
                </a:lnTo>
                <a:lnTo>
                  <a:pt x="570" y="24"/>
                </a:lnTo>
                <a:lnTo>
                  <a:pt x="578" y="36"/>
                </a:lnTo>
                <a:lnTo>
                  <a:pt x="585" y="49"/>
                </a:lnTo>
                <a:lnTo>
                  <a:pt x="601" y="53"/>
                </a:lnTo>
                <a:lnTo>
                  <a:pt x="613" y="49"/>
                </a:lnTo>
                <a:lnTo>
                  <a:pt x="629" y="45"/>
                </a:lnTo>
                <a:lnTo>
                  <a:pt x="640" y="40"/>
                </a:lnTo>
                <a:lnTo>
                  <a:pt x="656" y="36"/>
                </a:lnTo>
                <a:lnTo>
                  <a:pt x="672" y="36"/>
                </a:lnTo>
                <a:lnTo>
                  <a:pt x="684" y="32"/>
                </a:lnTo>
                <a:lnTo>
                  <a:pt x="695" y="28"/>
                </a:lnTo>
                <a:lnTo>
                  <a:pt x="711" y="24"/>
                </a:lnTo>
                <a:lnTo>
                  <a:pt x="723" y="20"/>
                </a:lnTo>
                <a:lnTo>
                  <a:pt x="735" y="16"/>
                </a:lnTo>
                <a:lnTo>
                  <a:pt x="746" y="12"/>
                </a:lnTo>
                <a:lnTo>
                  <a:pt x="758" y="20"/>
                </a:lnTo>
                <a:lnTo>
                  <a:pt x="770" y="28"/>
                </a:lnTo>
                <a:lnTo>
                  <a:pt x="782" y="36"/>
                </a:lnTo>
                <a:lnTo>
                  <a:pt x="794" y="45"/>
                </a:lnTo>
                <a:lnTo>
                  <a:pt x="805" y="53"/>
                </a:lnTo>
                <a:lnTo>
                  <a:pt x="817" y="53"/>
                </a:lnTo>
                <a:lnTo>
                  <a:pt x="829" y="53"/>
                </a:lnTo>
                <a:lnTo>
                  <a:pt x="841" y="49"/>
                </a:lnTo>
                <a:lnTo>
                  <a:pt x="852" y="45"/>
                </a:lnTo>
                <a:lnTo>
                  <a:pt x="864" y="45"/>
                </a:lnTo>
                <a:lnTo>
                  <a:pt x="876" y="40"/>
                </a:lnTo>
                <a:lnTo>
                  <a:pt x="892" y="40"/>
                </a:lnTo>
                <a:lnTo>
                  <a:pt x="904" y="36"/>
                </a:lnTo>
                <a:lnTo>
                  <a:pt x="915" y="36"/>
                </a:lnTo>
                <a:lnTo>
                  <a:pt x="927" y="36"/>
                </a:lnTo>
                <a:lnTo>
                  <a:pt x="939" y="36"/>
                </a:lnTo>
                <a:lnTo>
                  <a:pt x="951" y="36"/>
                </a:lnTo>
                <a:lnTo>
                  <a:pt x="962" y="36"/>
                </a:lnTo>
                <a:lnTo>
                  <a:pt x="978" y="32"/>
                </a:lnTo>
                <a:lnTo>
                  <a:pt x="990" y="28"/>
                </a:lnTo>
                <a:lnTo>
                  <a:pt x="1002" y="20"/>
                </a:lnTo>
                <a:lnTo>
                  <a:pt x="1013" y="16"/>
                </a:lnTo>
                <a:lnTo>
                  <a:pt x="1025" y="12"/>
                </a:lnTo>
                <a:lnTo>
                  <a:pt x="1041" y="8"/>
                </a:lnTo>
                <a:lnTo>
                  <a:pt x="1057" y="16"/>
                </a:lnTo>
                <a:lnTo>
                  <a:pt x="1068" y="28"/>
                </a:lnTo>
                <a:lnTo>
                  <a:pt x="1080" y="36"/>
                </a:lnTo>
                <a:lnTo>
                  <a:pt x="1092" y="40"/>
                </a:lnTo>
                <a:lnTo>
                  <a:pt x="1104" y="49"/>
                </a:lnTo>
                <a:lnTo>
                  <a:pt x="1116" y="49"/>
                </a:lnTo>
                <a:lnTo>
                  <a:pt x="1127" y="49"/>
                </a:lnTo>
                <a:lnTo>
                  <a:pt x="1143" y="45"/>
                </a:lnTo>
                <a:lnTo>
                  <a:pt x="1155" y="40"/>
                </a:lnTo>
                <a:lnTo>
                  <a:pt x="1167" y="32"/>
                </a:lnTo>
                <a:lnTo>
                  <a:pt x="1182" y="24"/>
                </a:lnTo>
                <a:lnTo>
                  <a:pt x="1194" y="20"/>
                </a:lnTo>
                <a:lnTo>
                  <a:pt x="1210" y="12"/>
                </a:lnTo>
                <a:lnTo>
                  <a:pt x="1222" y="12"/>
                </a:lnTo>
                <a:lnTo>
                  <a:pt x="1233" y="12"/>
                </a:lnTo>
                <a:lnTo>
                  <a:pt x="1249" y="8"/>
                </a:lnTo>
                <a:lnTo>
                  <a:pt x="1261" y="4"/>
                </a:lnTo>
                <a:lnTo>
                  <a:pt x="1273" y="4"/>
                </a:lnTo>
                <a:lnTo>
                  <a:pt x="1280" y="16"/>
                </a:lnTo>
                <a:lnTo>
                  <a:pt x="1292" y="24"/>
                </a:lnTo>
                <a:lnTo>
                  <a:pt x="1304" y="32"/>
                </a:lnTo>
                <a:lnTo>
                  <a:pt x="1316" y="45"/>
                </a:lnTo>
                <a:lnTo>
                  <a:pt x="1328" y="53"/>
                </a:lnTo>
                <a:lnTo>
                  <a:pt x="1339" y="57"/>
                </a:lnTo>
                <a:lnTo>
                  <a:pt x="1351" y="57"/>
                </a:lnTo>
                <a:lnTo>
                  <a:pt x="1363" y="49"/>
                </a:lnTo>
                <a:lnTo>
                  <a:pt x="1375" y="40"/>
                </a:lnTo>
                <a:lnTo>
                  <a:pt x="1386" y="32"/>
                </a:lnTo>
                <a:lnTo>
                  <a:pt x="1398" y="28"/>
                </a:lnTo>
                <a:lnTo>
                  <a:pt x="1410" y="24"/>
                </a:lnTo>
                <a:lnTo>
                  <a:pt x="1426" y="20"/>
                </a:lnTo>
                <a:lnTo>
                  <a:pt x="1438" y="20"/>
                </a:lnTo>
                <a:lnTo>
                  <a:pt x="1449" y="20"/>
                </a:lnTo>
                <a:lnTo>
                  <a:pt x="1461" y="16"/>
                </a:lnTo>
                <a:lnTo>
                  <a:pt x="1473" y="16"/>
                </a:lnTo>
                <a:lnTo>
                  <a:pt x="1485" y="8"/>
                </a:lnTo>
                <a:lnTo>
                  <a:pt x="1500" y="12"/>
                </a:lnTo>
                <a:lnTo>
                  <a:pt x="1520" y="24"/>
                </a:lnTo>
                <a:lnTo>
                  <a:pt x="1532" y="28"/>
                </a:lnTo>
                <a:lnTo>
                  <a:pt x="1547" y="40"/>
                </a:lnTo>
                <a:lnTo>
                  <a:pt x="1559" y="45"/>
                </a:lnTo>
                <a:lnTo>
                  <a:pt x="1571" y="53"/>
                </a:lnTo>
                <a:lnTo>
                  <a:pt x="1583" y="61"/>
                </a:lnTo>
                <a:lnTo>
                  <a:pt x="1595" y="61"/>
                </a:lnTo>
                <a:lnTo>
                  <a:pt x="1606" y="57"/>
                </a:lnTo>
                <a:lnTo>
                  <a:pt x="1622" y="49"/>
                </a:lnTo>
                <a:lnTo>
                  <a:pt x="1634" y="36"/>
                </a:lnTo>
                <a:lnTo>
                  <a:pt x="1646" y="32"/>
                </a:lnTo>
                <a:lnTo>
                  <a:pt x="1657" y="28"/>
                </a:lnTo>
                <a:lnTo>
                  <a:pt x="1669" y="24"/>
                </a:lnTo>
                <a:lnTo>
                  <a:pt x="1685" y="20"/>
                </a:lnTo>
                <a:lnTo>
                  <a:pt x="1697" y="16"/>
                </a:lnTo>
                <a:lnTo>
                  <a:pt x="1708" y="12"/>
                </a:lnTo>
                <a:lnTo>
                  <a:pt x="1720" y="8"/>
                </a:lnTo>
                <a:lnTo>
                  <a:pt x="1732" y="8"/>
                </a:lnTo>
                <a:lnTo>
                  <a:pt x="1744" y="12"/>
                </a:lnTo>
                <a:lnTo>
                  <a:pt x="1763" y="20"/>
                </a:lnTo>
                <a:lnTo>
                  <a:pt x="1775" y="28"/>
                </a:lnTo>
                <a:lnTo>
                  <a:pt x="1787" y="32"/>
                </a:lnTo>
                <a:lnTo>
                  <a:pt x="1799" y="36"/>
                </a:lnTo>
                <a:lnTo>
                  <a:pt x="1811" y="40"/>
                </a:lnTo>
                <a:lnTo>
                  <a:pt x="1822" y="40"/>
                </a:lnTo>
                <a:lnTo>
                  <a:pt x="1834" y="32"/>
                </a:lnTo>
                <a:lnTo>
                  <a:pt x="1846" y="28"/>
                </a:lnTo>
                <a:lnTo>
                  <a:pt x="1858" y="20"/>
                </a:lnTo>
                <a:lnTo>
                  <a:pt x="1869" y="12"/>
                </a:lnTo>
                <a:lnTo>
                  <a:pt x="1881" y="8"/>
                </a:lnTo>
                <a:lnTo>
                  <a:pt x="1897" y="4"/>
                </a:lnTo>
                <a:lnTo>
                  <a:pt x="1909" y="0"/>
                </a:lnTo>
                <a:lnTo>
                  <a:pt x="1920" y="0"/>
                </a:lnTo>
                <a:lnTo>
                  <a:pt x="1936" y="0"/>
                </a:lnTo>
                <a:lnTo>
                  <a:pt x="1948" y="4"/>
                </a:lnTo>
                <a:lnTo>
                  <a:pt x="1964" y="8"/>
                </a:lnTo>
                <a:lnTo>
                  <a:pt x="1975" y="12"/>
                </a:lnTo>
                <a:lnTo>
                  <a:pt x="1987" y="20"/>
                </a:lnTo>
                <a:lnTo>
                  <a:pt x="1999" y="24"/>
                </a:lnTo>
                <a:lnTo>
                  <a:pt x="2015" y="28"/>
                </a:lnTo>
                <a:lnTo>
                  <a:pt x="2026" y="36"/>
                </a:lnTo>
                <a:lnTo>
                  <a:pt x="2038" y="36"/>
                </a:lnTo>
                <a:lnTo>
                  <a:pt x="2046" y="24"/>
                </a:lnTo>
                <a:lnTo>
                  <a:pt x="2058" y="16"/>
                </a:lnTo>
                <a:lnTo>
                  <a:pt x="2070" y="16"/>
                </a:lnTo>
                <a:lnTo>
                  <a:pt x="2081" y="20"/>
                </a:lnTo>
                <a:lnTo>
                  <a:pt x="2097" y="28"/>
                </a:lnTo>
                <a:lnTo>
                  <a:pt x="2109" y="36"/>
                </a:lnTo>
                <a:lnTo>
                  <a:pt x="2121" y="40"/>
                </a:lnTo>
                <a:lnTo>
                  <a:pt x="2129" y="53"/>
                </a:lnTo>
                <a:lnTo>
                  <a:pt x="2140" y="57"/>
                </a:lnTo>
                <a:lnTo>
                  <a:pt x="2152" y="61"/>
                </a:lnTo>
                <a:lnTo>
                  <a:pt x="2178" y="83"/>
                </a:lnTo>
                <a:lnTo>
                  <a:pt x="2176" y="69"/>
                </a:lnTo>
                <a:lnTo>
                  <a:pt x="2184" y="62"/>
                </a:lnTo>
                <a:lnTo>
                  <a:pt x="2184" y="83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9" name="Rectangle 17">
            <a:extLst>
              <a:ext uri="{FF2B5EF4-FFF2-40B4-BE49-F238E27FC236}">
                <a16:creationId xmlns:a16="http://schemas.microsoft.com/office/drawing/2014/main" id="{CAC304BD-276A-A5D4-6D5B-228169072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6688"/>
            <a:ext cx="66675" cy="209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0" name="AutoShape 18">
            <a:extLst>
              <a:ext uri="{FF2B5EF4-FFF2-40B4-BE49-F238E27FC236}">
                <a16:creationId xmlns:a16="http://schemas.microsoft.com/office/drawing/2014/main" id="{0F9009F0-F8DB-7410-5CC8-74D4FC7482D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82775" y="1527175"/>
            <a:ext cx="2433638" cy="918104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19050" rIns="19050" bIns="19050">
            <a:spAutoFit/>
          </a:bodyPr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987 and CountyPop are treated as if they had a decimal point in the rightmost character position.  Alignment is along these decimal points resulting in zero filling.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0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87E2BD2-1069-D98C-F1B5-124B96039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2830513"/>
            <a:ext cx="35687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CountyPop   PIC 9(6) VALUE 111111.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4A8D884-03C6-8DBC-DC36-241869FC3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011CA3E1-EC0F-56C6-0BF0-3C49643E0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01F6ABA3-0E6C-DC43-4076-0DA083A2F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D05B340A-0AF1-AEAB-CA66-F125362E7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396506A5-3959-116F-4AA8-AB8704B5F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19464" name="Rectangle 8">
            <a:extLst>
              <a:ext uri="{FF2B5EF4-FFF2-40B4-BE49-F238E27FC236}">
                <a16:creationId xmlns:a16="http://schemas.microsoft.com/office/drawing/2014/main" id="{04975484-2D53-F57C-92E9-9E53652E3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3046413"/>
            <a:ext cx="1393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467" name="Group 11">
            <a:extLst>
              <a:ext uri="{FF2B5EF4-FFF2-40B4-BE49-F238E27FC236}">
                <a16:creationId xmlns:a16="http://schemas.microsoft.com/office/drawing/2014/main" id="{E10FFD4A-9928-5DF9-5FDB-DF30D457B573}"/>
              </a:ext>
            </a:extLst>
          </p:cNvPr>
          <p:cNvGrpSpPr>
            <a:grpSpLocks/>
          </p:cNvGrpSpPr>
          <p:nvPr/>
        </p:nvGrpSpPr>
        <p:grpSpPr bwMode="auto">
          <a:xfrm>
            <a:off x="1800225" y="3438525"/>
            <a:ext cx="76200" cy="330200"/>
            <a:chOff x="1134" y="2166"/>
            <a:chExt cx="48" cy="208"/>
          </a:xfrm>
        </p:grpSpPr>
        <p:sp>
          <p:nvSpPr>
            <p:cNvPr id="19465" name="Rectangle 9">
              <a:extLst>
                <a:ext uri="{FF2B5EF4-FFF2-40B4-BE49-F238E27FC236}">
                  <a16:creationId xmlns:a16="http://schemas.microsoft.com/office/drawing/2014/main" id="{FCD85A28-E40B-E1B6-1154-39A8A63E9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2213"/>
              <a:ext cx="48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en-US" sz="2400" b="1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9466" name="Line 10">
              <a:extLst>
                <a:ext uri="{FF2B5EF4-FFF2-40B4-BE49-F238E27FC236}">
                  <a16:creationId xmlns:a16="http://schemas.microsoft.com/office/drawing/2014/main" id="{58612D84-E419-F9BC-9A42-3FF485987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166"/>
              <a:ext cx="0" cy="120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8" name="Rectangle 12">
            <a:extLst>
              <a:ext uri="{FF2B5EF4-FFF2-40B4-BE49-F238E27FC236}">
                <a16:creationId xmlns:a16="http://schemas.microsoft.com/office/drawing/2014/main" id="{9AB4975A-3C36-1D79-C137-836DD47D8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" y="3044825"/>
            <a:ext cx="238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Rectangle 13">
            <a:extLst>
              <a:ext uri="{FF2B5EF4-FFF2-40B4-BE49-F238E27FC236}">
                <a16:creationId xmlns:a16="http://schemas.microsoft.com/office/drawing/2014/main" id="{2166E005-4A6C-C0FE-B99A-8F6CE07EB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82575"/>
            <a:ext cx="3427412" cy="191135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987 TO CountyPop.</a:t>
            </a: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1235678 TO CountyPop.</a:t>
            </a:r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24.56 TO GrossPay.</a:t>
            </a:r>
          </a:p>
        </p:txBody>
      </p:sp>
      <p:sp>
        <p:nvSpPr>
          <p:cNvPr id="19470" name="Freeform 14">
            <a:extLst>
              <a:ext uri="{FF2B5EF4-FFF2-40B4-BE49-F238E27FC236}">
                <a16:creationId xmlns:a16="http://schemas.microsoft.com/office/drawing/2014/main" id="{165ACB63-982D-68ED-B081-878F1408C59F}"/>
              </a:ext>
            </a:extLst>
          </p:cNvPr>
          <p:cNvSpPr>
            <a:spLocks/>
          </p:cNvSpPr>
          <p:nvPr/>
        </p:nvSpPr>
        <p:spPr bwMode="auto">
          <a:xfrm>
            <a:off x="385763" y="260350"/>
            <a:ext cx="3468687" cy="160338"/>
          </a:xfrm>
          <a:custGeom>
            <a:avLst/>
            <a:gdLst>
              <a:gd name="T0" fmla="*/ 2178 w 2185"/>
              <a:gd name="T1" fmla="*/ 3 h 101"/>
              <a:gd name="T2" fmla="*/ 2122 w 2185"/>
              <a:gd name="T3" fmla="*/ 34 h 101"/>
              <a:gd name="T4" fmla="*/ 2078 w 2185"/>
              <a:gd name="T5" fmla="*/ 34 h 101"/>
              <a:gd name="T6" fmla="*/ 2039 w 2185"/>
              <a:gd name="T7" fmla="*/ 62 h 101"/>
              <a:gd name="T8" fmla="*/ 1992 w 2185"/>
              <a:gd name="T9" fmla="*/ 40 h 101"/>
              <a:gd name="T10" fmla="*/ 1945 w 2185"/>
              <a:gd name="T11" fmla="*/ 28 h 101"/>
              <a:gd name="T12" fmla="*/ 1901 w 2185"/>
              <a:gd name="T13" fmla="*/ 15 h 101"/>
              <a:gd name="T14" fmla="*/ 1857 w 2185"/>
              <a:gd name="T15" fmla="*/ 37 h 101"/>
              <a:gd name="T16" fmla="*/ 1819 w 2185"/>
              <a:gd name="T17" fmla="*/ 56 h 101"/>
              <a:gd name="T18" fmla="*/ 1774 w 2185"/>
              <a:gd name="T19" fmla="*/ 75 h 101"/>
              <a:gd name="T20" fmla="*/ 1727 w 2185"/>
              <a:gd name="T21" fmla="*/ 59 h 101"/>
              <a:gd name="T22" fmla="*/ 1683 w 2185"/>
              <a:gd name="T23" fmla="*/ 43 h 101"/>
              <a:gd name="T24" fmla="*/ 1633 w 2185"/>
              <a:gd name="T25" fmla="*/ 34 h 101"/>
              <a:gd name="T26" fmla="*/ 1589 w 2185"/>
              <a:gd name="T27" fmla="*/ 28 h 101"/>
              <a:gd name="T28" fmla="*/ 1542 w 2185"/>
              <a:gd name="T29" fmla="*/ 25 h 101"/>
              <a:gd name="T30" fmla="*/ 1501 w 2185"/>
              <a:gd name="T31" fmla="*/ 34 h 101"/>
              <a:gd name="T32" fmla="*/ 1456 w 2185"/>
              <a:gd name="T33" fmla="*/ 56 h 101"/>
              <a:gd name="T34" fmla="*/ 1412 w 2185"/>
              <a:gd name="T35" fmla="*/ 43 h 101"/>
              <a:gd name="T36" fmla="*/ 1368 w 2185"/>
              <a:gd name="T37" fmla="*/ 25 h 101"/>
              <a:gd name="T38" fmla="*/ 1321 w 2185"/>
              <a:gd name="T39" fmla="*/ 15 h 101"/>
              <a:gd name="T40" fmla="*/ 1277 w 2185"/>
              <a:gd name="T41" fmla="*/ 12 h 101"/>
              <a:gd name="T42" fmla="*/ 1233 w 2185"/>
              <a:gd name="T43" fmla="*/ 43 h 101"/>
              <a:gd name="T44" fmla="*/ 1189 w 2185"/>
              <a:gd name="T45" fmla="*/ 56 h 101"/>
              <a:gd name="T46" fmla="*/ 1139 w 2185"/>
              <a:gd name="T47" fmla="*/ 65 h 101"/>
              <a:gd name="T48" fmla="*/ 1094 w 2185"/>
              <a:gd name="T49" fmla="*/ 68 h 101"/>
              <a:gd name="T50" fmla="*/ 1047 w 2185"/>
              <a:gd name="T51" fmla="*/ 37 h 101"/>
              <a:gd name="T52" fmla="*/ 1000 w 2185"/>
              <a:gd name="T53" fmla="*/ 21 h 101"/>
              <a:gd name="T54" fmla="*/ 953 w 2185"/>
              <a:gd name="T55" fmla="*/ 40 h 101"/>
              <a:gd name="T56" fmla="*/ 906 w 2185"/>
              <a:gd name="T57" fmla="*/ 59 h 101"/>
              <a:gd name="T58" fmla="*/ 862 w 2185"/>
              <a:gd name="T59" fmla="*/ 34 h 101"/>
              <a:gd name="T60" fmla="*/ 818 w 2185"/>
              <a:gd name="T61" fmla="*/ 9 h 101"/>
              <a:gd name="T62" fmla="*/ 774 w 2185"/>
              <a:gd name="T63" fmla="*/ 12 h 101"/>
              <a:gd name="T64" fmla="*/ 729 w 2185"/>
              <a:gd name="T65" fmla="*/ 15 h 101"/>
              <a:gd name="T66" fmla="*/ 685 w 2185"/>
              <a:gd name="T67" fmla="*/ 18 h 101"/>
              <a:gd name="T68" fmla="*/ 641 w 2185"/>
              <a:gd name="T69" fmla="*/ 37 h 101"/>
              <a:gd name="T70" fmla="*/ 594 w 2185"/>
              <a:gd name="T71" fmla="*/ 59 h 101"/>
              <a:gd name="T72" fmla="*/ 550 w 2185"/>
              <a:gd name="T73" fmla="*/ 59 h 101"/>
              <a:gd name="T74" fmla="*/ 500 w 2185"/>
              <a:gd name="T75" fmla="*/ 40 h 101"/>
              <a:gd name="T76" fmla="*/ 459 w 2185"/>
              <a:gd name="T77" fmla="*/ 28 h 101"/>
              <a:gd name="T78" fmla="*/ 465 w 2185"/>
              <a:gd name="T79" fmla="*/ 62 h 101"/>
              <a:gd name="T80" fmla="*/ 482 w 2185"/>
              <a:gd name="T81" fmla="*/ 93 h 101"/>
              <a:gd name="T82" fmla="*/ 438 w 2185"/>
              <a:gd name="T83" fmla="*/ 56 h 101"/>
              <a:gd name="T84" fmla="*/ 391 w 2185"/>
              <a:gd name="T85" fmla="*/ 34 h 101"/>
              <a:gd name="T86" fmla="*/ 347 w 2185"/>
              <a:gd name="T87" fmla="*/ 31 h 101"/>
              <a:gd name="T88" fmla="*/ 300 w 2185"/>
              <a:gd name="T89" fmla="*/ 34 h 101"/>
              <a:gd name="T90" fmla="*/ 250 w 2185"/>
              <a:gd name="T91" fmla="*/ 40 h 101"/>
              <a:gd name="T92" fmla="*/ 220 w 2185"/>
              <a:gd name="T93" fmla="*/ 75 h 101"/>
              <a:gd name="T94" fmla="*/ 176 w 2185"/>
              <a:gd name="T95" fmla="*/ 81 h 101"/>
              <a:gd name="T96" fmla="*/ 132 w 2185"/>
              <a:gd name="T97" fmla="*/ 68 h 101"/>
              <a:gd name="T98" fmla="*/ 88 w 2185"/>
              <a:gd name="T99" fmla="*/ 53 h 101"/>
              <a:gd name="T100" fmla="*/ 44 w 2185"/>
              <a:gd name="T101" fmla="*/ 31 h 101"/>
              <a:gd name="T102" fmla="*/ 0 w 2185"/>
              <a:gd name="T103" fmla="*/ 1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85" h="101">
                <a:moveTo>
                  <a:pt x="2184" y="7"/>
                </a:moveTo>
                <a:lnTo>
                  <a:pt x="2178" y="1"/>
                </a:lnTo>
                <a:lnTo>
                  <a:pt x="2184" y="0"/>
                </a:lnTo>
                <a:lnTo>
                  <a:pt x="2183" y="3"/>
                </a:lnTo>
                <a:lnTo>
                  <a:pt x="2178" y="3"/>
                </a:lnTo>
                <a:lnTo>
                  <a:pt x="2160" y="12"/>
                </a:lnTo>
                <a:lnTo>
                  <a:pt x="2148" y="21"/>
                </a:lnTo>
                <a:lnTo>
                  <a:pt x="2139" y="31"/>
                </a:lnTo>
                <a:lnTo>
                  <a:pt x="2131" y="31"/>
                </a:lnTo>
                <a:lnTo>
                  <a:pt x="2122" y="34"/>
                </a:lnTo>
                <a:lnTo>
                  <a:pt x="2113" y="34"/>
                </a:lnTo>
                <a:lnTo>
                  <a:pt x="2104" y="34"/>
                </a:lnTo>
                <a:lnTo>
                  <a:pt x="2095" y="34"/>
                </a:lnTo>
                <a:lnTo>
                  <a:pt x="2086" y="34"/>
                </a:lnTo>
                <a:lnTo>
                  <a:pt x="2078" y="34"/>
                </a:lnTo>
                <a:lnTo>
                  <a:pt x="2069" y="40"/>
                </a:lnTo>
                <a:lnTo>
                  <a:pt x="2063" y="50"/>
                </a:lnTo>
                <a:lnTo>
                  <a:pt x="2057" y="59"/>
                </a:lnTo>
                <a:lnTo>
                  <a:pt x="2048" y="62"/>
                </a:lnTo>
                <a:lnTo>
                  <a:pt x="2039" y="62"/>
                </a:lnTo>
                <a:lnTo>
                  <a:pt x="2030" y="56"/>
                </a:lnTo>
                <a:lnTo>
                  <a:pt x="2019" y="50"/>
                </a:lnTo>
                <a:lnTo>
                  <a:pt x="2010" y="50"/>
                </a:lnTo>
                <a:lnTo>
                  <a:pt x="2001" y="46"/>
                </a:lnTo>
                <a:lnTo>
                  <a:pt x="1992" y="40"/>
                </a:lnTo>
                <a:lnTo>
                  <a:pt x="1983" y="37"/>
                </a:lnTo>
                <a:lnTo>
                  <a:pt x="1972" y="37"/>
                </a:lnTo>
                <a:lnTo>
                  <a:pt x="1963" y="34"/>
                </a:lnTo>
                <a:lnTo>
                  <a:pt x="1954" y="31"/>
                </a:lnTo>
                <a:lnTo>
                  <a:pt x="1945" y="28"/>
                </a:lnTo>
                <a:lnTo>
                  <a:pt x="1936" y="28"/>
                </a:lnTo>
                <a:lnTo>
                  <a:pt x="1927" y="25"/>
                </a:lnTo>
                <a:lnTo>
                  <a:pt x="1919" y="21"/>
                </a:lnTo>
                <a:lnTo>
                  <a:pt x="1910" y="18"/>
                </a:lnTo>
                <a:lnTo>
                  <a:pt x="1901" y="15"/>
                </a:lnTo>
                <a:lnTo>
                  <a:pt x="1898" y="25"/>
                </a:lnTo>
                <a:lnTo>
                  <a:pt x="1886" y="28"/>
                </a:lnTo>
                <a:lnTo>
                  <a:pt x="1874" y="28"/>
                </a:lnTo>
                <a:lnTo>
                  <a:pt x="1866" y="31"/>
                </a:lnTo>
                <a:lnTo>
                  <a:pt x="1857" y="37"/>
                </a:lnTo>
                <a:lnTo>
                  <a:pt x="1854" y="46"/>
                </a:lnTo>
                <a:lnTo>
                  <a:pt x="1845" y="50"/>
                </a:lnTo>
                <a:lnTo>
                  <a:pt x="1836" y="50"/>
                </a:lnTo>
                <a:lnTo>
                  <a:pt x="1827" y="50"/>
                </a:lnTo>
                <a:lnTo>
                  <a:pt x="1819" y="56"/>
                </a:lnTo>
                <a:lnTo>
                  <a:pt x="1810" y="59"/>
                </a:lnTo>
                <a:lnTo>
                  <a:pt x="1801" y="62"/>
                </a:lnTo>
                <a:lnTo>
                  <a:pt x="1792" y="65"/>
                </a:lnTo>
                <a:lnTo>
                  <a:pt x="1783" y="71"/>
                </a:lnTo>
                <a:lnTo>
                  <a:pt x="1774" y="75"/>
                </a:lnTo>
                <a:lnTo>
                  <a:pt x="1766" y="75"/>
                </a:lnTo>
                <a:lnTo>
                  <a:pt x="1757" y="71"/>
                </a:lnTo>
                <a:lnTo>
                  <a:pt x="1748" y="65"/>
                </a:lnTo>
                <a:lnTo>
                  <a:pt x="1736" y="62"/>
                </a:lnTo>
                <a:lnTo>
                  <a:pt x="1727" y="59"/>
                </a:lnTo>
                <a:lnTo>
                  <a:pt x="1718" y="56"/>
                </a:lnTo>
                <a:lnTo>
                  <a:pt x="1710" y="53"/>
                </a:lnTo>
                <a:lnTo>
                  <a:pt x="1701" y="53"/>
                </a:lnTo>
                <a:lnTo>
                  <a:pt x="1692" y="46"/>
                </a:lnTo>
                <a:lnTo>
                  <a:pt x="1683" y="43"/>
                </a:lnTo>
                <a:lnTo>
                  <a:pt x="1674" y="43"/>
                </a:lnTo>
                <a:lnTo>
                  <a:pt x="1665" y="40"/>
                </a:lnTo>
                <a:lnTo>
                  <a:pt x="1657" y="40"/>
                </a:lnTo>
                <a:lnTo>
                  <a:pt x="1645" y="37"/>
                </a:lnTo>
                <a:lnTo>
                  <a:pt x="1633" y="34"/>
                </a:lnTo>
                <a:lnTo>
                  <a:pt x="1624" y="31"/>
                </a:lnTo>
                <a:lnTo>
                  <a:pt x="1615" y="28"/>
                </a:lnTo>
                <a:lnTo>
                  <a:pt x="1607" y="28"/>
                </a:lnTo>
                <a:lnTo>
                  <a:pt x="1598" y="28"/>
                </a:lnTo>
                <a:lnTo>
                  <a:pt x="1589" y="28"/>
                </a:lnTo>
                <a:lnTo>
                  <a:pt x="1580" y="28"/>
                </a:lnTo>
                <a:lnTo>
                  <a:pt x="1571" y="28"/>
                </a:lnTo>
                <a:lnTo>
                  <a:pt x="1562" y="28"/>
                </a:lnTo>
                <a:lnTo>
                  <a:pt x="1551" y="28"/>
                </a:lnTo>
                <a:lnTo>
                  <a:pt x="1542" y="25"/>
                </a:lnTo>
                <a:lnTo>
                  <a:pt x="1533" y="18"/>
                </a:lnTo>
                <a:lnTo>
                  <a:pt x="1524" y="18"/>
                </a:lnTo>
                <a:lnTo>
                  <a:pt x="1515" y="18"/>
                </a:lnTo>
                <a:lnTo>
                  <a:pt x="1509" y="28"/>
                </a:lnTo>
                <a:lnTo>
                  <a:pt x="1501" y="34"/>
                </a:lnTo>
                <a:lnTo>
                  <a:pt x="1492" y="37"/>
                </a:lnTo>
                <a:lnTo>
                  <a:pt x="1483" y="46"/>
                </a:lnTo>
                <a:lnTo>
                  <a:pt x="1474" y="50"/>
                </a:lnTo>
                <a:lnTo>
                  <a:pt x="1465" y="53"/>
                </a:lnTo>
                <a:lnTo>
                  <a:pt x="1456" y="56"/>
                </a:lnTo>
                <a:lnTo>
                  <a:pt x="1448" y="56"/>
                </a:lnTo>
                <a:lnTo>
                  <a:pt x="1439" y="53"/>
                </a:lnTo>
                <a:lnTo>
                  <a:pt x="1430" y="46"/>
                </a:lnTo>
                <a:lnTo>
                  <a:pt x="1421" y="43"/>
                </a:lnTo>
                <a:lnTo>
                  <a:pt x="1412" y="43"/>
                </a:lnTo>
                <a:lnTo>
                  <a:pt x="1404" y="40"/>
                </a:lnTo>
                <a:lnTo>
                  <a:pt x="1395" y="37"/>
                </a:lnTo>
                <a:lnTo>
                  <a:pt x="1386" y="31"/>
                </a:lnTo>
                <a:lnTo>
                  <a:pt x="1377" y="31"/>
                </a:lnTo>
                <a:lnTo>
                  <a:pt x="1368" y="25"/>
                </a:lnTo>
                <a:lnTo>
                  <a:pt x="1359" y="21"/>
                </a:lnTo>
                <a:lnTo>
                  <a:pt x="1351" y="21"/>
                </a:lnTo>
                <a:lnTo>
                  <a:pt x="1342" y="18"/>
                </a:lnTo>
                <a:lnTo>
                  <a:pt x="1333" y="18"/>
                </a:lnTo>
                <a:lnTo>
                  <a:pt x="1321" y="15"/>
                </a:lnTo>
                <a:lnTo>
                  <a:pt x="1312" y="12"/>
                </a:lnTo>
                <a:lnTo>
                  <a:pt x="1303" y="12"/>
                </a:lnTo>
                <a:lnTo>
                  <a:pt x="1295" y="12"/>
                </a:lnTo>
                <a:lnTo>
                  <a:pt x="1286" y="12"/>
                </a:lnTo>
                <a:lnTo>
                  <a:pt x="1277" y="12"/>
                </a:lnTo>
                <a:lnTo>
                  <a:pt x="1268" y="15"/>
                </a:lnTo>
                <a:lnTo>
                  <a:pt x="1259" y="21"/>
                </a:lnTo>
                <a:lnTo>
                  <a:pt x="1250" y="31"/>
                </a:lnTo>
                <a:lnTo>
                  <a:pt x="1242" y="37"/>
                </a:lnTo>
                <a:lnTo>
                  <a:pt x="1233" y="43"/>
                </a:lnTo>
                <a:lnTo>
                  <a:pt x="1224" y="50"/>
                </a:lnTo>
                <a:lnTo>
                  <a:pt x="1215" y="53"/>
                </a:lnTo>
                <a:lnTo>
                  <a:pt x="1206" y="53"/>
                </a:lnTo>
                <a:lnTo>
                  <a:pt x="1197" y="53"/>
                </a:lnTo>
                <a:lnTo>
                  <a:pt x="1189" y="56"/>
                </a:lnTo>
                <a:lnTo>
                  <a:pt x="1177" y="56"/>
                </a:lnTo>
                <a:lnTo>
                  <a:pt x="1168" y="59"/>
                </a:lnTo>
                <a:lnTo>
                  <a:pt x="1156" y="62"/>
                </a:lnTo>
                <a:lnTo>
                  <a:pt x="1147" y="65"/>
                </a:lnTo>
                <a:lnTo>
                  <a:pt x="1139" y="65"/>
                </a:lnTo>
                <a:lnTo>
                  <a:pt x="1130" y="68"/>
                </a:lnTo>
                <a:lnTo>
                  <a:pt x="1121" y="68"/>
                </a:lnTo>
                <a:lnTo>
                  <a:pt x="1112" y="68"/>
                </a:lnTo>
                <a:lnTo>
                  <a:pt x="1103" y="68"/>
                </a:lnTo>
                <a:lnTo>
                  <a:pt x="1094" y="68"/>
                </a:lnTo>
                <a:lnTo>
                  <a:pt x="1086" y="65"/>
                </a:lnTo>
                <a:lnTo>
                  <a:pt x="1080" y="56"/>
                </a:lnTo>
                <a:lnTo>
                  <a:pt x="1068" y="46"/>
                </a:lnTo>
                <a:lnTo>
                  <a:pt x="1059" y="43"/>
                </a:lnTo>
                <a:lnTo>
                  <a:pt x="1047" y="37"/>
                </a:lnTo>
                <a:lnTo>
                  <a:pt x="1039" y="31"/>
                </a:lnTo>
                <a:lnTo>
                  <a:pt x="1027" y="31"/>
                </a:lnTo>
                <a:lnTo>
                  <a:pt x="1018" y="28"/>
                </a:lnTo>
                <a:lnTo>
                  <a:pt x="1009" y="21"/>
                </a:lnTo>
                <a:lnTo>
                  <a:pt x="1000" y="21"/>
                </a:lnTo>
                <a:lnTo>
                  <a:pt x="991" y="18"/>
                </a:lnTo>
                <a:lnTo>
                  <a:pt x="980" y="25"/>
                </a:lnTo>
                <a:lnTo>
                  <a:pt x="971" y="31"/>
                </a:lnTo>
                <a:lnTo>
                  <a:pt x="962" y="37"/>
                </a:lnTo>
                <a:lnTo>
                  <a:pt x="953" y="40"/>
                </a:lnTo>
                <a:lnTo>
                  <a:pt x="944" y="43"/>
                </a:lnTo>
                <a:lnTo>
                  <a:pt x="933" y="50"/>
                </a:lnTo>
                <a:lnTo>
                  <a:pt x="924" y="53"/>
                </a:lnTo>
                <a:lnTo>
                  <a:pt x="915" y="59"/>
                </a:lnTo>
                <a:lnTo>
                  <a:pt x="906" y="59"/>
                </a:lnTo>
                <a:lnTo>
                  <a:pt x="897" y="59"/>
                </a:lnTo>
                <a:lnTo>
                  <a:pt x="885" y="56"/>
                </a:lnTo>
                <a:lnTo>
                  <a:pt x="880" y="46"/>
                </a:lnTo>
                <a:lnTo>
                  <a:pt x="871" y="40"/>
                </a:lnTo>
                <a:lnTo>
                  <a:pt x="862" y="34"/>
                </a:lnTo>
                <a:lnTo>
                  <a:pt x="853" y="25"/>
                </a:lnTo>
                <a:lnTo>
                  <a:pt x="844" y="18"/>
                </a:lnTo>
                <a:lnTo>
                  <a:pt x="835" y="12"/>
                </a:lnTo>
                <a:lnTo>
                  <a:pt x="827" y="9"/>
                </a:lnTo>
                <a:lnTo>
                  <a:pt x="818" y="9"/>
                </a:lnTo>
                <a:lnTo>
                  <a:pt x="809" y="9"/>
                </a:lnTo>
                <a:lnTo>
                  <a:pt x="800" y="12"/>
                </a:lnTo>
                <a:lnTo>
                  <a:pt x="791" y="12"/>
                </a:lnTo>
                <a:lnTo>
                  <a:pt x="782" y="12"/>
                </a:lnTo>
                <a:lnTo>
                  <a:pt x="774" y="12"/>
                </a:lnTo>
                <a:lnTo>
                  <a:pt x="765" y="12"/>
                </a:lnTo>
                <a:lnTo>
                  <a:pt x="756" y="15"/>
                </a:lnTo>
                <a:lnTo>
                  <a:pt x="747" y="15"/>
                </a:lnTo>
                <a:lnTo>
                  <a:pt x="738" y="15"/>
                </a:lnTo>
                <a:lnTo>
                  <a:pt x="729" y="15"/>
                </a:lnTo>
                <a:lnTo>
                  <a:pt x="721" y="18"/>
                </a:lnTo>
                <a:lnTo>
                  <a:pt x="712" y="18"/>
                </a:lnTo>
                <a:lnTo>
                  <a:pt x="703" y="18"/>
                </a:lnTo>
                <a:lnTo>
                  <a:pt x="694" y="18"/>
                </a:lnTo>
                <a:lnTo>
                  <a:pt x="685" y="18"/>
                </a:lnTo>
                <a:lnTo>
                  <a:pt x="676" y="18"/>
                </a:lnTo>
                <a:lnTo>
                  <a:pt x="668" y="21"/>
                </a:lnTo>
                <a:lnTo>
                  <a:pt x="659" y="28"/>
                </a:lnTo>
                <a:lnTo>
                  <a:pt x="650" y="31"/>
                </a:lnTo>
                <a:lnTo>
                  <a:pt x="641" y="37"/>
                </a:lnTo>
                <a:lnTo>
                  <a:pt x="632" y="40"/>
                </a:lnTo>
                <a:lnTo>
                  <a:pt x="624" y="50"/>
                </a:lnTo>
                <a:lnTo>
                  <a:pt x="615" y="53"/>
                </a:lnTo>
                <a:lnTo>
                  <a:pt x="606" y="56"/>
                </a:lnTo>
                <a:lnTo>
                  <a:pt x="594" y="59"/>
                </a:lnTo>
                <a:lnTo>
                  <a:pt x="585" y="62"/>
                </a:lnTo>
                <a:lnTo>
                  <a:pt x="576" y="65"/>
                </a:lnTo>
                <a:lnTo>
                  <a:pt x="568" y="65"/>
                </a:lnTo>
                <a:lnTo>
                  <a:pt x="559" y="65"/>
                </a:lnTo>
                <a:lnTo>
                  <a:pt x="550" y="59"/>
                </a:lnTo>
                <a:lnTo>
                  <a:pt x="541" y="53"/>
                </a:lnTo>
                <a:lnTo>
                  <a:pt x="532" y="50"/>
                </a:lnTo>
                <a:lnTo>
                  <a:pt x="523" y="43"/>
                </a:lnTo>
                <a:lnTo>
                  <a:pt x="512" y="43"/>
                </a:lnTo>
                <a:lnTo>
                  <a:pt x="500" y="40"/>
                </a:lnTo>
                <a:lnTo>
                  <a:pt x="497" y="31"/>
                </a:lnTo>
                <a:lnTo>
                  <a:pt x="488" y="28"/>
                </a:lnTo>
                <a:lnTo>
                  <a:pt x="479" y="28"/>
                </a:lnTo>
                <a:lnTo>
                  <a:pt x="468" y="28"/>
                </a:lnTo>
                <a:lnTo>
                  <a:pt x="459" y="28"/>
                </a:lnTo>
                <a:lnTo>
                  <a:pt x="450" y="28"/>
                </a:lnTo>
                <a:lnTo>
                  <a:pt x="450" y="37"/>
                </a:lnTo>
                <a:lnTo>
                  <a:pt x="450" y="46"/>
                </a:lnTo>
                <a:lnTo>
                  <a:pt x="459" y="53"/>
                </a:lnTo>
                <a:lnTo>
                  <a:pt x="465" y="62"/>
                </a:lnTo>
                <a:lnTo>
                  <a:pt x="473" y="71"/>
                </a:lnTo>
                <a:lnTo>
                  <a:pt x="479" y="81"/>
                </a:lnTo>
                <a:lnTo>
                  <a:pt x="485" y="90"/>
                </a:lnTo>
                <a:lnTo>
                  <a:pt x="491" y="100"/>
                </a:lnTo>
                <a:lnTo>
                  <a:pt x="482" y="93"/>
                </a:lnTo>
                <a:lnTo>
                  <a:pt x="473" y="84"/>
                </a:lnTo>
                <a:lnTo>
                  <a:pt x="465" y="78"/>
                </a:lnTo>
                <a:lnTo>
                  <a:pt x="456" y="71"/>
                </a:lnTo>
                <a:lnTo>
                  <a:pt x="447" y="65"/>
                </a:lnTo>
                <a:lnTo>
                  <a:pt x="438" y="56"/>
                </a:lnTo>
                <a:lnTo>
                  <a:pt x="429" y="46"/>
                </a:lnTo>
                <a:lnTo>
                  <a:pt x="420" y="40"/>
                </a:lnTo>
                <a:lnTo>
                  <a:pt x="412" y="37"/>
                </a:lnTo>
                <a:lnTo>
                  <a:pt x="400" y="34"/>
                </a:lnTo>
                <a:lnTo>
                  <a:pt x="391" y="34"/>
                </a:lnTo>
                <a:lnTo>
                  <a:pt x="382" y="34"/>
                </a:lnTo>
                <a:lnTo>
                  <a:pt x="373" y="34"/>
                </a:lnTo>
                <a:lnTo>
                  <a:pt x="364" y="31"/>
                </a:lnTo>
                <a:lnTo>
                  <a:pt x="356" y="31"/>
                </a:lnTo>
                <a:lnTo>
                  <a:pt x="347" y="31"/>
                </a:lnTo>
                <a:lnTo>
                  <a:pt x="338" y="31"/>
                </a:lnTo>
                <a:lnTo>
                  <a:pt x="326" y="31"/>
                </a:lnTo>
                <a:lnTo>
                  <a:pt x="317" y="31"/>
                </a:lnTo>
                <a:lnTo>
                  <a:pt x="309" y="34"/>
                </a:lnTo>
                <a:lnTo>
                  <a:pt x="300" y="34"/>
                </a:lnTo>
                <a:lnTo>
                  <a:pt x="288" y="34"/>
                </a:lnTo>
                <a:lnTo>
                  <a:pt x="276" y="34"/>
                </a:lnTo>
                <a:lnTo>
                  <a:pt x="267" y="34"/>
                </a:lnTo>
                <a:lnTo>
                  <a:pt x="259" y="34"/>
                </a:lnTo>
                <a:lnTo>
                  <a:pt x="250" y="40"/>
                </a:lnTo>
                <a:lnTo>
                  <a:pt x="241" y="43"/>
                </a:lnTo>
                <a:lnTo>
                  <a:pt x="238" y="53"/>
                </a:lnTo>
                <a:lnTo>
                  <a:pt x="238" y="62"/>
                </a:lnTo>
                <a:lnTo>
                  <a:pt x="229" y="71"/>
                </a:lnTo>
                <a:lnTo>
                  <a:pt x="220" y="75"/>
                </a:lnTo>
                <a:lnTo>
                  <a:pt x="211" y="75"/>
                </a:lnTo>
                <a:lnTo>
                  <a:pt x="203" y="75"/>
                </a:lnTo>
                <a:lnTo>
                  <a:pt x="194" y="75"/>
                </a:lnTo>
                <a:lnTo>
                  <a:pt x="185" y="78"/>
                </a:lnTo>
                <a:lnTo>
                  <a:pt x="176" y="81"/>
                </a:lnTo>
                <a:lnTo>
                  <a:pt x="164" y="81"/>
                </a:lnTo>
                <a:lnTo>
                  <a:pt x="156" y="81"/>
                </a:lnTo>
                <a:lnTo>
                  <a:pt x="147" y="81"/>
                </a:lnTo>
                <a:lnTo>
                  <a:pt x="138" y="78"/>
                </a:lnTo>
                <a:lnTo>
                  <a:pt x="132" y="68"/>
                </a:lnTo>
                <a:lnTo>
                  <a:pt x="123" y="65"/>
                </a:lnTo>
                <a:lnTo>
                  <a:pt x="114" y="59"/>
                </a:lnTo>
                <a:lnTo>
                  <a:pt x="105" y="56"/>
                </a:lnTo>
                <a:lnTo>
                  <a:pt x="97" y="53"/>
                </a:lnTo>
                <a:lnTo>
                  <a:pt x="88" y="53"/>
                </a:lnTo>
                <a:lnTo>
                  <a:pt x="79" y="50"/>
                </a:lnTo>
                <a:lnTo>
                  <a:pt x="70" y="43"/>
                </a:lnTo>
                <a:lnTo>
                  <a:pt x="61" y="40"/>
                </a:lnTo>
                <a:lnTo>
                  <a:pt x="52" y="34"/>
                </a:lnTo>
                <a:lnTo>
                  <a:pt x="44" y="31"/>
                </a:lnTo>
                <a:lnTo>
                  <a:pt x="35" y="28"/>
                </a:lnTo>
                <a:lnTo>
                  <a:pt x="26" y="21"/>
                </a:lnTo>
                <a:lnTo>
                  <a:pt x="17" y="18"/>
                </a:lnTo>
                <a:lnTo>
                  <a:pt x="5" y="3"/>
                </a:lnTo>
                <a:lnTo>
                  <a:pt x="0" y="12"/>
                </a:lnTo>
                <a:lnTo>
                  <a:pt x="3" y="1"/>
                </a:lnTo>
                <a:lnTo>
                  <a:pt x="3" y="1"/>
                </a:lnTo>
                <a:lnTo>
                  <a:pt x="5" y="4"/>
                </a:lnTo>
                <a:lnTo>
                  <a:pt x="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1" name="Freeform 15">
            <a:extLst>
              <a:ext uri="{FF2B5EF4-FFF2-40B4-BE49-F238E27FC236}">
                <a16:creationId xmlns:a16="http://schemas.microsoft.com/office/drawing/2014/main" id="{E44C114A-5B0A-9024-8210-9FDEA3CDE9D4}"/>
              </a:ext>
            </a:extLst>
          </p:cNvPr>
          <p:cNvSpPr>
            <a:spLocks/>
          </p:cNvSpPr>
          <p:nvPr/>
        </p:nvSpPr>
        <p:spPr bwMode="auto">
          <a:xfrm>
            <a:off x="385763" y="2073275"/>
            <a:ext cx="3468687" cy="133350"/>
          </a:xfrm>
          <a:custGeom>
            <a:avLst/>
            <a:gdLst>
              <a:gd name="T0" fmla="*/ 0 w 2185"/>
              <a:gd name="T1" fmla="*/ 83 h 84"/>
              <a:gd name="T2" fmla="*/ 48 w 2185"/>
              <a:gd name="T3" fmla="*/ 57 h 84"/>
              <a:gd name="T4" fmla="*/ 91 w 2185"/>
              <a:gd name="T5" fmla="*/ 32 h 84"/>
              <a:gd name="T6" fmla="*/ 126 w 2185"/>
              <a:gd name="T7" fmla="*/ 24 h 84"/>
              <a:gd name="T8" fmla="*/ 161 w 2185"/>
              <a:gd name="T9" fmla="*/ 28 h 84"/>
              <a:gd name="T10" fmla="*/ 197 w 2185"/>
              <a:gd name="T11" fmla="*/ 45 h 84"/>
              <a:gd name="T12" fmla="*/ 232 w 2185"/>
              <a:gd name="T13" fmla="*/ 57 h 84"/>
              <a:gd name="T14" fmla="*/ 271 w 2185"/>
              <a:gd name="T15" fmla="*/ 32 h 84"/>
              <a:gd name="T16" fmla="*/ 307 w 2185"/>
              <a:gd name="T17" fmla="*/ 24 h 84"/>
              <a:gd name="T18" fmla="*/ 342 w 2185"/>
              <a:gd name="T19" fmla="*/ 40 h 84"/>
              <a:gd name="T20" fmla="*/ 377 w 2185"/>
              <a:gd name="T21" fmla="*/ 61 h 84"/>
              <a:gd name="T22" fmla="*/ 413 w 2185"/>
              <a:gd name="T23" fmla="*/ 40 h 84"/>
              <a:gd name="T24" fmla="*/ 452 w 2185"/>
              <a:gd name="T25" fmla="*/ 28 h 84"/>
              <a:gd name="T26" fmla="*/ 487 w 2185"/>
              <a:gd name="T27" fmla="*/ 24 h 84"/>
              <a:gd name="T28" fmla="*/ 527 w 2185"/>
              <a:gd name="T29" fmla="*/ 16 h 84"/>
              <a:gd name="T30" fmla="*/ 570 w 2185"/>
              <a:gd name="T31" fmla="*/ 24 h 84"/>
              <a:gd name="T32" fmla="*/ 601 w 2185"/>
              <a:gd name="T33" fmla="*/ 53 h 84"/>
              <a:gd name="T34" fmla="*/ 640 w 2185"/>
              <a:gd name="T35" fmla="*/ 40 h 84"/>
              <a:gd name="T36" fmla="*/ 684 w 2185"/>
              <a:gd name="T37" fmla="*/ 32 h 84"/>
              <a:gd name="T38" fmla="*/ 723 w 2185"/>
              <a:gd name="T39" fmla="*/ 20 h 84"/>
              <a:gd name="T40" fmla="*/ 758 w 2185"/>
              <a:gd name="T41" fmla="*/ 20 h 84"/>
              <a:gd name="T42" fmla="*/ 794 w 2185"/>
              <a:gd name="T43" fmla="*/ 45 h 84"/>
              <a:gd name="T44" fmla="*/ 829 w 2185"/>
              <a:gd name="T45" fmla="*/ 53 h 84"/>
              <a:gd name="T46" fmla="*/ 864 w 2185"/>
              <a:gd name="T47" fmla="*/ 45 h 84"/>
              <a:gd name="T48" fmla="*/ 904 w 2185"/>
              <a:gd name="T49" fmla="*/ 36 h 84"/>
              <a:gd name="T50" fmla="*/ 939 w 2185"/>
              <a:gd name="T51" fmla="*/ 36 h 84"/>
              <a:gd name="T52" fmla="*/ 978 w 2185"/>
              <a:gd name="T53" fmla="*/ 32 h 84"/>
              <a:gd name="T54" fmla="*/ 1013 w 2185"/>
              <a:gd name="T55" fmla="*/ 16 h 84"/>
              <a:gd name="T56" fmla="*/ 1057 w 2185"/>
              <a:gd name="T57" fmla="*/ 16 h 84"/>
              <a:gd name="T58" fmla="*/ 1092 w 2185"/>
              <a:gd name="T59" fmla="*/ 40 h 84"/>
              <a:gd name="T60" fmla="*/ 1127 w 2185"/>
              <a:gd name="T61" fmla="*/ 49 h 84"/>
              <a:gd name="T62" fmla="*/ 1167 w 2185"/>
              <a:gd name="T63" fmla="*/ 32 h 84"/>
              <a:gd name="T64" fmla="*/ 1210 w 2185"/>
              <a:gd name="T65" fmla="*/ 12 h 84"/>
              <a:gd name="T66" fmla="*/ 1249 w 2185"/>
              <a:gd name="T67" fmla="*/ 8 h 84"/>
              <a:gd name="T68" fmla="*/ 1280 w 2185"/>
              <a:gd name="T69" fmla="*/ 16 h 84"/>
              <a:gd name="T70" fmla="*/ 1316 w 2185"/>
              <a:gd name="T71" fmla="*/ 45 h 84"/>
              <a:gd name="T72" fmla="*/ 1351 w 2185"/>
              <a:gd name="T73" fmla="*/ 57 h 84"/>
              <a:gd name="T74" fmla="*/ 1386 w 2185"/>
              <a:gd name="T75" fmla="*/ 32 h 84"/>
              <a:gd name="T76" fmla="*/ 1426 w 2185"/>
              <a:gd name="T77" fmla="*/ 20 h 84"/>
              <a:gd name="T78" fmla="*/ 1461 w 2185"/>
              <a:gd name="T79" fmla="*/ 16 h 84"/>
              <a:gd name="T80" fmla="*/ 1500 w 2185"/>
              <a:gd name="T81" fmla="*/ 12 h 84"/>
              <a:gd name="T82" fmla="*/ 1547 w 2185"/>
              <a:gd name="T83" fmla="*/ 40 h 84"/>
              <a:gd name="T84" fmla="*/ 1583 w 2185"/>
              <a:gd name="T85" fmla="*/ 61 h 84"/>
              <a:gd name="T86" fmla="*/ 1622 w 2185"/>
              <a:gd name="T87" fmla="*/ 49 h 84"/>
              <a:gd name="T88" fmla="*/ 1657 w 2185"/>
              <a:gd name="T89" fmla="*/ 28 h 84"/>
              <a:gd name="T90" fmla="*/ 1697 w 2185"/>
              <a:gd name="T91" fmla="*/ 16 h 84"/>
              <a:gd name="T92" fmla="*/ 1732 w 2185"/>
              <a:gd name="T93" fmla="*/ 8 h 84"/>
              <a:gd name="T94" fmla="*/ 1775 w 2185"/>
              <a:gd name="T95" fmla="*/ 28 h 84"/>
              <a:gd name="T96" fmla="*/ 1811 w 2185"/>
              <a:gd name="T97" fmla="*/ 40 h 84"/>
              <a:gd name="T98" fmla="*/ 1846 w 2185"/>
              <a:gd name="T99" fmla="*/ 28 h 84"/>
              <a:gd name="T100" fmla="*/ 1881 w 2185"/>
              <a:gd name="T101" fmla="*/ 8 h 84"/>
              <a:gd name="T102" fmla="*/ 1920 w 2185"/>
              <a:gd name="T103" fmla="*/ 0 h 84"/>
              <a:gd name="T104" fmla="*/ 1964 w 2185"/>
              <a:gd name="T105" fmla="*/ 8 h 84"/>
              <a:gd name="T106" fmla="*/ 1999 w 2185"/>
              <a:gd name="T107" fmla="*/ 24 h 84"/>
              <a:gd name="T108" fmla="*/ 2038 w 2185"/>
              <a:gd name="T109" fmla="*/ 36 h 84"/>
              <a:gd name="T110" fmla="*/ 2070 w 2185"/>
              <a:gd name="T111" fmla="*/ 16 h 84"/>
              <a:gd name="T112" fmla="*/ 2109 w 2185"/>
              <a:gd name="T113" fmla="*/ 36 h 84"/>
              <a:gd name="T114" fmla="*/ 2140 w 2185"/>
              <a:gd name="T115" fmla="*/ 57 h 84"/>
              <a:gd name="T116" fmla="*/ 2176 w 2185"/>
              <a:gd name="T117" fmla="*/ 69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85" h="84">
                <a:moveTo>
                  <a:pt x="0" y="79"/>
                </a:moveTo>
                <a:lnTo>
                  <a:pt x="0" y="73"/>
                </a:lnTo>
                <a:lnTo>
                  <a:pt x="0" y="83"/>
                </a:lnTo>
                <a:lnTo>
                  <a:pt x="24" y="49"/>
                </a:lnTo>
                <a:lnTo>
                  <a:pt x="36" y="49"/>
                </a:lnTo>
                <a:lnTo>
                  <a:pt x="48" y="57"/>
                </a:lnTo>
                <a:lnTo>
                  <a:pt x="63" y="49"/>
                </a:lnTo>
                <a:lnTo>
                  <a:pt x="79" y="36"/>
                </a:lnTo>
                <a:lnTo>
                  <a:pt x="91" y="32"/>
                </a:lnTo>
                <a:lnTo>
                  <a:pt x="103" y="32"/>
                </a:lnTo>
                <a:lnTo>
                  <a:pt x="114" y="28"/>
                </a:lnTo>
                <a:lnTo>
                  <a:pt x="126" y="24"/>
                </a:lnTo>
                <a:lnTo>
                  <a:pt x="138" y="24"/>
                </a:lnTo>
                <a:lnTo>
                  <a:pt x="150" y="28"/>
                </a:lnTo>
                <a:lnTo>
                  <a:pt x="161" y="28"/>
                </a:lnTo>
                <a:lnTo>
                  <a:pt x="173" y="32"/>
                </a:lnTo>
                <a:lnTo>
                  <a:pt x="185" y="40"/>
                </a:lnTo>
                <a:lnTo>
                  <a:pt x="197" y="45"/>
                </a:lnTo>
                <a:lnTo>
                  <a:pt x="209" y="49"/>
                </a:lnTo>
                <a:lnTo>
                  <a:pt x="220" y="53"/>
                </a:lnTo>
                <a:lnTo>
                  <a:pt x="232" y="57"/>
                </a:lnTo>
                <a:lnTo>
                  <a:pt x="248" y="53"/>
                </a:lnTo>
                <a:lnTo>
                  <a:pt x="264" y="45"/>
                </a:lnTo>
                <a:lnTo>
                  <a:pt x="271" y="32"/>
                </a:lnTo>
                <a:lnTo>
                  <a:pt x="283" y="32"/>
                </a:lnTo>
                <a:lnTo>
                  <a:pt x="295" y="28"/>
                </a:lnTo>
                <a:lnTo>
                  <a:pt x="307" y="24"/>
                </a:lnTo>
                <a:lnTo>
                  <a:pt x="319" y="20"/>
                </a:lnTo>
                <a:lnTo>
                  <a:pt x="330" y="32"/>
                </a:lnTo>
                <a:lnTo>
                  <a:pt x="342" y="40"/>
                </a:lnTo>
                <a:lnTo>
                  <a:pt x="354" y="53"/>
                </a:lnTo>
                <a:lnTo>
                  <a:pt x="366" y="61"/>
                </a:lnTo>
                <a:lnTo>
                  <a:pt x="377" y="61"/>
                </a:lnTo>
                <a:lnTo>
                  <a:pt x="389" y="53"/>
                </a:lnTo>
                <a:lnTo>
                  <a:pt x="401" y="49"/>
                </a:lnTo>
                <a:lnTo>
                  <a:pt x="413" y="40"/>
                </a:lnTo>
                <a:lnTo>
                  <a:pt x="425" y="36"/>
                </a:lnTo>
                <a:lnTo>
                  <a:pt x="436" y="32"/>
                </a:lnTo>
                <a:lnTo>
                  <a:pt x="452" y="28"/>
                </a:lnTo>
                <a:lnTo>
                  <a:pt x="464" y="28"/>
                </a:lnTo>
                <a:lnTo>
                  <a:pt x="476" y="24"/>
                </a:lnTo>
                <a:lnTo>
                  <a:pt x="487" y="24"/>
                </a:lnTo>
                <a:lnTo>
                  <a:pt x="499" y="24"/>
                </a:lnTo>
                <a:lnTo>
                  <a:pt x="511" y="20"/>
                </a:lnTo>
                <a:lnTo>
                  <a:pt x="527" y="16"/>
                </a:lnTo>
                <a:lnTo>
                  <a:pt x="542" y="16"/>
                </a:lnTo>
                <a:lnTo>
                  <a:pt x="558" y="12"/>
                </a:lnTo>
                <a:lnTo>
                  <a:pt x="570" y="24"/>
                </a:lnTo>
                <a:lnTo>
                  <a:pt x="578" y="36"/>
                </a:lnTo>
                <a:lnTo>
                  <a:pt x="585" y="49"/>
                </a:lnTo>
                <a:lnTo>
                  <a:pt x="601" y="53"/>
                </a:lnTo>
                <a:lnTo>
                  <a:pt x="613" y="49"/>
                </a:lnTo>
                <a:lnTo>
                  <a:pt x="629" y="45"/>
                </a:lnTo>
                <a:lnTo>
                  <a:pt x="640" y="40"/>
                </a:lnTo>
                <a:lnTo>
                  <a:pt x="656" y="36"/>
                </a:lnTo>
                <a:lnTo>
                  <a:pt x="672" y="36"/>
                </a:lnTo>
                <a:lnTo>
                  <a:pt x="684" y="32"/>
                </a:lnTo>
                <a:lnTo>
                  <a:pt x="695" y="28"/>
                </a:lnTo>
                <a:lnTo>
                  <a:pt x="711" y="24"/>
                </a:lnTo>
                <a:lnTo>
                  <a:pt x="723" y="20"/>
                </a:lnTo>
                <a:lnTo>
                  <a:pt x="735" y="16"/>
                </a:lnTo>
                <a:lnTo>
                  <a:pt x="746" y="12"/>
                </a:lnTo>
                <a:lnTo>
                  <a:pt x="758" y="20"/>
                </a:lnTo>
                <a:lnTo>
                  <a:pt x="770" y="28"/>
                </a:lnTo>
                <a:lnTo>
                  <a:pt x="782" y="36"/>
                </a:lnTo>
                <a:lnTo>
                  <a:pt x="794" y="45"/>
                </a:lnTo>
                <a:lnTo>
                  <a:pt x="805" y="53"/>
                </a:lnTo>
                <a:lnTo>
                  <a:pt x="817" y="53"/>
                </a:lnTo>
                <a:lnTo>
                  <a:pt x="829" y="53"/>
                </a:lnTo>
                <a:lnTo>
                  <a:pt x="841" y="49"/>
                </a:lnTo>
                <a:lnTo>
                  <a:pt x="852" y="45"/>
                </a:lnTo>
                <a:lnTo>
                  <a:pt x="864" y="45"/>
                </a:lnTo>
                <a:lnTo>
                  <a:pt x="876" y="40"/>
                </a:lnTo>
                <a:lnTo>
                  <a:pt x="892" y="40"/>
                </a:lnTo>
                <a:lnTo>
                  <a:pt x="904" y="36"/>
                </a:lnTo>
                <a:lnTo>
                  <a:pt x="915" y="36"/>
                </a:lnTo>
                <a:lnTo>
                  <a:pt x="927" y="36"/>
                </a:lnTo>
                <a:lnTo>
                  <a:pt x="939" y="36"/>
                </a:lnTo>
                <a:lnTo>
                  <a:pt x="951" y="36"/>
                </a:lnTo>
                <a:lnTo>
                  <a:pt x="962" y="36"/>
                </a:lnTo>
                <a:lnTo>
                  <a:pt x="978" y="32"/>
                </a:lnTo>
                <a:lnTo>
                  <a:pt x="990" y="28"/>
                </a:lnTo>
                <a:lnTo>
                  <a:pt x="1002" y="20"/>
                </a:lnTo>
                <a:lnTo>
                  <a:pt x="1013" y="16"/>
                </a:lnTo>
                <a:lnTo>
                  <a:pt x="1025" y="12"/>
                </a:lnTo>
                <a:lnTo>
                  <a:pt x="1041" y="8"/>
                </a:lnTo>
                <a:lnTo>
                  <a:pt x="1057" y="16"/>
                </a:lnTo>
                <a:lnTo>
                  <a:pt x="1068" y="28"/>
                </a:lnTo>
                <a:lnTo>
                  <a:pt x="1080" y="36"/>
                </a:lnTo>
                <a:lnTo>
                  <a:pt x="1092" y="40"/>
                </a:lnTo>
                <a:lnTo>
                  <a:pt x="1104" y="49"/>
                </a:lnTo>
                <a:lnTo>
                  <a:pt x="1116" y="49"/>
                </a:lnTo>
                <a:lnTo>
                  <a:pt x="1127" y="49"/>
                </a:lnTo>
                <a:lnTo>
                  <a:pt x="1143" y="45"/>
                </a:lnTo>
                <a:lnTo>
                  <a:pt x="1155" y="40"/>
                </a:lnTo>
                <a:lnTo>
                  <a:pt x="1167" y="32"/>
                </a:lnTo>
                <a:lnTo>
                  <a:pt x="1182" y="24"/>
                </a:lnTo>
                <a:lnTo>
                  <a:pt x="1194" y="20"/>
                </a:lnTo>
                <a:lnTo>
                  <a:pt x="1210" y="12"/>
                </a:lnTo>
                <a:lnTo>
                  <a:pt x="1222" y="12"/>
                </a:lnTo>
                <a:lnTo>
                  <a:pt x="1233" y="12"/>
                </a:lnTo>
                <a:lnTo>
                  <a:pt x="1249" y="8"/>
                </a:lnTo>
                <a:lnTo>
                  <a:pt x="1261" y="4"/>
                </a:lnTo>
                <a:lnTo>
                  <a:pt x="1273" y="4"/>
                </a:lnTo>
                <a:lnTo>
                  <a:pt x="1280" y="16"/>
                </a:lnTo>
                <a:lnTo>
                  <a:pt x="1292" y="24"/>
                </a:lnTo>
                <a:lnTo>
                  <a:pt x="1304" y="32"/>
                </a:lnTo>
                <a:lnTo>
                  <a:pt x="1316" y="45"/>
                </a:lnTo>
                <a:lnTo>
                  <a:pt x="1328" y="53"/>
                </a:lnTo>
                <a:lnTo>
                  <a:pt x="1339" y="57"/>
                </a:lnTo>
                <a:lnTo>
                  <a:pt x="1351" y="57"/>
                </a:lnTo>
                <a:lnTo>
                  <a:pt x="1363" y="49"/>
                </a:lnTo>
                <a:lnTo>
                  <a:pt x="1375" y="40"/>
                </a:lnTo>
                <a:lnTo>
                  <a:pt x="1386" y="32"/>
                </a:lnTo>
                <a:lnTo>
                  <a:pt x="1398" y="28"/>
                </a:lnTo>
                <a:lnTo>
                  <a:pt x="1410" y="24"/>
                </a:lnTo>
                <a:lnTo>
                  <a:pt x="1426" y="20"/>
                </a:lnTo>
                <a:lnTo>
                  <a:pt x="1438" y="20"/>
                </a:lnTo>
                <a:lnTo>
                  <a:pt x="1449" y="20"/>
                </a:lnTo>
                <a:lnTo>
                  <a:pt x="1461" y="16"/>
                </a:lnTo>
                <a:lnTo>
                  <a:pt x="1473" y="16"/>
                </a:lnTo>
                <a:lnTo>
                  <a:pt x="1485" y="8"/>
                </a:lnTo>
                <a:lnTo>
                  <a:pt x="1500" y="12"/>
                </a:lnTo>
                <a:lnTo>
                  <a:pt x="1520" y="24"/>
                </a:lnTo>
                <a:lnTo>
                  <a:pt x="1532" y="28"/>
                </a:lnTo>
                <a:lnTo>
                  <a:pt x="1547" y="40"/>
                </a:lnTo>
                <a:lnTo>
                  <a:pt x="1559" y="45"/>
                </a:lnTo>
                <a:lnTo>
                  <a:pt x="1571" y="53"/>
                </a:lnTo>
                <a:lnTo>
                  <a:pt x="1583" y="61"/>
                </a:lnTo>
                <a:lnTo>
                  <a:pt x="1595" y="61"/>
                </a:lnTo>
                <a:lnTo>
                  <a:pt x="1606" y="57"/>
                </a:lnTo>
                <a:lnTo>
                  <a:pt x="1622" y="49"/>
                </a:lnTo>
                <a:lnTo>
                  <a:pt x="1634" y="36"/>
                </a:lnTo>
                <a:lnTo>
                  <a:pt x="1646" y="32"/>
                </a:lnTo>
                <a:lnTo>
                  <a:pt x="1657" y="28"/>
                </a:lnTo>
                <a:lnTo>
                  <a:pt x="1669" y="24"/>
                </a:lnTo>
                <a:lnTo>
                  <a:pt x="1685" y="20"/>
                </a:lnTo>
                <a:lnTo>
                  <a:pt x="1697" y="16"/>
                </a:lnTo>
                <a:lnTo>
                  <a:pt x="1708" y="12"/>
                </a:lnTo>
                <a:lnTo>
                  <a:pt x="1720" y="8"/>
                </a:lnTo>
                <a:lnTo>
                  <a:pt x="1732" y="8"/>
                </a:lnTo>
                <a:lnTo>
                  <a:pt x="1744" y="12"/>
                </a:lnTo>
                <a:lnTo>
                  <a:pt x="1763" y="20"/>
                </a:lnTo>
                <a:lnTo>
                  <a:pt x="1775" y="28"/>
                </a:lnTo>
                <a:lnTo>
                  <a:pt x="1787" y="32"/>
                </a:lnTo>
                <a:lnTo>
                  <a:pt x="1799" y="36"/>
                </a:lnTo>
                <a:lnTo>
                  <a:pt x="1811" y="40"/>
                </a:lnTo>
                <a:lnTo>
                  <a:pt x="1822" y="40"/>
                </a:lnTo>
                <a:lnTo>
                  <a:pt x="1834" y="32"/>
                </a:lnTo>
                <a:lnTo>
                  <a:pt x="1846" y="28"/>
                </a:lnTo>
                <a:lnTo>
                  <a:pt x="1858" y="20"/>
                </a:lnTo>
                <a:lnTo>
                  <a:pt x="1869" y="12"/>
                </a:lnTo>
                <a:lnTo>
                  <a:pt x="1881" y="8"/>
                </a:lnTo>
                <a:lnTo>
                  <a:pt x="1897" y="4"/>
                </a:lnTo>
                <a:lnTo>
                  <a:pt x="1909" y="0"/>
                </a:lnTo>
                <a:lnTo>
                  <a:pt x="1920" y="0"/>
                </a:lnTo>
                <a:lnTo>
                  <a:pt x="1936" y="0"/>
                </a:lnTo>
                <a:lnTo>
                  <a:pt x="1948" y="4"/>
                </a:lnTo>
                <a:lnTo>
                  <a:pt x="1964" y="8"/>
                </a:lnTo>
                <a:lnTo>
                  <a:pt x="1975" y="12"/>
                </a:lnTo>
                <a:lnTo>
                  <a:pt x="1987" y="20"/>
                </a:lnTo>
                <a:lnTo>
                  <a:pt x="1999" y="24"/>
                </a:lnTo>
                <a:lnTo>
                  <a:pt x="2015" y="28"/>
                </a:lnTo>
                <a:lnTo>
                  <a:pt x="2026" y="36"/>
                </a:lnTo>
                <a:lnTo>
                  <a:pt x="2038" y="36"/>
                </a:lnTo>
                <a:lnTo>
                  <a:pt x="2046" y="24"/>
                </a:lnTo>
                <a:lnTo>
                  <a:pt x="2058" y="16"/>
                </a:lnTo>
                <a:lnTo>
                  <a:pt x="2070" y="16"/>
                </a:lnTo>
                <a:lnTo>
                  <a:pt x="2081" y="20"/>
                </a:lnTo>
                <a:lnTo>
                  <a:pt x="2097" y="28"/>
                </a:lnTo>
                <a:lnTo>
                  <a:pt x="2109" y="36"/>
                </a:lnTo>
                <a:lnTo>
                  <a:pt x="2121" y="40"/>
                </a:lnTo>
                <a:lnTo>
                  <a:pt x="2129" y="53"/>
                </a:lnTo>
                <a:lnTo>
                  <a:pt x="2140" y="57"/>
                </a:lnTo>
                <a:lnTo>
                  <a:pt x="2152" y="61"/>
                </a:lnTo>
                <a:lnTo>
                  <a:pt x="2178" y="83"/>
                </a:lnTo>
                <a:lnTo>
                  <a:pt x="2176" y="69"/>
                </a:lnTo>
                <a:lnTo>
                  <a:pt x="2184" y="62"/>
                </a:lnTo>
                <a:lnTo>
                  <a:pt x="2184" y="83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2" name="Rectangle 16">
            <a:extLst>
              <a:ext uri="{FF2B5EF4-FFF2-40B4-BE49-F238E27FC236}">
                <a16:creationId xmlns:a16="http://schemas.microsoft.com/office/drawing/2014/main" id="{3E5E21D6-4D61-D733-8CA3-7D5B47232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6688"/>
            <a:ext cx="66675" cy="209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3" name="Rectangle 17">
            <a:extLst>
              <a:ext uri="{FF2B5EF4-FFF2-40B4-BE49-F238E27FC236}">
                <a16:creationId xmlns:a16="http://schemas.microsoft.com/office/drawing/2014/main" id="{CE47CBB2-9532-27C3-17ED-43CDB1CEF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9474" name="Rectangle 18">
            <a:extLst>
              <a:ext uri="{FF2B5EF4-FFF2-40B4-BE49-F238E27FC236}">
                <a16:creationId xmlns:a16="http://schemas.microsoft.com/office/drawing/2014/main" id="{253073DE-E657-6F51-7390-E74CD4775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3044825"/>
            <a:ext cx="238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CEB86C9-558A-2537-C03D-93A97C95E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2830513"/>
            <a:ext cx="35687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chemeClr val="tx1"/>
                </a:solidFill>
                <a:latin typeface="Courier New" panose="02070309020205020404" pitchFamily="49" charset="0"/>
              </a:rPr>
              <a:t>01 CountyPop   PIC 9(6) VALUE 111111.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D86A1FD-BE9D-3C12-C462-3CB6EC018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1B58BA62-3557-29E7-2770-39669AE64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FFA0D1F4-AE89-F34B-2A3A-5C79B85B9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79F2BB0D-3C9E-3452-D007-7EADC1FBE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25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4E8D169C-8DED-2FDF-5607-B8FDBDCA1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A1D49F07-1C9B-113E-A079-11714A45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3051175"/>
            <a:ext cx="225425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E0C5AD8A-6202-D603-AE0D-689A843BF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3046413"/>
            <a:ext cx="13938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492" name="Group 12">
            <a:extLst>
              <a:ext uri="{FF2B5EF4-FFF2-40B4-BE49-F238E27FC236}">
                <a16:creationId xmlns:a16="http://schemas.microsoft.com/office/drawing/2014/main" id="{AE4D3715-BEDD-979B-A7F2-3CF4B5C15E72}"/>
              </a:ext>
            </a:extLst>
          </p:cNvPr>
          <p:cNvGrpSpPr>
            <a:grpSpLocks/>
          </p:cNvGrpSpPr>
          <p:nvPr/>
        </p:nvGrpSpPr>
        <p:grpSpPr bwMode="auto">
          <a:xfrm>
            <a:off x="1800225" y="3438525"/>
            <a:ext cx="76200" cy="330200"/>
            <a:chOff x="1134" y="2166"/>
            <a:chExt cx="48" cy="208"/>
          </a:xfrm>
        </p:grpSpPr>
        <p:sp>
          <p:nvSpPr>
            <p:cNvPr id="20490" name="Rectangle 10">
              <a:extLst>
                <a:ext uri="{FF2B5EF4-FFF2-40B4-BE49-F238E27FC236}">
                  <a16:creationId xmlns:a16="http://schemas.microsoft.com/office/drawing/2014/main" id="{47375F8C-CA44-732D-FA1D-DB0D24469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2213"/>
              <a:ext cx="48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en-US" sz="2400" b="1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20491" name="Line 11">
              <a:extLst>
                <a:ext uri="{FF2B5EF4-FFF2-40B4-BE49-F238E27FC236}">
                  <a16:creationId xmlns:a16="http://schemas.microsoft.com/office/drawing/2014/main" id="{B6735F82-B52F-7FAC-2DBB-D5961C3E0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166"/>
              <a:ext cx="0" cy="120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93" name="Rectangle 13">
            <a:extLst>
              <a:ext uri="{FF2B5EF4-FFF2-40B4-BE49-F238E27FC236}">
                <a16:creationId xmlns:a16="http://schemas.microsoft.com/office/drawing/2014/main" id="{5B6A5718-667A-4EDB-CE30-277277793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" y="3044825"/>
            <a:ext cx="238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Rectangle 14">
            <a:extLst>
              <a:ext uri="{FF2B5EF4-FFF2-40B4-BE49-F238E27FC236}">
                <a16:creationId xmlns:a16="http://schemas.microsoft.com/office/drawing/2014/main" id="{32900A78-ABB0-0839-288E-2296C5F8A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82575"/>
            <a:ext cx="3427412" cy="1911350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endParaRPr lang="en-US" altLang="en-US" sz="14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987 TO CountyPop.</a:t>
            </a:r>
          </a:p>
          <a:p>
            <a:r>
              <a:rPr lang="en-US" altLang="en-US" sz="1400" b="1">
                <a:solidFill>
                  <a:schemeClr val="tx1"/>
                </a:solidFill>
                <a:latin typeface="Courier New" panose="02070309020205020404" pitchFamily="49" charset="0"/>
              </a:rPr>
              <a:t>MOVE 1235678 TO CountyPop.</a:t>
            </a: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24.56 TO GrossPay.</a:t>
            </a:r>
          </a:p>
        </p:txBody>
      </p:sp>
      <p:sp>
        <p:nvSpPr>
          <p:cNvPr id="20495" name="Freeform 15">
            <a:extLst>
              <a:ext uri="{FF2B5EF4-FFF2-40B4-BE49-F238E27FC236}">
                <a16:creationId xmlns:a16="http://schemas.microsoft.com/office/drawing/2014/main" id="{F574DA10-47FF-06A7-E773-2FE1B2621F9A}"/>
              </a:ext>
            </a:extLst>
          </p:cNvPr>
          <p:cNvSpPr>
            <a:spLocks/>
          </p:cNvSpPr>
          <p:nvPr/>
        </p:nvSpPr>
        <p:spPr bwMode="auto">
          <a:xfrm>
            <a:off x="385763" y="260350"/>
            <a:ext cx="3468687" cy="160338"/>
          </a:xfrm>
          <a:custGeom>
            <a:avLst/>
            <a:gdLst>
              <a:gd name="T0" fmla="*/ 2178 w 2185"/>
              <a:gd name="T1" fmla="*/ 3 h 101"/>
              <a:gd name="T2" fmla="*/ 2122 w 2185"/>
              <a:gd name="T3" fmla="*/ 34 h 101"/>
              <a:gd name="T4" fmla="*/ 2078 w 2185"/>
              <a:gd name="T5" fmla="*/ 34 h 101"/>
              <a:gd name="T6" fmla="*/ 2039 w 2185"/>
              <a:gd name="T7" fmla="*/ 62 h 101"/>
              <a:gd name="T8" fmla="*/ 1992 w 2185"/>
              <a:gd name="T9" fmla="*/ 40 h 101"/>
              <a:gd name="T10" fmla="*/ 1945 w 2185"/>
              <a:gd name="T11" fmla="*/ 28 h 101"/>
              <a:gd name="T12" fmla="*/ 1901 w 2185"/>
              <a:gd name="T13" fmla="*/ 15 h 101"/>
              <a:gd name="T14" fmla="*/ 1857 w 2185"/>
              <a:gd name="T15" fmla="*/ 37 h 101"/>
              <a:gd name="T16" fmla="*/ 1819 w 2185"/>
              <a:gd name="T17" fmla="*/ 56 h 101"/>
              <a:gd name="T18" fmla="*/ 1774 w 2185"/>
              <a:gd name="T19" fmla="*/ 75 h 101"/>
              <a:gd name="T20" fmla="*/ 1727 w 2185"/>
              <a:gd name="T21" fmla="*/ 59 h 101"/>
              <a:gd name="T22" fmla="*/ 1683 w 2185"/>
              <a:gd name="T23" fmla="*/ 43 h 101"/>
              <a:gd name="T24" fmla="*/ 1633 w 2185"/>
              <a:gd name="T25" fmla="*/ 34 h 101"/>
              <a:gd name="T26" fmla="*/ 1589 w 2185"/>
              <a:gd name="T27" fmla="*/ 28 h 101"/>
              <a:gd name="T28" fmla="*/ 1542 w 2185"/>
              <a:gd name="T29" fmla="*/ 25 h 101"/>
              <a:gd name="T30" fmla="*/ 1501 w 2185"/>
              <a:gd name="T31" fmla="*/ 34 h 101"/>
              <a:gd name="T32" fmla="*/ 1456 w 2185"/>
              <a:gd name="T33" fmla="*/ 56 h 101"/>
              <a:gd name="T34" fmla="*/ 1412 w 2185"/>
              <a:gd name="T35" fmla="*/ 43 h 101"/>
              <a:gd name="T36" fmla="*/ 1368 w 2185"/>
              <a:gd name="T37" fmla="*/ 25 h 101"/>
              <a:gd name="T38" fmla="*/ 1321 w 2185"/>
              <a:gd name="T39" fmla="*/ 15 h 101"/>
              <a:gd name="T40" fmla="*/ 1277 w 2185"/>
              <a:gd name="T41" fmla="*/ 12 h 101"/>
              <a:gd name="T42" fmla="*/ 1233 w 2185"/>
              <a:gd name="T43" fmla="*/ 43 h 101"/>
              <a:gd name="T44" fmla="*/ 1189 w 2185"/>
              <a:gd name="T45" fmla="*/ 56 h 101"/>
              <a:gd name="T46" fmla="*/ 1139 w 2185"/>
              <a:gd name="T47" fmla="*/ 65 h 101"/>
              <a:gd name="T48" fmla="*/ 1094 w 2185"/>
              <a:gd name="T49" fmla="*/ 68 h 101"/>
              <a:gd name="T50" fmla="*/ 1047 w 2185"/>
              <a:gd name="T51" fmla="*/ 37 h 101"/>
              <a:gd name="T52" fmla="*/ 1000 w 2185"/>
              <a:gd name="T53" fmla="*/ 21 h 101"/>
              <a:gd name="T54" fmla="*/ 953 w 2185"/>
              <a:gd name="T55" fmla="*/ 40 h 101"/>
              <a:gd name="T56" fmla="*/ 906 w 2185"/>
              <a:gd name="T57" fmla="*/ 59 h 101"/>
              <a:gd name="T58" fmla="*/ 862 w 2185"/>
              <a:gd name="T59" fmla="*/ 34 h 101"/>
              <a:gd name="T60" fmla="*/ 818 w 2185"/>
              <a:gd name="T61" fmla="*/ 9 h 101"/>
              <a:gd name="T62" fmla="*/ 774 w 2185"/>
              <a:gd name="T63" fmla="*/ 12 h 101"/>
              <a:gd name="T64" fmla="*/ 729 w 2185"/>
              <a:gd name="T65" fmla="*/ 15 h 101"/>
              <a:gd name="T66" fmla="*/ 685 w 2185"/>
              <a:gd name="T67" fmla="*/ 18 h 101"/>
              <a:gd name="T68" fmla="*/ 641 w 2185"/>
              <a:gd name="T69" fmla="*/ 37 h 101"/>
              <a:gd name="T70" fmla="*/ 594 w 2185"/>
              <a:gd name="T71" fmla="*/ 59 h 101"/>
              <a:gd name="T72" fmla="*/ 550 w 2185"/>
              <a:gd name="T73" fmla="*/ 59 h 101"/>
              <a:gd name="T74" fmla="*/ 500 w 2185"/>
              <a:gd name="T75" fmla="*/ 40 h 101"/>
              <a:gd name="T76" fmla="*/ 459 w 2185"/>
              <a:gd name="T77" fmla="*/ 28 h 101"/>
              <a:gd name="T78" fmla="*/ 465 w 2185"/>
              <a:gd name="T79" fmla="*/ 62 h 101"/>
              <a:gd name="T80" fmla="*/ 482 w 2185"/>
              <a:gd name="T81" fmla="*/ 93 h 101"/>
              <a:gd name="T82" fmla="*/ 438 w 2185"/>
              <a:gd name="T83" fmla="*/ 56 h 101"/>
              <a:gd name="T84" fmla="*/ 391 w 2185"/>
              <a:gd name="T85" fmla="*/ 34 h 101"/>
              <a:gd name="T86" fmla="*/ 347 w 2185"/>
              <a:gd name="T87" fmla="*/ 31 h 101"/>
              <a:gd name="T88" fmla="*/ 300 w 2185"/>
              <a:gd name="T89" fmla="*/ 34 h 101"/>
              <a:gd name="T90" fmla="*/ 250 w 2185"/>
              <a:gd name="T91" fmla="*/ 40 h 101"/>
              <a:gd name="T92" fmla="*/ 220 w 2185"/>
              <a:gd name="T93" fmla="*/ 75 h 101"/>
              <a:gd name="T94" fmla="*/ 176 w 2185"/>
              <a:gd name="T95" fmla="*/ 81 h 101"/>
              <a:gd name="T96" fmla="*/ 132 w 2185"/>
              <a:gd name="T97" fmla="*/ 68 h 101"/>
              <a:gd name="T98" fmla="*/ 88 w 2185"/>
              <a:gd name="T99" fmla="*/ 53 h 101"/>
              <a:gd name="T100" fmla="*/ 44 w 2185"/>
              <a:gd name="T101" fmla="*/ 31 h 101"/>
              <a:gd name="T102" fmla="*/ 0 w 2185"/>
              <a:gd name="T103" fmla="*/ 1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85" h="101">
                <a:moveTo>
                  <a:pt x="2184" y="7"/>
                </a:moveTo>
                <a:lnTo>
                  <a:pt x="2178" y="1"/>
                </a:lnTo>
                <a:lnTo>
                  <a:pt x="2184" y="0"/>
                </a:lnTo>
                <a:lnTo>
                  <a:pt x="2183" y="3"/>
                </a:lnTo>
                <a:lnTo>
                  <a:pt x="2178" y="3"/>
                </a:lnTo>
                <a:lnTo>
                  <a:pt x="2160" y="12"/>
                </a:lnTo>
                <a:lnTo>
                  <a:pt x="2148" y="21"/>
                </a:lnTo>
                <a:lnTo>
                  <a:pt x="2139" y="31"/>
                </a:lnTo>
                <a:lnTo>
                  <a:pt x="2131" y="31"/>
                </a:lnTo>
                <a:lnTo>
                  <a:pt x="2122" y="34"/>
                </a:lnTo>
                <a:lnTo>
                  <a:pt x="2113" y="34"/>
                </a:lnTo>
                <a:lnTo>
                  <a:pt x="2104" y="34"/>
                </a:lnTo>
                <a:lnTo>
                  <a:pt x="2095" y="34"/>
                </a:lnTo>
                <a:lnTo>
                  <a:pt x="2086" y="34"/>
                </a:lnTo>
                <a:lnTo>
                  <a:pt x="2078" y="34"/>
                </a:lnTo>
                <a:lnTo>
                  <a:pt x="2069" y="40"/>
                </a:lnTo>
                <a:lnTo>
                  <a:pt x="2063" y="50"/>
                </a:lnTo>
                <a:lnTo>
                  <a:pt x="2057" y="59"/>
                </a:lnTo>
                <a:lnTo>
                  <a:pt x="2048" y="62"/>
                </a:lnTo>
                <a:lnTo>
                  <a:pt x="2039" y="62"/>
                </a:lnTo>
                <a:lnTo>
                  <a:pt x="2030" y="56"/>
                </a:lnTo>
                <a:lnTo>
                  <a:pt x="2019" y="50"/>
                </a:lnTo>
                <a:lnTo>
                  <a:pt x="2010" y="50"/>
                </a:lnTo>
                <a:lnTo>
                  <a:pt x="2001" y="46"/>
                </a:lnTo>
                <a:lnTo>
                  <a:pt x="1992" y="40"/>
                </a:lnTo>
                <a:lnTo>
                  <a:pt x="1983" y="37"/>
                </a:lnTo>
                <a:lnTo>
                  <a:pt x="1972" y="37"/>
                </a:lnTo>
                <a:lnTo>
                  <a:pt x="1963" y="34"/>
                </a:lnTo>
                <a:lnTo>
                  <a:pt x="1954" y="31"/>
                </a:lnTo>
                <a:lnTo>
                  <a:pt x="1945" y="28"/>
                </a:lnTo>
                <a:lnTo>
                  <a:pt x="1936" y="28"/>
                </a:lnTo>
                <a:lnTo>
                  <a:pt x="1927" y="25"/>
                </a:lnTo>
                <a:lnTo>
                  <a:pt x="1919" y="21"/>
                </a:lnTo>
                <a:lnTo>
                  <a:pt x="1910" y="18"/>
                </a:lnTo>
                <a:lnTo>
                  <a:pt x="1901" y="15"/>
                </a:lnTo>
                <a:lnTo>
                  <a:pt x="1898" y="25"/>
                </a:lnTo>
                <a:lnTo>
                  <a:pt x="1886" y="28"/>
                </a:lnTo>
                <a:lnTo>
                  <a:pt x="1874" y="28"/>
                </a:lnTo>
                <a:lnTo>
                  <a:pt x="1866" y="31"/>
                </a:lnTo>
                <a:lnTo>
                  <a:pt x="1857" y="37"/>
                </a:lnTo>
                <a:lnTo>
                  <a:pt x="1854" y="46"/>
                </a:lnTo>
                <a:lnTo>
                  <a:pt x="1845" y="50"/>
                </a:lnTo>
                <a:lnTo>
                  <a:pt x="1836" y="50"/>
                </a:lnTo>
                <a:lnTo>
                  <a:pt x="1827" y="50"/>
                </a:lnTo>
                <a:lnTo>
                  <a:pt x="1819" y="56"/>
                </a:lnTo>
                <a:lnTo>
                  <a:pt x="1810" y="59"/>
                </a:lnTo>
                <a:lnTo>
                  <a:pt x="1801" y="62"/>
                </a:lnTo>
                <a:lnTo>
                  <a:pt x="1792" y="65"/>
                </a:lnTo>
                <a:lnTo>
                  <a:pt x="1783" y="71"/>
                </a:lnTo>
                <a:lnTo>
                  <a:pt x="1774" y="75"/>
                </a:lnTo>
                <a:lnTo>
                  <a:pt x="1766" y="75"/>
                </a:lnTo>
                <a:lnTo>
                  <a:pt x="1757" y="71"/>
                </a:lnTo>
                <a:lnTo>
                  <a:pt x="1748" y="65"/>
                </a:lnTo>
                <a:lnTo>
                  <a:pt x="1736" y="62"/>
                </a:lnTo>
                <a:lnTo>
                  <a:pt x="1727" y="59"/>
                </a:lnTo>
                <a:lnTo>
                  <a:pt x="1718" y="56"/>
                </a:lnTo>
                <a:lnTo>
                  <a:pt x="1710" y="53"/>
                </a:lnTo>
                <a:lnTo>
                  <a:pt x="1701" y="53"/>
                </a:lnTo>
                <a:lnTo>
                  <a:pt x="1692" y="46"/>
                </a:lnTo>
                <a:lnTo>
                  <a:pt x="1683" y="43"/>
                </a:lnTo>
                <a:lnTo>
                  <a:pt x="1674" y="43"/>
                </a:lnTo>
                <a:lnTo>
                  <a:pt x="1665" y="40"/>
                </a:lnTo>
                <a:lnTo>
                  <a:pt x="1657" y="40"/>
                </a:lnTo>
                <a:lnTo>
                  <a:pt x="1645" y="37"/>
                </a:lnTo>
                <a:lnTo>
                  <a:pt x="1633" y="34"/>
                </a:lnTo>
                <a:lnTo>
                  <a:pt x="1624" y="31"/>
                </a:lnTo>
                <a:lnTo>
                  <a:pt x="1615" y="28"/>
                </a:lnTo>
                <a:lnTo>
                  <a:pt x="1607" y="28"/>
                </a:lnTo>
                <a:lnTo>
                  <a:pt x="1598" y="28"/>
                </a:lnTo>
                <a:lnTo>
                  <a:pt x="1589" y="28"/>
                </a:lnTo>
                <a:lnTo>
                  <a:pt x="1580" y="28"/>
                </a:lnTo>
                <a:lnTo>
                  <a:pt x="1571" y="28"/>
                </a:lnTo>
                <a:lnTo>
                  <a:pt x="1562" y="28"/>
                </a:lnTo>
                <a:lnTo>
                  <a:pt x="1551" y="28"/>
                </a:lnTo>
                <a:lnTo>
                  <a:pt x="1542" y="25"/>
                </a:lnTo>
                <a:lnTo>
                  <a:pt x="1533" y="18"/>
                </a:lnTo>
                <a:lnTo>
                  <a:pt x="1524" y="18"/>
                </a:lnTo>
                <a:lnTo>
                  <a:pt x="1515" y="18"/>
                </a:lnTo>
                <a:lnTo>
                  <a:pt x="1509" y="28"/>
                </a:lnTo>
                <a:lnTo>
                  <a:pt x="1501" y="34"/>
                </a:lnTo>
                <a:lnTo>
                  <a:pt x="1492" y="37"/>
                </a:lnTo>
                <a:lnTo>
                  <a:pt x="1483" y="46"/>
                </a:lnTo>
                <a:lnTo>
                  <a:pt x="1474" y="50"/>
                </a:lnTo>
                <a:lnTo>
                  <a:pt x="1465" y="53"/>
                </a:lnTo>
                <a:lnTo>
                  <a:pt x="1456" y="56"/>
                </a:lnTo>
                <a:lnTo>
                  <a:pt x="1448" y="56"/>
                </a:lnTo>
                <a:lnTo>
                  <a:pt x="1439" y="53"/>
                </a:lnTo>
                <a:lnTo>
                  <a:pt x="1430" y="46"/>
                </a:lnTo>
                <a:lnTo>
                  <a:pt x="1421" y="43"/>
                </a:lnTo>
                <a:lnTo>
                  <a:pt x="1412" y="43"/>
                </a:lnTo>
                <a:lnTo>
                  <a:pt x="1404" y="40"/>
                </a:lnTo>
                <a:lnTo>
                  <a:pt x="1395" y="37"/>
                </a:lnTo>
                <a:lnTo>
                  <a:pt x="1386" y="31"/>
                </a:lnTo>
                <a:lnTo>
                  <a:pt x="1377" y="31"/>
                </a:lnTo>
                <a:lnTo>
                  <a:pt x="1368" y="25"/>
                </a:lnTo>
                <a:lnTo>
                  <a:pt x="1359" y="21"/>
                </a:lnTo>
                <a:lnTo>
                  <a:pt x="1351" y="21"/>
                </a:lnTo>
                <a:lnTo>
                  <a:pt x="1342" y="18"/>
                </a:lnTo>
                <a:lnTo>
                  <a:pt x="1333" y="18"/>
                </a:lnTo>
                <a:lnTo>
                  <a:pt x="1321" y="15"/>
                </a:lnTo>
                <a:lnTo>
                  <a:pt x="1312" y="12"/>
                </a:lnTo>
                <a:lnTo>
                  <a:pt x="1303" y="12"/>
                </a:lnTo>
                <a:lnTo>
                  <a:pt x="1295" y="12"/>
                </a:lnTo>
                <a:lnTo>
                  <a:pt x="1286" y="12"/>
                </a:lnTo>
                <a:lnTo>
                  <a:pt x="1277" y="12"/>
                </a:lnTo>
                <a:lnTo>
                  <a:pt x="1268" y="15"/>
                </a:lnTo>
                <a:lnTo>
                  <a:pt x="1259" y="21"/>
                </a:lnTo>
                <a:lnTo>
                  <a:pt x="1250" y="31"/>
                </a:lnTo>
                <a:lnTo>
                  <a:pt x="1242" y="37"/>
                </a:lnTo>
                <a:lnTo>
                  <a:pt x="1233" y="43"/>
                </a:lnTo>
                <a:lnTo>
                  <a:pt x="1224" y="50"/>
                </a:lnTo>
                <a:lnTo>
                  <a:pt x="1215" y="53"/>
                </a:lnTo>
                <a:lnTo>
                  <a:pt x="1206" y="53"/>
                </a:lnTo>
                <a:lnTo>
                  <a:pt x="1197" y="53"/>
                </a:lnTo>
                <a:lnTo>
                  <a:pt x="1189" y="56"/>
                </a:lnTo>
                <a:lnTo>
                  <a:pt x="1177" y="56"/>
                </a:lnTo>
                <a:lnTo>
                  <a:pt x="1168" y="59"/>
                </a:lnTo>
                <a:lnTo>
                  <a:pt x="1156" y="62"/>
                </a:lnTo>
                <a:lnTo>
                  <a:pt x="1147" y="65"/>
                </a:lnTo>
                <a:lnTo>
                  <a:pt x="1139" y="65"/>
                </a:lnTo>
                <a:lnTo>
                  <a:pt x="1130" y="68"/>
                </a:lnTo>
                <a:lnTo>
                  <a:pt x="1121" y="68"/>
                </a:lnTo>
                <a:lnTo>
                  <a:pt x="1112" y="68"/>
                </a:lnTo>
                <a:lnTo>
                  <a:pt x="1103" y="68"/>
                </a:lnTo>
                <a:lnTo>
                  <a:pt x="1094" y="68"/>
                </a:lnTo>
                <a:lnTo>
                  <a:pt x="1086" y="65"/>
                </a:lnTo>
                <a:lnTo>
                  <a:pt x="1080" y="56"/>
                </a:lnTo>
                <a:lnTo>
                  <a:pt x="1068" y="46"/>
                </a:lnTo>
                <a:lnTo>
                  <a:pt x="1059" y="43"/>
                </a:lnTo>
                <a:lnTo>
                  <a:pt x="1047" y="37"/>
                </a:lnTo>
                <a:lnTo>
                  <a:pt x="1039" y="31"/>
                </a:lnTo>
                <a:lnTo>
                  <a:pt x="1027" y="31"/>
                </a:lnTo>
                <a:lnTo>
                  <a:pt x="1018" y="28"/>
                </a:lnTo>
                <a:lnTo>
                  <a:pt x="1009" y="21"/>
                </a:lnTo>
                <a:lnTo>
                  <a:pt x="1000" y="21"/>
                </a:lnTo>
                <a:lnTo>
                  <a:pt x="991" y="18"/>
                </a:lnTo>
                <a:lnTo>
                  <a:pt x="980" y="25"/>
                </a:lnTo>
                <a:lnTo>
                  <a:pt x="971" y="31"/>
                </a:lnTo>
                <a:lnTo>
                  <a:pt x="962" y="37"/>
                </a:lnTo>
                <a:lnTo>
                  <a:pt x="953" y="40"/>
                </a:lnTo>
                <a:lnTo>
                  <a:pt x="944" y="43"/>
                </a:lnTo>
                <a:lnTo>
                  <a:pt x="933" y="50"/>
                </a:lnTo>
                <a:lnTo>
                  <a:pt x="924" y="53"/>
                </a:lnTo>
                <a:lnTo>
                  <a:pt x="915" y="59"/>
                </a:lnTo>
                <a:lnTo>
                  <a:pt x="906" y="59"/>
                </a:lnTo>
                <a:lnTo>
                  <a:pt x="897" y="59"/>
                </a:lnTo>
                <a:lnTo>
                  <a:pt x="885" y="56"/>
                </a:lnTo>
                <a:lnTo>
                  <a:pt x="880" y="46"/>
                </a:lnTo>
                <a:lnTo>
                  <a:pt x="871" y="40"/>
                </a:lnTo>
                <a:lnTo>
                  <a:pt x="862" y="34"/>
                </a:lnTo>
                <a:lnTo>
                  <a:pt x="853" y="25"/>
                </a:lnTo>
                <a:lnTo>
                  <a:pt x="844" y="18"/>
                </a:lnTo>
                <a:lnTo>
                  <a:pt x="835" y="12"/>
                </a:lnTo>
                <a:lnTo>
                  <a:pt x="827" y="9"/>
                </a:lnTo>
                <a:lnTo>
                  <a:pt x="818" y="9"/>
                </a:lnTo>
                <a:lnTo>
                  <a:pt x="809" y="9"/>
                </a:lnTo>
                <a:lnTo>
                  <a:pt x="800" y="12"/>
                </a:lnTo>
                <a:lnTo>
                  <a:pt x="791" y="12"/>
                </a:lnTo>
                <a:lnTo>
                  <a:pt x="782" y="12"/>
                </a:lnTo>
                <a:lnTo>
                  <a:pt x="774" y="12"/>
                </a:lnTo>
                <a:lnTo>
                  <a:pt x="765" y="12"/>
                </a:lnTo>
                <a:lnTo>
                  <a:pt x="756" y="15"/>
                </a:lnTo>
                <a:lnTo>
                  <a:pt x="747" y="15"/>
                </a:lnTo>
                <a:lnTo>
                  <a:pt x="738" y="15"/>
                </a:lnTo>
                <a:lnTo>
                  <a:pt x="729" y="15"/>
                </a:lnTo>
                <a:lnTo>
                  <a:pt x="721" y="18"/>
                </a:lnTo>
                <a:lnTo>
                  <a:pt x="712" y="18"/>
                </a:lnTo>
                <a:lnTo>
                  <a:pt x="703" y="18"/>
                </a:lnTo>
                <a:lnTo>
                  <a:pt x="694" y="18"/>
                </a:lnTo>
                <a:lnTo>
                  <a:pt x="685" y="18"/>
                </a:lnTo>
                <a:lnTo>
                  <a:pt x="676" y="18"/>
                </a:lnTo>
                <a:lnTo>
                  <a:pt x="668" y="21"/>
                </a:lnTo>
                <a:lnTo>
                  <a:pt x="659" y="28"/>
                </a:lnTo>
                <a:lnTo>
                  <a:pt x="650" y="31"/>
                </a:lnTo>
                <a:lnTo>
                  <a:pt x="641" y="37"/>
                </a:lnTo>
                <a:lnTo>
                  <a:pt x="632" y="40"/>
                </a:lnTo>
                <a:lnTo>
                  <a:pt x="624" y="50"/>
                </a:lnTo>
                <a:lnTo>
                  <a:pt x="615" y="53"/>
                </a:lnTo>
                <a:lnTo>
                  <a:pt x="606" y="56"/>
                </a:lnTo>
                <a:lnTo>
                  <a:pt x="594" y="59"/>
                </a:lnTo>
                <a:lnTo>
                  <a:pt x="585" y="62"/>
                </a:lnTo>
                <a:lnTo>
                  <a:pt x="576" y="65"/>
                </a:lnTo>
                <a:lnTo>
                  <a:pt x="568" y="65"/>
                </a:lnTo>
                <a:lnTo>
                  <a:pt x="559" y="65"/>
                </a:lnTo>
                <a:lnTo>
                  <a:pt x="550" y="59"/>
                </a:lnTo>
                <a:lnTo>
                  <a:pt x="541" y="53"/>
                </a:lnTo>
                <a:lnTo>
                  <a:pt x="532" y="50"/>
                </a:lnTo>
                <a:lnTo>
                  <a:pt x="523" y="43"/>
                </a:lnTo>
                <a:lnTo>
                  <a:pt x="512" y="43"/>
                </a:lnTo>
                <a:lnTo>
                  <a:pt x="500" y="40"/>
                </a:lnTo>
                <a:lnTo>
                  <a:pt x="497" y="31"/>
                </a:lnTo>
                <a:lnTo>
                  <a:pt x="488" y="28"/>
                </a:lnTo>
                <a:lnTo>
                  <a:pt x="479" y="28"/>
                </a:lnTo>
                <a:lnTo>
                  <a:pt x="468" y="28"/>
                </a:lnTo>
                <a:lnTo>
                  <a:pt x="459" y="28"/>
                </a:lnTo>
                <a:lnTo>
                  <a:pt x="450" y="28"/>
                </a:lnTo>
                <a:lnTo>
                  <a:pt x="450" y="37"/>
                </a:lnTo>
                <a:lnTo>
                  <a:pt x="450" y="46"/>
                </a:lnTo>
                <a:lnTo>
                  <a:pt x="459" y="53"/>
                </a:lnTo>
                <a:lnTo>
                  <a:pt x="465" y="62"/>
                </a:lnTo>
                <a:lnTo>
                  <a:pt x="473" y="71"/>
                </a:lnTo>
                <a:lnTo>
                  <a:pt x="479" y="81"/>
                </a:lnTo>
                <a:lnTo>
                  <a:pt x="485" y="90"/>
                </a:lnTo>
                <a:lnTo>
                  <a:pt x="491" y="100"/>
                </a:lnTo>
                <a:lnTo>
                  <a:pt x="482" y="93"/>
                </a:lnTo>
                <a:lnTo>
                  <a:pt x="473" y="84"/>
                </a:lnTo>
                <a:lnTo>
                  <a:pt x="465" y="78"/>
                </a:lnTo>
                <a:lnTo>
                  <a:pt x="456" y="71"/>
                </a:lnTo>
                <a:lnTo>
                  <a:pt x="447" y="65"/>
                </a:lnTo>
                <a:lnTo>
                  <a:pt x="438" y="56"/>
                </a:lnTo>
                <a:lnTo>
                  <a:pt x="429" y="46"/>
                </a:lnTo>
                <a:lnTo>
                  <a:pt x="420" y="40"/>
                </a:lnTo>
                <a:lnTo>
                  <a:pt x="412" y="37"/>
                </a:lnTo>
                <a:lnTo>
                  <a:pt x="400" y="34"/>
                </a:lnTo>
                <a:lnTo>
                  <a:pt x="391" y="34"/>
                </a:lnTo>
                <a:lnTo>
                  <a:pt x="382" y="34"/>
                </a:lnTo>
                <a:lnTo>
                  <a:pt x="373" y="34"/>
                </a:lnTo>
                <a:lnTo>
                  <a:pt x="364" y="31"/>
                </a:lnTo>
                <a:lnTo>
                  <a:pt x="356" y="31"/>
                </a:lnTo>
                <a:lnTo>
                  <a:pt x="347" y="31"/>
                </a:lnTo>
                <a:lnTo>
                  <a:pt x="338" y="31"/>
                </a:lnTo>
                <a:lnTo>
                  <a:pt x="326" y="31"/>
                </a:lnTo>
                <a:lnTo>
                  <a:pt x="317" y="31"/>
                </a:lnTo>
                <a:lnTo>
                  <a:pt x="309" y="34"/>
                </a:lnTo>
                <a:lnTo>
                  <a:pt x="300" y="34"/>
                </a:lnTo>
                <a:lnTo>
                  <a:pt x="288" y="34"/>
                </a:lnTo>
                <a:lnTo>
                  <a:pt x="276" y="34"/>
                </a:lnTo>
                <a:lnTo>
                  <a:pt x="267" y="34"/>
                </a:lnTo>
                <a:lnTo>
                  <a:pt x="259" y="34"/>
                </a:lnTo>
                <a:lnTo>
                  <a:pt x="250" y="40"/>
                </a:lnTo>
                <a:lnTo>
                  <a:pt x="241" y="43"/>
                </a:lnTo>
                <a:lnTo>
                  <a:pt x="238" y="53"/>
                </a:lnTo>
                <a:lnTo>
                  <a:pt x="238" y="62"/>
                </a:lnTo>
                <a:lnTo>
                  <a:pt x="229" y="71"/>
                </a:lnTo>
                <a:lnTo>
                  <a:pt x="220" y="75"/>
                </a:lnTo>
                <a:lnTo>
                  <a:pt x="211" y="75"/>
                </a:lnTo>
                <a:lnTo>
                  <a:pt x="203" y="75"/>
                </a:lnTo>
                <a:lnTo>
                  <a:pt x="194" y="75"/>
                </a:lnTo>
                <a:lnTo>
                  <a:pt x="185" y="78"/>
                </a:lnTo>
                <a:lnTo>
                  <a:pt x="176" y="81"/>
                </a:lnTo>
                <a:lnTo>
                  <a:pt x="164" y="81"/>
                </a:lnTo>
                <a:lnTo>
                  <a:pt x="156" y="81"/>
                </a:lnTo>
                <a:lnTo>
                  <a:pt x="147" y="81"/>
                </a:lnTo>
                <a:lnTo>
                  <a:pt x="138" y="78"/>
                </a:lnTo>
                <a:lnTo>
                  <a:pt x="132" y="68"/>
                </a:lnTo>
                <a:lnTo>
                  <a:pt x="123" y="65"/>
                </a:lnTo>
                <a:lnTo>
                  <a:pt x="114" y="59"/>
                </a:lnTo>
                <a:lnTo>
                  <a:pt x="105" y="56"/>
                </a:lnTo>
                <a:lnTo>
                  <a:pt x="97" y="53"/>
                </a:lnTo>
                <a:lnTo>
                  <a:pt x="88" y="53"/>
                </a:lnTo>
                <a:lnTo>
                  <a:pt x="79" y="50"/>
                </a:lnTo>
                <a:lnTo>
                  <a:pt x="70" y="43"/>
                </a:lnTo>
                <a:lnTo>
                  <a:pt x="61" y="40"/>
                </a:lnTo>
                <a:lnTo>
                  <a:pt x="52" y="34"/>
                </a:lnTo>
                <a:lnTo>
                  <a:pt x="44" y="31"/>
                </a:lnTo>
                <a:lnTo>
                  <a:pt x="35" y="28"/>
                </a:lnTo>
                <a:lnTo>
                  <a:pt x="26" y="21"/>
                </a:lnTo>
                <a:lnTo>
                  <a:pt x="17" y="18"/>
                </a:lnTo>
                <a:lnTo>
                  <a:pt x="5" y="3"/>
                </a:lnTo>
                <a:lnTo>
                  <a:pt x="0" y="12"/>
                </a:lnTo>
                <a:lnTo>
                  <a:pt x="3" y="1"/>
                </a:lnTo>
                <a:lnTo>
                  <a:pt x="3" y="1"/>
                </a:lnTo>
                <a:lnTo>
                  <a:pt x="5" y="4"/>
                </a:lnTo>
                <a:lnTo>
                  <a:pt x="5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6" name="Freeform 16">
            <a:extLst>
              <a:ext uri="{FF2B5EF4-FFF2-40B4-BE49-F238E27FC236}">
                <a16:creationId xmlns:a16="http://schemas.microsoft.com/office/drawing/2014/main" id="{FD9D9391-F9A8-991D-707E-485E579D4CB9}"/>
              </a:ext>
            </a:extLst>
          </p:cNvPr>
          <p:cNvSpPr>
            <a:spLocks/>
          </p:cNvSpPr>
          <p:nvPr/>
        </p:nvSpPr>
        <p:spPr bwMode="auto">
          <a:xfrm>
            <a:off x="385763" y="2073275"/>
            <a:ext cx="3468687" cy="133350"/>
          </a:xfrm>
          <a:custGeom>
            <a:avLst/>
            <a:gdLst>
              <a:gd name="T0" fmla="*/ 0 w 2185"/>
              <a:gd name="T1" fmla="*/ 83 h 84"/>
              <a:gd name="T2" fmla="*/ 48 w 2185"/>
              <a:gd name="T3" fmla="*/ 57 h 84"/>
              <a:gd name="T4" fmla="*/ 91 w 2185"/>
              <a:gd name="T5" fmla="*/ 32 h 84"/>
              <a:gd name="T6" fmla="*/ 126 w 2185"/>
              <a:gd name="T7" fmla="*/ 24 h 84"/>
              <a:gd name="T8" fmla="*/ 161 w 2185"/>
              <a:gd name="T9" fmla="*/ 28 h 84"/>
              <a:gd name="T10" fmla="*/ 197 w 2185"/>
              <a:gd name="T11" fmla="*/ 45 h 84"/>
              <a:gd name="T12" fmla="*/ 232 w 2185"/>
              <a:gd name="T13" fmla="*/ 57 h 84"/>
              <a:gd name="T14" fmla="*/ 271 w 2185"/>
              <a:gd name="T15" fmla="*/ 32 h 84"/>
              <a:gd name="T16" fmla="*/ 307 w 2185"/>
              <a:gd name="T17" fmla="*/ 24 h 84"/>
              <a:gd name="T18" fmla="*/ 342 w 2185"/>
              <a:gd name="T19" fmla="*/ 40 h 84"/>
              <a:gd name="T20" fmla="*/ 377 w 2185"/>
              <a:gd name="T21" fmla="*/ 61 h 84"/>
              <a:gd name="T22" fmla="*/ 413 w 2185"/>
              <a:gd name="T23" fmla="*/ 40 h 84"/>
              <a:gd name="T24" fmla="*/ 452 w 2185"/>
              <a:gd name="T25" fmla="*/ 28 h 84"/>
              <a:gd name="T26" fmla="*/ 487 w 2185"/>
              <a:gd name="T27" fmla="*/ 24 h 84"/>
              <a:gd name="T28" fmla="*/ 527 w 2185"/>
              <a:gd name="T29" fmla="*/ 16 h 84"/>
              <a:gd name="T30" fmla="*/ 570 w 2185"/>
              <a:gd name="T31" fmla="*/ 24 h 84"/>
              <a:gd name="T32" fmla="*/ 601 w 2185"/>
              <a:gd name="T33" fmla="*/ 53 h 84"/>
              <a:gd name="T34" fmla="*/ 640 w 2185"/>
              <a:gd name="T35" fmla="*/ 40 h 84"/>
              <a:gd name="T36" fmla="*/ 684 w 2185"/>
              <a:gd name="T37" fmla="*/ 32 h 84"/>
              <a:gd name="T38" fmla="*/ 723 w 2185"/>
              <a:gd name="T39" fmla="*/ 20 h 84"/>
              <a:gd name="T40" fmla="*/ 758 w 2185"/>
              <a:gd name="T41" fmla="*/ 20 h 84"/>
              <a:gd name="T42" fmla="*/ 794 w 2185"/>
              <a:gd name="T43" fmla="*/ 45 h 84"/>
              <a:gd name="T44" fmla="*/ 829 w 2185"/>
              <a:gd name="T45" fmla="*/ 53 h 84"/>
              <a:gd name="T46" fmla="*/ 864 w 2185"/>
              <a:gd name="T47" fmla="*/ 45 h 84"/>
              <a:gd name="T48" fmla="*/ 904 w 2185"/>
              <a:gd name="T49" fmla="*/ 36 h 84"/>
              <a:gd name="T50" fmla="*/ 939 w 2185"/>
              <a:gd name="T51" fmla="*/ 36 h 84"/>
              <a:gd name="T52" fmla="*/ 978 w 2185"/>
              <a:gd name="T53" fmla="*/ 32 h 84"/>
              <a:gd name="T54" fmla="*/ 1013 w 2185"/>
              <a:gd name="T55" fmla="*/ 16 h 84"/>
              <a:gd name="T56" fmla="*/ 1057 w 2185"/>
              <a:gd name="T57" fmla="*/ 16 h 84"/>
              <a:gd name="T58" fmla="*/ 1092 w 2185"/>
              <a:gd name="T59" fmla="*/ 40 h 84"/>
              <a:gd name="T60" fmla="*/ 1127 w 2185"/>
              <a:gd name="T61" fmla="*/ 49 h 84"/>
              <a:gd name="T62" fmla="*/ 1167 w 2185"/>
              <a:gd name="T63" fmla="*/ 32 h 84"/>
              <a:gd name="T64" fmla="*/ 1210 w 2185"/>
              <a:gd name="T65" fmla="*/ 12 h 84"/>
              <a:gd name="T66" fmla="*/ 1249 w 2185"/>
              <a:gd name="T67" fmla="*/ 8 h 84"/>
              <a:gd name="T68" fmla="*/ 1280 w 2185"/>
              <a:gd name="T69" fmla="*/ 16 h 84"/>
              <a:gd name="T70" fmla="*/ 1316 w 2185"/>
              <a:gd name="T71" fmla="*/ 45 h 84"/>
              <a:gd name="T72" fmla="*/ 1351 w 2185"/>
              <a:gd name="T73" fmla="*/ 57 h 84"/>
              <a:gd name="T74" fmla="*/ 1386 w 2185"/>
              <a:gd name="T75" fmla="*/ 32 h 84"/>
              <a:gd name="T76" fmla="*/ 1426 w 2185"/>
              <a:gd name="T77" fmla="*/ 20 h 84"/>
              <a:gd name="T78" fmla="*/ 1461 w 2185"/>
              <a:gd name="T79" fmla="*/ 16 h 84"/>
              <a:gd name="T80" fmla="*/ 1500 w 2185"/>
              <a:gd name="T81" fmla="*/ 12 h 84"/>
              <a:gd name="T82" fmla="*/ 1547 w 2185"/>
              <a:gd name="T83" fmla="*/ 40 h 84"/>
              <a:gd name="T84" fmla="*/ 1583 w 2185"/>
              <a:gd name="T85" fmla="*/ 61 h 84"/>
              <a:gd name="T86" fmla="*/ 1622 w 2185"/>
              <a:gd name="T87" fmla="*/ 49 h 84"/>
              <a:gd name="T88" fmla="*/ 1657 w 2185"/>
              <a:gd name="T89" fmla="*/ 28 h 84"/>
              <a:gd name="T90" fmla="*/ 1697 w 2185"/>
              <a:gd name="T91" fmla="*/ 16 h 84"/>
              <a:gd name="T92" fmla="*/ 1732 w 2185"/>
              <a:gd name="T93" fmla="*/ 8 h 84"/>
              <a:gd name="T94" fmla="*/ 1775 w 2185"/>
              <a:gd name="T95" fmla="*/ 28 h 84"/>
              <a:gd name="T96" fmla="*/ 1811 w 2185"/>
              <a:gd name="T97" fmla="*/ 40 h 84"/>
              <a:gd name="T98" fmla="*/ 1846 w 2185"/>
              <a:gd name="T99" fmla="*/ 28 h 84"/>
              <a:gd name="T100" fmla="*/ 1881 w 2185"/>
              <a:gd name="T101" fmla="*/ 8 h 84"/>
              <a:gd name="T102" fmla="*/ 1920 w 2185"/>
              <a:gd name="T103" fmla="*/ 0 h 84"/>
              <a:gd name="T104" fmla="*/ 1964 w 2185"/>
              <a:gd name="T105" fmla="*/ 8 h 84"/>
              <a:gd name="T106" fmla="*/ 1999 w 2185"/>
              <a:gd name="T107" fmla="*/ 24 h 84"/>
              <a:gd name="T108" fmla="*/ 2038 w 2185"/>
              <a:gd name="T109" fmla="*/ 36 h 84"/>
              <a:gd name="T110" fmla="*/ 2070 w 2185"/>
              <a:gd name="T111" fmla="*/ 16 h 84"/>
              <a:gd name="T112" fmla="*/ 2109 w 2185"/>
              <a:gd name="T113" fmla="*/ 36 h 84"/>
              <a:gd name="T114" fmla="*/ 2140 w 2185"/>
              <a:gd name="T115" fmla="*/ 57 h 84"/>
              <a:gd name="T116" fmla="*/ 2176 w 2185"/>
              <a:gd name="T117" fmla="*/ 69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85" h="84">
                <a:moveTo>
                  <a:pt x="0" y="79"/>
                </a:moveTo>
                <a:lnTo>
                  <a:pt x="0" y="73"/>
                </a:lnTo>
                <a:lnTo>
                  <a:pt x="0" y="83"/>
                </a:lnTo>
                <a:lnTo>
                  <a:pt x="24" y="49"/>
                </a:lnTo>
                <a:lnTo>
                  <a:pt x="36" y="49"/>
                </a:lnTo>
                <a:lnTo>
                  <a:pt x="48" y="57"/>
                </a:lnTo>
                <a:lnTo>
                  <a:pt x="63" y="49"/>
                </a:lnTo>
                <a:lnTo>
                  <a:pt x="79" y="36"/>
                </a:lnTo>
                <a:lnTo>
                  <a:pt x="91" y="32"/>
                </a:lnTo>
                <a:lnTo>
                  <a:pt x="103" y="32"/>
                </a:lnTo>
                <a:lnTo>
                  <a:pt x="114" y="28"/>
                </a:lnTo>
                <a:lnTo>
                  <a:pt x="126" y="24"/>
                </a:lnTo>
                <a:lnTo>
                  <a:pt x="138" y="24"/>
                </a:lnTo>
                <a:lnTo>
                  <a:pt x="150" y="28"/>
                </a:lnTo>
                <a:lnTo>
                  <a:pt x="161" y="28"/>
                </a:lnTo>
                <a:lnTo>
                  <a:pt x="173" y="32"/>
                </a:lnTo>
                <a:lnTo>
                  <a:pt x="185" y="40"/>
                </a:lnTo>
                <a:lnTo>
                  <a:pt x="197" y="45"/>
                </a:lnTo>
                <a:lnTo>
                  <a:pt x="209" y="49"/>
                </a:lnTo>
                <a:lnTo>
                  <a:pt x="220" y="53"/>
                </a:lnTo>
                <a:lnTo>
                  <a:pt x="232" y="57"/>
                </a:lnTo>
                <a:lnTo>
                  <a:pt x="248" y="53"/>
                </a:lnTo>
                <a:lnTo>
                  <a:pt x="264" y="45"/>
                </a:lnTo>
                <a:lnTo>
                  <a:pt x="271" y="32"/>
                </a:lnTo>
                <a:lnTo>
                  <a:pt x="283" y="32"/>
                </a:lnTo>
                <a:lnTo>
                  <a:pt x="295" y="28"/>
                </a:lnTo>
                <a:lnTo>
                  <a:pt x="307" y="24"/>
                </a:lnTo>
                <a:lnTo>
                  <a:pt x="319" y="20"/>
                </a:lnTo>
                <a:lnTo>
                  <a:pt x="330" y="32"/>
                </a:lnTo>
                <a:lnTo>
                  <a:pt x="342" y="40"/>
                </a:lnTo>
                <a:lnTo>
                  <a:pt x="354" y="53"/>
                </a:lnTo>
                <a:lnTo>
                  <a:pt x="366" y="61"/>
                </a:lnTo>
                <a:lnTo>
                  <a:pt x="377" y="61"/>
                </a:lnTo>
                <a:lnTo>
                  <a:pt x="389" y="53"/>
                </a:lnTo>
                <a:lnTo>
                  <a:pt x="401" y="49"/>
                </a:lnTo>
                <a:lnTo>
                  <a:pt x="413" y="40"/>
                </a:lnTo>
                <a:lnTo>
                  <a:pt x="425" y="36"/>
                </a:lnTo>
                <a:lnTo>
                  <a:pt x="436" y="32"/>
                </a:lnTo>
                <a:lnTo>
                  <a:pt x="452" y="28"/>
                </a:lnTo>
                <a:lnTo>
                  <a:pt x="464" y="28"/>
                </a:lnTo>
                <a:lnTo>
                  <a:pt x="476" y="24"/>
                </a:lnTo>
                <a:lnTo>
                  <a:pt x="487" y="24"/>
                </a:lnTo>
                <a:lnTo>
                  <a:pt x="499" y="24"/>
                </a:lnTo>
                <a:lnTo>
                  <a:pt x="511" y="20"/>
                </a:lnTo>
                <a:lnTo>
                  <a:pt x="527" y="16"/>
                </a:lnTo>
                <a:lnTo>
                  <a:pt x="542" y="16"/>
                </a:lnTo>
                <a:lnTo>
                  <a:pt x="558" y="12"/>
                </a:lnTo>
                <a:lnTo>
                  <a:pt x="570" y="24"/>
                </a:lnTo>
                <a:lnTo>
                  <a:pt x="578" y="36"/>
                </a:lnTo>
                <a:lnTo>
                  <a:pt x="585" y="49"/>
                </a:lnTo>
                <a:lnTo>
                  <a:pt x="601" y="53"/>
                </a:lnTo>
                <a:lnTo>
                  <a:pt x="613" y="49"/>
                </a:lnTo>
                <a:lnTo>
                  <a:pt x="629" y="45"/>
                </a:lnTo>
                <a:lnTo>
                  <a:pt x="640" y="40"/>
                </a:lnTo>
                <a:lnTo>
                  <a:pt x="656" y="36"/>
                </a:lnTo>
                <a:lnTo>
                  <a:pt x="672" y="36"/>
                </a:lnTo>
                <a:lnTo>
                  <a:pt x="684" y="32"/>
                </a:lnTo>
                <a:lnTo>
                  <a:pt x="695" y="28"/>
                </a:lnTo>
                <a:lnTo>
                  <a:pt x="711" y="24"/>
                </a:lnTo>
                <a:lnTo>
                  <a:pt x="723" y="20"/>
                </a:lnTo>
                <a:lnTo>
                  <a:pt x="735" y="16"/>
                </a:lnTo>
                <a:lnTo>
                  <a:pt x="746" y="12"/>
                </a:lnTo>
                <a:lnTo>
                  <a:pt x="758" y="20"/>
                </a:lnTo>
                <a:lnTo>
                  <a:pt x="770" y="28"/>
                </a:lnTo>
                <a:lnTo>
                  <a:pt x="782" y="36"/>
                </a:lnTo>
                <a:lnTo>
                  <a:pt x="794" y="45"/>
                </a:lnTo>
                <a:lnTo>
                  <a:pt x="805" y="53"/>
                </a:lnTo>
                <a:lnTo>
                  <a:pt x="817" y="53"/>
                </a:lnTo>
                <a:lnTo>
                  <a:pt x="829" y="53"/>
                </a:lnTo>
                <a:lnTo>
                  <a:pt x="841" y="49"/>
                </a:lnTo>
                <a:lnTo>
                  <a:pt x="852" y="45"/>
                </a:lnTo>
                <a:lnTo>
                  <a:pt x="864" y="45"/>
                </a:lnTo>
                <a:lnTo>
                  <a:pt x="876" y="40"/>
                </a:lnTo>
                <a:lnTo>
                  <a:pt x="892" y="40"/>
                </a:lnTo>
                <a:lnTo>
                  <a:pt x="904" y="36"/>
                </a:lnTo>
                <a:lnTo>
                  <a:pt x="915" y="36"/>
                </a:lnTo>
                <a:lnTo>
                  <a:pt x="927" y="36"/>
                </a:lnTo>
                <a:lnTo>
                  <a:pt x="939" y="36"/>
                </a:lnTo>
                <a:lnTo>
                  <a:pt x="951" y="36"/>
                </a:lnTo>
                <a:lnTo>
                  <a:pt x="962" y="36"/>
                </a:lnTo>
                <a:lnTo>
                  <a:pt x="978" y="32"/>
                </a:lnTo>
                <a:lnTo>
                  <a:pt x="990" y="28"/>
                </a:lnTo>
                <a:lnTo>
                  <a:pt x="1002" y="20"/>
                </a:lnTo>
                <a:lnTo>
                  <a:pt x="1013" y="16"/>
                </a:lnTo>
                <a:lnTo>
                  <a:pt x="1025" y="12"/>
                </a:lnTo>
                <a:lnTo>
                  <a:pt x="1041" y="8"/>
                </a:lnTo>
                <a:lnTo>
                  <a:pt x="1057" y="16"/>
                </a:lnTo>
                <a:lnTo>
                  <a:pt x="1068" y="28"/>
                </a:lnTo>
                <a:lnTo>
                  <a:pt x="1080" y="36"/>
                </a:lnTo>
                <a:lnTo>
                  <a:pt x="1092" y="40"/>
                </a:lnTo>
                <a:lnTo>
                  <a:pt x="1104" y="49"/>
                </a:lnTo>
                <a:lnTo>
                  <a:pt x="1116" y="49"/>
                </a:lnTo>
                <a:lnTo>
                  <a:pt x="1127" y="49"/>
                </a:lnTo>
                <a:lnTo>
                  <a:pt x="1143" y="45"/>
                </a:lnTo>
                <a:lnTo>
                  <a:pt x="1155" y="40"/>
                </a:lnTo>
                <a:lnTo>
                  <a:pt x="1167" y="32"/>
                </a:lnTo>
                <a:lnTo>
                  <a:pt x="1182" y="24"/>
                </a:lnTo>
                <a:lnTo>
                  <a:pt x="1194" y="20"/>
                </a:lnTo>
                <a:lnTo>
                  <a:pt x="1210" y="12"/>
                </a:lnTo>
                <a:lnTo>
                  <a:pt x="1222" y="12"/>
                </a:lnTo>
                <a:lnTo>
                  <a:pt x="1233" y="12"/>
                </a:lnTo>
                <a:lnTo>
                  <a:pt x="1249" y="8"/>
                </a:lnTo>
                <a:lnTo>
                  <a:pt x="1261" y="4"/>
                </a:lnTo>
                <a:lnTo>
                  <a:pt x="1273" y="4"/>
                </a:lnTo>
                <a:lnTo>
                  <a:pt x="1280" y="16"/>
                </a:lnTo>
                <a:lnTo>
                  <a:pt x="1292" y="24"/>
                </a:lnTo>
                <a:lnTo>
                  <a:pt x="1304" y="32"/>
                </a:lnTo>
                <a:lnTo>
                  <a:pt x="1316" y="45"/>
                </a:lnTo>
                <a:lnTo>
                  <a:pt x="1328" y="53"/>
                </a:lnTo>
                <a:lnTo>
                  <a:pt x="1339" y="57"/>
                </a:lnTo>
                <a:lnTo>
                  <a:pt x="1351" y="57"/>
                </a:lnTo>
                <a:lnTo>
                  <a:pt x="1363" y="49"/>
                </a:lnTo>
                <a:lnTo>
                  <a:pt x="1375" y="40"/>
                </a:lnTo>
                <a:lnTo>
                  <a:pt x="1386" y="32"/>
                </a:lnTo>
                <a:lnTo>
                  <a:pt x="1398" y="28"/>
                </a:lnTo>
                <a:lnTo>
                  <a:pt x="1410" y="24"/>
                </a:lnTo>
                <a:lnTo>
                  <a:pt x="1426" y="20"/>
                </a:lnTo>
                <a:lnTo>
                  <a:pt x="1438" y="20"/>
                </a:lnTo>
                <a:lnTo>
                  <a:pt x="1449" y="20"/>
                </a:lnTo>
                <a:lnTo>
                  <a:pt x="1461" y="16"/>
                </a:lnTo>
                <a:lnTo>
                  <a:pt x="1473" y="16"/>
                </a:lnTo>
                <a:lnTo>
                  <a:pt x="1485" y="8"/>
                </a:lnTo>
                <a:lnTo>
                  <a:pt x="1500" y="12"/>
                </a:lnTo>
                <a:lnTo>
                  <a:pt x="1520" y="24"/>
                </a:lnTo>
                <a:lnTo>
                  <a:pt x="1532" y="28"/>
                </a:lnTo>
                <a:lnTo>
                  <a:pt x="1547" y="40"/>
                </a:lnTo>
                <a:lnTo>
                  <a:pt x="1559" y="45"/>
                </a:lnTo>
                <a:lnTo>
                  <a:pt x="1571" y="53"/>
                </a:lnTo>
                <a:lnTo>
                  <a:pt x="1583" y="61"/>
                </a:lnTo>
                <a:lnTo>
                  <a:pt x="1595" y="61"/>
                </a:lnTo>
                <a:lnTo>
                  <a:pt x="1606" y="57"/>
                </a:lnTo>
                <a:lnTo>
                  <a:pt x="1622" y="49"/>
                </a:lnTo>
                <a:lnTo>
                  <a:pt x="1634" y="36"/>
                </a:lnTo>
                <a:lnTo>
                  <a:pt x="1646" y="32"/>
                </a:lnTo>
                <a:lnTo>
                  <a:pt x="1657" y="28"/>
                </a:lnTo>
                <a:lnTo>
                  <a:pt x="1669" y="24"/>
                </a:lnTo>
                <a:lnTo>
                  <a:pt x="1685" y="20"/>
                </a:lnTo>
                <a:lnTo>
                  <a:pt x="1697" y="16"/>
                </a:lnTo>
                <a:lnTo>
                  <a:pt x="1708" y="12"/>
                </a:lnTo>
                <a:lnTo>
                  <a:pt x="1720" y="8"/>
                </a:lnTo>
                <a:lnTo>
                  <a:pt x="1732" y="8"/>
                </a:lnTo>
                <a:lnTo>
                  <a:pt x="1744" y="12"/>
                </a:lnTo>
                <a:lnTo>
                  <a:pt x="1763" y="20"/>
                </a:lnTo>
                <a:lnTo>
                  <a:pt x="1775" y="28"/>
                </a:lnTo>
                <a:lnTo>
                  <a:pt x="1787" y="32"/>
                </a:lnTo>
                <a:lnTo>
                  <a:pt x="1799" y="36"/>
                </a:lnTo>
                <a:lnTo>
                  <a:pt x="1811" y="40"/>
                </a:lnTo>
                <a:lnTo>
                  <a:pt x="1822" y="40"/>
                </a:lnTo>
                <a:lnTo>
                  <a:pt x="1834" y="32"/>
                </a:lnTo>
                <a:lnTo>
                  <a:pt x="1846" y="28"/>
                </a:lnTo>
                <a:lnTo>
                  <a:pt x="1858" y="20"/>
                </a:lnTo>
                <a:lnTo>
                  <a:pt x="1869" y="12"/>
                </a:lnTo>
                <a:lnTo>
                  <a:pt x="1881" y="8"/>
                </a:lnTo>
                <a:lnTo>
                  <a:pt x="1897" y="4"/>
                </a:lnTo>
                <a:lnTo>
                  <a:pt x="1909" y="0"/>
                </a:lnTo>
                <a:lnTo>
                  <a:pt x="1920" y="0"/>
                </a:lnTo>
                <a:lnTo>
                  <a:pt x="1936" y="0"/>
                </a:lnTo>
                <a:lnTo>
                  <a:pt x="1948" y="4"/>
                </a:lnTo>
                <a:lnTo>
                  <a:pt x="1964" y="8"/>
                </a:lnTo>
                <a:lnTo>
                  <a:pt x="1975" y="12"/>
                </a:lnTo>
                <a:lnTo>
                  <a:pt x="1987" y="20"/>
                </a:lnTo>
                <a:lnTo>
                  <a:pt x="1999" y="24"/>
                </a:lnTo>
                <a:lnTo>
                  <a:pt x="2015" y="28"/>
                </a:lnTo>
                <a:lnTo>
                  <a:pt x="2026" y="36"/>
                </a:lnTo>
                <a:lnTo>
                  <a:pt x="2038" y="36"/>
                </a:lnTo>
                <a:lnTo>
                  <a:pt x="2046" y="24"/>
                </a:lnTo>
                <a:lnTo>
                  <a:pt x="2058" y="16"/>
                </a:lnTo>
                <a:lnTo>
                  <a:pt x="2070" y="16"/>
                </a:lnTo>
                <a:lnTo>
                  <a:pt x="2081" y="20"/>
                </a:lnTo>
                <a:lnTo>
                  <a:pt x="2097" y="28"/>
                </a:lnTo>
                <a:lnTo>
                  <a:pt x="2109" y="36"/>
                </a:lnTo>
                <a:lnTo>
                  <a:pt x="2121" y="40"/>
                </a:lnTo>
                <a:lnTo>
                  <a:pt x="2129" y="53"/>
                </a:lnTo>
                <a:lnTo>
                  <a:pt x="2140" y="57"/>
                </a:lnTo>
                <a:lnTo>
                  <a:pt x="2152" y="61"/>
                </a:lnTo>
                <a:lnTo>
                  <a:pt x="2178" y="83"/>
                </a:lnTo>
                <a:lnTo>
                  <a:pt x="2176" y="69"/>
                </a:lnTo>
                <a:lnTo>
                  <a:pt x="2184" y="62"/>
                </a:lnTo>
                <a:lnTo>
                  <a:pt x="2184" y="83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7" name="Rectangle 17">
            <a:extLst>
              <a:ext uri="{FF2B5EF4-FFF2-40B4-BE49-F238E27FC236}">
                <a16:creationId xmlns:a16="http://schemas.microsoft.com/office/drawing/2014/main" id="{52A48B02-940F-95AA-F574-785F1E985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166688"/>
            <a:ext cx="66675" cy="209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Rectangle 18">
            <a:extLst>
              <a:ext uri="{FF2B5EF4-FFF2-40B4-BE49-F238E27FC236}">
                <a16:creationId xmlns:a16="http://schemas.microsoft.com/office/drawing/2014/main" id="{C5BA60B5-246A-FA37-E5F8-8BC23ECE9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25" y="3044825"/>
            <a:ext cx="4000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0163" tIns="0" rIns="30163" bIns="0" anchor="ctr" anchorCtr="1"/>
          <a:lstStyle/>
          <a:p>
            <a:r>
              <a:rPr lang="en-US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56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0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0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912</TotalTime>
  <Words>1320</Words>
  <Application>Microsoft Office PowerPoint</Application>
  <PresentationFormat>Custom</PresentationFormat>
  <Paragraphs>339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36</cp:revision>
  <dcterms:created xsi:type="dcterms:W3CDTF">1995-06-17T23:31:02Z</dcterms:created>
  <dcterms:modified xsi:type="dcterms:W3CDTF">2026-05-13T01:06:42Z</dcterms:modified>
</cp:coreProperties>
</file>