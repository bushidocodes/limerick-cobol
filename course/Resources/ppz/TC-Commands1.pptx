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917640"/>
            <a:ext cx="2933640" cy="19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MOVE examples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10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VALUE “POWER”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10666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2952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5238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7524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1240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3526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35812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J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66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2952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5238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7524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124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52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A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1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52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828800" y="571680"/>
            <a:ext cx="1067040" cy="1886400"/>
          </a:xfrm>
          <a:custGeom>
            <a:avLst/>
            <a:gdLst/>
            <a:ahLst/>
            <a:rect l="0" t="0" r="r" b="b"/>
            <a:pathLst>
              <a:path fill="none" w="2964" h="5240">
                <a:moveTo>
                  <a:pt x="2964" y="5240"/>
                </a:moveTo>
                <a:lnTo>
                  <a:pt x="2964" y="5240"/>
                </a:lnTo>
                <a:lnTo>
                  <a:pt x="2964" y="5240"/>
                </a:lnTo>
                <a:cubicBezTo>
                  <a:pt x="2964" y="4320"/>
                  <a:pt x="2827" y="3417"/>
                  <a:pt x="2567" y="2620"/>
                </a:cubicBezTo>
                <a:cubicBezTo>
                  <a:pt x="2307" y="1823"/>
                  <a:pt x="1933" y="1162"/>
                  <a:pt x="1482" y="702"/>
                </a:cubicBezTo>
                <a:cubicBezTo>
                  <a:pt x="1031" y="242"/>
                  <a:pt x="520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3520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666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2952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5238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7524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124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2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</a:t>
            </a: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</a:t>
            </a: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77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2409840" y="1719360"/>
            <a:ext cx="230832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There are not enough characters in “TOM” to fill FirstName entirely so the remaining locations are filled with spaces.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476280" y="819000"/>
            <a:ext cx="590760" cy="1657800"/>
          </a:xfrm>
          <a:custGeom>
            <a:avLst/>
            <a:gdLst/>
            <a:ahLst/>
            <a:rect l="0" t="0" r="r" b="b"/>
            <a:pathLst>
              <a:path fill="none" w="1641" h="4605">
                <a:moveTo>
                  <a:pt x="1641" y="0"/>
                </a:moveTo>
                <a:lnTo>
                  <a:pt x="1641" y="0"/>
                </a:lnTo>
                <a:cubicBezTo>
                  <a:pt x="1353" y="0"/>
                  <a:pt x="1070" y="213"/>
                  <a:pt x="820" y="617"/>
                </a:cubicBezTo>
                <a:cubicBezTo>
                  <a:pt x="571" y="1021"/>
                  <a:pt x="364" y="1602"/>
                  <a:pt x="220" y="2303"/>
                </a:cubicBezTo>
                <a:cubicBezTo>
                  <a:pt x="76" y="3003"/>
                  <a:pt x="0" y="3797"/>
                  <a:pt x="0" y="4605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066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295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523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7524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3124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3352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103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" name=""/>
          <p:cNvSpPr txBox="1"/>
          <p:nvPr/>
        </p:nvSpPr>
        <p:spPr>
          <a:xfrm>
            <a:off x="3981600" y="2549520"/>
            <a:ext cx="237960" cy="864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ICK</a:t>
            </a: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409840" y="1720800"/>
            <a:ext cx="230832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 literal is 11 characters in size but Surname can only hold 8, so the last three characters (“ICK”) are truncated (i.e. lost)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828800" y="990720"/>
            <a:ext cx="419400" cy="1486440"/>
          </a:xfrm>
          <a:custGeom>
            <a:avLst/>
            <a:gdLst/>
            <a:ahLst/>
            <a:rect l="0" t="0" r="r" b="b"/>
            <a:pathLst>
              <a:path fill="none" w="1165" h="4129">
                <a:moveTo>
                  <a:pt x="1165" y="4129"/>
                </a:moveTo>
                <a:lnTo>
                  <a:pt x="1165" y="4129"/>
                </a:lnTo>
                <a:lnTo>
                  <a:pt x="1165" y="4129"/>
                </a:lnTo>
                <a:cubicBezTo>
                  <a:pt x="1165" y="3404"/>
                  <a:pt x="1111" y="2692"/>
                  <a:pt x="1009" y="2064"/>
                </a:cubicBezTo>
                <a:cubicBezTo>
                  <a:pt x="907" y="1437"/>
                  <a:pt x="760" y="916"/>
                  <a:pt x="582" y="553"/>
                </a:cubicBezTo>
                <a:cubicBezTo>
                  <a:pt x="405" y="191"/>
                  <a:pt x="205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66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295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523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752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Z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124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3352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130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3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751120" y="1673280"/>
            <a:ext cx="200988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literal is 9 characters but FirstName can only hold 8, so the “R” from ALEXANDER is lost.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09480" y="1238400"/>
            <a:ext cx="362160" cy="1181520"/>
          </a:xfrm>
          <a:custGeom>
            <a:avLst/>
            <a:gdLst/>
            <a:ahLst/>
            <a:rect l="0" t="0" r="r" b="b"/>
            <a:pathLst>
              <a:path fill="none" w="1006" h="3282">
                <a:moveTo>
                  <a:pt x="1006" y="0"/>
                </a:moveTo>
                <a:lnTo>
                  <a:pt x="1006" y="0"/>
                </a:lnTo>
                <a:cubicBezTo>
                  <a:pt x="829" y="0"/>
                  <a:pt x="656" y="152"/>
                  <a:pt x="503" y="440"/>
                </a:cubicBezTo>
                <a:cubicBezTo>
                  <a:pt x="350" y="728"/>
                  <a:pt x="223" y="1142"/>
                  <a:pt x="135" y="1641"/>
                </a:cubicBezTo>
                <a:cubicBezTo>
                  <a:pt x="46" y="2140"/>
                  <a:pt x="0" y="2706"/>
                  <a:pt x="0" y="3282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J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666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2952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5238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752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8954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124080" y="2549520"/>
            <a:ext cx="237960" cy="3373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3352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5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156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9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3075120" y="1673280"/>
            <a:ext cx="160956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 the literal, the spaces following JOHN ensure that RYAN is moved into the Surname data-item.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1542960" y="1371600"/>
            <a:ext cx="0" cy="110484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 txBox="1"/>
          <p:nvPr/>
        </p:nvSpPr>
        <p:spPr>
          <a:xfrm>
            <a:off x="55440" y="2887560"/>
            <a:ext cx="3933720" cy="53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FirstName   PIC X(8) VALUE “JOHN”.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Surname     PIC X(8) VALUE “POWER”.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429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7476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83520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0012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66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295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523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752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981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22096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2438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6668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8954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1240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3352680" y="2549520"/>
            <a:ext cx="237960" cy="86436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 x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581280" y="254952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x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123840" y="2538360"/>
            <a:ext cx="3705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1" name=""/>
          <p:cNvGrpSpPr/>
          <p:nvPr/>
        </p:nvGrpSpPr>
        <p:grpSpPr>
          <a:xfrm>
            <a:off x="147600" y="181080"/>
            <a:ext cx="4434480" cy="1943280"/>
            <a:chOff x="147600" y="181080"/>
            <a:chExt cx="4434480" cy="1943280"/>
          </a:xfrm>
        </p:grpSpPr>
        <p:sp>
          <p:nvSpPr>
            <p:cNvPr id="182" name=""/>
            <p:cNvSpPr txBox="1"/>
            <p:nvPr/>
          </p:nvSpPr>
          <p:spPr>
            <a:xfrm>
              <a:off x="152280" y="200160"/>
              <a:ext cx="4400640" cy="1905120"/>
            </a:xfrm>
            <a:prstGeom prst="rect">
              <a:avLst/>
            </a:prstGeom>
            <a:solidFill>
              <a:srgbClr val="EEFFEE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“COUGHLAN”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“TOM”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“FITZPATRICK” TO Surname.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“ALEXANDER” TO FirstName.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“JOHN    RYAN”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MOVE ALL “x” TO StudentName.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" name=""/>
            <p:cNvSpPr/>
            <p:nvPr/>
          </p:nvSpPr>
          <p:spPr>
            <a:xfrm>
              <a:off x="181080" y="181080"/>
              <a:ext cx="4401000" cy="162360"/>
            </a:xfrm>
            <a:custGeom>
              <a:avLst/>
              <a:gdLst/>
              <a:ahLst/>
              <a:rect l="0" t="0" r="r" b="b"/>
              <a:pathLst>
                <a:path w="12225" h="451">
                  <a:moveTo>
                    <a:pt x="12225" y="9"/>
                  </a:moveTo>
                  <a:lnTo>
                    <a:pt x="12225" y="0"/>
                  </a:lnTo>
                  <a:lnTo>
                    <a:pt x="12225" y="9"/>
                  </a:lnTo>
                  <a:lnTo>
                    <a:pt x="12220" y="22"/>
                  </a:lnTo>
                  <a:lnTo>
                    <a:pt x="12192" y="22"/>
                  </a:lnTo>
                  <a:lnTo>
                    <a:pt x="12093" y="64"/>
                  </a:lnTo>
                  <a:lnTo>
                    <a:pt x="12027" y="105"/>
                  </a:lnTo>
                  <a:lnTo>
                    <a:pt x="11978" y="147"/>
                  </a:lnTo>
                  <a:lnTo>
                    <a:pt x="11928" y="147"/>
                  </a:lnTo>
                  <a:lnTo>
                    <a:pt x="11879" y="161"/>
                  </a:lnTo>
                  <a:lnTo>
                    <a:pt x="11829" y="161"/>
                  </a:lnTo>
                  <a:lnTo>
                    <a:pt x="11780" y="161"/>
                  </a:lnTo>
                  <a:lnTo>
                    <a:pt x="11730" y="161"/>
                  </a:lnTo>
                  <a:lnTo>
                    <a:pt x="11681" y="161"/>
                  </a:lnTo>
                  <a:lnTo>
                    <a:pt x="11631" y="161"/>
                  </a:lnTo>
                  <a:lnTo>
                    <a:pt x="11582" y="189"/>
                  </a:lnTo>
                  <a:lnTo>
                    <a:pt x="11549" y="230"/>
                  </a:lnTo>
                  <a:lnTo>
                    <a:pt x="11516" y="271"/>
                  </a:lnTo>
                  <a:lnTo>
                    <a:pt x="11466" y="285"/>
                  </a:lnTo>
                  <a:lnTo>
                    <a:pt x="11417" y="285"/>
                  </a:lnTo>
                  <a:lnTo>
                    <a:pt x="11367" y="258"/>
                  </a:lnTo>
                  <a:lnTo>
                    <a:pt x="11301" y="230"/>
                  </a:lnTo>
                  <a:lnTo>
                    <a:pt x="11252" y="230"/>
                  </a:lnTo>
                  <a:lnTo>
                    <a:pt x="11202" y="216"/>
                  </a:lnTo>
                  <a:lnTo>
                    <a:pt x="11153" y="189"/>
                  </a:lnTo>
                  <a:lnTo>
                    <a:pt x="11103" y="175"/>
                  </a:lnTo>
                  <a:lnTo>
                    <a:pt x="11037" y="175"/>
                  </a:lnTo>
                  <a:lnTo>
                    <a:pt x="10987" y="161"/>
                  </a:lnTo>
                  <a:lnTo>
                    <a:pt x="10938" y="147"/>
                  </a:lnTo>
                  <a:lnTo>
                    <a:pt x="10888" y="134"/>
                  </a:lnTo>
                  <a:lnTo>
                    <a:pt x="10839" y="134"/>
                  </a:lnTo>
                  <a:lnTo>
                    <a:pt x="10789" y="120"/>
                  </a:lnTo>
                  <a:lnTo>
                    <a:pt x="10740" y="105"/>
                  </a:lnTo>
                  <a:lnTo>
                    <a:pt x="10690" y="91"/>
                  </a:lnTo>
                  <a:lnTo>
                    <a:pt x="10641" y="78"/>
                  </a:lnTo>
                  <a:lnTo>
                    <a:pt x="10624" y="120"/>
                  </a:lnTo>
                  <a:lnTo>
                    <a:pt x="10558" y="134"/>
                  </a:lnTo>
                  <a:lnTo>
                    <a:pt x="10492" y="134"/>
                  </a:lnTo>
                  <a:lnTo>
                    <a:pt x="10443" y="147"/>
                  </a:lnTo>
                  <a:lnTo>
                    <a:pt x="10393" y="175"/>
                  </a:lnTo>
                  <a:lnTo>
                    <a:pt x="10377" y="216"/>
                  </a:lnTo>
                  <a:lnTo>
                    <a:pt x="10327" y="230"/>
                  </a:lnTo>
                  <a:lnTo>
                    <a:pt x="10278" y="230"/>
                  </a:lnTo>
                  <a:lnTo>
                    <a:pt x="10228" y="230"/>
                  </a:lnTo>
                  <a:lnTo>
                    <a:pt x="10179" y="258"/>
                  </a:lnTo>
                  <a:lnTo>
                    <a:pt x="10129" y="271"/>
                  </a:lnTo>
                  <a:lnTo>
                    <a:pt x="10080" y="285"/>
                  </a:lnTo>
                  <a:lnTo>
                    <a:pt x="10030" y="299"/>
                  </a:lnTo>
                  <a:lnTo>
                    <a:pt x="9981" y="326"/>
                  </a:lnTo>
                  <a:lnTo>
                    <a:pt x="9931" y="341"/>
                  </a:lnTo>
                  <a:lnTo>
                    <a:pt x="9882" y="341"/>
                  </a:lnTo>
                  <a:lnTo>
                    <a:pt x="9832" y="326"/>
                  </a:lnTo>
                  <a:lnTo>
                    <a:pt x="9783" y="299"/>
                  </a:lnTo>
                  <a:lnTo>
                    <a:pt x="9717" y="285"/>
                  </a:lnTo>
                  <a:lnTo>
                    <a:pt x="9667" y="271"/>
                  </a:lnTo>
                  <a:lnTo>
                    <a:pt x="9618" y="258"/>
                  </a:lnTo>
                  <a:lnTo>
                    <a:pt x="9568" y="244"/>
                  </a:lnTo>
                  <a:lnTo>
                    <a:pt x="9519" y="244"/>
                  </a:lnTo>
                  <a:lnTo>
                    <a:pt x="9469" y="216"/>
                  </a:lnTo>
                  <a:lnTo>
                    <a:pt x="9420" y="202"/>
                  </a:lnTo>
                  <a:lnTo>
                    <a:pt x="9370" y="202"/>
                  </a:lnTo>
                  <a:lnTo>
                    <a:pt x="9321" y="189"/>
                  </a:lnTo>
                  <a:lnTo>
                    <a:pt x="9271" y="189"/>
                  </a:lnTo>
                  <a:lnTo>
                    <a:pt x="9205" y="175"/>
                  </a:lnTo>
                  <a:lnTo>
                    <a:pt x="9138" y="161"/>
                  </a:lnTo>
                  <a:lnTo>
                    <a:pt x="9089" y="147"/>
                  </a:lnTo>
                  <a:lnTo>
                    <a:pt x="9039" y="134"/>
                  </a:lnTo>
                  <a:lnTo>
                    <a:pt x="8990" y="134"/>
                  </a:lnTo>
                  <a:lnTo>
                    <a:pt x="8940" y="134"/>
                  </a:lnTo>
                  <a:lnTo>
                    <a:pt x="8891" y="134"/>
                  </a:lnTo>
                  <a:lnTo>
                    <a:pt x="8841" y="134"/>
                  </a:lnTo>
                  <a:lnTo>
                    <a:pt x="8791" y="134"/>
                  </a:lnTo>
                  <a:lnTo>
                    <a:pt x="8742" y="134"/>
                  </a:lnTo>
                  <a:lnTo>
                    <a:pt x="8676" y="134"/>
                  </a:lnTo>
                  <a:lnTo>
                    <a:pt x="8626" y="120"/>
                  </a:lnTo>
                  <a:lnTo>
                    <a:pt x="8577" y="91"/>
                  </a:lnTo>
                  <a:lnTo>
                    <a:pt x="8527" y="91"/>
                  </a:lnTo>
                  <a:lnTo>
                    <a:pt x="8478" y="91"/>
                  </a:lnTo>
                  <a:lnTo>
                    <a:pt x="8445" y="134"/>
                  </a:lnTo>
                  <a:lnTo>
                    <a:pt x="8395" y="161"/>
                  </a:lnTo>
                  <a:lnTo>
                    <a:pt x="8346" y="175"/>
                  </a:lnTo>
                  <a:lnTo>
                    <a:pt x="8296" y="216"/>
                  </a:lnTo>
                  <a:lnTo>
                    <a:pt x="8247" y="230"/>
                  </a:lnTo>
                  <a:lnTo>
                    <a:pt x="8197" y="244"/>
                  </a:lnTo>
                  <a:lnTo>
                    <a:pt x="8148" y="258"/>
                  </a:lnTo>
                  <a:lnTo>
                    <a:pt x="8098" y="258"/>
                  </a:lnTo>
                  <a:lnTo>
                    <a:pt x="8049" y="244"/>
                  </a:lnTo>
                  <a:lnTo>
                    <a:pt x="7999" y="216"/>
                  </a:lnTo>
                  <a:lnTo>
                    <a:pt x="7950" y="202"/>
                  </a:lnTo>
                  <a:lnTo>
                    <a:pt x="7900" y="202"/>
                  </a:lnTo>
                  <a:lnTo>
                    <a:pt x="7851" y="189"/>
                  </a:lnTo>
                  <a:lnTo>
                    <a:pt x="7801" y="175"/>
                  </a:lnTo>
                  <a:lnTo>
                    <a:pt x="7752" y="147"/>
                  </a:lnTo>
                  <a:lnTo>
                    <a:pt x="7702" y="147"/>
                  </a:lnTo>
                  <a:lnTo>
                    <a:pt x="7653" y="120"/>
                  </a:lnTo>
                  <a:lnTo>
                    <a:pt x="7603" y="105"/>
                  </a:lnTo>
                  <a:lnTo>
                    <a:pt x="7554" y="105"/>
                  </a:lnTo>
                  <a:lnTo>
                    <a:pt x="7504" y="91"/>
                  </a:lnTo>
                  <a:lnTo>
                    <a:pt x="7455" y="91"/>
                  </a:lnTo>
                  <a:lnTo>
                    <a:pt x="7389" y="78"/>
                  </a:lnTo>
                  <a:lnTo>
                    <a:pt x="7339" y="64"/>
                  </a:lnTo>
                  <a:lnTo>
                    <a:pt x="7290" y="64"/>
                  </a:lnTo>
                  <a:lnTo>
                    <a:pt x="7240" y="64"/>
                  </a:lnTo>
                  <a:lnTo>
                    <a:pt x="7191" y="64"/>
                  </a:lnTo>
                  <a:lnTo>
                    <a:pt x="7141" y="64"/>
                  </a:lnTo>
                  <a:lnTo>
                    <a:pt x="7092" y="78"/>
                  </a:lnTo>
                  <a:lnTo>
                    <a:pt x="7042" y="105"/>
                  </a:lnTo>
                  <a:lnTo>
                    <a:pt x="6993" y="147"/>
                  </a:lnTo>
                  <a:lnTo>
                    <a:pt x="6943" y="175"/>
                  </a:lnTo>
                  <a:lnTo>
                    <a:pt x="6894" y="202"/>
                  </a:lnTo>
                  <a:lnTo>
                    <a:pt x="6844" y="230"/>
                  </a:lnTo>
                  <a:lnTo>
                    <a:pt x="6795" y="244"/>
                  </a:lnTo>
                  <a:lnTo>
                    <a:pt x="6745" y="244"/>
                  </a:lnTo>
                  <a:lnTo>
                    <a:pt x="6696" y="244"/>
                  </a:lnTo>
                  <a:lnTo>
                    <a:pt x="6646" y="258"/>
                  </a:lnTo>
                  <a:lnTo>
                    <a:pt x="6580" y="258"/>
                  </a:lnTo>
                  <a:lnTo>
                    <a:pt x="6530" y="271"/>
                  </a:lnTo>
                  <a:lnTo>
                    <a:pt x="6464" y="285"/>
                  </a:lnTo>
                  <a:lnTo>
                    <a:pt x="6415" y="299"/>
                  </a:lnTo>
                  <a:lnTo>
                    <a:pt x="6365" y="299"/>
                  </a:lnTo>
                  <a:lnTo>
                    <a:pt x="6316" y="313"/>
                  </a:lnTo>
                  <a:lnTo>
                    <a:pt x="6266" y="313"/>
                  </a:lnTo>
                  <a:lnTo>
                    <a:pt x="6217" y="313"/>
                  </a:lnTo>
                  <a:lnTo>
                    <a:pt x="6167" y="313"/>
                  </a:lnTo>
                  <a:lnTo>
                    <a:pt x="6118" y="313"/>
                  </a:lnTo>
                  <a:lnTo>
                    <a:pt x="6068" y="299"/>
                  </a:lnTo>
                  <a:lnTo>
                    <a:pt x="6035" y="258"/>
                  </a:lnTo>
                  <a:lnTo>
                    <a:pt x="5969" y="216"/>
                  </a:lnTo>
                  <a:lnTo>
                    <a:pt x="5920" y="202"/>
                  </a:lnTo>
                  <a:lnTo>
                    <a:pt x="5854" y="175"/>
                  </a:lnTo>
                  <a:lnTo>
                    <a:pt x="5804" y="147"/>
                  </a:lnTo>
                  <a:lnTo>
                    <a:pt x="5738" y="147"/>
                  </a:lnTo>
                  <a:lnTo>
                    <a:pt x="5689" y="134"/>
                  </a:lnTo>
                  <a:lnTo>
                    <a:pt x="5639" y="105"/>
                  </a:lnTo>
                  <a:lnTo>
                    <a:pt x="5590" y="105"/>
                  </a:lnTo>
                  <a:lnTo>
                    <a:pt x="5540" y="91"/>
                  </a:lnTo>
                  <a:lnTo>
                    <a:pt x="5474" y="120"/>
                  </a:lnTo>
                  <a:lnTo>
                    <a:pt x="5425" y="147"/>
                  </a:lnTo>
                  <a:lnTo>
                    <a:pt x="5375" y="175"/>
                  </a:lnTo>
                  <a:lnTo>
                    <a:pt x="5326" y="189"/>
                  </a:lnTo>
                  <a:lnTo>
                    <a:pt x="5276" y="202"/>
                  </a:lnTo>
                  <a:lnTo>
                    <a:pt x="5210" y="230"/>
                  </a:lnTo>
                  <a:lnTo>
                    <a:pt x="5161" y="244"/>
                  </a:lnTo>
                  <a:lnTo>
                    <a:pt x="5111" y="271"/>
                  </a:lnTo>
                  <a:lnTo>
                    <a:pt x="5062" y="271"/>
                  </a:lnTo>
                  <a:lnTo>
                    <a:pt x="5012" y="271"/>
                  </a:lnTo>
                  <a:lnTo>
                    <a:pt x="4946" y="258"/>
                  </a:lnTo>
                  <a:lnTo>
                    <a:pt x="4913" y="216"/>
                  </a:lnTo>
                  <a:lnTo>
                    <a:pt x="4864" y="189"/>
                  </a:lnTo>
                  <a:lnTo>
                    <a:pt x="4814" y="161"/>
                  </a:lnTo>
                  <a:lnTo>
                    <a:pt x="4765" y="120"/>
                  </a:lnTo>
                  <a:lnTo>
                    <a:pt x="4715" y="91"/>
                  </a:lnTo>
                  <a:lnTo>
                    <a:pt x="4666" y="64"/>
                  </a:lnTo>
                  <a:lnTo>
                    <a:pt x="4616" y="50"/>
                  </a:lnTo>
                  <a:lnTo>
                    <a:pt x="4567" y="50"/>
                  </a:lnTo>
                  <a:lnTo>
                    <a:pt x="4517" y="50"/>
                  </a:lnTo>
                  <a:lnTo>
                    <a:pt x="4468" y="64"/>
                  </a:lnTo>
                  <a:lnTo>
                    <a:pt x="4418" y="64"/>
                  </a:lnTo>
                  <a:lnTo>
                    <a:pt x="4368" y="64"/>
                  </a:lnTo>
                  <a:lnTo>
                    <a:pt x="4319" y="64"/>
                  </a:lnTo>
                  <a:lnTo>
                    <a:pt x="4269" y="64"/>
                  </a:lnTo>
                  <a:lnTo>
                    <a:pt x="4220" y="78"/>
                  </a:lnTo>
                  <a:lnTo>
                    <a:pt x="4170" y="78"/>
                  </a:lnTo>
                  <a:lnTo>
                    <a:pt x="4121" y="78"/>
                  </a:lnTo>
                  <a:lnTo>
                    <a:pt x="4071" y="78"/>
                  </a:lnTo>
                  <a:lnTo>
                    <a:pt x="4022" y="91"/>
                  </a:lnTo>
                  <a:lnTo>
                    <a:pt x="3972" y="91"/>
                  </a:lnTo>
                  <a:lnTo>
                    <a:pt x="3923" y="91"/>
                  </a:lnTo>
                  <a:lnTo>
                    <a:pt x="3873" y="91"/>
                  </a:lnTo>
                  <a:lnTo>
                    <a:pt x="3824" y="91"/>
                  </a:lnTo>
                  <a:lnTo>
                    <a:pt x="3774" y="91"/>
                  </a:lnTo>
                  <a:lnTo>
                    <a:pt x="3725" y="105"/>
                  </a:lnTo>
                  <a:lnTo>
                    <a:pt x="3675" y="134"/>
                  </a:lnTo>
                  <a:lnTo>
                    <a:pt x="3626" y="147"/>
                  </a:lnTo>
                  <a:lnTo>
                    <a:pt x="3576" y="175"/>
                  </a:lnTo>
                  <a:lnTo>
                    <a:pt x="3527" y="189"/>
                  </a:lnTo>
                  <a:lnTo>
                    <a:pt x="3477" y="230"/>
                  </a:lnTo>
                  <a:lnTo>
                    <a:pt x="3428" y="244"/>
                  </a:lnTo>
                  <a:lnTo>
                    <a:pt x="3378" y="258"/>
                  </a:lnTo>
                  <a:lnTo>
                    <a:pt x="3312" y="271"/>
                  </a:lnTo>
                  <a:lnTo>
                    <a:pt x="3263" y="285"/>
                  </a:lnTo>
                  <a:lnTo>
                    <a:pt x="3213" y="299"/>
                  </a:lnTo>
                  <a:lnTo>
                    <a:pt x="3164" y="299"/>
                  </a:lnTo>
                  <a:lnTo>
                    <a:pt x="3114" y="299"/>
                  </a:lnTo>
                  <a:lnTo>
                    <a:pt x="3065" y="271"/>
                  </a:lnTo>
                  <a:lnTo>
                    <a:pt x="3014" y="244"/>
                  </a:lnTo>
                  <a:lnTo>
                    <a:pt x="2965" y="230"/>
                  </a:lnTo>
                  <a:lnTo>
                    <a:pt x="2915" y="202"/>
                  </a:lnTo>
                  <a:lnTo>
                    <a:pt x="2849" y="202"/>
                  </a:lnTo>
                  <a:lnTo>
                    <a:pt x="2783" y="189"/>
                  </a:lnTo>
                  <a:lnTo>
                    <a:pt x="2767" y="147"/>
                  </a:lnTo>
                  <a:lnTo>
                    <a:pt x="2717" y="134"/>
                  </a:lnTo>
                  <a:lnTo>
                    <a:pt x="2668" y="134"/>
                  </a:lnTo>
                  <a:lnTo>
                    <a:pt x="2602" y="134"/>
                  </a:lnTo>
                  <a:lnTo>
                    <a:pt x="2552" y="134"/>
                  </a:lnTo>
                  <a:lnTo>
                    <a:pt x="2503" y="134"/>
                  </a:lnTo>
                  <a:lnTo>
                    <a:pt x="2503" y="175"/>
                  </a:lnTo>
                  <a:lnTo>
                    <a:pt x="2503" y="216"/>
                  </a:lnTo>
                  <a:lnTo>
                    <a:pt x="2552" y="244"/>
                  </a:lnTo>
                  <a:lnTo>
                    <a:pt x="2585" y="285"/>
                  </a:lnTo>
                  <a:lnTo>
                    <a:pt x="2635" y="326"/>
                  </a:lnTo>
                  <a:lnTo>
                    <a:pt x="2668" y="369"/>
                  </a:lnTo>
                  <a:lnTo>
                    <a:pt x="2701" y="410"/>
                  </a:lnTo>
                  <a:lnTo>
                    <a:pt x="2734" y="451"/>
                  </a:lnTo>
                  <a:lnTo>
                    <a:pt x="2684" y="424"/>
                  </a:lnTo>
                  <a:lnTo>
                    <a:pt x="2635" y="382"/>
                  </a:lnTo>
                  <a:lnTo>
                    <a:pt x="2585" y="355"/>
                  </a:lnTo>
                  <a:lnTo>
                    <a:pt x="2536" y="326"/>
                  </a:lnTo>
                  <a:lnTo>
                    <a:pt x="2486" y="299"/>
                  </a:lnTo>
                  <a:lnTo>
                    <a:pt x="2437" y="258"/>
                  </a:lnTo>
                  <a:lnTo>
                    <a:pt x="2387" y="216"/>
                  </a:lnTo>
                  <a:lnTo>
                    <a:pt x="2338" y="189"/>
                  </a:lnTo>
                  <a:lnTo>
                    <a:pt x="2288" y="175"/>
                  </a:lnTo>
                  <a:lnTo>
                    <a:pt x="2222" y="161"/>
                  </a:lnTo>
                  <a:lnTo>
                    <a:pt x="2172" y="161"/>
                  </a:lnTo>
                  <a:lnTo>
                    <a:pt x="2123" y="161"/>
                  </a:lnTo>
                  <a:lnTo>
                    <a:pt x="2073" y="161"/>
                  </a:lnTo>
                  <a:lnTo>
                    <a:pt x="2024" y="147"/>
                  </a:lnTo>
                  <a:lnTo>
                    <a:pt x="1974" y="147"/>
                  </a:lnTo>
                  <a:lnTo>
                    <a:pt x="1925" y="147"/>
                  </a:lnTo>
                  <a:lnTo>
                    <a:pt x="1875" y="147"/>
                  </a:lnTo>
                  <a:lnTo>
                    <a:pt x="1809" y="147"/>
                  </a:lnTo>
                  <a:lnTo>
                    <a:pt x="1760" y="147"/>
                  </a:lnTo>
                  <a:lnTo>
                    <a:pt x="1710" y="161"/>
                  </a:lnTo>
                  <a:lnTo>
                    <a:pt x="1661" y="161"/>
                  </a:lnTo>
                  <a:lnTo>
                    <a:pt x="1595" y="161"/>
                  </a:lnTo>
                  <a:lnTo>
                    <a:pt x="1529" y="161"/>
                  </a:lnTo>
                  <a:lnTo>
                    <a:pt x="1479" y="161"/>
                  </a:lnTo>
                  <a:lnTo>
                    <a:pt x="1430" y="161"/>
                  </a:lnTo>
                  <a:lnTo>
                    <a:pt x="1380" y="189"/>
                  </a:lnTo>
                  <a:lnTo>
                    <a:pt x="1331" y="202"/>
                  </a:lnTo>
                  <a:lnTo>
                    <a:pt x="1314" y="244"/>
                  </a:lnTo>
                  <a:lnTo>
                    <a:pt x="1314" y="285"/>
                  </a:lnTo>
                  <a:lnTo>
                    <a:pt x="1265" y="326"/>
                  </a:lnTo>
                  <a:lnTo>
                    <a:pt x="1215" y="341"/>
                  </a:lnTo>
                  <a:lnTo>
                    <a:pt x="1166" y="341"/>
                  </a:lnTo>
                  <a:lnTo>
                    <a:pt x="1116" y="341"/>
                  </a:lnTo>
                  <a:lnTo>
                    <a:pt x="1067" y="341"/>
                  </a:lnTo>
                  <a:lnTo>
                    <a:pt x="1017" y="355"/>
                  </a:lnTo>
                  <a:lnTo>
                    <a:pt x="968" y="369"/>
                  </a:lnTo>
                  <a:lnTo>
                    <a:pt x="902" y="369"/>
                  </a:lnTo>
                  <a:lnTo>
                    <a:pt x="852" y="369"/>
                  </a:lnTo>
                  <a:lnTo>
                    <a:pt x="803" y="369"/>
                  </a:lnTo>
                  <a:lnTo>
                    <a:pt x="753" y="355"/>
                  </a:lnTo>
                  <a:lnTo>
                    <a:pt x="720" y="313"/>
                  </a:lnTo>
                  <a:lnTo>
                    <a:pt x="671" y="299"/>
                  </a:lnTo>
                  <a:lnTo>
                    <a:pt x="621" y="271"/>
                  </a:lnTo>
                  <a:lnTo>
                    <a:pt x="572" y="258"/>
                  </a:lnTo>
                  <a:lnTo>
                    <a:pt x="522" y="244"/>
                  </a:lnTo>
                  <a:lnTo>
                    <a:pt x="473" y="244"/>
                  </a:lnTo>
                  <a:lnTo>
                    <a:pt x="423" y="230"/>
                  </a:lnTo>
                  <a:lnTo>
                    <a:pt x="374" y="202"/>
                  </a:lnTo>
                  <a:lnTo>
                    <a:pt x="324" y="189"/>
                  </a:lnTo>
                  <a:lnTo>
                    <a:pt x="275" y="161"/>
                  </a:lnTo>
                  <a:lnTo>
                    <a:pt x="225" y="147"/>
                  </a:lnTo>
                  <a:lnTo>
                    <a:pt x="176" y="134"/>
                  </a:lnTo>
                  <a:lnTo>
                    <a:pt x="126" y="105"/>
                  </a:lnTo>
                  <a:lnTo>
                    <a:pt x="77" y="91"/>
                  </a:lnTo>
                  <a:lnTo>
                    <a:pt x="11" y="22"/>
                  </a:lnTo>
                  <a:lnTo>
                    <a:pt x="11" y="13"/>
                  </a:lnTo>
                  <a:lnTo>
                    <a:pt x="0" y="13"/>
                  </a:lnTo>
                  <a:lnTo>
                    <a:pt x="0" y="13"/>
                  </a:lnTo>
                  <a:lnTo>
                    <a:pt x="11" y="27"/>
                  </a:lnTo>
                  <a:lnTo>
                    <a:pt x="11" y="9"/>
                  </a:lnTo>
                  <a:lnTo>
                    <a:pt x="12225" y="9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"/>
            <p:cNvSpPr/>
            <p:nvPr/>
          </p:nvSpPr>
          <p:spPr>
            <a:xfrm>
              <a:off x="147600" y="1987560"/>
              <a:ext cx="4386600" cy="136800"/>
            </a:xfrm>
            <a:custGeom>
              <a:avLst/>
              <a:gdLst/>
              <a:ahLst/>
              <a:rect l="0" t="0" r="r" b="b"/>
              <a:pathLst>
                <a:path w="12185" h="380">
                  <a:moveTo>
                    <a:pt x="0" y="366"/>
                  </a:moveTo>
                  <a:lnTo>
                    <a:pt x="5" y="338"/>
                  </a:lnTo>
                  <a:lnTo>
                    <a:pt x="0" y="380"/>
                  </a:lnTo>
                  <a:lnTo>
                    <a:pt x="136" y="225"/>
                  </a:lnTo>
                  <a:lnTo>
                    <a:pt x="202" y="225"/>
                  </a:lnTo>
                  <a:lnTo>
                    <a:pt x="268" y="263"/>
                  </a:lnTo>
                  <a:lnTo>
                    <a:pt x="355" y="225"/>
                  </a:lnTo>
                  <a:lnTo>
                    <a:pt x="443" y="168"/>
                  </a:lnTo>
                  <a:lnTo>
                    <a:pt x="509" y="149"/>
                  </a:lnTo>
                  <a:lnTo>
                    <a:pt x="574" y="149"/>
                  </a:lnTo>
                  <a:lnTo>
                    <a:pt x="640" y="131"/>
                  </a:lnTo>
                  <a:lnTo>
                    <a:pt x="706" y="112"/>
                  </a:lnTo>
                  <a:lnTo>
                    <a:pt x="772" y="112"/>
                  </a:lnTo>
                  <a:lnTo>
                    <a:pt x="837" y="131"/>
                  </a:lnTo>
                  <a:lnTo>
                    <a:pt x="903" y="131"/>
                  </a:lnTo>
                  <a:lnTo>
                    <a:pt x="969" y="149"/>
                  </a:lnTo>
                  <a:lnTo>
                    <a:pt x="1034" y="187"/>
                  </a:lnTo>
                  <a:lnTo>
                    <a:pt x="1100" y="207"/>
                  </a:lnTo>
                  <a:lnTo>
                    <a:pt x="1166" y="225"/>
                  </a:lnTo>
                  <a:lnTo>
                    <a:pt x="1232" y="244"/>
                  </a:lnTo>
                  <a:lnTo>
                    <a:pt x="1297" y="263"/>
                  </a:lnTo>
                  <a:lnTo>
                    <a:pt x="1385" y="244"/>
                  </a:lnTo>
                  <a:lnTo>
                    <a:pt x="1473" y="207"/>
                  </a:lnTo>
                  <a:lnTo>
                    <a:pt x="1516" y="149"/>
                  </a:lnTo>
                  <a:lnTo>
                    <a:pt x="1582" y="149"/>
                  </a:lnTo>
                  <a:lnTo>
                    <a:pt x="1648" y="131"/>
                  </a:lnTo>
                  <a:lnTo>
                    <a:pt x="1713" y="112"/>
                  </a:lnTo>
                  <a:lnTo>
                    <a:pt x="1779" y="93"/>
                  </a:lnTo>
                  <a:lnTo>
                    <a:pt x="1845" y="149"/>
                  </a:lnTo>
                  <a:lnTo>
                    <a:pt x="1911" y="187"/>
                  </a:lnTo>
                  <a:lnTo>
                    <a:pt x="1976" y="244"/>
                  </a:lnTo>
                  <a:lnTo>
                    <a:pt x="2042" y="281"/>
                  </a:lnTo>
                  <a:lnTo>
                    <a:pt x="2108" y="281"/>
                  </a:lnTo>
                  <a:lnTo>
                    <a:pt x="2173" y="244"/>
                  </a:lnTo>
                  <a:lnTo>
                    <a:pt x="2239" y="225"/>
                  </a:lnTo>
                  <a:lnTo>
                    <a:pt x="2305" y="187"/>
                  </a:lnTo>
                  <a:lnTo>
                    <a:pt x="2371" y="168"/>
                  </a:lnTo>
                  <a:lnTo>
                    <a:pt x="2436" y="149"/>
                  </a:lnTo>
                  <a:lnTo>
                    <a:pt x="2524" y="131"/>
                  </a:lnTo>
                  <a:lnTo>
                    <a:pt x="2590" y="131"/>
                  </a:lnTo>
                  <a:lnTo>
                    <a:pt x="2655" y="112"/>
                  </a:lnTo>
                  <a:lnTo>
                    <a:pt x="2721" y="112"/>
                  </a:lnTo>
                  <a:lnTo>
                    <a:pt x="2787" y="112"/>
                  </a:lnTo>
                  <a:lnTo>
                    <a:pt x="2852" y="93"/>
                  </a:lnTo>
                  <a:lnTo>
                    <a:pt x="2940" y="74"/>
                  </a:lnTo>
                  <a:lnTo>
                    <a:pt x="3028" y="74"/>
                  </a:lnTo>
                  <a:lnTo>
                    <a:pt x="3115" y="56"/>
                  </a:lnTo>
                  <a:lnTo>
                    <a:pt x="3181" y="112"/>
                  </a:lnTo>
                  <a:lnTo>
                    <a:pt x="3225" y="168"/>
                  </a:lnTo>
                  <a:lnTo>
                    <a:pt x="3269" y="225"/>
                  </a:lnTo>
                  <a:lnTo>
                    <a:pt x="3356" y="244"/>
                  </a:lnTo>
                  <a:lnTo>
                    <a:pt x="3422" y="225"/>
                  </a:lnTo>
                  <a:lnTo>
                    <a:pt x="3510" y="207"/>
                  </a:lnTo>
                  <a:lnTo>
                    <a:pt x="3575" y="187"/>
                  </a:lnTo>
                  <a:lnTo>
                    <a:pt x="3663" y="168"/>
                  </a:lnTo>
                  <a:lnTo>
                    <a:pt x="3751" y="168"/>
                  </a:lnTo>
                  <a:lnTo>
                    <a:pt x="3816" y="149"/>
                  </a:lnTo>
                  <a:lnTo>
                    <a:pt x="3882" y="131"/>
                  </a:lnTo>
                  <a:lnTo>
                    <a:pt x="3970" y="112"/>
                  </a:lnTo>
                  <a:lnTo>
                    <a:pt x="4035" y="93"/>
                  </a:lnTo>
                  <a:lnTo>
                    <a:pt x="4101" y="74"/>
                  </a:lnTo>
                  <a:lnTo>
                    <a:pt x="4167" y="56"/>
                  </a:lnTo>
                  <a:lnTo>
                    <a:pt x="4232" y="93"/>
                  </a:lnTo>
                  <a:lnTo>
                    <a:pt x="4298" y="131"/>
                  </a:lnTo>
                  <a:lnTo>
                    <a:pt x="4364" y="168"/>
                  </a:lnTo>
                  <a:lnTo>
                    <a:pt x="4430" y="207"/>
                  </a:lnTo>
                  <a:lnTo>
                    <a:pt x="4495" y="244"/>
                  </a:lnTo>
                  <a:lnTo>
                    <a:pt x="4561" y="244"/>
                  </a:lnTo>
                  <a:lnTo>
                    <a:pt x="4627" y="244"/>
                  </a:lnTo>
                  <a:lnTo>
                    <a:pt x="4692" y="225"/>
                  </a:lnTo>
                  <a:lnTo>
                    <a:pt x="4758" y="207"/>
                  </a:lnTo>
                  <a:lnTo>
                    <a:pt x="4824" y="207"/>
                  </a:lnTo>
                  <a:lnTo>
                    <a:pt x="4890" y="187"/>
                  </a:lnTo>
                  <a:lnTo>
                    <a:pt x="4977" y="187"/>
                  </a:lnTo>
                  <a:lnTo>
                    <a:pt x="5043" y="168"/>
                  </a:lnTo>
                  <a:lnTo>
                    <a:pt x="5109" y="168"/>
                  </a:lnTo>
                  <a:lnTo>
                    <a:pt x="5174" y="168"/>
                  </a:lnTo>
                  <a:lnTo>
                    <a:pt x="5240" y="168"/>
                  </a:lnTo>
                  <a:lnTo>
                    <a:pt x="5306" y="168"/>
                  </a:lnTo>
                  <a:lnTo>
                    <a:pt x="5371" y="168"/>
                  </a:lnTo>
                  <a:lnTo>
                    <a:pt x="5459" y="149"/>
                  </a:lnTo>
                  <a:lnTo>
                    <a:pt x="5525" y="131"/>
                  </a:lnTo>
                  <a:lnTo>
                    <a:pt x="5590" y="93"/>
                  </a:lnTo>
                  <a:lnTo>
                    <a:pt x="5656" y="74"/>
                  </a:lnTo>
                  <a:lnTo>
                    <a:pt x="5722" y="56"/>
                  </a:lnTo>
                  <a:lnTo>
                    <a:pt x="5810" y="37"/>
                  </a:lnTo>
                  <a:lnTo>
                    <a:pt x="5897" y="74"/>
                  </a:lnTo>
                  <a:lnTo>
                    <a:pt x="5963" y="131"/>
                  </a:lnTo>
                  <a:lnTo>
                    <a:pt x="6029" y="168"/>
                  </a:lnTo>
                  <a:lnTo>
                    <a:pt x="6095" y="187"/>
                  </a:lnTo>
                  <a:lnTo>
                    <a:pt x="6161" y="225"/>
                  </a:lnTo>
                  <a:lnTo>
                    <a:pt x="6227" y="225"/>
                  </a:lnTo>
                  <a:lnTo>
                    <a:pt x="6292" y="225"/>
                  </a:lnTo>
                  <a:lnTo>
                    <a:pt x="6380" y="207"/>
                  </a:lnTo>
                  <a:lnTo>
                    <a:pt x="6446" y="187"/>
                  </a:lnTo>
                  <a:lnTo>
                    <a:pt x="6511" y="149"/>
                  </a:lnTo>
                  <a:lnTo>
                    <a:pt x="6599" y="112"/>
                  </a:lnTo>
                  <a:lnTo>
                    <a:pt x="6665" y="93"/>
                  </a:lnTo>
                  <a:lnTo>
                    <a:pt x="6752" y="56"/>
                  </a:lnTo>
                  <a:lnTo>
                    <a:pt x="6818" y="56"/>
                  </a:lnTo>
                  <a:lnTo>
                    <a:pt x="6884" y="56"/>
                  </a:lnTo>
                  <a:lnTo>
                    <a:pt x="6971" y="37"/>
                  </a:lnTo>
                  <a:lnTo>
                    <a:pt x="7037" y="18"/>
                  </a:lnTo>
                  <a:lnTo>
                    <a:pt x="7103" y="18"/>
                  </a:lnTo>
                  <a:lnTo>
                    <a:pt x="7147" y="74"/>
                  </a:lnTo>
                  <a:lnTo>
                    <a:pt x="7212" y="112"/>
                  </a:lnTo>
                  <a:lnTo>
                    <a:pt x="7278" y="149"/>
                  </a:lnTo>
                  <a:lnTo>
                    <a:pt x="7344" y="207"/>
                  </a:lnTo>
                  <a:lnTo>
                    <a:pt x="7410" y="244"/>
                  </a:lnTo>
                  <a:lnTo>
                    <a:pt x="7475" y="263"/>
                  </a:lnTo>
                  <a:lnTo>
                    <a:pt x="7541" y="263"/>
                  </a:lnTo>
                  <a:lnTo>
                    <a:pt x="7607" y="225"/>
                  </a:lnTo>
                  <a:lnTo>
                    <a:pt x="7672" y="187"/>
                  </a:lnTo>
                  <a:lnTo>
                    <a:pt x="7738" y="149"/>
                  </a:lnTo>
                  <a:lnTo>
                    <a:pt x="7804" y="131"/>
                  </a:lnTo>
                  <a:lnTo>
                    <a:pt x="7869" y="112"/>
                  </a:lnTo>
                  <a:lnTo>
                    <a:pt x="7957" y="93"/>
                  </a:lnTo>
                  <a:lnTo>
                    <a:pt x="8023" y="93"/>
                  </a:lnTo>
                  <a:lnTo>
                    <a:pt x="8089" y="93"/>
                  </a:lnTo>
                  <a:lnTo>
                    <a:pt x="8154" y="74"/>
                  </a:lnTo>
                  <a:lnTo>
                    <a:pt x="8220" y="74"/>
                  </a:lnTo>
                  <a:lnTo>
                    <a:pt x="8286" y="37"/>
                  </a:lnTo>
                  <a:lnTo>
                    <a:pt x="8373" y="56"/>
                  </a:lnTo>
                  <a:lnTo>
                    <a:pt x="8483" y="112"/>
                  </a:lnTo>
                  <a:lnTo>
                    <a:pt x="8549" y="131"/>
                  </a:lnTo>
                  <a:lnTo>
                    <a:pt x="8636" y="187"/>
                  </a:lnTo>
                  <a:lnTo>
                    <a:pt x="8702" y="207"/>
                  </a:lnTo>
                  <a:lnTo>
                    <a:pt x="8768" y="244"/>
                  </a:lnTo>
                  <a:lnTo>
                    <a:pt x="8833" y="281"/>
                  </a:lnTo>
                  <a:lnTo>
                    <a:pt x="8899" y="281"/>
                  </a:lnTo>
                  <a:lnTo>
                    <a:pt x="8965" y="263"/>
                  </a:lnTo>
                  <a:lnTo>
                    <a:pt x="9052" y="225"/>
                  </a:lnTo>
                  <a:lnTo>
                    <a:pt x="9118" y="168"/>
                  </a:lnTo>
                  <a:lnTo>
                    <a:pt x="9184" y="149"/>
                  </a:lnTo>
                  <a:lnTo>
                    <a:pt x="9249" y="131"/>
                  </a:lnTo>
                  <a:lnTo>
                    <a:pt x="9315" y="112"/>
                  </a:lnTo>
                  <a:lnTo>
                    <a:pt x="9403" y="93"/>
                  </a:lnTo>
                  <a:lnTo>
                    <a:pt x="9468" y="74"/>
                  </a:lnTo>
                  <a:lnTo>
                    <a:pt x="9534" y="56"/>
                  </a:lnTo>
                  <a:lnTo>
                    <a:pt x="9600" y="37"/>
                  </a:lnTo>
                  <a:lnTo>
                    <a:pt x="9666" y="37"/>
                  </a:lnTo>
                  <a:lnTo>
                    <a:pt x="9731" y="56"/>
                  </a:lnTo>
                  <a:lnTo>
                    <a:pt x="9841" y="93"/>
                  </a:lnTo>
                  <a:lnTo>
                    <a:pt x="9907" y="131"/>
                  </a:lnTo>
                  <a:lnTo>
                    <a:pt x="9972" y="149"/>
                  </a:lnTo>
                  <a:lnTo>
                    <a:pt x="10038" y="168"/>
                  </a:lnTo>
                  <a:lnTo>
                    <a:pt x="10104" y="187"/>
                  </a:lnTo>
                  <a:lnTo>
                    <a:pt x="10169" y="187"/>
                  </a:lnTo>
                  <a:lnTo>
                    <a:pt x="10235" y="149"/>
                  </a:lnTo>
                  <a:lnTo>
                    <a:pt x="10301" y="131"/>
                  </a:lnTo>
                  <a:lnTo>
                    <a:pt x="10367" y="93"/>
                  </a:lnTo>
                  <a:lnTo>
                    <a:pt x="10432" y="56"/>
                  </a:lnTo>
                  <a:lnTo>
                    <a:pt x="10498" y="37"/>
                  </a:lnTo>
                  <a:lnTo>
                    <a:pt x="10586" y="18"/>
                  </a:lnTo>
                  <a:lnTo>
                    <a:pt x="10651" y="0"/>
                  </a:lnTo>
                  <a:lnTo>
                    <a:pt x="10717" y="0"/>
                  </a:lnTo>
                  <a:lnTo>
                    <a:pt x="10805" y="0"/>
                  </a:lnTo>
                  <a:lnTo>
                    <a:pt x="10870" y="18"/>
                  </a:lnTo>
                  <a:lnTo>
                    <a:pt x="10958" y="37"/>
                  </a:lnTo>
                  <a:lnTo>
                    <a:pt x="11024" y="56"/>
                  </a:lnTo>
                  <a:lnTo>
                    <a:pt x="11089" y="93"/>
                  </a:lnTo>
                  <a:lnTo>
                    <a:pt x="11155" y="112"/>
                  </a:lnTo>
                  <a:lnTo>
                    <a:pt x="11243" y="131"/>
                  </a:lnTo>
                  <a:lnTo>
                    <a:pt x="11308" y="168"/>
                  </a:lnTo>
                  <a:lnTo>
                    <a:pt x="11374" y="168"/>
                  </a:lnTo>
                  <a:lnTo>
                    <a:pt x="11418" y="112"/>
                  </a:lnTo>
                  <a:lnTo>
                    <a:pt x="11484" y="74"/>
                  </a:lnTo>
                  <a:lnTo>
                    <a:pt x="11549" y="74"/>
                  </a:lnTo>
                  <a:lnTo>
                    <a:pt x="11615" y="93"/>
                  </a:lnTo>
                  <a:lnTo>
                    <a:pt x="11703" y="131"/>
                  </a:lnTo>
                  <a:lnTo>
                    <a:pt x="11768" y="168"/>
                  </a:lnTo>
                  <a:lnTo>
                    <a:pt x="11834" y="187"/>
                  </a:lnTo>
                  <a:lnTo>
                    <a:pt x="11878" y="244"/>
                  </a:lnTo>
                  <a:lnTo>
                    <a:pt x="11944" y="263"/>
                  </a:lnTo>
                  <a:lnTo>
                    <a:pt x="12009" y="281"/>
                  </a:lnTo>
                  <a:lnTo>
                    <a:pt x="12075" y="319"/>
                  </a:lnTo>
                  <a:lnTo>
                    <a:pt x="12141" y="319"/>
                  </a:lnTo>
                  <a:lnTo>
                    <a:pt x="12185" y="356"/>
                  </a:lnTo>
                  <a:lnTo>
                    <a:pt x="12157" y="347"/>
                  </a:lnTo>
                  <a:lnTo>
                    <a:pt x="0" y="366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5" name=""/>
          <p:cNvSpPr/>
          <p:nvPr/>
        </p:nvSpPr>
        <p:spPr>
          <a:xfrm>
            <a:off x="1981080" y="2543040"/>
            <a:ext cx="0" cy="343080"/>
          </a:xfrm>
          <a:prstGeom prst="line">
            <a:avLst/>
          </a:prstGeom>
          <a:ln w="255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4552920" y="104760"/>
            <a:ext cx="133200" cy="95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771640" y="1708200"/>
            <a:ext cx="193212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ALL Figurative Constant makes “x” act like a Figurative Constant and so it fills the whole item.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1371600" y="1714680"/>
            <a:ext cx="0" cy="76176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 flipH="1">
            <a:off x="628560" y="1714680"/>
            <a:ext cx="743040" cy="74268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1371600" y="1714680"/>
            <a:ext cx="781200" cy="78084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4" name=""/>
          <p:cNvGrpSpPr/>
          <p:nvPr/>
        </p:nvGrpSpPr>
        <p:grpSpPr>
          <a:xfrm>
            <a:off x="322200" y="2830680"/>
            <a:ext cx="3843360" cy="880920"/>
            <a:chOff x="322200" y="2830680"/>
            <a:chExt cx="3843360" cy="880920"/>
          </a:xfrm>
        </p:grpSpPr>
        <p:sp>
          <p:nvSpPr>
            <p:cNvPr id="195" name=""/>
            <p:cNvSpPr txBox="1"/>
            <p:nvPr/>
          </p:nvSpPr>
          <p:spPr>
            <a:xfrm>
              <a:off x="322200" y="2830680"/>
              <a:ext cx="3843360" cy="237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GrossPay   PIC 9(4)V99 </a:t>
              </a:r>
              <a:r>
                <a:rPr lang="en-US" sz="1200" b="1" u="none" strike="noStrike">
                  <a:solidFill>
                    <a:srgbClr val="CC0000"/>
                  </a:solidFill>
                  <a:effectLst/>
                  <a:uFillTx/>
                  <a:latin typeface="Courier New"/>
                  <a:ea typeface="Courier New"/>
                </a:rPr>
                <a:t>VALUE 7325.78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"/>
            <p:cNvSpPr txBox="1"/>
            <p:nvPr/>
          </p:nvSpPr>
          <p:spPr>
            <a:xfrm>
              <a:off x="4096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7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"/>
            <p:cNvSpPr txBox="1"/>
            <p:nvPr/>
          </p:nvSpPr>
          <p:spPr>
            <a:xfrm>
              <a:off x="64152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3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"/>
            <p:cNvSpPr txBox="1"/>
            <p:nvPr/>
          </p:nvSpPr>
          <p:spPr>
            <a:xfrm>
              <a:off x="110160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5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"/>
            <p:cNvSpPr txBox="1"/>
            <p:nvPr/>
          </p:nvSpPr>
          <p:spPr>
            <a:xfrm>
              <a:off x="8668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2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"/>
            <p:cNvSpPr txBox="1"/>
            <p:nvPr/>
          </p:nvSpPr>
          <p:spPr>
            <a:xfrm>
              <a:off x="13334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7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"/>
            <p:cNvSpPr txBox="1"/>
            <p:nvPr/>
          </p:nvSpPr>
          <p:spPr>
            <a:xfrm>
              <a:off x="15620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8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"/>
            <p:cNvSpPr/>
            <p:nvPr/>
          </p:nvSpPr>
          <p:spPr>
            <a:xfrm>
              <a:off x="390600" y="3033720"/>
              <a:ext cx="1419120" cy="3524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"/>
            <p:cNvSpPr txBox="1"/>
            <p:nvPr/>
          </p:nvSpPr>
          <p:spPr>
            <a:xfrm>
              <a:off x="1305000" y="345600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"/>
            <p:cNvSpPr/>
            <p:nvPr/>
          </p:nvSpPr>
          <p:spPr>
            <a:xfrm>
              <a:off x="1333440" y="3381480"/>
              <a:ext cx="0" cy="19044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5" name=""/>
          <p:cNvSpPr txBox="1"/>
          <p:nvPr/>
        </p:nvSpPr>
        <p:spPr>
          <a:xfrm>
            <a:off x="1432080" y="3495600"/>
            <a:ext cx="1787400" cy="284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assumed decimal point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"/>
          <p:cNvGrpSpPr/>
          <p:nvPr/>
        </p:nvGrpSpPr>
        <p:grpSpPr>
          <a:xfrm>
            <a:off x="322200" y="2830680"/>
            <a:ext cx="3841920" cy="880920"/>
            <a:chOff x="322200" y="2830680"/>
            <a:chExt cx="3841920" cy="880920"/>
          </a:xfrm>
        </p:grpSpPr>
        <p:sp>
          <p:nvSpPr>
            <p:cNvPr id="208" name=""/>
            <p:cNvSpPr txBox="1"/>
            <p:nvPr/>
          </p:nvSpPr>
          <p:spPr>
            <a:xfrm>
              <a:off x="322200" y="2830680"/>
              <a:ext cx="3841920" cy="237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GrossPay   PIC 9(4)V99 VALUE 7325.78.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"/>
            <p:cNvSpPr txBox="1"/>
            <p:nvPr/>
          </p:nvSpPr>
          <p:spPr>
            <a:xfrm>
              <a:off x="4096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9900"/>
                  </a:solidFill>
                  <a:effectLst/>
                  <a:uFillTx/>
                  <a:latin typeface="Courier New"/>
                  <a:ea typeface="Courier New"/>
                </a:rPr>
                <a:t>0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"/>
            <p:cNvSpPr txBox="1"/>
            <p:nvPr/>
          </p:nvSpPr>
          <p:spPr>
            <a:xfrm>
              <a:off x="64152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9900"/>
                  </a:solidFill>
                  <a:effectLst/>
                  <a:uFillTx/>
                  <a:latin typeface="Courier New"/>
                  <a:ea typeface="Courier New"/>
                </a:rPr>
                <a:t>0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"/>
            <p:cNvSpPr txBox="1"/>
            <p:nvPr/>
          </p:nvSpPr>
          <p:spPr>
            <a:xfrm>
              <a:off x="110160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2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"/>
            <p:cNvSpPr txBox="1"/>
            <p:nvPr/>
          </p:nvSpPr>
          <p:spPr>
            <a:xfrm>
              <a:off x="8668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1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"/>
            <p:cNvSpPr txBox="1"/>
            <p:nvPr/>
          </p:nvSpPr>
          <p:spPr>
            <a:xfrm>
              <a:off x="13334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4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"/>
            <p:cNvSpPr txBox="1"/>
            <p:nvPr/>
          </p:nvSpPr>
          <p:spPr>
            <a:xfrm>
              <a:off x="15620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009900"/>
                  </a:solidFill>
                  <a:effectLst/>
                  <a:uFillTx/>
                  <a:latin typeface="Courier New"/>
                  <a:ea typeface="Courier New"/>
                </a:rPr>
                <a:t>0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"/>
            <p:cNvSpPr/>
            <p:nvPr/>
          </p:nvSpPr>
          <p:spPr>
            <a:xfrm>
              <a:off x="390600" y="3033720"/>
              <a:ext cx="1419120" cy="3524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"/>
            <p:cNvSpPr txBox="1"/>
            <p:nvPr/>
          </p:nvSpPr>
          <p:spPr>
            <a:xfrm>
              <a:off x="1305000" y="345600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"/>
            <p:cNvSpPr/>
            <p:nvPr/>
          </p:nvSpPr>
          <p:spPr>
            <a:xfrm>
              <a:off x="1333440" y="3381480"/>
              <a:ext cx="0" cy="19044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8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884240" y="1824120"/>
            <a:ext cx="2762280" cy="698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decimal point in 12.4 is aligned with the assumed decimal point in GrossPay and this causes zero filling on both sides.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 txBox="1"/>
          <p:nvPr/>
        </p:nvSpPr>
        <p:spPr>
          <a:xfrm>
            <a:off x="322200" y="2830680"/>
            <a:ext cx="38419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GrossPay   PIC 9(4)V99 VALUE 7325.78.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305000" y="3456000"/>
            <a:ext cx="76320" cy="25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7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333440" y="3381480"/>
            <a:ext cx="0" cy="190440"/>
          </a:xfrm>
          <a:prstGeom prst="line">
            <a:avLst/>
          </a:prstGeom>
          <a:ln w="12600">
            <a:solidFill>
              <a:srgbClr val="0099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79064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884240" y="1812960"/>
            <a:ext cx="2762280" cy="905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When 123.456 is moved to GrossPay there is alignment along the decimal point with the result that there is zero filling on the left and truncation on the right.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"/>
          <p:cNvGrpSpPr/>
          <p:nvPr/>
        </p:nvGrpSpPr>
        <p:grpSpPr>
          <a:xfrm>
            <a:off x="322200" y="2830680"/>
            <a:ext cx="3841920" cy="880920"/>
            <a:chOff x="322200" y="2830680"/>
            <a:chExt cx="3841920" cy="880920"/>
          </a:xfrm>
        </p:grpSpPr>
        <p:sp>
          <p:nvSpPr>
            <p:cNvPr id="240" name=""/>
            <p:cNvSpPr txBox="1"/>
            <p:nvPr/>
          </p:nvSpPr>
          <p:spPr>
            <a:xfrm>
              <a:off x="322200" y="2830680"/>
              <a:ext cx="3841920" cy="23796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8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GrossPay   PIC 9(4)V99 VALUE 7325.78.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1" name=""/>
            <p:cNvSpPr txBox="1"/>
            <p:nvPr/>
          </p:nvSpPr>
          <p:spPr>
            <a:xfrm>
              <a:off x="4096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2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"/>
            <p:cNvSpPr txBox="1"/>
            <p:nvPr/>
          </p:nvSpPr>
          <p:spPr>
            <a:xfrm>
              <a:off x="64152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3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"/>
            <p:cNvSpPr txBox="1"/>
            <p:nvPr/>
          </p:nvSpPr>
          <p:spPr>
            <a:xfrm>
              <a:off x="110160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5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"/>
            <p:cNvSpPr txBox="1"/>
            <p:nvPr/>
          </p:nvSpPr>
          <p:spPr>
            <a:xfrm>
              <a:off x="86688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4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"/>
            <p:cNvSpPr txBox="1"/>
            <p:nvPr/>
          </p:nvSpPr>
          <p:spPr>
            <a:xfrm>
              <a:off x="13334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7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"/>
            <p:cNvSpPr txBox="1"/>
            <p:nvPr/>
          </p:nvSpPr>
          <p:spPr>
            <a:xfrm>
              <a:off x="1562040" y="3044880"/>
              <a:ext cx="237960" cy="330120"/>
            </a:xfrm>
            <a:prstGeom prst="rect">
              <a:avLst/>
            </a:prstGeom>
            <a:noFill/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FF3300"/>
                  </a:solidFill>
                  <a:effectLst/>
                  <a:uFillTx/>
                  <a:latin typeface="Courier New"/>
                  <a:ea typeface="Courier New"/>
                </a:rPr>
                <a:t>5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"/>
            <p:cNvSpPr/>
            <p:nvPr/>
          </p:nvSpPr>
          <p:spPr>
            <a:xfrm>
              <a:off x="390600" y="3033720"/>
              <a:ext cx="1419120" cy="352440"/>
            </a:xfrm>
            <a:prstGeom prst="rect">
              <a:avLst/>
            </a:prstGeom>
            <a:noFill/>
            <a:ln w="25560">
              <a:solidFill>
                <a:srgbClr val="000000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8" name=""/>
            <p:cNvSpPr txBox="1"/>
            <p:nvPr/>
          </p:nvSpPr>
          <p:spPr>
            <a:xfrm>
              <a:off x="1305000" y="345600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"/>
            <p:cNvSpPr/>
            <p:nvPr/>
          </p:nvSpPr>
          <p:spPr>
            <a:xfrm>
              <a:off x="1333440" y="3381480"/>
              <a:ext cx="0" cy="19044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0" name=""/>
          <p:cNvSpPr txBox="1"/>
          <p:nvPr/>
        </p:nvSpPr>
        <p:spPr>
          <a:xfrm>
            <a:off x="15228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0972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84240" y="1824120"/>
            <a:ext cx="2762280" cy="698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Decimal point alignment results in the loss of the most significant digit on the left and the least significant on the right.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 txBox="1"/>
          <p:nvPr/>
        </p:nvSpPr>
        <p:spPr>
          <a:xfrm>
            <a:off x="322200" y="2830680"/>
            <a:ext cx="38419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GrossPay   PIC 9(4)V99 VALUE 7325.78.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305000" y="3456000"/>
            <a:ext cx="76320" cy="25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7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1333440" y="3381480"/>
            <a:ext cx="0" cy="190440"/>
          </a:xfrm>
          <a:prstGeom prst="line">
            <a:avLst/>
          </a:prstGeom>
          <a:ln w="12600">
            <a:solidFill>
              <a:srgbClr val="0099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973240" y="1819440"/>
            <a:ext cx="1671480" cy="698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Figurative Constant ZEROS fills GrossPay with zeros.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 txBox="1"/>
          <p:nvPr/>
        </p:nvSpPr>
        <p:spPr>
          <a:xfrm>
            <a:off x="322200" y="2830680"/>
            <a:ext cx="384192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GrossPay   PIC 9(4)V99 VALUE 7325.78.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305000" y="3456000"/>
            <a:ext cx="76320" cy="25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7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1333440" y="3381480"/>
            <a:ext cx="0" cy="190440"/>
          </a:xfrm>
          <a:prstGeom prst="line">
            <a:avLst/>
          </a:prstGeom>
          <a:ln w="12600">
            <a:solidFill>
              <a:srgbClr val="009900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04760" y="3044880"/>
            <a:ext cx="237960" cy="576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12.4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123.456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12345.757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ZEROS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256347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465200" y="1795320"/>
            <a:ext cx="3181320" cy="1114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256347 is treated as if it had a decimal point in the rightmost position.  This decimal point aligns with the assumed decimal point in GrossPay to cause truncation on the left and zero filling on the right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 txBox="1"/>
          <p:nvPr/>
        </p:nvSpPr>
        <p:spPr>
          <a:xfrm>
            <a:off x="322200" y="2830680"/>
            <a:ext cx="356868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CountyPop   PIC 9(6)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VALUE 111111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6" name=""/>
          <p:cNvGrpSpPr/>
          <p:nvPr/>
        </p:nvGrpSpPr>
        <p:grpSpPr>
          <a:xfrm>
            <a:off x="1800360" y="3438360"/>
            <a:ext cx="76320" cy="330480"/>
            <a:chOff x="1800360" y="3438360"/>
            <a:chExt cx="76320" cy="330480"/>
          </a:xfrm>
        </p:grpSpPr>
        <p:sp>
          <p:nvSpPr>
            <p:cNvPr id="297" name=""/>
            <p:cNvSpPr txBox="1"/>
            <p:nvPr/>
          </p:nvSpPr>
          <p:spPr>
            <a:xfrm>
              <a:off x="1800360" y="351324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8" name=""/>
            <p:cNvSpPr/>
            <p:nvPr/>
          </p:nvSpPr>
          <p:spPr>
            <a:xfrm>
              <a:off x="1828800" y="3438360"/>
              <a:ext cx="0" cy="19080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9" name=""/>
          <p:cNvSpPr/>
          <p:nvPr/>
        </p:nvSpPr>
        <p:spPr>
          <a:xfrm>
            <a:off x="10476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987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1235678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24.56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027160" y="3110040"/>
            <a:ext cx="2028960" cy="698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The data-item is treated as if it had a decimal point in the rightmost character position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 txBox="1"/>
          <p:nvPr/>
        </p:nvSpPr>
        <p:spPr>
          <a:xfrm>
            <a:off x="322200" y="2830680"/>
            <a:ext cx="356868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CountyPop   PIC 9(6) VALUE 111111.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3" name=""/>
          <p:cNvGrpSpPr/>
          <p:nvPr/>
        </p:nvGrpSpPr>
        <p:grpSpPr>
          <a:xfrm>
            <a:off x="1800360" y="3438360"/>
            <a:ext cx="76320" cy="330480"/>
            <a:chOff x="1800360" y="3438360"/>
            <a:chExt cx="76320" cy="330480"/>
          </a:xfrm>
        </p:grpSpPr>
        <p:sp>
          <p:nvSpPr>
            <p:cNvPr id="314" name=""/>
            <p:cNvSpPr txBox="1"/>
            <p:nvPr/>
          </p:nvSpPr>
          <p:spPr>
            <a:xfrm>
              <a:off x="1800360" y="351324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5" name=""/>
            <p:cNvSpPr/>
            <p:nvPr/>
          </p:nvSpPr>
          <p:spPr>
            <a:xfrm>
              <a:off x="1828800" y="3438360"/>
              <a:ext cx="0" cy="19080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6" name=""/>
          <p:cNvSpPr/>
          <p:nvPr/>
        </p:nvSpPr>
        <p:spPr>
          <a:xfrm>
            <a:off x="10476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987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1235678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24.56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1876320" y="1521000"/>
            <a:ext cx="2446200" cy="11145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987 and CountyPop are treated as if they had a decimal point in the rightmost character position.  Alignment is along these decimal points resulting in zero filling.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 txBox="1"/>
          <p:nvPr/>
        </p:nvSpPr>
        <p:spPr>
          <a:xfrm>
            <a:off x="322200" y="2830680"/>
            <a:ext cx="356868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CountyPop   PIC 9(6) VALUE 111111.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9" name=""/>
          <p:cNvGrpSpPr/>
          <p:nvPr/>
        </p:nvGrpSpPr>
        <p:grpSpPr>
          <a:xfrm>
            <a:off x="1800360" y="3438360"/>
            <a:ext cx="76320" cy="330480"/>
            <a:chOff x="1800360" y="3438360"/>
            <a:chExt cx="76320" cy="330480"/>
          </a:xfrm>
        </p:grpSpPr>
        <p:sp>
          <p:nvSpPr>
            <p:cNvPr id="330" name=""/>
            <p:cNvSpPr txBox="1"/>
            <p:nvPr/>
          </p:nvSpPr>
          <p:spPr>
            <a:xfrm>
              <a:off x="1800360" y="351324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"/>
            <p:cNvSpPr/>
            <p:nvPr/>
          </p:nvSpPr>
          <p:spPr>
            <a:xfrm>
              <a:off x="1828800" y="3438360"/>
              <a:ext cx="0" cy="19080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2" name=""/>
          <p:cNvSpPr/>
          <p:nvPr/>
        </p:nvSpPr>
        <p:spPr>
          <a:xfrm>
            <a:off x="10476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987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1235678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24.56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6200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 txBox="1"/>
          <p:nvPr/>
        </p:nvSpPr>
        <p:spPr>
          <a:xfrm>
            <a:off x="322200" y="2830680"/>
            <a:ext cx="3568680" cy="23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CountyPop   PIC 9(6) VALUE 111111.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4096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64152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10160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86688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13334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562040" y="3044880"/>
            <a:ext cx="237960" cy="330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390600" y="3033720"/>
            <a:ext cx="1419120" cy="35244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7" name=""/>
          <p:cNvGrpSpPr/>
          <p:nvPr/>
        </p:nvGrpSpPr>
        <p:grpSpPr>
          <a:xfrm>
            <a:off x="1800360" y="3438360"/>
            <a:ext cx="76320" cy="330480"/>
            <a:chOff x="1800360" y="3438360"/>
            <a:chExt cx="76320" cy="330480"/>
          </a:xfrm>
        </p:grpSpPr>
        <p:sp>
          <p:nvSpPr>
            <p:cNvPr id="348" name=""/>
            <p:cNvSpPr txBox="1"/>
            <p:nvPr/>
          </p:nvSpPr>
          <p:spPr>
            <a:xfrm>
              <a:off x="1800360" y="3513240"/>
              <a:ext cx="76320" cy="255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9" name=""/>
            <p:cNvSpPr/>
            <p:nvPr/>
          </p:nvSpPr>
          <p:spPr>
            <a:xfrm>
              <a:off x="1828800" y="3438360"/>
              <a:ext cx="0" cy="190800"/>
            </a:xfrm>
            <a:prstGeom prst="line">
              <a:avLst/>
            </a:prstGeom>
            <a:ln w="12600">
              <a:solidFill>
                <a:srgbClr val="009900"/>
              </a:solidFill>
              <a:round/>
              <a:head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50" name=""/>
          <p:cNvSpPr/>
          <p:nvPr/>
        </p:nvSpPr>
        <p:spPr>
          <a:xfrm>
            <a:off x="104760" y="3044880"/>
            <a:ext cx="237960" cy="330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79440" y="276120"/>
            <a:ext cx="3440160" cy="19242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987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1235678 TO CountyPop.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24.56 TO GrossPay.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385920" y="260280"/>
            <a:ext cx="3467520" cy="159120"/>
          </a:xfrm>
          <a:custGeom>
            <a:avLst/>
            <a:gdLst/>
            <a:ahLst/>
            <a:rect l="0" t="0" r="r" b="b"/>
            <a:pathLst>
              <a:path w="9632" h="442">
                <a:moveTo>
                  <a:pt x="9632" y="32"/>
                </a:moveTo>
                <a:lnTo>
                  <a:pt x="9606" y="4"/>
                </a:lnTo>
                <a:lnTo>
                  <a:pt x="9632" y="0"/>
                </a:lnTo>
                <a:lnTo>
                  <a:pt x="9628" y="13"/>
                </a:lnTo>
                <a:lnTo>
                  <a:pt x="9606" y="13"/>
                </a:lnTo>
                <a:lnTo>
                  <a:pt x="9528" y="55"/>
                </a:lnTo>
                <a:lnTo>
                  <a:pt x="9477" y="96"/>
                </a:lnTo>
                <a:lnTo>
                  <a:pt x="9438" y="138"/>
                </a:lnTo>
                <a:lnTo>
                  <a:pt x="9399" y="138"/>
                </a:lnTo>
                <a:lnTo>
                  <a:pt x="9360" y="152"/>
                </a:lnTo>
                <a:lnTo>
                  <a:pt x="9321" y="152"/>
                </a:lnTo>
                <a:lnTo>
                  <a:pt x="9282" y="152"/>
                </a:lnTo>
                <a:lnTo>
                  <a:pt x="9243" y="152"/>
                </a:lnTo>
                <a:lnTo>
                  <a:pt x="9204" y="152"/>
                </a:lnTo>
                <a:lnTo>
                  <a:pt x="9165" y="152"/>
                </a:lnTo>
                <a:lnTo>
                  <a:pt x="9126" y="180"/>
                </a:lnTo>
                <a:lnTo>
                  <a:pt x="9100" y="221"/>
                </a:lnTo>
                <a:lnTo>
                  <a:pt x="9074" y="262"/>
                </a:lnTo>
                <a:lnTo>
                  <a:pt x="9035" y="276"/>
                </a:lnTo>
                <a:lnTo>
                  <a:pt x="8996" y="276"/>
                </a:lnTo>
                <a:lnTo>
                  <a:pt x="8957" y="249"/>
                </a:lnTo>
                <a:lnTo>
                  <a:pt x="8905" y="221"/>
                </a:lnTo>
                <a:lnTo>
                  <a:pt x="8867" y="221"/>
                </a:lnTo>
                <a:lnTo>
                  <a:pt x="8828" y="207"/>
                </a:lnTo>
                <a:lnTo>
                  <a:pt x="8789" y="180"/>
                </a:lnTo>
                <a:lnTo>
                  <a:pt x="8750" y="166"/>
                </a:lnTo>
                <a:lnTo>
                  <a:pt x="8698" y="166"/>
                </a:lnTo>
                <a:lnTo>
                  <a:pt x="8659" y="152"/>
                </a:lnTo>
                <a:lnTo>
                  <a:pt x="8620" y="138"/>
                </a:lnTo>
                <a:lnTo>
                  <a:pt x="8581" y="125"/>
                </a:lnTo>
                <a:lnTo>
                  <a:pt x="8542" y="125"/>
                </a:lnTo>
                <a:lnTo>
                  <a:pt x="8503" y="111"/>
                </a:lnTo>
                <a:lnTo>
                  <a:pt x="8464" y="96"/>
                </a:lnTo>
                <a:lnTo>
                  <a:pt x="8425" y="82"/>
                </a:lnTo>
                <a:lnTo>
                  <a:pt x="8386" y="68"/>
                </a:lnTo>
                <a:lnTo>
                  <a:pt x="8373" y="111"/>
                </a:lnTo>
                <a:lnTo>
                  <a:pt x="8321" y="125"/>
                </a:lnTo>
                <a:lnTo>
                  <a:pt x="8269" y="125"/>
                </a:lnTo>
                <a:lnTo>
                  <a:pt x="8231" y="138"/>
                </a:lnTo>
                <a:lnTo>
                  <a:pt x="8192" y="166"/>
                </a:lnTo>
                <a:lnTo>
                  <a:pt x="8179" y="207"/>
                </a:lnTo>
                <a:lnTo>
                  <a:pt x="8140" y="221"/>
                </a:lnTo>
                <a:lnTo>
                  <a:pt x="8101" y="221"/>
                </a:lnTo>
                <a:lnTo>
                  <a:pt x="8062" y="221"/>
                </a:lnTo>
                <a:lnTo>
                  <a:pt x="8023" y="249"/>
                </a:lnTo>
                <a:lnTo>
                  <a:pt x="7984" y="262"/>
                </a:lnTo>
                <a:lnTo>
                  <a:pt x="7945" y="276"/>
                </a:lnTo>
                <a:lnTo>
                  <a:pt x="7906" y="290"/>
                </a:lnTo>
                <a:lnTo>
                  <a:pt x="7867" y="317"/>
                </a:lnTo>
                <a:lnTo>
                  <a:pt x="7828" y="332"/>
                </a:lnTo>
                <a:lnTo>
                  <a:pt x="7789" y="332"/>
                </a:lnTo>
                <a:lnTo>
                  <a:pt x="7750" y="317"/>
                </a:lnTo>
                <a:lnTo>
                  <a:pt x="7711" y="290"/>
                </a:lnTo>
                <a:lnTo>
                  <a:pt x="7659" y="276"/>
                </a:lnTo>
                <a:lnTo>
                  <a:pt x="7621" y="262"/>
                </a:lnTo>
                <a:lnTo>
                  <a:pt x="7582" y="249"/>
                </a:lnTo>
                <a:lnTo>
                  <a:pt x="7543" y="235"/>
                </a:lnTo>
                <a:lnTo>
                  <a:pt x="7504" y="235"/>
                </a:lnTo>
                <a:lnTo>
                  <a:pt x="7465" y="207"/>
                </a:lnTo>
                <a:lnTo>
                  <a:pt x="7426" y="193"/>
                </a:lnTo>
                <a:lnTo>
                  <a:pt x="7387" y="193"/>
                </a:lnTo>
                <a:lnTo>
                  <a:pt x="7348" y="180"/>
                </a:lnTo>
                <a:lnTo>
                  <a:pt x="7309" y="180"/>
                </a:lnTo>
                <a:lnTo>
                  <a:pt x="7257" y="166"/>
                </a:lnTo>
                <a:lnTo>
                  <a:pt x="7204" y="152"/>
                </a:lnTo>
                <a:lnTo>
                  <a:pt x="7165" y="138"/>
                </a:lnTo>
                <a:lnTo>
                  <a:pt x="7126" y="125"/>
                </a:lnTo>
                <a:lnTo>
                  <a:pt x="7087" y="125"/>
                </a:lnTo>
                <a:lnTo>
                  <a:pt x="7048" y="125"/>
                </a:lnTo>
                <a:lnTo>
                  <a:pt x="7009" y="125"/>
                </a:lnTo>
                <a:lnTo>
                  <a:pt x="6971" y="125"/>
                </a:lnTo>
                <a:lnTo>
                  <a:pt x="6932" y="125"/>
                </a:lnTo>
                <a:lnTo>
                  <a:pt x="6893" y="125"/>
                </a:lnTo>
                <a:lnTo>
                  <a:pt x="6841" y="125"/>
                </a:lnTo>
                <a:lnTo>
                  <a:pt x="6802" y="111"/>
                </a:lnTo>
                <a:lnTo>
                  <a:pt x="6763" y="82"/>
                </a:lnTo>
                <a:lnTo>
                  <a:pt x="6724" y="82"/>
                </a:lnTo>
                <a:lnTo>
                  <a:pt x="6685" y="82"/>
                </a:lnTo>
                <a:lnTo>
                  <a:pt x="6659" y="125"/>
                </a:lnTo>
                <a:lnTo>
                  <a:pt x="6620" y="152"/>
                </a:lnTo>
                <a:lnTo>
                  <a:pt x="6581" y="166"/>
                </a:lnTo>
                <a:lnTo>
                  <a:pt x="6542" y="207"/>
                </a:lnTo>
                <a:lnTo>
                  <a:pt x="6503" y="221"/>
                </a:lnTo>
                <a:lnTo>
                  <a:pt x="6464" y="235"/>
                </a:lnTo>
                <a:lnTo>
                  <a:pt x="6425" y="249"/>
                </a:lnTo>
                <a:lnTo>
                  <a:pt x="6386" y="249"/>
                </a:lnTo>
                <a:lnTo>
                  <a:pt x="6348" y="235"/>
                </a:lnTo>
                <a:lnTo>
                  <a:pt x="6309" y="207"/>
                </a:lnTo>
                <a:lnTo>
                  <a:pt x="6270" y="193"/>
                </a:lnTo>
                <a:lnTo>
                  <a:pt x="6231" y="193"/>
                </a:lnTo>
                <a:lnTo>
                  <a:pt x="6192" y="180"/>
                </a:lnTo>
                <a:lnTo>
                  <a:pt x="6153" y="166"/>
                </a:lnTo>
                <a:lnTo>
                  <a:pt x="6114" y="138"/>
                </a:lnTo>
                <a:lnTo>
                  <a:pt x="6075" y="138"/>
                </a:lnTo>
                <a:lnTo>
                  <a:pt x="6036" y="111"/>
                </a:lnTo>
                <a:lnTo>
                  <a:pt x="5997" y="96"/>
                </a:lnTo>
                <a:lnTo>
                  <a:pt x="5958" y="96"/>
                </a:lnTo>
                <a:lnTo>
                  <a:pt x="5919" y="82"/>
                </a:lnTo>
                <a:lnTo>
                  <a:pt x="5880" y="82"/>
                </a:lnTo>
                <a:lnTo>
                  <a:pt x="5828" y="68"/>
                </a:lnTo>
                <a:lnTo>
                  <a:pt x="5789" y="55"/>
                </a:lnTo>
                <a:lnTo>
                  <a:pt x="5750" y="55"/>
                </a:lnTo>
                <a:lnTo>
                  <a:pt x="5712" y="55"/>
                </a:lnTo>
                <a:lnTo>
                  <a:pt x="5673" y="55"/>
                </a:lnTo>
                <a:lnTo>
                  <a:pt x="5634" y="55"/>
                </a:lnTo>
                <a:lnTo>
                  <a:pt x="5595" y="68"/>
                </a:lnTo>
                <a:lnTo>
                  <a:pt x="5556" y="96"/>
                </a:lnTo>
                <a:lnTo>
                  <a:pt x="5517" y="138"/>
                </a:lnTo>
                <a:lnTo>
                  <a:pt x="5478" y="166"/>
                </a:lnTo>
                <a:lnTo>
                  <a:pt x="5439" y="193"/>
                </a:lnTo>
                <a:lnTo>
                  <a:pt x="5400" y="221"/>
                </a:lnTo>
                <a:lnTo>
                  <a:pt x="5361" y="235"/>
                </a:lnTo>
                <a:lnTo>
                  <a:pt x="5322" y="235"/>
                </a:lnTo>
                <a:lnTo>
                  <a:pt x="5283" y="235"/>
                </a:lnTo>
                <a:lnTo>
                  <a:pt x="5244" y="249"/>
                </a:lnTo>
                <a:lnTo>
                  <a:pt x="5192" y="249"/>
                </a:lnTo>
                <a:lnTo>
                  <a:pt x="5153" y="262"/>
                </a:lnTo>
                <a:lnTo>
                  <a:pt x="5101" y="276"/>
                </a:lnTo>
                <a:lnTo>
                  <a:pt x="5063" y="290"/>
                </a:lnTo>
                <a:lnTo>
                  <a:pt x="5024" y="290"/>
                </a:lnTo>
                <a:lnTo>
                  <a:pt x="4985" y="304"/>
                </a:lnTo>
                <a:lnTo>
                  <a:pt x="4946" y="304"/>
                </a:lnTo>
                <a:lnTo>
                  <a:pt x="4907" y="304"/>
                </a:lnTo>
                <a:lnTo>
                  <a:pt x="4868" y="304"/>
                </a:lnTo>
                <a:lnTo>
                  <a:pt x="4829" y="304"/>
                </a:lnTo>
                <a:lnTo>
                  <a:pt x="4790" y="290"/>
                </a:lnTo>
                <a:lnTo>
                  <a:pt x="4764" y="249"/>
                </a:lnTo>
                <a:lnTo>
                  <a:pt x="4712" y="207"/>
                </a:lnTo>
                <a:lnTo>
                  <a:pt x="4673" y="193"/>
                </a:lnTo>
                <a:lnTo>
                  <a:pt x="4621" y="166"/>
                </a:lnTo>
                <a:lnTo>
                  <a:pt x="4582" y="138"/>
                </a:lnTo>
                <a:lnTo>
                  <a:pt x="4530" y="138"/>
                </a:lnTo>
                <a:lnTo>
                  <a:pt x="4491" y="125"/>
                </a:lnTo>
                <a:lnTo>
                  <a:pt x="4452" y="96"/>
                </a:lnTo>
                <a:lnTo>
                  <a:pt x="4414" y="96"/>
                </a:lnTo>
                <a:lnTo>
                  <a:pt x="4375" y="82"/>
                </a:lnTo>
                <a:lnTo>
                  <a:pt x="4323" y="111"/>
                </a:lnTo>
                <a:lnTo>
                  <a:pt x="4284" y="138"/>
                </a:lnTo>
                <a:lnTo>
                  <a:pt x="4245" y="166"/>
                </a:lnTo>
                <a:lnTo>
                  <a:pt x="4206" y="180"/>
                </a:lnTo>
                <a:lnTo>
                  <a:pt x="4167" y="193"/>
                </a:lnTo>
                <a:lnTo>
                  <a:pt x="4115" y="221"/>
                </a:lnTo>
                <a:lnTo>
                  <a:pt x="4076" y="235"/>
                </a:lnTo>
                <a:lnTo>
                  <a:pt x="4037" y="262"/>
                </a:lnTo>
                <a:lnTo>
                  <a:pt x="3998" y="262"/>
                </a:lnTo>
                <a:lnTo>
                  <a:pt x="3959" y="262"/>
                </a:lnTo>
                <a:lnTo>
                  <a:pt x="3907" y="249"/>
                </a:lnTo>
                <a:lnTo>
                  <a:pt x="3881" y="207"/>
                </a:lnTo>
                <a:lnTo>
                  <a:pt x="3842" y="180"/>
                </a:lnTo>
                <a:lnTo>
                  <a:pt x="3804" y="152"/>
                </a:lnTo>
                <a:lnTo>
                  <a:pt x="3765" y="111"/>
                </a:lnTo>
                <a:lnTo>
                  <a:pt x="3726" y="82"/>
                </a:lnTo>
                <a:lnTo>
                  <a:pt x="3687" y="55"/>
                </a:lnTo>
                <a:lnTo>
                  <a:pt x="3648" y="41"/>
                </a:lnTo>
                <a:lnTo>
                  <a:pt x="3609" y="41"/>
                </a:lnTo>
                <a:lnTo>
                  <a:pt x="3570" y="41"/>
                </a:lnTo>
                <a:lnTo>
                  <a:pt x="3531" y="55"/>
                </a:lnTo>
                <a:lnTo>
                  <a:pt x="3492" y="55"/>
                </a:lnTo>
                <a:lnTo>
                  <a:pt x="3453" y="55"/>
                </a:lnTo>
                <a:lnTo>
                  <a:pt x="3414" y="55"/>
                </a:lnTo>
                <a:lnTo>
                  <a:pt x="3375" y="55"/>
                </a:lnTo>
                <a:lnTo>
                  <a:pt x="3336" y="68"/>
                </a:lnTo>
                <a:lnTo>
                  <a:pt x="3297" y="68"/>
                </a:lnTo>
                <a:lnTo>
                  <a:pt x="3258" y="68"/>
                </a:lnTo>
                <a:lnTo>
                  <a:pt x="3219" y="68"/>
                </a:lnTo>
                <a:lnTo>
                  <a:pt x="3180" y="82"/>
                </a:lnTo>
                <a:lnTo>
                  <a:pt x="3142" y="82"/>
                </a:lnTo>
                <a:lnTo>
                  <a:pt x="3103" y="82"/>
                </a:lnTo>
                <a:lnTo>
                  <a:pt x="3064" y="82"/>
                </a:lnTo>
                <a:lnTo>
                  <a:pt x="3025" y="82"/>
                </a:lnTo>
                <a:lnTo>
                  <a:pt x="2986" y="82"/>
                </a:lnTo>
                <a:lnTo>
                  <a:pt x="2947" y="96"/>
                </a:lnTo>
                <a:lnTo>
                  <a:pt x="2908" y="125"/>
                </a:lnTo>
                <a:lnTo>
                  <a:pt x="2869" y="138"/>
                </a:lnTo>
                <a:lnTo>
                  <a:pt x="2830" y="166"/>
                </a:lnTo>
                <a:lnTo>
                  <a:pt x="2791" y="180"/>
                </a:lnTo>
                <a:lnTo>
                  <a:pt x="2752" y="221"/>
                </a:lnTo>
                <a:lnTo>
                  <a:pt x="2713" y="235"/>
                </a:lnTo>
                <a:lnTo>
                  <a:pt x="2674" y="249"/>
                </a:lnTo>
                <a:lnTo>
                  <a:pt x="2622" y="262"/>
                </a:lnTo>
                <a:lnTo>
                  <a:pt x="2583" y="276"/>
                </a:lnTo>
                <a:lnTo>
                  <a:pt x="2544" y="290"/>
                </a:lnTo>
                <a:lnTo>
                  <a:pt x="2506" y="290"/>
                </a:lnTo>
                <a:lnTo>
                  <a:pt x="2467" y="290"/>
                </a:lnTo>
                <a:lnTo>
                  <a:pt x="2428" y="262"/>
                </a:lnTo>
                <a:lnTo>
                  <a:pt x="2388" y="235"/>
                </a:lnTo>
                <a:lnTo>
                  <a:pt x="2349" y="221"/>
                </a:lnTo>
                <a:lnTo>
                  <a:pt x="2310" y="193"/>
                </a:lnTo>
                <a:lnTo>
                  <a:pt x="2258" y="193"/>
                </a:lnTo>
                <a:lnTo>
                  <a:pt x="2206" y="180"/>
                </a:lnTo>
                <a:lnTo>
                  <a:pt x="2193" y="138"/>
                </a:lnTo>
                <a:lnTo>
                  <a:pt x="2154" y="125"/>
                </a:lnTo>
                <a:lnTo>
                  <a:pt x="2115" y="125"/>
                </a:lnTo>
                <a:lnTo>
                  <a:pt x="2063" y="125"/>
                </a:lnTo>
                <a:lnTo>
                  <a:pt x="2024" y="125"/>
                </a:lnTo>
                <a:lnTo>
                  <a:pt x="1985" y="125"/>
                </a:lnTo>
                <a:lnTo>
                  <a:pt x="1985" y="166"/>
                </a:lnTo>
                <a:lnTo>
                  <a:pt x="1985" y="207"/>
                </a:lnTo>
                <a:lnTo>
                  <a:pt x="2024" y="235"/>
                </a:lnTo>
                <a:lnTo>
                  <a:pt x="2050" y="276"/>
                </a:lnTo>
                <a:lnTo>
                  <a:pt x="2089" y="317"/>
                </a:lnTo>
                <a:lnTo>
                  <a:pt x="2115" y="360"/>
                </a:lnTo>
                <a:lnTo>
                  <a:pt x="2141" y="401"/>
                </a:lnTo>
                <a:lnTo>
                  <a:pt x="2167" y="442"/>
                </a:lnTo>
                <a:lnTo>
                  <a:pt x="2128" y="415"/>
                </a:lnTo>
                <a:lnTo>
                  <a:pt x="2089" y="374"/>
                </a:lnTo>
                <a:lnTo>
                  <a:pt x="2050" y="346"/>
                </a:lnTo>
                <a:lnTo>
                  <a:pt x="2011" y="317"/>
                </a:lnTo>
                <a:lnTo>
                  <a:pt x="1972" y="290"/>
                </a:lnTo>
                <a:lnTo>
                  <a:pt x="1933" y="249"/>
                </a:lnTo>
                <a:lnTo>
                  <a:pt x="1895" y="207"/>
                </a:lnTo>
                <a:lnTo>
                  <a:pt x="1856" y="180"/>
                </a:lnTo>
                <a:lnTo>
                  <a:pt x="1817" y="166"/>
                </a:lnTo>
                <a:lnTo>
                  <a:pt x="1765" y="152"/>
                </a:lnTo>
                <a:lnTo>
                  <a:pt x="1726" y="152"/>
                </a:lnTo>
                <a:lnTo>
                  <a:pt x="1687" y="152"/>
                </a:lnTo>
                <a:lnTo>
                  <a:pt x="1648" y="152"/>
                </a:lnTo>
                <a:lnTo>
                  <a:pt x="1609" y="138"/>
                </a:lnTo>
                <a:lnTo>
                  <a:pt x="1570" y="138"/>
                </a:lnTo>
                <a:lnTo>
                  <a:pt x="1531" y="138"/>
                </a:lnTo>
                <a:lnTo>
                  <a:pt x="1492" y="138"/>
                </a:lnTo>
                <a:lnTo>
                  <a:pt x="1440" y="138"/>
                </a:lnTo>
                <a:lnTo>
                  <a:pt x="1401" y="138"/>
                </a:lnTo>
                <a:lnTo>
                  <a:pt x="1362" y="152"/>
                </a:lnTo>
                <a:lnTo>
                  <a:pt x="1323" y="152"/>
                </a:lnTo>
                <a:lnTo>
                  <a:pt x="1271" y="152"/>
                </a:lnTo>
                <a:lnTo>
                  <a:pt x="1220" y="152"/>
                </a:lnTo>
                <a:lnTo>
                  <a:pt x="1181" y="152"/>
                </a:lnTo>
                <a:lnTo>
                  <a:pt x="1142" y="152"/>
                </a:lnTo>
                <a:lnTo>
                  <a:pt x="1103" y="180"/>
                </a:lnTo>
                <a:lnTo>
                  <a:pt x="1064" y="193"/>
                </a:lnTo>
                <a:lnTo>
                  <a:pt x="1051" y="235"/>
                </a:lnTo>
                <a:lnTo>
                  <a:pt x="1051" y="276"/>
                </a:lnTo>
                <a:lnTo>
                  <a:pt x="1012" y="317"/>
                </a:lnTo>
                <a:lnTo>
                  <a:pt x="973" y="332"/>
                </a:lnTo>
                <a:lnTo>
                  <a:pt x="934" y="332"/>
                </a:lnTo>
                <a:lnTo>
                  <a:pt x="895" y="332"/>
                </a:lnTo>
                <a:lnTo>
                  <a:pt x="856" y="332"/>
                </a:lnTo>
                <a:lnTo>
                  <a:pt x="817" y="346"/>
                </a:lnTo>
                <a:lnTo>
                  <a:pt x="778" y="360"/>
                </a:lnTo>
                <a:lnTo>
                  <a:pt x="726" y="360"/>
                </a:lnTo>
                <a:lnTo>
                  <a:pt x="687" y="360"/>
                </a:lnTo>
                <a:lnTo>
                  <a:pt x="648" y="360"/>
                </a:lnTo>
                <a:lnTo>
                  <a:pt x="610" y="346"/>
                </a:lnTo>
                <a:lnTo>
                  <a:pt x="584" y="304"/>
                </a:lnTo>
                <a:lnTo>
                  <a:pt x="545" y="290"/>
                </a:lnTo>
                <a:lnTo>
                  <a:pt x="506" y="262"/>
                </a:lnTo>
                <a:lnTo>
                  <a:pt x="467" y="249"/>
                </a:lnTo>
                <a:lnTo>
                  <a:pt x="428" y="235"/>
                </a:lnTo>
                <a:lnTo>
                  <a:pt x="389" y="235"/>
                </a:lnTo>
                <a:lnTo>
                  <a:pt x="350" y="221"/>
                </a:lnTo>
                <a:lnTo>
                  <a:pt x="311" y="193"/>
                </a:lnTo>
                <a:lnTo>
                  <a:pt x="272" y="180"/>
                </a:lnTo>
                <a:lnTo>
                  <a:pt x="233" y="152"/>
                </a:lnTo>
                <a:lnTo>
                  <a:pt x="194" y="138"/>
                </a:lnTo>
                <a:lnTo>
                  <a:pt x="155" y="125"/>
                </a:lnTo>
                <a:lnTo>
                  <a:pt x="116" y="96"/>
                </a:lnTo>
                <a:lnTo>
                  <a:pt x="77" y="82"/>
                </a:lnTo>
                <a:lnTo>
                  <a:pt x="25" y="13"/>
                </a:lnTo>
                <a:lnTo>
                  <a:pt x="0" y="55"/>
                </a:lnTo>
                <a:lnTo>
                  <a:pt x="17" y="4"/>
                </a:lnTo>
                <a:lnTo>
                  <a:pt x="17" y="4"/>
                </a:lnTo>
                <a:lnTo>
                  <a:pt x="25" y="18"/>
                </a:lnTo>
                <a:lnTo>
                  <a:pt x="25" y="0"/>
                </a:lnTo>
                <a:lnTo>
                  <a:pt x="9632" y="32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85920" y="2073240"/>
            <a:ext cx="3467520" cy="132120"/>
          </a:xfrm>
          <a:custGeom>
            <a:avLst/>
            <a:gdLst/>
            <a:ahLst/>
            <a:rect l="0" t="0" r="r" b="b"/>
            <a:pathLst>
              <a:path w="9632" h="367">
                <a:moveTo>
                  <a:pt x="0" y="353"/>
                </a:moveTo>
                <a:lnTo>
                  <a:pt x="4" y="326"/>
                </a:lnTo>
                <a:lnTo>
                  <a:pt x="0" y="367"/>
                </a:lnTo>
                <a:lnTo>
                  <a:pt x="108" y="217"/>
                </a:lnTo>
                <a:lnTo>
                  <a:pt x="160" y="217"/>
                </a:lnTo>
                <a:lnTo>
                  <a:pt x="212" y="254"/>
                </a:lnTo>
                <a:lnTo>
                  <a:pt x="281" y="217"/>
                </a:lnTo>
                <a:lnTo>
                  <a:pt x="350" y="162"/>
                </a:lnTo>
                <a:lnTo>
                  <a:pt x="402" y="144"/>
                </a:lnTo>
                <a:lnTo>
                  <a:pt x="454" y="144"/>
                </a:lnTo>
                <a:lnTo>
                  <a:pt x="506" y="126"/>
                </a:lnTo>
                <a:lnTo>
                  <a:pt x="558" y="108"/>
                </a:lnTo>
                <a:lnTo>
                  <a:pt x="610" y="108"/>
                </a:lnTo>
                <a:lnTo>
                  <a:pt x="662" y="126"/>
                </a:lnTo>
                <a:lnTo>
                  <a:pt x="714" y="126"/>
                </a:lnTo>
                <a:lnTo>
                  <a:pt x="766" y="144"/>
                </a:lnTo>
                <a:lnTo>
                  <a:pt x="818" y="180"/>
                </a:lnTo>
                <a:lnTo>
                  <a:pt x="870" y="199"/>
                </a:lnTo>
                <a:lnTo>
                  <a:pt x="921" y="217"/>
                </a:lnTo>
                <a:lnTo>
                  <a:pt x="973" y="235"/>
                </a:lnTo>
                <a:lnTo>
                  <a:pt x="1025" y="254"/>
                </a:lnTo>
                <a:lnTo>
                  <a:pt x="1095" y="235"/>
                </a:lnTo>
                <a:lnTo>
                  <a:pt x="1164" y="199"/>
                </a:lnTo>
                <a:lnTo>
                  <a:pt x="1198" y="144"/>
                </a:lnTo>
                <a:lnTo>
                  <a:pt x="1250" y="144"/>
                </a:lnTo>
                <a:lnTo>
                  <a:pt x="1302" y="126"/>
                </a:lnTo>
                <a:lnTo>
                  <a:pt x="1354" y="108"/>
                </a:lnTo>
                <a:lnTo>
                  <a:pt x="1406" y="90"/>
                </a:lnTo>
                <a:lnTo>
                  <a:pt x="1458" y="144"/>
                </a:lnTo>
                <a:lnTo>
                  <a:pt x="1510" y="180"/>
                </a:lnTo>
                <a:lnTo>
                  <a:pt x="1562" y="235"/>
                </a:lnTo>
                <a:lnTo>
                  <a:pt x="1614" y="272"/>
                </a:lnTo>
                <a:lnTo>
                  <a:pt x="1666" y="272"/>
                </a:lnTo>
                <a:lnTo>
                  <a:pt x="1718" y="235"/>
                </a:lnTo>
                <a:lnTo>
                  <a:pt x="1770" y="217"/>
                </a:lnTo>
                <a:lnTo>
                  <a:pt x="1822" y="180"/>
                </a:lnTo>
                <a:lnTo>
                  <a:pt x="1874" y="162"/>
                </a:lnTo>
                <a:lnTo>
                  <a:pt x="1926" y="144"/>
                </a:lnTo>
                <a:lnTo>
                  <a:pt x="1995" y="126"/>
                </a:lnTo>
                <a:lnTo>
                  <a:pt x="2047" y="126"/>
                </a:lnTo>
                <a:lnTo>
                  <a:pt x="2099" y="108"/>
                </a:lnTo>
                <a:lnTo>
                  <a:pt x="2151" y="108"/>
                </a:lnTo>
                <a:lnTo>
                  <a:pt x="2203" y="108"/>
                </a:lnTo>
                <a:lnTo>
                  <a:pt x="2255" y="90"/>
                </a:lnTo>
                <a:lnTo>
                  <a:pt x="2324" y="72"/>
                </a:lnTo>
                <a:lnTo>
                  <a:pt x="2393" y="72"/>
                </a:lnTo>
                <a:lnTo>
                  <a:pt x="2463" y="54"/>
                </a:lnTo>
                <a:lnTo>
                  <a:pt x="2515" y="108"/>
                </a:lnTo>
                <a:lnTo>
                  <a:pt x="2550" y="162"/>
                </a:lnTo>
                <a:lnTo>
                  <a:pt x="2585" y="217"/>
                </a:lnTo>
                <a:lnTo>
                  <a:pt x="2654" y="235"/>
                </a:lnTo>
                <a:lnTo>
                  <a:pt x="2706" y="217"/>
                </a:lnTo>
                <a:lnTo>
                  <a:pt x="2775" y="199"/>
                </a:lnTo>
                <a:lnTo>
                  <a:pt x="2827" y="180"/>
                </a:lnTo>
                <a:lnTo>
                  <a:pt x="2896" y="162"/>
                </a:lnTo>
                <a:lnTo>
                  <a:pt x="2965" y="162"/>
                </a:lnTo>
                <a:lnTo>
                  <a:pt x="3017" y="144"/>
                </a:lnTo>
                <a:lnTo>
                  <a:pt x="3069" y="126"/>
                </a:lnTo>
                <a:lnTo>
                  <a:pt x="3139" y="108"/>
                </a:lnTo>
                <a:lnTo>
                  <a:pt x="3191" y="90"/>
                </a:lnTo>
                <a:lnTo>
                  <a:pt x="3243" y="72"/>
                </a:lnTo>
                <a:lnTo>
                  <a:pt x="3294" y="54"/>
                </a:lnTo>
                <a:lnTo>
                  <a:pt x="3346" y="90"/>
                </a:lnTo>
                <a:lnTo>
                  <a:pt x="3398" y="126"/>
                </a:lnTo>
                <a:lnTo>
                  <a:pt x="3450" y="162"/>
                </a:lnTo>
                <a:lnTo>
                  <a:pt x="3502" y="199"/>
                </a:lnTo>
                <a:lnTo>
                  <a:pt x="3554" y="235"/>
                </a:lnTo>
                <a:lnTo>
                  <a:pt x="3606" y="235"/>
                </a:lnTo>
                <a:lnTo>
                  <a:pt x="3658" y="235"/>
                </a:lnTo>
                <a:lnTo>
                  <a:pt x="3710" y="217"/>
                </a:lnTo>
                <a:lnTo>
                  <a:pt x="3762" y="199"/>
                </a:lnTo>
                <a:lnTo>
                  <a:pt x="3814" y="199"/>
                </a:lnTo>
                <a:lnTo>
                  <a:pt x="3866" y="180"/>
                </a:lnTo>
                <a:lnTo>
                  <a:pt x="3935" y="180"/>
                </a:lnTo>
                <a:lnTo>
                  <a:pt x="3987" y="162"/>
                </a:lnTo>
                <a:lnTo>
                  <a:pt x="4039" y="162"/>
                </a:lnTo>
                <a:lnTo>
                  <a:pt x="4091" y="162"/>
                </a:lnTo>
                <a:lnTo>
                  <a:pt x="4143" y="162"/>
                </a:lnTo>
                <a:lnTo>
                  <a:pt x="4195" y="162"/>
                </a:lnTo>
                <a:lnTo>
                  <a:pt x="4247" y="162"/>
                </a:lnTo>
                <a:lnTo>
                  <a:pt x="4316" y="144"/>
                </a:lnTo>
                <a:lnTo>
                  <a:pt x="4368" y="126"/>
                </a:lnTo>
                <a:lnTo>
                  <a:pt x="4420" y="90"/>
                </a:lnTo>
                <a:lnTo>
                  <a:pt x="4472" y="72"/>
                </a:lnTo>
                <a:lnTo>
                  <a:pt x="4524" y="54"/>
                </a:lnTo>
                <a:lnTo>
                  <a:pt x="4593" y="36"/>
                </a:lnTo>
                <a:lnTo>
                  <a:pt x="4662" y="72"/>
                </a:lnTo>
                <a:lnTo>
                  <a:pt x="4714" y="126"/>
                </a:lnTo>
                <a:lnTo>
                  <a:pt x="4766" y="162"/>
                </a:lnTo>
                <a:lnTo>
                  <a:pt x="4818" y="180"/>
                </a:lnTo>
                <a:lnTo>
                  <a:pt x="4870" y="217"/>
                </a:lnTo>
                <a:lnTo>
                  <a:pt x="4922" y="217"/>
                </a:lnTo>
                <a:lnTo>
                  <a:pt x="4974" y="217"/>
                </a:lnTo>
                <a:lnTo>
                  <a:pt x="5043" y="199"/>
                </a:lnTo>
                <a:lnTo>
                  <a:pt x="5095" y="180"/>
                </a:lnTo>
                <a:lnTo>
                  <a:pt x="5147" y="144"/>
                </a:lnTo>
                <a:lnTo>
                  <a:pt x="5216" y="108"/>
                </a:lnTo>
                <a:lnTo>
                  <a:pt x="5268" y="90"/>
                </a:lnTo>
                <a:lnTo>
                  <a:pt x="5337" y="54"/>
                </a:lnTo>
                <a:lnTo>
                  <a:pt x="5389" y="54"/>
                </a:lnTo>
                <a:lnTo>
                  <a:pt x="5441" y="54"/>
                </a:lnTo>
                <a:lnTo>
                  <a:pt x="5511" y="36"/>
                </a:lnTo>
                <a:lnTo>
                  <a:pt x="5563" y="18"/>
                </a:lnTo>
                <a:lnTo>
                  <a:pt x="5615" y="18"/>
                </a:lnTo>
                <a:lnTo>
                  <a:pt x="5649" y="72"/>
                </a:lnTo>
                <a:lnTo>
                  <a:pt x="5701" y="108"/>
                </a:lnTo>
                <a:lnTo>
                  <a:pt x="5753" y="144"/>
                </a:lnTo>
                <a:lnTo>
                  <a:pt x="5805" y="199"/>
                </a:lnTo>
                <a:lnTo>
                  <a:pt x="5857" y="235"/>
                </a:lnTo>
                <a:lnTo>
                  <a:pt x="5909" y="254"/>
                </a:lnTo>
                <a:lnTo>
                  <a:pt x="5961" y="254"/>
                </a:lnTo>
                <a:lnTo>
                  <a:pt x="6013" y="217"/>
                </a:lnTo>
                <a:lnTo>
                  <a:pt x="6065" y="180"/>
                </a:lnTo>
                <a:lnTo>
                  <a:pt x="6117" y="144"/>
                </a:lnTo>
                <a:lnTo>
                  <a:pt x="6169" y="126"/>
                </a:lnTo>
                <a:lnTo>
                  <a:pt x="6221" y="108"/>
                </a:lnTo>
                <a:lnTo>
                  <a:pt x="6290" y="90"/>
                </a:lnTo>
                <a:lnTo>
                  <a:pt x="6342" y="90"/>
                </a:lnTo>
                <a:lnTo>
                  <a:pt x="6394" y="90"/>
                </a:lnTo>
                <a:lnTo>
                  <a:pt x="6446" y="72"/>
                </a:lnTo>
                <a:lnTo>
                  <a:pt x="6498" y="72"/>
                </a:lnTo>
                <a:lnTo>
                  <a:pt x="6549" y="36"/>
                </a:lnTo>
                <a:lnTo>
                  <a:pt x="6619" y="54"/>
                </a:lnTo>
                <a:lnTo>
                  <a:pt x="6705" y="108"/>
                </a:lnTo>
                <a:lnTo>
                  <a:pt x="6757" y="126"/>
                </a:lnTo>
                <a:lnTo>
                  <a:pt x="6826" y="180"/>
                </a:lnTo>
                <a:lnTo>
                  <a:pt x="6878" y="199"/>
                </a:lnTo>
                <a:lnTo>
                  <a:pt x="6930" y="235"/>
                </a:lnTo>
                <a:lnTo>
                  <a:pt x="6982" y="272"/>
                </a:lnTo>
                <a:lnTo>
                  <a:pt x="7034" y="272"/>
                </a:lnTo>
                <a:lnTo>
                  <a:pt x="7086" y="254"/>
                </a:lnTo>
                <a:lnTo>
                  <a:pt x="7155" y="217"/>
                </a:lnTo>
                <a:lnTo>
                  <a:pt x="7207" y="162"/>
                </a:lnTo>
                <a:lnTo>
                  <a:pt x="7260" y="144"/>
                </a:lnTo>
                <a:lnTo>
                  <a:pt x="7312" y="126"/>
                </a:lnTo>
                <a:lnTo>
                  <a:pt x="7364" y="108"/>
                </a:lnTo>
                <a:lnTo>
                  <a:pt x="7433" y="90"/>
                </a:lnTo>
                <a:lnTo>
                  <a:pt x="7485" y="72"/>
                </a:lnTo>
                <a:lnTo>
                  <a:pt x="7537" y="54"/>
                </a:lnTo>
                <a:lnTo>
                  <a:pt x="7589" y="36"/>
                </a:lnTo>
                <a:lnTo>
                  <a:pt x="7641" y="36"/>
                </a:lnTo>
                <a:lnTo>
                  <a:pt x="7693" y="54"/>
                </a:lnTo>
                <a:lnTo>
                  <a:pt x="7780" y="90"/>
                </a:lnTo>
                <a:lnTo>
                  <a:pt x="7832" y="126"/>
                </a:lnTo>
                <a:lnTo>
                  <a:pt x="7884" y="144"/>
                </a:lnTo>
                <a:lnTo>
                  <a:pt x="7936" y="162"/>
                </a:lnTo>
                <a:lnTo>
                  <a:pt x="7988" y="180"/>
                </a:lnTo>
                <a:lnTo>
                  <a:pt x="8039" y="180"/>
                </a:lnTo>
                <a:lnTo>
                  <a:pt x="8091" y="144"/>
                </a:lnTo>
                <a:lnTo>
                  <a:pt x="8143" y="126"/>
                </a:lnTo>
                <a:lnTo>
                  <a:pt x="8195" y="90"/>
                </a:lnTo>
                <a:lnTo>
                  <a:pt x="8247" y="54"/>
                </a:lnTo>
                <a:lnTo>
                  <a:pt x="8299" y="36"/>
                </a:lnTo>
                <a:lnTo>
                  <a:pt x="8368" y="18"/>
                </a:lnTo>
                <a:lnTo>
                  <a:pt x="8420" y="0"/>
                </a:lnTo>
                <a:lnTo>
                  <a:pt x="8472" y="0"/>
                </a:lnTo>
                <a:lnTo>
                  <a:pt x="8542" y="0"/>
                </a:lnTo>
                <a:lnTo>
                  <a:pt x="8594" y="18"/>
                </a:lnTo>
                <a:lnTo>
                  <a:pt x="8663" y="36"/>
                </a:lnTo>
                <a:lnTo>
                  <a:pt x="8715" y="54"/>
                </a:lnTo>
                <a:lnTo>
                  <a:pt x="8767" y="90"/>
                </a:lnTo>
                <a:lnTo>
                  <a:pt x="8819" y="108"/>
                </a:lnTo>
                <a:lnTo>
                  <a:pt x="8888" y="126"/>
                </a:lnTo>
                <a:lnTo>
                  <a:pt x="8940" y="162"/>
                </a:lnTo>
                <a:lnTo>
                  <a:pt x="8992" y="162"/>
                </a:lnTo>
                <a:lnTo>
                  <a:pt x="9026" y="108"/>
                </a:lnTo>
                <a:lnTo>
                  <a:pt x="9078" y="72"/>
                </a:lnTo>
                <a:lnTo>
                  <a:pt x="9130" y="72"/>
                </a:lnTo>
                <a:lnTo>
                  <a:pt x="9182" y="90"/>
                </a:lnTo>
                <a:lnTo>
                  <a:pt x="9251" y="126"/>
                </a:lnTo>
                <a:lnTo>
                  <a:pt x="9303" y="162"/>
                </a:lnTo>
                <a:lnTo>
                  <a:pt x="9355" y="180"/>
                </a:lnTo>
                <a:lnTo>
                  <a:pt x="9390" y="235"/>
                </a:lnTo>
                <a:lnTo>
                  <a:pt x="9442" y="254"/>
                </a:lnTo>
                <a:lnTo>
                  <a:pt x="9494" y="272"/>
                </a:lnTo>
                <a:lnTo>
                  <a:pt x="9606" y="367"/>
                </a:lnTo>
                <a:lnTo>
                  <a:pt x="9598" y="308"/>
                </a:lnTo>
                <a:lnTo>
                  <a:pt x="9632" y="276"/>
                </a:lnTo>
                <a:lnTo>
                  <a:pt x="9632" y="367"/>
                </a:lnTo>
                <a:lnTo>
                  <a:pt x="0" y="353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3828960" y="166680"/>
            <a:ext cx="66600" cy="2095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800360" y="3044880"/>
            <a:ext cx="399960" cy="33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56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