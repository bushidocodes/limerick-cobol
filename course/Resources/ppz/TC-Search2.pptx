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68" r:id="rId2"/>
    <p:sldId id="279" r:id="rId3"/>
    <p:sldId id="269" r:id="rId4"/>
    <p:sldId id="273" r:id="rId5"/>
    <p:sldId id="274" r:id="rId6"/>
    <p:sldId id="275" r:id="rId7"/>
    <p:sldId id="276" r:id="rId8"/>
    <p:sldId id="277" r:id="rId9"/>
    <p:sldId id="278" r:id="rId10"/>
  </p:sldIdLst>
  <p:sldSz cx="4764088" cy="3657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152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3300"/>
    <a:srgbClr val="F8F8F8"/>
    <a:srgbClr val="393939"/>
    <a:srgbClr val="FFFF99"/>
    <a:srgbClr val="000099"/>
    <a:srgbClr val="33CC33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31" d="100"/>
          <a:sy n="231" d="100"/>
        </p:scale>
        <p:origin x="444" y="186"/>
      </p:cViewPr>
      <p:guideLst>
        <p:guide orient="horz" pos="1152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152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AE3F6F71-FFFE-E31F-EDD9-61D75BF67AE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0378C8FD-D0DF-A64B-A3A5-F3348C6DDEA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3850C639-61C7-33E9-756A-D16A8B87B3DC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01738" y="692150"/>
            <a:ext cx="4454525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09B628E4-0453-CE63-DF0B-DD45DDF373D4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7588A234-3E11-C557-5046-C846C708CC8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FD0F4083-4AF2-0762-FF6B-ED88C49533C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fld id="{BF9982C3-2DCA-4B0F-9F41-C71D74F923EE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50FC2-98C4-1AF9-A5A6-1177C342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598488"/>
            <a:ext cx="3573462" cy="1273175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1D9FD-EF0F-6FA4-00BB-AEB621130C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1920875"/>
            <a:ext cx="3573462" cy="882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41174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2265D-6D17-B5B2-5989-3E24CC48B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E4332-76AA-E85E-A532-97342C67A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973138"/>
            <a:ext cx="4110038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4189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C55AF-BCB2-4EB3-E45C-002B45061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11225"/>
            <a:ext cx="4108450" cy="15224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E5AC2-18DF-0842-903E-495F49F7A6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447925"/>
            <a:ext cx="4108450" cy="800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2121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8FFF-8D22-7A83-AFC4-AF1C6581A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6B3E7-1C27-563C-4563-BF3184CFC8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973138"/>
            <a:ext cx="1978025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2E730-3F83-485A-2896-CB3F6135E9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973138"/>
            <a:ext cx="1979613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56865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79F88-30CB-3D84-B000-B33799371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95263"/>
            <a:ext cx="4108450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8215C4-FB5B-AF33-0DFB-FDF927F6C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896938"/>
            <a:ext cx="2014537" cy="4397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74C45A-2475-7EE5-6EF1-AAD671284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36675"/>
            <a:ext cx="2014537" cy="19637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3BA88F-CF0E-71C8-961D-DDD18EE255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896938"/>
            <a:ext cx="2025650" cy="4397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7717D9-E957-2D98-5EE3-BC0142689D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36675"/>
            <a:ext cx="2025650" cy="19637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8251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8C71-A82A-9CD6-AB08-437690AF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57628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1211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1C7B-3178-3652-7F83-009A5A403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44475"/>
            <a:ext cx="1536700" cy="85248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B1EC6-F033-4DCD-A159-E98C55A28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5650" y="527050"/>
            <a:ext cx="2411413" cy="259873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B6198-69E8-2075-884E-C117E57DA8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096963"/>
            <a:ext cx="1536700" cy="2033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91585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36BB6-CB6F-6934-DA64-4A4D54927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44475"/>
            <a:ext cx="1536700" cy="85248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F0BED5-9365-B958-2728-5D3F77EBCF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5650" y="527050"/>
            <a:ext cx="2411413" cy="2598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AC0E9D-BDFF-1E90-5417-4F60979728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096963"/>
            <a:ext cx="1536700" cy="2033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3347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7B8B-4BE2-AFA0-7E88-E34D2D529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DF68DD-01F5-D679-7232-3FE534372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973138"/>
            <a:ext cx="4110038" cy="23209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50865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78135E-9877-4618-4269-6D398ECD44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9950" y="195263"/>
            <a:ext cx="1027113" cy="3098800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9B8152-E052-7FD0-CAB6-EF3EEAB0D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95263"/>
            <a:ext cx="2930525" cy="30988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88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16B8589-09DB-ECDA-17B4-244722B1E9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7463"/>
            <a:ext cx="4733925" cy="36258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14EC1211-2C71-1C45-FFED-582F9B091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949325"/>
            <a:ext cx="4743450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20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 binary search</a:t>
            </a:r>
            <a:br>
              <a:rPr lang="en-US" altLang="en-US" sz="20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</a:br>
            <a:r>
              <a:rPr lang="en-US" altLang="en-US" sz="20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to find the letter “P” </a:t>
            </a:r>
          </a:p>
          <a:p>
            <a:pPr algn="ctr"/>
            <a:r>
              <a:rPr lang="en-US" altLang="en-US" sz="20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in the letter table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05C2FA39-8797-AD2D-3F2A-4F109F944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A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46A827E5-AF7D-1172-1E33-2A1AF0A70B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B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A9D4C331-FCDE-92FB-EBC9-D7EA19CAB9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C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1B2C126A-E1D4-B9B2-FF6B-EEF6EB1AD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D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F5144E07-44B3-8A43-ADB5-331BFA6D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E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21EBAAAE-6D60-FB16-C6EC-3C7F85CE8F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F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13B205B0-A745-C4CF-4FA8-CE8E1A8B3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G</a:t>
            </a: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BD3E307F-4B84-67DA-D95D-D59AB4EDC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H</a:t>
            </a:r>
          </a:p>
        </p:txBody>
      </p:sp>
      <p:sp>
        <p:nvSpPr>
          <p:cNvPr id="4106" name="Rectangle 10">
            <a:extLst>
              <a:ext uri="{FF2B5EF4-FFF2-40B4-BE49-F238E27FC236}">
                <a16:creationId xmlns:a16="http://schemas.microsoft.com/office/drawing/2014/main" id="{F72F2463-2C1E-7C34-0C35-F2FC41CEDB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I</a:t>
            </a:r>
          </a:p>
        </p:txBody>
      </p:sp>
      <p:sp>
        <p:nvSpPr>
          <p:cNvPr id="4107" name="Rectangle 11">
            <a:extLst>
              <a:ext uri="{FF2B5EF4-FFF2-40B4-BE49-F238E27FC236}">
                <a16:creationId xmlns:a16="http://schemas.microsoft.com/office/drawing/2014/main" id="{F92D66B1-9324-A04C-3C3C-78757F6A5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J</a:t>
            </a:r>
          </a:p>
        </p:txBody>
      </p:sp>
      <p:sp>
        <p:nvSpPr>
          <p:cNvPr id="4108" name="Rectangle 12">
            <a:extLst>
              <a:ext uri="{FF2B5EF4-FFF2-40B4-BE49-F238E27FC236}">
                <a16:creationId xmlns:a16="http://schemas.microsoft.com/office/drawing/2014/main" id="{D392FD6A-232B-604F-C3E2-15DD3B3E1B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K</a:t>
            </a:r>
          </a:p>
        </p:txBody>
      </p:sp>
      <p:sp>
        <p:nvSpPr>
          <p:cNvPr id="4109" name="Rectangle 13">
            <a:extLst>
              <a:ext uri="{FF2B5EF4-FFF2-40B4-BE49-F238E27FC236}">
                <a16:creationId xmlns:a16="http://schemas.microsoft.com/office/drawing/2014/main" id="{72DE9E51-AAA3-1544-26C3-556945816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L</a:t>
            </a:r>
          </a:p>
        </p:txBody>
      </p:sp>
      <p:sp>
        <p:nvSpPr>
          <p:cNvPr id="4110" name="Rectangle 14">
            <a:extLst>
              <a:ext uri="{FF2B5EF4-FFF2-40B4-BE49-F238E27FC236}">
                <a16:creationId xmlns:a16="http://schemas.microsoft.com/office/drawing/2014/main" id="{195854A4-CFD0-E252-6EB9-898E995457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M</a:t>
            </a:r>
          </a:p>
        </p:txBody>
      </p:sp>
      <p:sp>
        <p:nvSpPr>
          <p:cNvPr id="4111" name="Rectangle 15">
            <a:extLst>
              <a:ext uri="{FF2B5EF4-FFF2-40B4-BE49-F238E27FC236}">
                <a16:creationId xmlns:a16="http://schemas.microsoft.com/office/drawing/2014/main" id="{FFED711F-169D-B082-8A20-EAC7C47B8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4112" name="Rectangle 16">
            <a:extLst>
              <a:ext uri="{FF2B5EF4-FFF2-40B4-BE49-F238E27FC236}">
                <a16:creationId xmlns:a16="http://schemas.microsoft.com/office/drawing/2014/main" id="{367E5809-013F-38DF-4447-27D5AD0F3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4113" name="Rectangle 17">
            <a:extLst>
              <a:ext uri="{FF2B5EF4-FFF2-40B4-BE49-F238E27FC236}">
                <a16:creationId xmlns:a16="http://schemas.microsoft.com/office/drawing/2014/main" id="{E95CEEA1-73D8-A101-2CC6-01761C6F2E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4114" name="Rectangle 18">
            <a:extLst>
              <a:ext uri="{FF2B5EF4-FFF2-40B4-BE49-F238E27FC236}">
                <a16:creationId xmlns:a16="http://schemas.microsoft.com/office/drawing/2014/main" id="{605C6269-6DD5-7736-4D2A-FB534086F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4115" name="Rectangle 19">
            <a:extLst>
              <a:ext uri="{FF2B5EF4-FFF2-40B4-BE49-F238E27FC236}">
                <a16:creationId xmlns:a16="http://schemas.microsoft.com/office/drawing/2014/main" id="{CB17381B-4AB5-982D-7617-FDFEF0FC1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4116" name="Rectangle 20">
            <a:extLst>
              <a:ext uri="{FF2B5EF4-FFF2-40B4-BE49-F238E27FC236}">
                <a16:creationId xmlns:a16="http://schemas.microsoft.com/office/drawing/2014/main" id="{C78AD619-5ADB-6B19-2BBE-69DDF8E86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4117" name="Rectangle 21">
            <a:extLst>
              <a:ext uri="{FF2B5EF4-FFF2-40B4-BE49-F238E27FC236}">
                <a16:creationId xmlns:a16="http://schemas.microsoft.com/office/drawing/2014/main" id="{3B3D1945-5BF0-66BF-E99A-9699667E0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T</a:t>
            </a:r>
          </a:p>
        </p:txBody>
      </p:sp>
      <p:sp>
        <p:nvSpPr>
          <p:cNvPr id="4118" name="Rectangle 22">
            <a:extLst>
              <a:ext uri="{FF2B5EF4-FFF2-40B4-BE49-F238E27FC236}">
                <a16:creationId xmlns:a16="http://schemas.microsoft.com/office/drawing/2014/main" id="{58D631B1-E60F-F2B6-D270-9E1F432A45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U</a:t>
            </a:r>
          </a:p>
        </p:txBody>
      </p:sp>
      <p:sp>
        <p:nvSpPr>
          <p:cNvPr id="4119" name="Rectangle 23">
            <a:extLst>
              <a:ext uri="{FF2B5EF4-FFF2-40B4-BE49-F238E27FC236}">
                <a16:creationId xmlns:a16="http://schemas.microsoft.com/office/drawing/2014/main" id="{E6E02292-B622-81E2-85BA-C217F98EE6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V</a:t>
            </a:r>
          </a:p>
        </p:txBody>
      </p:sp>
      <p:sp>
        <p:nvSpPr>
          <p:cNvPr id="4120" name="Rectangle 24">
            <a:extLst>
              <a:ext uri="{FF2B5EF4-FFF2-40B4-BE49-F238E27FC236}">
                <a16:creationId xmlns:a16="http://schemas.microsoft.com/office/drawing/2014/main" id="{6142C465-87DD-DAD0-C74E-68DD1A0DC4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W</a:t>
            </a:r>
          </a:p>
        </p:txBody>
      </p:sp>
      <p:sp>
        <p:nvSpPr>
          <p:cNvPr id="4121" name="Rectangle 25">
            <a:extLst>
              <a:ext uri="{FF2B5EF4-FFF2-40B4-BE49-F238E27FC236}">
                <a16:creationId xmlns:a16="http://schemas.microsoft.com/office/drawing/2014/main" id="{6215F3FA-BD58-7A46-AB09-104B9429F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X</a:t>
            </a:r>
          </a:p>
        </p:txBody>
      </p:sp>
      <p:sp>
        <p:nvSpPr>
          <p:cNvPr id="4122" name="Rectangle 26">
            <a:extLst>
              <a:ext uri="{FF2B5EF4-FFF2-40B4-BE49-F238E27FC236}">
                <a16:creationId xmlns:a16="http://schemas.microsoft.com/office/drawing/2014/main" id="{642BC168-73AD-74B5-2BD0-F68AB3C94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Y</a:t>
            </a:r>
          </a:p>
        </p:txBody>
      </p:sp>
      <p:sp>
        <p:nvSpPr>
          <p:cNvPr id="4123" name="Rectangle 27">
            <a:extLst>
              <a:ext uri="{FF2B5EF4-FFF2-40B4-BE49-F238E27FC236}">
                <a16:creationId xmlns:a16="http://schemas.microsoft.com/office/drawing/2014/main" id="{11FBC09E-E8A1-3524-F19E-0A5C1DE099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Z</a:t>
            </a:r>
          </a:p>
        </p:txBody>
      </p:sp>
      <p:sp>
        <p:nvSpPr>
          <p:cNvPr id="4124" name="Rectangle 28">
            <a:extLst>
              <a:ext uri="{FF2B5EF4-FFF2-40B4-BE49-F238E27FC236}">
                <a16:creationId xmlns:a16="http://schemas.microsoft.com/office/drawing/2014/main" id="{96E5A8AB-F09C-47A0-F841-A1CCBDC95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4125" name="Rectangle 29">
            <a:extLst>
              <a:ext uri="{FF2B5EF4-FFF2-40B4-BE49-F238E27FC236}">
                <a16:creationId xmlns:a16="http://schemas.microsoft.com/office/drawing/2014/main" id="{5D905569-80DE-984B-0DB9-B190F5D25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4126" name="Rectangle 30">
            <a:extLst>
              <a:ext uri="{FF2B5EF4-FFF2-40B4-BE49-F238E27FC236}">
                <a16:creationId xmlns:a16="http://schemas.microsoft.com/office/drawing/2014/main" id="{73D6A3DA-43D8-F271-91F1-60876A1E95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0</a:t>
            </a:r>
          </a:p>
        </p:txBody>
      </p:sp>
      <p:sp>
        <p:nvSpPr>
          <p:cNvPr id="4127" name="Rectangle 31">
            <a:extLst>
              <a:ext uri="{FF2B5EF4-FFF2-40B4-BE49-F238E27FC236}">
                <a16:creationId xmlns:a16="http://schemas.microsoft.com/office/drawing/2014/main" id="{FBA5E402-135C-1D1D-89F1-EBD8DFD14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4128" name="Rectangle 32">
            <a:extLst>
              <a:ext uri="{FF2B5EF4-FFF2-40B4-BE49-F238E27FC236}">
                <a16:creationId xmlns:a16="http://schemas.microsoft.com/office/drawing/2014/main" id="{A0618C9B-6B8E-9B5B-A076-D92326049B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0</a:t>
            </a:r>
          </a:p>
        </p:txBody>
      </p:sp>
      <p:sp>
        <p:nvSpPr>
          <p:cNvPr id="4129" name="Rectangle 33">
            <a:extLst>
              <a:ext uri="{FF2B5EF4-FFF2-40B4-BE49-F238E27FC236}">
                <a16:creationId xmlns:a16="http://schemas.microsoft.com/office/drawing/2014/main" id="{40902E97-A033-AB90-E0A9-8C030A16F9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4130" name="Rectangle 34">
            <a:extLst>
              <a:ext uri="{FF2B5EF4-FFF2-40B4-BE49-F238E27FC236}">
                <a16:creationId xmlns:a16="http://schemas.microsoft.com/office/drawing/2014/main" id="{217F0427-14B9-9117-4E03-3957BF932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0</a:t>
            </a:r>
          </a:p>
        </p:txBody>
      </p:sp>
      <p:sp>
        <p:nvSpPr>
          <p:cNvPr id="4131" name="Rectangle 35">
            <a:extLst>
              <a:ext uri="{FF2B5EF4-FFF2-40B4-BE49-F238E27FC236}">
                <a16:creationId xmlns:a16="http://schemas.microsoft.com/office/drawing/2014/main" id="{8001D756-55C6-579C-911F-E24F3F60E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4132" name="Rectangle 36">
            <a:extLst>
              <a:ext uri="{FF2B5EF4-FFF2-40B4-BE49-F238E27FC236}">
                <a16:creationId xmlns:a16="http://schemas.microsoft.com/office/drawing/2014/main" id="{68645D00-2E6A-67A7-0276-2DB473CE5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33" name="Rectangle 37">
            <a:extLst>
              <a:ext uri="{FF2B5EF4-FFF2-40B4-BE49-F238E27FC236}">
                <a16:creationId xmlns:a16="http://schemas.microsoft.com/office/drawing/2014/main" id="{BCD472E5-EAA9-3B51-2D5B-73EEFC63D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4134" name="Rectangle 38">
            <a:extLst>
              <a:ext uri="{FF2B5EF4-FFF2-40B4-BE49-F238E27FC236}">
                <a16:creationId xmlns:a16="http://schemas.microsoft.com/office/drawing/2014/main" id="{CFCCAA03-70EE-3372-B5BE-76E785DE0E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4135" name="Rectangle 39">
            <a:extLst>
              <a:ext uri="{FF2B5EF4-FFF2-40B4-BE49-F238E27FC236}">
                <a16:creationId xmlns:a16="http://schemas.microsoft.com/office/drawing/2014/main" id="{ECA99D4C-1E9E-04D6-EAE6-CCD24C4CB4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>
                <a:latin typeface="Courier New" panose="02070309020205020404" pitchFamily="49" charset="0"/>
              </a:rPr>
              <a:t>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39D6AB83-6FEE-7AD6-BAC5-873D89835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A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566DE40A-7D7E-77DE-317E-1044EBD8E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B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8D1CF139-3125-DA13-4CA0-BAAB9E297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C</a:t>
            </a:r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BA000B4C-AC42-40A1-7851-CDB47F2B0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D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3C758002-067B-C156-304A-1C4121B1D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E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2D08F8AF-61E1-7BB7-3C0F-3396652170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F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0FCE6BD2-DCAC-0095-2AB6-18A3EA72A7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G</a:t>
            </a:r>
          </a:p>
        </p:txBody>
      </p:sp>
      <p:sp>
        <p:nvSpPr>
          <p:cNvPr id="5129" name="Rectangle 9">
            <a:extLst>
              <a:ext uri="{FF2B5EF4-FFF2-40B4-BE49-F238E27FC236}">
                <a16:creationId xmlns:a16="http://schemas.microsoft.com/office/drawing/2014/main" id="{4406A1E7-A921-8F1F-402E-7D72648A73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H</a:t>
            </a:r>
          </a:p>
        </p:txBody>
      </p:sp>
      <p:sp>
        <p:nvSpPr>
          <p:cNvPr id="5130" name="Rectangle 10">
            <a:extLst>
              <a:ext uri="{FF2B5EF4-FFF2-40B4-BE49-F238E27FC236}">
                <a16:creationId xmlns:a16="http://schemas.microsoft.com/office/drawing/2014/main" id="{32E678C4-50A7-9656-D86B-916F5ADC29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I</a:t>
            </a:r>
          </a:p>
        </p:txBody>
      </p:sp>
      <p:sp>
        <p:nvSpPr>
          <p:cNvPr id="5131" name="Rectangle 11">
            <a:extLst>
              <a:ext uri="{FF2B5EF4-FFF2-40B4-BE49-F238E27FC236}">
                <a16:creationId xmlns:a16="http://schemas.microsoft.com/office/drawing/2014/main" id="{9192EA04-624F-B350-E6AE-D2CA0BCCA1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J</a:t>
            </a:r>
          </a:p>
        </p:txBody>
      </p:sp>
      <p:sp>
        <p:nvSpPr>
          <p:cNvPr id="5132" name="Rectangle 12">
            <a:extLst>
              <a:ext uri="{FF2B5EF4-FFF2-40B4-BE49-F238E27FC236}">
                <a16:creationId xmlns:a16="http://schemas.microsoft.com/office/drawing/2014/main" id="{CC754992-7583-AD5D-4DE9-FB2DEA5C12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K</a:t>
            </a:r>
          </a:p>
        </p:txBody>
      </p:sp>
      <p:sp>
        <p:nvSpPr>
          <p:cNvPr id="5133" name="Rectangle 13">
            <a:extLst>
              <a:ext uri="{FF2B5EF4-FFF2-40B4-BE49-F238E27FC236}">
                <a16:creationId xmlns:a16="http://schemas.microsoft.com/office/drawing/2014/main" id="{0EDF8A5D-E962-0EF9-DB37-2540ECE8EA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L</a:t>
            </a:r>
          </a:p>
        </p:txBody>
      </p:sp>
      <p:sp>
        <p:nvSpPr>
          <p:cNvPr id="5134" name="Rectangle 14">
            <a:extLst>
              <a:ext uri="{FF2B5EF4-FFF2-40B4-BE49-F238E27FC236}">
                <a16:creationId xmlns:a16="http://schemas.microsoft.com/office/drawing/2014/main" id="{0295B40F-B816-5AE0-F531-F10445D1D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M</a:t>
            </a:r>
          </a:p>
        </p:txBody>
      </p:sp>
      <p:sp>
        <p:nvSpPr>
          <p:cNvPr id="5135" name="Rectangle 15">
            <a:extLst>
              <a:ext uri="{FF2B5EF4-FFF2-40B4-BE49-F238E27FC236}">
                <a16:creationId xmlns:a16="http://schemas.microsoft.com/office/drawing/2014/main" id="{7E525778-E5D9-BC2B-A004-AA17F15731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5136" name="Rectangle 16">
            <a:extLst>
              <a:ext uri="{FF2B5EF4-FFF2-40B4-BE49-F238E27FC236}">
                <a16:creationId xmlns:a16="http://schemas.microsoft.com/office/drawing/2014/main" id="{D44C2A54-FC82-2165-AF67-F386F5F6D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EDA7AEC0-FAC2-15BE-6124-E7CE07BC97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5138" name="Rectangle 18">
            <a:extLst>
              <a:ext uri="{FF2B5EF4-FFF2-40B4-BE49-F238E27FC236}">
                <a16:creationId xmlns:a16="http://schemas.microsoft.com/office/drawing/2014/main" id="{23CC539F-BEA2-9EA2-A149-297AFA6A78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1281DB56-2573-7737-71C4-F01502DBE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B989E908-5DFE-F02C-3353-A5098FC8B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5141" name="Rectangle 21">
            <a:extLst>
              <a:ext uri="{FF2B5EF4-FFF2-40B4-BE49-F238E27FC236}">
                <a16:creationId xmlns:a16="http://schemas.microsoft.com/office/drawing/2014/main" id="{6D7F7AEC-97D5-B2CB-8FBF-CDC80A13A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T</a:t>
            </a:r>
          </a:p>
        </p:txBody>
      </p:sp>
      <p:sp>
        <p:nvSpPr>
          <p:cNvPr id="5142" name="Rectangle 22">
            <a:extLst>
              <a:ext uri="{FF2B5EF4-FFF2-40B4-BE49-F238E27FC236}">
                <a16:creationId xmlns:a16="http://schemas.microsoft.com/office/drawing/2014/main" id="{8698778D-E0B7-22CB-52E6-150117D47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U</a:t>
            </a:r>
          </a:p>
        </p:txBody>
      </p:sp>
      <p:sp>
        <p:nvSpPr>
          <p:cNvPr id="5143" name="Rectangle 23">
            <a:extLst>
              <a:ext uri="{FF2B5EF4-FFF2-40B4-BE49-F238E27FC236}">
                <a16:creationId xmlns:a16="http://schemas.microsoft.com/office/drawing/2014/main" id="{45AFE2CC-858B-272E-B8AF-5EB6BB8A88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V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0F1D455A-F3BF-3B11-3939-71CD5B6D9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W</a:t>
            </a:r>
          </a:p>
        </p:txBody>
      </p:sp>
      <p:sp>
        <p:nvSpPr>
          <p:cNvPr id="5145" name="Rectangle 25">
            <a:extLst>
              <a:ext uri="{FF2B5EF4-FFF2-40B4-BE49-F238E27FC236}">
                <a16:creationId xmlns:a16="http://schemas.microsoft.com/office/drawing/2014/main" id="{BF5F3C8B-C0D2-02DA-8A74-482CD958F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X</a:t>
            </a:r>
          </a:p>
        </p:txBody>
      </p:sp>
      <p:sp>
        <p:nvSpPr>
          <p:cNvPr id="5146" name="Rectangle 26">
            <a:extLst>
              <a:ext uri="{FF2B5EF4-FFF2-40B4-BE49-F238E27FC236}">
                <a16:creationId xmlns:a16="http://schemas.microsoft.com/office/drawing/2014/main" id="{A6B6B33D-3161-1278-C3E2-6BFC955DF1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Y</a:t>
            </a:r>
          </a:p>
        </p:txBody>
      </p:sp>
      <p:sp>
        <p:nvSpPr>
          <p:cNvPr id="5147" name="Rectangle 27">
            <a:extLst>
              <a:ext uri="{FF2B5EF4-FFF2-40B4-BE49-F238E27FC236}">
                <a16:creationId xmlns:a16="http://schemas.microsoft.com/office/drawing/2014/main" id="{5476D390-ADD6-C2D5-A5D1-BBA2C0898B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Z</a:t>
            </a:r>
          </a:p>
        </p:txBody>
      </p:sp>
      <p:sp>
        <p:nvSpPr>
          <p:cNvPr id="5148" name="Rectangle 28">
            <a:extLst>
              <a:ext uri="{FF2B5EF4-FFF2-40B4-BE49-F238E27FC236}">
                <a16:creationId xmlns:a16="http://schemas.microsoft.com/office/drawing/2014/main" id="{9DDB2096-43B0-5649-9C14-F5F965F61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5149" name="Rectangle 29">
            <a:extLst>
              <a:ext uri="{FF2B5EF4-FFF2-40B4-BE49-F238E27FC236}">
                <a16:creationId xmlns:a16="http://schemas.microsoft.com/office/drawing/2014/main" id="{8B47AEBA-9AAB-E0A6-1E48-CE260B38D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5150" name="Rectangle 30">
            <a:extLst>
              <a:ext uri="{FF2B5EF4-FFF2-40B4-BE49-F238E27FC236}">
                <a16:creationId xmlns:a16="http://schemas.microsoft.com/office/drawing/2014/main" id="{A07FE179-F543-4D79-A4DC-0A7B73918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0</a:t>
            </a:r>
          </a:p>
        </p:txBody>
      </p:sp>
      <p:sp>
        <p:nvSpPr>
          <p:cNvPr id="5151" name="Rectangle 31">
            <a:extLst>
              <a:ext uri="{FF2B5EF4-FFF2-40B4-BE49-F238E27FC236}">
                <a16:creationId xmlns:a16="http://schemas.microsoft.com/office/drawing/2014/main" id="{039F2DD2-8F06-BE9B-6DC0-A4498A554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5152" name="Rectangle 32">
            <a:extLst>
              <a:ext uri="{FF2B5EF4-FFF2-40B4-BE49-F238E27FC236}">
                <a16:creationId xmlns:a16="http://schemas.microsoft.com/office/drawing/2014/main" id="{8AC81D9E-9329-1BDB-2F8B-C0501B39E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153" name="Rectangle 33">
            <a:extLst>
              <a:ext uri="{FF2B5EF4-FFF2-40B4-BE49-F238E27FC236}">
                <a16:creationId xmlns:a16="http://schemas.microsoft.com/office/drawing/2014/main" id="{67DCD54B-9D71-7B07-6FAA-1E245D3BE0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5154" name="Rectangle 34">
            <a:extLst>
              <a:ext uri="{FF2B5EF4-FFF2-40B4-BE49-F238E27FC236}">
                <a16:creationId xmlns:a16="http://schemas.microsoft.com/office/drawing/2014/main" id="{F54C46C0-4819-BC07-BD82-D9C1A7D3D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26</a:t>
            </a:r>
          </a:p>
        </p:txBody>
      </p:sp>
      <p:sp>
        <p:nvSpPr>
          <p:cNvPr id="5155" name="Rectangle 35">
            <a:extLst>
              <a:ext uri="{FF2B5EF4-FFF2-40B4-BE49-F238E27FC236}">
                <a16:creationId xmlns:a16="http://schemas.microsoft.com/office/drawing/2014/main" id="{355DDCC1-94D8-5F03-F799-9E9952CE9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5156" name="Rectangle 36">
            <a:extLst>
              <a:ext uri="{FF2B5EF4-FFF2-40B4-BE49-F238E27FC236}">
                <a16:creationId xmlns:a16="http://schemas.microsoft.com/office/drawing/2014/main" id="{CFA5257A-544B-D36D-EB0F-F1E3CE6E88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7" name="Rectangle 37">
            <a:extLst>
              <a:ext uri="{FF2B5EF4-FFF2-40B4-BE49-F238E27FC236}">
                <a16:creationId xmlns:a16="http://schemas.microsoft.com/office/drawing/2014/main" id="{38DB133B-EC85-8850-7891-A21E1558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5158" name="Rectangle 38">
            <a:extLst>
              <a:ext uri="{FF2B5EF4-FFF2-40B4-BE49-F238E27FC236}">
                <a16:creationId xmlns:a16="http://schemas.microsoft.com/office/drawing/2014/main" id="{55197D99-55EB-062B-45F3-76F2CB613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5159" name="Rectangle 39">
            <a:extLst>
              <a:ext uri="{FF2B5EF4-FFF2-40B4-BE49-F238E27FC236}">
                <a16:creationId xmlns:a16="http://schemas.microsoft.com/office/drawing/2014/main" id="{31871A43-28C9-D2A0-2240-5764C3C4C1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75" y="307975"/>
            <a:ext cx="458470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60" name="Rectangle 40">
            <a:extLst>
              <a:ext uri="{FF2B5EF4-FFF2-40B4-BE49-F238E27FC236}">
                <a16:creationId xmlns:a16="http://schemas.microsoft.com/office/drawing/2014/main" id="{F6E9FB06-79A4-53B6-40DA-E06B5BC0B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MOVE 1 TO Lower</a:t>
            </a:r>
            <a:b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>
                <a:latin typeface="Courier New" panose="02070309020205020404" pitchFamily="49" charset="0"/>
              </a:rPr>
              <a:t>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29322F3-709B-F8EC-93B1-AB97799F8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A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F963D6A-5877-DE3A-0A70-CC5C42D149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B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FDAEF258-8C21-384E-DB72-44C397E83D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C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03E9CE67-92CB-5400-BF44-EF406FEA4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D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FA56A94C-3A24-789F-B629-C75969287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E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2400A15C-127E-948E-BECB-41EC3C3891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F</a:t>
            </a: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26F5103B-4164-8F94-68A6-D00E134B62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G</a:t>
            </a:r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244241D5-3D44-50C6-8DF4-360C171E7C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H</a:t>
            </a:r>
          </a:p>
        </p:txBody>
      </p:sp>
      <p:sp>
        <p:nvSpPr>
          <p:cNvPr id="6154" name="Rectangle 10">
            <a:extLst>
              <a:ext uri="{FF2B5EF4-FFF2-40B4-BE49-F238E27FC236}">
                <a16:creationId xmlns:a16="http://schemas.microsoft.com/office/drawing/2014/main" id="{A8B09D10-F7A8-2070-83F1-DC2DBA34CA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I</a:t>
            </a:r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A6ACCC39-072E-BD60-6141-486BDADA4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J</a:t>
            </a:r>
          </a:p>
        </p:txBody>
      </p:sp>
      <p:sp>
        <p:nvSpPr>
          <p:cNvPr id="6156" name="Rectangle 12">
            <a:extLst>
              <a:ext uri="{FF2B5EF4-FFF2-40B4-BE49-F238E27FC236}">
                <a16:creationId xmlns:a16="http://schemas.microsoft.com/office/drawing/2014/main" id="{535B4659-C9A5-E4CE-8D01-E47CA1DE90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K</a:t>
            </a:r>
          </a:p>
        </p:txBody>
      </p:sp>
      <p:sp>
        <p:nvSpPr>
          <p:cNvPr id="6157" name="Rectangle 13">
            <a:extLst>
              <a:ext uri="{FF2B5EF4-FFF2-40B4-BE49-F238E27FC236}">
                <a16:creationId xmlns:a16="http://schemas.microsoft.com/office/drawing/2014/main" id="{9EC7D1D2-DC5A-D168-41E5-B781AA4197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L</a:t>
            </a:r>
          </a:p>
        </p:txBody>
      </p:sp>
      <p:sp>
        <p:nvSpPr>
          <p:cNvPr id="6158" name="Rectangle 14">
            <a:extLst>
              <a:ext uri="{FF2B5EF4-FFF2-40B4-BE49-F238E27FC236}">
                <a16:creationId xmlns:a16="http://schemas.microsoft.com/office/drawing/2014/main" id="{159BA470-FDAF-7DCF-98C9-15AEB2E39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CC0000"/>
                </a:solidFill>
              </a:rPr>
              <a:t>M</a:t>
            </a:r>
          </a:p>
        </p:txBody>
      </p:sp>
      <p:sp>
        <p:nvSpPr>
          <p:cNvPr id="6159" name="Rectangle 15">
            <a:extLst>
              <a:ext uri="{FF2B5EF4-FFF2-40B4-BE49-F238E27FC236}">
                <a16:creationId xmlns:a16="http://schemas.microsoft.com/office/drawing/2014/main" id="{1729B9C4-4700-B429-8E5F-8C431B1AFF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6160" name="Rectangle 16">
            <a:extLst>
              <a:ext uri="{FF2B5EF4-FFF2-40B4-BE49-F238E27FC236}">
                <a16:creationId xmlns:a16="http://schemas.microsoft.com/office/drawing/2014/main" id="{89803B08-97D5-55EB-40DE-1C9EA58B0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6161" name="Rectangle 17">
            <a:extLst>
              <a:ext uri="{FF2B5EF4-FFF2-40B4-BE49-F238E27FC236}">
                <a16:creationId xmlns:a16="http://schemas.microsoft.com/office/drawing/2014/main" id="{9254BA9A-9087-B3BD-DF44-D007BB710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6162" name="Rectangle 18">
            <a:extLst>
              <a:ext uri="{FF2B5EF4-FFF2-40B4-BE49-F238E27FC236}">
                <a16:creationId xmlns:a16="http://schemas.microsoft.com/office/drawing/2014/main" id="{212A9350-2EBA-74E4-2290-3E7FEB8B0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6163" name="Rectangle 19">
            <a:extLst>
              <a:ext uri="{FF2B5EF4-FFF2-40B4-BE49-F238E27FC236}">
                <a16:creationId xmlns:a16="http://schemas.microsoft.com/office/drawing/2014/main" id="{05EB3027-A19C-C405-69F9-6A61F4E890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6164" name="Rectangle 20">
            <a:extLst>
              <a:ext uri="{FF2B5EF4-FFF2-40B4-BE49-F238E27FC236}">
                <a16:creationId xmlns:a16="http://schemas.microsoft.com/office/drawing/2014/main" id="{44226C0C-A32F-7E87-8B03-E7C54E2B06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6165" name="Rectangle 21">
            <a:extLst>
              <a:ext uri="{FF2B5EF4-FFF2-40B4-BE49-F238E27FC236}">
                <a16:creationId xmlns:a16="http://schemas.microsoft.com/office/drawing/2014/main" id="{CA166E09-288C-E4B9-4193-5811F71139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T</a:t>
            </a:r>
          </a:p>
        </p:txBody>
      </p:sp>
      <p:sp>
        <p:nvSpPr>
          <p:cNvPr id="6166" name="Rectangle 22">
            <a:extLst>
              <a:ext uri="{FF2B5EF4-FFF2-40B4-BE49-F238E27FC236}">
                <a16:creationId xmlns:a16="http://schemas.microsoft.com/office/drawing/2014/main" id="{E0E89AAE-B826-3197-616B-3039C4AA8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U</a:t>
            </a:r>
          </a:p>
        </p:txBody>
      </p:sp>
      <p:sp>
        <p:nvSpPr>
          <p:cNvPr id="6167" name="Rectangle 23">
            <a:extLst>
              <a:ext uri="{FF2B5EF4-FFF2-40B4-BE49-F238E27FC236}">
                <a16:creationId xmlns:a16="http://schemas.microsoft.com/office/drawing/2014/main" id="{AA07A750-13A7-790A-FFAC-869C4234E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V</a:t>
            </a:r>
          </a:p>
        </p:txBody>
      </p:sp>
      <p:sp>
        <p:nvSpPr>
          <p:cNvPr id="6168" name="Rectangle 24">
            <a:extLst>
              <a:ext uri="{FF2B5EF4-FFF2-40B4-BE49-F238E27FC236}">
                <a16:creationId xmlns:a16="http://schemas.microsoft.com/office/drawing/2014/main" id="{FE3154C6-B718-9070-4564-2DE8043F1B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W</a:t>
            </a:r>
          </a:p>
        </p:txBody>
      </p:sp>
      <p:sp>
        <p:nvSpPr>
          <p:cNvPr id="6169" name="Rectangle 25">
            <a:extLst>
              <a:ext uri="{FF2B5EF4-FFF2-40B4-BE49-F238E27FC236}">
                <a16:creationId xmlns:a16="http://schemas.microsoft.com/office/drawing/2014/main" id="{01CCA748-E9D4-1AA3-C218-A913249533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X</a:t>
            </a:r>
          </a:p>
        </p:txBody>
      </p:sp>
      <p:sp>
        <p:nvSpPr>
          <p:cNvPr id="6170" name="Rectangle 26">
            <a:extLst>
              <a:ext uri="{FF2B5EF4-FFF2-40B4-BE49-F238E27FC236}">
                <a16:creationId xmlns:a16="http://schemas.microsoft.com/office/drawing/2014/main" id="{BC7820BA-6DCB-0B13-B8B7-A8F39AA77F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Y</a:t>
            </a:r>
          </a:p>
        </p:txBody>
      </p:sp>
      <p:sp>
        <p:nvSpPr>
          <p:cNvPr id="6171" name="Rectangle 27">
            <a:extLst>
              <a:ext uri="{FF2B5EF4-FFF2-40B4-BE49-F238E27FC236}">
                <a16:creationId xmlns:a16="http://schemas.microsoft.com/office/drawing/2014/main" id="{C617865E-FE66-CCA9-AF96-E27266A025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Z</a:t>
            </a:r>
          </a:p>
        </p:txBody>
      </p:sp>
      <p:sp>
        <p:nvSpPr>
          <p:cNvPr id="6172" name="Rectangle 28">
            <a:extLst>
              <a:ext uri="{FF2B5EF4-FFF2-40B4-BE49-F238E27FC236}">
                <a16:creationId xmlns:a16="http://schemas.microsoft.com/office/drawing/2014/main" id="{A03C292F-106C-D3D8-361A-7E7781582C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6173" name="Rectangle 29">
            <a:extLst>
              <a:ext uri="{FF2B5EF4-FFF2-40B4-BE49-F238E27FC236}">
                <a16:creationId xmlns:a16="http://schemas.microsoft.com/office/drawing/2014/main" id="{4E085F88-911D-A77F-12D6-29A99E0EE1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6174" name="Rectangle 30">
            <a:extLst>
              <a:ext uri="{FF2B5EF4-FFF2-40B4-BE49-F238E27FC236}">
                <a16:creationId xmlns:a16="http://schemas.microsoft.com/office/drawing/2014/main" id="{21FB99F6-8294-DD28-037A-C3D58C1A0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6175" name="Rectangle 31">
            <a:extLst>
              <a:ext uri="{FF2B5EF4-FFF2-40B4-BE49-F238E27FC236}">
                <a16:creationId xmlns:a16="http://schemas.microsoft.com/office/drawing/2014/main" id="{CA2059FC-2D88-40C2-C72C-1C1387CF7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6176" name="Rectangle 32">
            <a:extLst>
              <a:ext uri="{FF2B5EF4-FFF2-40B4-BE49-F238E27FC236}">
                <a16:creationId xmlns:a16="http://schemas.microsoft.com/office/drawing/2014/main" id="{E6D02943-E383-E23D-83E0-A5D7DD2C30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1C07304A-2701-275A-EB9C-9385946EC5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6178" name="Rectangle 34">
            <a:extLst>
              <a:ext uri="{FF2B5EF4-FFF2-40B4-BE49-F238E27FC236}">
                <a16:creationId xmlns:a16="http://schemas.microsoft.com/office/drawing/2014/main" id="{36E2A6B4-E2FB-96C3-9A58-AD9982FEA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26</a:t>
            </a:r>
          </a:p>
        </p:txBody>
      </p:sp>
      <p:sp>
        <p:nvSpPr>
          <p:cNvPr id="6179" name="Rectangle 35">
            <a:extLst>
              <a:ext uri="{FF2B5EF4-FFF2-40B4-BE49-F238E27FC236}">
                <a16:creationId xmlns:a16="http://schemas.microsoft.com/office/drawing/2014/main" id="{F52D3158-FD30-FB56-BA42-9501021810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6180" name="Rectangle 36">
            <a:extLst>
              <a:ext uri="{FF2B5EF4-FFF2-40B4-BE49-F238E27FC236}">
                <a16:creationId xmlns:a16="http://schemas.microsoft.com/office/drawing/2014/main" id="{BD91DB92-4C78-32EB-4000-079C2454C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20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</a:t>
            </a:r>
          </a:p>
        </p:txBody>
      </p:sp>
      <p:sp>
        <p:nvSpPr>
          <p:cNvPr id="6181" name="Rectangle 37">
            <a:extLst>
              <a:ext uri="{FF2B5EF4-FFF2-40B4-BE49-F238E27FC236}">
                <a16:creationId xmlns:a16="http://schemas.microsoft.com/office/drawing/2014/main" id="{33BACA7A-1532-1726-5750-516749C75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6182" name="Rectangle 38">
            <a:extLst>
              <a:ext uri="{FF2B5EF4-FFF2-40B4-BE49-F238E27FC236}">
                <a16:creationId xmlns:a16="http://schemas.microsoft.com/office/drawing/2014/main" id="{926AA1BB-99B5-3AD8-5F74-623541D4A5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6183" name="Rectangle 39">
            <a:extLst>
              <a:ext uri="{FF2B5EF4-FFF2-40B4-BE49-F238E27FC236}">
                <a16:creationId xmlns:a16="http://schemas.microsoft.com/office/drawing/2014/main" id="{7CE76F39-3B18-2A69-6C5E-0654D393D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75" y="307975"/>
            <a:ext cx="458470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4" name="AutoShape 40">
            <a:extLst>
              <a:ext uri="{FF2B5EF4-FFF2-40B4-BE49-F238E27FC236}">
                <a16:creationId xmlns:a16="http://schemas.microsoft.com/office/drawing/2014/main" id="{34DD1F04-03E3-E158-3C63-67DA36000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8525" y="796925"/>
            <a:ext cx="120650" cy="139700"/>
          </a:xfrm>
          <a:prstGeom prst="upArrow">
            <a:avLst>
              <a:gd name="adj1" fmla="val 50000"/>
              <a:gd name="adj2" fmla="val 57889"/>
            </a:avLst>
          </a:prstGeom>
          <a:solidFill>
            <a:srgbClr val="33CC33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5" name="Rectangle 41">
            <a:extLst>
              <a:ext uri="{FF2B5EF4-FFF2-40B4-BE49-F238E27FC236}">
                <a16:creationId xmlns:a16="http://schemas.microsoft.com/office/drawing/2014/main" id="{D33DFED9-0A17-FE06-5C6A-4527ABBB2A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C548A70B-4DFE-C642-14BA-F06B168A3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A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A78AA4A4-2AA8-DE1E-A5E9-C0838C0A9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B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9CC00F29-066D-3F27-0669-44EFA890D4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C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7A3FB067-A33E-F77C-B8CB-4F50EE124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D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8D411EE9-9113-3067-3EE8-32E6687E8B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E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9ABBB56A-1FE5-603C-FB54-8ED7C68FD1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F</a:t>
            </a:r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D274AA89-A167-0B2A-0EDF-1CF6BDDBD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G</a:t>
            </a:r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D2C5B576-E7BF-89C3-9D67-29C4E787C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H</a:t>
            </a:r>
          </a:p>
        </p:txBody>
      </p:sp>
      <p:sp>
        <p:nvSpPr>
          <p:cNvPr id="7178" name="Rectangle 10">
            <a:extLst>
              <a:ext uri="{FF2B5EF4-FFF2-40B4-BE49-F238E27FC236}">
                <a16:creationId xmlns:a16="http://schemas.microsoft.com/office/drawing/2014/main" id="{DDBAB0CF-E355-BA39-9D43-613BF01796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I</a:t>
            </a:r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24B79497-7C98-D83D-6EE6-AFD4AFCEE3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J</a:t>
            </a:r>
          </a:p>
        </p:txBody>
      </p:sp>
      <p:sp>
        <p:nvSpPr>
          <p:cNvPr id="7180" name="Rectangle 12">
            <a:extLst>
              <a:ext uri="{FF2B5EF4-FFF2-40B4-BE49-F238E27FC236}">
                <a16:creationId xmlns:a16="http://schemas.microsoft.com/office/drawing/2014/main" id="{6A2F8CB3-8CE9-9062-81E6-39460FA97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K</a:t>
            </a:r>
          </a:p>
        </p:txBody>
      </p:sp>
      <p:sp>
        <p:nvSpPr>
          <p:cNvPr id="7181" name="Rectangle 13">
            <a:extLst>
              <a:ext uri="{FF2B5EF4-FFF2-40B4-BE49-F238E27FC236}">
                <a16:creationId xmlns:a16="http://schemas.microsoft.com/office/drawing/2014/main" id="{6FE9404A-D655-58F6-3679-B92FBF8ED8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L</a:t>
            </a:r>
          </a:p>
        </p:txBody>
      </p:sp>
      <p:sp>
        <p:nvSpPr>
          <p:cNvPr id="7182" name="Rectangle 14">
            <a:extLst>
              <a:ext uri="{FF2B5EF4-FFF2-40B4-BE49-F238E27FC236}">
                <a16:creationId xmlns:a16="http://schemas.microsoft.com/office/drawing/2014/main" id="{4FCD2963-422F-9D80-6C8C-FD0DDB0C04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M</a:t>
            </a:r>
          </a:p>
        </p:txBody>
      </p:sp>
      <p:sp>
        <p:nvSpPr>
          <p:cNvPr id="7183" name="Rectangle 15">
            <a:extLst>
              <a:ext uri="{FF2B5EF4-FFF2-40B4-BE49-F238E27FC236}">
                <a16:creationId xmlns:a16="http://schemas.microsoft.com/office/drawing/2014/main" id="{7EC41AA4-3FE4-C9C7-A5E2-470C06854E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7184" name="Rectangle 16">
            <a:extLst>
              <a:ext uri="{FF2B5EF4-FFF2-40B4-BE49-F238E27FC236}">
                <a16:creationId xmlns:a16="http://schemas.microsoft.com/office/drawing/2014/main" id="{9714A1E3-A650-7514-0FAA-5A4AEA1543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5A03DBA4-8398-9994-DEEE-DB1CA19BE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7186" name="Rectangle 18">
            <a:extLst>
              <a:ext uri="{FF2B5EF4-FFF2-40B4-BE49-F238E27FC236}">
                <a16:creationId xmlns:a16="http://schemas.microsoft.com/office/drawing/2014/main" id="{5C0ADFD9-4572-0A40-C00D-55A966D7A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7187" name="Rectangle 19">
            <a:extLst>
              <a:ext uri="{FF2B5EF4-FFF2-40B4-BE49-F238E27FC236}">
                <a16:creationId xmlns:a16="http://schemas.microsoft.com/office/drawing/2014/main" id="{B17024EC-1157-83AF-8EEB-E9C76AF0AC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7188" name="Rectangle 20">
            <a:extLst>
              <a:ext uri="{FF2B5EF4-FFF2-40B4-BE49-F238E27FC236}">
                <a16:creationId xmlns:a16="http://schemas.microsoft.com/office/drawing/2014/main" id="{64B6B902-EA4F-CE85-3193-8694EFFE7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7189" name="Rectangle 21">
            <a:extLst>
              <a:ext uri="{FF2B5EF4-FFF2-40B4-BE49-F238E27FC236}">
                <a16:creationId xmlns:a16="http://schemas.microsoft.com/office/drawing/2014/main" id="{3A513771-1331-C6F6-1412-447054A1D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T</a:t>
            </a:r>
          </a:p>
        </p:txBody>
      </p:sp>
      <p:sp>
        <p:nvSpPr>
          <p:cNvPr id="7190" name="Rectangle 22">
            <a:extLst>
              <a:ext uri="{FF2B5EF4-FFF2-40B4-BE49-F238E27FC236}">
                <a16:creationId xmlns:a16="http://schemas.microsoft.com/office/drawing/2014/main" id="{D17E3F1E-36AF-35D6-E30C-7DCCA15A7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U</a:t>
            </a:r>
          </a:p>
        </p:txBody>
      </p:sp>
      <p:sp>
        <p:nvSpPr>
          <p:cNvPr id="7191" name="Rectangle 23">
            <a:extLst>
              <a:ext uri="{FF2B5EF4-FFF2-40B4-BE49-F238E27FC236}">
                <a16:creationId xmlns:a16="http://schemas.microsoft.com/office/drawing/2014/main" id="{5806C9D1-8C6B-3A6E-9512-584C89F4E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V</a:t>
            </a:r>
          </a:p>
        </p:txBody>
      </p:sp>
      <p:sp>
        <p:nvSpPr>
          <p:cNvPr id="7192" name="Rectangle 24">
            <a:extLst>
              <a:ext uri="{FF2B5EF4-FFF2-40B4-BE49-F238E27FC236}">
                <a16:creationId xmlns:a16="http://schemas.microsoft.com/office/drawing/2014/main" id="{44F7123F-AF9F-FD0E-A6D6-B1C9AF48E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W</a:t>
            </a:r>
          </a:p>
        </p:txBody>
      </p:sp>
      <p:sp>
        <p:nvSpPr>
          <p:cNvPr id="7193" name="Rectangle 25">
            <a:extLst>
              <a:ext uri="{FF2B5EF4-FFF2-40B4-BE49-F238E27FC236}">
                <a16:creationId xmlns:a16="http://schemas.microsoft.com/office/drawing/2014/main" id="{7233D201-4C3A-FA86-E08F-CA07ADE528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X</a:t>
            </a:r>
          </a:p>
        </p:txBody>
      </p:sp>
      <p:sp>
        <p:nvSpPr>
          <p:cNvPr id="7194" name="Rectangle 26">
            <a:extLst>
              <a:ext uri="{FF2B5EF4-FFF2-40B4-BE49-F238E27FC236}">
                <a16:creationId xmlns:a16="http://schemas.microsoft.com/office/drawing/2014/main" id="{A02676DE-C762-7F6C-956E-EB4DEC4EC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Y</a:t>
            </a:r>
          </a:p>
        </p:txBody>
      </p:sp>
      <p:sp>
        <p:nvSpPr>
          <p:cNvPr id="7195" name="Rectangle 27">
            <a:extLst>
              <a:ext uri="{FF2B5EF4-FFF2-40B4-BE49-F238E27FC236}">
                <a16:creationId xmlns:a16="http://schemas.microsoft.com/office/drawing/2014/main" id="{B3218996-B4EA-C8CA-C2C1-BB8437441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Z</a:t>
            </a:r>
          </a:p>
        </p:txBody>
      </p:sp>
      <p:sp>
        <p:nvSpPr>
          <p:cNvPr id="7196" name="Rectangle 28">
            <a:extLst>
              <a:ext uri="{FF2B5EF4-FFF2-40B4-BE49-F238E27FC236}">
                <a16:creationId xmlns:a16="http://schemas.microsoft.com/office/drawing/2014/main" id="{2572CF59-A9CF-DF62-A048-247BEE808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7197" name="Rectangle 29">
            <a:extLst>
              <a:ext uri="{FF2B5EF4-FFF2-40B4-BE49-F238E27FC236}">
                <a16:creationId xmlns:a16="http://schemas.microsoft.com/office/drawing/2014/main" id="{3B604E03-0A28-69A2-B2C3-9E0A7BC869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7198" name="Rectangle 30">
            <a:extLst>
              <a:ext uri="{FF2B5EF4-FFF2-40B4-BE49-F238E27FC236}">
                <a16:creationId xmlns:a16="http://schemas.microsoft.com/office/drawing/2014/main" id="{1BBF43CC-2F82-D02E-7061-414328BA5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7199" name="Rectangle 31">
            <a:extLst>
              <a:ext uri="{FF2B5EF4-FFF2-40B4-BE49-F238E27FC236}">
                <a16:creationId xmlns:a16="http://schemas.microsoft.com/office/drawing/2014/main" id="{580C1FA9-CCB2-F060-798A-47B8EE857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7200" name="Rectangle 32">
            <a:extLst>
              <a:ext uri="{FF2B5EF4-FFF2-40B4-BE49-F238E27FC236}">
                <a16:creationId xmlns:a16="http://schemas.microsoft.com/office/drawing/2014/main" id="{DBA0A38B-DE52-0ADF-9E2B-3550DF9E1A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7201" name="Rectangle 33">
            <a:extLst>
              <a:ext uri="{FF2B5EF4-FFF2-40B4-BE49-F238E27FC236}">
                <a16:creationId xmlns:a16="http://schemas.microsoft.com/office/drawing/2014/main" id="{97D6CAB9-E666-D77E-27BA-E6D0BAA35D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7202" name="Rectangle 34">
            <a:extLst>
              <a:ext uri="{FF2B5EF4-FFF2-40B4-BE49-F238E27FC236}">
                <a16:creationId xmlns:a16="http://schemas.microsoft.com/office/drawing/2014/main" id="{134BD90E-687A-19D5-BFF1-645ED0DD1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26</a:t>
            </a:r>
          </a:p>
        </p:txBody>
      </p:sp>
      <p:sp>
        <p:nvSpPr>
          <p:cNvPr id="7203" name="Rectangle 35">
            <a:extLst>
              <a:ext uri="{FF2B5EF4-FFF2-40B4-BE49-F238E27FC236}">
                <a16:creationId xmlns:a16="http://schemas.microsoft.com/office/drawing/2014/main" id="{5028B3DB-3C34-FD04-5B33-844FCD007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7204" name="Rectangle 36">
            <a:extLst>
              <a:ext uri="{FF2B5EF4-FFF2-40B4-BE49-F238E27FC236}">
                <a16:creationId xmlns:a16="http://schemas.microsoft.com/office/drawing/2014/main" id="{8D70FBDF-E1A7-116A-8085-49E103B45D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20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</a:t>
            </a:r>
          </a:p>
        </p:txBody>
      </p:sp>
      <p:sp>
        <p:nvSpPr>
          <p:cNvPr id="7205" name="Rectangle 37">
            <a:extLst>
              <a:ext uri="{FF2B5EF4-FFF2-40B4-BE49-F238E27FC236}">
                <a16:creationId xmlns:a16="http://schemas.microsoft.com/office/drawing/2014/main" id="{A372588D-7384-1130-212B-D1B1574F0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7206" name="Rectangle 38">
            <a:extLst>
              <a:ext uri="{FF2B5EF4-FFF2-40B4-BE49-F238E27FC236}">
                <a16:creationId xmlns:a16="http://schemas.microsoft.com/office/drawing/2014/main" id="{2ED286F0-DD77-95A8-88EF-A393C6D02B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7207" name="Rectangle 39">
            <a:extLst>
              <a:ext uri="{FF2B5EF4-FFF2-40B4-BE49-F238E27FC236}">
                <a16:creationId xmlns:a16="http://schemas.microsoft.com/office/drawing/2014/main" id="{E07D8AE8-09C2-12A5-81AB-94D004C14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07975"/>
            <a:ext cx="235585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208" name="AutoShape 40">
            <a:extLst>
              <a:ext uri="{FF2B5EF4-FFF2-40B4-BE49-F238E27FC236}">
                <a16:creationId xmlns:a16="http://schemas.microsoft.com/office/drawing/2014/main" id="{A8548AA4-EE7D-A3C7-47D8-FE7077C8C7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8525" y="796925"/>
            <a:ext cx="120650" cy="139700"/>
          </a:xfrm>
          <a:prstGeom prst="upArrow">
            <a:avLst>
              <a:gd name="adj1" fmla="val 50000"/>
              <a:gd name="adj2" fmla="val 57889"/>
            </a:avLst>
          </a:prstGeom>
          <a:solidFill>
            <a:srgbClr val="33CC33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209" name="Rectangle 41">
            <a:extLst>
              <a:ext uri="{FF2B5EF4-FFF2-40B4-BE49-F238E27FC236}">
                <a16:creationId xmlns:a16="http://schemas.microsoft.com/office/drawing/2014/main" id="{E54258A7-8A79-F78E-F81B-4CCEB3681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>
                <a:latin typeface="Courier New" panose="02070309020205020404" pitchFamily="49" charset="0"/>
              </a:rPr>
              <a:t>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latin typeface="Courier New" panose="02070309020205020404" pitchFamily="49" charset="0"/>
              </a:rPr>
              <a:t>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4236AD15-AD46-B159-FC0F-9B0862966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A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2258BD01-5654-5D23-3FC7-BB0D56AF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B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BD933BF5-50B3-5FD6-A913-90653CF0A1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C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82DAECBE-7282-AD64-574F-83D5BC1CD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D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76AF6890-AB74-735B-8F8D-93B50045C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E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F0F6FDE0-C867-3D78-DC6D-1895BFF95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F</a:t>
            </a: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9FE31702-8CF8-4A2A-B96B-A7CF7B70E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G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8EA8294F-9696-FB60-94B2-8238291A0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H</a:t>
            </a: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6D156523-DE9B-079B-342A-8C3F38441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I</a:t>
            </a:r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C2058788-9FD8-A2B8-77A4-3879C069FA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J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E72BC1C1-3297-A087-A74E-D36FA40CC7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K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E8E6633A-212D-48F3-06C4-ECDDB857B2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L</a:t>
            </a:r>
          </a:p>
        </p:txBody>
      </p:sp>
      <p:sp>
        <p:nvSpPr>
          <p:cNvPr id="8206" name="Rectangle 14">
            <a:extLst>
              <a:ext uri="{FF2B5EF4-FFF2-40B4-BE49-F238E27FC236}">
                <a16:creationId xmlns:a16="http://schemas.microsoft.com/office/drawing/2014/main" id="{2E4D7DAB-573E-323B-9D37-DA210461B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M</a:t>
            </a:r>
          </a:p>
        </p:txBody>
      </p:sp>
      <p:sp>
        <p:nvSpPr>
          <p:cNvPr id="8207" name="Rectangle 15">
            <a:extLst>
              <a:ext uri="{FF2B5EF4-FFF2-40B4-BE49-F238E27FC236}">
                <a16:creationId xmlns:a16="http://schemas.microsoft.com/office/drawing/2014/main" id="{EE8D0FED-C48A-F348-C476-713F0CC574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8208" name="Rectangle 16">
            <a:extLst>
              <a:ext uri="{FF2B5EF4-FFF2-40B4-BE49-F238E27FC236}">
                <a16:creationId xmlns:a16="http://schemas.microsoft.com/office/drawing/2014/main" id="{068C3C27-517A-2820-2E26-1286CDA94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4B07B330-7D81-98DB-E1DB-294760E397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8210" name="Rectangle 18">
            <a:extLst>
              <a:ext uri="{FF2B5EF4-FFF2-40B4-BE49-F238E27FC236}">
                <a16:creationId xmlns:a16="http://schemas.microsoft.com/office/drawing/2014/main" id="{121DD8E4-4FAF-800E-261F-6075FA40D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8211" name="Rectangle 19">
            <a:extLst>
              <a:ext uri="{FF2B5EF4-FFF2-40B4-BE49-F238E27FC236}">
                <a16:creationId xmlns:a16="http://schemas.microsoft.com/office/drawing/2014/main" id="{DD21972D-1F94-AD12-F0BB-FD470E5C7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8212" name="Rectangle 20">
            <a:extLst>
              <a:ext uri="{FF2B5EF4-FFF2-40B4-BE49-F238E27FC236}">
                <a16:creationId xmlns:a16="http://schemas.microsoft.com/office/drawing/2014/main" id="{1AC91B17-691F-DEA0-850B-19A72C9A5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8213" name="Rectangle 21">
            <a:extLst>
              <a:ext uri="{FF2B5EF4-FFF2-40B4-BE49-F238E27FC236}">
                <a16:creationId xmlns:a16="http://schemas.microsoft.com/office/drawing/2014/main" id="{484654A2-D5F6-CD7D-9BE8-D28CB82701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CC0000"/>
                </a:solidFill>
              </a:rPr>
              <a:t>T</a:t>
            </a:r>
          </a:p>
        </p:txBody>
      </p:sp>
      <p:sp>
        <p:nvSpPr>
          <p:cNvPr id="8214" name="Rectangle 22">
            <a:extLst>
              <a:ext uri="{FF2B5EF4-FFF2-40B4-BE49-F238E27FC236}">
                <a16:creationId xmlns:a16="http://schemas.microsoft.com/office/drawing/2014/main" id="{309DA659-9DF8-B059-979C-9A91983D6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U</a:t>
            </a:r>
          </a:p>
        </p:txBody>
      </p:sp>
      <p:sp>
        <p:nvSpPr>
          <p:cNvPr id="8215" name="Rectangle 23">
            <a:extLst>
              <a:ext uri="{FF2B5EF4-FFF2-40B4-BE49-F238E27FC236}">
                <a16:creationId xmlns:a16="http://schemas.microsoft.com/office/drawing/2014/main" id="{102A240B-B1BF-EC12-75C0-354155359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V</a:t>
            </a:r>
          </a:p>
        </p:txBody>
      </p:sp>
      <p:sp>
        <p:nvSpPr>
          <p:cNvPr id="8216" name="Rectangle 24">
            <a:extLst>
              <a:ext uri="{FF2B5EF4-FFF2-40B4-BE49-F238E27FC236}">
                <a16:creationId xmlns:a16="http://schemas.microsoft.com/office/drawing/2014/main" id="{7627CEF7-7BE7-54A9-4114-F8F8553A9E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W</a:t>
            </a:r>
          </a:p>
        </p:txBody>
      </p:sp>
      <p:sp>
        <p:nvSpPr>
          <p:cNvPr id="8217" name="Rectangle 25">
            <a:extLst>
              <a:ext uri="{FF2B5EF4-FFF2-40B4-BE49-F238E27FC236}">
                <a16:creationId xmlns:a16="http://schemas.microsoft.com/office/drawing/2014/main" id="{A48A5EC7-7E67-216E-ECDD-CDCBA4AA2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X</a:t>
            </a:r>
          </a:p>
        </p:txBody>
      </p:sp>
      <p:sp>
        <p:nvSpPr>
          <p:cNvPr id="8218" name="Rectangle 26">
            <a:extLst>
              <a:ext uri="{FF2B5EF4-FFF2-40B4-BE49-F238E27FC236}">
                <a16:creationId xmlns:a16="http://schemas.microsoft.com/office/drawing/2014/main" id="{BDCEEACE-AAF2-5362-422C-A76A84A65D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Y</a:t>
            </a:r>
          </a:p>
        </p:txBody>
      </p:sp>
      <p:sp>
        <p:nvSpPr>
          <p:cNvPr id="8219" name="Rectangle 27">
            <a:extLst>
              <a:ext uri="{FF2B5EF4-FFF2-40B4-BE49-F238E27FC236}">
                <a16:creationId xmlns:a16="http://schemas.microsoft.com/office/drawing/2014/main" id="{D849C040-9233-FA10-BA5C-02BFFF65A6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Z</a:t>
            </a:r>
          </a:p>
        </p:txBody>
      </p:sp>
      <p:sp>
        <p:nvSpPr>
          <p:cNvPr id="8220" name="Rectangle 28">
            <a:extLst>
              <a:ext uri="{FF2B5EF4-FFF2-40B4-BE49-F238E27FC236}">
                <a16:creationId xmlns:a16="http://schemas.microsoft.com/office/drawing/2014/main" id="{3728BF76-5700-63C5-11E2-F003748D2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8221" name="Rectangle 29">
            <a:extLst>
              <a:ext uri="{FF2B5EF4-FFF2-40B4-BE49-F238E27FC236}">
                <a16:creationId xmlns:a16="http://schemas.microsoft.com/office/drawing/2014/main" id="{6DA3EEE4-6399-AF0A-27BF-B8E994F5A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8222" name="Rectangle 30">
            <a:extLst>
              <a:ext uri="{FF2B5EF4-FFF2-40B4-BE49-F238E27FC236}">
                <a16:creationId xmlns:a16="http://schemas.microsoft.com/office/drawing/2014/main" id="{5D32FED1-241E-EFAC-C9EF-32EA1E101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20</a:t>
            </a:r>
          </a:p>
        </p:txBody>
      </p:sp>
      <p:sp>
        <p:nvSpPr>
          <p:cNvPr id="8223" name="Rectangle 31">
            <a:extLst>
              <a:ext uri="{FF2B5EF4-FFF2-40B4-BE49-F238E27FC236}">
                <a16:creationId xmlns:a16="http://schemas.microsoft.com/office/drawing/2014/main" id="{B51D239A-D638-5D7F-F03B-13470AC0F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8224" name="Rectangle 32">
            <a:extLst>
              <a:ext uri="{FF2B5EF4-FFF2-40B4-BE49-F238E27FC236}">
                <a16:creationId xmlns:a16="http://schemas.microsoft.com/office/drawing/2014/main" id="{B1102A92-ED1F-F9FC-0A48-D25038ECF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8225" name="Rectangle 33">
            <a:extLst>
              <a:ext uri="{FF2B5EF4-FFF2-40B4-BE49-F238E27FC236}">
                <a16:creationId xmlns:a16="http://schemas.microsoft.com/office/drawing/2014/main" id="{0C2BF49E-FEBB-67AA-D297-B369F4DCF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8226" name="Rectangle 34">
            <a:extLst>
              <a:ext uri="{FF2B5EF4-FFF2-40B4-BE49-F238E27FC236}">
                <a16:creationId xmlns:a16="http://schemas.microsoft.com/office/drawing/2014/main" id="{1D9DC4CB-F229-82BD-CBAA-26D789E44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26</a:t>
            </a:r>
          </a:p>
        </p:txBody>
      </p:sp>
      <p:sp>
        <p:nvSpPr>
          <p:cNvPr id="8227" name="Rectangle 35">
            <a:extLst>
              <a:ext uri="{FF2B5EF4-FFF2-40B4-BE49-F238E27FC236}">
                <a16:creationId xmlns:a16="http://schemas.microsoft.com/office/drawing/2014/main" id="{0EB3CCD8-16DC-92E1-7FB3-4DF373B74D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8228" name="Rectangle 36">
            <a:extLst>
              <a:ext uri="{FF2B5EF4-FFF2-40B4-BE49-F238E27FC236}">
                <a16:creationId xmlns:a16="http://schemas.microsoft.com/office/drawing/2014/main" id="{048E22D5-0A56-59E6-F438-0EEBBD5E2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20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</a:t>
            </a:r>
          </a:p>
        </p:txBody>
      </p:sp>
      <p:sp>
        <p:nvSpPr>
          <p:cNvPr id="8229" name="Rectangle 37">
            <a:extLst>
              <a:ext uri="{FF2B5EF4-FFF2-40B4-BE49-F238E27FC236}">
                <a16:creationId xmlns:a16="http://schemas.microsoft.com/office/drawing/2014/main" id="{A0A0B954-FD63-E49F-1FEB-F5B6C9743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8230" name="Rectangle 38">
            <a:extLst>
              <a:ext uri="{FF2B5EF4-FFF2-40B4-BE49-F238E27FC236}">
                <a16:creationId xmlns:a16="http://schemas.microsoft.com/office/drawing/2014/main" id="{4F212EC9-E9EF-A800-0B80-6F7E0D200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8231" name="Rectangle 39">
            <a:extLst>
              <a:ext uri="{FF2B5EF4-FFF2-40B4-BE49-F238E27FC236}">
                <a16:creationId xmlns:a16="http://schemas.microsoft.com/office/drawing/2014/main" id="{9965418D-59B5-AB33-A05B-DDD8C31B1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07975"/>
            <a:ext cx="235585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32" name="AutoShape 40">
            <a:extLst>
              <a:ext uri="{FF2B5EF4-FFF2-40B4-BE49-F238E27FC236}">
                <a16:creationId xmlns:a16="http://schemas.microsoft.com/office/drawing/2014/main" id="{3AEBC0CF-DAEE-E69F-CC5F-9BD20FAFC4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5825" y="803275"/>
            <a:ext cx="120650" cy="139700"/>
          </a:xfrm>
          <a:prstGeom prst="upArrow">
            <a:avLst>
              <a:gd name="adj1" fmla="val 50000"/>
              <a:gd name="adj2" fmla="val 57889"/>
            </a:avLst>
          </a:prstGeom>
          <a:solidFill>
            <a:srgbClr val="33CC33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33" name="Rectangle 41">
            <a:extLst>
              <a:ext uri="{FF2B5EF4-FFF2-40B4-BE49-F238E27FC236}">
                <a16:creationId xmlns:a16="http://schemas.microsoft.com/office/drawing/2014/main" id="{38C452E1-5FB6-FA91-51E0-131DC17B2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243FA836-0426-7D48-2284-31EC27B582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A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BDCE3E14-1300-AC0C-98BF-367AE94689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B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DE25795-440E-AE8F-1795-A140134CB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C</a:t>
            </a:r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5B98D6B1-768D-707F-DE78-789E15A13F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D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C058033D-A4B8-2497-CD6B-8395D129F7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E</a:t>
            </a:r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8CB52742-3CDA-1C67-1AED-544BFB352E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F</a:t>
            </a:r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2F2BC40D-9214-3260-976F-65C6AC6EF6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G</a:t>
            </a:r>
          </a:p>
        </p:txBody>
      </p:sp>
      <p:sp>
        <p:nvSpPr>
          <p:cNvPr id="9225" name="Rectangle 9">
            <a:extLst>
              <a:ext uri="{FF2B5EF4-FFF2-40B4-BE49-F238E27FC236}">
                <a16:creationId xmlns:a16="http://schemas.microsoft.com/office/drawing/2014/main" id="{D23C0817-D8D9-0FBC-6603-173DEF85CA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H</a:t>
            </a:r>
          </a:p>
        </p:txBody>
      </p:sp>
      <p:sp>
        <p:nvSpPr>
          <p:cNvPr id="9226" name="Rectangle 10">
            <a:extLst>
              <a:ext uri="{FF2B5EF4-FFF2-40B4-BE49-F238E27FC236}">
                <a16:creationId xmlns:a16="http://schemas.microsoft.com/office/drawing/2014/main" id="{BD61F6DA-7D71-145D-BE92-55E50768B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I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F8DEAD23-C40F-6D5A-0874-D23C315CA9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J</a:t>
            </a:r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9E6CC774-32BE-3EFD-76F2-BBA9A5004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K</a:t>
            </a:r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FFB883C5-FA0B-3BDE-3887-4E1FF12ED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L</a:t>
            </a:r>
          </a:p>
        </p:txBody>
      </p:sp>
      <p:sp>
        <p:nvSpPr>
          <p:cNvPr id="9230" name="Rectangle 14">
            <a:extLst>
              <a:ext uri="{FF2B5EF4-FFF2-40B4-BE49-F238E27FC236}">
                <a16:creationId xmlns:a16="http://schemas.microsoft.com/office/drawing/2014/main" id="{3DC64C20-D05C-9975-ED47-1F69F6A61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M</a:t>
            </a:r>
          </a:p>
        </p:txBody>
      </p:sp>
      <p:sp>
        <p:nvSpPr>
          <p:cNvPr id="9231" name="Rectangle 15">
            <a:extLst>
              <a:ext uri="{FF2B5EF4-FFF2-40B4-BE49-F238E27FC236}">
                <a16:creationId xmlns:a16="http://schemas.microsoft.com/office/drawing/2014/main" id="{74A199B6-6E0A-0359-5782-82FD6C69A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9B3D6C5A-9254-E1CC-1057-CE74844E0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4BFB8569-F843-6DA8-8346-8159C0C6C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58DCE649-4A8F-0FC2-D07E-466CFBFAD8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9235" name="Rectangle 19">
            <a:extLst>
              <a:ext uri="{FF2B5EF4-FFF2-40B4-BE49-F238E27FC236}">
                <a16:creationId xmlns:a16="http://schemas.microsoft.com/office/drawing/2014/main" id="{0D87BBF6-31D1-9E59-CB4E-FE59E545AA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9236" name="Rectangle 20">
            <a:extLst>
              <a:ext uri="{FF2B5EF4-FFF2-40B4-BE49-F238E27FC236}">
                <a16:creationId xmlns:a16="http://schemas.microsoft.com/office/drawing/2014/main" id="{93BED773-B3C7-CF83-B0FA-3B47B0CC10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D185A4B7-6CBA-CD74-A54C-A15FF53B02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T</a:t>
            </a:r>
          </a:p>
        </p:txBody>
      </p:sp>
      <p:sp>
        <p:nvSpPr>
          <p:cNvPr id="9238" name="Rectangle 22">
            <a:extLst>
              <a:ext uri="{FF2B5EF4-FFF2-40B4-BE49-F238E27FC236}">
                <a16:creationId xmlns:a16="http://schemas.microsoft.com/office/drawing/2014/main" id="{DEE1ED41-0D15-A8EF-B1DC-563635B26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U</a:t>
            </a:r>
          </a:p>
        </p:txBody>
      </p:sp>
      <p:sp>
        <p:nvSpPr>
          <p:cNvPr id="9239" name="Rectangle 23">
            <a:extLst>
              <a:ext uri="{FF2B5EF4-FFF2-40B4-BE49-F238E27FC236}">
                <a16:creationId xmlns:a16="http://schemas.microsoft.com/office/drawing/2014/main" id="{052C4E41-BBAD-484B-AAF2-4E3099885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V</a:t>
            </a:r>
          </a:p>
        </p:txBody>
      </p:sp>
      <p:sp>
        <p:nvSpPr>
          <p:cNvPr id="9240" name="Rectangle 24">
            <a:extLst>
              <a:ext uri="{FF2B5EF4-FFF2-40B4-BE49-F238E27FC236}">
                <a16:creationId xmlns:a16="http://schemas.microsoft.com/office/drawing/2014/main" id="{A0ACE382-8E5C-9ACE-7DE2-2E2BCFF90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W</a:t>
            </a:r>
          </a:p>
        </p:txBody>
      </p:sp>
      <p:sp>
        <p:nvSpPr>
          <p:cNvPr id="9241" name="Rectangle 25">
            <a:extLst>
              <a:ext uri="{FF2B5EF4-FFF2-40B4-BE49-F238E27FC236}">
                <a16:creationId xmlns:a16="http://schemas.microsoft.com/office/drawing/2014/main" id="{E32CE96A-D48C-3CDD-153B-D10B4B2FA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X</a:t>
            </a:r>
          </a:p>
        </p:txBody>
      </p:sp>
      <p:sp>
        <p:nvSpPr>
          <p:cNvPr id="9242" name="Rectangle 26">
            <a:extLst>
              <a:ext uri="{FF2B5EF4-FFF2-40B4-BE49-F238E27FC236}">
                <a16:creationId xmlns:a16="http://schemas.microsoft.com/office/drawing/2014/main" id="{1974FDE6-6B66-2CE1-AF1D-601E0CCF0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Y</a:t>
            </a:r>
          </a:p>
        </p:txBody>
      </p:sp>
      <p:sp>
        <p:nvSpPr>
          <p:cNvPr id="9243" name="Rectangle 27">
            <a:extLst>
              <a:ext uri="{FF2B5EF4-FFF2-40B4-BE49-F238E27FC236}">
                <a16:creationId xmlns:a16="http://schemas.microsoft.com/office/drawing/2014/main" id="{2306EEDB-2AA0-E304-3AC3-4D18E0848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Z</a:t>
            </a:r>
          </a:p>
        </p:txBody>
      </p:sp>
      <p:sp>
        <p:nvSpPr>
          <p:cNvPr id="9244" name="Rectangle 28">
            <a:extLst>
              <a:ext uri="{FF2B5EF4-FFF2-40B4-BE49-F238E27FC236}">
                <a16:creationId xmlns:a16="http://schemas.microsoft.com/office/drawing/2014/main" id="{0DC0EF59-03A0-2E43-6597-0DE7A3D29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9245" name="Rectangle 29">
            <a:extLst>
              <a:ext uri="{FF2B5EF4-FFF2-40B4-BE49-F238E27FC236}">
                <a16:creationId xmlns:a16="http://schemas.microsoft.com/office/drawing/2014/main" id="{8856B03E-381E-CC56-2B91-F959D912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9246" name="Rectangle 30">
            <a:extLst>
              <a:ext uri="{FF2B5EF4-FFF2-40B4-BE49-F238E27FC236}">
                <a16:creationId xmlns:a16="http://schemas.microsoft.com/office/drawing/2014/main" id="{110E278F-BF78-76E9-05DE-A302180AD6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20</a:t>
            </a:r>
          </a:p>
        </p:txBody>
      </p:sp>
      <p:sp>
        <p:nvSpPr>
          <p:cNvPr id="9247" name="Rectangle 31">
            <a:extLst>
              <a:ext uri="{FF2B5EF4-FFF2-40B4-BE49-F238E27FC236}">
                <a16:creationId xmlns:a16="http://schemas.microsoft.com/office/drawing/2014/main" id="{2D20A5EC-34B5-6DB1-3D88-256E7CA8C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9248" name="Rectangle 32">
            <a:extLst>
              <a:ext uri="{FF2B5EF4-FFF2-40B4-BE49-F238E27FC236}">
                <a16:creationId xmlns:a16="http://schemas.microsoft.com/office/drawing/2014/main" id="{6229DFFF-A455-0E8A-B44A-C2E92DB27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9249" name="Rectangle 33">
            <a:extLst>
              <a:ext uri="{FF2B5EF4-FFF2-40B4-BE49-F238E27FC236}">
                <a16:creationId xmlns:a16="http://schemas.microsoft.com/office/drawing/2014/main" id="{238313F9-A05F-FB91-C8A4-3B396C415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9250" name="Rectangle 34">
            <a:extLst>
              <a:ext uri="{FF2B5EF4-FFF2-40B4-BE49-F238E27FC236}">
                <a16:creationId xmlns:a16="http://schemas.microsoft.com/office/drawing/2014/main" id="{15D9318B-076C-8910-79D0-9B24790406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19</a:t>
            </a:r>
          </a:p>
        </p:txBody>
      </p:sp>
      <p:sp>
        <p:nvSpPr>
          <p:cNvPr id="9251" name="Rectangle 35">
            <a:extLst>
              <a:ext uri="{FF2B5EF4-FFF2-40B4-BE49-F238E27FC236}">
                <a16:creationId xmlns:a16="http://schemas.microsoft.com/office/drawing/2014/main" id="{D70247CA-6AAC-A23D-0402-CC26FB49E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9252" name="Rectangle 36">
            <a:extLst>
              <a:ext uri="{FF2B5EF4-FFF2-40B4-BE49-F238E27FC236}">
                <a16:creationId xmlns:a16="http://schemas.microsoft.com/office/drawing/2014/main" id="{F135E06A-3F5E-C0C7-3E6B-3FFD37EE2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20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</a:t>
            </a:r>
          </a:p>
        </p:txBody>
      </p:sp>
      <p:sp>
        <p:nvSpPr>
          <p:cNvPr id="9253" name="Rectangle 37">
            <a:extLst>
              <a:ext uri="{FF2B5EF4-FFF2-40B4-BE49-F238E27FC236}">
                <a16:creationId xmlns:a16="http://schemas.microsoft.com/office/drawing/2014/main" id="{12BEF4A8-ACAE-BE64-969E-3C82CD6D08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9254" name="Rectangle 38">
            <a:extLst>
              <a:ext uri="{FF2B5EF4-FFF2-40B4-BE49-F238E27FC236}">
                <a16:creationId xmlns:a16="http://schemas.microsoft.com/office/drawing/2014/main" id="{A3C9BA76-4E1C-996F-5333-75CD2E780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9255" name="Rectangle 39">
            <a:extLst>
              <a:ext uri="{FF2B5EF4-FFF2-40B4-BE49-F238E27FC236}">
                <a16:creationId xmlns:a16="http://schemas.microsoft.com/office/drawing/2014/main" id="{74BD8949-7241-AD23-BA7C-9B77D28FD5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07975"/>
            <a:ext cx="107950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56" name="AutoShape 40">
            <a:extLst>
              <a:ext uri="{FF2B5EF4-FFF2-40B4-BE49-F238E27FC236}">
                <a16:creationId xmlns:a16="http://schemas.microsoft.com/office/drawing/2014/main" id="{8EB2AABB-8491-D506-6FDE-E3C9F08852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5825" y="803275"/>
            <a:ext cx="120650" cy="139700"/>
          </a:xfrm>
          <a:prstGeom prst="upArrow">
            <a:avLst>
              <a:gd name="adj1" fmla="val 50000"/>
              <a:gd name="adj2" fmla="val 57889"/>
            </a:avLst>
          </a:prstGeom>
          <a:solidFill>
            <a:srgbClr val="33CC33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57" name="Rectangle 41">
            <a:extLst>
              <a:ext uri="{FF2B5EF4-FFF2-40B4-BE49-F238E27FC236}">
                <a16:creationId xmlns:a16="http://schemas.microsoft.com/office/drawing/2014/main" id="{416356D1-CF44-6317-3AA2-5E7B9819BF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>
                <a:latin typeface="Courier New" panose="02070309020205020404" pitchFamily="49" charset="0"/>
              </a:rPr>
              <a:t>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6E74F42B-4D10-63FF-8C5B-830E73B333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A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96C4E700-C0EA-44F5-BF65-11E257E88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B</a:t>
            </a: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09048F1F-5557-C6BF-CAF3-DB4544E8C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C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79AA1E61-8AF1-100D-538D-AA32BED621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D</a:t>
            </a:r>
          </a:p>
        </p:txBody>
      </p:sp>
      <p:sp>
        <p:nvSpPr>
          <p:cNvPr id="10246" name="Rectangle 6">
            <a:extLst>
              <a:ext uri="{FF2B5EF4-FFF2-40B4-BE49-F238E27FC236}">
                <a16:creationId xmlns:a16="http://schemas.microsoft.com/office/drawing/2014/main" id="{311452E6-AFE9-8629-0576-73B12E800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E</a:t>
            </a:r>
          </a:p>
        </p:txBody>
      </p:sp>
      <p:sp>
        <p:nvSpPr>
          <p:cNvPr id="10247" name="Rectangle 7">
            <a:extLst>
              <a:ext uri="{FF2B5EF4-FFF2-40B4-BE49-F238E27FC236}">
                <a16:creationId xmlns:a16="http://schemas.microsoft.com/office/drawing/2014/main" id="{CAA91A21-1713-425F-2310-DD7280C99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F</a:t>
            </a:r>
          </a:p>
        </p:txBody>
      </p:sp>
      <p:sp>
        <p:nvSpPr>
          <p:cNvPr id="10248" name="Rectangle 8">
            <a:extLst>
              <a:ext uri="{FF2B5EF4-FFF2-40B4-BE49-F238E27FC236}">
                <a16:creationId xmlns:a16="http://schemas.microsoft.com/office/drawing/2014/main" id="{13DC6D6B-2D91-F683-A7A2-FE61A82EA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G</a:t>
            </a:r>
          </a:p>
        </p:txBody>
      </p:sp>
      <p:sp>
        <p:nvSpPr>
          <p:cNvPr id="10249" name="Rectangle 9">
            <a:extLst>
              <a:ext uri="{FF2B5EF4-FFF2-40B4-BE49-F238E27FC236}">
                <a16:creationId xmlns:a16="http://schemas.microsoft.com/office/drawing/2014/main" id="{0C20C12D-D09A-0765-100A-EC3DE8088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H</a:t>
            </a:r>
          </a:p>
        </p:txBody>
      </p:sp>
      <p:sp>
        <p:nvSpPr>
          <p:cNvPr id="10250" name="Rectangle 10">
            <a:extLst>
              <a:ext uri="{FF2B5EF4-FFF2-40B4-BE49-F238E27FC236}">
                <a16:creationId xmlns:a16="http://schemas.microsoft.com/office/drawing/2014/main" id="{D80B2B67-5E1D-BC11-D30D-6469B6603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I</a:t>
            </a:r>
          </a:p>
        </p:txBody>
      </p:sp>
      <p:sp>
        <p:nvSpPr>
          <p:cNvPr id="10251" name="Rectangle 11">
            <a:extLst>
              <a:ext uri="{FF2B5EF4-FFF2-40B4-BE49-F238E27FC236}">
                <a16:creationId xmlns:a16="http://schemas.microsoft.com/office/drawing/2014/main" id="{00103E9C-5F3D-5D39-DEE4-F5D3C9DA9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J</a:t>
            </a:r>
          </a:p>
        </p:txBody>
      </p: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1E5F8BDE-97AF-E139-84E7-597A904B7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K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66B654ED-55A8-EE0D-142C-1957E58678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L</a:t>
            </a:r>
          </a:p>
        </p:txBody>
      </p:sp>
      <p:sp>
        <p:nvSpPr>
          <p:cNvPr id="10254" name="Rectangle 14">
            <a:extLst>
              <a:ext uri="{FF2B5EF4-FFF2-40B4-BE49-F238E27FC236}">
                <a16:creationId xmlns:a16="http://schemas.microsoft.com/office/drawing/2014/main" id="{35FFEA17-CBE4-9CC7-F7A1-F4071E4873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M</a:t>
            </a:r>
          </a:p>
        </p:txBody>
      </p:sp>
      <p:sp>
        <p:nvSpPr>
          <p:cNvPr id="10255" name="Rectangle 15">
            <a:extLst>
              <a:ext uri="{FF2B5EF4-FFF2-40B4-BE49-F238E27FC236}">
                <a16:creationId xmlns:a16="http://schemas.microsoft.com/office/drawing/2014/main" id="{E371F0AE-A1D1-57C8-6BEC-933DF65DE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10256" name="Rectangle 16">
            <a:extLst>
              <a:ext uri="{FF2B5EF4-FFF2-40B4-BE49-F238E27FC236}">
                <a16:creationId xmlns:a16="http://schemas.microsoft.com/office/drawing/2014/main" id="{2B2FC136-ED16-8EF3-7644-CD28410D5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10257" name="Rectangle 17">
            <a:extLst>
              <a:ext uri="{FF2B5EF4-FFF2-40B4-BE49-F238E27FC236}">
                <a16:creationId xmlns:a16="http://schemas.microsoft.com/office/drawing/2014/main" id="{2A535298-A3B9-5712-EDCD-3500259F97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P</a:t>
            </a:r>
          </a:p>
        </p:txBody>
      </p:sp>
      <p:sp>
        <p:nvSpPr>
          <p:cNvPr id="10258" name="Rectangle 18">
            <a:extLst>
              <a:ext uri="{FF2B5EF4-FFF2-40B4-BE49-F238E27FC236}">
                <a16:creationId xmlns:a16="http://schemas.microsoft.com/office/drawing/2014/main" id="{A8646B34-31E4-67E8-5D1F-A9ED04FDF4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10259" name="Rectangle 19">
            <a:extLst>
              <a:ext uri="{FF2B5EF4-FFF2-40B4-BE49-F238E27FC236}">
                <a16:creationId xmlns:a16="http://schemas.microsoft.com/office/drawing/2014/main" id="{CF5F617A-83CD-8671-EBB6-32AF46B24B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10260" name="Rectangle 20">
            <a:extLst>
              <a:ext uri="{FF2B5EF4-FFF2-40B4-BE49-F238E27FC236}">
                <a16:creationId xmlns:a16="http://schemas.microsoft.com/office/drawing/2014/main" id="{DD90EFAE-2A78-B87B-7EA6-13C61393B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10261" name="Rectangle 21">
            <a:extLst>
              <a:ext uri="{FF2B5EF4-FFF2-40B4-BE49-F238E27FC236}">
                <a16:creationId xmlns:a16="http://schemas.microsoft.com/office/drawing/2014/main" id="{00F0528E-C382-2B7B-971E-8A2C9B727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T</a:t>
            </a:r>
          </a:p>
        </p:txBody>
      </p:sp>
      <p:sp>
        <p:nvSpPr>
          <p:cNvPr id="10262" name="Rectangle 22">
            <a:extLst>
              <a:ext uri="{FF2B5EF4-FFF2-40B4-BE49-F238E27FC236}">
                <a16:creationId xmlns:a16="http://schemas.microsoft.com/office/drawing/2014/main" id="{9189778D-EF10-9DD8-FA78-5754AD126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U</a:t>
            </a:r>
          </a:p>
        </p:txBody>
      </p:sp>
      <p:sp>
        <p:nvSpPr>
          <p:cNvPr id="10263" name="Rectangle 23">
            <a:extLst>
              <a:ext uri="{FF2B5EF4-FFF2-40B4-BE49-F238E27FC236}">
                <a16:creationId xmlns:a16="http://schemas.microsoft.com/office/drawing/2014/main" id="{33A3EBD4-E839-22C6-4ACE-3D1A14F6BE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V</a:t>
            </a:r>
          </a:p>
        </p:txBody>
      </p:sp>
      <p:sp>
        <p:nvSpPr>
          <p:cNvPr id="10264" name="Rectangle 24">
            <a:extLst>
              <a:ext uri="{FF2B5EF4-FFF2-40B4-BE49-F238E27FC236}">
                <a16:creationId xmlns:a16="http://schemas.microsoft.com/office/drawing/2014/main" id="{EA9BAAFE-6325-F405-75EF-8EF05C714F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W</a:t>
            </a:r>
          </a:p>
        </p:txBody>
      </p:sp>
      <p:sp>
        <p:nvSpPr>
          <p:cNvPr id="10265" name="Rectangle 25">
            <a:extLst>
              <a:ext uri="{FF2B5EF4-FFF2-40B4-BE49-F238E27FC236}">
                <a16:creationId xmlns:a16="http://schemas.microsoft.com/office/drawing/2014/main" id="{3E10C050-BC75-0133-C807-5B8BA5D7E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X</a:t>
            </a:r>
          </a:p>
        </p:txBody>
      </p:sp>
      <p:sp>
        <p:nvSpPr>
          <p:cNvPr id="10266" name="Rectangle 26">
            <a:extLst>
              <a:ext uri="{FF2B5EF4-FFF2-40B4-BE49-F238E27FC236}">
                <a16:creationId xmlns:a16="http://schemas.microsoft.com/office/drawing/2014/main" id="{6487A5B8-E53C-4A5E-F276-45D8BB3D3B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Y</a:t>
            </a:r>
          </a:p>
        </p:txBody>
      </p:sp>
      <p:sp>
        <p:nvSpPr>
          <p:cNvPr id="10267" name="Rectangle 27">
            <a:extLst>
              <a:ext uri="{FF2B5EF4-FFF2-40B4-BE49-F238E27FC236}">
                <a16:creationId xmlns:a16="http://schemas.microsoft.com/office/drawing/2014/main" id="{DEE157EA-B504-F77C-2CD2-A5AC4D090D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Z</a:t>
            </a:r>
          </a:p>
        </p:txBody>
      </p:sp>
      <p:sp>
        <p:nvSpPr>
          <p:cNvPr id="10268" name="Rectangle 28">
            <a:extLst>
              <a:ext uri="{FF2B5EF4-FFF2-40B4-BE49-F238E27FC236}">
                <a16:creationId xmlns:a16="http://schemas.microsoft.com/office/drawing/2014/main" id="{C64E3124-EDF8-F57B-991F-A434FFA28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96FC38CC-CF68-00F2-1118-F6CDA53FA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9886A85A-39E9-7206-F3BC-868BAC73E6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16</a:t>
            </a:r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EFCF446F-6DEF-976C-D219-B807FF32B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10272" name="Rectangle 32">
            <a:extLst>
              <a:ext uri="{FF2B5EF4-FFF2-40B4-BE49-F238E27FC236}">
                <a16:creationId xmlns:a16="http://schemas.microsoft.com/office/drawing/2014/main" id="{25F2C937-44C1-0935-54EB-8C069DBFA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0273" name="Rectangle 33">
            <a:extLst>
              <a:ext uri="{FF2B5EF4-FFF2-40B4-BE49-F238E27FC236}">
                <a16:creationId xmlns:a16="http://schemas.microsoft.com/office/drawing/2014/main" id="{CE71EE67-A2A5-91E2-AFD6-00EFC42CF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10274" name="Rectangle 34">
            <a:extLst>
              <a:ext uri="{FF2B5EF4-FFF2-40B4-BE49-F238E27FC236}">
                <a16:creationId xmlns:a16="http://schemas.microsoft.com/office/drawing/2014/main" id="{8764AB5D-526E-3C1A-86E6-32FD5D5D4C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19</a:t>
            </a:r>
          </a:p>
        </p:txBody>
      </p:sp>
      <p:sp>
        <p:nvSpPr>
          <p:cNvPr id="10275" name="Rectangle 35">
            <a:extLst>
              <a:ext uri="{FF2B5EF4-FFF2-40B4-BE49-F238E27FC236}">
                <a16:creationId xmlns:a16="http://schemas.microsoft.com/office/drawing/2014/main" id="{C409B1FB-FBEB-106A-5B51-4D16949263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10276" name="Rectangle 36">
            <a:extLst>
              <a:ext uri="{FF2B5EF4-FFF2-40B4-BE49-F238E27FC236}">
                <a16:creationId xmlns:a16="http://schemas.microsoft.com/office/drawing/2014/main" id="{F249124C-2506-3D6B-58AA-1A6143DB6F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20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P</a:t>
            </a:r>
          </a:p>
        </p:txBody>
      </p:sp>
      <p:sp>
        <p:nvSpPr>
          <p:cNvPr id="10277" name="Rectangle 37">
            <a:extLst>
              <a:ext uri="{FF2B5EF4-FFF2-40B4-BE49-F238E27FC236}">
                <a16:creationId xmlns:a16="http://schemas.microsoft.com/office/drawing/2014/main" id="{FE6E45BD-6FA5-0A90-6EF2-03F4C2712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10278" name="Rectangle 38">
            <a:extLst>
              <a:ext uri="{FF2B5EF4-FFF2-40B4-BE49-F238E27FC236}">
                <a16:creationId xmlns:a16="http://schemas.microsoft.com/office/drawing/2014/main" id="{45A44A0B-1226-4783-E0B4-A7F1FEE313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10279" name="Rectangle 39">
            <a:extLst>
              <a:ext uri="{FF2B5EF4-FFF2-40B4-BE49-F238E27FC236}">
                <a16:creationId xmlns:a16="http://schemas.microsoft.com/office/drawing/2014/main" id="{0263B2CE-5CDA-3BF3-58E3-47DC574EE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07975"/>
            <a:ext cx="107950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80" name="AutoShape 40">
            <a:extLst>
              <a:ext uri="{FF2B5EF4-FFF2-40B4-BE49-F238E27FC236}">
                <a16:creationId xmlns:a16="http://schemas.microsoft.com/office/drawing/2014/main" id="{71A90F33-207C-A4C8-6F46-363B93C42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1925" y="803275"/>
            <a:ext cx="120650" cy="139700"/>
          </a:xfrm>
          <a:prstGeom prst="upArrow">
            <a:avLst>
              <a:gd name="adj1" fmla="val 50000"/>
              <a:gd name="adj2" fmla="val 57889"/>
            </a:avLst>
          </a:prstGeom>
          <a:solidFill>
            <a:srgbClr val="33CC33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81" name="Rectangle 41">
            <a:extLst>
              <a:ext uri="{FF2B5EF4-FFF2-40B4-BE49-F238E27FC236}">
                <a16:creationId xmlns:a16="http://schemas.microsoft.com/office/drawing/2014/main" id="{C1B21AA0-4913-6AC3-A106-4BC27E7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D36DD3E5-8565-CDF7-5B12-319409CCE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A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47B2D6CA-A82E-5CCE-DED0-E38A74F0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0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B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9EF08383-E10C-3DBF-F071-939E4AFB3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C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7F81E3B7-8661-1A82-C48A-C750BAD288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D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17D12733-8535-42C5-0DEA-622CAD70CF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E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E0B5758C-9F29-8053-D60A-0DEB3C709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8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F</a:t>
            </a:r>
          </a:p>
        </p:txBody>
      </p:sp>
      <p:sp>
        <p:nvSpPr>
          <p:cNvPr id="11272" name="Rectangle 8">
            <a:extLst>
              <a:ext uri="{FF2B5EF4-FFF2-40B4-BE49-F238E27FC236}">
                <a16:creationId xmlns:a16="http://schemas.microsoft.com/office/drawing/2014/main" id="{82B00F19-8306-FAA2-5C30-9790EA335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12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G</a:t>
            </a:r>
          </a:p>
        </p:txBody>
      </p:sp>
      <p:sp>
        <p:nvSpPr>
          <p:cNvPr id="11273" name="Rectangle 9">
            <a:extLst>
              <a:ext uri="{FF2B5EF4-FFF2-40B4-BE49-F238E27FC236}">
                <a16:creationId xmlns:a16="http://schemas.microsoft.com/office/drawing/2014/main" id="{5D4BF6C0-F76A-2A13-DF9D-9A73AB184C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27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H</a:t>
            </a:r>
          </a:p>
        </p:txBody>
      </p:sp>
      <p:sp>
        <p:nvSpPr>
          <p:cNvPr id="11274" name="Rectangle 10">
            <a:extLst>
              <a:ext uri="{FF2B5EF4-FFF2-40B4-BE49-F238E27FC236}">
                <a16:creationId xmlns:a16="http://schemas.microsoft.com/office/drawing/2014/main" id="{D5EABF13-D59B-B309-5645-5D42EBCA6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I</a:t>
            </a:r>
          </a:p>
        </p:txBody>
      </p:sp>
      <p:sp>
        <p:nvSpPr>
          <p:cNvPr id="11275" name="Rectangle 11">
            <a:extLst>
              <a:ext uri="{FF2B5EF4-FFF2-40B4-BE49-F238E27FC236}">
                <a16:creationId xmlns:a16="http://schemas.microsoft.com/office/drawing/2014/main" id="{25A5C1B5-41BE-6AFB-5942-4C1C5A667B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J</a:t>
            </a:r>
          </a:p>
        </p:txBody>
      </p:sp>
      <p:sp>
        <p:nvSpPr>
          <p:cNvPr id="11276" name="Rectangle 12">
            <a:extLst>
              <a:ext uri="{FF2B5EF4-FFF2-40B4-BE49-F238E27FC236}">
                <a16:creationId xmlns:a16="http://schemas.microsoft.com/office/drawing/2014/main" id="{F03B49D1-FE64-0B3A-B981-885479BFE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70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K</a:t>
            </a:r>
          </a:p>
        </p:txBody>
      </p:sp>
      <p:sp>
        <p:nvSpPr>
          <p:cNvPr id="11277" name="Rectangle 13">
            <a:extLst>
              <a:ext uri="{FF2B5EF4-FFF2-40B4-BE49-F238E27FC236}">
                <a16:creationId xmlns:a16="http://schemas.microsoft.com/office/drawing/2014/main" id="{8FD390FD-B850-DC57-4F95-DC6D6F7A5E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L</a:t>
            </a:r>
          </a:p>
        </p:txBody>
      </p:sp>
      <p:sp>
        <p:nvSpPr>
          <p:cNvPr id="11278" name="Rectangle 14">
            <a:extLst>
              <a:ext uri="{FF2B5EF4-FFF2-40B4-BE49-F238E27FC236}">
                <a16:creationId xmlns:a16="http://schemas.microsoft.com/office/drawing/2014/main" id="{4DE2FC2B-85FD-8CF8-8E88-F847E6E1E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950" y="327025"/>
            <a:ext cx="163513" cy="271463"/>
          </a:xfrm>
          <a:prstGeom prst="rect">
            <a:avLst/>
          </a:prstGeom>
          <a:solidFill>
            <a:srgbClr val="F8F8F8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M</a:t>
            </a:r>
          </a:p>
        </p:txBody>
      </p:sp>
      <p:sp>
        <p:nvSpPr>
          <p:cNvPr id="11279" name="Rectangle 15">
            <a:extLst>
              <a:ext uri="{FF2B5EF4-FFF2-40B4-BE49-F238E27FC236}">
                <a16:creationId xmlns:a16="http://schemas.microsoft.com/office/drawing/2014/main" id="{E7D740D1-5DB9-33A1-F610-2E2584E4C1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14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N</a:t>
            </a:r>
          </a:p>
        </p:txBody>
      </p:sp>
      <p:sp>
        <p:nvSpPr>
          <p:cNvPr id="11280" name="Rectangle 16">
            <a:extLst>
              <a:ext uri="{FF2B5EF4-FFF2-40B4-BE49-F238E27FC236}">
                <a16:creationId xmlns:a16="http://schemas.microsoft.com/office/drawing/2014/main" id="{F42ABC4E-510C-0C6F-66A7-B8AAFA15B7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23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O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1C6DE5F0-BCCE-0980-5E9C-D9ECD189E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CC0000"/>
                </a:solidFill>
              </a:rPr>
              <a:t>P</a:t>
            </a:r>
          </a:p>
        </p:txBody>
      </p:sp>
      <p:sp>
        <p:nvSpPr>
          <p:cNvPr id="11282" name="Rectangle 18">
            <a:extLst>
              <a:ext uri="{FF2B5EF4-FFF2-40B4-BE49-F238E27FC236}">
                <a16:creationId xmlns:a16="http://schemas.microsoft.com/office/drawing/2014/main" id="{1471D59B-8950-97C5-90EA-D1E20E6439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32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Q</a:t>
            </a:r>
          </a:p>
        </p:txBody>
      </p:sp>
      <p:sp>
        <p:nvSpPr>
          <p:cNvPr id="11283" name="Rectangle 19">
            <a:extLst>
              <a:ext uri="{FF2B5EF4-FFF2-40B4-BE49-F238E27FC236}">
                <a16:creationId xmlns:a16="http://schemas.microsoft.com/office/drawing/2014/main" id="{36696975-1FC2-F966-A6FB-067E5FE9F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5300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R</a:t>
            </a:r>
          </a:p>
        </p:txBody>
      </p:sp>
      <p:sp>
        <p:nvSpPr>
          <p:cNvPr id="11284" name="Rectangle 20">
            <a:extLst>
              <a:ext uri="{FF2B5EF4-FFF2-40B4-BE49-F238E27FC236}">
                <a16:creationId xmlns:a16="http://schemas.microsoft.com/office/drawing/2014/main" id="{C6909247-91D4-3711-BD61-1A7DBD52B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275" y="327025"/>
            <a:ext cx="163513" cy="2714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rgbClr val="000099"/>
                </a:solidFill>
              </a:rPr>
              <a:t>S</a:t>
            </a:r>
          </a:p>
        </p:txBody>
      </p:sp>
      <p:sp>
        <p:nvSpPr>
          <p:cNvPr id="11285" name="Rectangle 21">
            <a:extLst>
              <a:ext uri="{FF2B5EF4-FFF2-40B4-BE49-F238E27FC236}">
                <a16:creationId xmlns:a16="http://schemas.microsoft.com/office/drawing/2014/main" id="{55D75493-9FC9-D5D1-058F-227791AEF7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T</a:t>
            </a:r>
          </a:p>
        </p:txBody>
      </p:sp>
      <p:sp>
        <p:nvSpPr>
          <p:cNvPr id="11286" name="Rectangle 22">
            <a:extLst>
              <a:ext uri="{FF2B5EF4-FFF2-40B4-BE49-F238E27FC236}">
                <a16:creationId xmlns:a16="http://schemas.microsoft.com/office/drawing/2014/main" id="{8C423DD1-D759-9159-4183-7DFB0AE87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U</a:t>
            </a:r>
          </a:p>
        </p:txBody>
      </p:sp>
      <p:sp>
        <p:nvSpPr>
          <p:cNvPr id="11287" name="Rectangle 23">
            <a:extLst>
              <a:ext uri="{FF2B5EF4-FFF2-40B4-BE49-F238E27FC236}">
                <a16:creationId xmlns:a16="http://schemas.microsoft.com/office/drawing/2014/main" id="{0CC79589-24A7-B72B-D289-533F2A944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V</a:t>
            </a:r>
          </a:p>
        </p:txBody>
      </p:sp>
      <p:sp>
        <p:nvSpPr>
          <p:cNvPr id="11288" name="Rectangle 24">
            <a:extLst>
              <a:ext uri="{FF2B5EF4-FFF2-40B4-BE49-F238E27FC236}">
                <a16:creationId xmlns:a16="http://schemas.microsoft.com/office/drawing/2014/main" id="{94EF6467-0EDF-BD0C-7B24-8AC8E4B11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W</a:t>
            </a:r>
          </a:p>
        </p:txBody>
      </p:sp>
      <p:sp>
        <p:nvSpPr>
          <p:cNvPr id="11289" name="Rectangle 25">
            <a:extLst>
              <a:ext uri="{FF2B5EF4-FFF2-40B4-BE49-F238E27FC236}">
                <a16:creationId xmlns:a16="http://schemas.microsoft.com/office/drawing/2014/main" id="{76F90022-8182-ED31-CB47-59D3C5855C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X</a:t>
            </a:r>
          </a:p>
        </p:txBody>
      </p:sp>
      <p:sp>
        <p:nvSpPr>
          <p:cNvPr id="11290" name="Rectangle 26">
            <a:extLst>
              <a:ext uri="{FF2B5EF4-FFF2-40B4-BE49-F238E27FC236}">
                <a16:creationId xmlns:a16="http://schemas.microsoft.com/office/drawing/2014/main" id="{D8A32068-C0E5-B8AC-4642-3F6965D5B8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2125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Y</a:t>
            </a:r>
          </a:p>
        </p:txBody>
      </p:sp>
      <p:sp>
        <p:nvSpPr>
          <p:cNvPr id="11291" name="Rectangle 27">
            <a:extLst>
              <a:ext uri="{FF2B5EF4-FFF2-40B4-BE49-F238E27FC236}">
                <a16:creationId xmlns:a16="http://schemas.microsoft.com/office/drawing/2014/main" id="{E2089EF5-4F01-22C4-D854-64D3AED51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100" y="327025"/>
            <a:ext cx="163513" cy="27146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938" tIns="38100" rIns="7938" bIns="38100"/>
          <a:lstStyle/>
          <a:p>
            <a:pPr algn="ctr"/>
            <a:r>
              <a:rPr lang="en-US" altLang="en-US" sz="1200" b="1">
                <a:solidFill>
                  <a:schemeClr val="bg2"/>
                </a:solidFill>
              </a:rPr>
              <a:t>Z</a:t>
            </a:r>
          </a:p>
        </p:txBody>
      </p:sp>
      <p:sp>
        <p:nvSpPr>
          <p:cNvPr id="11292" name="Rectangle 28">
            <a:extLst>
              <a:ext uri="{FF2B5EF4-FFF2-40B4-BE49-F238E27FC236}">
                <a16:creationId xmlns:a16="http://schemas.microsoft.com/office/drawing/2014/main" id="{8A7114C1-A2CA-E7AF-84D0-EED154B67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0" y="601663"/>
            <a:ext cx="4660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900"/>
              <a:t>1   2    3   4     5    6    7    8    9   10  11  12  13  14   15  16   17</a:t>
            </a:r>
            <a:r>
              <a:rPr lang="en-US" altLang="en-US"/>
              <a:t> 18  19  20  21 22  23  24 25  26</a:t>
            </a:r>
          </a:p>
        </p:txBody>
      </p:sp>
      <p:sp>
        <p:nvSpPr>
          <p:cNvPr id="11293" name="Rectangle 29">
            <a:extLst>
              <a:ext uri="{FF2B5EF4-FFF2-40B4-BE49-F238E27FC236}">
                <a16:creationId xmlns:a16="http://schemas.microsoft.com/office/drawing/2014/main" id="{6AA24EBB-FA05-E27E-A730-D9359A816A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888"/>
            <a:ext cx="8683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latin typeface="Arial" panose="020B0604020202020204" pitchFamily="34" charset="0"/>
              </a:rPr>
              <a:t>LetterTable</a:t>
            </a:r>
          </a:p>
        </p:txBody>
      </p:sp>
      <p:sp>
        <p:nvSpPr>
          <p:cNvPr id="11294" name="Rectangle 30">
            <a:extLst>
              <a:ext uri="{FF2B5EF4-FFF2-40B4-BE49-F238E27FC236}">
                <a16:creationId xmlns:a16="http://schemas.microsoft.com/office/drawing/2014/main" id="{EC6A5130-FA61-979A-752B-143D8633F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863" y="124142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16</a:t>
            </a:r>
          </a:p>
        </p:txBody>
      </p:sp>
      <p:sp>
        <p:nvSpPr>
          <p:cNvPr id="11295" name="Rectangle 31">
            <a:extLst>
              <a:ext uri="{FF2B5EF4-FFF2-40B4-BE49-F238E27FC236}">
                <a16:creationId xmlns:a16="http://schemas.microsoft.com/office/drawing/2014/main" id="{2A029C8B-31A3-DF16-16A6-1E0D25D14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09061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Middle</a:t>
            </a:r>
          </a:p>
        </p:txBody>
      </p:sp>
      <p:sp>
        <p:nvSpPr>
          <p:cNvPr id="11296" name="Rectangle 32">
            <a:extLst>
              <a:ext uri="{FF2B5EF4-FFF2-40B4-BE49-F238E27FC236}">
                <a16:creationId xmlns:a16="http://schemas.microsoft.com/office/drawing/2014/main" id="{4C517168-D980-0EFB-70B9-67812CD2D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1297" name="Rectangle 33">
            <a:extLst>
              <a:ext uri="{FF2B5EF4-FFF2-40B4-BE49-F238E27FC236}">
                <a16:creationId xmlns:a16="http://schemas.microsoft.com/office/drawing/2014/main" id="{C0D1210A-8AA5-9935-5FDC-111F7B815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Lower</a:t>
            </a:r>
          </a:p>
        </p:txBody>
      </p:sp>
      <p:sp>
        <p:nvSpPr>
          <p:cNvPr id="11298" name="Rectangle 34">
            <a:extLst>
              <a:ext uri="{FF2B5EF4-FFF2-40B4-BE49-F238E27FC236}">
                <a16:creationId xmlns:a16="http://schemas.microsoft.com/office/drawing/2014/main" id="{9134A57D-F834-4275-3F18-23A6471393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863" y="1222375"/>
            <a:ext cx="406400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6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19</a:t>
            </a:r>
          </a:p>
        </p:txBody>
      </p:sp>
      <p:sp>
        <p:nvSpPr>
          <p:cNvPr id="11299" name="Rectangle 35">
            <a:extLst>
              <a:ext uri="{FF2B5EF4-FFF2-40B4-BE49-F238E27FC236}">
                <a16:creationId xmlns:a16="http://schemas.microsoft.com/office/drawing/2014/main" id="{1E83EC50-1C65-DBEC-C9EB-2D4CA6430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7613" y="1071563"/>
            <a:ext cx="3667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Upper</a:t>
            </a:r>
          </a:p>
        </p:txBody>
      </p:sp>
      <p:sp>
        <p:nvSpPr>
          <p:cNvPr id="11300" name="Rectangle 36">
            <a:extLst>
              <a:ext uri="{FF2B5EF4-FFF2-40B4-BE49-F238E27FC236}">
                <a16:creationId xmlns:a16="http://schemas.microsoft.com/office/drawing/2014/main" id="{78C64BFF-FD23-1590-EB54-455890D91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1241425"/>
            <a:ext cx="798512" cy="330200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20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P</a:t>
            </a:r>
          </a:p>
        </p:txBody>
      </p:sp>
      <p:sp>
        <p:nvSpPr>
          <p:cNvPr id="11301" name="Rectangle 37">
            <a:extLst>
              <a:ext uri="{FF2B5EF4-FFF2-40B4-BE49-F238E27FC236}">
                <a16:creationId xmlns:a16="http://schemas.microsoft.com/office/drawing/2014/main" id="{497FA4AA-424D-4434-AE51-0266526B5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1090613"/>
            <a:ext cx="92551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/>
              <a:t>Letter(Middle)</a:t>
            </a:r>
          </a:p>
        </p:txBody>
      </p:sp>
      <p:sp>
        <p:nvSpPr>
          <p:cNvPr id="11302" name="Rectangle 38">
            <a:extLst>
              <a:ext uri="{FF2B5EF4-FFF2-40B4-BE49-F238E27FC236}">
                <a16:creationId xmlns:a16="http://schemas.microsoft.com/office/drawing/2014/main" id="{52DD5B67-BA1F-8A45-D64C-2116BE0856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1100" y="1211263"/>
            <a:ext cx="317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11303" name="Rectangle 39">
            <a:extLst>
              <a:ext uri="{FF2B5EF4-FFF2-40B4-BE49-F238E27FC236}">
                <a16:creationId xmlns:a16="http://schemas.microsoft.com/office/drawing/2014/main" id="{11D3E79F-F28E-2F7B-1A41-F14D48E5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07975"/>
            <a:ext cx="1079500" cy="2984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04" name="AutoShape 40">
            <a:extLst>
              <a:ext uri="{FF2B5EF4-FFF2-40B4-BE49-F238E27FC236}">
                <a16:creationId xmlns:a16="http://schemas.microsoft.com/office/drawing/2014/main" id="{8935D936-4596-CB64-8883-CD3A6BDC8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1925" y="803275"/>
            <a:ext cx="120650" cy="139700"/>
          </a:xfrm>
          <a:prstGeom prst="upArrow">
            <a:avLst>
              <a:gd name="adj1" fmla="val 50000"/>
              <a:gd name="adj2" fmla="val 57889"/>
            </a:avLst>
          </a:prstGeom>
          <a:solidFill>
            <a:srgbClr val="33CC33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05" name="Rectangle 41">
            <a:extLst>
              <a:ext uri="{FF2B5EF4-FFF2-40B4-BE49-F238E27FC236}">
                <a16:creationId xmlns:a16="http://schemas.microsoft.com/office/drawing/2014/main" id="{B09A482A-B100-5B9A-F434-09DDAF74C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50" y="1770063"/>
            <a:ext cx="44513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>
                <a:latin typeface="Courier New" panose="02070309020205020404" pitchFamily="49" charset="0"/>
              </a:rPr>
              <a:t>MOVE 1 TO Lower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MOVE 26 TO Upper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PERFORM UNTIL ItemFound OR ItemNotInTable 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>
                <a:latin typeface="Courier New" panose="02070309020205020404" pitchFamily="49" charset="0"/>
              </a:rPr>
              <a:t>COMPUTE Middle = (Lower + Upper) / 2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EVALUATE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&lt; “P” COMPUTE Lower = Middle + 1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Letter(Middle) &gt; “P” COMPUTE Upper = Middle -1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 WHEN Letter(Middle) = “P” SET ItemFound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  WHEN Lower &gt; Upper THEN SET ItemNotInTable TO TRUE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  END-EVALUATE </a:t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>
                <a:latin typeface="Courier New" panose="02070309020205020404" pitchFamily="49" charset="0"/>
              </a:rPr>
              <a:t>END-PERFORM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1523</TotalTime>
  <Words>1301</Words>
  <Application>Microsoft Office PowerPoint</Application>
  <PresentationFormat>Custom</PresentationFormat>
  <Paragraphs>304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24</cp:revision>
  <dcterms:created xsi:type="dcterms:W3CDTF">1995-06-17T23:31:02Z</dcterms:created>
  <dcterms:modified xsi:type="dcterms:W3CDTF">2026-05-13T01:06:55Z</dcterms:modified>
</cp:coreProperties>
</file>