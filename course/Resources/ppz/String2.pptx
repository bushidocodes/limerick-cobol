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71" r:id="rId2"/>
    <p:sldId id="256" r:id="rId3"/>
    <p:sldId id="272" r:id="rId4"/>
    <p:sldId id="273" r:id="rId5"/>
  </p:sldIdLst>
  <p:sldSz cx="4762500" cy="3810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rgbClr val="FF3300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FF3300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FF3300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FF3300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FF3300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rgbClr val="FF3300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rgbClr val="FF3300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rgbClr val="FF3300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rgbClr val="FF3300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00">
          <p15:clr>
            <a:srgbClr val="A4A3A4"/>
          </p15:clr>
        </p15:guide>
        <p15:guide id="2" pos="150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200">
          <p15:clr>
            <a:srgbClr val="A4A3A4"/>
          </p15:clr>
        </p15:guide>
        <p15:guide id="2" pos="150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  <a:srgbClr val="9900CC"/>
    <a:srgbClr val="009900"/>
    <a:srgbClr val="006633"/>
    <a:srgbClr val="00CC00"/>
    <a:srgbClr val="EAEAEA"/>
    <a:srgbClr val="66FF33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222" d="100"/>
          <a:sy n="222" d="100"/>
        </p:scale>
        <p:origin x="570" y="162"/>
      </p:cViewPr>
      <p:guideLst>
        <p:guide orient="horz" pos="1200"/>
        <p:guide pos="150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70" d="100"/>
          <a:sy n="70" d="100"/>
        </p:scale>
        <p:origin x="-1704" y="-78"/>
      </p:cViewPr>
      <p:guideLst>
        <p:guide orient="horz" pos="1200"/>
        <p:guide pos="150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69362953-3DFF-AF71-84FF-8D0157A0ADD2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>
              <a:defRPr sz="1000" i="1">
                <a:solidFill>
                  <a:schemeClr val="tx1"/>
                </a:solidFill>
              </a:defRPr>
            </a:lvl1pPr>
          </a:lstStyle>
          <a:p>
            <a:endParaRPr lang="en-US" altLang="en-US"/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03496DAC-BBB0-7FB7-21A1-8178ACBB9D1D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 algn="r">
              <a:defRPr sz="1000" i="1">
                <a:solidFill>
                  <a:schemeClr val="tx1"/>
                </a:solidFill>
              </a:defRPr>
            </a:lvl1pPr>
          </a:lstStyle>
          <a:p>
            <a:endParaRPr lang="en-US" altLang="en-US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39F373DF-DCEB-E03D-3A2F-060F4A4BD903}"/>
              </a:ext>
            </a:extLst>
          </p:cNvPr>
          <p:cNvSpPr>
            <a:spLocks noRot="1" noChangeArrowheads="1" noTextEdit="1"/>
          </p:cNvSpPr>
          <p:nvPr>
            <p:ph type="sldImg" idx="2"/>
          </p:nvPr>
        </p:nvSpPr>
        <p:spPr bwMode="auto">
          <a:xfrm>
            <a:off x="1292225" y="692150"/>
            <a:ext cx="4273550" cy="34163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053" name="Rectangle 5">
            <a:extLst>
              <a:ext uri="{FF2B5EF4-FFF2-40B4-BE49-F238E27FC236}">
                <a16:creationId xmlns:a16="http://schemas.microsoft.com/office/drawing/2014/main" id="{8237F5A9-9785-C8FD-6C5E-060D5F21D1FA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2054" name="Rectangle 6">
            <a:extLst>
              <a:ext uri="{FF2B5EF4-FFF2-40B4-BE49-F238E27FC236}">
                <a16:creationId xmlns:a16="http://schemas.microsoft.com/office/drawing/2014/main" id="{6CC24BB4-649E-56C0-18AD-653B4E1673D7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>
              <a:defRPr sz="1000" i="1">
                <a:solidFill>
                  <a:schemeClr val="tx1"/>
                </a:solidFill>
              </a:defRPr>
            </a:lvl1pPr>
          </a:lstStyle>
          <a:p>
            <a:endParaRPr lang="en-US" altLang="en-US"/>
          </a:p>
        </p:txBody>
      </p:sp>
      <p:sp>
        <p:nvSpPr>
          <p:cNvPr id="2055" name="Rectangle 7">
            <a:extLst>
              <a:ext uri="{FF2B5EF4-FFF2-40B4-BE49-F238E27FC236}">
                <a16:creationId xmlns:a16="http://schemas.microsoft.com/office/drawing/2014/main" id="{F67D0F44-853D-9BA5-495A-12FC296091E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 algn="r">
              <a:defRPr sz="1000" i="1">
                <a:solidFill>
                  <a:schemeClr val="tx1"/>
                </a:solidFill>
              </a:defRPr>
            </a:lvl1pPr>
          </a:lstStyle>
          <a:p>
            <a:fld id="{A4970526-A5D8-4635-A38F-7EF941F57329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24C57-50A6-CFE4-100F-85F82EBA49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5313" y="623888"/>
            <a:ext cx="3571875" cy="1325562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B37E4C-086C-BAA7-8A1D-0AAE0716BA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5313" y="2001838"/>
            <a:ext cx="3571875" cy="9191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0505953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14E55-9D30-04F2-2C24-3B3536587F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203200"/>
            <a:ext cx="4108450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83109E-DE6E-7E85-4968-3CFDA8FF19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7025" y="1014413"/>
            <a:ext cx="4108450" cy="241776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985726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B9BE9E-0AA1-16EA-2AAA-AC131B6AA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949325"/>
            <a:ext cx="4106862" cy="1585913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D734A6-9AE5-1E31-362D-65E1853826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5438" y="2549525"/>
            <a:ext cx="4106862" cy="8334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176594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AD2C8-16A2-61C4-83C4-F476D6519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203200"/>
            <a:ext cx="4108450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F954E8-D6E0-3DCE-A774-9A7F932AB0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7025" y="1014413"/>
            <a:ext cx="1978025" cy="241776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C29838-560C-35FB-D01B-F183FC548A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457450" y="1014413"/>
            <a:ext cx="1978025" cy="241776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22969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4C67F-8210-8D58-357D-E09DE6BBA8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03200"/>
            <a:ext cx="4106862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A8F571-8EF8-14CA-79F4-4B21E655CC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8613" y="933450"/>
            <a:ext cx="2014537" cy="45878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49E008-D3A5-7832-FB3D-7C9C120010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8613" y="1392238"/>
            <a:ext cx="2014537" cy="20462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6021BC-6B36-2085-6A45-9A58CD6C86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411413" y="933450"/>
            <a:ext cx="2024062" cy="45878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F842702-5F9F-9B3C-61D6-4634E8702A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2411413" y="1392238"/>
            <a:ext cx="2024062" cy="20462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525518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A55CF-29B1-9388-3BAF-F540F5537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203200"/>
            <a:ext cx="4108450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68923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5915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1B09C-0187-02A9-B4E0-AFF5768295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54000"/>
            <a:ext cx="1535112" cy="8890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FE50BA-0697-F4B5-656B-ED8B75600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4063" y="549275"/>
            <a:ext cx="2411412" cy="2706688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8B9888-C813-C1E9-04C5-37BBCF6093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8613" y="1143000"/>
            <a:ext cx="1535112" cy="21177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42889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172C9-84D2-CB72-4E67-1CEEF0B1C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54000"/>
            <a:ext cx="1535112" cy="8890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0972DB-891E-1B36-6278-F235B097CE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2024063" y="549275"/>
            <a:ext cx="2411412" cy="2706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C72B79-6C0D-68F4-EFD3-C28B174619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8613" y="1143000"/>
            <a:ext cx="1535112" cy="21177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5972179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9F286-2EB3-0F1B-1AFE-D9D61DE535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203200"/>
            <a:ext cx="4108450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1AE112-2261-3BEB-37BB-227DC81AE5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27025" y="1014413"/>
            <a:ext cx="4108450" cy="2417762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09037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C60875D-3829-CD9E-A302-2211347C0A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3408363" y="203200"/>
            <a:ext cx="1027112" cy="322897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D2DF8E-9006-6016-3785-267F772ED0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27025" y="203200"/>
            <a:ext cx="2928938" cy="32289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189961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3D1BF974-88A4-E772-1F6C-AF6DC9CAEB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17463"/>
            <a:ext cx="4733925" cy="3778250"/>
          </a:xfrm>
          <a:prstGeom prst="rect">
            <a:avLst/>
          </a:prstGeom>
          <a:solidFill>
            <a:srgbClr val="EAEAEA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FD08EFF3-DC48-2FC5-0919-C33E0E8B23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00" y="1963738"/>
            <a:ext cx="3908425" cy="1844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MOVE 1 TO StrPtr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STRING DayStr   DELIMITED BY SPACES</a:t>
            </a:r>
          </a:p>
          <a:p>
            <a:pPr>
              <a:lnSpc>
                <a:spcPct val="8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","      DELIMITED BY SIZE</a:t>
            </a:r>
          </a:p>
          <a:p>
            <a:pPr>
              <a:lnSpc>
                <a:spcPct val="8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INTO DateStr WITH POINTER StrPtr</a:t>
            </a:r>
            <a:b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END-STRING.</a:t>
            </a:r>
          </a:p>
          <a:p>
            <a:pPr>
              <a:lnSpc>
                <a:spcPct val="8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STRING MonthStr DELIMITED BY SPACES</a:t>
            </a:r>
          </a:p>
          <a:p>
            <a:pPr>
              <a:lnSpc>
                <a:spcPct val="8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","      DELIMITED BY SIZE</a:t>
            </a:r>
          </a:p>
          <a:p>
            <a:pPr>
              <a:lnSpc>
                <a:spcPct val="8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INTO DateStr WITH POINTER StrPtr</a:t>
            </a:r>
            <a:b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END-STRING.</a:t>
            </a:r>
          </a:p>
          <a:p>
            <a:pPr>
              <a:lnSpc>
                <a:spcPct val="8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STRING YearStr  DELIMITED BY SIZE</a:t>
            </a:r>
          </a:p>
          <a:p>
            <a:pPr>
              <a:lnSpc>
                <a:spcPct val="8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INTO DateStr WITH POINTER StrPtr</a:t>
            </a:r>
            <a:b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END-STRING.</a:t>
            </a:r>
          </a:p>
        </p:txBody>
      </p:sp>
      <p:grpSp>
        <p:nvGrpSpPr>
          <p:cNvPr id="3084" name="Group 12">
            <a:extLst>
              <a:ext uri="{FF2B5EF4-FFF2-40B4-BE49-F238E27FC236}">
                <a16:creationId xmlns:a16="http://schemas.microsoft.com/office/drawing/2014/main" id="{DBE55E50-B933-5AD0-1A4A-9C11F88D5073}"/>
              </a:ext>
            </a:extLst>
          </p:cNvPr>
          <p:cNvGrpSpPr>
            <a:grpSpLocks/>
          </p:cNvGrpSpPr>
          <p:nvPr/>
        </p:nvGrpSpPr>
        <p:grpSpPr bwMode="auto">
          <a:xfrm>
            <a:off x="2178050" y="676275"/>
            <a:ext cx="2427288" cy="241300"/>
            <a:chOff x="1372" y="426"/>
            <a:chExt cx="1529" cy="152"/>
          </a:xfrm>
        </p:grpSpPr>
        <p:sp>
          <p:nvSpPr>
            <p:cNvPr id="3075" name="Rectangle 3">
              <a:extLst>
                <a:ext uri="{FF2B5EF4-FFF2-40B4-BE49-F238E27FC236}">
                  <a16:creationId xmlns:a16="http://schemas.microsoft.com/office/drawing/2014/main" id="{E1CD8A39-A6D1-BB81-68BA-24A62662F6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2" y="431"/>
              <a:ext cx="1529" cy="14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076" name="Line 4">
              <a:extLst>
                <a:ext uri="{FF2B5EF4-FFF2-40B4-BE49-F238E27FC236}">
                  <a16:creationId xmlns:a16="http://schemas.microsoft.com/office/drawing/2014/main" id="{E1833340-895B-945F-19CA-F734F473A12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41" y="426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77" name="Line 5">
              <a:extLst>
                <a:ext uri="{FF2B5EF4-FFF2-40B4-BE49-F238E27FC236}">
                  <a16:creationId xmlns:a16="http://schemas.microsoft.com/office/drawing/2014/main" id="{03C21BF8-C938-8796-E327-67C89C0A454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08" y="426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78" name="Line 6">
              <a:extLst>
                <a:ext uri="{FF2B5EF4-FFF2-40B4-BE49-F238E27FC236}">
                  <a16:creationId xmlns:a16="http://schemas.microsoft.com/office/drawing/2014/main" id="{E3FC1166-3135-5499-E914-118B8F100BF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91" y="426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79" name="Line 7">
              <a:extLst>
                <a:ext uri="{FF2B5EF4-FFF2-40B4-BE49-F238E27FC236}">
                  <a16:creationId xmlns:a16="http://schemas.microsoft.com/office/drawing/2014/main" id="{C499F219-D22D-7E44-E3EB-46B28FF796D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58" y="426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80" name="Line 8">
              <a:extLst>
                <a:ext uri="{FF2B5EF4-FFF2-40B4-BE49-F238E27FC236}">
                  <a16:creationId xmlns:a16="http://schemas.microsoft.com/office/drawing/2014/main" id="{73CCBE4D-22CC-DF64-5526-790C4DBD17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20" y="426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81" name="Line 9">
              <a:extLst>
                <a:ext uri="{FF2B5EF4-FFF2-40B4-BE49-F238E27FC236}">
                  <a16:creationId xmlns:a16="http://schemas.microsoft.com/office/drawing/2014/main" id="{09D34D15-F247-F107-405E-61AD8DCE8B4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92" y="426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82" name="Line 10">
              <a:extLst>
                <a:ext uri="{FF2B5EF4-FFF2-40B4-BE49-F238E27FC236}">
                  <a16:creationId xmlns:a16="http://schemas.microsoft.com/office/drawing/2014/main" id="{21365A71-34B1-2EEA-BFA9-AF9EBD53EB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59" y="426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83" name="Line 11">
              <a:extLst>
                <a:ext uri="{FF2B5EF4-FFF2-40B4-BE49-F238E27FC236}">
                  <a16:creationId xmlns:a16="http://schemas.microsoft.com/office/drawing/2014/main" id="{295B468A-70D4-1319-91C0-EEE8D5CFEDE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2" y="426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87" name="Group 15">
            <a:extLst>
              <a:ext uri="{FF2B5EF4-FFF2-40B4-BE49-F238E27FC236}">
                <a16:creationId xmlns:a16="http://schemas.microsoft.com/office/drawing/2014/main" id="{425D907E-B4E3-5514-C418-6E14983E4C50}"/>
              </a:ext>
            </a:extLst>
          </p:cNvPr>
          <p:cNvGrpSpPr>
            <a:grpSpLocks/>
          </p:cNvGrpSpPr>
          <p:nvPr/>
        </p:nvGrpSpPr>
        <p:grpSpPr bwMode="auto">
          <a:xfrm>
            <a:off x="2178050" y="366713"/>
            <a:ext cx="520700" cy="241300"/>
            <a:chOff x="1372" y="231"/>
            <a:chExt cx="328" cy="152"/>
          </a:xfrm>
        </p:grpSpPr>
        <p:sp>
          <p:nvSpPr>
            <p:cNvPr id="3085" name="Rectangle 13">
              <a:extLst>
                <a:ext uri="{FF2B5EF4-FFF2-40B4-BE49-F238E27FC236}">
                  <a16:creationId xmlns:a16="http://schemas.microsoft.com/office/drawing/2014/main" id="{0A21D3D8-3B0F-B9E8-9936-9631759803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2" y="231"/>
              <a:ext cx="328" cy="15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086" name="Line 14">
              <a:extLst>
                <a:ext uri="{FF2B5EF4-FFF2-40B4-BE49-F238E27FC236}">
                  <a16:creationId xmlns:a16="http://schemas.microsoft.com/office/drawing/2014/main" id="{37D22F30-B8C1-E1CB-267E-6FB38D5937E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41" y="23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92" name="Group 20">
            <a:extLst>
              <a:ext uri="{FF2B5EF4-FFF2-40B4-BE49-F238E27FC236}">
                <a16:creationId xmlns:a16="http://schemas.microsoft.com/office/drawing/2014/main" id="{544B4ADE-B58F-B577-69C9-94C70BE2AEB9}"/>
              </a:ext>
            </a:extLst>
          </p:cNvPr>
          <p:cNvGrpSpPr>
            <a:grpSpLocks/>
          </p:cNvGrpSpPr>
          <p:nvPr/>
        </p:nvGrpSpPr>
        <p:grpSpPr bwMode="auto">
          <a:xfrm>
            <a:off x="2178050" y="965200"/>
            <a:ext cx="1092200" cy="241300"/>
            <a:chOff x="1372" y="608"/>
            <a:chExt cx="688" cy="152"/>
          </a:xfrm>
        </p:grpSpPr>
        <p:sp>
          <p:nvSpPr>
            <p:cNvPr id="3088" name="Rectangle 16">
              <a:extLst>
                <a:ext uri="{FF2B5EF4-FFF2-40B4-BE49-F238E27FC236}">
                  <a16:creationId xmlns:a16="http://schemas.microsoft.com/office/drawing/2014/main" id="{D1120C2B-BADA-C282-270F-43D6064C68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2" y="611"/>
              <a:ext cx="688" cy="144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089" name="Line 17">
              <a:extLst>
                <a:ext uri="{FF2B5EF4-FFF2-40B4-BE49-F238E27FC236}">
                  <a16:creationId xmlns:a16="http://schemas.microsoft.com/office/drawing/2014/main" id="{1855669D-26FF-3655-4301-BB0186051A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41" y="608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90" name="Line 18">
              <a:extLst>
                <a:ext uri="{FF2B5EF4-FFF2-40B4-BE49-F238E27FC236}">
                  <a16:creationId xmlns:a16="http://schemas.microsoft.com/office/drawing/2014/main" id="{8A1CE84E-EB2C-6EA6-BA1D-3444AF58872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08" y="608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91" name="Line 19">
              <a:extLst>
                <a:ext uri="{FF2B5EF4-FFF2-40B4-BE49-F238E27FC236}">
                  <a16:creationId xmlns:a16="http://schemas.microsoft.com/office/drawing/2014/main" id="{242DC9F2-79C3-3DCB-DE91-D5D9CEC226E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91" y="608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08" name="Group 36">
            <a:extLst>
              <a:ext uri="{FF2B5EF4-FFF2-40B4-BE49-F238E27FC236}">
                <a16:creationId xmlns:a16="http://schemas.microsoft.com/office/drawing/2014/main" id="{514E4C4F-A619-2A4C-E2ED-163CC07068A1}"/>
              </a:ext>
            </a:extLst>
          </p:cNvPr>
          <p:cNvGrpSpPr>
            <a:grpSpLocks/>
          </p:cNvGrpSpPr>
          <p:nvPr/>
        </p:nvGrpSpPr>
        <p:grpSpPr bwMode="auto">
          <a:xfrm>
            <a:off x="407988" y="1463675"/>
            <a:ext cx="3730625" cy="239713"/>
            <a:chOff x="257" y="922"/>
            <a:chExt cx="2350" cy="151"/>
          </a:xfrm>
        </p:grpSpPr>
        <p:sp>
          <p:nvSpPr>
            <p:cNvPr id="3093" name="Rectangle 21">
              <a:extLst>
                <a:ext uri="{FF2B5EF4-FFF2-40B4-BE49-F238E27FC236}">
                  <a16:creationId xmlns:a16="http://schemas.microsoft.com/office/drawing/2014/main" id="{5AEA1C39-4ADC-7877-27B7-24C814CCA4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7" y="927"/>
              <a:ext cx="2350" cy="140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094" name="Line 22">
              <a:extLst>
                <a:ext uri="{FF2B5EF4-FFF2-40B4-BE49-F238E27FC236}">
                  <a16:creationId xmlns:a16="http://schemas.microsoft.com/office/drawing/2014/main" id="{C253E4D9-8E41-A4E4-3FDC-BCDCC9EC05A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5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95" name="Line 23">
              <a:extLst>
                <a:ext uri="{FF2B5EF4-FFF2-40B4-BE49-F238E27FC236}">
                  <a16:creationId xmlns:a16="http://schemas.microsoft.com/office/drawing/2014/main" id="{CF71C4A4-1926-D9F0-8FEA-ACF38282F82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1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96" name="Line 24">
              <a:extLst>
                <a:ext uri="{FF2B5EF4-FFF2-40B4-BE49-F238E27FC236}">
                  <a16:creationId xmlns:a16="http://schemas.microsoft.com/office/drawing/2014/main" id="{04618899-2A67-702D-CFBB-CF5FCC8447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1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97" name="Line 25">
              <a:extLst>
                <a:ext uri="{FF2B5EF4-FFF2-40B4-BE49-F238E27FC236}">
                  <a16:creationId xmlns:a16="http://schemas.microsoft.com/office/drawing/2014/main" id="{C6520EF7-ADDC-85E6-7338-8BE2725AD98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97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98" name="Line 26">
              <a:extLst>
                <a:ext uri="{FF2B5EF4-FFF2-40B4-BE49-F238E27FC236}">
                  <a16:creationId xmlns:a16="http://schemas.microsoft.com/office/drawing/2014/main" id="{24D529FD-4F61-DDCF-34D6-8B9599FF30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49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99" name="Line 27">
              <a:extLst>
                <a:ext uri="{FF2B5EF4-FFF2-40B4-BE49-F238E27FC236}">
                  <a16:creationId xmlns:a16="http://schemas.microsoft.com/office/drawing/2014/main" id="{A9FD5A53-B239-6FCB-CD50-CAFC2DF802F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10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00" name="Line 28">
              <a:extLst>
                <a:ext uri="{FF2B5EF4-FFF2-40B4-BE49-F238E27FC236}">
                  <a16:creationId xmlns:a16="http://schemas.microsoft.com/office/drawing/2014/main" id="{F2B0307C-E19B-ACC7-57B2-477C1286B0A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66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01" name="Line 29">
              <a:extLst>
                <a:ext uri="{FF2B5EF4-FFF2-40B4-BE49-F238E27FC236}">
                  <a16:creationId xmlns:a16="http://schemas.microsoft.com/office/drawing/2014/main" id="{660580C7-AE3C-0CC9-1580-B38ED94A034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27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02" name="Line 30">
              <a:extLst>
                <a:ext uri="{FF2B5EF4-FFF2-40B4-BE49-F238E27FC236}">
                  <a16:creationId xmlns:a16="http://schemas.microsoft.com/office/drawing/2014/main" id="{555DDC67-F971-17B2-DE95-89FE4731722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78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03" name="Line 31">
              <a:extLst>
                <a:ext uri="{FF2B5EF4-FFF2-40B4-BE49-F238E27FC236}">
                  <a16:creationId xmlns:a16="http://schemas.microsoft.com/office/drawing/2014/main" id="{B3FCCBE4-34DF-AAB9-C3CA-0D6DB34E9A7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34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04" name="Line 32">
              <a:extLst>
                <a:ext uri="{FF2B5EF4-FFF2-40B4-BE49-F238E27FC236}">
                  <a16:creationId xmlns:a16="http://schemas.microsoft.com/office/drawing/2014/main" id="{D380E37E-392C-4F2A-86DE-05FAF89323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5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05" name="Line 33">
              <a:extLst>
                <a:ext uri="{FF2B5EF4-FFF2-40B4-BE49-F238E27FC236}">
                  <a16:creationId xmlns:a16="http://schemas.microsoft.com/office/drawing/2014/main" id="{A079843C-70E0-9331-C8DB-FDACC42F7C2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61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06" name="Line 34">
              <a:extLst>
                <a:ext uri="{FF2B5EF4-FFF2-40B4-BE49-F238E27FC236}">
                  <a16:creationId xmlns:a16="http://schemas.microsoft.com/office/drawing/2014/main" id="{2B2E1467-5A63-D03C-4D2B-E8CD2B2D554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12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07" name="Line 35">
              <a:extLst>
                <a:ext uri="{FF2B5EF4-FFF2-40B4-BE49-F238E27FC236}">
                  <a16:creationId xmlns:a16="http://schemas.microsoft.com/office/drawing/2014/main" id="{ADF5BCD6-CB92-C379-1700-7EA4EEF4E5B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73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109" name="Rectangle 37">
            <a:extLst>
              <a:ext uri="{FF2B5EF4-FFF2-40B4-BE49-F238E27FC236}">
                <a16:creationId xmlns:a16="http://schemas.microsoft.com/office/drawing/2014/main" id="{949DA392-67CE-BA16-D570-9957DE3723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1389063"/>
            <a:ext cx="3792538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6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 - - - -</a:t>
            </a:r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</a:t>
            </a:r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</a:t>
            </a:r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 -</a:t>
            </a:r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 -</a:t>
            </a:r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 - - -</a:t>
            </a:r>
          </a:p>
        </p:txBody>
      </p:sp>
      <p:sp>
        <p:nvSpPr>
          <p:cNvPr id="3110" name="Rectangle 38">
            <a:extLst>
              <a:ext uri="{FF2B5EF4-FFF2-40B4-BE49-F238E27FC236}">
                <a16:creationId xmlns:a16="http://schemas.microsoft.com/office/drawing/2014/main" id="{5A615078-75BC-A5F5-A92A-BC942223D2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850" y="25400"/>
            <a:ext cx="3568700" cy="1460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StrPtr    PIC 99.   </a:t>
            </a:r>
          </a:p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DayStr    PIC XX.   </a:t>
            </a:r>
            <a:r>
              <a:rPr lang="en-US" altLang="en-US" sz="12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5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</a:t>
            </a:r>
          </a:p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MonthStr  PIC X(9). </a:t>
            </a:r>
            <a:r>
              <a:rPr lang="en-US" altLang="en-US" sz="12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J  U  N  E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YearStr   PIC X(4). </a:t>
            </a:r>
            <a:r>
              <a:rPr lang="en-US" altLang="en-US" sz="12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1  9  9  8</a:t>
            </a:r>
            <a:endParaRPr lang="en-US" altLang="en-US" sz="1200" b="1">
              <a:solidFill>
                <a:schemeClr val="bg1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Courier New" panose="02070309020205020404" pitchFamily="49" charset="0"/>
            </a:endParaRPr>
          </a:p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DateStr   PIC X(15) VALUE ALL "-".</a:t>
            </a:r>
          </a:p>
        </p:txBody>
      </p:sp>
      <p:grpSp>
        <p:nvGrpSpPr>
          <p:cNvPr id="3113" name="Group 41">
            <a:extLst>
              <a:ext uri="{FF2B5EF4-FFF2-40B4-BE49-F238E27FC236}">
                <a16:creationId xmlns:a16="http://schemas.microsoft.com/office/drawing/2014/main" id="{BE08A95D-DADE-C2C2-343C-692C5F29D39B}"/>
              </a:ext>
            </a:extLst>
          </p:cNvPr>
          <p:cNvGrpSpPr>
            <a:grpSpLocks/>
          </p:cNvGrpSpPr>
          <p:nvPr/>
        </p:nvGrpSpPr>
        <p:grpSpPr bwMode="auto">
          <a:xfrm>
            <a:off x="2178050" y="61913"/>
            <a:ext cx="520700" cy="241300"/>
            <a:chOff x="1372" y="39"/>
            <a:chExt cx="328" cy="152"/>
          </a:xfrm>
        </p:grpSpPr>
        <p:sp>
          <p:nvSpPr>
            <p:cNvPr id="3111" name="Rectangle 39">
              <a:extLst>
                <a:ext uri="{FF2B5EF4-FFF2-40B4-BE49-F238E27FC236}">
                  <a16:creationId xmlns:a16="http://schemas.microsoft.com/office/drawing/2014/main" id="{6184AC09-AF8E-F935-12F9-544BBBE8CC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2" y="39"/>
              <a:ext cx="328" cy="15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112" name="Line 40">
              <a:extLst>
                <a:ext uri="{FF2B5EF4-FFF2-40B4-BE49-F238E27FC236}">
                  <a16:creationId xmlns:a16="http://schemas.microsoft.com/office/drawing/2014/main" id="{79E955BF-8722-7D28-485A-20AA74A079F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41" y="40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114" name="Rectangle 42">
            <a:extLst>
              <a:ext uri="{FF2B5EF4-FFF2-40B4-BE49-F238E27FC236}">
                <a16:creationId xmlns:a16="http://schemas.microsoft.com/office/drawing/2014/main" id="{8B5E0C74-0EF7-8B7C-9CBC-72E6A195A4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47900" y="92075"/>
            <a:ext cx="365125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2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0  1</a:t>
            </a:r>
          </a:p>
        </p:txBody>
      </p:sp>
      <p:sp useBgFill="1">
        <p:nvSpPr>
          <p:cNvPr id="3115" name="Freeform 43">
            <a:extLst>
              <a:ext uri="{FF2B5EF4-FFF2-40B4-BE49-F238E27FC236}">
                <a16:creationId xmlns:a16="http://schemas.microsoft.com/office/drawing/2014/main" id="{04B74EBA-ADC0-3D6F-409C-D6CBBAB44919}"/>
              </a:ext>
            </a:extLst>
          </p:cNvPr>
          <p:cNvSpPr>
            <a:spLocks/>
          </p:cNvSpPr>
          <p:nvPr/>
        </p:nvSpPr>
        <p:spPr bwMode="auto">
          <a:xfrm>
            <a:off x="14288" y="1704975"/>
            <a:ext cx="4740275" cy="652463"/>
          </a:xfrm>
          <a:custGeom>
            <a:avLst/>
            <a:gdLst>
              <a:gd name="T0" fmla="*/ 95 w 2986"/>
              <a:gd name="T1" fmla="*/ 28 h 411"/>
              <a:gd name="T2" fmla="*/ 191 w 2986"/>
              <a:gd name="T3" fmla="*/ 14 h 411"/>
              <a:gd name="T4" fmla="*/ 278 w 2986"/>
              <a:gd name="T5" fmla="*/ 57 h 411"/>
              <a:gd name="T6" fmla="*/ 365 w 2986"/>
              <a:gd name="T7" fmla="*/ 61 h 411"/>
              <a:gd name="T8" fmla="*/ 466 w 2986"/>
              <a:gd name="T9" fmla="*/ 61 h 411"/>
              <a:gd name="T10" fmla="*/ 557 w 2986"/>
              <a:gd name="T11" fmla="*/ 85 h 411"/>
              <a:gd name="T12" fmla="*/ 658 w 2986"/>
              <a:gd name="T13" fmla="*/ 85 h 411"/>
              <a:gd name="T14" fmla="*/ 772 w 2986"/>
              <a:gd name="T15" fmla="*/ 81 h 411"/>
              <a:gd name="T16" fmla="*/ 864 w 2986"/>
              <a:gd name="T17" fmla="*/ 90 h 411"/>
              <a:gd name="T18" fmla="*/ 969 w 2986"/>
              <a:gd name="T19" fmla="*/ 85 h 411"/>
              <a:gd name="T20" fmla="*/ 1069 w 2986"/>
              <a:gd name="T21" fmla="*/ 100 h 411"/>
              <a:gd name="T22" fmla="*/ 1179 w 2986"/>
              <a:gd name="T23" fmla="*/ 109 h 411"/>
              <a:gd name="T24" fmla="*/ 1330 w 2986"/>
              <a:gd name="T25" fmla="*/ 109 h 411"/>
              <a:gd name="T26" fmla="*/ 1504 w 2986"/>
              <a:gd name="T27" fmla="*/ 71 h 411"/>
              <a:gd name="T28" fmla="*/ 1581 w 2986"/>
              <a:gd name="T29" fmla="*/ 100 h 411"/>
              <a:gd name="T30" fmla="*/ 1668 w 2986"/>
              <a:gd name="T31" fmla="*/ 114 h 411"/>
              <a:gd name="T32" fmla="*/ 1759 w 2986"/>
              <a:gd name="T33" fmla="*/ 104 h 411"/>
              <a:gd name="T34" fmla="*/ 1846 w 2986"/>
              <a:gd name="T35" fmla="*/ 114 h 411"/>
              <a:gd name="T36" fmla="*/ 1942 w 2986"/>
              <a:gd name="T37" fmla="*/ 114 h 411"/>
              <a:gd name="T38" fmla="*/ 2038 w 2986"/>
              <a:gd name="T39" fmla="*/ 100 h 411"/>
              <a:gd name="T40" fmla="*/ 2166 w 2986"/>
              <a:gd name="T41" fmla="*/ 95 h 411"/>
              <a:gd name="T42" fmla="*/ 2262 w 2986"/>
              <a:gd name="T43" fmla="*/ 52 h 411"/>
              <a:gd name="T44" fmla="*/ 2368 w 2986"/>
              <a:gd name="T45" fmla="*/ 76 h 411"/>
              <a:gd name="T46" fmla="*/ 2459 w 2986"/>
              <a:gd name="T47" fmla="*/ 66 h 411"/>
              <a:gd name="T48" fmla="*/ 2550 w 2986"/>
              <a:gd name="T49" fmla="*/ 76 h 411"/>
              <a:gd name="T50" fmla="*/ 2660 w 2986"/>
              <a:gd name="T51" fmla="*/ 61 h 411"/>
              <a:gd name="T52" fmla="*/ 2756 w 2986"/>
              <a:gd name="T53" fmla="*/ 33 h 411"/>
              <a:gd name="T54" fmla="*/ 2884 w 2986"/>
              <a:gd name="T55" fmla="*/ 23 h 411"/>
              <a:gd name="T56" fmla="*/ 2985 w 2986"/>
              <a:gd name="T57" fmla="*/ 5 h 411"/>
              <a:gd name="T58" fmla="*/ 2902 w 2986"/>
              <a:gd name="T59" fmla="*/ 333 h 411"/>
              <a:gd name="T60" fmla="*/ 2820 w 2986"/>
              <a:gd name="T61" fmla="*/ 333 h 411"/>
              <a:gd name="T62" fmla="*/ 2747 w 2986"/>
              <a:gd name="T63" fmla="*/ 262 h 411"/>
              <a:gd name="T64" fmla="*/ 2696 w 2986"/>
              <a:gd name="T65" fmla="*/ 195 h 411"/>
              <a:gd name="T66" fmla="*/ 2623 w 2986"/>
              <a:gd name="T67" fmla="*/ 143 h 411"/>
              <a:gd name="T68" fmla="*/ 2536 w 2986"/>
              <a:gd name="T69" fmla="*/ 128 h 411"/>
              <a:gd name="T70" fmla="*/ 2463 w 2986"/>
              <a:gd name="T71" fmla="*/ 123 h 411"/>
              <a:gd name="T72" fmla="*/ 2417 w 2986"/>
              <a:gd name="T73" fmla="*/ 247 h 411"/>
              <a:gd name="T74" fmla="*/ 2226 w 2986"/>
              <a:gd name="T75" fmla="*/ 128 h 411"/>
              <a:gd name="T76" fmla="*/ 2143 w 2986"/>
              <a:gd name="T77" fmla="*/ 147 h 411"/>
              <a:gd name="T78" fmla="*/ 2061 w 2986"/>
              <a:gd name="T79" fmla="*/ 143 h 411"/>
              <a:gd name="T80" fmla="*/ 1970 w 2986"/>
              <a:gd name="T81" fmla="*/ 157 h 411"/>
              <a:gd name="T82" fmla="*/ 1878 w 2986"/>
              <a:gd name="T83" fmla="*/ 147 h 411"/>
              <a:gd name="T84" fmla="*/ 1796 w 2986"/>
              <a:gd name="T85" fmla="*/ 157 h 411"/>
              <a:gd name="T86" fmla="*/ 1700 w 2986"/>
              <a:gd name="T87" fmla="*/ 152 h 411"/>
              <a:gd name="T88" fmla="*/ 1595 w 2986"/>
              <a:gd name="T89" fmla="*/ 162 h 411"/>
              <a:gd name="T90" fmla="*/ 1513 w 2986"/>
              <a:gd name="T91" fmla="*/ 157 h 411"/>
              <a:gd name="T92" fmla="*/ 1439 w 2986"/>
              <a:gd name="T93" fmla="*/ 152 h 411"/>
              <a:gd name="T94" fmla="*/ 1353 w 2986"/>
              <a:gd name="T95" fmla="*/ 166 h 411"/>
              <a:gd name="T96" fmla="*/ 1266 w 2986"/>
              <a:gd name="T97" fmla="*/ 152 h 411"/>
              <a:gd name="T98" fmla="*/ 1170 w 2986"/>
              <a:gd name="T99" fmla="*/ 157 h 411"/>
              <a:gd name="T100" fmla="*/ 1083 w 2986"/>
              <a:gd name="T101" fmla="*/ 152 h 411"/>
              <a:gd name="T102" fmla="*/ 996 w 2986"/>
              <a:gd name="T103" fmla="*/ 138 h 411"/>
              <a:gd name="T104" fmla="*/ 909 w 2986"/>
              <a:gd name="T105" fmla="*/ 104 h 411"/>
              <a:gd name="T106" fmla="*/ 827 w 2986"/>
              <a:gd name="T107" fmla="*/ 128 h 411"/>
              <a:gd name="T108" fmla="*/ 735 w 2986"/>
              <a:gd name="T109" fmla="*/ 104 h 411"/>
              <a:gd name="T110" fmla="*/ 653 w 2986"/>
              <a:gd name="T111" fmla="*/ 128 h 411"/>
              <a:gd name="T112" fmla="*/ 567 w 2986"/>
              <a:gd name="T113" fmla="*/ 123 h 411"/>
              <a:gd name="T114" fmla="*/ 479 w 2986"/>
              <a:gd name="T115" fmla="*/ 138 h 411"/>
              <a:gd name="T116" fmla="*/ 397 w 2986"/>
              <a:gd name="T117" fmla="*/ 128 h 411"/>
              <a:gd name="T118" fmla="*/ 306 w 2986"/>
              <a:gd name="T119" fmla="*/ 152 h 411"/>
              <a:gd name="T120" fmla="*/ 224 w 2986"/>
              <a:gd name="T121" fmla="*/ 143 h 411"/>
              <a:gd name="T122" fmla="*/ 132 w 2986"/>
              <a:gd name="T123" fmla="*/ 143 h 411"/>
              <a:gd name="T124" fmla="*/ 50 w 2986"/>
              <a:gd name="T125" fmla="*/ 162 h 4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986" h="411">
                <a:moveTo>
                  <a:pt x="0" y="37"/>
                </a:moveTo>
                <a:lnTo>
                  <a:pt x="27" y="28"/>
                </a:lnTo>
                <a:lnTo>
                  <a:pt x="50" y="33"/>
                </a:lnTo>
                <a:lnTo>
                  <a:pt x="64" y="33"/>
                </a:lnTo>
                <a:lnTo>
                  <a:pt x="82" y="33"/>
                </a:lnTo>
                <a:lnTo>
                  <a:pt x="95" y="28"/>
                </a:lnTo>
                <a:lnTo>
                  <a:pt x="109" y="23"/>
                </a:lnTo>
                <a:lnTo>
                  <a:pt x="128" y="23"/>
                </a:lnTo>
                <a:lnTo>
                  <a:pt x="146" y="14"/>
                </a:lnTo>
                <a:lnTo>
                  <a:pt x="159" y="14"/>
                </a:lnTo>
                <a:lnTo>
                  <a:pt x="173" y="14"/>
                </a:lnTo>
                <a:lnTo>
                  <a:pt x="191" y="14"/>
                </a:lnTo>
                <a:lnTo>
                  <a:pt x="205" y="14"/>
                </a:lnTo>
                <a:lnTo>
                  <a:pt x="219" y="23"/>
                </a:lnTo>
                <a:lnTo>
                  <a:pt x="237" y="28"/>
                </a:lnTo>
                <a:lnTo>
                  <a:pt x="247" y="42"/>
                </a:lnTo>
                <a:lnTo>
                  <a:pt x="265" y="47"/>
                </a:lnTo>
                <a:lnTo>
                  <a:pt x="278" y="57"/>
                </a:lnTo>
                <a:lnTo>
                  <a:pt x="292" y="61"/>
                </a:lnTo>
                <a:lnTo>
                  <a:pt x="310" y="61"/>
                </a:lnTo>
                <a:lnTo>
                  <a:pt x="324" y="61"/>
                </a:lnTo>
                <a:lnTo>
                  <a:pt x="338" y="61"/>
                </a:lnTo>
                <a:lnTo>
                  <a:pt x="351" y="61"/>
                </a:lnTo>
                <a:lnTo>
                  <a:pt x="365" y="61"/>
                </a:lnTo>
                <a:lnTo>
                  <a:pt x="379" y="61"/>
                </a:lnTo>
                <a:lnTo>
                  <a:pt x="393" y="57"/>
                </a:lnTo>
                <a:lnTo>
                  <a:pt x="407" y="57"/>
                </a:lnTo>
                <a:lnTo>
                  <a:pt x="429" y="57"/>
                </a:lnTo>
                <a:lnTo>
                  <a:pt x="448" y="61"/>
                </a:lnTo>
                <a:lnTo>
                  <a:pt x="466" y="61"/>
                </a:lnTo>
                <a:lnTo>
                  <a:pt x="484" y="66"/>
                </a:lnTo>
                <a:lnTo>
                  <a:pt x="498" y="71"/>
                </a:lnTo>
                <a:lnTo>
                  <a:pt x="511" y="76"/>
                </a:lnTo>
                <a:lnTo>
                  <a:pt x="525" y="81"/>
                </a:lnTo>
                <a:lnTo>
                  <a:pt x="539" y="81"/>
                </a:lnTo>
                <a:lnTo>
                  <a:pt x="557" y="85"/>
                </a:lnTo>
                <a:lnTo>
                  <a:pt x="571" y="85"/>
                </a:lnTo>
                <a:lnTo>
                  <a:pt x="594" y="85"/>
                </a:lnTo>
                <a:lnTo>
                  <a:pt x="612" y="85"/>
                </a:lnTo>
                <a:lnTo>
                  <a:pt x="630" y="85"/>
                </a:lnTo>
                <a:lnTo>
                  <a:pt x="644" y="85"/>
                </a:lnTo>
                <a:lnTo>
                  <a:pt x="658" y="85"/>
                </a:lnTo>
                <a:lnTo>
                  <a:pt x="681" y="85"/>
                </a:lnTo>
                <a:lnTo>
                  <a:pt x="704" y="81"/>
                </a:lnTo>
                <a:lnTo>
                  <a:pt x="722" y="81"/>
                </a:lnTo>
                <a:lnTo>
                  <a:pt x="740" y="81"/>
                </a:lnTo>
                <a:lnTo>
                  <a:pt x="758" y="81"/>
                </a:lnTo>
                <a:lnTo>
                  <a:pt x="772" y="81"/>
                </a:lnTo>
                <a:lnTo>
                  <a:pt x="786" y="81"/>
                </a:lnTo>
                <a:lnTo>
                  <a:pt x="799" y="81"/>
                </a:lnTo>
                <a:lnTo>
                  <a:pt x="813" y="85"/>
                </a:lnTo>
                <a:lnTo>
                  <a:pt x="827" y="85"/>
                </a:lnTo>
                <a:lnTo>
                  <a:pt x="850" y="90"/>
                </a:lnTo>
                <a:lnTo>
                  <a:pt x="864" y="90"/>
                </a:lnTo>
                <a:lnTo>
                  <a:pt x="882" y="85"/>
                </a:lnTo>
                <a:lnTo>
                  <a:pt x="905" y="85"/>
                </a:lnTo>
                <a:lnTo>
                  <a:pt x="923" y="85"/>
                </a:lnTo>
                <a:lnTo>
                  <a:pt x="941" y="85"/>
                </a:lnTo>
                <a:lnTo>
                  <a:pt x="955" y="85"/>
                </a:lnTo>
                <a:lnTo>
                  <a:pt x="969" y="85"/>
                </a:lnTo>
                <a:lnTo>
                  <a:pt x="982" y="85"/>
                </a:lnTo>
                <a:lnTo>
                  <a:pt x="996" y="85"/>
                </a:lnTo>
                <a:lnTo>
                  <a:pt x="1014" y="90"/>
                </a:lnTo>
                <a:lnTo>
                  <a:pt x="1033" y="90"/>
                </a:lnTo>
                <a:lnTo>
                  <a:pt x="1051" y="95"/>
                </a:lnTo>
                <a:lnTo>
                  <a:pt x="1069" y="100"/>
                </a:lnTo>
                <a:lnTo>
                  <a:pt x="1088" y="100"/>
                </a:lnTo>
                <a:lnTo>
                  <a:pt x="1101" y="100"/>
                </a:lnTo>
                <a:lnTo>
                  <a:pt x="1124" y="104"/>
                </a:lnTo>
                <a:lnTo>
                  <a:pt x="1151" y="109"/>
                </a:lnTo>
                <a:lnTo>
                  <a:pt x="1165" y="109"/>
                </a:lnTo>
                <a:lnTo>
                  <a:pt x="1179" y="109"/>
                </a:lnTo>
                <a:lnTo>
                  <a:pt x="1197" y="109"/>
                </a:lnTo>
                <a:lnTo>
                  <a:pt x="1211" y="109"/>
                </a:lnTo>
                <a:lnTo>
                  <a:pt x="1225" y="109"/>
                </a:lnTo>
                <a:lnTo>
                  <a:pt x="1238" y="109"/>
                </a:lnTo>
                <a:lnTo>
                  <a:pt x="1284" y="109"/>
                </a:lnTo>
                <a:lnTo>
                  <a:pt x="1330" y="109"/>
                </a:lnTo>
                <a:lnTo>
                  <a:pt x="1375" y="109"/>
                </a:lnTo>
                <a:lnTo>
                  <a:pt x="1394" y="109"/>
                </a:lnTo>
                <a:lnTo>
                  <a:pt x="1412" y="109"/>
                </a:lnTo>
                <a:lnTo>
                  <a:pt x="1430" y="109"/>
                </a:lnTo>
                <a:lnTo>
                  <a:pt x="1444" y="104"/>
                </a:lnTo>
                <a:lnTo>
                  <a:pt x="1504" y="71"/>
                </a:lnTo>
                <a:lnTo>
                  <a:pt x="1513" y="85"/>
                </a:lnTo>
                <a:lnTo>
                  <a:pt x="1522" y="104"/>
                </a:lnTo>
                <a:lnTo>
                  <a:pt x="1540" y="109"/>
                </a:lnTo>
                <a:lnTo>
                  <a:pt x="1554" y="104"/>
                </a:lnTo>
                <a:lnTo>
                  <a:pt x="1568" y="104"/>
                </a:lnTo>
                <a:lnTo>
                  <a:pt x="1581" y="100"/>
                </a:lnTo>
                <a:lnTo>
                  <a:pt x="1595" y="104"/>
                </a:lnTo>
                <a:lnTo>
                  <a:pt x="1613" y="109"/>
                </a:lnTo>
                <a:lnTo>
                  <a:pt x="1627" y="109"/>
                </a:lnTo>
                <a:lnTo>
                  <a:pt x="1640" y="114"/>
                </a:lnTo>
                <a:lnTo>
                  <a:pt x="1654" y="114"/>
                </a:lnTo>
                <a:lnTo>
                  <a:pt x="1668" y="114"/>
                </a:lnTo>
                <a:lnTo>
                  <a:pt x="1682" y="114"/>
                </a:lnTo>
                <a:lnTo>
                  <a:pt x="1695" y="114"/>
                </a:lnTo>
                <a:lnTo>
                  <a:pt x="1709" y="109"/>
                </a:lnTo>
                <a:lnTo>
                  <a:pt x="1723" y="109"/>
                </a:lnTo>
                <a:lnTo>
                  <a:pt x="1741" y="109"/>
                </a:lnTo>
                <a:lnTo>
                  <a:pt x="1759" y="104"/>
                </a:lnTo>
                <a:lnTo>
                  <a:pt x="1773" y="100"/>
                </a:lnTo>
                <a:lnTo>
                  <a:pt x="1787" y="100"/>
                </a:lnTo>
                <a:lnTo>
                  <a:pt x="1805" y="100"/>
                </a:lnTo>
                <a:lnTo>
                  <a:pt x="1819" y="95"/>
                </a:lnTo>
                <a:lnTo>
                  <a:pt x="1833" y="100"/>
                </a:lnTo>
                <a:lnTo>
                  <a:pt x="1846" y="114"/>
                </a:lnTo>
                <a:lnTo>
                  <a:pt x="1860" y="119"/>
                </a:lnTo>
                <a:lnTo>
                  <a:pt x="1878" y="119"/>
                </a:lnTo>
                <a:lnTo>
                  <a:pt x="1892" y="119"/>
                </a:lnTo>
                <a:lnTo>
                  <a:pt x="1906" y="119"/>
                </a:lnTo>
                <a:lnTo>
                  <a:pt x="1924" y="119"/>
                </a:lnTo>
                <a:lnTo>
                  <a:pt x="1942" y="114"/>
                </a:lnTo>
                <a:lnTo>
                  <a:pt x="1960" y="109"/>
                </a:lnTo>
                <a:lnTo>
                  <a:pt x="1979" y="109"/>
                </a:lnTo>
                <a:lnTo>
                  <a:pt x="1993" y="104"/>
                </a:lnTo>
                <a:lnTo>
                  <a:pt x="2011" y="104"/>
                </a:lnTo>
                <a:lnTo>
                  <a:pt x="2025" y="100"/>
                </a:lnTo>
                <a:lnTo>
                  <a:pt x="2038" y="100"/>
                </a:lnTo>
                <a:lnTo>
                  <a:pt x="2052" y="100"/>
                </a:lnTo>
                <a:lnTo>
                  <a:pt x="2107" y="100"/>
                </a:lnTo>
                <a:lnTo>
                  <a:pt x="2120" y="100"/>
                </a:lnTo>
                <a:lnTo>
                  <a:pt x="2139" y="100"/>
                </a:lnTo>
                <a:lnTo>
                  <a:pt x="2153" y="100"/>
                </a:lnTo>
                <a:lnTo>
                  <a:pt x="2166" y="95"/>
                </a:lnTo>
                <a:lnTo>
                  <a:pt x="2185" y="85"/>
                </a:lnTo>
                <a:lnTo>
                  <a:pt x="2208" y="81"/>
                </a:lnTo>
                <a:lnTo>
                  <a:pt x="2221" y="76"/>
                </a:lnTo>
                <a:lnTo>
                  <a:pt x="2235" y="66"/>
                </a:lnTo>
                <a:lnTo>
                  <a:pt x="2249" y="61"/>
                </a:lnTo>
                <a:lnTo>
                  <a:pt x="2262" y="52"/>
                </a:lnTo>
                <a:lnTo>
                  <a:pt x="2276" y="52"/>
                </a:lnTo>
                <a:lnTo>
                  <a:pt x="2290" y="57"/>
                </a:lnTo>
                <a:lnTo>
                  <a:pt x="2313" y="61"/>
                </a:lnTo>
                <a:lnTo>
                  <a:pt x="2326" y="61"/>
                </a:lnTo>
                <a:lnTo>
                  <a:pt x="2349" y="71"/>
                </a:lnTo>
                <a:lnTo>
                  <a:pt x="2368" y="76"/>
                </a:lnTo>
                <a:lnTo>
                  <a:pt x="2381" y="76"/>
                </a:lnTo>
                <a:lnTo>
                  <a:pt x="2395" y="76"/>
                </a:lnTo>
                <a:lnTo>
                  <a:pt x="2409" y="71"/>
                </a:lnTo>
                <a:lnTo>
                  <a:pt x="2427" y="71"/>
                </a:lnTo>
                <a:lnTo>
                  <a:pt x="2440" y="66"/>
                </a:lnTo>
                <a:lnTo>
                  <a:pt x="2459" y="66"/>
                </a:lnTo>
                <a:lnTo>
                  <a:pt x="2482" y="66"/>
                </a:lnTo>
                <a:lnTo>
                  <a:pt x="2495" y="66"/>
                </a:lnTo>
                <a:lnTo>
                  <a:pt x="2509" y="71"/>
                </a:lnTo>
                <a:lnTo>
                  <a:pt x="2523" y="71"/>
                </a:lnTo>
                <a:lnTo>
                  <a:pt x="2536" y="76"/>
                </a:lnTo>
                <a:lnTo>
                  <a:pt x="2550" y="76"/>
                </a:lnTo>
                <a:lnTo>
                  <a:pt x="2569" y="76"/>
                </a:lnTo>
                <a:lnTo>
                  <a:pt x="2591" y="71"/>
                </a:lnTo>
                <a:lnTo>
                  <a:pt x="2614" y="71"/>
                </a:lnTo>
                <a:lnTo>
                  <a:pt x="2628" y="71"/>
                </a:lnTo>
                <a:lnTo>
                  <a:pt x="2646" y="66"/>
                </a:lnTo>
                <a:lnTo>
                  <a:pt x="2660" y="61"/>
                </a:lnTo>
                <a:lnTo>
                  <a:pt x="2674" y="52"/>
                </a:lnTo>
                <a:lnTo>
                  <a:pt x="2688" y="47"/>
                </a:lnTo>
                <a:lnTo>
                  <a:pt x="2706" y="42"/>
                </a:lnTo>
                <a:lnTo>
                  <a:pt x="2724" y="42"/>
                </a:lnTo>
                <a:lnTo>
                  <a:pt x="2742" y="38"/>
                </a:lnTo>
                <a:lnTo>
                  <a:pt x="2756" y="33"/>
                </a:lnTo>
                <a:lnTo>
                  <a:pt x="2774" y="28"/>
                </a:lnTo>
                <a:lnTo>
                  <a:pt x="2788" y="23"/>
                </a:lnTo>
                <a:lnTo>
                  <a:pt x="2801" y="19"/>
                </a:lnTo>
                <a:lnTo>
                  <a:pt x="2852" y="0"/>
                </a:lnTo>
                <a:lnTo>
                  <a:pt x="2875" y="9"/>
                </a:lnTo>
                <a:lnTo>
                  <a:pt x="2884" y="23"/>
                </a:lnTo>
                <a:lnTo>
                  <a:pt x="2897" y="28"/>
                </a:lnTo>
                <a:lnTo>
                  <a:pt x="2912" y="28"/>
                </a:lnTo>
                <a:lnTo>
                  <a:pt x="2934" y="23"/>
                </a:lnTo>
                <a:lnTo>
                  <a:pt x="2948" y="19"/>
                </a:lnTo>
                <a:lnTo>
                  <a:pt x="2961" y="9"/>
                </a:lnTo>
                <a:lnTo>
                  <a:pt x="2985" y="5"/>
                </a:lnTo>
                <a:lnTo>
                  <a:pt x="2985" y="410"/>
                </a:lnTo>
                <a:lnTo>
                  <a:pt x="2934" y="386"/>
                </a:lnTo>
                <a:lnTo>
                  <a:pt x="2925" y="371"/>
                </a:lnTo>
                <a:lnTo>
                  <a:pt x="2920" y="357"/>
                </a:lnTo>
                <a:lnTo>
                  <a:pt x="2916" y="343"/>
                </a:lnTo>
                <a:lnTo>
                  <a:pt x="2902" y="333"/>
                </a:lnTo>
                <a:lnTo>
                  <a:pt x="2889" y="333"/>
                </a:lnTo>
                <a:lnTo>
                  <a:pt x="2875" y="348"/>
                </a:lnTo>
                <a:lnTo>
                  <a:pt x="2861" y="333"/>
                </a:lnTo>
                <a:lnTo>
                  <a:pt x="2848" y="338"/>
                </a:lnTo>
                <a:lnTo>
                  <a:pt x="2829" y="348"/>
                </a:lnTo>
                <a:lnTo>
                  <a:pt x="2820" y="333"/>
                </a:lnTo>
                <a:lnTo>
                  <a:pt x="2806" y="328"/>
                </a:lnTo>
                <a:lnTo>
                  <a:pt x="2793" y="319"/>
                </a:lnTo>
                <a:lnTo>
                  <a:pt x="2783" y="305"/>
                </a:lnTo>
                <a:lnTo>
                  <a:pt x="2770" y="290"/>
                </a:lnTo>
                <a:lnTo>
                  <a:pt x="2756" y="276"/>
                </a:lnTo>
                <a:lnTo>
                  <a:pt x="2747" y="262"/>
                </a:lnTo>
                <a:lnTo>
                  <a:pt x="2733" y="271"/>
                </a:lnTo>
                <a:lnTo>
                  <a:pt x="2719" y="262"/>
                </a:lnTo>
                <a:lnTo>
                  <a:pt x="2719" y="247"/>
                </a:lnTo>
                <a:lnTo>
                  <a:pt x="2710" y="228"/>
                </a:lnTo>
                <a:lnTo>
                  <a:pt x="2701" y="209"/>
                </a:lnTo>
                <a:lnTo>
                  <a:pt x="2696" y="195"/>
                </a:lnTo>
                <a:lnTo>
                  <a:pt x="2683" y="185"/>
                </a:lnTo>
                <a:lnTo>
                  <a:pt x="2665" y="195"/>
                </a:lnTo>
                <a:lnTo>
                  <a:pt x="2655" y="176"/>
                </a:lnTo>
                <a:lnTo>
                  <a:pt x="2646" y="162"/>
                </a:lnTo>
                <a:lnTo>
                  <a:pt x="2633" y="157"/>
                </a:lnTo>
                <a:lnTo>
                  <a:pt x="2623" y="143"/>
                </a:lnTo>
                <a:lnTo>
                  <a:pt x="2610" y="143"/>
                </a:lnTo>
                <a:lnTo>
                  <a:pt x="2596" y="143"/>
                </a:lnTo>
                <a:lnTo>
                  <a:pt x="2582" y="138"/>
                </a:lnTo>
                <a:lnTo>
                  <a:pt x="2564" y="128"/>
                </a:lnTo>
                <a:lnTo>
                  <a:pt x="2550" y="128"/>
                </a:lnTo>
                <a:lnTo>
                  <a:pt x="2536" y="128"/>
                </a:lnTo>
                <a:lnTo>
                  <a:pt x="2518" y="123"/>
                </a:lnTo>
                <a:lnTo>
                  <a:pt x="2505" y="119"/>
                </a:lnTo>
                <a:lnTo>
                  <a:pt x="2495" y="104"/>
                </a:lnTo>
                <a:lnTo>
                  <a:pt x="2482" y="104"/>
                </a:lnTo>
                <a:lnTo>
                  <a:pt x="2468" y="109"/>
                </a:lnTo>
                <a:lnTo>
                  <a:pt x="2463" y="123"/>
                </a:lnTo>
                <a:lnTo>
                  <a:pt x="2450" y="138"/>
                </a:lnTo>
                <a:lnTo>
                  <a:pt x="2436" y="143"/>
                </a:lnTo>
                <a:lnTo>
                  <a:pt x="2463" y="276"/>
                </a:lnTo>
                <a:lnTo>
                  <a:pt x="2445" y="271"/>
                </a:lnTo>
                <a:lnTo>
                  <a:pt x="2431" y="262"/>
                </a:lnTo>
                <a:lnTo>
                  <a:pt x="2417" y="247"/>
                </a:lnTo>
                <a:lnTo>
                  <a:pt x="2290" y="157"/>
                </a:lnTo>
                <a:lnTo>
                  <a:pt x="2276" y="147"/>
                </a:lnTo>
                <a:lnTo>
                  <a:pt x="2262" y="138"/>
                </a:lnTo>
                <a:lnTo>
                  <a:pt x="2253" y="123"/>
                </a:lnTo>
                <a:lnTo>
                  <a:pt x="2239" y="119"/>
                </a:lnTo>
                <a:lnTo>
                  <a:pt x="2226" y="128"/>
                </a:lnTo>
                <a:lnTo>
                  <a:pt x="2216" y="143"/>
                </a:lnTo>
                <a:lnTo>
                  <a:pt x="2198" y="157"/>
                </a:lnTo>
                <a:lnTo>
                  <a:pt x="2185" y="162"/>
                </a:lnTo>
                <a:lnTo>
                  <a:pt x="2171" y="162"/>
                </a:lnTo>
                <a:lnTo>
                  <a:pt x="2157" y="152"/>
                </a:lnTo>
                <a:lnTo>
                  <a:pt x="2143" y="147"/>
                </a:lnTo>
                <a:lnTo>
                  <a:pt x="2130" y="157"/>
                </a:lnTo>
                <a:lnTo>
                  <a:pt x="2116" y="143"/>
                </a:lnTo>
                <a:lnTo>
                  <a:pt x="2102" y="147"/>
                </a:lnTo>
                <a:lnTo>
                  <a:pt x="2089" y="157"/>
                </a:lnTo>
                <a:lnTo>
                  <a:pt x="2075" y="147"/>
                </a:lnTo>
                <a:lnTo>
                  <a:pt x="2061" y="143"/>
                </a:lnTo>
                <a:lnTo>
                  <a:pt x="2048" y="143"/>
                </a:lnTo>
                <a:lnTo>
                  <a:pt x="2034" y="147"/>
                </a:lnTo>
                <a:lnTo>
                  <a:pt x="2020" y="147"/>
                </a:lnTo>
                <a:lnTo>
                  <a:pt x="2006" y="143"/>
                </a:lnTo>
                <a:lnTo>
                  <a:pt x="1988" y="147"/>
                </a:lnTo>
                <a:lnTo>
                  <a:pt x="1970" y="157"/>
                </a:lnTo>
                <a:lnTo>
                  <a:pt x="1956" y="157"/>
                </a:lnTo>
                <a:lnTo>
                  <a:pt x="1937" y="162"/>
                </a:lnTo>
                <a:lnTo>
                  <a:pt x="1924" y="162"/>
                </a:lnTo>
                <a:lnTo>
                  <a:pt x="1906" y="152"/>
                </a:lnTo>
                <a:lnTo>
                  <a:pt x="1892" y="147"/>
                </a:lnTo>
                <a:lnTo>
                  <a:pt x="1878" y="147"/>
                </a:lnTo>
                <a:lnTo>
                  <a:pt x="1865" y="157"/>
                </a:lnTo>
                <a:lnTo>
                  <a:pt x="1846" y="171"/>
                </a:lnTo>
                <a:lnTo>
                  <a:pt x="1833" y="181"/>
                </a:lnTo>
                <a:lnTo>
                  <a:pt x="1823" y="166"/>
                </a:lnTo>
                <a:lnTo>
                  <a:pt x="1810" y="157"/>
                </a:lnTo>
                <a:lnTo>
                  <a:pt x="1796" y="157"/>
                </a:lnTo>
                <a:lnTo>
                  <a:pt x="1782" y="162"/>
                </a:lnTo>
                <a:lnTo>
                  <a:pt x="1769" y="166"/>
                </a:lnTo>
                <a:lnTo>
                  <a:pt x="1750" y="166"/>
                </a:lnTo>
                <a:lnTo>
                  <a:pt x="1732" y="162"/>
                </a:lnTo>
                <a:lnTo>
                  <a:pt x="1714" y="157"/>
                </a:lnTo>
                <a:lnTo>
                  <a:pt x="1700" y="152"/>
                </a:lnTo>
                <a:lnTo>
                  <a:pt x="1677" y="157"/>
                </a:lnTo>
                <a:lnTo>
                  <a:pt x="1663" y="162"/>
                </a:lnTo>
                <a:lnTo>
                  <a:pt x="1645" y="166"/>
                </a:lnTo>
                <a:lnTo>
                  <a:pt x="1622" y="176"/>
                </a:lnTo>
                <a:lnTo>
                  <a:pt x="1609" y="171"/>
                </a:lnTo>
                <a:lnTo>
                  <a:pt x="1595" y="162"/>
                </a:lnTo>
                <a:lnTo>
                  <a:pt x="1581" y="152"/>
                </a:lnTo>
                <a:lnTo>
                  <a:pt x="1568" y="157"/>
                </a:lnTo>
                <a:lnTo>
                  <a:pt x="1554" y="157"/>
                </a:lnTo>
                <a:lnTo>
                  <a:pt x="1540" y="157"/>
                </a:lnTo>
                <a:lnTo>
                  <a:pt x="1527" y="157"/>
                </a:lnTo>
                <a:lnTo>
                  <a:pt x="1513" y="157"/>
                </a:lnTo>
                <a:lnTo>
                  <a:pt x="1499" y="157"/>
                </a:lnTo>
                <a:lnTo>
                  <a:pt x="1416" y="276"/>
                </a:lnTo>
                <a:lnTo>
                  <a:pt x="1480" y="147"/>
                </a:lnTo>
                <a:lnTo>
                  <a:pt x="1467" y="147"/>
                </a:lnTo>
                <a:lnTo>
                  <a:pt x="1453" y="147"/>
                </a:lnTo>
                <a:lnTo>
                  <a:pt x="1439" y="152"/>
                </a:lnTo>
                <a:lnTo>
                  <a:pt x="1421" y="152"/>
                </a:lnTo>
                <a:lnTo>
                  <a:pt x="1408" y="152"/>
                </a:lnTo>
                <a:lnTo>
                  <a:pt x="1394" y="157"/>
                </a:lnTo>
                <a:lnTo>
                  <a:pt x="1380" y="166"/>
                </a:lnTo>
                <a:lnTo>
                  <a:pt x="1367" y="166"/>
                </a:lnTo>
                <a:lnTo>
                  <a:pt x="1353" y="166"/>
                </a:lnTo>
                <a:lnTo>
                  <a:pt x="1339" y="166"/>
                </a:lnTo>
                <a:lnTo>
                  <a:pt x="1325" y="166"/>
                </a:lnTo>
                <a:lnTo>
                  <a:pt x="1311" y="157"/>
                </a:lnTo>
                <a:lnTo>
                  <a:pt x="1293" y="152"/>
                </a:lnTo>
                <a:lnTo>
                  <a:pt x="1279" y="152"/>
                </a:lnTo>
                <a:lnTo>
                  <a:pt x="1266" y="152"/>
                </a:lnTo>
                <a:lnTo>
                  <a:pt x="1248" y="157"/>
                </a:lnTo>
                <a:lnTo>
                  <a:pt x="1234" y="157"/>
                </a:lnTo>
                <a:lnTo>
                  <a:pt x="1215" y="157"/>
                </a:lnTo>
                <a:lnTo>
                  <a:pt x="1202" y="162"/>
                </a:lnTo>
                <a:lnTo>
                  <a:pt x="1184" y="162"/>
                </a:lnTo>
                <a:lnTo>
                  <a:pt x="1170" y="157"/>
                </a:lnTo>
                <a:lnTo>
                  <a:pt x="1156" y="157"/>
                </a:lnTo>
                <a:lnTo>
                  <a:pt x="1138" y="152"/>
                </a:lnTo>
                <a:lnTo>
                  <a:pt x="1124" y="147"/>
                </a:lnTo>
                <a:lnTo>
                  <a:pt x="1110" y="147"/>
                </a:lnTo>
                <a:lnTo>
                  <a:pt x="1096" y="147"/>
                </a:lnTo>
                <a:lnTo>
                  <a:pt x="1083" y="152"/>
                </a:lnTo>
                <a:lnTo>
                  <a:pt x="1069" y="157"/>
                </a:lnTo>
                <a:lnTo>
                  <a:pt x="1055" y="157"/>
                </a:lnTo>
                <a:lnTo>
                  <a:pt x="1037" y="157"/>
                </a:lnTo>
                <a:lnTo>
                  <a:pt x="1024" y="157"/>
                </a:lnTo>
                <a:lnTo>
                  <a:pt x="1010" y="147"/>
                </a:lnTo>
                <a:lnTo>
                  <a:pt x="996" y="138"/>
                </a:lnTo>
                <a:lnTo>
                  <a:pt x="982" y="128"/>
                </a:lnTo>
                <a:lnTo>
                  <a:pt x="964" y="123"/>
                </a:lnTo>
                <a:lnTo>
                  <a:pt x="950" y="123"/>
                </a:lnTo>
                <a:lnTo>
                  <a:pt x="936" y="119"/>
                </a:lnTo>
                <a:lnTo>
                  <a:pt x="923" y="109"/>
                </a:lnTo>
                <a:lnTo>
                  <a:pt x="909" y="104"/>
                </a:lnTo>
                <a:lnTo>
                  <a:pt x="895" y="104"/>
                </a:lnTo>
                <a:lnTo>
                  <a:pt x="882" y="104"/>
                </a:lnTo>
                <a:lnTo>
                  <a:pt x="868" y="109"/>
                </a:lnTo>
                <a:lnTo>
                  <a:pt x="854" y="119"/>
                </a:lnTo>
                <a:lnTo>
                  <a:pt x="841" y="119"/>
                </a:lnTo>
                <a:lnTo>
                  <a:pt x="827" y="128"/>
                </a:lnTo>
                <a:lnTo>
                  <a:pt x="813" y="128"/>
                </a:lnTo>
                <a:lnTo>
                  <a:pt x="799" y="119"/>
                </a:lnTo>
                <a:lnTo>
                  <a:pt x="781" y="114"/>
                </a:lnTo>
                <a:lnTo>
                  <a:pt x="768" y="114"/>
                </a:lnTo>
                <a:lnTo>
                  <a:pt x="749" y="104"/>
                </a:lnTo>
                <a:lnTo>
                  <a:pt x="735" y="104"/>
                </a:lnTo>
                <a:lnTo>
                  <a:pt x="722" y="109"/>
                </a:lnTo>
                <a:lnTo>
                  <a:pt x="708" y="114"/>
                </a:lnTo>
                <a:lnTo>
                  <a:pt x="694" y="119"/>
                </a:lnTo>
                <a:lnTo>
                  <a:pt x="681" y="123"/>
                </a:lnTo>
                <a:lnTo>
                  <a:pt x="667" y="128"/>
                </a:lnTo>
                <a:lnTo>
                  <a:pt x="653" y="128"/>
                </a:lnTo>
                <a:lnTo>
                  <a:pt x="639" y="128"/>
                </a:lnTo>
                <a:lnTo>
                  <a:pt x="626" y="128"/>
                </a:lnTo>
                <a:lnTo>
                  <a:pt x="608" y="128"/>
                </a:lnTo>
                <a:lnTo>
                  <a:pt x="594" y="128"/>
                </a:lnTo>
                <a:lnTo>
                  <a:pt x="580" y="123"/>
                </a:lnTo>
                <a:lnTo>
                  <a:pt x="567" y="123"/>
                </a:lnTo>
                <a:lnTo>
                  <a:pt x="553" y="123"/>
                </a:lnTo>
                <a:lnTo>
                  <a:pt x="534" y="123"/>
                </a:lnTo>
                <a:lnTo>
                  <a:pt x="521" y="123"/>
                </a:lnTo>
                <a:lnTo>
                  <a:pt x="507" y="123"/>
                </a:lnTo>
                <a:lnTo>
                  <a:pt x="493" y="133"/>
                </a:lnTo>
                <a:lnTo>
                  <a:pt x="479" y="138"/>
                </a:lnTo>
                <a:lnTo>
                  <a:pt x="466" y="143"/>
                </a:lnTo>
                <a:lnTo>
                  <a:pt x="452" y="143"/>
                </a:lnTo>
                <a:lnTo>
                  <a:pt x="438" y="143"/>
                </a:lnTo>
                <a:lnTo>
                  <a:pt x="425" y="133"/>
                </a:lnTo>
                <a:lnTo>
                  <a:pt x="411" y="128"/>
                </a:lnTo>
                <a:lnTo>
                  <a:pt x="397" y="128"/>
                </a:lnTo>
                <a:lnTo>
                  <a:pt x="384" y="128"/>
                </a:lnTo>
                <a:lnTo>
                  <a:pt x="361" y="123"/>
                </a:lnTo>
                <a:lnTo>
                  <a:pt x="347" y="123"/>
                </a:lnTo>
                <a:lnTo>
                  <a:pt x="333" y="133"/>
                </a:lnTo>
                <a:lnTo>
                  <a:pt x="319" y="143"/>
                </a:lnTo>
                <a:lnTo>
                  <a:pt x="306" y="152"/>
                </a:lnTo>
                <a:lnTo>
                  <a:pt x="292" y="157"/>
                </a:lnTo>
                <a:lnTo>
                  <a:pt x="278" y="157"/>
                </a:lnTo>
                <a:lnTo>
                  <a:pt x="265" y="152"/>
                </a:lnTo>
                <a:lnTo>
                  <a:pt x="251" y="147"/>
                </a:lnTo>
                <a:lnTo>
                  <a:pt x="237" y="147"/>
                </a:lnTo>
                <a:lnTo>
                  <a:pt x="224" y="143"/>
                </a:lnTo>
                <a:lnTo>
                  <a:pt x="210" y="143"/>
                </a:lnTo>
                <a:lnTo>
                  <a:pt x="196" y="143"/>
                </a:lnTo>
                <a:lnTo>
                  <a:pt x="178" y="143"/>
                </a:lnTo>
                <a:lnTo>
                  <a:pt x="159" y="143"/>
                </a:lnTo>
                <a:lnTo>
                  <a:pt x="146" y="143"/>
                </a:lnTo>
                <a:lnTo>
                  <a:pt x="132" y="143"/>
                </a:lnTo>
                <a:lnTo>
                  <a:pt x="118" y="147"/>
                </a:lnTo>
                <a:lnTo>
                  <a:pt x="105" y="147"/>
                </a:lnTo>
                <a:lnTo>
                  <a:pt x="91" y="147"/>
                </a:lnTo>
                <a:lnTo>
                  <a:pt x="77" y="152"/>
                </a:lnTo>
                <a:lnTo>
                  <a:pt x="64" y="157"/>
                </a:lnTo>
                <a:lnTo>
                  <a:pt x="50" y="162"/>
                </a:lnTo>
                <a:lnTo>
                  <a:pt x="31" y="171"/>
                </a:lnTo>
                <a:lnTo>
                  <a:pt x="13" y="176"/>
                </a:lnTo>
                <a:lnTo>
                  <a:pt x="0" y="185"/>
                </a:lnTo>
                <a:lnTo>
                  <a:pt x="0" y="37"/>
                </a:lnTo>
              </a:path>
            </a:pathLst>
          </a:custGeom>
          <a:ln w="12700" cap="rnd" cmpd="sng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16" name="AutoShape 44">
            <a:extLst>
              <a:ext uri="{FF2B5EF4-FFF2-40B4-BE49-F238E27FC236}">
                <a16:creationId xmlns:a16="http://schemas.microsoft.com/office/drawing/2014/main" id="{9FE2FCF9-D54E-3A26-54B4-E9C42DB583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6725" y="1711325"/>
            <a:ext cx="146050" cy="215900"/>
          </a:xfrm>
          <a:prstGeom prst="upArrow">
            <a:avLst>
              <a:gd name="adj1" fmla="val 50000"/>
              <a:gd name="adj2" fmla="val 73906"/>
            </a:avLst>
          </a:prstGeom>
          <a:solidFill>
            <a:srgbClr val="66FF33"/>
          </a:solidFill>
          <a:ln w="12700">
            <a:solidFill>
              <a:srgbClr val="67676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4D6BD7C8-3B34-3C74-0474-7317B4CCD0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00" y="1963738"/>
            <a:ext cx="3908425" cy="1844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MOVE 1 TO StrPtr</a:t>
            </a:r>
          </a:p>
          <a:p>
            <a:pPr>
              <a:lnSpc>
                <a:spcPct val="80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STRING DayStr   DELIMITED BY SPACES</a:t>
            </a:r>
          </a:p>
          <a:p>
            <a:pPr>
              <a:lnSpc>
                <a:spcPct val="80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    ","      DELIMITED BY SIZE</a:t>
            </a:r>
          </a:p>
          <a:p>
            <a:pPr>
              <a:lnSpc>
                <a:spcPct val="80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    INTO DateStr WITH POINTER StrPtr</a:t>
            </a:r>
            <a:br>
              <a:rPr lang="en-US" altLang="en-US" sz="1200" b="1">
                <a:latin typeface="Courier New" panose="02070309020205020404" pitchFamily="49" charset="0"/>
              </a:rPr>
            </a:br>
            <a:r>
              <a:rPr lang="en-US" altLang="en-US" sz="1200" b="1">
                <a:latin typeface="Courier New" panose="02070309020205020404" pitchFamily="49" charset="0"/>
              </a:rPr>
              <a:t>END-STRING.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STRING MonthStr DELIMITED BY SPACES</a:t>
            </a:r>
          </a:p>
          <a:p>
            <a:pPr>
              <a:lnSpc>
                <a:spcPct val="8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","      DELIMITED BY SIZE</a:t>
            </a:r>
          </a:p>
          <a:p>
            <a:pPr>
              <a:lnSpc>
                <a:spcPct val="8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INTO DateStr WITH POINTER StrPtr</a:t>
            </a:r>
            <a:b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END-STRING.</a:t>
            </a:r>
          </a:p>
          <a:p>
            <a:pPr>
              <a:lnSpc>
                <a:spcPct val="8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STRING YearStr  DELIMITED BY SIZE</a:t>
            </a:r>
          </a:p>
          <a:p>
            <a:pPr>
              <a:lnSpc>
                <a:spcPct val="8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INTO DateStr WITH POINTER StrPtr</a:t>
            </a:r>
            <a:b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END-STRING.</a:t>
            </a:r>
          </a:p>
        </p:txBody>
      </p:sp>
      <p:grpSp>
        <p:nvGrpSpPr>
          <p:cNvPr id="4108" name="Group 12">
            <a:extLst>
              <a:ext uri="{FF2B5EF4-FFF2-40B4-BE49-F238E27FC236}">
                <a16:creationId xmlns:a16="http://schemas.microsoft.com/office/drawing/2014/main" id="{8B469FF0-816E-C92F-06DF-A97C9D4D0B7D}"/>
              </a:ext>
            </a:extLst>
          </p:cNvPr>
          <p:cNvGrpSpPr>
            <a:grpSpLocks/>
          </p:cNvGrpSpPr>
          <p:nvPr/>
        </p:nvGrpSpPr>
        <p:grpSpPr bwMode="auto">
          <a:xfrm>
            <a:off x="2178050" y="676275"/>
            <a:ext cx="2427288" cy="241300"/>
            <a:chOff x="1372" y="426"/>
            <a:chExt cx="1529" cy="152"/>
          </a:xfrm>
        </p:grpSpPr>
        <p:sp>
          <p:nvSpPr>
            <p:cNvPr id="4099" name="Rectangle 3">
              <a:extLst>
                <a:ext uri="{FF2B5EF4-FFF2-40B4-BE49-F238E27FC236}">
                  <a16:creationId xmlns:a16="http://schemas.microsoft.com/office/drawing/2014/main" id="{0DB58302-C1BE-E88F-BEDC-D65635D74E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2" y="431"/>
              <a:ext cx="1529" cy="14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00" name="Line 4">
              <a:extLst>
                <a:ext uri="{FF2B5EF4-FFF2-40B4-BE49-F238E27FC236}">
                  <a16:creationId xmlns:a16="http://schemas.microsoft.com/office/drawing/2014/main" id="{9FEF7CCC-38FF-A2C9-653B-0313F4E0A2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41" y="426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01" name="Line 5">
              <a:extLst>
                <a:ext uri="{FF2B5EF4-FFF2-40B4-BE49-F238E27FC236}">
                  <a16:creationId xmlns:a16="http://schemas.microsoft.com/office/drawing/2014/main" id="{96B5A6E5-6C5A-106B-D6BA-188A2DDD685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08" y="426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02" name="Line 6">
              <a:extLst>
                <a:ext uri="{FF2B5EF4-FFF2-40B4-BE49-F238E27FC236}">
                  <a16:creationId xmlns:a16="http://schemas.microsoft.com/office/drawing/2014/main" id="{25DFB042-C549-D8F7-99B9-D178BA5987C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91" y="426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03" name="Line 7">
              <a:extLst>
                <a:ext uri="{FF2B5EF4-FFF2-40B4-BE49-F238E27FC236}">
                  <a16:creationId xmlns:a16="http://schemas.microsoft.com/office/drawing/2014/main" id="{F40DB97C-8637-52BA-2449-C554D9193A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58" y="426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04" name="Line 8">
              <a:extLst>
                <a:ext uri="{FF2B5EF4-FFF2-40B4-BE49-F238E27FC236}">
                  <a16:creationId xmlns:a16="http://schemas.microsoft.com/office/drawing/2014/main" id="{D8E535BB-275A-E2AE-E080-9DD59B79331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20" y="426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05" name="Line 9">
              <a:extLst>
                <a:ext uri="{FF2B5EF4-FFF2-40B4-BE49-F238E27FC236}">
                  <a16:creationId xmlns:a16="http://schemas.microsoft.com/office/drawing/2014/main" id="{72A6F867-CA16-410D-DDED-0F097C0DD39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92" y="426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06" name="Line 10">
              <a:extLst>
                <a:ext uri="{FF2B5EF4-FFF2-40B4-BE49-F238E27FC236}">
                  <a16:creationId xmlns:a16="http://schemas.microsoft.com/office/drawing/2014/main" id="{853A720E-B66C-DB82-21F1-63A5390B57F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59" y="426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07" name="Line 11">
              <a:extLst>
                <a:ext uri="{FF2B5EF4-FFF2-40B4-BE49-F238E27FC236}">
                  <a16:creationId xmlns:a16="http://schemas.microsoft.com/office/drawing/2014/main" id="{BFB65572-310C-D1B3-B984-8CDB1A3F56A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2" y="426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111" name="Group 15">
            <a:extLst>
              <a:ext uri="{FF2B5EF4-FFF2-40B4-BE49-F238E27FC236}">
                <a16:creationId xmlns:a16="http://schemas.microsoft.com/office/drawing/2014/main" id="{D91C0C24-73F2-1E64-D92E-CDCDC7A8BD69}"/>
              </a:ext>
            </a:extLst>
          </p:cNvPr>
          <p:cNvGrpSpPr>
            <a:grpSpLocks/>
          </p:cNvGrpSpPr>
          <p:nvPr/>
        </p:nvGrpSpPr>
        <p:grpSpPr bwMode="auto">
          <a:xfrm>
            <a:off x="2178050" y="366713"/>
            <a:ext cx="520700" cy="241300"/>
            <a:chOff x="1372" y="231"/>
            <a:chExt cx="328" cy="152"/>
          </a:xfrm>
        </p:grpSpPr>
        <p:sp>
          <p:nvSpPr>
            <p:cNvPr id="4109" name="Rectangle 13">
              <a:extLst>
                <a:ext uri="{FF2B5EF4-FFF2-40B4-BE49-F238E27FC236}">
                  <a16:creationId xmlns:a16="http://schemas.microsoft.com/office/drawing/2014/main" id="{4BF4E3EE-6E63-C275-7F2A-D99578EC9DB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2" y="231"/>
              <a:ext cx="328" cy="15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10" name="Line 14">
              <a:extLst>
                <a:ext uri="{FF2B5EF4-FFF2-40B4-BE49-F238E27FC236}">
                  <a16:creationId xmlns:a16="http://schemas.microsoft.com/office/drawing/2014/main" id="{8A82496C-D93E-53AC-B7F3-EED28E1E77A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41" y="23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116" name="Group 20">
            <a:extLst>
              <a:ext uri="{FF2B5EF4-FFF2-40B4-BE49-F238E27FC236}">
                <a16:creationId xmlns:a16="http://schemas.microsoft.com/office/drawing/2014/main" id="{1A9E84B6-DE8B-7E71-C2B6-21F8A1AFA966}"/>
              </a:ext>
            </a:extLst>
          </p:cNvPr>
          <p:cNvGrpSpPr>
            <a:grpSpLocks/>
          </p:cNvGrpSpPr>
          <p:nvPr/>
        </p:nvGrpSpPr>
        <p:grpSpPr bwMode="auto">
          <a:xfrm>
            <a:off x="2178050" y="965200"/>
            <a:ext cx="1092200" cy="241300"/>
            <a:chOff x="1372" y="608"/>
            <a:chExt cx="688" cy="152"/>
          </a:xfrm>
        </p:grpSpPr>
        <p:sp>
          <p:nvSpPr>
            <p:cNvPr id="4112" name="Rectangle 16">
              <a:extLst>
                <a:ext uri="{FF2B5EF4-FFF2-40B4-BE49-F238E27FC236}">
                  <a16:creationId xmlns:a16="http://schemas.microsoft.com/office/drawing/2014/main" id="{AEBE0F86-2821-2F0E-D5F5-A04434D78A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2" y="611"/>
              <a:ext cx="688" cy="144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13" name="Line 17">
              <a:extLst>
                <a:ext uri="{FF2B5EF4-FFF2-40B4-BE49-F238E27FC236}">
                  <a16:creationId xmlns:a16="http://schemas.microsoft.com/office/drawing/2014/main" id="{56334FF7-9249-F6DB-CA0D-14A2B8717BD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41" y="608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4" name="Line 18">
              <a:extLst>
                <a:ext uri="{FF2B5EF4-FFF2-40B4-BE49-F238E27FC236}">
                  <a16:creationId xmlns:a16="http://schemas.microsoft.com/office/drawing/2014/main" id="{48203B78-C5DE-3F41-E450-CFA9514D45E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08" y="608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5" name="Line 19">
              <a:extLst>
                <a:ext uri="{FF2B5EF4-FFF2-40B4-BE49-F238E27FC236}">
                  <a16:creationId xmlns:a16="http://schemas.microsoft.com/office/drawing/2014/main" id="{7C7867AA-52F8-5086-3F08-B31B2B74934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91" y="608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132" name="Group 36">
            <a:extLst>
              <a:ext uri="{FF2B5EF4-FFF2-40B4-BE49-F238E27FC236}">
                <a16:creationId xmlns:a16="http://schemas.microsoft.com/office/drawing/2014/main" id="{4436ED3D-3369-0CD4-8F5D-16A68589EBD3}"/>
              </a:ext>
            </a:extLst>
          </p:cNvPr>
          <p:cNvGrpSpPr>
            <a:grpSpLocks/>
          </p:cNvGrpSpPr>
          <p:nvPr/>
        </p:nvGrpSpPr>
        <p:grpSpPr bwMode="auto">
          <a:xfrm>
            <a:off x="407988" y="1463675"/>
            <a:ext cx="3730625" cy="239713"/>
            <a:chOff x="257" y="922"/>
            <a:chExt cx="2350" cy="151"/>
          </a:xfrm>
        </p:grpSpPr>
        <p:sp>
          <p:nvSpPr>
            <p:cNvPr id="4117" name="Rectangle 21">
              <a:extLst>
                <a:ext uri="{FF2B5EF4-FFF2-40B4-BE49-F238E27FC236}">
                  <a16:creationId xmlns:a16="http://schemas.microsoft.com/office/drawing/2014/main" id="{ECAD808E-6177-CE47-F45B-588126C20E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7" y="927"/>
              <a:ext cx="2350" cy="140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18" name="Line 22">
              <a:extLst>
                <a:ext uri="{FF2B5EF4-FFF2-40B4-BE49-F238E27FC236}">
                  <a16:creationId xmlns:a16="http://schemas.microsoft.com/office/drawing/2014/main" id="{299BCB7D-2930-8D83-EA4D-AD716AB2DE4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5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9" name="Line 23">
              <a:extLst>
                <a:ext uri="{FF2B5EF4-FFF2-40B4-BE49-F238E27FC236}">
                  <a16:creationId xmlns:a16="http://schemas.microsoft.com/office/drawing/2014/main" id="{6FC20F8A-9DC9-F288-8996-439F8317402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1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20" name="Line 24">
              <a:extLst>
                <a:ext uri="{FF2B5EF4-FFF2-40B4-BE49-F238E27FC236}">
                  <a16:creationId xmlns:a16="http://schemas.microsoft.com/office/drawing/2014/main" id="{61948922-D62F-2594-EA95-8347803FAEA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1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21" name="Line 25">
              <a:extLst>
                <a:ext uri="{FF2B5EF4-FFF2-40B4-BE49-F238E27FC236}">
                  <a16:creationId xmlns:a16="http://schemas.microsoft.com/office/drawing/2014/main" id="{E98ED9AD-4C21-5285-2F0E-99064C18BE3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97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22" name="Line 26">
              <a:extLst>
                <a:ext uri="{FF2B5EF4-FFF2-40B4-BE49-F238E27FC236}">
                  <a16:creationId xmlns:a16="http://schemas.microsoft.com/office/drawing/2014/main" id="{F34D2922-43BC-664F-ADFC-547F5B6697B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49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23" name="Line 27">
              <a:extLst>
                <a:ext uri="{FF2B5EF4-FFF2-40B4-BE49-F238E27FC236}">
                  <a16:creationId xmlns:a16="http://schemas.microsoft.com/office/drawing/2014/main" id="{F3372186-E2E1-CF01-CBF8-C6D2320156E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10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24" name="Line 28">
              <a:extLst>
                <a:ext uri="{FF2B5EF4-FFF2-40B4-BE49-F238E27FC236}">
                  <a16:creationId xmlns:a16="http://schemas.microsoft.com/office/drawing/2014/main" id="{EF44F886-C4D9-6D5D-219B-52B06A16CB9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66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25" name="Line 29">
              <a:extLst>
                <a:ext uri="{FF2B5EF4-FFF2-40B4-BE49-F238E27FC236}">
                  <a16:creationId xmlns:a16="http://schemas.microsoft.com/office/drawing/2014/main" id="{5AC52337-46C8-762E-F99B-814A2C9DF59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27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26" name="Line 30">
              <a:extLst>
                <a:ext uri="{FF2B5EF4-FFF2-40B4-BE49-F238E27FC236}">
                  <a16:creationId xmlns:a16="http://schemas.microsoft.com/office/drawing/2014/main" id="{BBD54C05-DE44-90B8-7397-7F54D4BEE2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78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27" name="Line 31">
              <a:extLst>
                <a:ext uri="{FF2B5EF4-FFF2-40B4-BE49-F238E27FC236}">
                  <a16:creationId xmlns:a16="http://schemas.microsoft.com/office/drawing/2014/main" id="{A94D9EF1-E2F9-28BF-E2B5-70A39B2A90A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34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28" name="Line 32">
              <a:extLst>
                <a:ext uri="{FF2B5EF4-FFF2-40B4-BE49-F238E27FC236}">
                  <a16:creationId xmlns:a16="http://schemas.microsoft.com/office/drawing/2014/main" id="{A740F8AB-A5F9-E15A-658C-8A98CD74B7E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5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29" name="Line 33">
              <a:extLst>
                <a:ext uri="{FF2B5EF4-FFF2-40B4-BE49-F238E27FC236}">
                  <a16:creationId xmlns:a16="http://schemas.microsoft.com/office/drawing/2014/main" id="{0E8A9222-8F63-59D0-4EA0-309CA464F1B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61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30" name="Line 34">
              <a:extLst>
                <a:ext uri="{FF2B5EF4-FFF2-40B4-BE49-F238E27FC236}">
                  <a16:creationId xmlns:a16="http://schemas.microsoft.com/office/drawing/2014/main" id="{0CFD9D53-769B-9F0B-E7B6-ACD8BE1B5E2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12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31" name="Line 35">
              <a:extLst>
                <a:ext uri="{FF2B5EF4-FFF2-40B4-BE49-F238E27FC236}">
                  <a16:creationId xmlns:a16="http://schemas.microsoft.com/office/drawing/2014/main" id="{51363B8D-2158-3F9C-803F-CE5A1AB79FD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73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133" name="Rectangle 37">
            <a:extLst>
              <a:ext uri="{FF2B5EF4-FFF2-40B4-BE49-F238E27FC236}">
                <a16:creationId xmlns:a16="http://schemas.microsoft.com/office/drawing/2014/main" id="{D7EED890-030D-B04D-8265-70814249BB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1389063"/>
            <a:ext cx="3792538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6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5 ,</a:t>
            </a:r>
            <a:r>
              <a:rPr lang="en-US" altLang="en-US" sz="16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- - -</a:t>
            </a:r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</a:t>
            </a:r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</a:t>
            </a:r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 -</a:t>
            </a:r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 -</a:t>
            </a:r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 - - -</a:t>
            </a:r>
          </a:p>
        </p:txBody>
      </p:sp>
      <p:sp>
        <p:nvSpPr>
          <p:cNvPr id="4134" name="Rectangle 38">
            <a:extLst>
              <a:ext uri="{FF2B5EF4-FFF2-40B4-BE49-F238E27FC236}">
                <a16:creationId xmlns:a16="http://schemas.microsoft.com/office/drawing/2014/main" id="{D46CFB57-75C2-987E-76CE-6A56E37CCD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850" y="25400"/>
            <a:ext cx="3568700" cy="1460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StrPtr    PIC 99.   </a:t>
            </a:r>
          </a:p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DayStr    PIC XX.   </a:t>
            </a:r>
            <a:r>
              <a:rPr lang="en-US" altLang="en-US" sz="12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5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</a:t>
            </a:r>
          </a:p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MonthStr  PIC X(9). </a:t>
            </a:r>
            <a:r>
              <a:rPr lang="en-US" altLang="en-US" sz="12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J  U  N  E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YearStr   PIC X(4). </a:t>
            </a:r>
            <a:r>
              <a:rPr lang="en-US" altLang="en-US" sz="12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1  9  9  8</a:t>
            </a:r>
            <a:endParaRPr lang="en-US" altLang="en-US" sz="1200" b="1">
              <a:solidFill>
                <a:schemeClr val="bg1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Courier New" panose="02070309020205020404" pitchFamily="49" charset="0"/>
            </a:endParaRPr>
          </a:p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DateStr   PIC X(15) VALUE ALL "-".</a:t>
            </a:r>
          </a:p>
        </p:txBody>
      </p:sp>
      <p:grpSp>
        <p:nvGrpSpPr>
          <p:cNvPr id="4137" name="Group 41">
            <a:extLst>
              <a:ext uri="{FF2B5EF4-FFF2-40B4-BE49-F238E27FC236}">
                <a16:creationId xmlns:a16="http://schemas.microsoft.com/office/drawing/2014/main" id="{5AB88802-BCE3-17E5-2CD1-4B4527B3C1B2}"/>
              </a:ext>
            </a:extLst>
          </p:cNvPr>
          <p:cNvGrpSpPr>
            <a:grpSpLocks/>
          </p:cNvGrpSpPr>
          <p:nvPr/>
        </p:nvGrpSpPr>
        <p:grpSpPr bwMode="auto">
          <a:xfrm>
            <a:off x="2178050" y="61913"/>
            <a:ext cx="520700" cy="241300"/>
            <a:chOff x="1372" y="39"/>
            <a:chExt cx="328" cy="152"/>
          </a:xfrm>
        </p:grpSpPr>
        <p:sp>
          <p:nvSpPr>
            <p:cNvPr id="4135" name="Rectangle 39">
              <a:extLst>
                <a:ext uri="{FF2B5EF4-FFF2-40B4-BE49-F238E27FC236}">
                  <a16:creationId xmlns:a16="http://schemas.microsoft.com/office/drawing/2014/main" id="{41994680-F184-CC6A-B523-ECD931C6C1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2" y="39"/>
              <a:ext cx="328" cy="15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36" name="Line 40">
              <a:extLst>
                <a:ext uri="{FF2B5EF4-FFF2-40B4-BE49-F238E27FC236}">
                  <a16:creationId xmlns:a16="http://schemas.microsoft.com/office/drawing/2014/main" id="{F030F03D-5283-033D-DFA2-ECF65F85F59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41" y="40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138" name="Rectangle 42">
            <a:extLst>
              <a:ext uri="{FF2B5EF4-FFF2-40B4-BE49-F238E27FC236}">
                <a16:creationId xmlns:a16="http://schemas.microsoft.com/office/drawing/2014/main" id="{DFECF252-4E29-7D10-8D29-0A0CBBB9DF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47900" y="92075"/>
            <a:ext cx="365125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2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0  3</a:t>
            </a:r>
          </a:p>
        </p:txBody>
      </p:sp>
      <p:sp useBgFill="1">
        <p:nvSpPr>
          <p:cNvPr id="4139" name="Freeform 43">
            <a:extLst>
              <a:ext uri="{FF2B5EF4-FFF2-40B4-BE49-F238E27FC236}">
                <a16:creationId xmlns:a16="http://schemas.microsoft.com/office/drawing/2014/main" id="{FD96C9D7-8CCA-C786-5FA2-ECA771AD921B}"/>
              </a:ext>
            </a:extLst>
          </p:cNvPr>
          <p:cNvSpPr>
            <a:spLocks/>
          </p:cNvSpPr>
          <p:nvPr/>
        </p:nvSpPr>
        <p:spPr bwMode="auto">
          <a:xfrm>
            <a:off x="14288" y="1704975"/>
            <a:ext cx="4740275" cy="652463"/>
          </a:xfrm>
          <a:custGeom>
            <a:avLst/>
            <a:gdLst>
              <a:gd name="T0" fmla="*/ 95 w 2986"/>
              <a:gd name="T1" fmla="*/ 28 h 411"/>
              <a:gd name="T2" fmla="*/ 191 w 2986"/>
              <a:gd name="T3" fmla="*/ 14 h 411"/>
              <a:gd name="T4" fmla="*/ 278 w 2986"/>
              <a:gd name="T5" fmla="*/ 57 h 411"/>
              <a:gd name="T6" fmla="*/ 365 w 2986"/>
              <a:gd name="T7" fmla="*/ 61 h 411"/>
              <a:gd name="T8" fmla="*/ 466 w 2986"/>
              <a:gd name="T9" fmla="*/ 61 h 411"/>
              <a:gd name="T10" fmla="*/ 557 w 2986"/>
              <a:gd name="T11" fmla="*/ 85 h 411"/>
              <a:gd name="T12" fmla="*/ 658 w 2986"/>
              <a:gd name="T13" fmla="*/ 85 h 411"/>
              <a:gd name="T14" fmla="*/ 772 w 2986"/>
              <a:gd name="T15" fmla="*/ 81 h 411"/>
              <a:gd name="T16" fmla="*/ 864 w 2986"/>
              <a:gd name="T17" fmla="*/ 90 h 411"/>
              <a:gd name="T18" fmla="*/ 969 w 2986"/>
              <a:gd name="T19" fmla="*/ 85 h 411"/>
              <a:gd name="T20" fmla="*/ 1069 w 2986"/>
              <a:gd name="T21" fmla="*/ 100 h 411"/>
              <a:gd name="T22" fmla="*/ 1179 w 2986"/>
              <a:gd name="T23" fmla="*/ 109 h 411"/>
              <a:gd name="T24" fmla="*/ 1330 w 2986"/>
              <a:gd name="T25" fmla="*/ 109 h 411"/>
              <a:gd name="T26" fmla="*/ 1504 w 2986"/>
              <a:gd name="T27" fmla="*/ 71 h 411"/>
              <a:gd name="T28" fmla="*/ 1581 w 2986"/>
              <a:gd name="T29" fmla="*/ 100 h 411"/>
              <a:gd name="T30" fmla="*/ 1668 w 2986"/>
              <a:gd name="T31" fmla="*/ 114 h 411"/>
              <a:gd name="T32" fmla="*/ 1759 w 2986"/>
              <a:gd name="T33" fmla="*/ 104 h 411"/>
              <a:gd name="T34" fmla="*/ 1846 w 2986"/>
              <a:gd name="T35" fmla="*/ 114 h 411"/>
              <a:gd name="T36" fmla="*/ 1942 w 2986"/>
              <a:gd name="T37" fmla="*/ 114 h 411"/>
              <a:gd name="T38" fmla="*/ 2038 w 2986"/>
              <a:gd name="T39" fmla="*/ 100 h 411"/>
              <a:gd name="T40" fmla="*/ 2166 w 2986"/>
              <a:gd name="T41" fmla="*/ 95 h 411"/>
              <a:gd name="T42" fmla="*/ 2262 w 2986"/>
              <a:gd name="T43" fmla="*/ 52 h 411"/>
              <a:gd name="T44" fmla="*/ 2368 w 2986"/>
              <a:gd name="T45" fmla="*/ 76 h 411"/>
              <a:gd name="T46" fmla="*/ 2459 w 2986"/>
              <a:gd name="T47" fmla="*/ 66 h 411"/>
              <a:gd name="T48" fmla="*/ 2550 w 2986"/>
              <a:gd name="T49" fmla="*/ 76 h 411"/>
              <a:gd name="T50" fmla="*/ 2660 w 2986"/>
              <a:gd name="T51" fmla="*/ 61 h 411"/>
              <a:gd name="T52" fmla="*/ 2756 w 2986"/>
              <a:gd name="T53" fmla="*/ 33 h 411"/>
              <a:gd name="T54" fmla="*/ 2884 w 2986"/>
              <a:gd name="T55" fmla="*/ 23 h 411"/>
              <a:gd name="T56" fmla="*/ 2985 w 2986"/>
              <a:gd name="T57" fmla="*/ 5 h 411"/>
              <a:gd name="T58" fmla="*/ 2902 w 2986"/>
              <a:gd name="T59" fmla="*/ 333 h 411"/>
              <a:gd name="T60" fmla="*/ 2820 w 2986"/>
              <a:gd name="T61" fmla="*/ 333 h 411"/>
              <a:gd name="T62" fmla="*/ 2747 w 2986"/>
              <a:gd name="T63" fmla="*/ 262 h 411"/>
              <a:gd name="T64" fmla="*/ 2696 w 2986"/>
              <a:gd name="T65" fmla="*/ 195 h 411"/>
              <a:gd name="T66" fmla="*/ 2623 w 2986"/>
              <a:gd name="T67" fmla="*/ 143 h 411"/>
              <a:gd name="T68" fmla="*/ 2536 w 2986"/>
              <a:gd name="T69" fmla="*/ 128 h 411"/>
              <a:gd name="T70" fmla="*/ 2463 w 2986"/>
              <a:gd name="T71" fmla="*/ 123 h 411"/>
              <a:gd name="T72" fmla="*/ 2417 w 2986"/>
              <a:gd name="T73" fmla="*/ 247 h 411"/>
              <a:gd name="T74" fmla="*/ 2226 w 2986"/>
              <a:gd name="T75" fmla="*/ 128 h 411"/>
              <a:gd name="T76" fmla="*/ 2143 w 2986"/>
              <a:gd name="T77" fmla="*/ 147 h 411"/>
              <a:gd name="T78" fmla="*/ 2061 w 2986"/>
              <a:gd name="T79" fmla="*/ 143 h 411"/>
              <a:gd name="T80" fmla="*/ 1970 w 2986"/>
              <a:gd name="T81" fmla="*/ 157 h 411"/>
              <a:gd name="T82" fmla="*/ 1878 w 2986"/>
              <a:gd name="T83" fmla="*/ 147 h 411"/>
              <a:gd name="T84" fmla="*/ 1796 w 2986"/>
              <a:gd name="T85" fmla="*/ 157 h 411"/>
              <a:gd name="T86" fmla="*/ 1700 w 2986"/>
              <a:gd name="T87" fmla="*/ 152 h 411"/>
              <a:gd name="T88" fmla="*/ 1595 w 2986"/>
              <a:gd name="T89" fmla="*/ 162 h 411"/>
              <a:gd name="T90" fmla="*/ 1513 w 2986"/>
              <a:gd name="T91" fmla="*/ 157 h 411"/>
              <a:gd name="T92" fmla="*/ 1439 w 2986"/>
              <a:gd name="T93" fmla="*/ 152 h 411"/>
              <a:gd name="T94" fmla="*/ 1353 w 2986"/>
              <a:gd name="T95" fmla="*/ 166 h 411"/>
              <a:gd name="T96" fmla="*/ 1266 w 2986"/>
              <a:gd name="T97" fmla="*/ 152 h 411"/>
              <a:gd name="T98" fmla="*/ 1170 w 2986"/>
              <a:gd name="T99" fmla="*/ 157 h 411"/>
              <a:gd name="T100" fmla="*/ 1083 w 2986"/>
              <a:gd name="T101" fmla="*/ 152 h 411"/>
              <a:gd name="T102" fmla="*/ 996 w 2986"/>
              <a:gd name="T103" fmla="*/ 138 h 411"/>
              <a:gd name="T104" fmla="*/ 909 w 2986"/>
              <a:gd name="T105" fmla="*/ 104 h 411"/>
              <a:gd name="T106" fmla="*/ 827 w 2986"/>
              <a:gd name="T107" fmla="*/ 128 h 411"/>
              <a:gd name="T108" fmla="*/ 735 w 2986"/>
              <a:gd name="T109" fmla="*/ 104 h 411"/>
              <a:gd name="T110" fmla="*/ 653 w 2986"/>
              <a:gd name="T111" fmla="*/ 128 h 411"/>
              <a:gd name="T112" fmla="*/ 567 w 2986"/>
              <a:gd name="T113" fmla="*/ 123 h 411"/>
              <a:gd name="T114" fmla="*/ 479 w 2986"/>
              <a:gd name="T115" fmla="*/ 138 h 411"/>
              <a:gd name="T116" fmla="*/ 397 w 2986"/>
              <a:gd name="T117" fmla="*/ 128 h 411"/>
              <a:gd name="T118" fmla="*/ 306 w 2986"/>
              <a:gd name="T119" fmla="*/ 152 h 411"/>
              <a:gd name="T120" fmla="*/ 224 w 2986"/>
              <a:gd name="T121" fmla="*/ 143 h 411"/>
              <a:gd name="T122" fmla="*/ 132 w 2986"/>
              <a:gd name="T123" fmla="*/ 143 h 411"/>
              <a:gd name="T124" fmla="*/ 50 w 2986"/>
              <a:gd name="T125" fmla="*/ 162 h 4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986" h="411">
                <a:moveTo>
                  <a:pt x="0" y="37"/>
                </a:moveTo>
                <a:lnTo>
                  <a:pt x="27" y="28"/>
                </a:lnTo>
                <a:lnTo>
                  <a:pt x="50" y="33"/>
                </a:lnTo>
                <a:lnTo>
                  <a:pt x="64" y="33"/>
                </a:lnTo>
                <a:lnTo>
                  <a:pt x="82" y="33"/>
                </a:lnTo>
                <a:lnTo>
                  <a:pt x="95" y="28"/>
                </a:lnTo>
                <a:lnTo>
                  <a:pt x="109" y="23"/>
                </a:lnTo>
                <a:lnTo>
                  <a:pt x="128" y="23"/>
                </a:lnTo>
                <a:lnTo>
                  <a:pt x="146" y="14"/>
                </a:lnTo>
                <a:lnTo>
                  <a:pt x="159" y="14"/>
                </a:lnTo>
                <a:lnTo>
                  <a:pt x="173" y="14"/>
                </a:lnTo>
                <a:lnTo>
                  <a:pt x="191" y="14"/>
                </a:lnTo>
                <a:lnTo>
                  <a:pt x="205" y="14"/>
                </a:lnTo>
                <a:lnTo>
                  <a:pt x="219" y="23"/>
                </a:lnTo>
                <a:lnTo>
                  <a:pt x="237" y="28"/>
                </a:lnTo>
                <a:lnTo>
                  <a:pt x="247" y="42"/>
                </a:lnTo>
                <a:lnTo>
                  <a:pt x="265" y="47"/>
                </a:lnTo>
                <a:lnTo>
                  <a:pt x="278" y="57"/>
                </a:lnTo>
                <a:lnTo>
                  <a:pt x="292" y="61"/>
                </a:lnTo>
                <a:lnTo>
                  <a:pt x="310" y="61"/>
                </a:lnTo>
                <a:lnTo>
                  <a:pt x="324" y="61"/>
                </a:lnTo>
                <a:lnTo>
                  <a:pt x="338" y="61"/>
                </a:lnTo>
                <a:lnTo>
                  <a:pt x="351" y="61"/>
                </a:lnTo>
                <a:lnTo>
                  <a:pt x="365" y="61"/>
                </a:lnTo>
                <a:lnTo>
                  <a:pt x="379" y="61"/>
                </a:lnTo>
                <a:lnTo>
                  <a:pt x="393" y="57"/>
                </a:lnTo>
                <a:lnTo>
                  <a:pt x="407" y="57"/>
                </a:lnTo>
                <a:lnTo>
                  <a:pt x="429" y="57"/>
                </a:lnTo>
                <a:lnTo>
                  <a:pt x="448" y="61"/>
                </a:lnTo>
                <a:lnTo>
                  <a:pt x="466" y="61"/>
                </a:lnTo>
                <a:lnTo>
                  <a:pt x="484" y="66"/>
                </a:lnTo>
                <a:lnTo>
                  <a:pt x="498" y="71"/>
                </a:lnTo>
                <a:lnTo>
                  <a:pt x="511" y="76"/>
                </a:lnTo>
                <a:lnTo>
                  <a:pt x="525" y="81"/>
                </a:lnTo>
                <a:lnTo>
                  <a:pt x="539" y="81"/>
                </a:lnTo>
                <a:lnTo>
                  <a:pt x="557" y="85"/>
                </a:lnTo>
                <a:lnTo>
                  <a:pt x="571" y="85"/>
                </a:lnTo>
                <a:lnTo>
                  <a:pt x="594" y="85"/>
                </a:lnTo>
                <a:lnTo>
                  <a:pt x="612" y="85"/>
                </a:lnTo>
                <a:lnTo>
                  <a:pt x="630" y="85"/>
                </a:lnTo>
                <a:lnTo>
                  <a:pt x="644" y="85"/>
                </a:lnTo>
                <a:lnTo>
                  <a:pt x="658" y="85"/>
                </a:lnTo>
                <a:lnTo>
                  <a:pt x="681" y="85"/>
                </a:lnTo>
                <a:lnTo>
                  <a:pt x="704" y="81"/>
                </a:lnTo>
                <a:lnTo>
                  <a:pt x="722" y="81"/>
                </a:lnTo>
                <a:lnTo>
                  <a:pt x="740" y="81"/>
                </a:lnTo>
                <a:lnTo>
                  <a:pt x="758" y="81"/>
                </a:lnTo>
                <a:lnTo>
                  <a:pt x="772" y="81"/>
                </a:lnTo>
                <a:lnTo>
                  <a:pt x="786" y="81"/>
                </a:lnTo>
                <a:lnTo>
                  <a:pt x="799" y="81"/>
                </a:lnTo>
                <a:lnTo>
                  <a:pt x="813" y="85"/>
                </a:lnTo>
                <a:lnTo>
                  <a:pt x="827" y="85"/>
                </a:lnTo>
                <a:lnTo>
                  <a:pt x="850" y="90"/>
                </a:lnTo>
                <a:lnTo>
                  <a:pt x="864" y="90"/>
                </a:lnTo>
                <a:lnTo>
                  <a:pt x="882" y="85"/>
                </a:lnTo>
                <a:lnTo>
                  <a:pt x="905" y="85"/>
                </a:lnTo>
                <a:lnTo>
                  <a:pt x="923" y="85"/>
                </a:lnTo>
                <a:lnTo>
                  <a:pt x="941" y="85"/>
                </a:lnTo>
                <a:lnTo>
                  <a:pt x="955" y="85"/>
                </a:lnTo>
                <a:lnTo>
                  <a:pt x="969" y="85"/>
                </a:lnTo>
                <a:lnTo>
                  <a:pt x="982" y="85"/>
                </a:lnTo>
                <a:lnTo>
                  <a:pt x="996" y="85"/>
                </a:lnTo>
                <a:lnTo>
                  <a:pt x="1014" y="90"/>
                </a:lnTo>
                <a:lnTo>
                  <a:pt x="1033" y="90"/>
                </a:lnTo>
                <a:lnTo>
                  <a:pt x="1051" y="95"/>
                </a:lnTo>
                <a:lnTo>
                  <a:pt x="1069" y="100"/>
                </a:lnTo>
                <a:lnTo>
                  <a:pt x="1088" y="100"/>
                </a:lnTo>
                <a:lnTo>
                  <a:pt x="1101" y="100"/>
                </a:lnTo>
                <a:lnTo>
                  <a:pt x="1124" y="104"/>
                </a:lnTo>
                <a:lnTo>
                  <a:pt x="1151" y="109"/>
                </a:lnTo>
                <a:lnTo>
                  <a:pt x="1165" y="109"/>
                </a:lnTo>
                <a:lnTo>
                  <a:pt x="1179" y="109"/>
                </a:lnTo>
                <a:lnTo>
                  <a:pt x="1197" y="109"/>
                </a:lnTo>
                <a:lnTo>
                  <a:pt x="1211" y="109"/>
                </a:lnTo>
                <a:lnTo>
                  <a:pt x="1225" y="109"/>
                </a:lnTo>
                <a:lnTo>
                  <a:pt x="1238" y="109"/>
                </a:lnTo>
                <a:lnTo>
                  <a:pt x="1284" y="109"/>
                </a:lnTo>
                <a:lnTo>
                  <a:pt x="1330" y="109"/>
                </a:lnTo>
                <a:lnTo>
                  <a:pt x="1375" y="109"/>
                </a:lnTo>
                <a:lnTo>
                  <a:pt x="1394" y="109"/>
                </a:lnTo>
                <a:lnTo>
                  <a:pt x="1412" y="109"/>
                </a:lnTo>
                <a:lnTo>
                  <a:pt x="1430" y="109"/>
                </a:lnTo>
                <a:lnTo>
                  <a:pt x="1444" y="104"/>
                </a:lnTo>
                <a:lnTo>
                  <a:pt x="1504" y="71"/>
                </a:lnTo>
                <a:lnTo>
                  <a:pt x="1513" y="85"/>
                </a:lnTo>
                <a:lnTo>
                  <a:pt x="1522" y="104"/>
                </a:lnTo>
                <a:lnTo>
                  <a:pt x="1540" y="109"/>
                </a:lnTo>
                <a:lnTo>
                  <a:pt x="1554" y="104"/>
                </a:lnTo>
                <a:lnTo>
                  <a:pt x="1568" y="104"/>
                </a:lnTo>
                <a:lnTo>
                  <a:pt x="1581" y="100"/>
                </a:lnTo>
                <a:lnTo>
                  <a:pt x="1595" y="104"/>
                </a:lnTo>
                <a:lnTo>
                  <a:pt x="1613" y="109"/>
                </a:lnTo>
                <a:lnTo>
                  <a:pt x="1627" y="109"/>
                </a:lnTo>
                <a:lnTo>
                  <a:pt x="1640" y="114"/>
                </a:lnTo>
                <a:lnTo>
                  <a:pt x="1654" y="114"/>
                </a:lnTo>
                <a:lnTo>
                  <a:pt x="1668" y="114"/>
                </a:lnTo>
                <a:lnTo>
                  <a:pt x="1682" y="114"/>
                </a:lnTo>
                <a:lnTo>
                  <a:pt x="1695" y="114"/>
                </a:lnTo>
                <a:lnTo>
                  <a:pt x="1709" y="109"/>
                </a:lnTo>
                <a:lnTo>
                  <a:pt x="1723" y="109"/>
                </a:lnTo>
                <a:lnTo>
                  <a:pt x="1741" y="109"/>
                </a:lnTo>
                <a:lnTo>
                  <a:pt x="1759" y="104"/>
                </a:lnTo>
                <a:lnTo>
                  <a:pt x="1773" y="100"/>
                </a:lnTo>
                <a:lnTo>
                  <a:pt x="1787" y="100"/>
                </a:lnTo>
                <a:lnTo>
                  <a:pt x="1805" y="100"/>
                </a:lnTo>
                <a:lnTo>
                  <a:pt x="1819" y="95"/>
                </a:lnTo>
                <a:lnTo>
                  <a:pt x="1833" y="100"/>
                </a:lnTo>
                <a:lnTo>
                  <a:pt x="1846" y="114"/>
                </a:lnTo>
                <a:lnTo>
                  <a:pt x="1860" y="119"/>
                </a:lnTo>
                <a:lnTo>
                  <a:pt x="1878" y="119"/>
                </a:lnTo>
                <a:lnTo>
                  <a:pt x="1892" y="119"/>
                </a:lnTo>
                <a:lnTo>
                  <a:pt x="1906" y="119"/>
                </a:lnTo>
                <a:lnTo>
                  <a:pt x="1924" y="119"/>
                </a:lnTo>
                <a:lnTo>
                  <a:pt x="1942" y="114"/>
                </a:lnTo>
                <a:lnTo>
                  <a:pt x="1960" y="109"/>
                </a:lnTo>
                <a:lnTo>
                  <a:pt x="1979" y="109"/>
                </a:lnTo>
                <a:lnTo>
                  <a:pt x="1993" y="104"/>
                </a:lnTo>
                <a:lnTo>
                  <a:pt x="2011" y="104"/>
                </a:lnTo>
                <a:lnTo>
                  <a:pt x="2025" y="100"/>
                </a:lnTo>
                <a:lnTo>
                  <a:pt x="2038" y="100"/>
                </a:lnTo>
                <a:lnTo>
                  <a:pt x="2052" y="100"/>
                </a:lnTo>
                <a:lnTo>
                  <a:pt x="2107" y="100"/>
                </a:lnTo>
                <a:lnTo>
                  <a:pt x="2120" y="100"/>
                </a:lnTo>
                <a:lnTo>
                  <a:pt x="2139" y="100"/>
                </a:lnTo>
                <a:lnTo>
                  <a:pt x="2153" y="100"/>
                </a:lnTo>
                <a:lnTo>
                  <a:pt x="2166" y="95"/>
                </a:lnTo>
                <a:lnTo>
                  <a:pt x="2185" y="85"/>
                </a:lnTo>
                <a:lnTo>
                  <a:pt x="2208" y="81"/>
                </a:lnTo>
                <a:lnTo>
                  <a:pt x="2221" y="76"/>
                </a:lnTo>
                <a:lnTo>
                  <a:pt x="2235" y="66"/>
                </a:lnTo>
                <a:lnTo>
                  <a:pt x="2249" y="61"/>
                </a:lnTo>
                <a:lnTo>
                  <a:pt x="2262" y="52"/>
                </a:lnTo>
                <a:lnTo>
                  <a:pt x="2276" y="52"/>
                </a:lnTo>
                <a:lnTo>
                  <a:pt x="2290" y="57"/>
                </a:lnTo>
                <a:lnTo>
                  <a:pt x="2313" y="61"/>
                </a:lnTo>
                <a:lnTo>
                  <a:pt x="2326" y="61"/>
                </a:lnTo>
                <a:lnTo>
                  <a:pt x="2349" y="71"/>
                </a:lnTo>
                <a:lnTo>
                  <a:pt x="2368" y="76"/>
                </a:lnTo>
                <a:lnTo>
                  <a:pt x="2381" y="76"/>
                </a:lnTo>
                <a:lnTo>
                  <a:pt x="2395" y="76"/>
                </a:lnTo>
                <a:lnTo>
                  <a:pt x="2409" y="71"/>
                </a:lnTo>
                <a:lnTo>
                  <a:pt x="2427" y="71"/>
                </a:lnTo>
                <a:lnTo>
                  <a:pt x="2440" y="66"/>
                </a:lnTo>
                <a:lnTo>
                  <a:pt x="2459" y="66"/>
                </a:lnTo>
                <a:lnTo>
                  <a:pt x="2482" y="66"/>
                </a:lnTo>
                <a:lnTo>
                  <a:pt x="2495" y="66"/>
                </a:lnTo>
                <a:lnTo>
                  <a:pt x="2509" y="71"/>
                </a:lnTo>
                <a:lnTo>
                  <a:pt x="2523" y="71"/>
                </a:lnTo>
                <a:lnTo>
                  <a:pt x="2536" y="76"/>
                </a:lnTo>
                <a:lnTo>
                  <a:pt x="2550" y="76"/>
                </a:lnTo>
                <a:lnTo>
                  <a:pt x="2569" y="76"/>
                </a:lnTo>
                <a:lnTo>
                  <a:pt x="2591" y="71"/>
                </a:lnTo>
                <a:lnTo>
                  <a:pt x="2614" y="71"/>
                </a:lnTo>
                <a:lnTo>
                  <a:pt x="2628" y="71"/>
                </a:lnTo>
                <a:lnTo>
                  <a:pt x="2646" y="66"/>
                </a:lnTo>
                <a:lnTo>
                  <a:pt x="2660" y="61"/>
                </a:lnTo>
                <a:lnTo>
                  <a:pt x="2674" y="52"/>
                </a:lnTo>
                <a:lnTo>
                  <a:pt x="2688" y="47"/>
                </a:lnTo>
                <a:lnTo>
                  <a:pt x="2706" y="42"/>
                </a:lnTo>
                <a:lnTo>
                  <a:pt x="2724" y="42"/>
                </a:lnTo>
                <a:lnTo>
                  <a:pt x="2742" y="38"/>
                </a:lnTo>
                <a:lnTo>
                  <a:pt x="2756" y="33"/>
                </a:lnTo>
                <a:lnTo>
                  <a:pt x="2774" y="28"/>
                </a:lnTo>
                <a:lnTo>
                  <a:pt x="2788" y="23"/>
                </a:lnTo>
                <a:lnTo>
                  <a:pt x="2801" y="19"/>
                </a:lnTo>
                <a:lnTo>
                  <a:pt x="2852" y="0"/>
                </a:lnTo>
                <a:lnTo>
                  <a:pt x="2875" y="9"/>
                </a:lnTo>
                <a:lnTo>
                  <a:pt x="2884" y="23"/>
                </a:lnTo>
                <a:lnTo>
                  <a:pt x="2897" y="28"/>
                </a:lnTo>
                <a:lnTo>
                  <a:pt x="2912" y="28"/>
                </a:lnTo>
                <a:lnTo>
                  <a:pt x="2934" y="23"/>
                </a:lnTo>
                <a:lnTo>
                  <a:pt x="2948" y="19"/>
                </a:lnTo>
                <a:lnTo>
                  <a:pt x="2961" y="9"/>
                </a:lnTo>
                <a:lnTo>
                  <a:pt x="2985" y="5"/>
                </a:lnTo>
                <a:lnTo>
                  <a:pt x="2985" y="410"/>
                </a:lnTo>
                <a:lnTo>
                  <a:pt x="2934" y="386"/>
                </a:lnTo>
                <a:lnTo>
                  <a:pt x="2925" y="371"/>
                </a:lnTo>
                <a:lnTo>
                  <a:pt x="2920" y="357"/>
                </a:lnTo>
                <a:lnTo>
                  <a:pt x="2916" y="343"/>
                </a:lnTo>
                <a:lnTo>
                  <a:pt x="2902" y="333"/>
                </a:lnTo>
                <a:lnTo>
                  <a:pt x="2889" y="333"/>
                </a:lnTo>
                <a:lnTo>
                  <a:pt x="2875" y="348"/>
                </a:lnTo>
                <a:lnTo>
                  <a:pt x="2861" y="333"/>
                </a:lnTo>
                <a:lnTo>
                  <a:pt x="2848" y="338"/>
                </a:lnTo>
                <a:lnTo>
                  <a:pt x="2829" y="348"/>
                </a:lnTo>
                <a:lnTo>
                  <a:pt x="2820" y="333"/>
                </a:lnTo>
                <a:lnTo>
                  <a:pt x="2806" y="328"/>
                </a:lnTo>
                <a:lnTo>
                  <a:pt x="2793" y="319"/>
                </a:lnTo>
                <a:lnTo>
                  <a:pt x="2783" y="305"/>
                </a:lnTo>
                <a:lnTo>
                  <a:pt x="2770" y="290"/>
                </a:lnTo>
                <a:lnTo>
                  <a:pt x="2756" y="276"/>
                </a:lnTo>
                <a:lnTo>
                  <a:pt x="2747" y="262"/>
                </a:lnTo>
                <a:lnTo>
                  <a:pt x="2733" y="271"/>
                </a:lnTo>
                <a:lnTo>
                  <a:pt x="2719" y="262"/>
                </a:lnTo>
                <a:lnTo>
                  <a:pt x="2719" y="247"/>
                </a:lnTo>
                <a:lnTo>
                  <a:pt x="2710" y="228"/>
                </a:lnTo>
                <a:lnTo>
                  <a:pt x="2701" y="209"/>
                </a:lnTo>
                <a:lnTo>
                  <a:pt x="2696" y="195"/>
                </a:lnTo>
                <a:lnTo>
                  <a:pt x="2683" y="185"/>
                </a:lnTo>
                <a:lnTo>
                  <a:pt x="2665" y="195"/>
                </a:lnTo>
                <a:lnTo>
                  <a:pt x="2655" y="176"/>
                </a:lnTo>
                <a:lnTo>
                  <a:pt x="2646" y="162"/>
                </a:lnTo>
                <a:lnTo>
                  <a:pt x="2633" y="157"/>
                </a:lnTo>
                <a:lnTo>
                  <a:pt x="2623" y="143"/>
                </a:lnTo>
                <a:lnTo>
                  <a:pt x="2610" y="143"/>
                </a:lnTo>
                <a:lnTo>
                  <a:pt x="2596" y="143"/>
                </a:lnTo>
                <a:lnTo>
                  <a:pt x="2582" y="138"/>
                </a:lnTo>
                <a:lnTo>
                  <a:pt x="2564" y="128"/>
                </a:lnTo>
                <a:lnTo>
                  <a:pt x="2550" y="128"/>
                </a:lnTo>
                <a:lnTo>
                  <a:pt x="2536" y="128"/>
                </a:lnTo>
                <a:lnTo>
                  <a:pt x="2518" y="123"/>
                </a:lnTo>
                <a:lnTo>
                  <a:pt x="2505" y="119"/>
                </a:lnTo>
                <a:lnTo>
                  <a:pt x="2495" y="104"/>
                </a:lnTo>
                <a:lnTo>
                  <a:pt x="2482" y="104"/>
                </a:lnTo>
                <a:lnTo>
                  <a:pt x="2468" y="109"/>
                </a:lnTo>
                <a:lnTo>
                  <a:pt x="2463" y="123"/>
                </a:lnTo>
                <a:lnTo>
                  <a:pt x="2450" y="138"/>
                </a:lnTo>
                <a:lnTo>
                  <a:pt x="2436" y="143"/>
                </a:lnTo>
                <a:lnTo>
                  <a:pt x="2463" y="276"/>
                </a:lnTo>
                <a:lnTo>
                  <a:pt x="2445" y="271"/>
                </a:lnTo>
                <a:lnTo>
                  <a:pt x="2431" y="262"/>
                </a:lnTo>
                <a:lnTo>
                  <a:pt x="2417" y="247"/>
                </a:lnTo>
                <a:lnTo>
                  <a:pt x="2290" y="157"/>
                </a:lnTo>
                <a:lnTo>
                  <a:pt x="2276" y="147"/>
                </a:lnTo>
                <a:lnTo>
                  <a:pt x="2262" y="138"/>
                </a:lnTo>
                <a:lnTo>
                  <a:pt x="2253" y="123"/>
                </a:lnTo>
                <a:lnTo>
                  <a:pt x="2239" y="119"/>
                </a:lnTo>
                <a:lnTo>
                  <a:pt x="2226" y="128"/>
                </a:lnTo>
                <a:lnTo>
                  <a:pt x="2216" y="143"/>
                </a:lnTo>
                <a:lnTo>
                  <a:pt x="2198" y="157"/>
                </a:lnTo>
                <a:lnTo>
                  <a:pt x="2185" y="162"/>
                </a:lnTo>
                <a:lnTo>
                  <a:pt x="2171" y="162"/>
                </a:lnTo>
                <a:lnTo>
                  <a:pt x="2157" y="152"/>
                </a:lnTo>
                <a:lnTo>
                  <a:pt x="2143" y="147"/>
                </a:lnTo>
                <a:lnTo>
                  <a:pt x="2130" y="157"/>
                </a:lnTo>
                <a:lnTo>
                  <a:pt x="2116" y="143"/>
                </a:lnTo>
                <a:lnTo>
                  <a:pt x="2102" y="147"/>
                </a:lnTo>
                <a:lnTo>
                  <a:pt x="2089" y="157"/>
                </a:lnTo>
                <a:lnTo>
                  <a:pt x="2075" y="147"/>
                </a:lnTo>
                <a:lnTo>
                  <a:pt x="2061" y="143"/>
                </a:lnTo>
                <a:lnTo>
                  <a:pt x="2048" y="143"/>
                </a:lnTo>
                <a:lnTo>
                  <a:pt x="2034" y="147"/>
                </a:lnTo>
                <a:lnTo>
                  <a:pt x="2020" y="147"/>
                </a:lnTo>
                <a:lnTo>
                  <a:pt x="2006" y="143"/>
                </a:lnTo>
                <a:lnTo>
                  <a:pt x="1988" y="147"/>
                </a:lnTo>
                <a:lnTo>
                  <a:pt x="1970" y="157"/>
                </a:lnTo>
                <a:lnTo>
                  <a:pt x="1956" y="157"/>
                </a:lnTo>
                <a:lnTo>
                  <a:pt x="1937" y="162"/>
                </a:lnTo>
                <a:lnTo>
                  <a:pt x="1924" y="162"/>
                </a:lnTo>
                <a:lnTo>
                  <a:pt x="1906" y="152"/>
                </a:lnTo>
                <a:lnTo>
                  <a:pt x="1892" y="147"/>
                </a:lnTo>
                <a:lnTo>
                  <a:pt x="1878" y="147"/>
                </a:lnTo>
                <a:lnTo>
                  <a:pt x="1865" y="157"/>
                </a:lnTo>
                <a:lnTo>
                  <a:pt x="1846" y="171"/>
                </a:lnTo>
                <a:lnTo>
                  <a:pt x="1833" y="181"/>
                </a:lnTo>
                <a:lnTo>
                  <a:pt x="1823" y="166"/>
                </a:lnTo>
                <a:lnTo>
                  <a:pt x="1810" y="157"/>
                </a:lnTo>
                <a:lnTo>
                  <a:pt x="1796" y="157"/>
                </a:lnTo>
                <a:lnTo>
                  <a:pt x="1782" y="162"/>
                </a:lnTo>
                <a:lnTo>
                  <a:pt x="1769" y="166"/>
                </a:lnTo>
                <a:lnTo>
                  <a:pt x="1750" y="166"/>
                </a:lnTo>
                <a:lnTo>
                  <a:pt x="1732" y="162"/>
                </a:lnTo>
                <a:lnTo>
                  <a:pt x="1714" y="157"/>
                </a:lnTo>
                <a:lnTo>
                  <a:pt x="1700" y="152"/>
                </a:lnTo>
                <a:lnTo>
                  <a:pt x="1677" y="157"/>
                </a:lnTo>
                <a:lnTo>
                  <a:pt x="1663" y="162"/>
                </a:lnTo>
                <a:lnTo>
                  <a:pt x="1645" y="166"/>
                </a:lnTo>
                <a:lnTo>
                  <a:pt x="1622" y="176"/>
                </a:lnTo>
                <a:lnTo>
                  <a:pt x="1609" y="171"/>
                </a:lnTo>
                <a:lnTo>
                  <a:pt x="1595" y="162"/>
                </a:lnTo>
                <a:lnTo>
                  <a:pt x="1581" y="152"/>
                </a:lnTo>
                <a:lnTo>
                  <a:pt x="1568" y="157"/>
                </a:lnTo>
                <a:lnTo>
                  <a:pt x="1554" y="157"/>
                </a:lnTo>
                <a:lnTo>
                  <a:pt x="1540" y="157"/>
                </a:lnTo>
                <a:lnTo>
                  <a:pt x="1527" y="157"/>
                </a:lnTo>
                <a:lnTo>
                  <a:pt x="1513" y="157"/>
                </a:lnTo>
                <a:lnTo>
                  <a:pt x="1499" y="157"/>
                </a:lnTo>
                <a:lnTo>
                  <a:pt x="1416" y="276"/>
                </a:lnTo>
                <a:lnTo>
                  <a:pt x="1480" y="147"/>
                </a:lnTo>
                <a:lnTo>
                  <a:pt x="1467" y="147"/>
                </a:lnTo>
                <a:lnTo>
                  <a:pt x="1453" y="147"/>
                </a:lnTo>
                <a:lnTo>
                  <a:pt x="1439" y="152"/>
                </a:lnTo>
                <a:lnTo>
                  <a:pt x="1421" y="152"/>
                </a:lnTo>
                <a:lnTo>
                  <a:pt x="1408" y="152"/>
                </a:lnTo>
                <a:lnTo>
                  <a:pt x="1394" y="157"/>
                </a:lnTo>
                <a:lnTo>
                  <a:pt x="1380" y="166"/>
                </a:lnTo>
                <a:lnTo>
                  <a:pt x="1367" y="166"/>
                </a:lnTo>
                <a:lnTo>
                  <a:pt x="1353" y="166"/>
                </a:lnTo>
                <a:lnTo>
                  <a:pt x="1339" y="166"/>
                </a:lnTo>
                <a:lnTo>
                  <a:pt x="1325" y="166"/>
                </a:lnTo>
                <a:lnTo>
                  <a:pt x="1311" y="157"/>
                </a:lnTo>
                <a:lnTo>
                  <a:pt x="1293" y="152"/>
                </a:lnTo>
                <a:lnTo>
                  <a:pt x="1279" y="152"/>
                </a:lnTo>
                <a:lnTo>
                  <a:pt x="1266" y="152"/>
                </a:lnTo>
                <a:lnTo>
                  <a:pt x="1248" y="157"/>
                </a:lnTo>
                <a:lnTo>
                  <a:pt x="1234" y="157"/>
                </a:lnTo>
                <a:lnTo>
                  <a:pt x="1215" y="157"/>
                </a:lnTo>
                <a:lnTo>
                  <a:pt x="1202" y="162"/>
                </a:lnTo>
                <a:lnTo>
                  <a:pt x="1184" y="162"/>
                </a:lnTo>
                <a:lnTo>
                  <a:pt x="1170" y="157"/>
                </a:lnTo>
                <a:lnTo>
                  <a:pt x="1156" y="157"/>
                </a:lnTo>
                <a:lnTo>
                  <a:pt x="1138" y="152"/>
                </a:lnTo>
                <a:lnTo>
                  <a:pt x="1124" y="147"/>
                </a:lnTo>
                <a:lnTo>
                  <a:pt x="1110" y="147"/>
                </a:lnTo>
                <a:lnTo>
                  <a:pt x="1096" y="147"/>
                </a:lnTo>
                <a:lnTo>
                  <a:pt x="1083" y="152"/>
                </a:lnTo>
                <a:lnTo>
                  <a:pt x="1069" y="157"/>
                </a:lnTo>
                <a:lnTo>
                  <a:pt x="1055" y="157"/>
                </a:lnTo>
                <a:lnTo>
                  <a:pt x="1037" y="157"/>
                </a:lnTo>
                <a:lnTo>
                  <a:pt x="1024" y="157"/>
                </a:lnTo>
                <a:lnTo>
                  <a:pt x="1010" y="147"/>
                </a:lnTo>
                <a:lnTo>
                  <a:pt x="996" y="138"/>
                </a:lnTo>
                <a:lnTo>
                  <a:pt x="982" y="128"/>
                </a:lnTo>
                <a:lnTo>
                  <a:pt x="964" y="123"/>
                </a:lnTo>
                <a:lnTo>
                  <a:pt x="950" y="123"/>
                </a:lnTo>
                <a:lnTo>
                  <a:pt x="936" y="119"/>
                </a:lnTo>
                <a:lnTo>
                  <a:pt x="923" y="109"/>
                </a:lnTo>
                <a:lnTo>
                  <a:pt x="909" y="104"/>
                </a:lnTo>
                <a:lnTo>
                  <a:pt x="895" y="104"/>
                </a:lnTo>
                <a:lnTo>
                  <a:pt x="882" y="104"/>
                </a:lnTo>
                <a:lnTo>
                  <a:pt x="868" y="109"/>
                </a:lnTo>
                <a:lnTo>
                  <a:pt x="854" y="119"/>
                </a:lnTo>
                <a:lnTo>
                  <a:pt x="841" y="119"/>
                </a:lnTo>
                <a:lnTo>
                  <a:pt x="827" y="128"/>
                </a:lnTo>
                <a:lnTo>
                  <a:pt x="813" y="128"/>
                </a:lnTo>
                <a:lnTo>
                  <a:pt x="799" y="119"/>
                </a:lnTo>
                <a:lnTo>
                  <a:pt x="781" y="114"/>
                </a:lnTo>
                <a:lnTo>
                  <a:pt x="768" y="114"/>
                </a:lnTo>
                <a:lnTo>
                  <a:pt x="749" y="104"/>
                </a:lnTo>
                <a:lnTo>
                  <a:pt x="735" y="104"/>
                </a:lnTo>
                <a:lnTo>
                  <a:pt x="722" y="109"/>
                </a:lnTo>
                <a:lnTo>
                  <a:pt x="708" y="114"/>
                </a:lnTo>
                <a:lnTo>
                  <a:pt x="694" y="119"/>
                </a:lnTo>
                <a:lnTo>
                  <a:pt x="681" y="123"/>
                </a:lnTo>
                <a:lnTo>
                  <a:pt x="667" y="128"/>
                </a:lnTo>
                <a:lnTo>
                  <a:pt x="653" y="128"/>
                </a:lnTo>
                <a:lnTo>
                  <a:pt x="639" y="128"/>
                </a:lnTo>
                <a:lnTo>
                  <a:pt x="626" y="128"/>
                </a:lnTo>
                <a:lnTo>
                  <a:pt x="608" y="128"/>
                </a:lnTo>
                <a:lnTo>
                  <a:pt x="594" y="128"/>
                </a:lnTo>
                <a:lnTo>
                  <a:pt x="580" y="123"/>
                </a:lnTo>
                <a:lnTo>
                  <a:pt x="567" y="123"/>
                </a:lnTo>
                <a:lnTo>
                  <a:pt x="553" y="123"/>
                </a:lnTo>
                <a:lnTo>
                  <a:pt x="534" y="123"/>
                </a:lnTo>
                <a:lnTo>
                  <a:pt x="521" y="123"/>
                </a:lnTo>
                <a:lnTo>
                  <a:pt x="507" y="123"/>
                </a:lnTo>
                <a:lnTo>
                  <a:pt x="493" y="133"/>
                </a:lnTo>
                <a:lnTo>
                  <a:pt x="479" y="138"/>
                </a:lnTo>
                <a:lnTo>
                  <a:pt x="466" y="143"/>
                </a:lnTo>
                <a:lnTo>
                  <a:pt x="452" y="143"/>
                </a:lnTo>
                <a:lnTo>
                  <a:pt x="438" y="143"/>
                </a:lnTo>
                <a:lnTo>
                  <a:pt x="425" y="133"/>
                </a:lnTo>
                <a:lnTo>
                  <a:pt x="411" y="128"/>
                </a:lnTo>
                <a:lnTo>
                  <a:pt x="397" y="128"/>
                </a:lnTo>
                <a:lnTo>
                  <a:pt x="384" y="128"/>
                </a:lnTo>
                <a:lnTo>
                  <a:pt x="361" y="123"/>
                </a:lnTo>
                <a:lnTo>
                  <a:pt x="347" y="123"/>
                </a:lnTo>
                <a:lnTo>
                  <a:pt x="333" y="133"/>
                </a:lnTo>
                <a:lnTo>
                  <a:pt x="319" y="143"/>
                </a:lnTo>
                <a:lnTo>
                  <a:pt x="306" y="152"/>
                </a:lnTo>
                <a:lnTo>
                  <a:pt x="292" y="157"/>
                </a:lnTo>
                <a:lnTo>
                  <a:pt x="278" y="157"/>
                </a:lnTo>
                <a:lnTo>
                  <a:pt x="265" y="152"/>
                </a:lnTo>
                <a:lnTo>
                  <a:pt x="251" y="147"/>
                </a:lnTo>
                <a:lnTo>
                  <a:pt x="237" y="147"/>
                </a:lnTo>
                <a:lnTo>
                  <a:pt x="224" y="143"/>
                </a:lnTo>
                <a:lnTo>
                  <a:pt x="210" y="143"/>
                </a:lnTo>
                <a:lnTo>
                  <a:pt x="196" y="143"/>
                </a:lnTo>
                <a:lnTo>
                  <a:pt x="178" y="143"/>
                </a:lnTo>
                <a:lnTo>
                  <a:pt x="159" y="143"/>
                </a:lnTo>
                <a:lnTo>
                  <a:pt x="146" y="143"/>
                </a:lnTo>
                <a:lnTo>
                  <a:pt x="132" y="143"/>
                </a:lnTo>
                <a:lnTo>
                  <a:pt x="118" y="147"/>
                </a:lnTo>
                <a:lnTo>
                  <a:pt x="105" y="147"/>
                </a:lnTo>
                <a:lnTo>
                  <a:pt x="91" y="147"/>
                </a:lnTo>
                <a:lnTo>
                  <a:pt x="77" y="152"/>
                </a:lnTo>
                <a:lnTo>
                  <a:pt x="64" y="157"/>
                </a:lnTo>
                <a:lnTo>
                  <a:pt x="50" y="162"/>
                </a:lnTo>
                <a:lnTo>
                  <a:pt x="31" y="171"/>
                </a:lnTo>
                <a:lnTo>
                  <a:pt x="13" y="176"/>
                </a:lnTo>
                <a:lnTo>
                  <a:pt x="0" y="185"/>
                </a:lnTo>
                <a:lnTo>
                  <a:pt x="0" y="37"/>
                </a:lnTo>
              </a:path>
            </a:pathLst>
          </a:custGeom>
          <a:ln w="12700" cap="rnd" cmpd="sng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40" name="AutoShape 44">
            <a:extLst>
              <a:ext uri="{FF2B5EF4-FFF2-40B4-BE49-F238E27FC236}">
                <a16:creationId xmlns:a16="http://schemas.microsoft.com/office/drawing/2014/main" id="{FAEABC6A-AF00-76B2-AFDB-39A50D6D8F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1550" y="1711325"/>
            <a:ext cx="146050" cy="215900"/>
          </a:xfrm>
          <a:prstGeom prst="upArrow">
            <a:avLst>
              <a:gd name="adj1" fmla="val 50000"/>
              <a:gd name="adj2" fmla="val 73906"/>
            </a:avLst>
          </a:prstGeom>
          <a:solidFill>
            <a:srgbClr val="66FF33"/>
          </a:solidFill>
          <a:ln w="12700">
            <a:solidFill>
              <a:srgbClr val="67676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>
            <a:extLst>
              <a:ext uri="{FF2B5EF4-FFF2-40B4-BE49-F238E27FC236}">
                <a16:creationId xmlns:a16="http://schemas.microsoft.com/office/drawing/2014/main" id="{83E7293D-6707-56FC-6305-DDE74934CD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00" y="1963738"/>
            <a:ext cx="3908425" cy="1844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MOVE 1 TO StrPtr</a:t>
            </a:r>
          </a:p>
          <a:p>
            <a:pPr>
              <a:lnSpc>
                <a:spcPct val="8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STRING DayStr   DELIMITED BY SPACES</a:t>
            </a:r>
          </a:p>
          <a:p>
            <a:pPr>
              <a:lnSpc>
                <a:spcPct val="8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","      DELIMITED BY SIZE</a:t>
            </a:r>
          </a:p>
          <a:p>
            <a:pPr>
              <a:lnSpc>
                <a:spcPct val="8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INTO DateStr WITH POINTER StrPtr</a:t>
            </a:r>
            <a:b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END-STRING.</a:t>
            </a:r>
          </a:p>
          <a:p>
            <a:pPr>
              <a:lnSpc>
                <a:spcPct val="80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STRING MonthStr DELIMITED BY SPACES</a:t>
            </a:r>
          </a:p>
          <a:p>
            <a:pPr>
              <a:lnSpc>
                <a:spcPct val="80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    ","      DELIMITED BY SIZE</a:t>
            </a:r>
          </a:p>
          <a:p>
            <a:pPr>
              <a:lnSpc>
                <a:spcPct val="80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    INTO DateStr WITH POINTER StrPtr</a:t>
            </a:r>
            <a:br>
              <a:rPr lang="en-US" altLang="en-US" sz="1200" b="1">
                <a:latin typeface="Courier New" panose="02070309020205020404" pitchFamily="49" charset="0"/>
              </a:rPr>
            </a:br>
            <a:r>
              <a:rPr lang="en-US" altLang="en-US" sz="1200" b="1">
                <a:latin typeface="Courier New" panose="02070309020205020404" pitchFamily="49" charset="0"/>
              </a:rPr>
              <a:t>END-STRING.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STRING YearStr  DELIMITED BY SIZE</a:t>
            </a:r>
          </a:p>
          <a:p>
            <a:pPr>
              <a:lnSpc>
                <a:spcPct val="8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INTO DateStr WITH POINTER StrPtr</a:t>
            </a:r>
            <a:b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END-STRING.</a:t>
            </a:r>
          </a:p>
        </p:txBody>
      </p:sp>
      <p:grpSp>
        <p:nvGrpSpPr>
          <p:cNvPr id="5132" name="Group 12">
            <a:extLst>
              <a:ext uri="{FF2B5EF4-FFF2-40B4-BE49-F238E27FC236}">
                <a16:creationId xmlns:a16="http://schemas.microsoft.com/office/drawing/2014/main" id="{01A551FF-9ACD-8581-23A6-F61AC2680DDA}"/>
              </a:ext>
            </a:extLst>
          </p:cNvPr>
          <p:cNvGrpSpPr>
            <a:grpSpLocks/>
          </p:cNvGrpSpPr>
          <p:nvPr/>
        </p:nvGrpSpPr>
        <p:grpSpPr bwMode="auto">
          <a:xfrm>
            <a:off x="2178050" y="676275"/>
            <a:ext cx="2427288" cy="241300"/>
            <a:chOff x="1372" y="426"/>
            <a:chExt cx="1529" cy="152"/>
          </a:xfrm>
        </p:grpSpPr>
        <p:sp>
          <p:nvSpPr>
            <p:cNvPr id="5123" name="Rectangle 3">
              <a:extLst>
                <a:ext uri="{FF2B5EF4-FFF2-40B4-BE49-F238E27FC236}">
                  <a16:creationId xmlns:a16="http://schemas.microsoft.com/office/drawing/2014/main" id="{F0B90E70-E7AE-3790-DDEF-C29EEF5640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2" y="431"/>
              <a:ext cx="1529" cy="14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24" name="Line 4">
              <a:extLst>
                <a:ext uri="{FF2B5EF4-FFF2-40B4-BE49-F238E27FC236}">
                  <a16:creationId xmlns:a16="http://schemas.microsoft.com/office/drawing/2014/main" id="{3452E314-4290-7C9D-9889-4A6F1C90878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41" y="426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25" name="Line 5">
              <a:extLst>
                <a:ext uri="{FF2B5EF4-FFF2-40B4-BE49-F238E27FC236}">
                  <a16:creationId xmlns:a16="http://schemas.microsoft.com/office/drawing/2014/main" id="{6280AB6C-8DC2-0B79-3B2F-4A781E63C5A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08" y="426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26" name="Line 6">
              <a:extLst>
                <a:ext uri="{FF2B5EF4-FFF2-40B4-BE49-F238E27FC236}">
                  <a16:creationId xmlns:a16="http://schemas.microsoft.com/office/drawing/2014/main" id="{E086B83A-1715-6087-0C1B-4C52C8FE140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91" y="426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27" name="Line 7">
              <a:extLst>
                <a:ext uri="{FF2B5EF4-FFF2-40B4-BE49-F238E27FC236}">
                  <a16:creationId xmlns:a16="http://schemas.microsoft.com/office/drawing/2014/main" id="{62F5C73F-E71F-9216-FBE3-12E0FC6C882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58" y="426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28" name="Line 8">
              <a:extLst>
                <a:ext uri="{FF2B5EF4-FFF2-40B4-BE49-F238E27FC236}">
                  <a16:creationId xmlns:a16="http://schemas.microsoft.com/office/drawing/2014/main" id="{6D9596E3-EA85-A729-92D4-D40137D9DD8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20" y="426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29" name="Line 9">
              <a:extLst>
                <a:ext uri="{FF2B5EF4-FFF2-40B4-BE49-F238E27FC236}">
                  <a16:creationId xmlns:a16="http://schemas.microsoft.com/office/drawing/2014/main" id="{6BF396D1-3828-0BE3-58E8-9D01F25B4EB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92" y="426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30" name="Line 10">
              <a:extLst>
                <a:ext uri="{FF2B5EF4-FFF2-40B4-BE49-F238E27FC236}">
                  <a16:creationId xmlns:a16="http://schemas.microsoft.com/office/drawing/2014/main" id="{B1955F2F-6871-8F50-A73A-BE648E083A9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59" y="426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31" name="Line 11">
              <a:extLst>
                <a:ext uri="{FF2B5EF4-FFF2-40B4-BE49-F238E27FC236}">
                  <a16:creationId xmlns:a16="http://schemas.microsoft.com/office/drawing/2014/main" id="{CF1F5539-AB02-0E88-E385-5E7B4B6350B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2" y="426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135" name="Group 15">
            <a:extLst>
              <a:ext uri="{FF2B5EF4-FFF2-40B4-BE49-F238E27FC236}">
                <a16:creationId xmlns:a16="http://schemas.microsoft.com/office/drawing/2014/main" id="{E977AC33-421A-6FBF-9CCB-2E0943545A68}"/>
              </a:ext>
            </a:extLst>
          </p:cNvPr>
          <p:cNvGrpSpPr>
            <a:grpSpLocks/>
          </p:cNvGrpSpPr>
          <p:nvPr/>
        </p:nvGrpSpPr>
        <p:grpSpPr bwMode="auto">
          <a:xfrm>
            <a:off x="2178050" y="366713"/>
            <a:ext cx="520700" cy="241300"/>
            <a:chOff x="1372" y="231"/>
            <a:chExt cx="328" cy="152"/>
          </a:xfrm>
        </p:grpSpPr>
        <p:sp>
          <p:nvSpPr>
            <p:cNvPr id="5133" name="Rectangle 13">
              <a:extLst>
                <a:ext uri="{FF2B5EF4-FFF2-40B4-BE49-F238E27FC236}">
                  <a16:creationId xmlns:a16="http://schemas.microsoft.com/office/drawing/2014/main" id="{27D6B052-6453-6033-BAB3-908D28EF4E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2" y="231"/>
              <a:ext cx="328" cy="15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4" name="Line 14">
              <a:extLst>
                <a:ext uri="{FF2B5EF4-FFF2-40B4-BE49-F238E27FC236}">
                  <a16:creationId xmlns:a16="http://schemas.microsoft.com/office/drawing/2014/main" id="{894773FA-9753-6A02-01DF-ABACC5080D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41" y="23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140" name="Group 20">
            <a:extLst>
              <a:ext uri="{FF2B5EF4-FFF2-40B4-BE49-F238E27FC236}">
                <a16:creationId xmlns:a16="http://schemas.microsoft.com/office/drawing/2014/main" id="{057C7326-8F54-50FB-34A6-DFFF3F740D7F}"/>
              </a:ext>
            </a:extLst>
          </p:cNvPr>
          <p:cNvGrpSpPr>
            <a:grpSpLocks/>
          </p:cNvGrpSpPr>
          <p:nvPr/>
        </p:nvGrpSpPr>
        <p:grpSpPr bwMode="auto">
          <a:xfrm>
            <a:off x="2178050" y="965200"/>
            <a:ext cx="1092200" cy="241300"/>
            <a:chOff x="1372" y="608"/>
            <a:chExt cx="688" cy="152"/>
          </a:xfrm>
        </p:grpSpPr>
        <p:sp>
          <p:nvSpPr>
            <p:cNvPr id="5136" name="Rectangle 16">
              <a:extLst>
                <a:ext uri="{FF2B5EF4-FFF2-40B4-BE49-F238E27FC236}">
                  <a16:creationId xmlns:a16="http://schemas.microsoft.com/office/drawing/2014/main" id="{11731FD5-336F-3C66-F272-86C3516FF5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2" y="611"/>
              <a:ext cx="688" cy="144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7" name="Line 17">
              <a:extLst>
                <a:ext uri="{FF2B5EF4-FFF2-40B4-BE49-F238E27FC236}">
                  <a16:creationId xmlns:a16="http://schemas.microsoft.com/office/drawing/2014/main" id="{D81E08FE-4B7D-42C6-9F9C-45E157B8CC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41" y="608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38" name="Line 18">
              <a:extLst>
                <a:ext uri="{FF2B5EF4-FFF2-40B4-BE49-F238E27FC236}">
                  <a16:creationId xmlns:a16="http://schemas.microsoft.com/office/drawing/2014/main" id="{B36BB06B-AA30-4A8D-8BEC-BF233A7BD71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08" y="608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39" name="Line 19">
              <a:extLst>
                <a:ext uri="{FF2B5EF4-FFF2-40B4-BE49-F238E27FC236}">
                  <a16:creationId xmlns:a16="http://schemas.microsoft.com/office/drawing/2014/main" id="{D8141C24-D6EB-0C4D-3281-DC0240A5505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91" y="608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156" name="Group 36">
            <a:extLst>
              <a:ext uri="{FF2B5EF4-FFF2-40B4-BE49-F238E27FC236}">
                <a16:creationId xmlns:a16="http://schemas.microsoft.com/office/drawing/2014/main" id="{FA7393B5-ADF0-13A8-42DF-D8EFA953A311}"/>
              </a:ext>
            </a:extLst>
          </p:cNvPr>
          <p:cNvGrpSpPr>
            <a:grpSpLocks/>
          </p:cNvGrpSpPr>
          <p:nvPr/>
        </p:nvGrpSpPr>
        <p:grpSpPr bwMode="auto">
          <a:xfrm>
            <a:off x="407988" y="1463675"/>
            <a:ext cx="3730625" cy="239713"/>
            <a:chOff x="257" y="922"/>
            <a:chExt cx="2350" cy="151"/>
          </a:xfrm>
        </p:grpSpPr>
        <p:sp>
          <p:nvSpPr>
            <p:cNvPr id="5141" name="Rectangle 21">
              <a:extLst>
                <a:ext uri="{FF2B5EF4-FFF2-40B4-BE49-F238E27FC236}">
                  <a16:creationId xmlns:a16="http://schemas.microsoft.com/office/drawing/2014/main" id="{D30356A5-6F53-6D2E-0662-87AE0E9298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7" y="927"/>
              <a:ext cx="2350" cy="140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42" name="Line 22">
              <a:extLst>
                <a:ext uri="{FF2B5EF4-FFF2-40B4-BE49-F238E27FC236}">
                  <a16:creationId xmlns:a16="http://schemas.microsoft.com/office/drawing/2014/main" id="{ABCA24EB-E4F5-A90B-F90F-24105FCFC24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5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3" name="Line 23">
              <a:extLst>
                <a:ext uri="{FF2B5EF4-FFF2-40B4-BE49-F238E27FC236}">
                  <a16:creationId xmlns:a16="http://schemas.microsoft.com/office/drawing/2014/main" id="{5D32CF58-3250-BA0D-BBB1-DD3CBECE8A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1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4" name="Line 24">
              <a:extLst>
                <a:ext uri="{FF2B5EF4-FFF2-40B4-BE49-F238E27FC236}">
                  <a16:creationId xmlns:a16="http://schemas.microsoft.com/office/drawing/2014/main" id="{64A6516C-5E49-8EDE-FF3F-1992A04A5C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1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5" name="Line 25">
              <a:extLst>
                <a:ext uri="{FF2B5EF4-FFF2-40B4-BE49-F238E27FC236}">
                  <a16:creationId xmlns:a16="http://schemas.microsoft.com/office/drawing/2014/main" id="{38A79C0C-8F19-B020-1795-C26B3128903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97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6" name="Line 26">
              <a:extLst>
                <a:ext uri="{FF2B5EF4-FFF2-40B4-BE49-F238E27FC236}">
                  <a16:creationId xmlns:a16="http://schemas.microsoft.com/office/drawing/2014/main" id="{6E02A582-8114-1698-5E1D-743692668C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49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7" name="Line 27">
              <a:extLst>
                <a:ext uri="{FF2B5EF4-FFF2-40B4-BE49-F238E27FC236}">
                  <a16:creationId xmlns:a16="http://schemas.microsoft.com/office/drawing/2014/main" id="{E572E52C-443A-DC6A-DE39-C9C16425D0E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10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8" name="Line 28">
              <a:extLst>
                <a:ext uri="{FF2B5EF4-FFF2-40B4-BE49-F238E27FC236}">
                  <a16:creationId xmlns:a16="http://schemas.microsoft.com/office/drawing/2014/main" id="{881DB9BD-9C20-F3DE-AA85-372FABD19F5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66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9" name="Line 29">
              <a:extLst>
                <a:ext uri="{FF2B5EF4-FFF2-40B4-BE49-F238E27FC236}">
                  <a16:creationId xmlns:a16="http://schemas.microsoft.com/office/drawing/2014/main" id="{7037D50D-6123-753C-40E5-857CB991576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27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50" name="Line 30">
              <a:extLst>
                <a:ext uri="{FF2B5EF4-FFF2-40B4-BE49-F238E27FC236}">
                  <a16:creationId xmlns:a16="http://schemas.microsoft.com/office/drawing/2014/main" id="{18480D65-DF65-0D86-71E8-E567CDA5F95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78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51" name="Line 31">
              <a:extLst>
                <a:ext uri="{FF2B5EF4-FFF2-40B4-BE49-F238E27FC236}">
                  <a16:creationId xmlns:a16="http://schemas.microsoft.com/office/drawing/2014/main" id="{8AFE86FD-52B2-C7ED-B189-F9F3CC0A430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34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52" name="Line 32">
              <a:extLst>
                <a:ext uri="{FF2B5EF4-FFF2-40B4-BE49-F238E27FC236}">
                  <a16:creationId xmlns:a16="http://schemas.microsoft.com/office/drawing/2014/main" id="{995F3E49-E9A6-995A-C7CC-04B22B2EB22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5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53" name="Line 33">
              <a:extLst>
                <a:ext uri="{FF2B5EF4-FFF2-40B4-BE49-F238E27FC236}">
                  <a16:creationId xmlns:a16="http://schemas.microsoft.com/office/drawing/2014/main" id="{8FD8A999-AB06-3063-7CAB-C6748EECBB5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61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54" name="Line 34">
              <a:extLst>
                <a:ext uri="{FF2B5EF4-FFF2-40B4-BE49-F238E27FC236}">
                  <a16:creationId xmlns:a16="http://schemas.microsoft.com/office/drawing/2014/main" id="{1139F6F3-1ACC-C04E-74BF-4B5C3B4622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12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55" name="Line 35">
              <a:extLst>
                <a:ext uri="{FF2B5EF4-FFF2-40B4-BE49-F238E27FC236}">
                  <a16:creationId xmlns:a16="http://schemas.microsoft.com/office/drawing/2014/main" id="{2EE64D69-F8F4-746E-C52A-5C732AA8F18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73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157" name="Rectangle 37">
            <a:extLst>
              <a:ext uri="{FF2B5EF4-FFF2-40B4-BE49-F238E27FC236}">
                <a16:creationId xmlns:a16="http://schemas.microsoft.com/office/drawing/2014/main" id="{C2DCBC18-2712-72F2-A0A8-F8D30F8B69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1389063"/>
            <a:ext cx="3792538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6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5 , J U N</a:t>
            </a:r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E</a:t>
            </a:r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,</a:t>
            </a:r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 -</a:t>
            </a:r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 -</a:t>
            </a:r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 - - -</a:t>
            </a:r>
          </a:p>
        </p:txBody>
      </p:sp>
      <p:sp>
        <p:nvSpPr>
          <p:cNvPr id="5158" name="Rectangle 38">
            <a:extLst>
              <a:ext uri="{FF2B5EF4-FFF2-40B4-BE49-F238E27FC236}">
                <a16:creationId xmlns:a16="http://schemas.microsoft.com/office/drawing/2014/main" id="{78D7A51C-3773-1A7C-E742-A14F241DA8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850" y="25400"/>
            <a:ext cx="3568700" cy="1460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StrPtr    PIC 99.   </a:t>
            </a:r>
          </a:p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DayStr    PIC XX.   </a:t>
            </a:r>
            <a:r>
              <a:rPr lang="en-US" altLang="en-US" sz="12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5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</a:t>
            </a:r>
          </a:p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MonthStr  PIC X(9). </a:t>
            </a:r>
            <a:r>
              <a:rPr lang="en-US" altLang="en-US" sz="12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J  U  N  E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YearStr   PIC X(4). </a:t>
            </a:r>
            <a:r>
              <a:rPr lang="en-US" altLang="en-US" sz="12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1  9  9  8</a:t>
            </a:r>
            <a:endParaRPr lang="en-US" altLang="en-US" sz="1200" b="1">
              <a:solidFill>
                <a:schemeClr val="bg1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Courier New" panose="02070309020205020404" pitchFamily="49" charset="0"/>
            </a:endParaRPr>
          </a:p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DateStr   PIC X(15) VALUE ALL "-".</a:t>
            </a:r>
          </a:p>
        </p:txBody>
      </p:sp>
      <p:grpSp>
        <p:nvGrpSpPr>
          <p:cNvPr id="5161" name="Group 41">
            <a:extLst>
              <a:ext uri="{FF2B5EF4-FFF2-40B4-BE49-F238E27FC236}">
                <a16:creationId xmlns:a16="http://schemas.microsoft.com/office/drawing/2014/main" id="{1EFD2BF4-3021-14B2-275E-6C380AC35516}"/>
              </a:ext>
            </a:extLst>
          </p:cNvPr>
          <p:cNvGrpSpPr>
            <a:grpSpLocks/>
          </p:cNvGrpSpPr>
          <p:nvPr/>
        </p:nvGrpSpPr>
        <p:grpSpPr bwMode="auto">
          <a:xfrm>
            <a:off x="2178050" y="61913"/>
            <a:ext cx="520700" cy="241300"/>
            <a:chOff x="1372" y="39"/>
            <a:chExt cx="328" cy="152"/>
          </a:xfrm>
        </p:grpSpPr>
        <p:sp>
          <p:nvSpPr>
            <p:cNvPr id="5159" name="Rectangle 39">
              <a:extLst>
                <a:ext uri="{FF2B5EF4-FFF2-40B4-BE49-F238E27FC236}">
                  <a16:creationId xmlns:a16="http://schemas.microsoft.com/office/drawing/2014/main" id="{01B62F29-A21B-7EB6-D302-E8A0AECF73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2" y="39"/>
              <a:ext cx="328" cy="15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60" name="Line 40">
              <a:extLst>
                <a:ext uri="{FF2B5EF4-FFF2-40B4-BE49-F238E27FC236}">
                  <a16:creationId xmlns:a16="http://schemas.microsoft.com/office/drawing/2014/main" id="{D3E94AB8-312E-311A-04A3-419A89C7715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41" y="40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162" name="Rectangle 42">
            <a:extLst>
              <a:ext uri="{FF2B5EF4-FFF2-40B4-BE49-F238E27FC236}">
                <a16:creationId xmlns:a16="http://schemas.microsoft.com/office/drawing/2014/main" id="{E620C5A5-5855-D107-214B-6BE0D01430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47900" y="92075"/>
            <a:ext cx="365125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2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0  8</a:t>
            </a:r>
          </a:p>
        </p:txBody>
      </p:sp>
      <p:sp useBgFill="1">
        <p:nvSpPr>
          <p:cNvPr id="5163" name="Freeform 43">
            <a:extLst>
              <a:ext uri="{FF2B5EF4-FFF2-40B4-BE49-F238E27FC236}">
                <a16:creationId xmlns:a16="http://schemas.microsoft.com/office/drawing/2014/main" id="{C4037A9E-0D78-DA41-E1C5-EA5EE2D5256E}"/>
              </a:ext>
            </a:extLst>
          </p:cNvPr>
          <p:cNvSpPr>
            <a:spLocks/>
          </p:cNvSpPr>
          <p:nvPr/>
        </p:nvSpPr>
        <p:spPr bwMode="auto">
          <a:xfrm>
            <a:off x="14288" y="1704975"/>
            <a:ext cx="4740275" cy="652463"/>
          </a:xfrm>
          <a:custGeom>
            <a:avLst/>
            <a:gdLst>
              <a:gd name="T0" fmla="*/ 95 w 2986"/>
              <a:gd name="T1" fmla="*/ 28 h 411"/>
              <a:gd name="T2" fmla="*/ 191 w 2986"/>
              <a:gd name="T3" fmla="*/ 14 h 411"/>
              <a:gd name="T4" fmla="*/ 278 w 2986"/>
              <a:gd name="T5" fmla="*/ 57 h 411"/>
              <a:gd name="T6" fmla="*/ 365 w 2986"/>
              <a:gd name="T7" fmla="*/ 61 h 411"/>
              <a:gd name="T8" fmla="*/ 466 w 2986"/>
              <a:gd name="T9" fmla="*/ 61 h 411"/>
              <a:gd name="T10" fmla="*/ 557 w 2986"/>
              <a:gd name="T11" fmla="*/ 85 h 411"/>
              <a:gd name="T12" fmla="*/ 658 w 2986"/>
              <a:gd name="T13" fmla="*/ 85 h 411"/>
              <a:gd name="T14" fmla="*/ 772 w 2986"/>
              <a:gd name="T15" fmla="*/ 81 h 411"/>
              <a:gd name="T16" fmla="*/ 864 w 2986"/>
              <a:gd name="T17" fmla="*/ 90 h 411"/>
              <a:gd name="T18" fmla="*/ 969 w 2986"/>
              <a:gd name="T19" fmla="*/ 85 h 411"/>
              <a:gd name="T20" fmla="*/ 1069 w 2986"/>
              <a:gd name="T21" fmla="*/ 100 h 411"/>
              <a:gd name="T22" fmla="*/ 1179 w 2986"/>
              <a:gd name="T23" fmla="*/ 109 h 411"/>
              <a:gd name="T24" fmla="*/ 1330 w 2986"/>
              <a:gd name="T25" fmla="*/ 109 h 411"/>
              <a:gd name="T26" fmla="*/ 1504 w 2986"/>
              <a:gd name="T27" fmla="*/ 71 h 411"/>
              <a:gd name="T28" fmla="*/ 1581 w 2986"/>
              <a:gd name="T29" fmla="*/ 100 h 411"/>
              <a:gd name="T30" fmla="*/ 1668 w 2986"/>
              <a:gd name="T31" fmla="*/ 114 h 411"/>
              <a:gd name="T32" fmla="*/ 1759 w 2986"/>
              <a:gd name="T33" fmla="*/ 104 h 411"/>
              <a:gd name="T34" fmla="*/ 1846 w 2986"/>
              <a:gd name="T35" fmla="*/ 114 h 411"/>
              <a:gd name="T36" fmla="*/ 1942 w 2986"/>
              <a:gd name="T37" fmla="*/ 114 h 411"/>
              <a:gd name="T38" fmla="*/ 2038 w 2986"/>
              <a:gd name="T39" fmla="*/ 100 h 411"/>
              <a:gd name="T40" fmla="*/ 2166 w 2986"/>
              <a:gd name="T41" fmla="*/ 95 h 411"/>
              <a:gd name="T42" fmla="*/ 2262 w 2986"/>
              <a:gd name="T43" fmla="*/ 52 h 411"/>
              <a:gd name="T44" fmla="*/ 2368 w 2986"/>
              <a:gd name="T45" fmla="*/ 76 h 411"/>
              <a:gd name="T46" fmla="*/ 2459 w 2986"/>
              <a:gd name="T47" fmla="*/ 66 h 411"/>
              <a:gd name="T48" fmla="*/ 2550 w 2986"/>
              <a:gd name="T49" fmla="*/ 76 h 411"/>
              <a:gd name="T50" fmla="*/ 2660 w 2986"/>
              <a:gd name="T51" fmla="*/ 61 h 411"/>
              <a:gd name="T52" fmla="*/ 2756 w 2986"/>
              <a:gd name="T53" fmla="*/ 33 h 411"/>
              <a:gd name="T54" fmla="*/ 2884 w 2986"/>
              <a:gd name="T55" fmla="*/ 23 h 411"/>
              <a:gd name="T56" fmla="*/ 2985 w 2986"/>
              <a:gd name="T57" fmla="*/ 5 h 411"/>
              <a:gd name="T58" fmla="*/ 2902 w 2986"/>
              <a:gd name="T59" fmla="*/ 333 h 411"/>
              <a:gd name="T60" fmla="*/ 2820 w 2986"/>
              <a:gd name="T61" fmla="*/ 333 h 411"/>
              <a:gd name="T62" fmla="*/ 2747 w 2986"/>
              <a:gd name="T63" fmla="*/ 262 h 411"/>
              <a:gd name="T64" fmla="*/ 2696 w 2986"/>
              <a:gd name="T65" fmla="*/ 195 h 411"/>
              <a:gd name="T66" fmla="*/ 2623 w 2986"/>
              <a:gd name="T67" fmla="*/ 143 h 411"/>
              <a:gd name="T68" fmla="*/ 2536 w 2986"/>
              <a:gd name="T69" fmla="*/ 128 h 411"/>
              <a:gd name="T70" fmla="*/ 2463 w 2986"/>
              <a:gd name="T71" fmla="*/ 123 h 411"/>
              <a:gd name="T72" fmla="*/ 2417 w 2986"/>
              <a:gd name="T73" fmla="*/ 247 h 411"/>
              <a:gd name="T74" fmla="*/ 2226 w 2986"/>
              <a:gd name="T75" fmla="*/ 128 h 411"/>
              <a:gd name="T76" fmla="*/ 2143 w 2986"/>
              <a:gd name="T77" fmla="*/ 147 h 411"/>
              <a:gd name="T78" fmla="*/ 2061 w 2986"/>
              <a:gd name="T79" fmla="*/ 143 h 411"/>
              <a:gd name="T80" fmla="*/ 1970 w 2986"/>
              <a:gd name="T81" fmla="*/ 157 h 411"/>
              <a:gd name="T82" fmla="*/ 1878 w 2986"/>
              <a:gd name="T83" fmla="*/ 147 h 411"/>
              <a:gd name="T84" fmla="*/ 1796 w 2986"/>
              <a:gd name="T85" fmla="*/ 157 h 411"/>
              <a:gd name="T86" fmla="*/ 1700 w 2986"/>
              <a:gd name="T87" fmla="*/ 152 h 411"/>
              <a:gd name="T88" fmla="*/ 1595 w 2986"/>
              <a:gd name="T89" fmla="*/ 162 h 411"/>
              <a:gd name="T90" fmla="*/ 1513 w 2986"/>
              <a:gd name="T91" fmla="*/ 157 h 411"/>
              <a:gd name="T92" fmla="*/ 1439 w 2986"/>
              <a:gd name="T93" fmla="*/ 152 h 411"/>
              <a:gd name="T94" fmla="*/ 1353 w 2986"/>
              <a:gd name="T95" fmla="*/ 166 h 411"/>
              <a:gd name="T96" fmla="*/ 1266 w 2986"/>
              <a:gd name="T97" fmla="*/ 152 h 411"/>
              <a:gd name="T98" fmla="*/ 1170 w 2986"/>
              <a:gd name="T99" fmla="*/ 157 h 411"/>
              <a:gd name="T100" fmla="*/ 1083 w 2986"/>
              <a:gd name="T101" fmla="*/ 152 h 411"/>
              <a:gd name="T102" fmla="*/ 996 w 2986"/>
              <a:gd name="T103" fmla="*/ 138 h 411"/>
              <a:gd name="T104" fmla="*/ 909 w 2986"/>
              <a:gd name="T105" fmla="*/ 104 h 411"/>
              <a:gd name="T106" fmla="*/ 827 w 2986"/>
              <a:gd name="T107" fmla="*/ 128 h 411"/>
              <a:gd name="T108" fmla="*/ 735 w 2986"/>
              <a:gd name="T109" fmla="*/ 104 h 411"/>
              <a:gd name="T110" fmla="*/ 653 w 2986"/>
              <a:gd name="T111" fmla="*/ 128 h 411"/>
              <a:gd name="T112" fmla="*/ 567 w 2986"/>
              <a:gd name="T113" fmla="*/ 123 h 411"/>
              <a:gd name="T114" fmla="*/ 479 w 2986"/>
              <a:gd name="T115" fmla="*/ 138 h 411"/>
              <a:gd name="T116" fmla="*/ 397 w 2986"/>
              <a:gd name="T117" fmla="*/ 128 h 411"/>
              <a:gd name="T118" fmla="*/ 306 w 2986"/>
              <a:gd name="T119" fmla="*/ 152 h 411"/>
              <a:gd name="T120" fmla="*/ 224 w 2986"/>
              <a:gd name="T121" fmla="*/ 143 h 411"/>
              <a:gd name="T122" fmla="*/ 132 w 2986"/>
              <a:gd name="T123" fmla="*/ 143 h 411"/>
              <a:gd name="T124" fmla="*/ 50 w 2986"/>
              <a:gd name="T125" fmla="*/ 162 h 4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986" h="411">
                <a:moveTo>
                  <a:pt x="0" y="37"/>
                </a:moveTo>
                <a:lnTo>
                  <a:pt x="27" y="28"/>
                </a:lnTo>
                <a:lnTo>
                  <a:pt x="50" y="33"/>
                </a:lnTo>
                <a:lnTo>
                  <a:pt x="64" y="33"/>
                </a:lnTo>
                <a:lnTo>
                  <a:pt x="82" y="33"/>
                </a:lnTo>
                <a:lnTo>
                  <a:pt x="95" y="28"/>
                </a:lnTo>
                <a:lnTo>
                  <a:pt x="109" y="23"/>
                </a:lnTo>
                <a:lnTo>
                  <a:pt x="128" y="23"/>
                </a:lnTo>
                <a:lnTo>
                  <a:pt x="146" y="14"/>
                </a:lnTo>
                <a:lnTo>
                  <a:pt x="159" y="14"/>
                </a:lnTo>
                <a:lnTo>
                  <a:pt x="173" y="14"/>
                </a:lnTo>
                <a:lnTo>
                  <a:pt x="191" y="14"/>
                </a:lnTo>
                <a:lnTo>
                  <a:pt x="205" y="14"/>
                </a:lnTo>
                <a:lnTo>
                  <a:pt x="219" y="23"/>
                </a:lnTo>
                <a:lnTo>
                  <a:pt x="237" y="28"/>
                </a:lnTo>
                <a:lnTo>
                  <a:pt x="247" y="42"/>
                </a:lnTo>
                <a:lnTo>
                  <a:pt x="265" y="47"/>
                </a:lnTo>
                <a:lnTo>
                  <a:pt x="278" y="57"/>
                </a:lnTo>
                <a:lnTo>
                  <a:pt x="292" y="61"/>
                </a:lnTo>
                <a:lnTo>
                  <a:pt x="310" y="61"/>
                </a:lnTo>
                <a:lnTo>
                  <a:pt x="324" y="61"/>
                </a:lnTo>
                <a:lnTo>
                  <a:pt x="338" y="61"/>
                </a:lnTo>
                <a:lnTo>
                  <a:pt x="351" y="61"/>
                </a:lnTo>
                <a:lnTo>
                  <a:pt x="365" y="61"/>
                </a:lnTo>
                <a:lnTo>
                  <a:pt x="379" y="61"/>
                </a:lnTo>
                <a:lnTo>
                  <a:pt x="393" y="57"/>
                </a:lnTo>
                <a:lnTo>
                  <a:pt x="407" y="57"/>
                </a:lnTo>
                <a:lnTo>
                  <a:pt x="429" y="57"/>
                </a:lnTo>
                <a:lnTo>
                  <a:pt x="448" y="61"/>
                </a:lnTo>
                <a:lnTo>
                  <a:pt x="466" y="61"/>
                </a:lnTo>
                <a:lnTo>
                  <a:pt x="484" y="66"/>
                </a:lnTo>
                <a:lnTo>
                  <a:pt x="498" y="71"/>
                </a:lnTo>
                <a:lnTo>
                  <a:pt x="511" y="76"/>
                </a:lnTo>
                <a:lnTo>
                  <a:pt x="525" y="81"/>
                </a:lnTo>
                <a:lnTo>
                  <a:pt x="539" y="81"/>
                </a:lnTo>
                <a:lnTo>
                  <a:pt x="557" y="85"/>
                </a:lnTo>
                <a:lnTo>
                  <a:pt x="571" y="85"/>
                </a:lnTo>
                <a:lnTo>
                  <a:pt x="594" y="85"/>
                </a:lnTo>
                <a:lnTo>
                  <a:pt x="612" y="85"/>
                </a:lnTo>
                <a:lnTo>
                  <a:pt x="630" y="85"/>
                </a:lnTo>
                <a:lnTo>
                  <a:pt x="644" y="85"/>
                </a:lnTo>
                <a:lnTo>
                  <a:pt x="658" y="85"/>
                </a:lnTo>
                <a:lnTo>
                  <a:pt x="681" y="85"/>
                </a:lnTo>
                <a:lnTo>
                  <a:pt x="704" y="81"/>
                </a:lnTo>
                <a:lnTo>
                  <a:pt x="722" y="81"/>
                </a:lnTo>
                <a:lnTo>
                  <a:pt x="740" y="81"/>
                </a:lnTo>
                <a:lnTo>
                  <a:pt x="758" y="81"/>
                </a:lnTo>
                <a:lnTo>
                  <a:pt x="772" y="81"/>
                </a:lnTo>
                <a:lnTo>
                  <a:pt x="786" y="81"/>
                </a:lnTo>
                <a:lnTo>
                  <a:pt x="799" y="81"/>
                </a:lnTo>
                <a:lnTo>
                  <a:pt x="813" y="85"/>
                </a:lnTo>
                <a:lnTo>
                  <a:pt x="827" y="85"/>
                </a:lnTo>
                <a:lnTo>
                  <a:pt x="850" y="90"/>
                </a:lnTo>
                <a:lnTo>
                  <a:pt x="864" y="90"/>
                </a:lnTo>
                <a:lnTo>
                  <a:pt x="882" y="85"/>
                </a:lnTo>
                <a:lnTo>
                  <a:pt x="905" y="85"/>
                </a:lnTo>
                <a:lnTo>
                  <a:pt x="923" y="85"/>
                </a:lnTo>
                <a:lnTo>
                  <a:pt x="941" y="85"/>
                </a:lnTo>
                <a:lnTo>
                  <a:pt x="955" y="85"/>
                </a:lnTo>
                <a:lnTo>
                  <a:pt x="969" y="85"/>
                </a:lnTo>
                <a:lnTo>
                  <a:pt x="982" y="85"/>
                </a:lnTo>
                <a:lnTo>
                  <a:pt x="996" y="85"/>
                </a:lnTo>
                <a:lnTo>
                  <a:pt x="1014" y="90"/>
                </a:lnTo>
                <a:lnTo>
                  <a:pt x="1033" y="90"/>
                </a:lnTo>
                <a:lnTo>
                  <a:pt x="1051" y="95"/>
                </a:lnTo>
                <a:lnTo>
                  <a:pt x="1069" y="100"/>
                </a:lnTo>
                <a:lnTo>
                  <a:pt x="1088" y="100"/>
                </a:lnTo>
                <a:lnTo>
                  <a:pt x="1101" y="100"/>
                </a:lnTo>
                <a:lnTo>
                  <a:pt x="1124" y="104"/>
                </a:lnTo>
                <a:lnTo>
                  <a:pt x="1151" y="109"/>
                </a:lnTo>
                <a:lnTo>
                  <a:pt x="1165" y="109"/>
                </a:lnTo>
                <a:lnTo>
                  <a:pt x="1179" y="109"/>
                </a:lnTo>
                <a:lnTo>
                  <a:pt x="1197" y="109"/>
                </a:lnTo>
                <a:lnTo>
                  <a:pt x="1211" y="109"/>
                </a:lnTo>
                <a:lnTo>
                  <a:pt x="1225" y="109"/>
                </a:lnTo>
                <a:lnTo>
                  <a:pt x="1238" y="109"/>
                </a:lnTo>
                <a:lnTo>
                  <a:pt x="1284" y="109"/>
                </a:lnTo>
                <a:lnTo>
                  <a:pt x="1330" y="109"/>
                </a:lnTo>
                <a:lnTo>
                  <a:pt x="1375" y="109"/>
                </a:lnTo>
                <a:lnTo>
                  <a:pt x="1394" y="109"/>
                </a:lnTo>
                <a:lnTo>
                  <a:pt x="1412" y="109"/>
                </a:lnTo>
                <a:lnTo>
                  <a:pt x="1430" y="109"/>
                </a:lnTo>
                <a:lnTo>
                  <a:pt x="1444" y="104"/>
                </a:lnTo>
                <a:lnTo>
                  <a:pt x="1504" y="71"/>
                </a:lnTo>
                <a:lnTo>
                  <a:pt x="1513" y="85"/>
                </a:lnTo>
                <a:lnTo>
                  <a:pt x="1522" y="104"/>
                </a:lnTo>
                <a:lnTo>
                  <a:pt x="1540" y="109"/>
                </a:lnTo>
                <a:lnTo>
                  <a:pt x="1554" y="104"/>
                </a:lnTo>
                <a:lnTo>
                  <a:pt x="1568" y="104"/>
                </a:lnTo>
                <a:lnTo>
                  <a:pt x="1581" y="100"/>
                </a:lnTo>
                <a:lnTo>
                  <a:pt x="1595" y="104"/>
                </a:lnTo>
                <a:lnTo>
                  <a:pt x="1613" y="109"/>
                </a:lnTo>
                <a:lnTo>
                  <a:pt x="1627" y="109"/>
                </a:lnTo>
                <a:lnTo>
                  <a:pt x="1640" y="114"/>
                </a:lnTo>
                <a:lnTo>
                  <a:pt x="1654" y="114"/>
                </a:lnTo>
                <a:lnTo>
                  <a:pt x="1668" y="114"/>
                </a:lnTo>
                <a:lnTo>
                  <a:pt x="1682" y="114"/>
                </a:lnTo>
                <a:lnTo>
                  <a:pt x="1695" y="114"/>
                </a:lnTo>
                <a:lnTo>
                  <a:pt x="1709" y="109"/>
                </a:lnTo>
                <a:lnTo>
                  <a:pt x="1723" y="109"/>
                </a:lnTo>
                <a:lnTo>
                  <a:pt x="1741" y="109"/>
                </a:lnTo>
                <a:lnTo>
                  <a:pt x="1759" y="104"/>
                </a:lnTo>
                <a:lnTo>
                  <a:pt x="1773" y="100"/>
                </a:lnTo>
                <a:lnTo>
                  <a:pt x="1787" y="100"/>
                </a:lnTo>
                <a:lnTo>
                  <a:pt x="1805" y="100"/>
                </a:lnTo>
                <a:lnTo>
                  <a:pt x="1819" y="95"/>
                </a:lnTo>
                <a:lnTo>
                  <a:pt x="1833" y="100"/>
                </a:lnTo>
                <a:lnTo>
                  <a:pt x="1846" y="114"/>
                </a:lnTo>
                <a:lnTo>
                  <a:pt x="1860" y="119"/>
                </a:lnTo>
                <a:lnTo>
                  <a:pt x="1878" y="119"/>
                </a:lnTo>
                <a:lnTo>
                  <a:pt x="1892" y="119"/>
                </a:lnTo>
                <a:lnTo>
                  <a:pt x="1906" y="119"/>
                </a:lnTo>
                <a:lnTo>
                  <a:pt x="1924" y="119"/>
                </a:lnTo>
                <a:lnTo>
                  <a:pt x="1942" y="114"/>
                </a:lnTo>
                <a:lnTo>
                  <a:pt x="1960" y="109"/>
                </a:lnTo>
                <a:lnTo>
                  <a:pt x="1979" y="109"/>
                </a:lnTo>
                <a:lnTo>
                  <a:pt x="1993" y="104"/>
                </a:lnTo>
                <a:lnTo>
                  <a:pt x="2011" y="104"/>
                </a:lnTo>
                <a:lnTo>
                  <a:pt x="2025" y="100"/>
                </a:lnTo>
                <a:lnTo>
                  <a:pt x="2038" y="100"/>
                </a:lnTo>
                <a:lnTo>
                  <a:pt x="2052" y="100"/>
                </a:lnTo>
                <a:lnTo>
                  <a:pt x="2107" y="100"/>
                </a:lnTo>
                <a:lnTo>
                  <a:pt x="2120" y="100"/>
                </a:lnTo>
                <a:lnTo>
                  <a:pt x="2139" y="100"/>
                </a:lnTo>
                <a:lnTo>
                  <a:pt x="2153" y="100"/>
                </a:lnTo>
                <a:lnTo>
                  <a:pt x="2166" y="95"/>
                </a:lnTo>
                <a:lnTo>
                  <a:pt x="2185" y="85"/>
                </a:lnTo>
                <a:lnTo>
                  <a:pt x="2208" y="81"/>
                </a:lnTo>
                <a:lnTo>
                  <a:pt x="2221" y="76"/>
                </a:lnTo>
                <a:lnTo>
                  <a:pt x="2235" y="66"/>
                </a:lnTo>
                <a:lnTo>
                  <a:pt x="2249" y="61"/>
                </a:lnTo>
                <a:lnTo>
                  <a:pt x="2262" y="52"/>
                </a:lnTo>
                <a:lnTo>
                  <a:pt x="2276" y="52"/>
                </a:lnTo>
                <a:lnTo>
                  <a:pt x="2290" y="57"/>
                </a:lnTo>
                <a:lnTo>
                  <a:pt x="2313" y="61"/>
                </a:lnTo>
                <a:lnTo>
                  <a:pt x="2326" y="61"/>
                </a:lnTo>
                <a:lnTo>
                  <a:pt x="2349" y="71"/>
                </a:lnTo>
                <a:lnTo>
                  <a:pt x="2368" y="76"/>
                </a:lnTo>
                <a:lnTo>
                  <a:pt x="2381" y="76"/>
                </a:lnTo>
                <a:lnTo>
                  <a:pt x="2395" y="76"/>
                </a:lnTo>
                <a:lnTo>
                  <a:pt x="2409" y="71"/>
                </a:lnTo>
                <a:lnTo>
                  <a:pt x="2427" y="71"/>
                </a:lnTo>
                <a:lnTo>
                  <a:pt x="2440" y="66"/>
                </a:lnTo>
                <a:lnTo>
                  <a:pt x="2459" y="66"/>
                </a:lnTo>
                <a:lnTo>
                  <a:pt x="2482" y="66"/>
                </a:lnTo>
                <a:lnTo>
                  <a:pt x="2495" y="66"/>
                </a:lnTo>
                <a:lnTo>
                  <a:pt x="2509" y="71"/>
                </a:lnTo>
                <a:lnTo>
                  <a:pt x="2523" y="71"/>
                </a:lnTo>
                <a:lnTo>
                  <a:pt x="2536" y="76"/>
                </a:lnTo>
                <a:lnTo>
                  <a:pt x="2550" y="76"/>
                </a:lnTo>
                <a:lnTo>
                  <a:pt x="2569" y="76"/>
                </a:lnTo>
                <a:lnTo>
                  <a:pt x="2591" y="71"/>
                </a:lnTo>
                <a:lnTo>
                  <a:pt x="2614" y="71"/>
                </a:lnTo>
                <a:lnTo>
                  <a:pt x="2628" y="71"/>
                </a:lnTo>
                <a:lnTo>
                  <a:pt x="2646" y="66"/>
                </a:lnTo>
                <a:lnTo>
                  <a:pt x="2660" y="61"/>
                </a:lnTo>
                <a:lnTo>
                  <a:pt x="2674" y="52"/>
                </a:lnTo>
                <a:lnTo>
                  <a:pt x="2688" y="47"/>
                </a:lnTo>
                <a:lnTo>
                  <a:pt x="2706" y="42"/>
                </a:lnTo>
                <a:lnTo>
                  <a:pt x="2724" y="42"/>
                </a:lnTo>
                <a:lnTo>
                  <a:pt x="2742" y="38"/>
                </a:lnTo>
                <a:lnTo>
                  <a:pt x="2756" y="33"/>
                </a:lnTo>
                <a:lnTo>
                  <a:pt x="2774" y="28"/>
                </a:lnTo>
                <a:lnTo>
                  <a:pt x="2788" y="23"/>
                </a:lnTo>
                <a:lnTo>
                  <a:pt x="2801" y="19"/>
                </a:lnTo>
                <a:lnTo>
                  <a:pt x="2852" y="0"/>
                </a:lnTo>
                <a:lnTo>
                  <a:pt x="2875" y="9"/>
                </a:lnTo>
                <a:lnTo>
                  <a:pt x="2884" y="23"/>
                </a:lnTo>
                <a:lnTo>
                  <a:pt x="2897" y="28"/>
                </a:lnTo>
                <a:lnTo>
                  <a:pt x="2912" y="28"/>
                </a:lnTo>
                <a:lnTo>
                  <a:pt x="2934" y="23"/>
                </a:lnTo>
                <a:lnTo>
                  <a:pt x="2948" y="19"/>
                </a:lnTo>
                <a:lnTo>
                  <a:pt x="2961" y="9"/>
                </a:lnTo>
                <a:lnTo>
                  <a:pt x="2985" y="5"/>
                </a:lnTo>
                <a:lnTo>
                  <a:pt x="2985" y="410"/>
                </a:lnTo>
                <a:lnTo>
                  <a:pt x="2934" y="386"/>
                </a:lnTo>
                <a:lnTo>
                  <a:pt x="2925" y="371"/>
                </a:lnTo>
                <a:lnTo>
                  <a:pt x="2920" y="357"/>
                </a:lnTo>
                <a:lnTo>
                  <a:pt x="2916" y="343"/>
                </a:lnTo>
                <a:lnTo>
                  <a:pt x="2902" y="333"/>
                </a:lnTo>
                <a:lnTo>
                  <a:pt x="2889" y="333"/>
                </a:lnTo>
                <a:lnTo>
                  <a:pt x="2875" y="348"/>
                </a:lnTo>
                <a:lnTo>
                  <a:pt x="2861" y="333"/>
                </a:lnTo>
                <a:lnTo>
                  <a:pt x="2848" y="338"/>
                </a:lnTo>
                <a:lnTo>
                  <a:pt x="2829" y="348"/>
                </a:lnTo>
                <a:lnTo>
                  <a:pt x="2820" y="333"/>
                </a:lnTo>
                <a:lnTo>
                  <a:pt x="2806" y="328"/>
                </a:lnTo>
                <a:lnTo>
                  <a:pt x="2793" y="319"/>
                </a:lnTo>
                <a:lnTo>
                  <a:pt x="2783" y="305"/>
                </a:lnTo>
                <a:lnTo>
                  <a:pt x="2770" y="290"/>
                </a:lnTo>
                <a:lnTo>
                  <a:pt x="2756" y="276"/>
                </a:lnTo>
                <a:lnTo>
                  <a:pt x="2747" y="262"/>
                </a:lnTo>
                <a:lnTo>
                  <a:pt x="2733" y="271"/>
                </a:lnTo>
                <a:lnTo>
                  <a:pt x="2719" y="262"/>
                </a:lnTo>
                <a:lnTo>
                  <a:pt x="2719" y="247"/>
                </a:lnTo>
                <a:lnTo>
                  <a:pt x="2710" y="228"/>
                </a:lnTo>
                <a:lnTo>
                  <a:pt x="2701" y="209"/>
                </a:lnTo>
                <a:lnTo>
                  <a:pt x="2696" y="195"/>
                </a:lnTo>
                <a:lnTo>
                  <a:pt x="2683" y="185"/>
                </a:lnTo>
                <a:lnTo>
                  <a:pt x="2665" y="195"/>
                </a:lnTo>
                <a:lnTo>
                  <a:pt x="2655" y="176"/>
                </a:lnTo>
                <a:lnTo>
                  <a:pt x="2646" y="162"/>
                </a:lnTo>
                <a:lnTo>
                  <a:pt x="2633" y="157"/>
                </a:lnTo>
                <a:lnTo>
                  <a:pt x="2623" y="143"/>
                </a:lnTo>
                <a:lnTo>
                  <a:pt x="2610" y="143"/>
                </a:lnTo>
                <a:lnTo>
                  <a:pt x="2596" y="143"/>
                </a:lnTo>
                <a:lnTo>
                  <a:pt x="2582" y="138"/>
                </a:lnTo>
                <a:lnTo>
                  <a:pt x="2564" y="128"/>
                </a:lnTo>
                <a:lnTo>
                  <a:pt x="2550" y="128"/>
                </a:lnTo>
                <a:lnTo>
                  <a:pt x="2536" y="128"/>
                </a:lnTo>
                <a:lnTo>
                  <a:pt x="2518" y="123"/>
                </a:lnTo>
                <a:lnTo>
                  <a:pt x="2505" y="119"/>
                </a:lnTo>
                <a:lnTo>
                  <a:pt x="2495" y="104"/>
                </a:lnTo>
                <a:lnTo>
                  <a:pt x="2482" y="104"/>
                </a:lnTo>
                <a:lnTo>
                  <a:pt x="2468" y="109"/>
                </a:lnTo>
                <a:lnTo>
                  <a:pt x="2463" y="123"/>
                </a:lnTo>
                <a:lnTo>
                  <a:pt x="2450" y="138"/>
                </a:lnTo>
                <a:lnTo>
                  <a:pt x="2436" y="143"/>
                </a:lnTo>
                <a:lnTo>
                  <a:pt x="2463" y="276"/>
                </a:lnTo>
                <a:lnTo>
                  <a:pt x="2445" y="271"/>
                </a:lnTo>
                <a:lnTo>
                  <a:pt x="2431" y="262"/>
                </a:lnTo>
                <a:lnTo>
                  <a:pt x="2417" y="247"/>
                </a:lnTo>
                <a:lnTo>
                  <a:pt x="2290" y="157"/>
                </a:lnTo>
                <a:lnTo>
                  <a:pt x="2276" y="147"/>
                </a:lnTo>
                <a:lnTo>
                  <a:pt x="2262" y="138"/>
                </a:lnTo>
                <a:lnTo>
                  <a:pt x="2253" y="123"/>
                </a:lnTo>
                <a:lnTo>
                  <a:pt x="2239" y="119"/>
                </a:lnTo>
                <a:lnTo>
                  <a:pt x="2226" y="128"/>
                </a:lnTo>
                <a:lnTo>
                  <a:pt x="2216" y="143"/>
                </a:lnTo>
                <a:lnTo>
                  <a:pt x="2198" y="157"/>
                </a:lnTo>
                <a:lnTo>
                  <a:pt x="2185" y="162"/>
                </a:lnTo>
                <a:lnTo>
                  <a:pt x="2171" y="162"/>
                </a:lnTo>
                <a:lnTo>
                  <a:pt x="2157" y="152"/>
                </a:lnTo>
                <a:lnTo>
                  <a:pt x="2143" y="147"/>
                </a:lnTo>
                <a:lnTo>
                  <a:pt x="2130" y="157"/>
                </a:lnTo>
                <a:lnTo>
                  <a:pt x="2116" y="143"/>
                </a:lnTo>
                <a:lnTo>
                  <a:pt x="2102" y="147"/>
                </a:lnTo>
                <a:lnTo>
                  <a:pt x="2089" y="157"/>
                </a:lnTo>
                <a:lnTo>
                  <a:pt x="2075" y="147"/>
                </a:lnTo>
                <a:lnTo>
                  <a:pt x="2061" y="143"/>
                </a:lnTo>
                <a:lnTo>
                  <a:pt x="2048" y="143"/>
                </a:lnTo>
                <a:lnTo>
                  <a:pt x="2034" y="147"/>
                </a:lnTo>
                <a:lnTo>
                  <a:pt x="2020" y="147"/>
                </a:lnTo>
                <a:lnTo>
                  <a:pt x="2006" y="143"/>
                </a:lnTo>
                <a:lnTo>
                  <a:pt x="1988" y="147"/>
                </a:lnTo>
                <a:lnTo>
                  <a:pt x="1970" y="157"/>
                </a:lnTo>
                <a:lnTo>
                  <a:pt x="1956" y="157"/>
                </a:lnTo>
                <a:lnTo>
                  <a:pt x="1937" y="162"/>
                </a:lnTo>
                <a:lnTo>
                  <a:pt x="1924" y="162"/>
                </a:lnTo>
                <a:lnTo>
                  <a:pt x="1906" y="152"/>
                </a:lnTo>
                <a:lnTo>
                  <a:pt x="1892" y="147"/>
                </a:lnTo>
                <a:lnTo>
                  <a:pt x="1878" y="147"/>
                </a:lnTo>
                <a:lnTo>
                  <a:pt x="1865" y="157"/>
                </a:lnTo>
                <a:lnTo>
                  <a:pt x="1846" y="171"/>
                </a:lnTo>
                <a:lnTo>
                  <a:pt x="1833" y="181"/>
                </a:lnTo>
                <a:lnTo>
                  <a:pt x="1823" y="166"/>
                </a:lnTo>
                <a:lnTo>
                  <a:pt x="1810" y="157"/>
                </a:lnTo>
                <a:lnTo>
                  <a:pt x="1796" y="157"/>
                </a:lnTo>
                <a:lnTo>
                  <a:pt x="1782" y="162"/>
                </a:lnTo>
                <a:lnTo>
                  <a:pt x="1769" y="166"/>
                </a:lnTo>
                <a:lnTo>
                  <a:pt x="1750" y="166"/>
                </a:lnTo>
                <a:lnTo>
                  <a:pt x="1732" y="162"/>
                </a:lnTo>
                <a:lnTo>
                  <a:pt x="1714" y="157"/>
                </a:lnTo>
                <a:lnTo>
                  <a:pt x="1700" y="152"/>
                </a:lnTo>
                <a:lnTo>
                  <a:pt x="1677" y="157"/>
                </a:lnTo>
                <a:lnTo>
                  <a:pt x="1663" y="162"/>
                </a:lnTo>
                <a:lnTo>
                  <a:pt x="1645" y="166"/>
                </a:lnTo>
                <a:lnTo>
                  <a:pt x="1622" y="176"/>
                </a:lnTo>
                <a:lnTo>
                  <a:pt x="1609" y="171"/>
                </a:lnTo>
                <a:lnTo>
                  <a:pt x="1595" y="162"/>
                </a:lnTo>
                <a:lnTo>
                  <a:pt x="1581" y="152"/>
                </a:lnTo>
                <a:lnTo>
                  <a:pt x="1568" y="157"/>
                </a:lnTo>
                <a:lnTo>
                  <a:pt x="1554" y="157"/>
                </a:lnTo>
                <a:lnTo>
                  <a:pt x="1540" y="157"/>
                </a:lnTo>
                <a:lnTo>
                  <a:pt x="1527" y="157"/>
                </a:lnTo>
                <a:lnTo>
                  <a:pt x="1513" y="157"/>
                </a:lnTo>
                <a:lnTo>
                  <a:pt x="1499" y="157"/>
                </a:lnTo>
                <a:lnTo>
                  <a:pt x="1416" y="276"/>
                </a:lnTo>
                <a:lnTo>
                  <a:pt x="1480" y="147"/>
                </a:lnTo>
                <a:lnTo>
                  <a:pt x="1467" y="147"/>
                </a:lnTo>
                <a:lnTo>
                  <a:pt x="1453" y="147"/>
                </a:lnTo>
                <a:lnTo>
                  <a:pt x="1439" y="152"/>
                </a:lnTo>
                <a:lnTo>
                  <a:pt x="1421" y="152"/>
                </a:lnTo>
                <a:lnTo>
                  <a:pt x="1408" y="152"/>
                </a:lnTo>
                <a:lnTo>
                  <a:pt x="1394" y="157"/>
                </a:lnTo>
                <a:lnTo>
                  <a:pt x="1380" y="166"/>
                </a:lnTo>
                <a:lnTo>
                  <a:pt x="1367" y="166"/>
                </a:lnTo>
                <a:lnTo>
                  <a:pt x="1353" y="166"/>
                </a:lnTo>
                <a:lnTo>
                  <a:pt x="1339" y="166"/>
                </a:lnTo>
                <a:lnTo>
                  <a:pt x="1325" y="166"/>
                </a:lnTo>
                <a:lnTo>
                  <a:pt x="1311" y="157"/>
                </a:lnTo>
                <a:lnTo>
                  <a:pt x="1293" y="152"/>
                </a:lnTo>
                <a:lnTo>
                  <a:pt x="1279" y="152"/>
                </a:lnTo>
                <a:lnTo>
                  <a:pt x="1266" y="152"/>
                </a:lnTo>
                <a:lnTo>
                  <a:pt x="1248" y="157"/>
                </a:lnTo>
                <a:lnTo>
                  <a:pt x="1234" y="157"/>
                </a:lnTo>
                <a:lnTo>
                  <a:pt x="1215" y="157"/>
                </a:lnTo>
                <a:lnTo>
                  <a:pt x="1202" y="162"/>
                </a:lnTo>
                <a:lnTo>
                  <a:pt x="1184" y="162"/>
                </a:lnTo>
                <a:lnTo>
                  <a:pt x="1170" y="157"/>
                </a:lnTo>
                <a:lnTo>
                  <a:pt x="1156" y="157"/>
                </a:lnTo>
                <a:lnTo>
                  <a:pt x="1138" y="152"/>
                </a:lnTo>
                <a:lnTo>
                  <a:pt x="1124" y="147"/>
                </a:lnTo>
                <a:lnTo>
                  <a:pt x="1110" y="147"/>
                </a:lnTo>
                <a:lnTo>
                  <a:pt x="1096" y="147"/>
                </a:lnTo>
                <a:lnTo>
                  <a:pt x="1083" y="152"/>
                </a:lnTo>
                <a:lnTo>
                  <a:pt x="1069" y="157"/>
                </a:lnTo>
                <a:lnTo>
                  <a:pt x="1055" y="157"/>
                </a:lnTo>
                <a:lnTo>
                  <a:pt x="1037" y="157"/>
                </a:lnTo>
                <a:lnTo>
                  <a:pt x="1024" y="157"/>
                </a:lnTo>
                <a:lnTo>
                  <a:pt x="1010" y="147"/>
                </a:lnTo>
                <a:lnTo>
                  <a:pt x="996" y="138"/>
                </a:lnTo>
                <a:lnTo>
                  <a:pt x="982" y="128"/>
                </a:lnTo>
                <a:lnTo>
                  <a:pt x="964" y="123"/>
                </a:lnTo>
                <a:lnTo>
                  <a:pt x="950" y="123"/>
                </a:lnTo>
                <a:lnTo>
                  <a:pt x="936" y="119"/>
                </a:lnTo>
                <a:lnTo>
                  <a:pt x="923" y="109"/>
                </a:lnTo>
                <a:lnTo>
                  <a:pt x="909" y="104"/>
                </a:lnTo>
                <a:lnTo>
                  <a:pt x="895" y="104"/>
                </a:lnTo>
                <a:lnTo>
                  <a:pt x="882" y="104"/>
                </a:lnTo>
                <a:lnTo>
                  <a:pt x="868" y="109"/>
                </a:lnTo>
                <a:lnTo>
                  <a:pt x="854" y="119"/>
                </a:lnTo>
                <a:lnTo>
                  <a:pt x="841" y="119"/>
                </a:lnTo>
                <a:lnTo>
                  <a:pt x="827" y="128"/>
                </a:lnTo>
                <a:lnTo>
                  <a:pt x="813" y="128"/>
                </a:lnTo>
                <a:lnTo>
                  <a:pt x="799" y="119"/>
                </a:lnTo>
                <a:lnTo>
                  <a:pt x="781" y="114"/>
                </a:lnTo>
                <a:lnTo>
                  <a:pt x="768" y="114"/>
                </a:lnTo>
                <a:lnTo>
                  <a:pt x="749" y="104"/>
                </a:lnTo>
                <a:lnTo>
                  <a:pt x="735" y="104"/>
                </a:lnTo>
                <a:lnTo>
                  <a:pt x="722" y="109"/>
                </a:lnTo>
                <a:lnTo>
                  <a:pt x="708" y="114"/>
                </a:lnTo>
                <a:lnTo>
                  <a:pt x="694" y="119"/>
                </a:lnTo>
                <a:lnTo>
                  <a:pt x="681" y="123"/>
                </a:lnTo>
                <a:lnTo>
                  <a:pt x="667" y="128"/>
                </a:lnTo>
                <a:lnTo>
                  <a:pt x="653" y="128"/>
                </a:lnTo>
                <a:lnTo>
                  <a:pt x="639" y="128"/>
                </a:lnTo>
                <a:lnTo>
                  <a:pt x="626" y="128"/>
                </a:lnTo>
                <a:lnTo>
                  <a:pt x="608" y="128"/>
                </a:lnTo>
                <a:lnTo>
                  <a:pt x="594" y="128"/>
                </a:lnTo>
                <a:lnTo>
                  <a:pt x="580" y="123"/>
                </a:lnTo>
                <a:lnTo>
                  <a:pt x="567" y="123"/>
                </a:lnTo>
                <a:lnTo>
                  <a:pt x="553" y="123"/>
                </a:lnTo>
                <a:lnTo>
                  <a:pt x="534" y="123"/>
                </a:lnTo>
                <a:lnTo>
                  <a:pt x="521" y="123"/>
                </a:lnTo>
                <a:lnTo>
                  <a:pt x="507" y="123"/>
                </a:lnTo>
                <a:lnTo>
                  <a:pt x="493" y="133"/>
                </a:lnTo>
                <a:lnTo>
                  <a:pt x="479" y="138"/>
                </a:lnTo>
                <a:lnTo>
                  <a:pt x="466" y="143"/>
                </a:lnTo>
                <a:lnTo>
                  <a:pt x="452" y="143"/>
                </a:lnTo>
                <a:lnTo>
                  <a:pt x="438" y="143"/>
                </a:lnTo>
                <a:lnTo>
                  <a:pt x="425" y="133"/>
                </a:lnTo>
                <a:lnTo>
                  <a:pt x="411" y="128"/>
                </a:lnTo>
                <a:lnTo>
                  <a:pt x="397" y="128"/>
                </a:lnTo>
                <a:lnTo>
                  <a:pt x="384" y="128"/>
                </a:lnTo>
                <a:lnTo>
                  <a:pt x="361" y="123"/>
                </a:lnTo>
                <a:lnTo>
                  <a:pt x="347" y="123"/>
                </a:lnTo>
                <a:lnTo>
                  <a:pt x="333" y="133"/>
                </a:lnTo>
                <a:lnTo>
                  <a:pt x="319" y="143"/>
                </a:lnTo>
                <a:lnTo>
                  <a:pt x="306" y="152"/>
                </a:lnTo>
                <a:lnTo>
                  <a:pt x="292" y="157"/>
                </a:lnTo>
                <a:lnTo>
                  <a:pt x="278" y="157"/>
                </a:lnTo>
                <a:lnTo>
                  <a:pt x="265" y="152"/>
                </a:lnTo>
                <a:lnTo>
                  <a:pt x="251" y="147"/>
                </a:lnTo>
                <a:lnTo>
                  <a:pt x="237" y="147"/>
                </a:lnTo>
                <a:lnTo>
                  <a:pt x="224" y="143"/>
                </a:lnTo>
                <a:lnTo>
                  <a:pt x="210" y="143"/>
                </a:lnTo>
                <a:lnTo>
                  <a:pt x="196" y="143"/>
                </a:lnTo>
                <a:lnTo>
                  <a:pt x="178" y="143"/>
                </a:lnTo>
                <a:lnTo>
                  <a:pt x="159" y="143"/>
                </a:lnTo>
                <a:lnTo>
                  <a:pt x="146" y="143"/>
                </a:lnTo>
                <a:lnTo>
                  <a:pt x="132" y="143"/>
                </a:lnTo>
                <a:lnTo>
                  <a:pt x="118" y="147"/>
                </a:lnTo>
                <a:lnTo>
                  <a:pt x="105" y="147"/>
                </a:lnTo>
                <a:lnTo>
                  <a:pt x="91" y="147"/>
                </a:lnTo>
                <a:lnTo>
                  <a:pt x="77" y="152"/>
                </a:lnTo>
                <a:lnTo>
                  <a:pt x="64" y="157"/>
                </a:lnTo>
                <a:lnTo>
                  <a:pt x="50" y="162"/>
                </a:lnTo>
                <a:lnTo>
                  <a:pt x="31" y="171"/>
                </a:lnTo>
                <a:lnTo>
                  <a:pt x="13" y="176"/>
                </a:lnTo>
                <a:lnTo>
                  <a:pt x="0" y="185"/>
                </a:lnTo>
                <a:lnTo>
                  <a:pt x="0" y="37"/>
                </a:lnTo>
              </a:path>
            </a:pathLst>
          </a:custGeom>
          <a:ln w="12700" cap="rnd" cmpd="sng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64" name="AutoShape 44">
            <a:extLst>
              <a:ext uri="{FF2B5EF4-FFF2-40B4-BE49-F238E27FC236}">
                <a16:creationId xmlns:a16="http://schemas.microsoft.com/office/drawing/2014/main" id="{906BAA26-2B59-ED72-0C1D-F72030861D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38375" y="1711325"/>
            <a:ext cx="146050" cy="215900"/>
          </a:xfrm>
          <a:prstGeom prst="upArrow">
            <a:avLst>
              <a:gd name="adj1" fmla="val 50000"/>
              <a:gd name="adj2" fmla="val 73906"/>
            </a:avLst>
          </a:prstGeom>
          <a:solidFill>
            <a:srgbClr val="66FF33"/>
          </a:solidFill>
          <a:ln w="12700">
            <a:solidFill>
              <a:srgbClr val="67676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82807311-8986-E56D-3E68-F8CB028C84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00" y="1963738"/>
            <a:ext cx="3908425" cy="1844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MOVE 1 TO StrPtr</a:t>
            </a:r>
          </a:p>
          <a:p>
            <a:pPr>
              <a:lnSpc>
                <a:spcPct val="8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STRING DayStr   DELIMITED BY SPACES</a:t>
            </a:r>
          </a:p>
          <a:p>
            <a:pPr>
              <a:lnSpc>
                <a:spcPct val="8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","      DELIMITED BY SIZE</a:t>
            </a:r>
          </a:p>
          <a:p>
            <a:pPr>
              <a:lnSpc>
                <a:spcPct val="8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INTO DateStr WITH POINTER StrPtr</a:t>
            </a:r>
            <a:b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END-STRING.</a:t>
            </a:r>
          </a:p>
          <a:p>
            <a:pPr>
              <a:lnSpc>
                <a:spcPct val="8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STRING MonthStr DELIMITED BY SPACES</a:t>
            </a:r>
          </a:p>
          <a:p>
            <a:pPr>
              <a:lnSpc>
                <a:spcPct val="8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","      DELIMITED BY SIZE</a:t>
            </a:r>
          </a:p>
          <a:p>
            <a:pPr>
              <a:lnSpc>
                <a:spcPct val="8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INTO DateStr WITH POINTER StrPtr</a:t>
            </a:r>
            <a:b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END-STRING.</a:t>
            </a:r>
          </a:p>
          <a:p>
            <a:pPr>
              <a:lnSpc>
                <a:spcPct val="80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STRING YearStr  DELIMITED BY SIZE</a:t>
            </a:r>
          </a:p>
          <a:p>
            <a:pPr>
              <a:lnSpc>
                <a:spcPct val="80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    INTO DateStr WITH POINTER StrPtr</a:t>
            </a:r>
            <a:br>
              <a:rPr lang="en-US" altLang="en-US" sz="1200" b="1">
                <a:latin typeface="Courier New" panose="02070309020205020404" pitchFamily="49" charset="0"/>
              </a:rPr>
            </a:br>
            <a:r>
              <a:rPr lang="en-US" altLang="en-US" sz="1200" b="1">
                <a:latin typeface="Courier New" panose="02070309020205020404" pitchFamily="49" charset="0"/>
              </a:rPr>
              <a:t>END-STRING.</a:t>
            </a:r>
          </a:p>
        </p:txBody>
      </p:sp>
      <p:grpSp>
        <p:nvGrpSpPr>
          <p:cNvPr id="6156" name="Group 12">
            <a:extLst>
              <a:ext uri="{FF2B5EF4-FFF2-40B4-BE49-F238E27FC236}">
                <a16:creationId xmlns:a16="http://schemas.microsoft.com/office/drawing/2014/main" id="{72283CBF-60E6-40EA-E477-33E982EE4E04}"/>
              </a:ext>
            </a:extLst>
          </p:cNvPr>
          <p:cNvGrpSpPr>
            <a:grpSpLocks/>
          </p:cNvGrpSpPr>
          <p:nvPr/>
        </p:nvGrpSpPr>
        <p:grpSpPr bwMode="auto">
          <a:xfrm>
            <a:off x="2178050" y="676275"/>
            <a:ext cx="2427288" cy="241300"/>
            <a:chOff x="1372" y="426"/>
            <a:chExt cx="1529" cy="152"/>
          </a:xfrm>
        </p:grpSpPr>
        <p:sp>
          <p:nvSpPr>
            <p:cNvPr id="6147" name="Rectangle 3">
              <a:extLst>
                <a:ext uri="{FF2B5EF4-FFF2-40B4-BE49-F238E27FC236}">
                  <a16:creationId xmlns:a16="http://schemas.microsoft.com/office/drawing/2014/main" id="{0445F1F8-606E-5E2B-A230-22955850A6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2" y="431"/>
              <a:ext cx="1529" cy="14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148" name="Line 4">
              <a:extLst>
                <a:ext uri="{FF2B5EF4-FFF2-40B4-BE49-F238E27FC236}">
                  <a16:creationId xmlns:a16="http://schemas.microsoft.com/office/drawing/2014/main" id="{51AB13A7-E88E-78F4-B90A-60FDF375B7A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41" y="426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49" name="Line 5">
              <a:extLst>
                <a:ext uri="{FF2B5EF4-FFF2-40B4-BE49-F238E27FC236}">
                  <a16:creationId xmlns:a16="http://schemas.microsoft.com/office/drawing/2014/main" id="{D78826F8-1C22-A6AE-E853-660DD520D93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08" y="426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50" name="Line 6">
              <a:extLst>
                <a:ext uri="{FF2B5EF4-FFF2-40B4-BE49-F238E27FC236}">
                  <a16:creationId xmlns:a16="http://schemas.microsoft.com/office/drawing/2014/main" id="{FEF92640-9FAC-865E-85D7-3BA72A28BA5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91" y="426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51" name="Line 7">
              <a:extLst>
                <a:ext uri="{FF2B5EF4-FFF2-40B4-BE49-F238E27FC236}">
                  <a16:creationId xmlns:a16="http://schemas.microsoft.com/office/drawing/2014/main" id="{262831A7-38D3-A83D-29BD-5F04F803EC9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58" y="426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52" name="Line 8">
              <a:extLst>
                <a:ext uri="{FF2B5EF4-FFF2-40B4-BE49-F238E27FC236}">
                  <a16:creationId xmlns:a16="http://schemas.microsoft.com/office/drawing/2014/main" id="{B2124E57-06AA-6A0D-EA24-1408886D716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20" y="426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53" name="Line 9">
              <a:extLst>
                <a:ext uri="{FF2B5EF4-FFF2-40B4-BE49-F238E27FC236}">
                  <a16:creationId xmlns:a16="http://schemas.microsoft.com/office/drawing/2014/main" id="{10489FC2-4B6A-6363-C621-091A95CE0A6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92" y="426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54" name="Line 10">
              <a:extLst>
                <a:ext uri="{FF2B5EF4-FFF2-40B4-BE49-F238E27FC236}">
                  <a16:creationId xmlns:a16="http://schemas.microsoft.com/office/drawing/2014/main" id="{37C4E27D-7443-983D-ABF0-944B32151E9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59" y="426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55" name="Line 11">
              <a:extLst>
                <a:ext uri="{FF2B5EF4-FFF2-40B4-BE49-F238E27FC236}">
                  <a16:creationId xmlns:a16="http://schemas.microsoft.com/office/drawing/2014/main" id="{17468002-0526-8702-A8B4-A714365825F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2" y="426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159" name="Group 15">
            <a:extLst>
              <a:ext uri="{FF2B5EF4-FFF2-40B4-BE49-F238E27FC236}">
                <a16:creationId xmlns:a16="http://schemas.microsoft.com/office/drawing/2014/main" id="{52C80AAA-D6E8-DF9C-1D16-6E7ECDD0B8BD}"/>
              </a:ext>
            </a:extLst>
          </p:cNvPr>
          <p:cNvGrpSpPr>
            <a:grpSpLocks/>
          </p:cNvGrpSpPr>
          <p:nvPr/>
        </p:nvGrpSpPr>
        <p:grpSpPr bwMode="auto">
          <a:xfrm>
            <a:off x="2178050" y="366713"/>
            <a:ext cx="520700" cy="241300"/>
            <a:chOff x="1372" y="231"/>
            <a:chExt cx="328" cy="152"/>
          </a:xfrm>
        </p:grpSpPr>
        <p:sp>
          <p:nvSpPr>
            <p:cNvPr id="6157" name="Rectangle 13">
              <a:extLst>
                <a:ext uri="{FF2B5EF4-FFF2-40B4-BE49-F238E27FC236}">
                  <a16:creationId xmlns:a16="http://schemas.microsoft.com/office/drawing/2014/main" id="{614F1CD5-232E-D256-3F28-1007064A65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2" y="231"/>
              <a:ext cx="328" cy="15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158" name="Line 14">
              <a:extLst>
                <a:ext uri="{FF2B5EF4-FFF2-40B4-BE49-F238E27FC236}">
                  <a16:creationId xmlns:a16="http://schemas.microsoft.com/office/drawing/2014/main" id="{345F56AB-D886-5BC3-4B72-3031A1A174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41" y="23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164" name="Group 20">
            <a:extLst>
              <a:ext uri="{FF2B5EF4-FFF2-40B4-BE49-F238E27FC236}">
                <a16:creationId xmlns:a16="http://schemas.microsoft.com/office/drawing/2014/main" id="{C69F9AD6-3267-98B9-83C6-724F13BE2016}"/>
              </a:ext>
            </a:extLst>
          </p:cNvPr>
          <p:cNvGrpSpPr>
            <a:grpSpLocks/>
          </p:cNvGrpSpPr>
          <p:nvPr/>
        </p:nvGrpSpPr>
        <p:grpSpPr bwMode="auto">
          <a:xfrm>
            <a:off x="2178050" y="965200"/>
            <a:ext cx="1092200" cy="241300"/>
            <a:chOff x="1372" y="608"/>
            <a:chExt cx="688" cy="152"/>
          </a:xfrm>
        </p:grpSpPr>
        <p:sp>
          <p:nvSpPr>
            <p:cNvPr id="6160" name="Rectangle 16">
              <a:extLst>
                <a:ext uri="{FF2B5EF4-FFF2-40B4-BE49-F238E27FC236}">
                  <a16:creationId xmlns:a16="http://schemas.microsoft.com/office/drawing/2014/main" id="{95A542DD-91FF-D061-9BBB-675424BDED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2" y="611"/>
              <a:ext cx="688" cy="144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161" name="Line 17">
              <a:extLst>
                <a:ext uri="{FF2B5EF4-FFF2-40B4-BE49-F238E27FC236}">
                  <a16:creationId xmlns:a16="http://schemas.microsoft.com/office/drawing/2014/main" id="{0370A417-3C78-9FF3-0659-DA4519CB4E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41" y="608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62" name="Line 18">
              <a:extLst>
                <a:ext uri="{FF2B5EF4-FFF2-40B4-BE49-F238E27FC236}">
                  <a16:creationId xmlns:a16="http://schemas.microsoft.com/office/drawing/2014/main" id="{BC2108F0-A8B4-C235-BA65-37C1388807A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08" y="608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63" name="Line 19">
              <a:extLst>
                <a:ext uri="{FF2B5EF4-FFF2-40B4-BE49-F238E27FC236}">
                  <a16:creationId xmlns:a16="http://schemas.microsoft.com/office/drawing/2014/main" id="{9DBB6ECE-4EC7-BC39-8B88-ECF7C583E0C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91" y="608"/>
              <a:ext cx="0" cy="152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180" name="Group 36">
            <a:extLst>
              <a:ext uri="{FF2B5EF4-FFF2-40B4-BE49-F238E27FC236}">
                <a16:creationId xmlns:a16="http://schemas.microsoft.com/office/drawing/2014/main" id="{505677A3-991C-E8EE-9D2D-1C16E78E6B8D}"/>
              </a:ext>
            </a:extLst>
          </p:cNvPr>
          <p:cNvGrpSpPr>
            <a:grpSpLocks/>
          </p:cNvGrpSpPr>
          <p:nvPr/>
        </p:nvGrpSpPr>
        <p:grpSpPr bwMode="auto">
          <a:xfrm>
            <a:off x="407988" y="1463675"/>
            <a:ext cx="3730625" cy="239713"/>
            <a:chOff x="257" y="922"/>
            <a:chExt cx="2350" cy="151"/>
          </a:xfrm>
        </p:grpSpPr>
        <p:sp>
          <p:nvSpPr>
            <p:cNvPr id="6165" name="Rectangle 21">
              <a:extLst>
                <a:ext uri="{FF2B5EF4-FFF2-40B4-BE49-F238E27FC236}">
                  <a16:creationId xmlns:a16="http://schemas.microsoft.com/office/drawing/2014/main" id="{8D2DC761-0E04-7FA3-A725-49BEF528F0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7" y="927"/>
              <a:ext cx="2350" cy="140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166" name="Line 22">
              <a:extLst>
                <a:ext uri="{FF2B5EF4-FFF2-40B4-BE49-F238E27FC236}">
                  <a16:creationId xmlns:a16="http://schemas.microsoft.com/office/drawing/2014/main" id="{0029EF1D-068E-DDAA-11D4-3A1A2BB1075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5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67" name="Line 23">
              <a:extLst>
                <a:ext uri="{FF2B5EF4-FFF2-40B4-BE49-F238E27FC236}">
                  <a16:creationId xmlns:a16="http://schemas.microsoft.com/office/drawing/2014/main" id="{83593B78-7A93-133D-FCC3-1D157F89B75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1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68" name="Line 24">
              <a:extLst>
                <a:ext uri="{FF2B5EF4-FFF2-40B4-BE49-F238E27FC236}">
                  <a16:creationId xmlns:a16="http://schemas.microsoft.com/office/drawing/2014/main" id="{FEF92FDF-9C56-91B4-7EC7-B01CA2F63BA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1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69" name="Line 25">
              <a:extLst>
                <a:ext uri="{FF2B5EF4-FFF2-40B4-BE49-F238E27FC236}">
                  <a16:creationId xmlns:a16="http://schemas.microsoft.com/office/drawing/2014/main" id="{2A3838DD-DCBC-239A-6DF2-52BB70F3CE4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97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0" name="Line 26">
              <a:extLst>
                <a:ext uri="{FF2B5EF4-FFF2-40B4-BE49-F238E27FC236}">
                  <a16:creationId xmlns:a16="http://schemas.microsoft.com/office/drawing/2014/main" id="{CDACC698-9E06-8949-318F-EA99FCD71E5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49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1" name="Line 27">
              <a:extLst>
                <a:ext uri="{FF2B5EF4-FFF2-40B4-BE49-F238E27FC236}">
                  <a16:creationId xmlns:a16="http://schemas.microsoft.com/office/drawing/2014/main" id="{9A158A65-46D6-70D4-7CFC-17FF6EDFDBD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10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2" name="Line 28">
              <a:extLst>
                <a:ext uri="{FF2B5EF4-FFF2-40B4-BE49-F238E27FC236}">
                  <a16:creationId xmlns:a16="http://schemas.microsoft.com/office/drawing/2014/main" id="{9DF97237-BF33-7B0C-179B-C92C747A6DD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66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3" name="Line 29">
              <a:extLst>
                <a:ext uri="{FF2B5EF4-FFF2-40B4-BE49-F238E27FC236}">
                  <a16:creationId xmlns:a16="http://schemas.microsoft.com/office/drawing/2014/main" id="{FF6218EE-D0B6-8CA1-8371-93CC575336A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27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4" name="Line 30">
              <a:extLst>
                <a:ext uri="{FF2B5EF4-FFF2-40B4-BE49-F238E27FC236}">
                  <a16:creationId xmlns:a16="http://schemas.microsoft.com/office/drawing/2014/main" id="{8255F81E-103C-892D-F6CD-7EFAFAD9318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78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5" name="Line 31">
              <a:extLst>
                <a:ext uri="{FF2B5EF4-FFF2-40B4-BE49-F238E27FC236}">
                  <a16:creationId xmlns:a16="http://schemas.microsoft.com/office/drawing/2014/main" id="{F631AAD8-0470-18AD-7198-93BBF10545B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34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6" name="Line 32">
              <a:extLst>
                <a:ext uri="{FF2B5EF4-FFF2-40B4-BE49-F238E27FC236}">
                  <a16:creationId xmlns:a16="http://schemas.microsoft.com/office/drawing/2014/main" id="{8D72C9C8-B27E-3215-F099-6B1A3EBA86B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5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7" name="Line 33">
              <a:extLst>
                <a:ext uri="{FF2B5EF4-FFF2-40B4-BE49-F238E27FC236}">
                  <a16:creationId xmlns:a16="http://schemas.microsoft.com/office/drawing/2014/main" id="{D6F23FD1-CA70-50AE-1283-2F7202C5C55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61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8" name="Line 34">
              <a:extLst>
                <a:ext uri="{FF2B5EF4-FFF2-40B4-BE49-F238E27FC236}">
                  <a16:creationId xmlns:a16="http://schemas.microsoft.com/office/drawing/2014/main" id="{50E86FEE-9ED1-4C00-760B-AB23605B695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12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9" name="Line 35">
              <a:extLst>
                <a:ext uri="{FF2B5EF4-FFF2-40B4-BE49-F238E27FC236}">
                  <a16:creationId xmlns:a16="http://schemas.microsoft.com/office/drawing/2014/main" id="{E9DD608E-68DC-22AF-9CE7-8D12938AA5A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73" y="922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181" name="Rectangle 37">
            <a:extLst>
              <a:ext uri="{FF2B5EF4-FFF2-40B4-BE49-F238E27FC236}">
                <a16:creationId xmlns:a16="http://schemas.microsoft.com/office/drawing/2014/main" id="{6942AC9E-2931-BA6D-D2BE-8F3D554156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1389063"/>
            <a:ext cx="3792538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6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5 , J U N</a:t>
            </a:r>
            <a:r>
              <a:rPr lang="en-US" altLang="en-US" sz="18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E</a:t>
            </a:r>
            <a:r>
              <a:rPr lang="en-US" altLang="en-US" sz="18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,</a:t>
            </a:r>
            <a:r>
              <a:rPr lang="en-US" altLang="en-US" sz="18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1 9</a:t>
            </a:r>
            <a:r>
              <a:rPr lang="en-US" altLang="en-US" sz="18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9 8</a:t>
            </a:r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 - - -</a:t>
            </a:r>
          </a:p>
        </p:txBody>
      </p:sp>
      <p:sp>
        <p:nvSpPr>
          <p:cNvPr id="6182" name="Rectangle 38">
            <a:extLst>
              <a:ext uri="{FF2B5EF4-FFF2-40B4-BE49-F238E27FC236}">
                <a16:creationId xmlns:a16="http://schemas.microsoft.com/office/drawing/2014/main" id="{DA3C150F-118B-C6D1-2781-2886701C46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850" y="25400"/>
            <a:ext cx="3568700" cy="1460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StrPtr    PIC 99.   </a:t>
            </a:r>
          </a:p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DayStr    PIC XX.   </a:t>
            </a:r>
            <a:r>
              <a:rPr lang="en-US" altLang="en-US" sz="12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5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</a:t>
            </a:r>
          </a:p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MonthStr  PIC X(9). </a:t>
            </a:r>
            <a:r>
              <a:rPr lang="en-US" altLang="en-US" sz="12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J  U  N  E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YearStr   PIC X(4). </a:t>
            </a:r>
            <a:r>
              <a:rPr lang="en-US" altLang="en-US" sz="12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1  9  9  8</a:t>
            </a:r>
            <a:endParaRPr lang="en-US" altLang="en-US" sz="1200" b="1">
              <a:solidFill>
                <a:schemeClr val="bg1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Courier New" panose="02070309020205020404" pitchFamily="49" charset="0"/>
            </a:endParaRPr>
          </a:p>
          <a:p>
            <a:pPr>
              <a:lnSpc>
                <a:spcPct val="16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DateStr   PIC X(15) VALUE ALL "-".</a:t>
            </a:r>
          </a:p>
        </p:txBody>
      </p:sp>
      <p:grpSp>
        <p:nvGrpSpPr>
          <p:cNvPr id="6185" name="Group 41">
            <a:extLst>
              <a:ext uri="{FF2B5EF4-FFF2-40B4-BE49-F238E27FC236}">
                <a16:creationId xmlns:a16="http://schemas.microsoft.com/office/drawing/2014/main" id="{1FBED530-51E0-D250-21CD-A508E8B03780}"/>
              </a:ext>
            </a:extLst>
          </p:cNvPr>
          <p:cNvGrpSpPr>
            <a:grpSpLocks/>
          </p:cNvGrpSpPr>
          <p:nvPr/>
        </p:nvGrpSpPr>
        <p:grpSpPr bwMode="auto">
          <a:xfrm>
            <a:off x="2178050" y="61913"/>
            <a:ext cx="520700" cy="241300"/>
            <a:chOff x="1372" y="39"/>
            <a:chExt cx="328" cy="152"/>
          </a:xfrm>
        </p:grpSpPr>
        <p:sp>
          <p:nvSpPr>
            <p:cNvPr id="6183" name="Rectangle 39">
              <a:extLst>
                <a:ext uri="{FF2B5EF4-FFF2-40B4-BE49-F238E27FC236}">
                  <a16:creationId xmlns:a16="http://schemas.microsoft.com/office/drawing/2014/main" id="{C3AE811D-9E4C-65DA-D99F-E8C1D23FE0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2" y="39"/>
              <a:ext cx="328" cy="15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184" name="Line 40">
              <a:extLst>
                <a:ext uri="{FF2B5EF4-FFF2-40B4-BE49-F238E27FC236}">
                  <a16:creationId xmlns:a16="http://schemas.microsoft.com/office/drawing/2014/main" id="{F150B0B8-A101-1176-DFB4-11BFBB28FA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41" y="40"/>
              <a:ext cx="0" cy="151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186" name="Rectangle 42">
            <a:extLst>
              <a:ext uri="{FF2B5EF4-FFF2-40B4-BE49-F238E27FC236}">
                <a16:creationId xmlns:a16="http://schemas.microsoft.com/office/drawing/2014/main" id="{50BC7A52-928A-04E5-298A-876A05A19F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47900" y="92075"/>
            <a:ext cx="365125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2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1  2</a:t>
            </a:r>
          </a:p>
        </p:txBody>
      </p:sp>
      <p:sp useBgFill="1">
        <p:nvSpPr>
          <p:cNvPr id="6187" name="Freeform 43">
            <a:extLst>
              <a:ext uri="{FF2B5EF4-FFF2-40B4-BE49-F238E27FC236}">
                <a16:creationId xmlns:a16="http://schemas.microsoft.com/office/drawing/2014/main" id="{62B9D0F6-E9C1-6C3A-9284-C5A40223E811}"/>
              </a:ext>
            </a:extLst>
          </p:cNvPr>
          <p:cNvSpPr>
            <a:spLocks/>
          </p:cNvSpPr>
          <p:nvPr/>
        </p:nvSpPr>
        <p:spPr bwMode="auto">
          <a:xfrm>
            <a:off x="14288" y="1704975"/>
            <a:ext cx="4740275" cy="652463"/>
          </a:xfrm>
          <a:custGeom>
            <a:avLst/>
            <a:gdLst>
              <a:gd name="T0" fmla="*/ 95 w 2986"/>
              <a:gd name="T1" fmla="*/ 28 h 411"/>
              <a:gd name="T2" fmla="*/ 191 w 2986"/>
              <a:gd name="T3" fmla="*/ 14 h 411"/>
              <a:gd name="T4" fmla="*/ 278 w 2986"/>
              <a:gd name="T5" fmla="*/ 57 h 411"/>
              <a:gd name="T6" fmla="*/ 365 w 2986"/>
              <a:gd name="T7" fmla="*/ 61 h 411"/>
              <a:gd name="T8" fmla="*/ 466 w 2986"/>
              <a:gd name="T9" fmla="*/ 61 h 411"/>
              <a:gd name="T10" fmla="*/ 557 w 2986"/>
              <a:gd name="T11" fmla="*/ 85 h 411"/>
              <a:gd name="T12" fmla="*/ 658 w 2986"/>
              <a:gd name="T13" fmla="*/ 85 h 411"/>
              <a:gd name="T14" fmla="*/ 772 w 2986"/>
              <a:gd name="T15" fmla="*/ 81 h 411"/>
              <a:gd name="T16" fmla="*/ 864 w 2986"/>
              <a:gd name="T17" fmla="*/ 90 h 411"/>
              <a:gd name="T18" fmla="*/ 969 w 2986"/>
              <a:gd name="T19" fmla="*/ 85 h 411"/>
              <a:gd name="T20" fmla="*/ 1069 w 2986"/>
              <a:gd name="T21" fmla="*/ 100 h 411"/>
              <a:gd name="T22" fmla="*/ 1179 w 2986"/>
              <a:gd name="T23" fmla="*/ 109 h 411"/>
              <a:gd name="T24" fmla="*/ 1330 w 2986"/>
              <a:gd name="T25" fmla="*/ 109 h 411"/>
              <a:gd name="T26" fmla="*/ 1504 w 2986"/>
              <a:gd name="T27" fmla="*/ 71 h 411"/>
              <a:gd name="T28" fmla="*/ 1581 w 2986"/>
              <a:gd name="T29" fmla="*/ 100 h 411"/>
              <a:gd name="T30" fmla="*/ 1668 w 2986"/>
              <a:gd name="T31" fmla="*/ 114 h 411"/>
              <a:gd name="T32" fmla="*/ 1759 w 2986"/>
              <a:gd name="T33" fmla="*/ 104 h 411"/>
              <a:gd name="T34" fmla="*/ 1846 w 2986"/>
              <a:gd name="T35" fmla="*/ 114 h 411"/>
              <a:gd name="T36" fmla="*/ 1942 w 2986"/>
              <a:gd name="T37" fmla="*/ 114 h 411"/>
              <a:gd name="T38" fmla="*/ 2038 w 2986"/>
              <a:gd name="T39" fmla="*/ 100 h 411"/>
              <a:gd name="T40" fmla="*/ 2166 w 2986"/>
              <a:gd name="T41" fmla="*/ 95 h 411"/>
              <a:gd name="T42" fmla="*/ 2262 w 2986"/>
              <a:gd name="T43" fmla="*/ 52 h 411"/>
              <a:gd name="T44" fmla="*/ 2368 w 2986"/>
              <a:gd name="T45" fmla="*/ 76 h 411"/>
              <a:gd name="T46" fmla="*/ 2459 w 2986"/>
              <a:gd name="T47" fmla="*/ 66 h 411"/>
              <a:gd name="T48" fmla="*/ 2550 w 2986"/>
              <a:gd name="T49" fmla="*/ 76 h 411"/>
              <a:gd name="T50" fmla="*/ 2660 w 2986"/>
              <a:gd name="T51" fmla="*/ 61 h 411"/>
              <a:gd name="T52" fmla="*/ 2756 w 2986"/>
              <a:gd name="T53" fmla="*/ 33 h 411"/>
              <a:gd name="T54" fmla="*/ 2884 w 2986"/>
              <a:gd name="T55" fmla="*/ 23 h 411"/>
              <a:gd name="T56" fmla="*/ 2985 w 2986"/>
              <a:gd name="T57" fmla="*/ 5 h 411"/>
              <a:gd name="T58" fmla="*/ 2902 w 2986"/>
              <a:gd name="T59" fmla="*/ 333 h 411"/>
              <a:gd name="T60" fmla="*/ 2820 w 2986"/>
              <a:gd name="T61" fmla="*/ 333 h 411"/>
              <a:gd name="T62" fmla="*/ 2747 w 2986"/>
              <a:gd name="T63" fmla="*/ 262 h 411"/>
              <a:gd name="T64" fmla="*/ 2696 w 2986"/>
              <a:gd name="T65" fmla="*/ 195 h 411"/>
              <a:gd name="T66" fmla="*/ 2623 w 2986"/>
              <a:gd name="T67" fmla="*/ 143 h 411"/>
              <a:gd name="T68" fmla="*/ 2536 w 2986"/>
              <a:gd name="T69" fmla="*/ 128 h 411"/>
              <a:gd name="T70" fmla="*/ 2463 w 2986"/>
              <a:gd name="T71" fmla="*/ 123 h 411"/>
              <a:gd name="T72" fmla="*/ 2417 w 2986"/>
              <a:gd name="T73" fmla="*/ 247 h 411"/>
              <a:gd name="T74" fmla="*/ 2226 w 2986"/>
              <a:gd name="T75" fmla="*/ 128 h 411"/>
              <a:gd name="T76" fmla="*/ 2143 w 2986"/>
              <a:gd name="T77" fmla="*/ 147 h 411"/>
              <a:gd name="T78" fmla="*/ 2061 w 2986"/>
              <a:gd name="T79" fmla="*/ 143 h 411"/>
              <a:gd name="T80" fmla="*/ 1970 w 2986"/>
              <a:gd name="T81" fmla="*/ 157 h 411"/>
              <a:gd name="T82" fmla="*/ 1878 w 2986"/>
              <a:gd name="T83" fmla="*/ 147 h 411"/>
              <a:gd name="T84" fmla="*/ 1796 w 2986"/>
              <a:gd name="T85" fmla="*/ 157 h 411"/>
              <a:gd name="T86" fmla="*/ 1700 w 2986"/>
              <a:gd name="T87" fmla="*/ 152 h 411"/>
              <a:gd name="T88" fmla="*/ 1595 w 2986"/>
              <a:gd name="T89" fmla="*/ 162 h 411"/>
              <a:gd name="T90" fmla="*/ 1513 w 2986"/>
              <a:gd name="T91" fmla="*/ 157 h 411"/>
              <a:gd name="T92" fmla="*/ 1439 w 2986"/>
              <a:gd name="T93" fmla="*/ 152 h 411"/>
              <a:gd name="T94" fmla="*/ 1353 w 2986"/>
              <a:gd name="T95" fmla="*/ 166 h 411"/>
              <a:gd name="T96" fmla="*/ 1266 w 2986"/>
              <a:gd name="T97" fmla="*/ 152 h 411"/>
              <a:gd name="T98" fmla="*/ 1170 w 2986"/>
              <a:gd name="T99" fmla="*/ 157 h 411"/>
              <a:gd name="T100" fmla="*/ 1083 w 2986"/>
              <a:gd name="T101" fmla="*/ 152 h 411"/>
              <a:gd name="T102" fmla="*/ 996 w 2986"/>
              <a:gd name="T103" fmla="*/ 138 h 411"/>
              <a:gd name="T104" fmla="*/ 909 w 2986"/>
              <a:gd name="T105" fmla="*/ 104 h 411"/>
              <a:gd name="T106" fmla="*/ 827 w 2986"/>
              <a:gd name="T107" fmla="*/ 128 h 411"/>
              <a:gd name="T108" fmla="*/ 735 w 2986"/>
              <a:gd name="T109" fmla="*/ 104 h 411"/>
              <a:gd name="T110" fmla="*/ 653 w 2986"/>
              <a:gd name="T111" fmla="*/ 128 h 411"/>
              <a:gd name="T112" fmla="*/ 567 w 2986"/>
              <a:gd name="T113" fmla="*/ 123 h 411"/>
              <a:gd name="T114" fmla="*/ 479 w 2986"/>
              <a:gd name="T115" fmla="*/ 138 h 411"/>
              <a:gd name="T116" fmla="*/ 397 w 2986"/>
              <a:gd name="T117" fmla="*/ 128 h 411"/>
              <a:gd name="T118" fmla="*/ 306 w 2986"/>
              <a:gd name="T119" fmla="*/ 152 h 411"/>
              <a:gd name="T120" fmla="*/ 224 w 2986"/>
              <a:gd name="T121" fmla="*/ 143 h 411"/>
              <a:gd name="T122" fmla="*/ 132 w 2986"/>
              <a:gd name="T123" fmla="*/ 143 h 411"/>
              <a:gd name="T124" fmla="*/ 50 w 2986"/>
              <a:gd name="T125" fmla="*/ 162 h 4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986" h="411">
                <a:moveTo>
                  <a:pt x="0" y="37"/>
                </a:moveTo>
                <a:lnTo>
                  <a:pt x="27" y="28"/>
                </a:lnTo>
                <a:lnTo>
                  <a:pt x="50" y="33"/>
                </a:lnTo>
                <a:lnTo>
                  <a:pt x="64" y="33"/>
                </a:lnTo>
                <a:lnTo>
                  <a:pt x="82" y="33"/>
                </a:lnTo>
                <a:lnTo>
                  <a:pt x="95" y="28"/>
                </a:lnTo>
                <a:lnTo>
                  <a:pt x="109" y="23"/>
                </a:lnTo>
                <a:lnTo>
                  <a:pt x="128" y="23"/>
                </a:lnTo>
                <a:lnTo>
                  <a:pt x="146" y="14"/>
                </a:lnTo>
                <a:lnTo>
                  <a:pt x="159" y="14"/>
                </a:lnTo>
                <a:lnTo>
                  <a:pt x="173" y="14"/>
                </a:lnTo>
                <a:lnTo>
                  <a:pt x="191" y="14"/>
                </a:lnTo>
                <a:lnTo>
                  <a:pt x="205" y="14"/>
                </a:lnTo>
                <a:lnTo>
                  <a:pt x="219" y="23"/>
                </a:lnTo>
                <a:lnTo>
                  <a:pt x="237" y="28"/>
                </a:lnTo>
                <a:lnTo>
                  <a:pt x="247" y="42"/>
                </a:lnTo>
                <a:lnTo>
                  <a:pt x="265" y="47"/>
                </a:lnTo>
                <a:lnTo>
                  <a:pt x="278" y="57"/>
                </a:lnTo>
                <a:lnTo>
                  <a:pt x="292" y="61"/>
                </a:lnTo>
                <a:lnTo>
                  <a:pt x="310" y="61"/>
                </a:lnTo>
                <a:lnTo>
                  <a:pt x="324" y="61"/>
                </a:lnTo>
                <a:lnTo>
                  <a:pt x="338" y="61"/>
                </a:lnTo>
                <a:lnTo>
                  <a:pt x="351" y="61"/>
                </a:lnTo>
                <a:lnTo>
                  <a:pt x="365" y="61"/>
                </a:lnTo>
                <a:lnTo>
                  <a:pt x="379" y="61"/>
                </a:lnTo>
                <a:lnTo>
                  <a:pt x="393" y="57"/>
                </a:lnTo>
                <a:lnTo>
                  <a:pt x="407" y="57"/>
                </a:lnTo>
                <a:lnTo>
                  <a:pt x="429" y="57"/>
                </a:lnTo>
                <a:lnTo>
                  <a:pt x="448" y="61"/>
                </a:lnTo>
                <a:lnTo>
                  <a:pt x="466" y="61"/>
                </a:lnTo>
                <a:lnTo>
                  <a:pt x="484" y="66"/>
                </a:lnTo>
                <a:lnTo>
                  <a:pt x="498" y="71"/>
                </a:lnTo>
                <a:lnTo>
                  <a:pt x="511" y="76"/>
                </a:lnTo>
                <a:lnTo>
                  <a:pt x="525" y="81"/>
                </a:lnTo>
                <a:lnTo>
                  <a:pt x="539" y="81"/>
                </a:lnTo>
                <a:lnTo>
                  <a:pt x="557" y="85"/>
                </a:lnTo>
                <a:lnTo>
                  <a:pt x="571" y="85"/>
                </a:lnTo>
                <a:lnTo>
                  <a:pt x="594" y="85"/>
                </a:lnTo>
                <a:lnTo>
                  <a:pt x="612" y="85"/>
                </a:lnTo>
                <a:lnTo>
                  <a:pt x="630" y="85"/>
                </a:lnTo>
                <a:lnTo>
                  <a:pt x="644" y="85"/>
                </a:lnTo>
                <a:lnTo>
                  <a:pt x="658" y="85"/>
                </a:lnTo>
                <a:lnTo>
                  <a:pt x="681" y="85"/>
                </a:lnTo>
                <a:lnTo>
                  <a:pt x="704" y="81"/>
                </a:lnTo>
                <a:lnTo>
                  <a:pt x="722" y="81"/>
                </a:lnTo>
                <a:lnTo>
                  <a:pt x="740" y="81"/>
                </a:lnTo>
                <a:lnTo>
                  <a:pt x="758" y="81"/>
                </a:lnTo>
                <a:lnTo>
                  <a:pt x="772" y="81"/>
                </a:lnTo>
                <a:lnTo>
                  <a:pt x="786" y="81"/>
                </a:lnTo>
                <a:lnTo>
                  <a:pt x="799" y="81"/>
                </a:lnTo>
                <a:lnTo>
                  <a:pt x="813" y="85"/>
                </a:lnTo>
                <a:lnTo>
                  <a:pt x="827" y="85"/>
                </a:lnTo>
                <a:lnTo>
                  <a:pt x="850" y="90"/>
                </a:lnTo>
                <a:lnTo>
                  <a:pt x="864" y="90"/>
                </a:lnTo>
                <a:lnTo>
                  <a:pt x="882" y="85"/>
                </a:lnTo>
                <a:lnTo>
                  <a:pt x="905" y="85"/>
                </a:lnTo>
                <a:lnTo>
                  <a:pt x="923" y="85"/>
                </a:lnTo>
                <a:lnTo>
                  <a:pt x="941" y="85"/>
                </a:lnTo>
                <a:lnTo>
                  <a:pt x="955" y="85"/>
                </a:lnTo>
                <a:lnTo>
                  <a:pt x="969" y="85"/>
                </a:lnTo>
                <a:lnTo>
                  <a:pt x="982" y="85"/>
                </a:lnTo>
                <a:lnTo>
                  <a:pt x="996" y="85"/>
                </a:lnTo>
                <a:lnTo>
                  <a:pt x="1014" y="90"/>
                </a:lnTo>
                <a:lnTo>
                  <a:pt x="1033" y="90"/>
                </a:lnTo>
                <a:lnTo>
                  <a:pt x="1051" y="95"/>
                </a:lnTo>
                <a:lnTo>
                  <a:pt x="1069" y="100"/>
                </a:lnTo>
                <a:lnTo>
                  <a:pt x="1088" y="100"/>
                </a:lnTo>
                <a:lnTo>
                  <a:pt x="1101" y="100"/>
                </a:lnTo>
                <a:lnTo>
                  <a:pt x="1124" y="104"/>
                </a:lnTo>
                <a:lnTo>
                  <a:pt x="1151" y="109"/>
                </a:lnTo>
                <a:lnTo>
                  <a:pt x="1165" y="109"/>
                </a:lnTo>
                <a:lnTo>
                  <a:pt x="1179" y="109"/>
                </a:lnTo>
                <a:lnTo>
                  <a:pt x="1197" y="109"/>
                </a:lnTo>
                <a:lnTo>
                  <a:pt x="1211" y="109"/>
                </a:lnTo>
                <a:lnTo>
                  <a:pt x="1225" y="109"/>
                </a:lnTo>
                <a:lnTo>
                  <a:pt x="1238" y="109"/>
                </a:lnTo>
                <a:lnTo>
                  <a:pt x="1284" y="109"/>
                </a:lnTo>
                <a:lnTo>
                  <a:pt x="1330" y="109"/>
                </a:lnTo>
                <a:lnTo>
                  <a:pt x="1375" y="109"/>
                </a:lnTo>
                <a:lnTo>
                  <a:pt x="1394" y="109"/>
                </a:lnTo>
                <a:lnTo>
                  <a:pt x="1412" y="109"/>
                </a:lnTo>
                <a:lnTo>
                  <a:pt x="1430" y="109"/>
                </a:lnTo>
                <a:lnTo>
                  <a:pt x="1444" y="104"/>
                </a:lnTo>
                <a:lnTo>
                  <a:pt x="1504" y="71"/>
                </a:lnTo>
                <a:lnTo>
                  <a:pt x="1513" y="85"/>
                </a:lnTo>
                <a:lnTo>
                  <a:pt x="1522" y="104"/>
                </a:lnTo>
                <a:lnTo>
                  <a:pt x="1540" y="109"/>
                </a:lnTo>
                <a:lnTo>
                  <a:pt x="1554" y="104"/>
                </a:lnTo>
                <a:lnTo>
                  <a:pt x="1568" y="104"/>
                </a:lnTo>
                <a:lnTo>
                  <a:pt x="1581" y="100"/>
                </a:lnTo>
                <a:lnTo>
                  <a:pt x="1595" y="104"/>
                </a:lnTo>
                <a:lnTo>
                  <a:pt x="1613" y="109"/>
                </a:lnTo>
                <a:lnTo>
                  <a:pt x="1627" y="109"/>
                </a:lnTo>
                <a:lnTo>
                  <a:pt x="1640" y="114"/>
                </a:lnTo>
                <a:lnTo>
                  <a:pt x="1654" y="114"/>
                </a:lnTo>
                <a:lnTo>
                  <a:pt x="1668" y="114"/>
                </a:lnTo>
                <a:lnTo>
                  <a:pt x="1682" y="114"/>
                </a:lnTo>
                <a:lnTo>
                  <a:pt x="1695" y="114"/>
                </a:lnTo>
                <a:lnTo>
                  <a:pt x="1709" y="109"/>
                </a:lnTo>
                <a:lnTo>
                  <a:pt x="1723" y="109"/>
                </a:lnTo>
                <a:lnTo>
                  <a:pt x="1741" y="109"/>
                </a:lnTo>
                <a:lnTo>
                  <a:pt x="1759" y="104"/>
                </a:lnTo>
                <a:lnTo>
                  <a:pt x="1773" y="100"/>
                </a:lnTo>
                <a:lnTo>
                  <a:pt x="1787" y="100"/>
                </a:lnTo>
                <a:lnTo>
                  <a:pt x="1805" y="100"/>
                </a:lnTo>
                <a:lnTo>
                  <a:pt x="1819" y="95"/>
                </a:lnTo>
                <a:lnTo>
                  <a:pt x="1833" y="100"/>
                </a:lnTo>
                <a:lnTo>
                  <a:pt x="1846" y="114"/>
                </a:lnTo>
                <a:lnTo>
                  <a:pt x="1860" y="119"/>
                </a:lnTo>
                <a:lnTo>
                  <a:pt x="1878" y="119"/>
                </a:lnTo>
                <a:lnTo>
                  <a:pt x="1892" y="119"/>
                </a:lnTo>
                <a:lnTo>
                  <a:pt x="1906" y="119"/>
                </a:lnTo>
                <a:lnTo>
                  <a:pt x="1924" y="119"/>
                </a:lnTo>
                <a:lnTo>
                  <a:pt x="1942" y="114"/>
                </a:lnTo>
                <a:lnTo>
                  <a:pt x="1960" y="109"/>
                </a:lnTo>
                <a:lnTo>
                  <a:pt x="1979" y="109"/>
                </a:lnTo>
                <a:lnTo>
                  <a:pt x="1993" y="104"/>
                </a:lnTo>
                <a:lnTo>
                  <a:pt x="2011" y="104"/>
                </a:lnTo>
                <a:lnTo>
                  <a:pt x="2025" y="100"/>
                </a:lnTo>
                <a:lnTo>
                  <a:pt x="2038" y="100"/>
                </a:lnTo>
                <a:lnTo>
                  <a:pt x="2052" y="100"/>
                </a:lnTo>
                <a:lnTo>
                  <a:pt x="2107" y="100"/>
                </a:lnTo>
                <a:lnTo>
                  <a:pt x="2120" y="100"/>
                </a:lnTo>
                <a:lnTo>
                  <a:pt x="2139" y="100"/>
                </a:lnTo>
                <a:lnTo>
                  <a:pt x="2153" y="100"/>
                </a:lnTo>
                <a:lnTo>
                  <a:pt x="2166" y="95"/>
                </a:lnTo>
                <a:lnTo>
                  <a:pt x="2185" y="85"/>
                </a:lnTo>
                <a:lnTo>
                  <a:pt x="2208" y="81"/>
                </a:lnTo>
                <a:lnTo>
                  <a:pt x="2221" y="76"/>
                </a:lnTo>
                <a:lnTo>
                  <a:pt x="2235" y="66"/>
                </a:lnTo>
                <a:lnTo>
                  <a:pt x="2249" y="61"/>
                </a:lnTo>
                <a:lnTo>
                  <a:pt x="2262" y="52"/>
                </a:lnTo>
                <a:lnTo>
                  <a:pt x="2276" y="52"/>
                </a:lnTo>
                <a:lnTo>
                  <a:pt x="2290" y="57"/>
                </a:lnTo>
                <a:lnTo>
                  <a:pt x="2313" y="61"/>
                </a:lnTo>
                <a:lnTo>
                  <a:pt x="2326" y="61"/>
                </a:lnTo>
                <a:lnTo>
                  <a:pt x="2349" y="71"/>
                </a:lnTo>
                <a:lnTo>
                  <a:pt x="2368" y="76"/>
                </a:lnTo>
                <a:lnTo>
                  <a:pt x="2381" y="76"/>
                </a:lnTo>
                <a:lnTo>
                  <a:pt x="2395" y="76"/>
                </a:lnTo>
                <a:lnTo>
                  <a:pt x="2409" y="71"/>
                </a:lnTo>
                <a:lnTo>
                  <a:pt x="2427" y="71"/>
                </a:lnTo>
                <a:lnTo>
                  <a:pt x="2440" y="66"/>
                </a:lnTo>
                <a:lnTo>
                  <a:pt x="2459" y="66"/>
                </a:lnTo>
                <a:lnTo>
                  <a:pt x="2482" y="66"/>
                </a:lnTo>
                <a:lnTo>
                  <a:pt x="2495" y="66"/>
                </a:lnTo>
                <a:lnTo>
                  <a:pt x="2509" y="71"/>
                </a:lnTo>
                <a:lnTo>
                  <a:pt x="2523" y="71"/>
                </a:lnTo>
                <a:lnTo>
                  <a:pt x="2536" y="76"/>
                </a:lnTo>
                <a:lnTo>
                  <a:pt x="2550" y="76"/>
                </a:lnTo>
                <a:lnTo>
                  <a:pt x="2569" y="76"/>
                </a:lnTo>
                <a:lnTo>
                  <a:pt x="2591" y="71"/>
                </a:lnTo>
                <a:lnTo>
                  <a:pt x="2614" y="71"/>
                </a:lnTo>
                <a:lnTo>
                  <a:pt x="2628" y="71"/>
                </a:lnTo>
                <a:lnTo>
                  <a:pt x="2646" y="66"/>
                </a:lnTo>
                <a:lnTo>
                  <a:pt x="2660" y="61"/>
                </a:lnTo>
                <a:lnTo>
                  <a:pt x="2674" y="52"/>
                </a:lnTo>
                <a:lnTo>
                  <a:pt x="2688" y="47"/>
                </a:lnTo>
                <a:lnTo>
                  <a:pt x="2706" y="42"/>
                </a:lnTo>
                <a:lnTo>
                  <a:pt x="2724" y="42"/>
                </a:lnTo>
                <a:lnTo>
                  <a:pt x="2742" y="38"/>
                </a:lnTo>
                <a:lnTo>
                  <a:pt x="2756" y="33"/>
                </a:lnTo>
                <a:lnTo>
                  <a:pt x="2774" y="28"/>
                </a:lnTo>
                <a:lnTo>
                  <a:pt x="2788" y="23"/>
                </a:lnTo>
                <a:lnTo>
                  <a:pt x="2801" y="19"/>
                </a:lnTo>
                <a:lnTo>
                  <a:pt x="2852" y="0"/>
                </a:lnTo>
                <a:lnTo>
                  <a:pt x="2875" y="9"/>
                </a:lnTo>
                <a:lnTo>
                  <a:pt x="2884" y="23"/>
                </a:lnTo>
                <a:lnTo>
                  <a:pt x="2897" y="28"/>
                </a:lnTo>
                <a:lnTo>
                  <a:pt x="2912" y="28"/>
                </a:lnTo>
                <a:lnTo>
                  <a:pt x="2934" y="23"/>
                </a:lnTo>
                <a:lnTo>
                  <a:pt x="2948" y="19"/>
                </a:lnTo>
                <a:lnTo>
                  <a:pt x="2961" y="9"/>
                </a:lnTo>
                <a:lnTo>
                  <a:pt x="2985" y="5"/>
                </a:lnTo>
                <a:lnTo>
                  <a:pt x="2985" y="410"/>
                </a:lnTo>
                <a:lnTo>
                  <a:pt x="2934" y="386"/>
                </a:lnTo>
                <a:lnTo>
                  <a:pt x="2925" y="371"/>
                </a:lnTo>
                <a:lnTo>
                  <a:pt x="2920" y="357"/>
                </a:lnTo>
                <a:lnTo>
                  <a:pt x="2916" y="343"/>
                </a:lnTo>
                <a:lnTo>
                  <a:pt x="2902" y="333"/>
                </a:lnTo>
                <a:lnTo>
                  <a:pt x="2889" y="333"/>
                </a:lnTo>
                <a:lnTo>
                  <a:pt x="2875" y="348"/>
                </a:lnTo>
                <a:lnTo>
                  <a:pt x="2861" y="333"/>
                </a:lnTo>
                <a:lnTo>
                  <a:pt x="2848" y="338"/>
                </a:lnTo>
                <a:lnTo>
                  <a:pt x="2829" y="348"/>
                </a:lnTo>
                <a:lnTo>
                  <a:pt x="2820" y="333"/>
                </a:lnTo>
                <a:lnTo>
                  <a:pt x="2806" y="328"/>
                </a:lnTo>
                <a:lnTo>
                  <a:pt x="2793" y="319"/>
                </a:lnTo>
                <a:lnTo>
                  <a:pt x="2783" y="305"/>
                </a:lnTo>
                <a:lnTo>
                  <a:pt x="2770" y="290"/>
                </a:lnTo>
                <a:lnTo>
                  <a:pt x="2756" y="276"/>
                </a:lnTo>
                <a:lnTo>
                  <a:pt x="2747" y="262"/>
                </a:lnTo>
                <a:lnTo>
                  <a:pt x="2733" y="271"/>
                </a:lnTo>
                <a:lnTo>
                  <a:pt x="2719" y="262"/>
                </a:lnTo>
                <a:lnTo>
                  <a:pt x="2719" y="247"/>
                </a:lnTo>
                <a:lnTo>
                  <a:pt x="2710" y="228"/>
                </a:lnTo>
                <a:lnTo>
                  <a:pt x="2701" y="209"/>
                </a:lnTo>
                <a:lnTo>
                  <a:pt x="2696" y="195"/>
                </a:lnTo>
                <a:lnTo>
                  <a:pt x="2683" y="185"/>
                </a:lnTo>
                <a:lnTo>
                  <a:pt x="2665" y="195"/>
                </a:lnTo>
                <a:lnTo>
                  <a:pt x="2655" y="176"/>
                </a:lnTo>
                <a:lnTo>
                  <a:pt x="2646" y="162"/>
                </a:lnTo>
                <a:lnTo>
                  <a:pt x="2633" y="157"/>
                </a:lnTo>
                <a:lnTo>
                  <a:pt x="2623" y="143"/>
                </a:lnTo>
                <a:lnTo>
                  <a:pt x="2610" y="143"/>
                </a:lnTo>
                <a:lnTo>
                  <a:pt x="2596" y="143"/>
                </a:lnTo>
                <a:lnTo>
                  <a:pt x="2582" y="138"/>
                </a:lnTo>
                <a:lnTo>
                  <a:pt x="2564" y="128"/>
                </a:lnTo>
                <a:lnTo>
                  <a:pt x="2550" y="128"/>
                </a:lnTo>
                <a:lnTo>
                  <a:pt x="2536" y="128"/>
                </a:lnTo>
                <a:lnTo>
                  <a:pt x="2518" y="123"/>
                </a:lnTo>
                <a:lnTo>
                  <a:pt x="2505" y="119"/>
                </a:lnTo>
                <a:lnTo>
                  <a:pt x="2495" y="104"/>
                </a:lnTo>
                <a:lnTo>
                  <a:pt x="2482" y="104"/>
                </a:lnTo>
                <a:lnTo>
                  <a:pt x="2468" y="109"/>
                </a:lnTo>
                <a:lnTo>
                  <a:pt x="2463" y="123"/>
                </a:lnTo>
                <a:lnTo>
                  <a:pt x="2450" y="138"/>
                </a:lnTo>
                <a:lnTo>
                  <a:pt x="2436" y="143"/>
                </a:lnTo>
                <a:lnTo>
                  <a:pt x="2463" y="276"/>
                </a:lnTo>
                <a:lnTo>
                  <a:pt x="2445" y="271"/>
                </a:lnTo>
                <a:lnTo>
                  <a:pt x="2431" y="262"/>
                </a:lnTo>
                <a:lnTo>
                  <a:pt x="2417" y="247"/>
                </a:lnTo>
                <a:lnTo>
                  <a:pt x="2290" y="157"/>
                </a:lnTo>
                <a:lnTo>
                  <a:pt x="2276" y="147"/>
                </a:lnTo>
                <a:lnTo>
                  <a:pt x="2262" y="138"/>
                </a:lnTo>
                <a:lnTo>
                  <a:pt x="2253" y="123"/>
                </a:lnTo>
                <a:lnTo>
                  <a:pt x="2239" y="119"/>
                </a:lnTo>
                <a:lnTo>
                  <a:pt x="2226" y="128"/>
                </a:lnTo>
                <a:lnTo>
                  <a:pt x="2216" y="143"/>
                </a:lnTo>
                <a:lnTo>
                  <a:pt x="2198" y="157"/>
                </a:lnTo>
                <a:lnTo>
                  <a:pt x="2185" y="162"/>
                </a:lnTo>
                <a:lnTo>
                  <a:pt x="2171" y="162"/>
                </a:lnTo>
                <a:lnTo>
                  <a:pt x="2157" y="152"/>
                </a:lnTo>
                <a:lnTo>
                  <a:pt x="2143" y="147"/>
                </a:lnTo>
                <a:lnTo>
                  <a:pt x="2130" y="157"/>
                </a:lnTo>
                <a:lnTo>
                  <a:pt x="2116" y="143"/>
                </a:lnTo>
                <a:lnTo>
                  <a:pt x="2102" y="147"/>
                </a:lnTo>
                <a:lnTo>
                  <a:pt x="2089" y="157"/>
                </a:lnTo>
                <a:lnTo>
                  <a:pt x="2075" y="147"/>
                </a:lnTo>
                <a:lnTo>
                  <a:pt x="2061" y="143"/>
                </a:lnTo>
                <a:lnTo>
                  <a:pt x="2048" y="143"/>
                </a:lnTo>
                <a:lnTo>
                  <a:pt x="2034" y="147"/>
                </a:lnTo>
                <a:lnTo>
                  <a:pt x="2020" y="147"/>
                </a:lnTo>
                <a:lnTo>
                  <a:pt x="2006" y="143"/>
                </a:lnTo>
                <a:lnTo>
                  <a:pt x="1988" y="147"/>
                </a:lnTo>
                <a:lnTo>
                  <a:pt x="1970" y="157"/>
                </a:lnTo>
                <a:lnTo>
                  <a:pt x="1956" y="157"/>
                </a:lnTo>
                <a:lnTo>
                  <a:pt x="1937" y="162"/>
                </a:lnTo>
                <a:lnTo>
                  <a:pt x="1924" y="162"/>
                </a:lnTo>
                <a:lnTo>
                  <a:pt x="1906" y="152"/>
                </a:lnTo>
                <a:lnTo>
                  <a:pt x="1892" y="147"/>
                </a:lnTo>
                <a:lnTo>
                  <a:pt x="1878" y="147"/>
                </a:lnTo>
                <a:lnTo>
                  <a:pt x="1865" y="157"/>
                </a:lnTo>
                <a:lnTo>
                  <a:pt x="1846" y="171"/>
                </a:lnTo>
                <a:lnTo>
                  <a:pt x="1833" y="181"/>
                </a:lnTo>
                <a:lnTo>
                  <a:pt x="1823" y="166"/>
                </a:lnTo>
                <a:lnTo>
                  <a:pt x="1810" y="157"/>
                </a:lnTo>
                <a:lnTo>
                  <a:pt x="1796" y="157"/>
                </a:lnTo>
                <a:lnTo>
                  <a:pt x="1782" y="162"/>
                </a:lnTo>
                <a:lnTo>
                  <a:pt x="1769" y="166"/>
                </a:lnTo>
                <a:lnTo>
                  <a:pt x="1750" y="166"/>
                </a:lnTo>
                <a:lnTo>
                  <a:pt x="1732" y="162"/>
                </a:lnTo>
                <a:lnTo>
                  <a:pt x="1714" y="157"/>
                </a:lnTo>
                <a:lnTo>
                  <a:pt x="1700" y="152"/>
                </a:lnTo>
                <a:lnTo>
                  <a:pt x="1677" y="157"/>
                </a:lnTo>
                <a:lnTo>
                  <a:pt x="1663" y="162"/>
                </a:lnTo>
                <a:lnTo>
                  <a:pt x="1645" y="166"/>
                </a:lnTo>
                <a:lnTo>
                  <a:pt x="1622" y="176"/>
                </a:lnTo>
                <a:lnTo>
                  <a:pt x="1609" y="171"/>
                </a:lnTo>
                <a:lnTo>
                  <a:pt x="1595" y="162"/>
                </a:lnTo>
                <a:lnTo>
                  <a:pt x="1581" y="152"/>
                </a:lnTo>
                <a:lnTo>
                  <a:pt x="1568" y="157"/>
                </a:lnTo>
                <a:lnTo>
                  <a:pt x="1554" y="157"/>
                </a:lnTo>
                <a:lnTo>
                  <a:pt x="1540" y="157"/>
                </a:lnTo>
                <a:lnTo>
                  <a:pt x="1527" y="157"/>
                </a:lnTo>
                <a:lnTo>
                  <a:pt x="1513" y="157"/>
                </a:lnTo>
                <a:lnTo>
                  <a:pt x="1499" y="157"/>
                </a:lnTo>
                <a:lnTo>
                  <a:pt x="1416" y="276"/>
                </a:lnTo>
                <a:lnTo>
                  <a:pt x="1480" y="147"/>
                </a:lnTo>
                <a:lnTo>
                  <a:pt x="1467" y="147"/>
                </a:lnTo>
                <a:lnTo>
                  <a:pt x="1453" y="147"/>
                </a:lnTo>
                <a:lnTo>
                  <a:pt x="1439" y="152"/>
                </a:lnTo>
                <a:lnTo>
                  <a:pt x="1421" y="152"/>
                </a:lnTo>
                <a:lnTo>
                  <a:pt x="1408" y="152"/>
                </a:lnTo>
                <a:lnTo>
                  <a:pt x="1394" y="157"/>
                </a:lnTo>
                <a:lnTo>
                  <a:pt x="1380" y="166"/>
                </a:lnTo>
                <a:lnTo>
                  <a:pt x="1367" y="166"/>
                </a:lnTo>
                <a:lnTo>
                  <a:pt x="1353" y="166"/>
                </a:lnTo>
                <a:lnTo>
                  <a:pt x="1339" y="166"/>
                </a:lnTo>
                <a:lnTo>
                  <a:pt x="1325" y="166"/>
                </a:lnTo>
                <a:lnTo>
                  <a:pt x="1311" y="157"/>
                </a:lnTo>
                <a:lnTo>
                  <a:pt x="1293" y="152"/>
                </a:lnTo>
                <a:lnTo>
                  <a:pt x="1279" y="152"/>
                </a:lnTo>
                <a:lnTo>
                  <a:pt x="1266" y="152"/>
                </a:lnTo>
                <a:lnTo>
                  <a:pt x="1248" y="157"/>
                </a:lnTo>
                <a:lnTo>
                  <a:pt x="1234" y="157"/>
                </a:lnTo>
                <a:lnTo>
                  <a:pt x="1215" y="157"/>
                </a:lnTo>
                <a:lnTo>
                  <a:pt x="1202" y="162"/>
                </a:lnTo>
                <a:lnTo>
                  <a:pt x="1184" y="162"/>
                </a:lnTo>
                <a:lnTo>
                  <a:pt x="1170" y="157"/>
                </a:lnTo>
                <a:lnTo>
                  <a:pt x="1156" y="157"/>
                </a:lnTo>
                <a:lnTo>
                  <a:pt x="1138" y="152"/>
                </a:lnTo>
                <a:lnTo>
                  <a:pt x="1124" y="147"/>
                </a:lnTo>
                <a:lnTo>
                  <a:pt x="1110" y="147"/>
                </a:lnTo>
                <a:lnTo>
                  <a:pt x="1096" y="147"/>
                </a:lnTo>
                <a:lnTo>
                  <a:pt x="1083" y="152"/>
                </a:lnTo>
                <a:lnTo>
                  <a:pt x="1069" y="157"/>
                </a:lnTo>
                <a:lnTo>
                  <a:pt x="1055" y="157"/>
                </a:lnTo>
                <a:lnTo>
                  <a:pt x="1037" y="157"/>
                </a:lnTo>
                <a:lnTo>
                  <a:pt x="1024" y="157"/>
                </a:lnTo>
                <a:lnTo>
                  <a:pt x="1010" y="147"/>
                </a:lnTo>
                <a:lnTo>
                  <a:pt x="996" y="138"/>
                </a:lnTo>
                <a:lnTo>
                  <a:pt x="982" y="128"/>
                </a:lnTo>
                <a:lnTo>
                  <a:pt x="964" y="123"/>
                </a:lnTo>
                <a:lnTo>
                  <a:pt x="950" y="123"/>
                </a:lnTo>
                <a:lnTo>
                  <a:pt x="936" y="119"/>
                </a:lnTo>
                <a:lnTo>
                  <a:pt x="923" y="109"/>
                </a:lnTo>
                <a:lnTo>
                  <a:pt x="909" y="104"/>
                </a:lnTo>
                <a:lnTo>
                  <a:pt x="895" y="104"/>
                </a:lnTo>
                <a:lnTo>
                  <a:pt x="882" y="104"/>
                </a:lnTo>
                <a:lnTo>
                  <a:pt x="868" y="109"/>
                </a:lnTo>
                <a:lnTo>
                  <a:pt x="854" y="119"/>
                </a:lnTo>
                <a:lnTo>
                  <a:pt x="841" y="119"/>
                </a:lnTo>
                <a:lnTo>
                  <a:pt x="827" y="128"/>
                </a:lnTo>
                <a:lnTo>
                  <a:pt x="813" y="128"/>
                </a:lnTo>
                <a:lnTo>
                  <a:pt x="799" y="119"/>
                </a:lnTo>
                <a:lnTo>
                  <a:pt x="781" y="114"/>
                </a:lnTo>
                <a:lnTo>
                  <a:pt x="768" y="114"/>
                </a:lnTo>
                <a:lnTo>
                  <a:pt x="749" y="104"/>
                </a:lnTo>
                <a:lnTo>
                  <a:pt x="735" y="104"/>
                </a:lnTo>
                <a:lnTo>
                  <a:pt x="722" y="109"/>
                </a:lnTo>
                <a:lnTo>
                  <a:pt x="708" y="114"/>
                </a:lnTo>
                <a:lnTo>
                  <a:pt x="694" y="119"/>
                </a:lnTo>
                <a:lnTo>
                  <a:pt x="681" y="123"/>
                </a:lnTo>
                <a:lnTo>
                  <a:pt x="667" y="128"/>
                </a:lnTo>
                <a:lnTo>
                  <a:pt x="653" y="128"/>
                </a:lnTo>
                <a:lnTo>
                  <a:pt x="639" y="128"/>
                </a:lnTo>
                <a:lnTo>
                  <a:pt x="626" y="128"/>
                </a:lnTo>
                <a:lnTo>
                  <a:pt x="608" y="128"/>
                </a:lnTo>
                <a:lnTo>
                  <a:pt x="594" y="128"/>
                </a:lnTo>
                <a:lnTo>
                  <a:pt x="580" y="123"/>
                </a:lnTo>
                <a:lnTo>
                  <a:pt x="567" y="123"/>
                </a:lnTo>
                <a:lnTo>
                  <a:pt x="553" y="123"/>
                </a:lnTo>
                <a:lnTo>
                  <a:pt x="534" y="123"/>
                </a:lnTo>
                <a:lnTo>
                  <a:pt x="521" y="123"/>
                </a:lnTo>
                <a:lnTo>
                  <a:pt x="507" y="123"/>
                </a:lnTo>
                <a:lnTo>
                  <a:pt x="493" y="133"/>
                </a:lnTo>
                <a:lnTo>
                  <a:pt x="479" y="138"/>
                </a:lnTo>
                <a:lnTo>
                  <a:pt x="466" y="143"/>
                </a:lnTo>
                <a:lnTo>
                  <a:pt x="452" y="143"/>
                </a:lnTo>
                <a:lnTo>
                  <a:pt x="438" y="143"/>
                </a:lnTo>
                <a:lnTo>
                  <a:pt x="425" y="133"/>
                </a:lnTo>
                <a:lnTo>
                  <a:pt x="411" y="128"/>
                </a:lnTo>
                <a:lnTo>
                  <a:pt x="397" y="128"/>
                </a:lnTo>
                <a:lnTo>
                  <a:pt x="384" y="128"/>
                </a:lnTo>
                <a:lnTo>
                  <a:pt x="361" y="123"/>
                </a:lnTo>
                <a:lnTo>
                  <a:pt x="347" y="123"/>
                </a:lnTo>
                <a:lnTo>
                  <a:pt x="333" y="133"/>
                </a:lnTo>
                <a:lnTo>
                  <a:pt x="319" y="143"/>
                </a:lnTo>
                <a:lnTo>
                  <a:pt x="306" y="152"/>
                </a:lnTo>
                <a:lnTo>
                  <a:pt x="292" y="157"/>
                </a:lnTo>
                <a:lnTo>
                  <a:pt x="278" y="157"/>
                </a:lnTo>
                <a:lnTo>
                  <a:pt x="265" y="152"/>
                </a:lnTo>
                <a:lnTo>
                  <a:pt x="251" y="147"/>
                </a:lnTo>
                <a:lnTo>
                  <a:pt x="237" y="147"/>
                </a:lnTo>
                <a:lnTo>
                  <a:pt x="224" y="143"/>
                </a:lnTo>
                <a:lnTo>
                  <a:pt x="210" y="143"/>
                </a:lnTo>
                <a:lnTo>
                  <a:pt x="196" y="143"/>
                </a:lnTo>
                <a:lnTo>
                  <a:pt x="178" y="143"/>
                </a:lnTo>
                <a:lnTo>
                  <a:pt x="159" y="143"/>
                </a:lnTo>
                <a:lnTo>
                  <a:pt x="146" y="143"/>
                </a:lnTo>
                <a:lnTo>
                  <a:pt x="132" y="143"/>
                </a:lnTo>
                <a:lnTo>
                  <a:pt x="118" y="147"/>
                </a:lnTo>
                <a:lnTo>
                  <a:pt x="105" y="147"/>
                </a:lnTo>
                <a:lnTo>
                  <a:pt x="91" y="147"/>
                </a:lnTo>
                <a:lnTo>
                  <a:pt x="77" y="152"/>
                </a:lnTo>
                <a:lnTo>
                  <a:pt x="64" y="157"/>
                </a:lnTo>
                <a:lnTo>
                  <a:pt x="50" y="162"/>
                </a:lnTo>
                <a:lnTo>
                  <a:pt x="31" y="171"/>
                </a:lnTo>
                <a:lnTo>
                  <a:pt x="13" y="176"/>
                </a:lnTo>
                <a:lnTo>
                  <a:pt x="0" y="185"/>
                </a:lnTo>
                <a:lnTo>
                  <a:pt x="0" y="37"/>
                </a:lnTo>
              </a:path>
            </a:pathLst>
          </a:custGeom>
          <a:ln w="12700" cap="rnd" cmpd="sng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88" name="AutoShape 44">
            <a:extLst>
              <a:ext uri="{FF2B5EF4-FFF2-40B4-BE49-F238E27FC236}">
                <a16:creationId xmlns:a16="http://schemas.microsoft.com/office/drawing/2014/main" id="{8FB24815-F4ED-9CAB-998B-96F3A9DD0A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48025" y="1711325"/>
            <a:ext cx="146050" cy="215900"/>
          </a:xfrm>
          <a:prstGeom prst="upArrow">
            <a:avLst>
              <a:gd name="adj1" fmla="val 50000"/>
              <a:gd name="adj2" fmla="val 73906"/>
            </a:avLst>
          </a:prstGeom>
          <a:solidFill>
            <a:srgbClr val="66FF33"/>
          </a:solidFill>
          <a:ln w="12700">
            <a:solidFill>
              <a:srgbClr val="67676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Blank Presentation">
  <a:themeElements>
    <a:clrScheme name="Blank Presentation 1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Blank Presentatio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rgbClr val="FF3300"/>
            </a:solidFill>
            <a:effectLst/>
            <a:latin typeface="Times New Roman" panose="02020603050405020304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rgbClr val="FF3300"/>
            </a:solidFill>
            <a:effectLst/>
            <a:latin typeface="Times New Roman" panose="02020603050405020304" pitchFamily="18" charset="0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2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3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4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E:\MSOffice\Templates\Blank Presentation.pot</Template>
  <TotalTime>122</TotalTime>
  <Words>464</Words>
  <Application>Microsoft Office PowerPoint</Application>
  <PresentationFormat>Custom</PresentationFormat>
  <Paragraphs>64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Times New Roman</vt:lpstr>
      <vt:lpstr>Courier New</vt:lpstr>
      <vt:lpstr>Blank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Slide Title</dc:title>
  <dc:creator>Michael Coughlan</dc:creator>
  <cp:lastModifiedBy>Sean McBride</cp:lastModifiedBy>
  <cp:revision>12</cp:revision>
  <dcterms:created xsi:type="dcterms:W3CDTF">1995-06-17T23:31:02Z</dcterms:created>
  <dcterms:modified xsi:type="dcterms:W3CDTF">2026-05-13T01:06:29Z</dcterms:modified>
</cp:coreProperties>
</file>