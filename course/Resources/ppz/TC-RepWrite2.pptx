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handoutMasterIdLst>
    <p:handoutMasterId r:id="rId19"/>
  </p:handoutMasterIdLst>
  <p:sldIdLst>
    <p:sldId id="256" r:id="rId2"/>
    <p:sldId id="279" r:id="rId3"/>
    <p:sldId id="280" r:id="rId4"/>
    <p:sldId id="265" r:id="rId5"/>
    <p:sldId id="266" r:id="rId6"/>
    <p:sldId id="268" r:id="rId7"/>
    <p:sldId id="270" r:id="rId8"/>
    <p:sldId id="271" r:id="rId9"/>
    <p:sldId id="272" r:id="rId10"/>
    <p:sldId id="273" r:id="rId11"/>
    <p:sldId id="274" r:id="rId12"/>
    <p:sldId id="275" r:id="rId13"/>
    <p:sldId id="276" r:id="rId14"/>
    <p:sldId id="282" r:id="rId15"/>
    <p:sldId id="278" r:id="rId16"/>
    <p:sldId id="281" r:id="rId17"/>
  </p:sldIdLst>
  <p:sldSz cx="3886200" cy="5257800"/>
  <p:notesSz cx="6858000" cy="9144000"/>
  <p:defaultTextStyle>
    <a:defPPr>
      <a:defRPr lang="en-US"/>
    </a:defPPr>
    <a:lvl1pPr algn="l" rtl="0" eaLnBrk="0" fontAlgn="base" hangingPunct="0">
      <a:spcBef>
        <a:spcPct val="0"/>
      </a:spcBef>
      <a:spcAft>
        <a:spcPct val="0"/>
      </a:spcAft>
      <a:defRPr sz="2400" kern="1200">
        <a:solidFill>
          <a:srgbClr val="CC0000"/>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rgbClr val="CC0000"/>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rgbClr val="CC0000"/>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rgbClr val="CC0000"/>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rgbClr val="CC0000"/>
        </a:solidFill>
        <a:latin typeface="Times New Roman" panose="02020603050405020304" pitchFamily="18" charset="0"/>
        <a:ea typeface="+mn-ea"/>
        <a:cs typeface="+mn-cs"/>
      </a:defRPr>
    </a:lvl5pPr>
    <a:lvl6pPr marL="2286000" algn="l" defTabSz="914400" rtl="0" eaLnBrk="1" latinLnBrk="0" hangingPunct="1">
      <a:defRPr sz="2400" kern="1200">
        <a:solidFill>
          <a:srgbClr val="CC0000"/>
        </a:solidFill>
        <a:latin typeface="Times New Roman" panose="02020603050405020304" pitchFamily="18" charset="0"/>
        <a:ea typeface="+mn-ea"/>
        <a:cs typeface="+mn-cs"/>
      </a:defRPr>
    </a:lvl6pPr>
    <a:lvl7pPr marL="2743200" algn="l" defTabSz="914400" rtl="0" eaLnBrk="1" latinLnBrk="0" hangingPunct="1">
      <a:defRPr sz="2400" kern="1200">
        <a:solidFill>
          <a:srgbClr val="CC0000"/>
        </a:solidFill>
        <a:latin typeface="Times New Roman" panose="02020603050405020304" pitchFamily="18" charset="0"/>
        <a:ea typeface="+mn-ea"/>
        <a:cs typeface="+mn-cs"/>
      </a:defRPr>
    </a:lvl7pPr>
    <a:lvl8pPr marL="3200400" algn="l" defTabSz="914400" rtl="0" eaLnBrk="1" latinLnBrk="0" hangingPunct="1">
      <a:defRPr sz="2400" kern="1200">
        <a:solidFill>
          <a:srgbClr val="CC0000"/>
        </a:solidFill>
        <a:latin typeface="Times New Roman" panose="02020603050405020304" pitchFamily="18" charset="0"/>
        <a:ea typeface="+mn-ea"/>
        <a:cs typeface="+mn-cs"/>
      </a:defRPr>
    </a:lvl8pPr>
    <a:lvl9pPr marL="3657600" algn="l" defTabSz="914400" rtl="0" eaLnBrk="1" latinLnBrk="0" hangingPunct="1">
      <a:defRPr sz="2400" kern="1200">
        <a:solidFill>
          <a:srgbClr val="CC0000"/>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1656">
          <p15:clr>
            <a:srgbClr val="A4A3A4"/>
          </p15:clr>
        </p15:guide>
        <p15:guide id="2" pos="1224">
          <p15:clr>
            <a:srgbClr val="A4A3A4"/>
          </p15:clr>
        </p15:guide>
      </p15:sldGuideLst>
    </p:ext>
    <p:ext uri="{2D200454-40CA-4A62-9FC3-DE9A4176ACB9}">
      <p15:notesGuideLst xmlns:p15="http://schemas.microsoft.com/office/powerpoint/2012/main">
        <p15:guide id="1" orient="horz" pos="1656">
          <p15:clr>
            <a:srgbClr val="A4A3A4"/>
          </p15:clr>
        </p15:guide>
        <p15:guide id="2" pos="122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E9"/>
    <a:srgbClr val="CC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64" d="100"/>
          <a:sy n="164" d="100"/>
        </p:scale>
        <p:origin x="1950" y="126"/>
      </p:cViewPr>
      <p:guideLst>
        <p:guide orient="horz" pos="1656"/>
        <p:guide pos="1224"/>
      </p:guideLst>
    </p:cSldViewPr>
  </p:slideViewPr>
  <p:notesTextViewPr>
    <p:cViewPr>
      <p:scale>
        <a:sx n="100" d="100"/>
        <a:sy n="100" d="100"/>
      </p:scale>
      <p:origin x="0" y="0"/>
    </p:cViewPr>
  </p:notesTextViewPr>
  <p:notesViewPr>
    <p:cSldViewPr>
      <p:cViewPr varScale="1">
        <p:scale>
          <a:sx n="56" d="100"/>
          <a:sy n="56" d="100"/>
        </p:scale>
        <p:origin x="-1551" y="-92"/>
      </p:cViewPr>
      <p:guideLst>
        <p:guide orient="horz" pos="1656"/>
        <p:guide pos="1224"/>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9A0F3131-D9AA-E4EA-B03B-5222E08CB603}"/>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9050" tIns="0" rIns="19050" bIns="0" numCol="1" anchor="t" anchorCtr="0" compatLnSpc="1">
            <a:prstTxWarp prst="textNoShape">
              <a:avLst/>
            </a:prstTxWarp>
          </a:bodyPr>
          <a:lstStyle>
            <a:lvl1pPr>
              <a:defRPr sz="1000" i="1"/>
            </a:lvl1pPr>
          </a:lstStyle>
          <a:p>
            <a:endParaRPr lang="en-US" altLang="en-US"/>
          </a:p>
        </p:txBody>
      </p:sp>
      <p:sp>
        <p:nvSpPr>
          <p:cNvPr id="2051" name="Rectangle 3">
            <a:extLst>
              <a:ext uri="{FF2B5EF4-FFF2-40B4-BE49-F238E27FC236}">
                <a16:creationId xmlns:a16="http://schemas.microsoft.com/office/drawing/2014/main" id="{72EC58CA-0D23-6CAF-2216-07A79BE0E178}"/>
              </a:ext>
            </a:extLst>
          </p:cNvPr>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9050" tIns="0" rIns="19050" bIns="0" numCol="1" anchor="t" anchorCtr="0" compatLnSpc="1">
            <a:prstTxWarp prst="textNoShape">
              <a:avLst/>
            </a:prstTxWarp>
          </a:bodyPr>
          <a:lstStyle>
            <a:lvl1pPr algn="r">
              <a:defRPr sz="1000" i="1"/>
            </a:lvl1pPr>
          </a:lstStyle>
          <a:p>
            <a:endParaRPr lang="en-US" altLang="en-US"/>
          </a:p>
        </p:txBody>
      </p:sp>
      <p:sp>
        <p:nvSpPr>
          <p:cNvPr id="2052" name="Rectangle 4">
            <a:extLst>
              <a:ext uri="{FF2B5EF4-FFF2-40B4-BE49-F238E27FC236}">
                <a16:creationId xmlns:a16="http://schemas.microsoft.com/office/drawing/2014/main" id="{17CA8432-BAF5-EAB7-4C88-ECFD484FAC8C}"/>
              </a:ext>
            </a:extLst>
          </p:cNvPr>
          <p:cNvSpPr>
            <a:spLocks noRot="1" noChangeArrowheads="1" noTextEdit="1"/>
          </p:cNvSpPr>
          <p:nvPr>
            <p:ph type="sldImg" idx="2"/>
          </p:nvPr>
        </p:nvSpPr>
        <p:spPr bwMode="auto">
          <a:xfrm>
            <a:off x="2168525" y="692150"/>
            <a:ext cx="2520950" cy="3416300"/>
          </a:xfrm>
          <a:prstGeom prst="rect">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2053" name="Rectangle 5">
            <a:extLst>
              <a:ext uri="{FF2B5EF4-FFF2-40B4-BE49-F238E27FC236}">
                <a16:creationId xmlns:a16="http://schemas.microsoft.com/office/drawing/2014/main" id="{AA0C5164-6C7F-DDD9-8CFD-17AF69A8E706}"/>
              </a:ext>
            </a:extLst>
          </p:cNvPr>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2054" name="Rectangle 6">
            <a:extLst>
              <a:ext uri="{FF2B5EF4-FFF2-40B4-BE49-F238E27FC236}">
                <a16:creationId xmlns:a16="http://schemas.microsoft.com/office/drawing/2014/main" id="{9BB35F5F-12FD-6CF2-6DE9-C762F788C94A}"/>
              </a:ext>
            </a:extLst>
          </p:cNvPr>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9050" tIns="0" rIns="19050" bIns="0" numCol="1" anchor="b" anchorCtr="0" compatLnSpc="1">
            <a:prstTxWarp prst="textNoShape">
              <a:avLst/>
            </a:prstTxWarp>
          </a:bodyPr>
          <a:lstStyle>
            <a:lvl1pPr>
              <a:defRPr sz="1000" i="1"/>
            </a:lvl1pPr>
          </a:lstStyle>
          <a:p>
            <a:endParaRPr lang="en-US" altLang="en-US"/>
          </a:p>
        </p:txBody>
      </p:sp>
      <p:sp>
        <p:nvSpPr>
          <p:cNvPr id="2055" name="Rectangle 7">
            <a:extLst>
              <a:ext uri="{FF2B5EF4-FFF2-40B4-BE49-F238E27FC236}">
                <a16:creationId xmlns:a16="http://schemas.microsoft.com/office/drawing/2014/main" id="{28CE577D-55FC-C87D-CFB8-D6C7B95C1ACB}"/>
              </a:ext>
            </a:extLst>
          </p:cNvPr>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9050" tIns="0" rIns="19050" bIns="0" numCol="1" anchor="b" anchorCtr="0" compatLnSpc="1">
            <a:prstTxWarp prst="textNoShape">
              <a:avLst/>
            </a:prstTxWarp>
          </a:bodyPr>
          <a:lstStyle>
            <a:lvl1pPr algn="r">
              <a:defRPr sz="1000" i="1"/>
            </a:lvl1pPr>
          </a:lstStyle>
          <a:p>
            <a:fld id="{64F7B39A-CDD7-44DE-8400-58B8C20EBDCD}"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39979C01-6790-7DA7-BCB6-D8F618F48D16}"/>
              </a:ext>
            </a:extLst>
          </p:cNvPr>
          <p:cNvSpPr>
            <a:spLocks noGrp="1" noChangeArrowheads="1"/>
          </p:cNvSpPr>
          <p:nvPr>
            <p:ph type="sldNum" sz="quarter" idx="5"/>
          </p:nvPr>
        </p:nvSpPr>
        <p:spPr>
          <a:ln/>
        </p:spPr>
        <p:txBody>
          <a:bodyPr/>
          <a:lstStyle/>
          <a:p>
            <a:fld id="{C43BA0E2-BF0C-41AA-808B-70518CCD96AB}" type="slidenum">
              <a:rPr lang="en-US" altLang="en-US"/>
              <a:pPr/>
              <a:t>13</a:t>
            </a:fld>
            <a:endParaRPr lang="en-US" altLang="en-US"/>
          </a:p>
        </p:txBody>
      </p:sp>
      <p:sp>
        <p:nvSpPr>
          <p:cNvPr id="16386" name="Rectangle 2">
            <a:extLst>
              <a:ext uri="{FF2B5EF4-FFF2-40B4-BE49-F238E27FC236}">
                <a16:creationId xmlns:a16="http://schemas.microsoft.com/office/drawing/2014/main" id="{A166ACF0-2CAD-E6BE-EA83-124959BAAFEB}"/>
              </a:ext>
            </a:extLst>
          </p:cNvPr>
          <p:cNvSpPr>
            <a:spLocks noRot="1" noChangeArrowheads="1" noTextEdit="1"/>
          </p:cNvSpPr>
          <p:nvPr>
            <p:ph type="sldImg"/>
          </p:nvPr>
        </p:nvSpPr>
        <p:spPr>
          <a:ln cap="flat"/>
        </p:spPr>
      </p:sp>
      <p:sp>
        <p:nvSpPr>
          <p:cNvPr id="16387" name="Rectangle 3">
            <a:extLst>
              <a:ext uri="{FF2B5EF4-FFF2-40B4-BE49-F238E27FC236}">
                <a16:creationId xmlns:a16="http://schemas.microsoft.com/office/drawing/2014/main" id="{6B824E7F-95E9-096E-D7EA-92201ABF93D6}"/>
              </a:ext>
            </a:extLst>
          </p:cNvPr>
          <p:cNvSpPr>
            <a:spLocks noGrp="1" noChangeArrowheads="1"/>
          </p:cNvSpPr>
          <p:nvPr>
            <p:ph type="body" idx="1"/>
          </p:nvPr>
        </p:nvSpPr>
        <p:spPr>
          <a:ln/>
        </p:spPr>
        <p:txBody>
          <a:bodyPr/>
          <a:lstStyle/>
          <a:p>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A7C2EADD-3043-D4B0-A970-8F779C59DE6F}"/>
              </a:ext>
            </a:extLst>
          </p:cNvPr>
          <p:cNvSpPr>
            <a:spLocks noGrp="1" noChangeArrowheads="1"/>
          </p:cNvSpPr>
          <p:nvPr>
            <p:ph type="sldNum" sz="quarter" idx="5"/>
          </p:nvPr>
        </p:nvSpPr>
        <p:spPr>
          <a:ln/>
        </p:spPr>
        <p:txBody>
          <a:bodyPr/>
          <a:lstStyle/>
          <a:p>
            <a:fld id="{F0180387-1E78-46F4-AF92-AA9390D11E6D}" type="slidenum">
              <a:rPr lang="en-US" altLang="en-US"/>
              <a:pPr/>
              <a:t>14</a:t>
            </a:fld>
            <a:endParaRPr lang="en-US" altLang="en-US"/>
          </a:p>
        </p:txBody>
      </p:sp>
      <p:sp>
        <p:nvSpPr>
          <p:cNvPr id="18434" name="Rectangle 2">
            <a:extLst>
              <a:ext uri="{FF2B5EF4-FFF2-40B4-BE49-F238E27FC236}">
                <a16:creationId xmlns:a16="http://schemas.microsoft.com/office/drawing/2014/main" id="{79D92BCC-85D9-87E0-72F6-8663EF6D05B6}"/>
              </a:ext>
            </a:extLst>
          </p:cNvPr>
          <p:cNvSpPr>
            <a:spLocks noRot="1" noChangeArrowheads="1" noTextEdit="1"/>
          </p:cNvSpPr>
          <p:nvPr>
            <p:ph type="sldImg"/>
          </p:nvPr>
        </p:nvSpPr>
        <p:spPr>
          <a:ln cap="flat"/>
        </p:spPr>
      </p:sp>
      <p:sp>
        <p:nvSpPr>
          <p:cNvPr id="18435" name="Rectangle 3">
            <a:extLst>
              <a:ext uri="{FF2B5EF4-FFF2-40B4-BE49-F238E27FC236}">
                <a16:creationId xmlns:a16="http://schemas.microsoft.com/office/drawing/2014/main" id="{CBB16D9D-61F1-6911-5667-A87592465C53}"/>
              </a:ext>
            </a:extLst>
          </p:cNvPr>
          <p:cNvSpPr>
            <a:spLocks noGrp="1" noChangeArrowheads="1"/>
          </p:cNvSpPr>
          <p:nvPr>
            <p:ph type="body" idx="1"/>
          </p:nvPr>
        </p:nvSpPr>
        <p:spPr>
          <a:ln/>
        </p:spPr>
        <p:txBody>
          <a:bodyPr/>
          <a:lstStyle/>
          <a:p>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5E2DC7FD-EF3C-3F84-9354-775FFD3324C3}"/>
              </a:ext>
            </a:extLst>
          </p:cNvPr>
          <p:cNvSpPr>
            <a:spLocks noGrp="1" noChangeArrowheads="1"/>
          </p:cNvSpPr>
          <p:nvPr>
            <p:ph type="sldNum" sz="quarter" idx="5"/>
          </p:nvPr>
        </p:nvSpPr>
        <p:spPr>
          <a:ln/>
        </p:spPr>
        <p:txBody>
          <a:bodyPr/>
          <a:lstStyle/>
          <a:p>
            <a:fld id="{ECB0AF36-51ED-4764-8264-B73EAA175AA9}" type="slidenum">
              <a:rPr lang="en-US" altLang="en-US"/>
              <a:pPr/>
              <a:t>15</a:t>
            </a:fld>
            <a:endParaRPr lang="en-US" altLang="en-US"/>
          </a:p>
        </p:txBody>
      </p:sp>
      <p:sp>
        <p:nvSpPr>
          <p:cNvPr id="20482" name="Rectangle 2">
            <a:extLst>
              <a:ext uri="{FF2B5EF4-FFF2-40B4-BE49-F238E27FC236}">
                <a16:creationId xmlns:a16="http://schemas.microsoft.com/office/drawing/2014/main" id="{927831E4-652F-673E-0752-9ECC07F03762}"/>
              </a:ext>
            </a:extLst>
          </p:cNvPr>
          <p:cNvSpPr>
            <a:spLocks noRot="1" noChangeArrowheads="1" noTextEdit="1"/>
          </p:cNvSpPr>
          <p:nvPr>
            <p:ph type="sldImg"/>
          </p:nvPr>
        </p:nvSpPr>
        <p:spPr>
          <a:ln cap="flat"/>
        </p:spPr>
      </p:sp>
      <p:sp>
        <p:nvSpPr>
          <p:cNvPr id="20483" name="Rectangle 3">
            <a:extLst>
              <a:ext uri="{FF2B5EF4-FFF2-40B4-BE49-F238E27FC236}">
                <a16:creationId xmlns:a16="http://schemas.microsoft.com/office/drawing/2014/main" id="{2E778300-D745-C033-84C9-E7E679786355}"/>
              </a:ext>
            </a:extLst>
          </p:cNvPr>
          <p:cNvSpPr>
            <a:spLocks noGrp="1" noChangeArrowheads="1"/>
          </p:cNvSpPr>
          <p:nvPr>
            <p:ph type="body" idx="1"/>
          </p:nvPr>
        </p:nvSpPr>
        <p:spPr>
          <a:ln/>
        </p:spPr>
        <p:txBody>
          <a:bodyPr/>
          <a:lstStyle/>
          <a:p>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EBCC57AB-73B3-BBE9-AB95-A6CC067161B4}"/>
              </a:ext>
            </a:extLst>
          </p:cNvPr>
          <p:cNvSpPr>
            <a:spLocks noGrp="1" noChangeArrowheads="1"/>
          </p:cNvSpPr>
          <p:nvPr>
            <p:ph type="sldNum" sz="quarter" idx="5"/>
          </p:nvPr>
        </p:nvSpPr>
        <p:spPr>
          <a:ln/>
        </p:spPr>
        <p:txBody>
          <a:bodyPr/>
          <a:lstStyle/>
          <a:p>
            <a:fld id="{4ED01BC0-37FF-43AF-B9EB-63AC41C75109}" type="slidenum">
              <a:rPr lang="en-US" altLang="en-US"/>
              <a:pPr/>
              <a:t>16</a:t>
            </a:fld>
            <a:endParaRPr lang="en-US" altLang="en-US"/>
          </a:p>
        </p:txBody>
      </p:sp>
      <p:sp>
        <p:nvSpPr>
          <p:cNvPr id="22530" name="Rectangle 2">
            <a:extLst>
              <a:ext uri="{FF2B5EF4-FFF2-40B4-BE49-F238E27FC236}">
                <a16:creationId xmlns:a16="http://schemas.microsoft.com/office/drawing/2014/main" id="{CC897B45-EC32-1505-5679-276B61AB03B2}"/>
              </a:ext>
            </a:extLst>
          </p:cNvPr>
          <p:cNvSpPr>
            <a:spLocks noRot="1" noChangeArrowheads="1" noTextEdit="1"/>
          </p:cNvSpPr>
          <p:nvPr>
            <p:ph type="sldImg"/>
          </p:nvPr>
        </p:nvSpPr>
        <p:spPr>
          <a:ln cap="flat"/>
        </p:spPr>
      </p:sp>
      <p:sp>
        <p:nvSpPr>
          <p:cNvPr id="22531" name="Rectangle 3">
            <a:extLst>
              <a:ext uri="{FF2B5EF4-FFF2-40B4-BE49-F238E27FC236}">
                <a16:creationId xmlns:a16="http://schemas.microsoft.com/office/drawing/2014/main" id="{B18DC7ED-8AF2-C2D3-9B1B-C261B19D88AB}"/>
              </a:ext>
            </a:extLst>
          </p:cNvPr>
          <p:cNvSpPr>
            <a:spLocks noGrp="1" noChangeArrowheads="1"/>
          </p:cNvSpPr>
          <p:nvPr>
            <p:ph type="body" idx="1"/>
          </p:nvPr>
        </p:nvSpPr>
        <p:spPr>
          <a:ln/>
        </p:spPr>
        <p:txBody>
          <a:bodyPr/>
          <a:lstStyle/>
          <a:p>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15C72E-6A83-FD1A-0D30-B0792A2CAAE1}"/>
              </a:ext>
            </a:extLst>
          </p:cNvPr>
          <p:cNvSpPr>
            <a:spLocks noGrp="1"/>
          </p:cNvSpPr>
          <p:nvPr>
            <p:ph type="ctrTitle"/>
          </p:nvPr>
        </p:nvSpPr>
        <p:spPr>
          <a:xfrm>
            <a:off x="485775" y="860425"/>
            <a:ext cx="2914650" cy="1830388"/>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8DE2EF0-732B-03EA-4460-15918244DEFF}"/>
              </a:ext>
            </a:extLst>
          </p:cNvPr>
          <p:cNvSpPr>
            <a:spLocks noGrp="1"/>
          </p:cNvSpPr>
          <p:nvPr>
            <p:ph type="subTitle" idx="1"/>
          </p:nvPr>
        </p:nvSpPr>
        <p:spPr>
          <a:xfrm>
            <a:off x="485775" y="2762250"/>
            <a:ext cx="2914650" cy="1268413"/>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55B3904-C5EB-7014-3D68-D4FF852E436B}"/>
              </a:ext>
            </a:extLst>
          </p:cNvPr>
          <p:cNvSpPr>
            <a:spLocks noGrp="1"/>
          </p:cNvSpPr>
          <p:nvPr>
            <p:ph type="dt" sz="half" idx="10"/>
          </p:nvPr>
        </p:nvSpPr>
        <p:spPr/>
        <p:txBody>
          <a:bodyPr/>
          <a:lstStyle>
            <a:lvl1pPr>
              <a:defRPr/>
            </a:lvl1pPr>
          </a:lstStyle>
          <a:p>
            <a:endParaRPr lang="en-US" altLang="en-US"/>
          </a:p>
        </p:txBody>
      </p:sp>
      <p:sp>
        <p:nvSpPr>
          <p:cNvPr id="5" name="Footer Placeholder 4">
            <a:extLst>
              <a:ext uri="{FF2B5EF4-FFF2-40B4-BE49-F238E27FC236}">
                <a16:creationId xmlns:a16="http://schemas.microsoft.com/office/drawing/2014/main" id="{B51F3EE7-CEDD-3EE7-3FAC-FD9BEEF3F5BD}"/>
              </a:ext>
            </a:extLst>
          </p:cNvPr>
          <p:cNvSpPr>
            <a:spLocks noGrp="1"/>
          </p:cNvSpPr>
          <p:nvPr>
            <p:ph type="ftr" sz="quarte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112AB321-F78F-1C68-234F-34026B2E4878}"/>
              </a:ext>
            </a:extLst>
          </p:cNvPr>
          <p:cNvSpPr>
            <a:spLocks noGrp="1"/>
          </p:cNvSpPr>
          <p:nvPr>
            <p:ph type="sldNum" sz="quarter" idx="12"/>
          </p:nvPr>
        </p:nvSpPr>
        <p:spPr/>
        <p:txBody>
          <a:bodyPr/>
          <a:lstStyle>
            <a:lvl1pPr>
              <a:defRPr/>
            </a:lvl1pPr>
          </a:lstStyle>
          <a:p>
            <a:fld id="{22146EB7-FDA7-4E91-99A5-D6DBE2D4E32F}" type="slidenum">
              <a:rPr lang="en-US" altLang="en-US"/>
              <a:pPr/>
              <a:t>‹#›</a:t>
            </a:fld>
            <a:endParaRPr lang="en-US" altLang="en-US"/>
          </a:p>
        </p:txBody>
      </p:sp>
    </p:spTree>
    <p:extLst>
      <p:ext uri="{BB962C8B-B14F-4D97-AF65-F5344CB8AC3E}">
        <p14:creationId xmlns:p14="http://schemas.microsoft.com/office/powerpoint/2010/main" val="30853920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430A47-74B9-542F-3DAB-E28BBBEABBA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2BD01F9-AACF-4AA8-04FA-851D179D86A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A5B381C-D115-060A-E03B-8589942126E9}"/>
              </a:ext>
            </a:extLst>
          </p:cNvPr>
          <p:cNvSpPr>
            <a:spLocks noGrp="1"/>
          </p:cNvSpPr>
          <p:nvPr>
            <p:ph type="dt" sz="half" idx="10"/>
          </p:nvPr>
        </p:nvSpPr>
        <p:spPr/>
        <p:txBody>
          <a:bodyPr/>
          <a:lstStyle>
            <a:lvl1pPr>
              <a:defRPr/>
            </a:lvl1pPr>
          </a:lstStyle>
          <a:p>
            <a:endParaRPr lang="en-US" altLang="en-US"/>
          </a:p>
        </p:txBody>
      </p:sp>
      <p:sp>
        <p:nvSpPr>
          <p:cNvPr id="5" name="Footer Placeholder 4">
            <a:extLst>
              <a:ext uri="{FF2B5EF4-FFF2-40B4-BE49-F238E27FC236}">
                <a16:creationId xmlns:a16="http://schemas.microsoft.com/office/drawing/2014/main" id="{A205B627-B6FB-539B-6DAA-65A312107C7F}"/>
              </a:ext>
            </a:extLst>
          </p:cNvPr>
          <p:cNvSpPr>
            <a:spLocks noGrp="1"/>
          </p:cNvSpPr>
          <p:nvPr>
            <p:ph type="ftr" sz="quarte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AC8D7823-5D2C-8ABE-DFD9-9D5834E3891E}"/>
              </a:ext>
            </a:extLst>
          </p:cNvPr>
          <p:cNvSpPr>
            <a:spLocks noGrp="1"/>
          </p:cNvSpPr>
          <p:nvPr>
            <p:ph type="sldNum" sz="quarter" idx="12"/>
          </p:nvPr>
        </p:nvSpPr>
        <p:spPr/>
        <p:txBody>
          <a:bodyPr/>
          <a:lstStyle>
            <a:lvl1pPr>
              <a:defRPr/>
            </a:lvl1pPr>
          </a:lstStyle>
          <a:p>
            <a:fld id="{4D169A06-5DE5-487B-8862-56327F1AD41E}" type="slidenum">
              <a:rPr lang="en-US" altLang="en-US"/>
              <a:pPr/>
              <a:t>‹#›</a:t>
            </a:fld>
            <a:endParaRPr lang="en-US" altLang="en-US"/>
          </a:p>
        </p:txBody>
      </p:sp>
    </p:spTree>
    <p:extLst>
      <p:ext uri="{BB962C8B-B14F-4D97-AF65-F5344CB8AC3E}">
        <p14:creationId xmlns:p14="http://schemas.microsoft.com/office/powerpoint/2010/main" val="5656528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0DDF49-F1AF-6A57-277D-C86A932550C3}"/>
              </a:ext>
            </a:extLst>
          </p:cNvPr>
          <p:cNvSpPr>
            <a:spLocks noGrp="1"/>
          </p:cNvSpPr>
          <p:nvPr>
            <p:ph type="title"/>
          </p:nvPr>
        </p:nvSpPr>
        <p:spPr>
          <a:xfrm>
            <a:off x="265113" y="1311275"/>
            <a:ext cx="3351212" cy="2185988"/>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8F4CA57-30B0-BC31-64C3-8D5CC36E3875}"/>
              </a:ext>
            </a:extLst>
          </p:cNvPr>
          <p:cNvSpPr>
            <a:spLocks noGrp="1"/>
          </p:cNvSpPr>
          <p:nvPr>
            <p:ph type="body" idx="1"/>
          </p:nvPr>
        </p:nvSpPr>
        <p:spPr>
          <a:xfrm>
            <a:off x="265113" y="3517900"/>
            <a:ext cx="3351212" cy="1150938"/>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3">
            <a:extLst>
              <a:ext uri="{FF2B5EF4-FFF2-40B4-BE49-F238E27FC236}">
                <a16:creationId xmlns:a16="http://schemas.microsoft.com/office/drawing/2014/main" id="{47761E09-AF35-4B26-05AF-9678F36BF55B}"/>
              </a:ext>
            </a:extLst>
          </p:cNvPr>
          <p:cNvSpPr>
            <a:spLocks noGrp="1"/>
          </p:cNvSpPr>
          <p:nvPr>
            <p:ph type="dt" sz="half" idx="10"/>
          </p:nvPr>
        </p:nvSpPr>
        <p:spPr/>
        <p:txBody>
          <a:bodyPr/>
          <a:lstStyle>
            <a:lvl1pPr>
              <a:defRPr/>
            </a:lvl1pPr>
          </a:lstStyle>
          <a:p>
            <a:endParaRPr lang="en-US" altLang="en-US"/>
          </a:p>
        </p:txBody>
      </p:sp>
      <p:sp>
        <p:nvSpPr>
          <p:cNvPr id="5" name="Footer Placeholder 4">
            <a:extLst>
              <a:ext uri="{FF2B5EF4-FFF2-40B4-BE49-F238E27FC236}">
                <a16:creationId xmlns:a16="http://schemas.microsoft.com/office/drawing/2014/main" id="{E8F23142-DB7E-6E19-AB58-E788EB5343C9}"/>
              </a:ext>
            </a:extLst>
          </p:cNvPr>
          <p:cNvSpPr>
            <a:spLocks noGrp="1"/>
          </p:cNvSpPr>
          <p:nvPr>
            <p:ph type="ftr" sz="quarte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3ED31F48-EC2D-7B5D-8A47-EC07426D0F01}"/>
              </a:ext>
            </a:extLst>
          </p:cNvPr>
          <p:cNvSpPr>
            <a:spLocks noGrp="1"/>
          </p:cNvSpPr>
          <p:nvPr>
            <p:ph type="sldNum" sz="quarter" idx="12"/>
          </p:nvPr>
        </p:nvSpPr>
        <p:spPr/>
        <p:txBody>
          <a:bodyPr/>
          <a:lstStyle>
            <a:lvl1pPr>
              <a:defRPr/>
            </a:lvl1pPr>
          </a:lstStyle>
          <a:p>
            <a:fld id="{5B2B6972-C2C4-4613-B694-C454D577A5FA}" type="slidenum">
              <a:rPr lang="en-US" altLang="en-US"/>
              <a:pPr/>
              <a:t>‹#›</a:t>
            </a:fld>
            <a:endParaRPr lang="en-US" altLang="en-US"/>
          </a:p>
        </p:txBody>
      </p:sp>
    </p:spTree>
    <p:extLst>
      <p:ext uri="{BB962C8B-B14F-4D97-AF65-F5344CB8AC3E}">
        <p14:creationId xmlns:p14="http://schemas.microsoft.com/office/powerpoint/2010/main" val="32284822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8E6B1D-7234-C2AA-EF4D-FBF649046D2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D52594B-3D1A-CE16-3B48-AC7FFF1DE560}"/>
              </a:ext>
            </a:extLst>
          </p:cNvPr>
          <p:cNvSpPr>
            <a:spLocks noGrp="1"/>
          </p:cNvSpPr>
          <p:nvPr>
            <p:ph sz="half" idx="1"/>
          </p:nvPr>
        </p:nvSpPr>
        <p:spPr>
          <a:xfrm>
            <a:off x="292100" y="1519238"/>
            <a:ext cx="1574800" cy="31543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61BBE84-69DD-3B3F-CBCA-ACC8A54B15E6}"/>
              </a:ext>
            </a:extLst>
          </p:cNvPr>
          <p:cNvSpPr>
            <a:spLocks noGrp="1"/>
          </p:cNvSpPr>
          <p:nvPr>
            <p:ph sz="half" idx="2"/>
          </p:nvPr>
        </p:nvSpPr>
        <p:spPr>
          <a:xfrm>
            <a:off x="2019300" y="1519238"/>
            <a:ext cx="1574800" cy="31543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3DEFD06-B429-5ED6-6431-321511312032}"/>
              </a:ext>
            </a:extLst>
          </p:cNvPr>
          <p:cNvSpPr>
            <a:spLocks noGrp="1"/>
          </p:cNvSpPr>
          <p:nvPr>
            <p:ph type="dt" sz="half" idx="10"/>
          </p:nvPr>
        </p:nvSpPr>
        <p:spPr/>
        <p:txBody>
          <a:bodyPr/>
          <a:lstStyle>
            <a:lvl1pPr>
              <a:defRPr/>
            </a:lvl1pPr>
          </a:lstStyle>
          <a:p>
            <a:endParaRPr lang="en-US" altLang="en-US"/>
          </a:p>
        </p:txBody>
      </p:sp>
      <p:sp>
        <p:nvSpPr>
          <p:cNvPr id="6" name="Footer Placeholder 5">
            <a:extLst>
              <a:ext uri="{FF2B5EF4-FFF2-40B4-BE49-F238E27FC236}">
                <a16:creationId xmlns:a16="http://schemas.microsoft.com/office/drawing/2014/main" id="{87BAEDE2-44B2-8BAA-78EE-8A8C137A2D73}"/>
              </a:ext>
            </a:extLst>
          </p:cNvPr>
          <p:cNvSpPr>
            <a:spLocks noGrp="1"/>
          </p:cNvSpPr>
          <p:nvPr>
            <p:ph type="ftr" sz="quarter" idx="11"/>
          </p:nvPr>
        </p:nvSpPr>
        <p:spPr/>
        <p:txBody>
          <a:bodyPr/>
          <a:lstStyle>
            <a:lvl1pPr>
              <a:defRPr/>
            </a:lvl1pPr>
          </a:lstStyle>
          <a:p>
            <a:endParaRPr lang="en-US" altLang="en-US"/>
          </a:p>
        </p:txBody>
      </p:sp>
      <p:sp>
        <p:nvSpPr>
          <p:cNvPr id="7" name="Slide Number Placeholder 6">
            <a:extLst>
              <a:ext uri="{FF2B5EF4-FFF2-40B4-BE49-F238E27FC236}">
                <a16:creationId xmlns:a16="http://schemas.microsoft.com/office/drawing/2014/main" id="{5F4FFEE1-F085-3236-DFF4-71CF2A63F72F}"/>
              </a:ext>
            </a:extLst>
          </p:cNvPr>
          <p:cNvSpPr>
            <a:spLocks noGrp="1"/>
          </p:cNvSpPr>
          <p:nvPr>
            <p:ph type="sldNum" sz="quarter" idx="12"/>
          </p:nvPr>
        </p:nvSpPr>
        <p:spPr/>
        <p:txBody>
          <a:bodyPr/>
          <a:lstStyle>
            <a:lvl1pPr>
              <a:defRPr/>
            </a:lvl1pPr>
          </a:lstStyle>
          <a:p>
            <a:fld id="{D1B6EF93-40CA-4663-98E6-58F0563F73DC}" type="slidenum">
              <a:rPr lang="en-US" altLang="en-US"/>
              <a:pPr/>
              <a:t>‹#›</a:t>
            </a:fld>
            <a:endParaRPr lang="en-US" altLang="en-US"/>
          </a:p>
        </p:txBody>
      </p:sp>
    </p:spTree>
    <p:extLst>
      <p:ext uri="{BB962C8B-B14F-4D97-AF65-F5344CB8AC3E}">
        <p14:creationId xmlns:p14="http://schemas.microsoft.com/office/powerpoint/2010/main" val="2658393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82F466-B742-9DFC-C759-2F7F2FB505FC}"/>
              </a:ext>
            </a:extLst>
          </p:cNvPr>
          <p:cNvSpPr>
            <a:spLocks noGrp="1"/>
          </p:cNvSpPr>
          <p:nvPr>
            <p:ph type="title"/>
          </p:nvPr>
        </p:nvSpPr>
        <p:spPr>
          <a:xfrm>
            <a:off x="268288" y="279400"/>
            <a:ext cx="3351212" cy="1017588"/>
          </a:xfrm>
        </p:spPr>
        <p:txBody>
          <a:bodyPr/>
          <a:lstStyle/>
          <a:p>
            <a:r>
              <a:rPr lang="en-US"/>
              <a:t>Click to edit Master title style</a:t>
            </a:r>
          </a:p>
        </p:txBody>
      </p:sp>
      <p:sp>
        <p:nvSpPr>
          <p:cNvPr id="3" name="Text Placeholder 2">
            <a:extLst>
              <a:ext uri="{FF2B5EF4-FFF2-40B4-BE49-F238E27FC236}">
                <a16:creationId xmlns:a16="http://schemas.microsoft.com/office/drawing/2014/main" id="{AC740A21-4B29-31D8-1CFF-7AE42BA059D4}"/>
              </a:ext>
            </a:extLst>
          </p:cNvPr>
          <p:cNvSpPr>
            <a:spLocks noGrp="1"/>
          </p:cNvSpPr>
          <p:nvPr>
            <p:ph type="body" idx="1"/>
          </p:nvPr>
        </p:nvSpPr>
        <p:spPr>
          <a:xfrm>
            <a:off x="268288" y="1289050"/>
            <a:ext cx="1643062" cy="6318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7E8892F-0C76-CA12-CFD0-C32AE0F238AE}"/>
              </a:ext>
            </a:extLst>
          </p:cNvPr>
          <p:cNvSpPr>
            <a:spLocks noGrp="1"/>
          </p:cNvSpPr>
          <p:nvPr>
            <p:ph sz="half" idx="2"/>
          </p:nvPr>
        </p:nvSpPr>
        <p:spPr>
          <a:xfrm>
            <a:off x="268288" y="1920875"/>
            <a:ext cx="1643062" cy="28241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913770E-AADD-3DCE-AB96-6E0AC54B380A}"/>
              </a:ext>
            </a:extLst>
          </p:cNvPr>
          <p:cNvSpPr>
            <a:spLocks noGrp="1"/>
          </p:cNvSpPr>
          <p:nvPr>
            <p:ph type="body" sz="quarter" idx="3"/>
          </p:nvPr>
        </p:nvSpPr>
        <p:spPr>
          <a:xfrm>
            <a:off x="1966913" y="1289050"/>
            <a:ext cx="1652587" cy="6318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C458605-C2E1-8A14-8340-2F4AC09BD72D}"/>
              </a:ext>
            </a:extLst>
          </p:cNvPr>
          <p:cNvSpPr>
            <a:spLocks noGrp="1"/>
          </p:cNvSpPr>
          <p:nvPr>
            <p:ph sz="quarter" idx="4"/>
          </p:nvPr>
        </p:nvSpPr>
        <p:spPr>
          <a:xfrm>
            <a:off x="1966913" y="1920875"/>
            <a:ext cx="1652587" cy="28241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46D2816-C26D-EF2F-17D9-52CCA4689CFE}"/>
              </a:ext>
            </a:extLst>
          </p:cNvPr>
          <p:cNvSpPr>
            <a:spLocks noGrp="1"/>
          </p:cNvSpPr>
          <p:nvPr>
            <p:ph type="dt" sz="half" idx="10"/>
          </p:nvPr>
        </p:nvSpPr>
        <p:spPr/>
        <p:txBody>
          <a:bodyPr/>
          <a:lstStyle>
            <a:lvl1pPr>
              <a:defRPr/>
            </a:lvl1pPr>
          </a:lstStyle>
          <a:p>
            <a:endParaRPr lang="en-US" altLang="en-US"/>
          </a:p>
        </p:txBody>
      </p:sp>
      <p:sp>
        <p:nvSpPr>
          <p:cNvPr id="8" name="Footer Placeholder 7">
            <a:extLst>
              <a:ext uri="{FF2B5EF4-FFF2-40B4-BE49-F238E27FC236}">
                <a16:creationId xmlns:a16="http://schemas.microsoft.com/office/drawing/2014/main" id="{1DC028B7-E3B9-7203-0A29-2287DBEB59BD}"/>
              </a:ext>
            </a:extLst>
          </p:cNvPr>
          <p:cNvSpPr>
            <a:spLocks noGrp="1"/>
          </p:cNvSpPr>
          <p:nvPr>
            <p:ph type="ftr" sz="quarter" idx="11"/>
          </p:nvPr>
        </p:nvSpPr>
        <p:spPr/>
        <p:txBody>
          <a:bodyPr/>
          <a:lstStyle>
            <a:lvl1pPr>
              <a:defRPr/>
            </a:lvl1pPr>
          </a:lstStyle>
          <a:p>
            <a:endParaRPr lang="en-US" altLang="en-US"/>
          </a:p>
        </p:txBody>
      </p:sp>
      <p:sp>
        <p:nvSpPr>
          <p:cNvPr id="9" name="Slide Number Placeholder 8">
            <a:extLst>
              <a:ext uri="{FF2B5EF4-FFF2-40B4-BE49-F238E27FC236}">
                <a16:creationId xmlns:a16="http://schemas.microsoft.com/office/drawing/2014/main" id="{0700A078-3228-3A86-43DC-6D8C4F12671E}"/>
              </a:ext>
            </a:extLst>
          </p:cNvPr>
          <p:cNvSpPr>
            <a:spLocks noGrp="1"/>
          </p:cNvSpPr>
          <p:nvPr>
            <p:ph type="sldNum" sz="quarter" idx="12"/>
          </p:nvPr>
        </p:nvSpPr>
        <p:spPr/>
        <p:txBody>
          <a:bodyPr/>
          <a:lstStyle>
            <a:lvl1pPr>
              <a:defRPr/>
            </a:lvl1pPr>
          </a:lstStyle>
          <a:p>
            <a:fld id="{DE7248F2-D6C2-4A9F-8AFB-3491171029DD}" type="slidenum">
              <a:rPr lang="en-US" altLang="en-US"/>
              <a:pPr/>
              <a:t>‹#›</a:t>
            </a:fld>
            <a:endParaRPr lang="en-US" altLang="en-US"/>
          </a:p>
        </p:txBody>
      </p:sp>
    </p:spTree>
    <p:extLst>
      <p:ext uri="{BB962C8B-B14F-4D97-AF65-F5344CB8AC3E}">
        <p14:creationId xmlns:p14="http://schemas.microsoft.com/office/powerpoint/2010/main" val="42904135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76799C-0CB3-BC31-9E7C-9AE5DF43394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6408EE4-CF95-131D-80EC-89BC1ECE286A}"/>
              </a:ext>
            </a:extLst>
          </p:cNvPr>
          <p:cNvSpPr>
            <a:spLocks noGrp="1"/>
          </p:cNvSpPr>
          <p:nvPr>
            <p:ph type="dt" sz="half" idx="10"/>
          </p:nvPr>
        </p:nvSpPr>
        <p:spPr/>
        <p:txBody>
          <a:bodyPr/>
          <a:lstStyle>
            <a:lvl1pPr>
              <a:defRPr/>
            </a:lvl1pPr>
          </a:lstStyle>
          <a:p>
            <a:endParaRPr lang="en-US" altLang="en-US"/>
          </a:p>
        </p:txBody>
      </p:sp>
      <p:sp>
        <p:nvSpPr>
          <p:cNvPr id="4" name="Footer Placeholder 3">
            <a:extLst>
              <a:ext uri="{FF2B5EF4-FFF2-40B4-BE49-F238E27FC236}">
                <a16:creationId xmlns:a16="http://schemas.microsoft.com/office/drawing/2014/main" id="{998F0E0B-C61F-2236-E56A-057EA3540CBF}"/>
              </a:ext>
            </a:extLst>
          </p:cNvPr>
          <p:cNvSpPr>
            <a:spLocks noGrp="1"/>
          </p:cNvSpPr>
          <p:nvPr>
            <p:ph type="ftr" sz="quarter" idx="11"/>
          </p:nvPr>
        </p:nvSpPr>
        <p:spPr/>
        <p:txBody>
          <a:bodyPr/>
          <a:lstStyle>
            <a:lvl1pPr>
              <a:defRPr/>
            </a:lvl1pPr>
          </a:lstStyle>
          <a:p>
            <a:endParaRPr lang="en-US" altLang="en-US"/>
          </a:p>
        </p:txBody>
      </p:sp>
      <p:sp>
        <p:nvSpPr>
          <p:cNvPr id="5" name="Slide Number Placeholder 4">
            <a:extLst>
              <a:ext uri="{FF2B5EF4-FFF2-40B4-BE49-F238E27FC236}">
                <a16:creationId xmlns:a16="http://schemas.microsoft.com/office/drawing/2014/main" id="{88BE0F00-23A3-2F37-9239-6D6B8E555286}"/>
              </a:ext>
            </a:extLst>
          </p:cNvPr>
          <p:cNvSpPr>
            <a:spLocks noGrp="1"/>
          </p:cNvSpPr>
          <p:nvPr>
            <p:ph type="sldNum" sz="quarter" idx="12"/>
          </p:nvPr>
        </p:nvSpPr>
        <p:spPr/>
        <p:txBody>
          <a:bodyPr/>
          <a:lstStyle>
            <a:lvl1pPr>
              <a:defRPr/>
            </a:lvl1pPr>
          </a:lstStyle>
          <a:p>
            <a:fld id="{918F97BB-C6F6-4B22-930D-B49E91B041CD}" type="slidenum">
              <a:rPr lang="en-US" altLang="en-US"/>
              <a:pPr/>
              <a:t>‹#›</a:t>
            </a:fld>
            <a:endParaRPr lang="en-US" altLang="en-US"/>
          </a:p>
        </p:txBody>
      </p:sp>
    </p:spTree>
    <p:extLst>
      <p:ext uri="{BB962C8B-B14F-4D97-AF65-F5344CB8AC3E}">
        <p14:creationId xmlns:p14="http://schemas.microsoft.com/office/powerpoint/2010/main" val="11228462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CD9D0E-9324-1E90-EED4-17055382BA0D}"/>
              </a:ext>
            </a:extLst>
          </p:cNvPr>
          <p:cNvSpPr>
            <a:spLocks noGrp="1"/>
          </p:cNvSpPr>
          <p:nvPr>
            <p:ph type="dt" sz="half" idx="10"/>
          </p:nvPr>
        </p:nvSpPr>
        <p:spPr/>
        <p:txBody>
          <a:bodyPr/>
          <a:lstStyle>
            <a:lvl1pPr>
              <a:defRPr/>
            </a:lvl1pPr>
          </a:lstStyle>
          <a:p>
            <a:endParaRPr lang="en-US" altLang="en-US"/>
          </a:p>
        </p:txBody>
      </p:sp>
      <p:sp>
        <p:nvSpPr>
          <p:cNvPr id="3" name="Footer Placeholder 2">
            <a:extLst>
              <a:ext uri="{FF2B5EF4-FFF2-40B4-BE49-F238E27FC236}">
                <a16:creationId xmlns:a16="http://schemas.microsoft.com/office/drawing/2014/main" id="{C15E20FD-351C-4CFB-26DD-99B5C2854E25}"/>
              </a:ext>
            </a:extLst>
          </p:cNvPr>
          <p:cNvSpPr>
            <a:spLocks noGrp="1"/>
          </p:cNvSpPr>
          <p:nvPr>
            <p:ph type="ftr" sz="quarter" idx="11"/>
          </p:nvPr>
        </p:nvSpPr>
        <p:spPr/>
        <p:txBody>
          <a:bodyPr/>
          <a:lstStyle>
            <a:lvl1pPr>
              <a:defRPr/>
            </a:lvl1pPr>
          </a:lstStyle>
          <a:p>
            <a:endParaRPr lang="en-US" altLang="en-US"/>
          </a:p>
        </p:txBody>
      </p:sp>
      <p:sp>
        <p:nvSpPr>
          <p:cNvPr id="4" name="Slide Number Placeholder 3">
            <a:extLst>
              <a:ext uri="{FF2B5EF4-FFF2-40B4-BE49-F238E27FC236}">
                <a16:creationId xmlns:a16="http://schemas.microsoft.com/office/drawing/2014/main" id="{90319B10-ED24-9E1D-E80C-5D5AF43FC235}"/>
              </a:ext>
            </a:extLst>
          </p:cNvPr>
          <p:cNvSpPr>
            <a:spLocks noGrp="1"/>
          </p:cNvSpPr>
          <p:nvPr>
            <p:ph type="sldNum" sz="quarter" idx="12"/>
          </p:nvPr>
        </p:nvSpPr>
        <p:spPr/>
        <p:txBody>
          <a:bodyPr/>
          <a:lstStyle>
            <a:lvl1pPr>
              <a:defRPr/>
            </a:lvl1pPr>
          </a:lstStyle>
          <a:p>
            <a:fld id="{4FE99CB3-2E3F-44DD-BDD9-8748BEE88D3E}" type="slidenum">
              <a:rPr lang="en-US" altLang="en-US"/>
              <a:pPr/>
              <a:t>‹#›</a:t>
            </a:fld>
            <a:endParaRPr lang="en-US" altLang="en-US"/>
          </a:p>
        </p:txBody>
      </p:sp>
    </p:spTree>
    <p:extLst>
      <p:ext uri="{BB962C8B-B14F-4D97-AF65-F5344CB8AC3E}">
        <p14:creationId xmlns:p14="http://schemas.microsoft.com/office/powerpoint/2010/main" val="27947451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3B25D2-F5C8-BBAD-EB90-9C9BA5A32662}"/>
              </a:ext>
            </a:extLst>
          </p:cNvPr>
          <p:cNvSpPr>
            <a:spLocks noGrp="1"/>
          </p:cNvSpPr>
          <p:nvPr>
            <p:ph type="title"/>
          </p:nvPr>
        </p:nvSpPr>
        <p:spPr>
          <a:xfrm>
            <a:off x="268288" y="350838"/>
            <a:ext cx="1252537" cy="1227137"/>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E174D22-1CCA-2651-E9D9-2257D684F004}"/>
              </a:ext>
            </a:extLst>
          </p:cNvPr>
          <p:cNvSpPr>
            <a:spLocks noGrp="1"/>
          </p:cNvSpPr>
          <p:nvPr>
            <p:ph idx="1"/>
          </p:nvPr>
        </p:nvSpPr>
        <p:spPr>
          <a:xfrm>
            <a:off x="1652588" y="757238"/>
            <a:ext cx="1966912" cy="373697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4509CE3-5EDA-F9A0-A401-CE9D2E8EFC55}"/>
              </a:ext>
            </a:extLst>
          </p:cNvPr>
          <p:cNvSpPr>
            <a:spLocks noGrp="1"/>
          </p:cNvSpPr>
          <p:nvPr>
            <p:ph type="body" sz="half" idx="2"/>
          </p:nvPr>
        </p:nvSpPr>
        <p:spPr>
          <a:xfrm>
            <a:off x="268288" y="1577975"/>
            <a:ext cx="1252537" cy="29210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764465C-FE28-158C-2BF9-7571BB122C39}"/>
              </a:ext>
            </a:extLst>
          </p:cNvPr>
          <p:cNvSpPr>
            <a:spLocks noGrp="1"/>
          </p:cNvSpPr>
          <p:nvPr>
            <p:ph type="dt" sz="half" idx="10"/>
          </p:nvPr>
        </p:nvSpPr>
        <p:spPr/>
        <p:txBody>
          <a:bodyPr/>
          <a:lstStyle>
            <a:lvl1pPr>
              <a:defRPr/>
            </a:lvl1pPr>
          </a:lstStyle>
          <a:p>
            <a:endParaRPr lang="en-US" altLang="en-US"/>
          </a:p>
        </p:txBody>
      </p:sp>
      <p:sp>
        <p:nvSpPr>
          <p:cNvPr id="6" name="Footer Placeholder 5">
            <a:extLst>
              <a:ext uri="{FF2B5EF4-FFF2-40B4-BE49-F238E27FC236}">
                <a16:creationId xmlns:a16="http://schemas.microsoft.com/office/drawing/2014/main" id="{F5B25C3C-FA10-4F23-5DB1-00ACDADF05DF}"/>
              </a:ext>
            </a:extLst>
          </p:cNvPr>
          <p:cNvSpPr>
            <a:spLocks noGrp="1"/>
          </p:cNvSpPr>
          <p:nvPr>
            <p:ph type="ftr" sz="quarter" idx="11"/>
          </p:nvPr>
        </p:nvSpPr>
        <p:spPr/>
        <p:txBody>
          <a:bodyPr/>
          <a:lstStyle>
            <a:lvl1pPr>
              <a:defRPr/>
            </a:lvl1pPr>
          </a:lstStyle>
          <a:p>
            <a:endParaRPr lang="en-US" altLang="en-US"/>
          </a:p>
        </p:txBody>
      </p:sp>
      <p:sp>
        <p:nvSpPr>
          <p:cNvPr id="7" name="Slide Number Placeholder 6">
            <a:extLst>
              <a:ext uri="{FF2B5EF4-FFF2-40B4-BE49-F238E27FC236}">
                <a16:creationId xmlns:a16="http://schemas.microsoft.com/office/drawing/2014/main" id="{4E55C826-7E8E-2BFC-BF9D-ADBB42CA3F8B}"/>
              </a:ext>
            </a:extLst>
          </p:cNvPr>
          <p:cNvSpPr>
            <a:spLocks noGrp="1"/>
          </p:cNvSpPr>
          <p:nvPr>
            <p:ph type="sldNum" sz="quarter" idx="12"/>
          </p:nvPr>
        </p:nvSpPr>
        <p:spPr/>
        <p:txBody>
          <a:bodyPr/>
          <a:lstStyle>
            <a:lvl1pPr>
              <a:defRPr/>
            </a:lvl1pPr>
          </a:lstStyle>
          <a:p>
            <a:fld id="{B0FD8649-00B3-415E-AFD7-F890BD8E2257}" type="slidenum">
              <a:rPr lang="en-US" altLang="en-US"/>
              <a:pPr/>
              <a:t>‹#›</a:t>
            </a:fld>
            <a:endParaRPr lang="en-US" altLang="en-US"/>
          </a:p>
        </p:txBody>
      </p:sp>
    </p:spTree>
    <p:extLst>
      <p:ext uri="{BB962C8B-B14F-4D97-AF65-F5344CB8AC3E}">
        <p14:creationId xmlns:p14="http://schemas.microsoft.com/office/powerpoint/2010/main" val="39011137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B55266-97BB-4E96-E797-786A82215C52}"/>
              </a:ext>
            </a:extLst>
          </p:cNvPr>
          <p:cNvSpPr>
            <a:spLocks noGrp="1"/>
          </p:cNvSpPr>
          <p:nvPr>
            <p:ph type="title"/>
          </p:nvPr>
        </p:nvSpPr>
        <p:spPr>
          <a:xfrm>
            <a:off x="268288" y="350838"/>
            <a:ext cx="1252537" cy="1227137"/>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A8E0927-0427-2C50-8CFB-CA6B4D8EA2A1}"/>
              </a:ext>
            </a:extLst>
          </p:cNvPr>
          <p:cNvSpPr>
            <a:spLocks noGrp="1"/>
          </p:cNvSpPr>
          <p:nvPr>
            <p:ph type="pic" idx="1"/>
          </p:nvPr>
        </p:nvSpPr>
        <p:spPr>
          <a:xfrm>
            <a:off x="1652588" y="757238"/>
            <a:ext cx="1966912" cy="373697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5D5ECFB-FA3E-96C2-6222-D20F11060C35}"/>
              </a:ext>
            </a:extLst>
          </p:cNvPr>
          <p:cNvSpPr>
            <a:spLocks noGrp="1"/>
          </p:cNvSpPr>
          <p:nvPr>
            <p:ph type="body" sz="half" idx="2"/>
          </p:nvPr>
        </p:nvSpPr>
        <p:spPr>
          <a:xfrm>
            <a:off x="268288" y="1577975"/>
            <a:ext cx="1252537" cy="29210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7B1772D-EA22-DA08-06EC-DE0BC2B42C4B}"/>
              </a:ext>
            </a:extLst>
          </p:cNvPr>
          <p:cNvSpPr>
            <a:spLocks noGrp="1"/>
          </p:cNvSpPr>
          <p:nvPr>
            <p:ph type="dt" sz="half" idx="10"/>
          </p:nvPr>
        </p:nvSpPr>
        <p:spPr/>
        <p:txBody>
          <a:bodyPr/>
          <a:lstStyle>
            <a:lvl1pPr>
              <a:defRPr/>
            </a:lvl1pPr>
          </a:lstStyle>
          <a:p>
            <a:endParaRPr lang="en-US" altLang="en-US"/>
          </a:p>
        </p:txBody>
      </p:sp>
      <p:sp>
        <p:nvSpPr>
          <p:cNvPr id="6" name="Footer Placeholder 5">
            <a:extLst>
              <a:ext uri="{FF2B5EF4-FFF2-40B4-BE49-F238E27FC236}">
                <a16:creationId xmlns:a16="http://schemas.microsoft.com/office/drawing/2014/main" id="{3529CF1D-B18B-F1EB-6D44-2DF3E0EEC1BE}"/>
              </a:ext>
            </a:extLst>
          </p:cNvPr>
          <p:cNvSpPr>
            <a:spLocks noGrp="1"/>
          </p:cNvSpPr>
          <p:nvPr>
            <p:ph type="ftr" sz="quarter" idx="11"/>
          </p:nvPr>
        </p:nvSpPr>
        <p:spPr/>
        <p:txBody>
          <a:bodyPr/>
          <a:lstStyle>
            <a:lvl1pPr>
              <a:defRPr/>
            </a:lvl1pPr>
          </a:lstStyle>
          <a:p>
            <a:endParaRPr lang="en-US" altLang="en-US"/>
          </a:p>
        </p:txBody>
      </p:sp>
      <p:sp>
        <p:nvSpPr>
          <p:cNvPr id="7" name="Slide Number Placeholder 6">
            <a:extLst>
              <a:ext uri="{FF2B5EF4-FFF2-40B4-BE49-F238E27FC236}">
                <a16:creationId xmlns:a16="http://schemas.microsoft.com/office/drawing/2014/main" id="{F390D66F-1C93-0078-F1FA-64C1795810B7}"/>
              </a:ext>
            </a:extLst>
          </p:cNvPr>
          <p:cNvSpPr>
            <a:spLocks noGrp="1"/>
          </p:cNvSpPr>
          <p:nvPr>
            <p:ph type="sldNum" sz="quarter" idx="12"/>
          </p:nvPr>
        </p:nvSpPr>
        <p:spPr/>
        <p:txBody>
          <a:bodyPr/>
          <a:lstStyle>
            <a:lvl1pPr>
              <a:defRPr/>
            </a:lvl1pPr>
          </a:lstStyle>
          <a:p>
            <a:fld id="{35BC636E-3F2D-40BB-AF43-12A6E323CE24}" type="slidenum">
              <a:rPr lang="en-US" altLang="en-US"/>
              <a:pPr/>
              <a:t>‹#›</a:t>
            </a:fld>
            <a:endParaRPr lang="en-US" altLang="en-US"/>
          </a:p>
        </p:txBody>
      </p:sp>
    </p:spTree>
    <p:extLst>
      <p:ext uri="{BB962C8B-B14F-4D97-AF65-F5344CB8AC3E}">
        <p14:creationId xmlns:p14="http://schemas.microsoft.com/office/powerpoint/2010/main" val="34426689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C92EAC-F2A6-C5F1-A74F-B001B26A131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F5AF89C-D6D8-9D38-07CB-81B03072ED2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F1DD683-045E-CBE1-00E5-C89A4AA3A029}"/>
              </a:ext>
            </a:extLst>
          </p:cNvPr>
          <p:cNvSpPr>
            <a:spLocks noGrp="1"/>
          </p:cNvSpPr>
          <p:nvPr>
            <p:ph type="dt" sz="half" idx="10"/>
          </p:nvPr>
        </p:nvSpPr>
        <p:spPr/>
        <p:txBody>
          <a:bodyPr/>
          <a:lstStyle>
            <a:lvl1pPr>
              <a:defRPr/>
            </a:lvl1pPr>
          </a:lstStyle>
          <a:p>
            <a:endParaRPr lang="en-US" altLang="en-US"/>
          </a:p>
        </p:txBody>
      </p:sp>
      <p:sp>
        <p:nvSpPr>
          <p:cNvPr id="5" name="Footer Placeholder 4">
            <a:extLst>
              <a:ext uri="{FF2B5EF4-FFF2-40B4-BE49-F238E27FC236}">
                <a16:creationId xmlns:a16="http://schemas.microsoft.com/office/drawing/2014/main" id="{7CB8E0F3-F862-D4E1-79E5-819B1AE4C05A}"/>
              </a:ext>
            </a:extLst>
          </p:cNvPr>
          <p:cNvSpPr>
            <a:spLocks noGrp="1"/>
          </p:cNvSpPr>
          <p:nvPr>
            <p:ph type="ftr" sz="quarte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05353DF9-EAD3-0F80-189B-98A2A79981CA}"/>
              </a:ext>
            </a:extLst>
          </p:cNvPr>
          <p:cNvSpPr>
            <a:spLocks noGrp="1"/>
          </p:cNvSpPr>
          <p:nvPr>
            <p:ph type="sldNum" sz="quarter" idx="12"/>
          </p:nvPr>
        </p:nvSpPr>
        <p:spPr/>
        <p:txBody>
          <a:bodyPr/>
          <a:lstStyle>
            <a:lvl1pPr>
              <a:defRPr/>
            </a:lvl1pPr>
          </a:lstStyle>
          <a:p>
            <a:fld id="{10CE0105-2196-465F-8931-534C53308900}" type="slidenum">
              <a:rPr lang="en-US" altLang="en-US"/>
              <a:pPr/>
              <a:t>‹#›</a:t>
            </a:fld>
            <a:endParaRPr lang="en-US" altLang="en-US"/>
          </a:p>
        </p:txBody>
      </p:sp>
    </p:spTree>
    <p:extLst>
      <p:ext uri="{BB962C8B-B14F-4D97-AF65-F5344CB8AC3E}">
        <p14:creationId xmlns:p14="http://schemas.microsoft.com/office/powerpoint/2010/main" val="11419934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2A5D912-DBA9-CE90-E6C5-65ADA2D6A48E}"/>
              </a:ext>
            </a:extLst>
          </p:cNvPr>
          <p:cNvSpPr>
            <a:spLocks noGrp="1"/>
          </p:cNvSpPr>
          <p:nvPr>
            <p:ph type="title" orient="vert"/>
          </p:nvPr>
        </p:nvSpPr>
        <p:spPr>
          <a:xfrm>
            <a:off x="2768600" y="466725"/>
            <a:ext cx="825500" cy="4206875"/>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E0AA7B9-6944-E201-5E83-EC665B8BC8E4}"/>
              </a:ext>
            </a:extLst>
          </p:cNvPr>
          <p:cNvSpPr>
            <a:spLocks noGrp="1"/>
          </p:cNvSpPr>
          <p:nvPr>
            <p:ph type="body" orient="vert" idx="1"/>
          </p:nvPr>
        </p:nvSpPr>
        <p:spPr>
          <a:xfrm>
            <a:off x="292100" y="466725"/>
            <a:ext cx="2324100" cy="42068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36B9199-766D-43EA-F66B-B66AE7739C4C}"/>
              </a:ext>
            </a:extLst>
          </p:cNvPr>
          <p:cNvSpPr>
            <a:spLocks noGrp="1"/>
          </p:cNvSpPr>
          <p:nvPr>
            <p:ph type="dt" sz="half" idx="10"/>
          </p:nvPr>
        </p:nvSpPr>
        <p:spPr/>
        <p:txBody>
          <a:bodyPr/>
          <a:lstStyle>
            <a:lvl1pPr>
              <a:defRPr/>
            </a:lvl1pPr>
          </a:lstStyle>
          <a:p>
            <a:endParaRPr lang="en-US" altLang="en-US"/>
          </a:p>
        </p:txBody>
      </p:sp>
      <p:sp>
        <p:nvSpPr>
          <p:cNvPr id="5" name="Footer Placeholder 4">
            <a:extLst>
              <a:ext uri="{FF2B5EF4-FFF2-40B4-BE49-F238E27FC236}">
                <a16:creationId xmlns:a16="http://schemas.microsoft.com/office/drawing/2014/main" id="{1AB1DAAA-5E8B-BB07-40BF-13550753CE4F}"/>
              </a:ext>
            </a:extLst>
          </p:cNvPr>
          <p:cNvSpPr>
            <a:spLocks noGrp="1"/>
          </p:cNvSpPr>
          <p:nvPr>
            <p:ph type="ftr" sz="quarte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083E0242-BFDF-846B-8FFC-B819F6EB802F}"/>
              </a:ext>
            </a:extLst>
          </p:cNvPr>
          <p:cNvSpPr>
            <a:spLocks noGrp="1"/>
          </p:cNvSpPr>
          <p:nvPr>
            <p:ph type="sldNum" sz="quarter" idx="12"/>
          </p:nvPr>
        </p:nvSpPr>
        <p:spPr/>
        <p:txBody>
          <a:bodyPr/>
          <a:lstStyle>
            <a:lvl1pPr>
              <a:defRPr/>
            </a:lvl1pPr>
          </a:lstStyle>
          <a:p>
            <a:fld id="{6D2345CB-1808-4E3A-9642-BA07B8EC8074}" type="slidenum">
              <a:rPr lang="en-US" altLang="en-US"/>
              <a:pPr/>
              <a:t>‹#›</a:t>
            </a:fld>
            <a:endParaRPr lang="en-US" altLang="en-US"/>
          </a:p>
        </p:txBody>
      </p:sp>
    </p:spTree>
    <p:extLst>
      <p:ext uri="{BB962C8B-B14F-4D97-AF65-F5344CB8AC3E}">
        <p14:creationId xmlns:p14="http://schemas.microsoft.com/office/powerpoint/2010/main" val="20341633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E9D93CA5-81BF-6FAF-9524-C78194EBA299}"/>
              </a:ext>
            </a:extLst>
          </p:cNvPr>
          <p:cNvSpPr>
            <a:spLocks noGrp="1" noChangeArrowheads="1"/>
          </p:cNvSpPr>
          <p:nvPr>
            <p:ph type="title"/>
          </p:nvPr>
        </p:nvSpPr>
        <p:spPr bwMode="auto">
          <a:xfrm>
            <a:off x="292100" y="466725"/>
            <a:ext cx="3302000" cy="876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9688" tIns="19050" rIns="39688" bIns="19050" numCol="1" anchor="ctr"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6A5DDE0D-FC4D-159A-D1D0-2AC1AF72C7B8}"/>
              </a:ext>
            </a:extLst>
          </p:cNvPr>
          <p:cNvSpPr>
            <a:spLocks noGrp="1" noChangeArrowheads="1"/>
          </p:cNvSpPr>
          <p:nvPr>
            <p:ph type="body" idx="1"/>
          </p:nvPr>
        </p:nvSpPr>
        <p:spPr bwMode="auto">
          <a:xfrm>
            <a:off x="292100" y="1519238"/>
            <a:ext cx="3302000" cy="3154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9688" tIns="19050" rIns="39688" bIns="1905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a:extLst>
              <a:ext uri="{FF2B5EF4-FFF2-40B4-BE49-F238E27FC236}">
                <a16:creationId xmlns:a16="http://schemas.microsoft.com/office/drawing/2014/main" id="{008426FA-F87B-7B65-3AB8-FB3E33951DD0}"/>
              </a:ext>
            </a:extLst>
          </p:cNvPr>
          <p:cNvSpPr>
            <a:spLocks noGrp="1" noChangeArrowheads="1"/>
          </p:cNvSpPr>
          <p:nvPr>
            <p:ph type="dt" sz="half" idx="2"/>
          </p:nvPr>
        </p:nvSpPr>
        <p:spPr bwMode="auto">
          <a:xfrm>
            <a:off x="292100" y="4791075"/>
            <a:ext cx="809625" cy="349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9688" tIns="19050" rIns="39688" bIns="19050" numCol="1" anchor="ctr" anchorCtr="0" compatLnSpc="1">
            <a:prstTxWarp prst="textNoShape">
              <a:avLst/>
            </a:prstTxWarp>
          </a:bodyPr>
          <a:lstStyle>
            <a:lvl1pPr defTabSz="165100">
              <a:defRPr sz="600">
                <a:solidFill>
                  <a:schemeClr val="tx1"/>
                </a:solidFill>
              </a:defRPr>
            </a:lvl1pPr>
          </a:lstStyle>
          <a:p>
            <a:endParaRPr lang="en-US" altLang="en-US"/>
          </a:p>
        </p:txBody>
      </p:sp>
      <p:sp>
        <p:nvSpPr>
          <p:cNvPr id="1029" name="Rectangle 5">
            <a:extLst>
              <a:ext uri="{FF2B5EF4-FFF2-40B4-BE49-F238E27FC236}">
                <a16:creationId xmlns:a16="http://schemas.microsoft.com/office/drawing/2014/main" id="{A7A68697-E5C7-87C5-69A6-348C2F6DBF2C}"/>
              </a:ext>
            </a:extLst>
          </p:cNvPr>
          <p:cNvSpPr>
            <a:spLocks noGrp="1" noChangeArrowheads="1"/>
          </p:cNvSpPr>
          <p:nvPr>
            <p:ph type="ftr" sz="quarter" idx="3"/>
          </p:nvPr>
        </p:nvSpPr>
        <p:spPr bwMode="auto">
          <a:xfrm>
            <a:off x="1327150" y="4791075"/>
            <a:ext cx="1231900" cy="349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9688" tIns="19050" rIns="39688" bIns="19050" numCol="1" anchor="ctr" anchorCtr="0" compatLnSpc="1">
            <a:prstTxWarp prst="textNoShape">
              <a:avLst/>
            </a:prstTxWarp>
          </a:bodyPr>
          <a:lstStyle>
            <a:lvl1pPr algn="ctr" defTabSz="165100">
              <a:defRPr sz="600">
                <a:solidFill>
                  <a:schemeClr val="tx1"/>
                </a:solidFill>
              </a:defRPr>
            </a:lvl1pPr>
          </a:lstStyle>
          <a:p>
            <a:endParaRPr lang="en-US" altLang="en-US"/>
          </a:p>
        </p:txBody>
      </p:sp>
      <p:sp>
        <p:nvSpPr>
          <p:cNvPr id="1030" name="Rectangle 6">
            <a:extLst>
              <a:ext uri="{FF2B5EF4-FFF2-40B4-BE49-F238E27FC236}">
                <a16:creationId xmlns:a16="http://schemas.microsoft.com/office/drawing/2014/main" id="{7F19202E-278A-AF89-2EDC-4D8364AE51DD}"/>
              </a:ext>
            </a:extLst>
          </p:cNvPr>
          <p:cNvSpPr>
            <a:spLocks noGrp="1" noChangeArrowheads="1"/>
          </p:cNvSpPr>
          <p:nvPr>
            <p:ph type="sldNum" sz="quarter" idx="4"/>
          </p:nvPr>
        </p:nvSpPr>
        <p:spPr bwMode="auto">
          <a:xfrm>
            <a:off x="2784475" y="4791075"/>
            <a:ext cx="809625" cy="349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9688" tIns="19050" rIns="39688" bIns="19050" numCol="1" anchor="ctr" anchorCtr="0" compatLnSpc="1">
            <a:prstTxWarp prst="textNoShape">
              <a:avLst/>
            </a:prstTxWarp>
          </a:bodyPr>
          <a:lstStyle>
            <a:lvl1pPr algn="r" defTabSz="165100">
              <a:defRPr sz="600">
                <a:solidFill>
                  <a:schemeClr val="tx1"/>
                </a:solidFill>
              </a:defRPr>
            </a:lvl1pPr>
          </a:lstStyle>
          <a:p>
            <a:fld id="{A629B24B-4ED3-42FB-A8D0-C551A98A523F}"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165100" rtl="0" eaLnBrk="0" fontAlgn="base" hangingPunct="0">
        <a:spcBef>
          <a:spcPct val="0"/>
        </a:spcBef>
        <a:spcAft>
          <a:spcPct val="0"/>
        </a:spcAft>
        <a:defRPr sz="1900" kern="1200">
          <a:solidFill>
            <a:schemeClr val="tx2"/>
          </a:solidFill>
          <a:latin typeface="+mj-lt"/>
          <a:ea typeface="+mj-ea"/>
          <a:cs typeface="+mj-cs"/>
        </a:defRPr>
      </a:lvl1pPr>
      <a:lvl2pPr algn="ctr" defTabSz="165100" rtl="0" eaLnBrk="0" fontAlgn="base" hangingPunct="0">
        <a:spcBef>
          <a:spcPct val="0"/>
        </a:spcBef>
        <a:spcAft>
          <a:spcPct val="0"/>
        </a:spcAft>
        <a:defRPr sz="1900">
          <a:solidFill>
            <a:schemeClr val="tx2"/>
          </a:solidFill>
          <a:latin typeface="Times New Roman" panose="02020603050405020304" pitchFamily="18" charset="0"/>
        </a:defRPr>
      </a:lvl2pPr>
      <a:lvl3pPr algn="ctr" defTabSz="165100" rtl="0" eaLnBrk="0" fontAlgn="base" hangingPunct="0">
        <a:spcBef>
          <a:spcPct val="0"/>
        </a:spcBef>
        <a:spcAft>
          <a:spcPct val="0"/>
        </a:spcAft>
        <a:defRPr sz="1900">
          <a:solidFill>
            <a:schemeClr val="tx2"/>
          </a:solidFill>
          <a:latin typeface="Times New Roman" panose="02020603050405020304" pitchFamily="18" charset="0"/>
        </a:defRPr>
      </a:lvl3pPr>
      <a:lvl4pPr algn="ctr" defTabSz="165100" rtl="0" eaLnBrk="0" fontAlgn="base" hangingPunct="0">
        <a:spcBef>
          <a:spcPct val="0"/>
        </a:spcBef>
        <a:spcAft>
          <a:spcPct val="0"/>
        </a:spcAft>
        <a:defRPr sz="1900">
          <a:solidFill>
            <a:schemeClr val="tx2"/>
          </a:solidFill>
          <a:latin typeface="Times New Roman" panose="02020603050405020304" pitchFamily="18" charset="0"/>
        </a:defRPr>
      </a:lvl4pPr>
      <a:lvl5pPr algn="ctr" defTabSz="165100" rtl="0" eaLnBrk="0" fontAlgn="base" hangingPunct="0">
        <a:spcBef>
          <a:spcPct val="0"/>
        </a:spcBef>
        <a:spcAft>
          <a:spcPct val="0"/>
        </a:spcAft>
        <a:defRPr sz="1900">
          <a:solidFill>
            <a:schemeClr val="tx2"/>
          </a:solidFill>
          <a:latin typeface="Times New Roman" panose="02020603050405020304" pitchFamily="18" charset="0"/>
        </a:defRPr>
      </a:lvl5pPr>
      <a:lvl6pPr marL="457200" algn="ctr" defTabSz="165100" rtl="0" eaLnBrk="0" fontAlgn="base" hangingPunct="0">
        <a:spcBef>
          <a:spcPct val="0"/>
        </a:spcBef>
        <a:spcAft>
          <a:spcPct val="0"/>
        </a:spcAft>
        <a:defRPr sz="1900">
          <a:solidFill>
            <a:schemeClr val="tx2"/>
          </a:solidFill>
          <a:latin typeface="Times New Roman" panose="02020603050405020304" pitchFamily="18" charset="0"/>
        </a:defRPr>
      </a:lvl6pPr>
      <a:lvl7pPr marL="914400" algn="ctr" defTabSz="165100" rtl="0" eaLnBrk="0" fontAlgn="base" hangingPunct="0">
        <a:spcBef>
          <a:spcPct val="0"/>
        </a:spcBef>
        <a:spcAft>
          <a:spcPct val="0"/>
        </a:spcAft>
        <a:defRPr sz="1900">
          <a:solidFill>
            <a:schemeClr val="tx2"/>
          </a:solidFill>
          <a:latin typeface="Times New Roman" panose="02020603050405020304" pitchFamily="18" charset="0"/>
        </a:defRPr>
      </a:lvl7pPr>
      <a:lvl8pPr marL="1371600" algn="ctr" defTabSz="165100" rtl="0" eaLnBrk="0" fontAlgn="base" hangingPunct="0">
        <a:spcBef>
          <a:spcPct val="0"/>
        </a:spcBef>
        <a:spcAft>
          <a:spcPct val="0"/>
        </a:spcAft>
        <a:defRPr sz="1900">
          <a:solidFill>
            <a:schemeClr val="tx2"/>
          </a:solidFill>
          <a:latin typeface="Times New Roman" panose="02020603050405020304" pitchFamily="18" charset="0"/>
        </a:defRPr>
      </a:lvl8pPr>
      <a:lvl9pPr marL="1828800" algn="ctr" defTabSz="165100" rtl="0" eaLnBrk="0" fontAlgn="base" hangingPunct="0">
        <a:spcBef>
          <a:spcPct val="0"/>
        </a:spcBef>
        <a:spcAft>
          <a:spcPct val="0"/>
        </a:spcAft>
        <a:defRPr sz="1900">
          <a:solidFill>
            <a:schemeClr val="tx2"/>
          </a:solidFill>
          <a:latin typeface="Times New Roman" panose="02020603050405020304" pitchFamily="18" charset="0"/>
        </a:defRPr>
      </a:lvl9pPr>
    </p:titleStyle>
    <p:bodyStyle>
      <a:lvl1pPr marL="146050" indent="-146050" algn="l" defTabSz="165100" rtl="0" eaLnBrk="0" fontAlgn="base" hangingPunct="0">
        <a:spcBef>
          <a:spcPct val="20000"/>
        </a:spcBef>
        <a:spcAft>
          <a:spcPct val="0"/>
        </a:spcAft>
        <a:buChar char="•"/>
        <a:defRPr sz="1400" kern="1200">
          <a:solidFill>
            <a:schemeClr val="tx1"/>
          </a:solidFill>
          <a:latin typeface="+mn-lt"/>
          <a:ea typeface="+mn-ea"/>
          <a:cs typeface="+mn-cs"/>
        </a:defRPr>
      </a:lvl1pPr>
      <a:lvl2pPr marL="315913" indent="-55563" algn="l" defTabSz="165100" rtl="0" eaLnBrk="0" fontAlgn="base" hangingPunct="0">
        <a:spcBef>
          <a:spcPct val="20000"/>
        </a:spcBef>
        <a:spcAft>
          <a:spcPct val="0"/>
        </a:spcAft>
        <a:buChar char="–"/>
        <a:defRPr sz="1200" kern="1200">
          <a:solidFill>
            <a:schemeClr val="tx1"/>
          </a:solidFill>
          <a:latin typeface="+mn-lt"/>
          <a:ea typeface="+mn-ea"/>
          <a:cs typeface="+mn-cs"/>
        </a:defRPr>
      </a:lvl2pPr>
      <a:lvl3pPr marL="485775" indent="-55563" algn="l" defTabSz="165100" rtl="0" eaLnBrk="0" fontAlgn="base" hangingPunct="0">
        <a:spcBef>
          <a:spcPct val="20000"/>
        </a:spcBef>
        <a:spcAft>
          <a:spcPct val="0"/>
        </a:spcAft>
        <a:buChar char="•"/>
        <a:defRPr sz="1000" kern="1200">
          <a:solidFill>
            <a:schemeClr val="tx1"/>
          </a:solidFill>
          <a:latin typeface="+mn-lt"/>
          <a:ea typeface="+mn-ea"/>
          <a:cs typeface="+mn-cs"/>
        </a:defRPr>
      </a:lvl3pPr>
      <a:lvl4pPr marL="679450" indent="-79375" algn="l" defTabSz="165100" rtl="0" eaLnBrk="0" fontAlgn="base" hangingPunct="0">
        <a:spcBef>
          <a:spcPct val="20000"/>
        </a:spcBef>
        <a:spcAft>
          <a:spcPct val="0"/>
        </a:spcAft>
        <a:buChar char="–"/>
        <a:defRPr sz="900" kern="1200">
          <a:solidFill>
            <a:schemeClr val="tx1"/>
          </a:solidFill>
          <a:latin typeface="+mn-lt"/>
          <a:ea typeface="+mn-ea"/>
          <a:cs typeface="+mn-cs"/>
        </a:defRPr>
      </a:lvl4pPr>
      <a:lvl5pPr marL="874713" indent="-80963" algn="l" defTabSz="165100" rtl="0" eaLnBrk="0" fontAlgn="base" hangingPunct="0">
        <a:spcBef>
          <a:spcPct val="20000"/>
        </a:spcBef>
        <a:spcAft>
          <a:spcPct val="0"/>
        </a:spcAft>
        <a:buChar char="•"/>
        <a:defRPr sz="9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F34055C2-4407-EFCA-5C10-0EC34D017DA0}"/>
              </a:ext>
            </a:extLst>
          </p:cNvPr>
          <p:cNvSpPr>
            <a:spLocks noChangeArrowheads="1"/>
          </p:cNvSpPr>
          <p:nvPr/>
        </p:nvSpPr>
        <p:spPr bwMode="auto">
          <a:xfrm>
            <a:off x="0" y="142875"/>
            <a:ext cx="3811588" cy="451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46038" rIns="46038" bIns="46038">
            <a:spAutoFit/>
          </a:bodyPr>
          <a:lstStyle/>
          <a:p>
            <a:pPr>
              <a:lnSpc>
                <a:spcPct val="75000"/>
              </a:lnSpc>
            </a:pPr>
            <a:r>
              <a:rPr lang="en-US" altLang="en-US" sz="800">
                <a:solidFill>
                  <a:schemeClr val="tx1"/>
                </a:solidFill>
                <a:latin typeface="Courier New" panose="02070309020205020404" pitchFamily="49" charset="0"/>
              </a:rPr>
              <a:t>      $ SET SOURCEFORMAT"FREE"</a:t>
            </a:r>
          </a:p>
          <a:p>
            <a:pPr>
              <a:lnSpc>
                <a:spcPct val="75000"/>
              </a:lnSpc>
            </a:pPr>
            <a:r>
              <a:rPr lang="en-US" altLang="en-US" sz="800">
                <a:solidFill>
                  <a:schemeClr val="tx1"/>
                </a:solidFill>
                <a:latin typeface="Courier New" panose="02070309020205020404" pitchFamily="49" charset="0"/>
              </a:rPr>
              <a:t>IDENTIFICATION DIVISION.</a:t>
            </a:r>
          </a:p>
          <a:p>
            <a:pPr>
              <a:lnSpc>
                <a:spcPct val="75000"/>
              </a:lnSpc>
            </a:pPr>
            <a:r>
              <a:rPr lang="en-US" altLang="en-US" sz="800">
                <a:solidFill>
                  <a:schemeClr val="tx1"/>
                </a:solidFill>
                <a:latin typeface="Courier New" panose="02070309020205020404" pitchFamily="49" charset="0"/>
              </a:rPr>
              <a:t>PROGRAM-ID.  ReportExample2.</a:t>
            </a:r>
          </a:p>
          <a:p>
            <a:pPr>
              <a:lnSpc>
                <a:spcPct val="75000"/>
              </a:lnSpc>
            </a:pPr>
            <a:r>
              <a:rPr lang="en-US" altLang="en-US" sz="800">
                <a:solidFill>
                  <a:schemeClr val="tx1"/>
                </a:solidFill>
                <a:latin typeface="Courier New" panose="02070309020205020404" pitchFamily="49" charset="0"/>
              </a:rPr>
              <a:t>AUTHOR.  Michael Coughlan.</a:t>
            </a:r>
          </a:p>
          <a:p>
            <a:pPr>
              <a:lnSpc>
                <a:spcPct val="75000"/>
              </a:lnSpc>
            </a:pPr>
            <a:endParaRPr lang="en-US" altLang="en-US" sz="800">
              <a:solidFill>
                <a:schemeClr val="tx1"/>
              </a:solidFill>
              <a:latin typeface="Courier New" panose="02070309020205020404" pitchFamily="49" charset="0"/>
            </a:endParaRPr>
          </a:p>
          <a:p>
            <a:pPr>
              <a:lnSpc>
                <a:spcPct val="75000"/>
              </a:lnSpc>
            </a:pPr>
            <a:r>
              <a:rPr lang="en-US" altLang="en-US" sz="800">
                <a:solidFill>
                  <a:schemeClr val="tx1"/>
                </a:solidFill>
                <a:latin typeface="Courier New" panose="02070309020205020404" pitchFamily="49" charset="0"/>
              </a:rPr>
              <a:t>ENVIRONMENT DIVISION.</a:t>
            </a:r>
          </a:p>
          <a:p>
            <a:pPr>
              <a:lnSpc>
                <a:spcPct val="75000"/>
              </a:lnSpc>
            </a:pPr>
            <a:r>
              <a:rPr lang="en-US" altLang="en-US" sz="800">
                <a:solidFill>
                  <a:schemeClr val="tx1"/>
                </a:solidFill>
                <a:latin typeface="Courier New" panose="02070309020205020404" pitchFamily="49" charset="0"/>
              </a:rPr>
              <a:t>INPUT-OUTPUT SECTION.</a:t>
            </a:r>
          </a:p>
          <a:p>
            <a:pPr>
              <a:lnSpc>
                <a:spcPct val="75000"/>
              </a:lnSpc>
            </a:pPr>
            <a:r>
              <a:rPr lang="en-US" altLang="en-US" sz="800">
                <a:solidFill>
                  <a:schemeClr val="tx1"/>
                </a:solidFill>
                <a:latin typeface="Courier New" panose="02070309020205020404" pitchFamily="49" charset="0"/>
              </a:rPr>
              <a:t>FILE-CONTROL.</a:t>
            </a:r>
          </a:p>
          <a:p>
            <a:pPr>
              <a:lnSpc>
                <a:spcPct val="75000"/>
              </a:lnSpc>
            </a:pPr>
            <a:r>
              <a:rPr lang="en-US" altLang="en-US" sz="800">
                <a:solidFill>
                  <a:schemeClr val="tx1"/>
                </a:solidFill>
                <a:latin typeface="Courier New" panose="02070309020205020404" pitchFamily="49" charset="0"/>
              </a:rPr>
              <a:t>    SELECT SalesFile ASSIGN TO "GBSALES.DAT"</a:t>
            </a:r>
          </a:p>
          <a:p>
            <a:pPr>
              <a:lnSpc>
                <a:spcPct val="75000"/>
              </a:lnSpc>
            </a:pPr>
            <a:r>
              <a:rPr lang="en-US" altLang="en-US" sz="800">
                <a:solidFill>
                  <a:schemeClr val="tx1"/>
                </a:solidFill>
                <a:latin typeface="Courier New" panose="02070309020205020404" pitchFamily="49" charset="0"/>
              </a:rPr>
              <a:t>           ORGANIZATION IS LINE SEQUENTIAL.</a:t>
            </a:r>
          </a:p>
          <a:p>
            <a:pPr>
              <a:lnSpc>
                <a:spcPct val="75000"/>
              </a:lnSpc>
            </a:pPr>
            <a:r>
              <a:rPr lang="en-US" altLang="en-US" sz="800">
                <a:solidFill>
                  <a:schemeClr val="tx1"/>
                </a:solidFill>
                <a:latin typeface="Courier New" panose="02070309020205020404" pitchFamily="49" charset="0"/>
              </a:rPr>
              <a:t>    SELECT PrintFile ASSIGN TO "SALESREPORT2.LPT".</a:t>
            </a:r>
          </a:p>
          <a:p>
            <a:pPr>
              <a:lnSpc>
                <a:spcPct val="75000"/>
              </a:lnSpc>
            </a:pPr>
            <a:endParaRPr lang="en-US" altLang="en-US" sz="800">
              <a:solidFill>
                <a:schemeClr val="tx1"/>
              </a:solidFill>
              <a:latin typeface="Courier New" panose="02070309020205020404" pitchFamily="49" charset="0"/>
            </a:endParaRPr>
          </a:p>
          <a:p>
            <a:pPr>
              <a:lnSpc>
                <a:spcPct val="75000"/>
              </a:lnSpc>
            </a:pPr>
            <a:endParaRPr lang="en-US" altLang="en-US" sz="800">
              <a:solidFill>
                <a:schemeClr val="tx1"/>
              </a:solidFill>
              <a:latin typeface="Courier New" panose="02070309020205020404" pitchFamily="49" charset="0"/>
            </a:endParaRPr>
          </a:p>
          <a:p>
            <a:pPr>
              <a:lnSpc>
                <a:spcPct val="75000"/>
              </a:lnSpc>
            </a:pPr>
            <a:r>
              <a:rPr lang="en-US" altLang="en-US" sz="800">
                <a:solidFill>
                  <a:schemeClr val="tx1"/>
                </a:solidFill>
                <a:latin typeface="Courier New" panose="02070309020205020404" pitchFamily="49" charset="0"/>
              </a:rPr>
              <a:t>DATA DIVISION.</a:t>
            </a:r>
          </a:p>
          <a:p>
            <a:pPr>
              <a:lnSpc>
                <a:spcPct val="75000"/>
              </a:lnSpc>
            </a:pPr>
            <a:r>
              <a:rPr lang="en-US" altLang="en-US" sz="800">
                <a:solidFill>
                  <a:schemeClr val="tx1"/>
                </a:solidFill>
                <a:latin typeface="Courier New" panose="02070309020205020404" pitchFamily="49" charset="0"/>
              </a:rPr>
              <a:t>FILE SECTION.</a:t>
            </a:r>
          </a:p>
          <a:p>
            <a:pPr>
              <a:lnSpc>
                <a:spcPct val="75000"/>
              </a:lnSpc>
            </a:pPr>
            <a:r>
              <a:rPr lang="en-US" altLang="en-US" sz="800">
                <a:solidFill>
                  <a:schemeClr val="tx1"/>
                </a:solidFill>
                <a:latin typeface="Courier New" panose="02070309020205020404" pitchFamily="49" charset="0"/>
              </a:rPr>
              <a:t>FD  SalesFile.</a:t>
            </a:r>
          </a:p>
          <a:p>
            <a:pPr>
              <a:lnSpc>
                <a:spcPct val="75000"/>
              </a:lnSpc>
            </a:pPr>
            <a:r>
              <a:rPr lang="en-US" altLang="en-US" sz="800">
                <a:solidFill>
                  <a:schemeClr val="tx1"/>
                </a:solidFill>
                <a:latin typeface="Courier New" panose="02070309020205020404" pitchFamily="49" charset="0"/>
              </a:rPr>
              <a:t>01  SalesRecord.</a:t>
            </a:r>
          </a:p>
          <a:p>
            <a:pPr>
              <a:lnSpc>
                <a:spcPct val="75000"/>
              </a:lnSpc>
            </a:pPr>
            <a:r>
              <a:rPr lang="en-US" altLang="en-US" sz="800">
                <a:solidFill>
                  <a:schemeClr val="tx1"/>
                </a:solidFill>
                <a:latin typeface="Courier New" panose="02070309020205020404" pitchFamily="49" charset="0"/>
              </a:rPr>
              <a:t>    88 EndOfFile  VALUE HIGH-VALUES.</a:t>
            </a:r>
          </a:p>
          <a:p>
            <a:pPr>
              <a:lnSpc>
                <a:spcPct val="75000"/>
              </a:lnSpc>
            </a:pPr>
            <a:r>
              <a:rPr lang="en-US" altLang="en-US" sz="800">
                <a:solidFill>
                  <a:schemeClr val="tx1"/>
                </a:solidFill>
                <a:latin typeface="Courier New" panose="02070309020205020404" pitchFamily="49" charset="0"/>
              </a:rPr>
              <a:t>    02 CityCode         PIC 9.</a:t>
            </a:r>
          </a:p>
          <a:p>
            <a:pPr>
              <a:lnSpc>
                <a:spcPct val="75000"/>
              </a:lnSpc>
            </a:pPr>
            <a:r>
              <a:rPr lang="en-US" altLang="en-US" sz="800">
                <a:solidFill>
                  <a:schemeClr val="tx1"/>
                </a:solidFill>
                <a:latin typeface="Courier New" panose="02070309020205020404" pitchFamily="49" charset="0"/>
              </a:rPr>
              <a:t>    02 SalesPersonNum   PIC 9.</a:t>
            </a:r>
          </a:p>
          <a:p>
            <a:pPr>
              <a:lnSpc>
                <a:spcPct val="75000"/>
              </a:lnSpc>
            </a:pPr>
            <a:r>
              <a:rPr lang="en-US" altLang="en-US" sz="800">
                <a:solidFill>
                  <a:schemeClr val="tx1"/>
                </a:solidFill>
                <a:latin typeface="Courier New" panose="02070309020205020404" pitchFamily="49" charset="0"/>
              </a:rPr>
              <a:t>    02 ValueOfSale      PIC 9(4)V99.</a:t>
            </a:r>
          </a:p>
          <a:p>
            <a:pPr>
              <a:lnSpc>
                <a:spcPct val="75000"/>
              </a:lnSpc>
            </a:pPr>
            <a:endParaRPr lang="en-US" altLang="en-US" sz="800">
              <a:solidFill>
                <a:schemeClr val="tx1"/>
              </a:solidFill>
              <a:latin typeface="Courier New" panose="02070309020205020404" pitchFamily="49" charset="0"/>
            </a:endParaRPr>
          </a:p>
          <a:p>
            <a:pPr>
              <a:lnSpc>
                <a:spcPct val="75000"/>
              </a:lnSpc>
            </a:pPr>
            <a:endParaRPr lang="en-US" altLang="en-US" sz="800">
              <a:latin typeface="Courier New" panose="02070309020205020404" pitchFamily="49" charset="0"/>
            </a:endParaRPr>
          </a:p>
          <a:p>
            <a:pPr>
              <a:lnSpc>
                <a:spcPct val="75000"/>
              </a:lnSpc>
            </a:pPr>
            <a:r>
              <a:rPr lang="en-US" altLang="en-US" sz="800">
                <a:solidFill>
                  <a:schemeClr val="tx1"/>
                </a:solidFill>
                <a:latin typeface="Courier New" panose="02070309020205020404" pitchFamily="49" charset="0"/>
              </a:rPr>
              <a:t>FD  PrintFile</a:t>
            </a:r>
          </a:p>
          <a:p>
            <a:pPr>
              <a:lnSpc>
                <a:spcPct val="75000"/>
              </a:lnSpc>
            </a:pPr>
            <a:r>
              <a:rPr lang="en-US" altLang="en-US" sz="800">
                <a:solidFill>
                  <a:schemeClr val="tx1"/>
                </a:solidFill>
                <a:latin typeface="Courier New" panose="02070309020205020404" pitchFamily="49" charset="0"/>
              </a:rPr>
              <a:t>    REPORT IS SalesReport.</a:t>
            </a:r>
          </a:p>
          <a:p>
            <a:pPr>
              <a:lnSpc>
                <a:spcPct val="75000"/>
              </a:lnSpc>
            </a:pPr>
            <a:endParaRPr lang="en-US" altLang="en-US" sz="800">
              <a:solidFill>
                <a:schemeClr val="tx1"/>
              </a:solidFill>
              <a:latin typeface="Courier New" panose="02070309020205020404" pitchFamily="49" charset="0"/>
            </a:endParaRPr>
          </a:p>
          <a:p>
            <a:pPr>
              <a:lnSpc>
                <a:spcPct val="75000"/>
              </a:lnSpc>
            </a:pPr>
            <a:endParaRPr lang="en-US" altLang="en-US" sz="800">
              <a:solidFill>
                <a:schemeClr val="tx1"/>
              </a:solidFill>
              <a:latin typeface="Courier New" panose="02070309020205020404" pitchFamily="49" charset="0"/>
            </a:endParaRPr>
          </a:p>
          <a:p>
            <a:pPr>
              <a:lnSpc>
                <a:spcPct val="75000"/>
              </a:lnSpc>
            </a:pPr>
            <a:endParaRPr lang="en-US" altLang="en-US" sz="800">
              <a:solidFill>
                <a:schemeClr val="tx1"/>
              </a:solidFill>
              <a:latin typeface="Courier New" panose="02070309020205020404" pitchFamily="49" charset="0"/>
            </a:endParaRPr>
          </a:p>
          <a:p>
            <a:pPr>
              <a:lnSpc>
                <a:spcPct val="75000"/>
              </a:lnSpc>
            </a:pPr>
            <a:r>
              <a:rPr lang="en-US" altLang="en-US" sz="800">
                <a:solidFill>
                  <a:schemeClr val="tx1"/>
                </a:solidFill>
                <a:latin typeface="Courier New" panose="02070309020205020404" pitchFamily="49" charset="0"/>
              </a:rPr>
              <a:t>WORKING-STORAGE SECTION.</a:t>
            </a:r>
          </a:p>
          <a:p>
            <a:pPr>
              <a:lnSpc>
                <a:spcPct val="75000"/>
              </a:lnSpc>
            </a:pPr>
            <a:r>
              <a:rPr lang="en-US" altLang="en-US" sz="800">
                <a:solidFill>
                  <a:schemeClr val="tx1"/>
                </a:solidFill>
                <a:latin typeface="Courier New" panose="02070309020205020404" pitchFamily="49" charset="0"/>
              </a:rPr>
              <a:t>01  NameTable.</a:t>
            </a:r>
          </a:p>
          <a:p>
            <a:pPr>
              <a:lnSpc>
                <a:spcPct val="75000"/>
              </a:lnSpc>
            </a:pPr>
            <a:r>
              <a:rPr lang="en-US" altLang="en-US" sz="800">
                <a:solidFill>
                  <a:schemeClr val="tx1"/>
                </a:solidFill>
                <a:latin typeface="Courier New" panose="02070309020205020404" pitchFamily="49" charset="0"/>
              </a:rPr>
              <a:t>    02 TableValues.</a:t>
            </a:r>
          </a:p>
          <a:p>
            <a:pPr>
              <a:lnSpc>
                <a:spcPct val="75000"/>
              </a:lnSpc>
            </a:pPr>
            <a:r>
              <a:rPr lang="en-US" altLang="en-US" sz="800">
                <a:solidFill>
                  <a:schemeClr val="tx1"/>
                </a:solidFill>
                <a:latin typeface="Courier New" panose="02070309020205020404" pitchFamily="49" charset="0"/>
              </a:rPr>
              <a:t>       03 FILLER        PIC X(18) VALUE "Dublin   Belfast  ".</a:t>
            </a:r>
          </a:p>
          <a:p>
            <a:pPr>
              <a:lnSpc>
                <a:spcPct val="75000"/>
              </a:lnSpc>
            </a:pPr>
            <a:r>
              <a:rPr lang="en-US" altLang="en-US" sz="800">
                <a:solidFill>
                  <a:schemeClr val="tx1"/>
                </a:solidFill>
                <a:latin typeface="Courier New" panose="02070309020205020404" pitchFamily="49" charset="0"/>
              </a:rPr>
              <a:t>       03 FILLER        PIC X(18) VALUE "Cork     Galway   ".</a:t>
            </a:r>
          </a:p>
          <a:p>
            <a:pPr>
              <a:lnSpc>
                <a:spcPct val="75000"/>
              </a:lnSpc>
            </a:pPr>
            <a:r>
              <a:rPr lang="en-US" altLang="en-US" sz="800">
                <a:solidFill>
                  <a:schemeClr val="tx1"/>
                </a:solidFill>
                <a:latin typeface="Courier New" panose="02070309020205020404" pitchFamily="49" charset="0"/>
              </a:rPr>
              <a:t>       03 FILLER        PIC X(18) VALUE "Sligo    Waterford".</a:t>
            </a:r>
          </a:p>
          <a:p>
            <a:pPr>
              <a:lnSpc>
                <a:spcPct val="75000"/>
              </a:lnSpc>
            </a:pPr>
            <a:r>
              <a:rPr lang="en-US" altLang="en-US" sz="800">
                <a:solidFill>
                  <a:schemeClr val="tx1"/>
                </a:solidFill>
                <a:latin typeface="Courier New" panose="02070309020205020404" pitchFamily="49" charset="0"/>
              </a:rPr>
              <a:t>       03 FILLER        PIC X(9)  VALUE "Limerick".</a:t>
            </a:r>
          </a:p>
          <a:p>
            <a:pPr>
              <a:lnSpc>
                <a:spcPct val="75000"/>
              </a:lnSpc>
            </a:pPr>
            <a:r>
              <a:rPr lang="en-US" altLang="en-US" sz="800">
                <a:solidFill>
                  <a:schemeClr val="tx1"/>
                </a:solidFill>
                <a:latin typeface="Courier New" panose="02070309020205020404" pitchFamily="49" charset="0"/>
              </a:rPr>
              <a:t>    02 FILLER REDEFINES TableValues.</a:t>
            </a:r>
          </a:p>
          <a:p>
            <a:pPr>
              <a:lnSpc>
                <a:spcPct val="75000"/>
              </a:lnSpc>
            </a:pPr>
            <a:r>
              <a:rPr lang="en-US" altLang="en-US" sz="800">
                <a:solidFill>
                  <a:schemeClr val="tx1"/>
                </a:solidFill>
                <a:latin typeface="Courier New" panose="02070309020205020404" pitchFamily="49" charset="0"/>
              </a:rPr>
              <a:t>       03 CityName     PIC X(9) OCCURS 7 TIMES.</a:t>
            </a:r>
          </a:p>
          <a:p>
            <a:pPr>
              <a:lnSpc>
                <a:spcPct val="75000"/>
              </a:lnSpc>
            </a:pPr>
            <a:endParaRPr lang="en-US" altLang="en-US" sz="800">
              <a:solidFill>
                <a:schemeClr val="tx1"/>
              </a:solidFill>
              <a:latin typeface="Courier New" panose="02070309020205020404" pitchFamily="49" charset="0"/>
            </a:endParaRPr>
          </a:p>
          <a:p>
            <a:pPr>
              <a:lnSpc>
                <a:spcPct val="75000"/>
              </a:lnSpc>
            </a:pPr>
            <a:endParaRPr lang="en-US" altLang="en-US" sz="800">
              <a:solidFill>
                <a:schemeClr val="tx1"/>
              </a:solidFill>
              <a:latin typeface="Courier New" panose="02070309020205020404" pitchFamily="49" charset="0"/>
            </a:endParaRPr>
          </a:p>
          <a:p>
            <a:pPr>
              <a:lnSpc>
                <a:spcPct val="75000"/>
              </a:lnSpc>
            </a:pPr>
            <a:endParaRPr lang="en-US" altLang="en-US" sz="800">
              <a:solidFill>
                <a:schemeClr val="tx1"/>
              </a:solidFill>
              <a:latin typeface="Courier New" panose="02070309020205020404" pitchFamily="49" charset="0"/>
            </a:endParaRPr>
          </a:p>
          <a:p>
            <a:pPr>
              <a:lnSpc>
                <a:spcPct val="75000"/>
              </a:lnSpc>
            </a:pPr>
            <a:r>
              <a:rPr lang="en-US" altLang="en-US" sz="800">
                <a:solidFill>
                  <a:schemeClr val="tx1"/>
                </a:solidFill>
                <a:latin typeface="Courier New" panose="02070309020205020404" pitchFamily="49" charset="0"/>
              </a:rPr>
              <a:t>REPORT SECTION.</a:t>
            </a:r>
          </a:p>
          <a:p>
            <a:pPr>
              <a:lnSpc>
                <a:spcPct val="75000"/>
              </a:lnSpc>
            </a:pPr>
            <a:r>
              <a:rPr lang="en-US" altLang="en-US" sz="800">
                <a:solidFill>
                  <a:schemeClr val="tx1"/>
                </a:solidFill>
                <a:latin typeface="Courier New" panose="02070309020205020404" pitchFamily="49" charset="0"/>
              </a:rPr>
              <a:t>RD  SalesReport</a:t>
            </a:r>
          </a:p>
          <a:p>
            <a:pPr>
              <a:lnSpc>
                <a:spcPct val="75000"/>
              </a:lnSpc>
            </a:pPr>
            <a:r>
              <a:rPr lang="en-US" altLang="en-US" sz="800">
                <a:solidFill>
                  <a:schemeClr val="tx1"/>
                </a:solidFill>
                <a:latin typeface="Courier New" panose="02070309020205020404" pitchFamily="49" charset="0"/>
              </a:rPr>
              <a:t>    CONTROLS ARE SalesPersonNum </a:t>
            </a:r>
          </a:p>
          <a:p>
            <a:pPr>
              <a:lnSpc>
                <a:spcPct val="75000"/>
              </a:lnSpc>
            </a:pPr>
            <a:r>
              <a:rPr lang="en-US" altLang="en-US" sz="800">
                <a:solidFill>
                  <a:schemeClr val="tx1"/>
                </a:solidFill>
                <a:latin typeface="Courier New" panose="02070309020205020404" pitchFamily="49" charset="0"/>
              </a:rPr>
              <a:t>    PAGE LIMIT IS 66</a:t>
            </a:r>
          </a:p>
          <a:p>
            <a:pPr>
              <a:lnSpc>
                <a:spcPct val="75000"/>
              </a:lnSpc>
            </a:pPr>
            <a:r>
              <a:rPr lang="en-US" altLang="en-US" sz="800">
                <a:solidFill>
                  <a:schemeClr val="tx1"/>
                </a:solidFill>
                <a:latin typeface="Courier New" panose="02070309020205020404" pitchFamily="49" charset="0"/>
              </a:rPr>
              <a:t>    HEADING 1</a:t>
            </a:r>
          </a:p>
          <a:p>
            <a:pPr>
              <a:lnSpc>
                <a:spcPct val="75000"/>
              </a:lnSpc>
            </a:pPr>
            <a:r>
              <a:rPr lang="en-US" altLang="en-US" sz="800">
                <a:solidFill>
                  <a:schemeClr val="tx1"/>
                </a:solidFill>
                <a:latin typeface="Courier New" panose="02070309020205020404" pitchFamily="49" charset="0"/>
              </a:rPr>
              <a:t>    FIRST DETAIL 6</a:t>
            </a:r>
          </a:p>
          <a:p>
            <a:pPr>
              <a:lnSpc>
                <a:spcPct val="75000"/>
              </a:lnSpc>
            </a:pPr>
            <a:r>
              <a:rPr lang="en-US" altLang="en-US" sz="800">
                <a:solidFill>
                  <a:schemeClr val="tx1"/>
                </a:solidFill>
                <a:latin typeface="Courier New" panose="02070309020205020404" pitchFamily="49" charset="0"/>
              </a:rPr>
              <a:t>    LAST DETAIL 42</a:t>
            </a:r>
          </a:p>
          <a:p>
            <a:pPr>
              <a:lnSpc>
                <a:spcPct val="75000"/>
              </a:lnSpc>
            </a:pPr>
            <a:r>
              <a:rPr lang="en-US" altLang="en-US" sz="800">
                <a:solidFill>
                  <a:schemeClr val="tx1"/>
                </a:solidFill>
                <a:latin typeface="Courier New" panose="02070309020205020404" pitchFamily="49" charset="0"/>
              </a:rPr>
              <a:t>    FOOTING 52.</a:t>
            </a:r>
          </a:p>
        </p:txBody>
      </p:sp>
      <p:sp>
        <p:nvSpPr>
          <p:cNvPr id="3075" name="AutoShape 3">
            <a:extLst>
              <a:ext uri="{FF2B5EF4-FFF2-40B4-BE49-F238E27FC236}">
                <a16:creationId xmlns:a16="http://schemas.microsoft.com/office/drawing/2014/main" id="{85BF6A0B-1392-0339-B63E-800B9E73A19E}"/>
              </a:ext>
            </a:extLst>
          </p:cNvPr>
          <p:cNvSpPr>
            <a:spLocks noChangeArrowheads="1"/>
          </p:cNvSpPr>
          <p:nvPr/>
        </p:nvSpPr>
        <p:spPr bwMode="auto">
          <a:xfrm flipH="1">
            <a:off x="2216150" y="158750"/>
            <a:ext cx="1501775" cy="616479"/>
          </a:xfrm>
          <a:prstGeom prst="wedgeRoundRectCallout">
            <a:avLst>
              <a:gd name="adj1" fmla="val -48838"/>
              <a:gd name="adj2" fmla="val 66667"/>
              <a:gd name="adj3" fmla="val 16667"/>
            </a:avLst>
          </a:prstGeom>
          <a:solidFill>
            <a:srgbClr val="FFFFC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algn="ctr">
              <a:lnSpc>
                <a:spcPct val="85000"/>
              </a:lnSpc>
            </a:pPr>
            <a:endParaRPr lang="en-US" altLang="en-US" sz="1000">
              <a:solidFill>
                <a:schemeClr val="tx1"/>
              </a:solidFill>
            </a:endParaRPr>
          </a:p>
          <a:p>
            <a:pPr algn="ctr">
              <a:lnSpc>
                <a:spcPct val="85000"/>
              </a:lnSpc>
            </a:pPr>
            <a:r>
              <a:rPr lang="en-US" altLang="en-US" sz="1000">
                <a:solidFill>
                  <a:schemeClr val="tx1"/>
                </a:solidFill>
              </a:rPr>
              <a:t>Click to view the program commentary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6EF952E6-FA37-3797-83D9-A0D3DDDB13F3}"/>
              </a:ext>
            </a:extLst>
          </p:cNvPr>
          <p:cNvSpPr>
            <a:spLocks noChangeArrowheads="1"/>
          </p:cNvSpPr>
          <p:nvPr/>
        </p:nvSpPr>
        <p:spPr bwMode="auto">
          <a:xfrm>
            <a:off x="0" y="142875"/>
            <a:ext cx="3811588" cy="451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46038" rIns="46038" bIns="46038">
            <a:spAutoFit/>
          </a:bodyPr>
          <a:lstStyle/>
          <a:p>
            <a:pPr>
              <a:lnSpc>
                <a:spcPct val="75000"/>
              </a:lnSpc>
            </a:pPr>
            <a:r>
              <a:rPr lang="en-US" altLang="en-US" sz="800">
                <a:solidFill>
                  <a:schemeClr val="tx1"/>
                </a:solidFill>
                <a:latin typeface="Courier New" panose="02070309020205020404" pitchFamily="49" charset="0"/>
              </a:rPr>
              <a:t>      $ SET SOURCEFORMAT"FREE"</a:t>
            </a:r>
          </a:p>
          <a:p>
            <a:pPr>
              <a:lnSpc>
                <a:spcPct val="75000"/>
              </a:lnSpc>
            </a:pPr>
            <a:r>
              <a:rPr lang="en-US" altLang="en-US" sz="800">
                <a:solidFill>
                  <a:schemeClr val="tx1"/>
                </a:solidFill>
                <a:latin typeface="Courier New" panose="02070309020205020404" pitchFamily="49" charset="0"/>
              </a:rPr>
              <a:t>IDENTIFICATION DIVISION.</a:t>
            </a:r>
          </a:p>
          <a:p>
            <a:pPr>
              <a:lnSpc>
                <a:spcPct val="75000"/>
              </a:lnSpc>
            </a:pPr>
            <a:r>
              <a:rPr lang="en-US" altLang="en-US" sz="800">
                <a:solidFill>
                  <a:schemeClr val="tx1"/>
                </a:solidFill>
                <a:latin typeface="Courier New" panose="02070309020205020404" pitchFamily="49" charset="0"/>
              </a:rPr>
              <a:t>PROGRAM-ID.  ReportExample2.</a:t>
            </a:r>
          </a:p>
          <a:p>
            <a:pPr>
              <a:lnSpc>
                <a:spcPct val="75000"/>
              </a:lnSpc>
            </a:pPr>
            <a:r>
              <a:rPr lang="en-US" altLang="en-US" sz="800">
                <a:solidFill>
                  <a:schemeClr val="tx1"/>
                </a:solidFill>
                <a:latin typeface="Courier New" panose="02070309020205020404" pitchFamily="49" charset="0"/>
              </a:rPr>
              <a:t>AUTHOR.  Michael Coughlan.</a:t>
            </a:r>
          </a:p>
          <a:p>
            <a:pPr>
              <a:lnSpc>
                <a:spcPct val="75000"/>
              </a:lnSpc>
            </a:pPr>
            <a:endParaRPr lang="en-US" altLang="en-US" sz="800">
              <a:solidFill>
                <a:schemeClr val="tx1"/>
              </a:solidFill>
              <a:latin typeface="Courier New" panose="02070309020205020404" pitchFamily="49" charset="0"/>
            </a:endParaRPr>
          </a:p>
          <a:p>
            <a:pPr>
              <a:lnSpc>
                <a:spcPct val="75000"/>
              </a:lnSpc>
            </a:pPr>
            <a:r>
              <a:rPr lang="en-US" altLang="en-US" sz="800">
                <a:solidFill>
                  <a:schemeClr val="tx1"/>
                </a:solidFill>
                <a:latin typeface="Courier New" panose="02070309020205020404" pitchFamily="49" charset="0"/>
              </a:rPr>
              <a:t>ENVIRONMENT DIVISION.</a:t>
            </a:r>
          </a:p>
          <a:p>
            <a:pPr>
              <a:lnSpc>
                <a:spcPct val="75000"/>
              </a:lnSpc>
            </a:pPr>
            <a:r>
              <a:rPr lang="en-US" altLang="en-US" sz="800">
                <a:solidFill>
                  <a:schemeClr val="tx1"/>
                </a:solidFill>
                <a:latin typeface="Courier New" panose="02070309020205020404" pitchFamily="49" charset="0"/>
              </a:rPr>
              <a:t>INPUT-OUTPUT SECTION.</a:t>
            </a:r>
          </a:p>
          <a:p>
            <a:pPr>
              <a:lnSpc>
                <a:spcPct val="75000"/>
              </a:lnSpc>
            </a:pPr>
            <a:r>
              <a:rPr lang="en-US" altLang="en-US" sz="800">
                <a:solidFill>
                  <a:schemeClr val="tx1"/>
                </a:solidFill>
                <a:latin typeface="Courier New" panose="02070309020205020404" pitchFamily="49" charset="0"/>
              </a:rPr>
              <a:t>FILE-CONTROL.</a:t>
            </a:r>
          </a:p>
          <a:p>
            <a:pPr>
              <a:lnSpc>
                <a:spcPct val="75000"/>
              </a:lnSpc>
            </a:pPr>
            <a:r>
              <a:rPr lang="en-US" altLang="en-US" sz="800">
                <a:solidFill>
                  <a:schemeClr val="tx1"/>
                </a:solidFill>
                <a:latin typeface="Courier New" panose="02070309020205020404" pitchFamily="49" charset="0"/>
              </a:rPr>
              <a:t>    SELECT SalesFile ASSIGN TO "GBSALES.DAT"</a:t>
            </a:r>
          </a:p>
          <a:p>
            <a:pPr>
              <a:lnSpc>
                <a:spcPct val="75000"/>
              </a:lnSpc>
            </a:pPr>
            <a:r>
              <a:rPr lang="en-US" altLang="en-US" sz="800">
                <a:solidFill>
                  <a:schemeClr val="tx1"/>
                </a:solidFill>
                <a:latin typeface="Courier New" panose="02070309020205020404" pitchFamily="49" charset="0"/>
              </a:rPr>
              <a:t>           ORGANIZATION IS LINE SEQUENTIAL.</a:t>
            </a:r>
          </a:p>
          <a:p>
            <a:pPr>
              <a:lnSpc>
                <a:spcPct val="75000"/>
              </a:lnSpc>
            </a:pPr>
            <a:r>
              <a:rPr lang="en-US" altLang="en-US" sz="800">
                <a:solidFill>
                  <a:schemeClr val="tx1"/>
                </a:solidFill>
                <a:latin typeface="Courier New" panose="02070309020205020404" pitchFamily="49" charset="0"/>
              </a:rPr>
              <a:t>    </a:t>
            </a:r>
            <a:r>
              <a:rPr lang="en-US" altLang="en-US" sz="800" b="1">
                <a:latin typeface="Courier New" panose="02070309020205020404" pitchFamily="49" charset="0"/>
              </a:rPr>
              <a:t>SELECT PrintFile ASSIGN TO "SALESREPORT2.LPT"</a:t>
            </a:r>
            <a:r>
              <a:rPr lang="en-US" altLang="en-US" sz="800" b="1">
                <a:solidFill>
                  <a:schemeClr val="tx1"/>
                </a:solidFill>
                <a:latin typeface="Courier New" panose="02070309020205020404" pitchFamily="49" charset="0"/>
              </a:rPr>
              <a:t>.</a:t>
            </a:r>
          </a:p>
          <a:p>
            <a:pPr>
              <a:lnSpc>
                <a:spcPct val="75000"/>
              </a:lnSpc>
            </a:pPr>
            <a:endParaRPr lang="en-US" altLang="en-US" sz="800">
              <a:solidFill>
                <a:schemeClr val="tx1"/>
              </a:solidFill>
              <a:latin typeface="Courier New" panose="02070309020205020404" pitchFamily="49" charset="0"/>
            </a:endParaRPr>
          </a:p>
          <a:p>
            <a:pPr>
              <a:lnSpc>
                <a:spcPct val="75000"/>
              </a:lnSpc>
            </a:pPr>
            <a:endParaRPr lang="en-US" altLang="en-US" sz="800">
              <a:solidFill>
                <a:schemeClr val="tx1"/>
              </a:solidFill>
              <a:latin typeface="Courier New" panose="02070309020205020404" pitchFamily="49" charset="0"/>
            </a:endParaRPr>
          </a:p>
          <a:p>
            <a:pPr>
              <a:lnSpc>
                <a:spcPct val="75000"/>
              </a:lnSpc>
            </a:pPr>
            <a:r>
              <a:rPr lang="en-US" altLang="en-US" sz="800">
                <a:solidFill>
                  <a:schemeClr val="tx1"/>
                </a:solidFill>
                <a:latin typeface="Courier New" panose="02070309020205020404" pitchFamily="49" charset="0"/>
              </a:rPr>
              <a:t>DATA DIVISION.</a:t>
            </a:r>
          </a:p>
          <a:p>
            <a:pPr>
              <a:lnSpc>
                <a:spcPct val="75000"/>
              </a:lnSpc>
            </a:pPr>
            <a:r>
              <a:rPr lang="en-US" altLang="en-US" sz="800">
                <a:solidFill>
                  <a:schemeClr val="tx1"/>
                </a:solidFill>
                <a:latin typeface="Courier New" panose="02070309020205020404" pitchFamily="49" charset="0"/>
              </a:rPr>
              <a:t>FILE SECTION.</a:t>
            </a:r>
          </a:p>
          <a:p>
            <a:pPr>
              <a:lnSpc>
                <a:spcPct val="75000"/>
              </a:lnSpc>
            </a:pPr>
            <a:r>
              <a:rPr lang="en-US" altLang="en-US" sz="800">
                <a:solidFill>
                  <a:schemeClr val="tx1"/>
                </a:solidFill>
                <a:latin typeface="Courier New" panose="02070309020205020404" pitchFamily="49" charset="0"/>
              </a:rPr>
              <a:t>FD  SalesFile.</a:t>
            </a:r>
          </a:p>
          <a:p>
            <a:pPr>
              <a:lnSpc>
                <a:spcPct val="75000"/>
              </a:lnSpc>
            </a:pPr>
            <a:r>
              <a:rPr lang="en-US" altLang="en-US" sz="800">
                <a:solidFill>
                  <a:schemeClr val="tx1"/>
                </a:solidFill>
                <a:latin typeface="Courier New" panose="02070309020205020404" pitchFamily="49" charset="0"/>
              </a:rPr>
              <a:t>01  SalesRecord.</a:t>
            </a:r>
          </a:p>
          <a:p>
            <a:pPr>
              <a:lnSpc>
                <a:spcPct val="75000"/>
              </a:lnSpc>
            </a:pPr>
            <a:r>
              <a:rPr lang="en-US" altLang="en-US" sz="800">
                <a:solidFill>
                  <a:schemeClr val="tx1"/>
                </a:solidFill>
                <a:latin typeface="Courier New" panose="02070309020205020404" pitchFamily="49" charset="0"/>
              </a:rPr>
              <a:t>    88 EndOfFile  VALUE HIGH-VALUES.</a:t>
            </a:r>
          </a:p>
          <a:p>
            <a:pPr>
              <a:lnSpc>
                <a:spcPct val="75000"/>
              </a:lnSpc>
            </a:pPr>
            <a:r>
              <a:rPr lang="en-US" altLang="en-US" sz="800">
                <a:solidFill>
                  <a:schemeClr val="tx1"/>
                </a:solidFill>
                <a:latin typeface="Courier New" panose="02070309020205020404" pitchFamily="49" charset="0"/>
              </a:rPr>
              <a:t>    02 CityCode         PIC 9.</a:t>
            </a:r>
          </a:p>
          <a:p>
            <a:pPr>
              <a:lnSpc>
                <a:spcPct val="75000"/>
              </a:lnSpc>
            </a:pPr>
            <a:r>
              <a:rPr lang="en-US" altLang="en-US" sz="800">
                <a:solidFill>
                  <a:schemeClr val="tx1"/>
                </a:solidFill>
                <a:latin typeface="Courier New" panose="02070309020205020404" pitchFamily="49" charset="0"/>
              </a:rPr>
              <a:t>    02 SalesPersonNum   PIC 9.</a:t>
            </a:r>
          </a:p>
          <a:p>
            <a:pPr>
              <a:lnSpc>
                <a:spcPct val="75000"/>
              </a:lnSpc>
            </a:pPr>
            <a:r>
              <a:rPr lang="en-US" altLang="en-US" sz="800">
                <a:solidFill>
                  <a:schemeClr val="tx1"/>
                </a:solidFill>
                <a:latin typeface="Courier New" panose="02070309020205020404" pitchFamily="49" charset="0"/>
              </a:rPr>
              <a:t>    02 ValueOfSale      PIC 9(4)V99.</a:t>
            </a:r>
          </a:p>
          <a:p>
            <a:pPr>
              <a:lnSpc>
                <a:spcPct val="75000"/>
              </a:lnSpc>
            </a:pPr>
            <a:endParaRPr lang="en-US" altLang="en-US" sz="800">
              <a:solidFill>
                <a:schemeClr val="tx1"/>
              </a:solidFill>
              <a:latin typeface="Courier New" panose="02070309020205020404" pitchFamily="49" charset="0"/>
            </a:endParaRPr>
          </a:p>
          <a:p>
            <a:pPr>
              <a:lnSpc>
                <a:spcPct val="75000"/>
              </a:lnSpc>
            </a:pPr>
            <a:endParaRPr lang="en-US" altLang="en-US" sz="800">
              <a:solidFill>
                <a:schemeClr val="tx1"/>
              </a:solidFill>
              <a:latin typeface="Courier New" panose="02070309020205020404" pitchFamily="49" charset="0"/>
            </a:endParaRPr>
          </a:p>
          <a:p>
            <a:pPr>
              <a:lnSpc>
                <a:spcPct val="75000"/>
              </a:lnSpc>
            </a:pPr>
            <a:r>
              <a:rPr lang="en-US" altLang="en-US" sz="800" b="1">
                <a:latin typeface="Courier New" panose="02070309020205020404" pitchFamily="49" charset="0"/>
              </a:rPr>
              <a:t>FD  PrintFile</a:t>
            </a:r>
          </a:p>
          <a:p>
            <a:pPr>
              <a:lnSpc>
                <a:spcPct val="75000"/>
              </a:lnSpc>
            </a:pPr>
            <a:r>
              <a:rPr lang="en-US" altLang="en-US" sz="800" b="1">
                <a:latin typeface="Courier New" panose="02070309020205020404" pitchFamily="49" charset="0"/>
              </a:rPr>
              <a:t>    REPORT IS SalesReport.</a:t>
            </a:r>
            <a:endParaRPr lang="en-US" altLang="en-US" sz="800">
              <a:solidFill>
                <a:schemeClr val="tx1"/>
              </a:solidFill>
              <a:latin typeface="Courier New" panose="02070309020205020404" pitchFamily="49" charset="0"/>
            </a:endParaRPr>
          </a:p>
          <a:p>
            <a:pPr>
              <a:lnSpc>
                <a:spcPct val="75000"/>
              </a:lnSpc>
            </a:pPr>
            <a:endParaRPr lang="en-US" altLang="en-US" sz="800">
              <a:solidFill>
                <a:schemeClr val="tx1"/>
              </a:solidFill>
              <a:latin typeface="Courier New" panose="02070309020205020404" pitchFamily="49" charset="0"/>
            </a:endParaRPr>
          </a:p>
          <a:p>
            <a:pPr>
              <a:lnSpc>
                <a:spcPct val="75000"/>
              </a:lnSpc>
            </a:pPr>
            <a:endParaRPr lang="en-US" altLang="en-US" sz="800">
              <a:solidFill>
                <a:schemeClr val="tx1"/>
              </a:solidFill>
              <a:latin typeface="Courier New" panose="02070309020205020404" pitchFamily="49" charset="0"/>
            </a:endParaRPr>
          </a:p>
          <a:p>
            <a:pPr>
              <a:lnSpc>
                <a:spcPct val="75000"/>
              </a:lnSpc>
            </a:pPr>
            <a:endParaRPr lang="en-US" altLang="en-US" sz="800">
              <a:solidFill>
                <a:schemeClr val="tx1"/>
              </a:solidFill>
              <a:latin typeface="Courier New" panose="02070309020205020404" pitchFamily="49" charset="0"/>
            </a:endParaRPr>
          </a:p>
          <a:p>
            <a:pPr>
              <a:lnSpc>
                <a:spcPct val="75000"/>
              </a:lnSpc>
            </a:pPr>
            <a:r>
              <a:rPr lang="en-US" altLang="en-US" sz="800">
                <a:solidFill>
                  <a:schemeClr val="tx1"/>
                </a:solidFill>
                <a:latin typeface="Courier New" panose="02070309020205020404" pitchFamily="49" charset="0"/>
              </a:rPr>
              <a:t>WORKING-STORAGE SECTION.</a:t>
            </a:r>
          </a:p>
          <a:p>
            <a:pPr>
              <a:lnSpc>
                <a:spcPct val="75000"/>
              </a:lnSpc>
            </a:pPr>
            <a:r>
              <a:rPr lang="en-US" altLang="en-US" sz="800">
                <a:solidFill>
                  <a:schemeClr val="tx1"/>
                </a:solidFill>
                <a:latin typeface="Courier New" panose="02070309020205020404" pitchFamily="49" charset="0"/>
              </a:rPr>
              <a:t>01  NameTable.</a:t>
            </a:r>
          </a:p>
          <a:p>
            <a:pPr>
              <a:lnSpc>
                <a:spcPct val="75000"/>
              </a:lnSpc>
            </a:pPr>
            <a:r>
              <a:rPr lang="en-US" altLang="en-US" sz="800">
                <a:solidFill>
                  <a:schemeClr val="tx1"/>
                </a:solidFill>
                <a:latin typeface="Courier New" panose="02070309020205020404" pitchFamily="49" charset="0"/>
              </a:rPr>
              <a:t>    02 TableValues.</a:t>
            </a:r>
          </a:p>
          <a:p>
            <a:pPr>
              <a:lnSpc>
                <a:spcPct val="75000"/>
              </a:lnSpc>
            </a:pPr>
            <a:r>
              <a:rPr lang="en-US" altLang="en-US" sz="800">
                <a:solidFill>
                  <a:schemeClr val="tx1"/>
                </a:solidFill>
                <a:latin typeface="Courier New" panose="02070309020205020404" pitchFamily="49" charset="0"/>
              </a:rPr>
              <a:t>       03 FILLER        PIC X(18) VALUE "Dublin   Belfast  ".</a:t>
            </a:r>
          </a:p>
          <a:p>
            <a:pPr>
              <a:lnSpc>
                <a:spcPct val="75000"/>
              </a:lnSpc>
            </a:pPr>
            <a:r>
              <a:rPr lang="en-US" altLang="en-US" sz="800">
                <a:solidFill>
                  <a:schemeClr val="tx1"/>
                </a:solidFill>
                <a:latin typeface="Courier New" panose="02070309020205020404" pitchFamily="49" charset="0"/>
              </a:rPr>
              <a:t>       03 FILLER        PIC X(18) VALUE "Cork     Galway   ".</a:t>
            </a:r>
          </a:p>
          <a:p>
            <a:pPr>
              <a:lnSpc>
                <a:spcPct val="75000"/>
              </a:lnSpc>
            </a:pPr>
            <a:r>
              <a:rPr lang="en-US" altLang="en-US" sz="800">
                <a:solidFill>
                  <a:schemeClr val="tx1"/>
                </a:solidFill>
                <a:latin typeface="Courier New" panose="02070309020205020404" pitchFamily="49" charset="0"/>
              </a:rPr>
              <a:t>       03 FILLER        PIC X(18) VALUE "Sligo    Waterford".</a:t>
            </a:r>
          </a:p>
          <a:p>
            <a:pPr>
              <a:lnSpc>
                <a:spcPct val="75000"/>
              </a:lnSpc>
            </a:pPr>
            <a:r>
              <a:rPr lang="en-US" altLang="en-US" sz="800">
                <a:solidFill>
                  <a:schemeClr val="tx1"/>
                </a:solidFill>
                <a:latin typeface="Courier New" panose="02070309020205020404" pitchFamily="49" charset="0"/>
              </a:rPr>
              <a:t>       03 FILLER        PIC X(9)  VALUE "Limerick".</a:t>
            </a:r>
          </a:p>
          <a:p>
            <a:pPr>
              <a:lnSpc>
                <a:spcPct val="75000"/>
              </a:lnSpc>
            </a:pPr>
            <a:r>
              <a:rPr lang="en-US" altLang="en-US" sz="800">
                <a:solidFill>
                  <a:schemeClr val="tx1"/>
                </a:solidFill>
                <a:latin typeface="Courier New" panose="02070309020205020404" pitchFamily="49" charset="0"/>
              </a:rPr>
              <a:t>    02 FILLER REDEFINES TableValues.</a:t>
            </a:r>
          </a:p>
          <a:p>
            <a:pPr>
              <a:lnSpc>
                <a:spcPct val="75000"/>
              </a:lnSpc>
            </a:pPr>
            <a:r>
              <a:rPr lang="en-US" altLang="en-US" sz="800">
                <a:solidFill>
                  <a:schemeClr val="tx1"/>
                </a:solidFill>
                <a:latin typeface="Courier New" panose="02070309020205020404" pitchFamily="49" charset="0"/>
              </a:rPr>
              <a:t>       03 CityName     PIC X(9) OCCURS 7 TIMES.</a:t>
            </a:r>
          </a:p>
          <a:p>
            <a:pPr>
              <a:lnSpc>
                <a:spcPct val="75000"/>
              </a:lnSpc>
            </a:pPr>
            <a:endParaRPr lang="en-US" altLang="en-US" sz="800">
              <a:solidFill>
                <a:schemeClr val="tx1"/>
              </a:solidFill>
              <a:latin typeface="Courier New" panose="02070309020205020404" pitchFamily="49" charset="0"/>
            </a:endParaRPr>
          </a:p>
          <a:p>
            <a:pPr>
              <a:lnSpc>
                <a:spcPct val="75000"/>
              </a:lnSpc>
            </a:pPr>
            <a:endParaRPr lang="en-US" altLang="en-US" sz="800">
              <a:solidFill>
                <a:schemeClr val="tx1"/>
              </a:solidFill>
              <a:latin typeface="Courier New" panose="02070309020205020404" pitchFamily="49" charset="0"/>
            </a:endParaRPr>
          </a:p>
          <a:p>
            <a:pPr>
              <a:lnSpc>
                <a:spcPct val="75000"/>
              </a:lnSpc>
            </a:pPr>
            <a:endParaRPr lang="en-US" altLang="en-US" sz="800">
              <a:solidFill>
                <a:schemeClr val="tx1"/>
              </a:solidFill>
              <a:latin typeface="Courier New" panose="02070309020205020404" pitchFamily="49" charset="0"/>
            </a:endParaRPr>
          </a:p>
          <a:p>
            <a:pPr>
              <a:lnSpc>
                <a:spcPct val="75000"/>
              </a:lnSpc>
            </a:pPr>
            <a:r>
              <a:rPr lang="en-US" altLang="en-US" sz="800">
                <a:solidFill>
                  <a:schemeClr val="tx1"/>
                </a:solidFill>
                <a:latin typeface="Courier New" panose="02070309020205020404" pitchFamily="49" charset="0"/>
              </a:rPr>
              <a:t>REPORT SECTION.</a:t>
            </a:r>
          </a:p>
          <a:p>
            <a:pPr>
              <a:lnSpc>
                <a:spcPct val="75000"/>
              </a:lnSpc>
            </a:pPr>
            <a:r>
              <a:rPr lang="en-US" altLang="en-US" sz="800">
                <a:solidFill>
                  <a:schemeClr val="tx1"/>
                </a:solidFill>
                <a:latin typeface="Courier New" panose="02070309020205020404" pitchFamily="49" charset="0"/>
              </a:rPr>
              <a:t>RD  SalesReport</a:t>
            </a:r>
          </a:p>
          <a:p>
            <a:pPr>
              <a:lnSpc>
                <a:spcPct val="75000"/>
              </a:lnSpc>
            </a:pPr>
            <a:r>
              <a:rPr lang="en-US" altLang="en-US" sz="800">
                <a:solidFill>
                  <a:schemeClr val="tx1"/>
                </a:solidFill>
                <a:latin typeface="Courier New" panose="02070309020205020404" pitchFamily="49" charset="0"/>
              </a:rPr>
              <a:t>    CONTROLS ARE SalesPersonNum </a:t>
            </a:r>
          </a:p>
          <a:p>
            <a:pPr>
              <a:lnSpc>
                <a:spcPct val="75000"/>
              </a:lnSpc>
            </a:pPr>
            <a:r>
              <a:rPr lang="en-US" altLang="en-US" sz="800">
                <a:solidFill>
                  <a:schemeClr val="tx1"/>
                </a:solidFill>
                <a:latin typeface="Courier New" panose="02070309020205020404" pitchFamily="49" charset="0"/>
              </a:rPr>
              <a:t>    PAGE LIMIT IS 66</a:t>
            </a:r>
          </a:p>
          <a:p>
            <a:pPr>
              <a:lnSpc>
                <a:spcPct val="75000"/>
              </a:lnSpc>
            </a:pPr>
            <a:r>
              <a:rPr lang="en-US" altLang="en-US" sz="800">
                <a:solidFill>
                  <a:schemeClr val="tx1"/>
                </a:solidFill>
                <a:latin typeface="Courier New" panose="02070309020205020404" pitchFamily="49" charset="0"/>
              </a:rPr>
              <a:t>    HEADING 1</a:t>
            </a:r>
          </a:p>
          <a:p>
            <a:pPr>
              <a:lnSpc>
                <a:spcPct val="75000"/>
              </a:lnSpc>
            </a:pPr>
            <a:r>
              <a:rPr lang="en-US" altLang="en-US" sz="800">
                <a:solidFill>
                  <a:schemeClr val="tx1"/>
                </a:solidFill>
                <a:latin typeface="Courier New" panose="02070309020205020404" pitchFamily="49" charset="0"/>
              </a:rPr>
              <a:t>    FIRST DETAIL 6</a:t>
            </a:r>
          </a:p>
          <a:p>
            <a:pPr>
              <a:lnSpc>
                <a:spcPct val="75000"/>
              </a:lnSpc>
            </a:pPr>
            <a:r>
              <a:rPr lang="en-US" altLang="en-US" sz="800">
                <a:solidFill>
                  <a:schemeClr val="tx1"/>
                </a:solidFill>
                <a:latin typeface="Courier New" panose="02070309020205020404" pitchFamily="49" charset="0"/>
              </a:rPr>
              <a:t>    LAST DETAIL 42</a:t>
            </a:r>
          </a:p>
          <a:p>
            <a:pPr>
              <a:lnSpc>
                <a:spcPct val="75000"/>
              </a:lnSpc>
            </a:pPr>
            <a:r>
              <a:rPr lang="en-US" altLang="en-US" sz="800">
                <a:solidFill>
                  <a:schemeClr val="tx1"/>
                </a:solidFill>
                <a:latin typeface="Courier New" panose="02070309020205020404" pitchFamily="49" charset="0"/>
              </a:rPr>
              <a:t>    FOOTING 52.</a:t>
            </a:r>
          </a:p>
        </p:txBody>
      </p:sp>
      <p:grpSp>
        <p:nvGrpSpPr>
          <p:cNvPr id="4102" name="Group 6">
            <a:extLst>
              <a:ext uri="{FF2B5EF4-FFF2-40B4-BE49-F238E27FC236}">
                <a16:creationId xmlns:a16="http://schemas.microsoft.com/office/drawing/2014/main" id="{3A71F7A5-D315-9F44-E48A-54206E07BA64}"/>
              </a:ext>
            </a:extLst>
          </p:cNvPr>
          <p:cNvGrpSpPr>
            <a:grpSpLocks/>
          </p:cNvGrpSpPr>
          <p:nvPr/>
        </p:nvGrpSpPr>
        <p:grpSpPr bwMode="auto">
          <a:xfrm>
            <a:off x="936625" y="1133475"/>
            <a:ext cx="2840038" cy="1733550"/>
            <a:chOff x="590" y="714"/>
            <a:chExt cx="1789" cy="1092"/>
          </a:xfrm>
        </p:grpSpPr>
        <p:sp>
          <p:nvSpPr>
            <p:cNvPr id="4099" name="AutoShape 3">
              <a:extLst>
                <a:ext uri="{FF2B5EF4-FFF2-40B4-BE49-F238E27FC236}">
                  <a16:creationId xmlns:a16="http://schemas.microsoft.com/office/drawing/2014/main" id="{9FECB3DE-A026-A0E4-15DF-722F216987F2}"/>
                </a:ext>
              </a:extLst>
            </p:cNvPr>
            <p:cNvSpPr>
              <a:spLocks noChangeArrowheads="1"/>
            </p:cNvSpPr>
            <p:nvPr/>
          </p:nvSpPr>
          <p:spPr bwMode="auto">
            <a:xfrm flipH="1">
              <a:off x="1486" y="846"/>
              <a:ext cx="893" cy="750"/>
            </a:xfrm>
            <a:prstGeom prst="wedgeRoundRectCallout">
              <a:avLst>
                <a:gd name="adj1" fmla="val -48838"/>
                <a:gd name="adj2" fmla="val 66667"/>
                <a:gd name="adj3" fmla="val 16667"/>
              </a:avLst>
            </a:prstGeom>
            <a:solidFill>
              <a:srgbClr val="FFFFC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lgn="ctr">
                <a:lnSpc>
                  <a:spcPct val="85000"/>
                </a:lnSpc>
              </a:pPr>
              <a:r>
                <a:rPr lang="en-US" altLang="en-US" sz="1000">
                  <a:solidFill>
                    <a:schemeClr val="tx1"/>
                  </a:solidFill>
                </a:rPr>
                <a:t>Just like ordinary print file, a Report Writer file must have a SELECT and ASSIGN entry in the FILE-CONTROL paragraph and a corresponding FD entry in the FILE SECTION. </a:t>
              </a:r>
            </a:p>
          </p:txBody>
        </p:sp>
        <p:sp>
          <p:nvSpPr>
            <p:cNvPr id="4100" name="Arc 4">
              <a:extLst>
                <a:ext uri="{FF2B5EF4-FFF2-40B4-BE49-F238E27FC236}">
                  <a16:creationId xmlns:a16="http://schemas.microsoft.com/office/drawing/2014/main" id="{FB84D903-7A7E-6BE4-40CA-25D4AC94DFB2}"/>
                </a:ext>
              </a:extLst>
            </p:cNvPr>
            <p:cNvSpPr>
              <a:spLocks/>
            </p:cNvSpPr>
            <p:nvPr/>
          </p:nvSpPr>
          <p:spPr bwMode="auto">
            <a:xfrm>
              <a:off x="1991" y="714"/>
              <a:ext cx="361" cy="535"/>
            </a:xfrm>
            <a:custGeom>
              <a:avLst/>
              <a:gdLst>
                <a:gd name="G0" fmla="+- 60 0 0"/>
                <a:gd name="G1" fmla="+- 21600 0 0"/>
                <a:gd name="G2" fmla="+- 21600 0 0"/>
                <a:gd name="T0" fmla="*/ 0 w 21660"/>
                <a:gd name="T1" fmla="*/ 0 h 32799"/>
                <a:gd name="T2" fmla="*/ 18530 w 21660"/>
                <a:gd name="T3" fmla="*/ 32799 h 32799"/>
                <a:gd name="T4" fmla="*/ 60 w 21660"/>
                <a:gd name="T5" fmla="*/ 21600 h 32799"/>
              </a:gdLst>
              <a:ahLst/>
              <a:cxnLst>
                <a:cxn ang="0">
                  <a:pos x="T0" y="T1"/>
                </a:cxn>
                <a:cxn ang="0">
                  <a:pos x="T2" y="T3"/>
                </a:cxn>
                <a:cxn ang="0">
                  <a:pos x="T4" y="T5"/>
                </a:cxn>
              </a:cxnLst>
              <a:rect l="0" t="0" r="r" b="b"/>
              <a:pathLst>
                <a:path w="21660" h="32799" fill="none" extrusionOk="0">
                  <a:moveTo>
                    <a:pt x="0" y="0"/>
                  </a:moveTo>
                  <a:cubicBezTo>
                    <a:pt x="20" y="0"/>
                    <a:pt x="40" y="0"/>
                    <a:pt x="60" y="0"/>
                  </a:cubicBezTo>
                  <a:cubicBezTo>
                    <a:pt x="11989" y="0"/>
                    <a:pt x="21660" y="9670"/>
                    <a:pt x="21660" y="21600"/>
                  </a:cubicBezTo>
                  <a:cubicBezTo>
                    <a:pt x="21660" y="25548"/>
                    <a:pt x="20577" y="29422"/>
                    <a:pt x="18530" y="32799"/>
                  </a:cubicBezTo>
                </a:path>
                <a:path w="21660" h="32799" stroke="0" extrusionOk="0">
                  <a:moveTo>
                    <a:pt x="0" y="0"/>
                  </a:moveTo>
                  <a:cubicBezTo>
                    <a:pt x="20" y="0"/>
                    <a:pt x="40" y="0"/>
                    <a:pt x="60" y="0"/>
                  </a:cubicBezTo>
                  <a:cubicBezTo>
                    <a:pt x="11989" y="0"/>
                    <a:pt x="21660" y="9670"/>
                    <a:pt x="21660" y="21600"/>
                  </a:cubicBezTo>
                  <a:cubicBezTo>
                    <a:pt x="21660" y="25548"/>
                    <a:pt x="20577" y="29422"/>
                    <a:pt x="18530" y="32799"/>
                  </a:cubicBezTo>
                  <a:lnTo>
                    <a:pt x="60" y="21600"/>
                  </a:lnTo>
                  <a:close/>
                </a:path>
              </a:pathLst>
            </a:custGeom>
            <a:noFill/>
            <a:ln w="12700" cap="rnd">
              <a:solidFill>
                <a:srgbClr val="CC0000"/>
              </a:solidFill>
              <a:round/>
              <a:headEnd type="stealth" w="med" len="med"/>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101" name="Arc 5">
              <a:extLst>
                <a:ext uri="{FF2B5EF4-FFF2-40B4-BE49-F238E27FC236}">
                  <a16:creationId xmlns:a16="http://schemas.microsoft.com/office/drawing/2014/main" id="{68667B52-D7DE-3AE2-78FF-CB2B776270BC}"/>
                </a:ext>
              </a:extLst>
            </p:cNvPr>
            <p:cNvSpPr>
              <a:spLocks/>
            </p:cNvSpPr>
            <p:nvPr/>
          </p:nvSpPr>
          <p:spPr bwMode="auto">
            <a:xfrm>
              <a:off x="590" y="1536"/>
              <a:ext cx="1367" cy="270"/>
            </a:xfrm>
            <a:custGeom>
              <a:avLst/>
              <a:gdLst>
                <a:gd name="G0" fmla="+- 21181 0 0"/>
                <a:gd name="G1" fmla="+- 0 0 0"/>
                <a:gd name="G2" fmla="+- 21600 0 0"/>
                <a:gd name="T0" fmla="*/ 42763 w 42763"/>
                <a:gd name="T1" fmla="*/ 881 h 21600"/>
                <a:gd name="T2" fmla="*/ 0 w 42763"/>
                <a:gd name="T3" fmla="*/ 4234 h 21600"/>
                <a:gd name="T4" fmla="*/ 21181 w 42763"/>
                <a:gd name="T5" fmla="*/ 0 h 21600"/>
              </a:gdLst>
              <a:ahLst/>
              <a:cxnLst>
                <a:cxn ang="0">
                  <a:pos x="T0" y="T1"/>
                </a:cxn>
                <a:cxn ang="0">
                  <a:pos x="T2" y="T3"/>
                </a:cxn>
                <a:cxn ang="0">
                  <a:pos x="T4" y="T5"/>
                </a:cxn>
              </a:cxnLst>
              <a:rect l="0" t="0" r="r" b="b"/>
              <a:pathLst>
                <a:path w="42763" h="21600" fill="none" extrusionOk="0">
                  <a:moveTo>
                    <a:pt x="42763" y="881"/>
                  </a:moveTo>
                  <a:cubicBezTo>
                    <a:pt x="42290" y="12457"/>
                    <a:pt x="32767" y="21599"/>
                    <a:pt x="21181" y="21599"/>
                  </a:cubicBezTo>
                  <a:cubicBezTo>
                    <a:pt x="10883" y="21599"/>
                    <a:pt x="2018" y="14331"/>
                    <a:pt x="0" y="4233"/>
                  </a:cubicBezTo>
                </a:path>
                <a:path w="42763" h="21600" stroke="0" extrusionOk="0">
                  <a:moveTo>
                    <a:pt x="42763" y="881"/>
                  </a:moveTo>
                  <a:cubicBezTo>
                    <a:pt x="42290" y="12457"/>
                    <a:pt x="32767" y="21599"/>
                    <a:pt x="21181" y="21599"/>
                  </a:cubicBezTo>
                  <a:cubicBezTo>
                    <a:pt x="10883" y="21599"/>
                    <a:pt x="2018" y="14331"/>
                    <a:pt x="0" y="4233"/>
                  </a:cubicBezTo>
                  <a:lnTo>
                    <a:pt x="21181" y="0"/>
                  </a:lnTo>
                  <a:close/>
                </a:path>
              </a:pathLst>
            </a:custGeom>
            <a:noFill/>
            <a:ln w="12700" cap="rnd">
              <a:solidFill>
                <a:srgbClr val="CC0000"/>
              </a:solidFill>
              <a:round/>
              <a:headEnd type="none" w="sm" len="sm"/>
              <a:tailEnd type="stealth"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4103" name="AutoShape 7">
            <a:extLst>
              <a:ext uri="{FF2B5EF4-FFF2-40B4-BE49-F238E27FC236}">
                <a16:creationId xmlns:a16="http://schemas.microsoft.com/office/drawing/2014/main" id="{7C6837A5-001C-A4B7-A062-9D32FFB1D516}"/>
              </a:ext>
            </a:extLst>
          </p:cNvPr>
          <p:cNvSpPr>
            <a:spLocks noChangeArrowheads="1"/>
          </p:cNvSpPr>
          <p:nvPr/>
        </p:nvSpPr>
        <p:spPr bwMode="auto">
          <a:xfrm flipH="1">
            <a:off x="2336800" y="1316038"/>
            <a:ext cx="1514475" cy="1271323"/>
          </a:xfrm>
          <a:prstGeom prst="wedgeRoundRectCallout">
            <a:avLst>
              <a:gd name="adj1" fmla="val -48838"/>
              <a:gd name="adj2" fmla="val 66667"/>
              <a:gd name="adj3" fmla="val 16667"/>
            </a:avLst>
          </a:prstGeom>
          <a:solidFill>
            <a:srgbClr val="FFFFC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algn="ctr">
              <a:lnSpc>
                <a:spcPct val="85000"/>
              </a:lnSpc>
            </a:pPr>
            <a:r>
              <a:rPr lang="en-US" altLang="en-US" sz="1000">
                <a:solidFill>
                  <a:schemeClr val="tx1"/>
                </a:solidFill>
              </a:rPr>
              <a:t>The FD entry of an ordinary print file would be followed by a record description of the print line  such as - </a:t>
            </a:r>
          </a:p>
          <a:p>
            <a:pPr>
              <a:lnSpc>
                <a:spcPct val="85000"/>
              </a:lnSpc>
            </a:pPr>
            <a:endParaRPr lang="en-US" altLang="en-US" sz="1000">
              <a:solidFill>
                <a:schemeClr val="tx1"/>
              </a:solidFill>
            </a:endParaRPr>
          </a:p>
          <a:p>
            <a:pPr>
              <a:lnSpc>
                <a:spcPct val="85000"/>
              </a:lnSpc>
            </a:pPr>
            <a:r>
              <a:rPr lang="en-US" altLang="en-US" sz="1000">
                <a:solidFill>
                  <a:schemeClr val="tx1"/>
                </a:solidFill>
              </a:rPr>
              <a:t>FD PrintFile.</a:t>
            </a:r>
          </a:p>
          <a:p>
            <a:pPr>
              <a:lnSpc>
                <a:spcPct val="85000"/>
              </a:lnSpc>
            </a:pPr>
            <a:r>
              <a:rPr lang="en-US" altLang="en-US" sz="1000">
                <a:solidFill>
                  <a:schemeClr val="tx1"/>
                </a:solidFill>
              </a:rPr>
              <a:t>01  PrintLine PIC X(80).</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4103"/>
                                        </p:tgtEl>
                                        <p:attrNameLst>
                                          <p:attrName>style.visibility</p:attrName>
                                        </p:attrNameLst>
                                      </p:cBhvr>
                                      <p:to>
                                        <p:strVal val="visible"/>
                                      </p:to>
                                    </p:set>
                                  </p:childTnLst>
                                  <p:subTnLst>
                                    <p:set>
                                      <p:cBhvr override="childStyle">
                                        <p:cTn dur="1" fill="hold" display="0" masterRel="nextClick" afterEffect="1"/>
                                        <p:tgtEl>
                                          <p:spTgt spid="4103"/>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03" grpId="0" animBg="1" autoUpdateAnimBg="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C120FDC2-ADB4-FD1A-B6EA-B9F8600AD009}"/>
              </a:ext>
            </a:extLst>
          </p:cNvPr>
          <p:cNvSpPr>
            <a:spLocks noChangeArrowheads="1"/>
          </p:cNvSpPr>
          <p:nvPr/>
        </p:nvSpPr>
        <p:spPr bwMode="auto">
          <a:xfrm>
            <a:off x="0" y="142875"/>
            <a:ext cx="3811588" cy="451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46038" tIns="46038" rIns="46038" bIns="46038">
            <a:spAutoFit/>
          </a:bodyPr>
          <a:lstStyle/>
          <a:p>
            <a:pPr>
              <a:lnSpc>
                <a:spcPct val="75000"/>
              </a:lnSpc>
            </a:pPr>
            <a:r>
              <a:rPr lang="en-US" altLang="en-US" sz="800">
                <a:solidFill>
                  <a:schemeClr val="tx1"/>
                </a:solidFill>
                <a:latin typeface="Courier New" panose="02070309020205020404" pitchFamily="49" charset="0"/>
              </a:rPr>
              <a:t>      $ SET SOURCEFORMAT"FREE"</a:t>
            </a:r>
          </a:p>
          <a:p>
            <a:pPr>
              <a:lnSpc>
                <a:spcPct val="75000"/>
              </a:lnSpc>
            </a:pPr>
            <a:r>
              <a:rPr lang="en-US" altLang="en-US" sz="800">
                <a:solidFill>
                  <a:schemeClr val="tx1"/>
                </a:solidFill>
                <a:latin typeface="Courier New" panose="02070309020205020404" pitchFamily="49" charset="0"/>
              </a:rPr>
              <a:t>IDENTIFICATION DIVISION.</a:t>
            </a:r>
          </a:p>
          <a:p>
            <a:pPr>
              <a:lnSpc>
                <a:spcPct val="75000"/>
              </a:lnSpc>
            </a:pPr>
            <a:r>
              <a:rPr lang="en-US" altLang="en-US" sz="800">
                <a:solidFill>
                  <a:schemeClr val="tx1"/>
                </a:solidFill>
                <a:latin typeface="Courier New" panose="02070309020205020404" pitchFamily="49" charset="0"/>
              </a:rPr>
              <a:t>PROGRAM-ID.  ReportExample2.</a:t>
            </a:r>
          </a:p>
          <a:p>
            <a:pPr>
              <a:lnSpc>
                <a:spcPct val="75000"/>
              </a:lnSpc>
            </a:pPr>
            <a:r>
              <a:rPr lang="en-US" altLang="en-US" sz="800">
                <a:solidFill>
                  <a:schemeClr val="tx1"/>
                </a:solidFill>
                <a:latin typeface="Courier New" panose="02070309020205020404" pitchFamily="49" charset="0"/>
              </a:rPr>
              <a:t>AUTHOR.  Michael Coughlan.</a:t>
            </a:r>
          </a:p>
          <a:p>
            <a:pPr>
              <a:lnSpc>
                <a:spcPct val="75000"/>
              </a:lnSpc>
            </a:pPr>
            <a:endParaRPr lang="en-US" altLang="en-US" sz="800">
              <a:solidFill>
                <a:schemeClr val="tx1"/>
              </a:solidFill>
              <a:latin typeface="Courier New" panose="02070309020205020404" pitchFamily="49" charset="0"/>
            </a:endParaRPr>
          </a:p>
          <a:p>
            <a:pPr>
              <a:lnSpc>
                <a:spcPct val="75000"/>
              </a:lnSpc>
            </a:pPr>
            <a:r>
              <a:rPr lang="en-US" altLang="en-US" sz="800">
                <a:solidFill>
                  <a:schemeClr val="tx1"/>
                </a:solidFill>
                <a:latin typeface="Courier New" panose="02070309020205020404" pitchFamily="49" charset="0"/>
              </a:rPr>
              <a:t>ENVIRONMENT DIVISION.</a:t>
            </a:r>
          </a:p>
          <a:p>
            <a:pPr>
              <a:lnSpc>
                <a:spcPct val="75000"/>
              </a:lnSpc>
            </a:pPr>
            <a:r>
              <a:rPr lang="en-US" altLang="en-US" sz="800">
                <a:solidFill>
                  <a:schemeClr val="tx1"/>
                </a:solidFill>
                <a:latin typeface="Courier New" panose="02070309020205020404" pitchFamily="49" charset="0"/>
              </a:rPr>
              <a:t>INPUT-OUTPUT SECTION.</a:t>
            </a:r>
          </a:p>
          <a:p>
            <a:pPr>
              <a:lnSpc>
                <a:spcPct val="75000"/>
              </a:lnSpc>
            </a:pPr>
            <a:r>
              <a:rPr lang="en-US" altLang="en-US" sz="800">
                <a:solidFill>
                  <a:schemeClr val="tx1"/>
                </a:solidFill>
                <a:latin typeface="Courier New" panose="02070309020205020404" pitchFamily="49" charset="0"/>
              </a:rPr>
              <a:t>FILE-CONTROL.</a:t>
            </a:r>
          </a:p>
          <a:p>
            <a:pPr>
              <a:lnSpc>
                <a:spcPct val="75000"/>
              </a:lnSpc>
            </a:pPr>
            <a:r>
              <a:rPr lang="en-US" altLang="en-US" sz="800">
                <a:solidFill>
                  <a:schemeClr val="tx1"/>
                </a:solidFill>
                <a:latin typeface="Courier New" panose="02070309020205020404" pitchFamily="49" charset="0"/>
              </a:rPr>
              <a:t>    SELECT SalesFile ASSIGN TO "GBSALES.DAT"</a:t>
            </a:r>
          </a:p>
          <a:p>
            <a:pPr>
              <a:lnSpc>
                <a:spcPct val="75000"/>
              </a:lnSpc>
            </a:pPr>
            <a:r>
              <a:rPr lang="en-US" altLang="en-US" sz="800">
                <a:solidFill>
                  <a:schemeClr val="tx1"/>
                </a:solidFill>
                <a:latin typeface="Courier New" panose="02070309020205020404" pitchFamily="49" charset="0"/>
              </a:rPr>
              <a:t>           ORGANIZATION IS LINE SEQUENTIAL.</a:t>
            </a:r>
          </a:p>
          <a:p>
            <a:pPr>
              <a:lnSpc>
                <a:spcPct val="75000"/>
              </a:lnSpc>
            </a:pPr>
            <a:r>
              <a:rPr lang="en-US" altLang="en-US" sz="800">
                <a:solidFill>
                  <a:schemeClr val="tx1"/>
                </a:solidFill>
                <a:latin typeface="Courier New" panose="02070309020205020404" pitchFamily="49" charset="0"/>
              </a:rPr>
              <a:t>    </a:t>
            </a:r>
            <a:r>
              <a:rPr lang="en-US" altLang="en-US" sz="800" b="1">
                <a:latin typeface="Courier New" panose="02070309020205020404" pitchFamily="49" charset="0"/>
              </a:rPr>
              <a:t>SELECT PrintFile ASSIGN TO "SALESREPORT2.LPT"</a:t>
            </a:r>
            <a:r>
              <a:rPr lang="en-US" altLang="en-US" sz="800" b="1">
                <a:solidFill>
                  <a:schemeClr val="tx1"/>
                </a:solidFill>
                <a:latin typeface="Courier New" panose="02070309020205020404" pitchFamily="49" charset="0"/>
              </a:rPr>
              <a:t>.</a:t>
            </a:r>
          </a:p>
          <a:p>
            <a:pPr>
              <a:lnSpc>
                <a:spcPct val="75000"/>
              </a:lnSpc>
            </a:pPr>
            <a:endParaRPr lang="en-US" altLang="en-US" sz="800">
              <a:solidFill>
                <a:schemeClr val="tx1"/>
              </a:solidFill>
              <a:latin typeface="Courier New" panose="02070309020205020404" pitchFamily="49" charset="0"/>
            </a:endParaRPr>
          </a:p>
          <a:p>
            <a:pPr>
              <a:lnSpc>
                <a:spcPct val="75000"/>
              </a:lnSpc>
            </a:pPr>
            <a:endParaRPr lang="en-US" altLang="en-US" sz="800">
              <a:solidFill>
                <a:schemeClr val="tx1"/>
              </a:solidFill>
              <a:latin typeface="Courier New" panose="02070309020205020404" pitchFamily="49" charset="0"/>
            </a:endParaRPr>
          </a:p>
          <a:p>
            <a:pPr>
              <a:lnSpc>
                <a:spcPct val="75000"/>
              </a:lnSpc>
            </a:pPr>
            <a:r>
              <a:rPr lang="en-US" altLang="en-US" sz="800">
                <a:solidFill>
                  <a:schemeClr val="tx1"/>
                </a:solidFill>
                <a:latin typeface="Courier New" panose="02070309020205020404" pitchFamily="49" charset="0"/>
              </a:rPr>
              <a:t>DATA DIVISION.</a:t>
            </a:r>
          </a:p>
          <a:p>
            <a:pPr>
              <a:lnSpc>
                <a:spcPct val="75000"/>
              </a:lnSpc>
            </a:pPr>
            <a:r>
              <a:rPr lang="en-US" altLang="en-US" sz="800">
                <a:solidFill>
                  <a:schemeClr val="tx1"/>
                </a:solidFill>
                <a:latin typeface="Courier New" panose="02070309020205020404" pitchFamily="49" charset="0"/>
              </a:rPr>
              <a:t>FILE SECTION.</a:t>
            </a:r>
          </a:p>
          <a:p>
            <a:pPr>
              <a:lnSpc>
                <a:spcPct val="75000"/>
              </a:lnSpc>
            </a:pPr>
            <a:r>
              <a:rPr lang="en-US" altLang="en-US" sz="800">
                <a:solidFill>
                  <a:schemeClr val="tx1"/>
                </a:solidFill>
                <a:latin typeface="Courier New" panose="02070309020205020404" pitchFamily="49" charset="0"/>
              </a:rPr>
              <a:t>FD  SalesFile.</a:t>
            </a:r>
          </a:p>
          <a:p>
            <a:pPr>
              <a:lnSpc>
                <a:spcPct val="75000"/>
              </a:lnSpc>
            </a:pPr>
            <a:r>
              <a:rPr lang="en-US" altLang="en-US" sz="800">
                <a:solidFill>
                  <a:schemeClr val="tx1"/>
                </a:solidFill>
                <a:latin typeface="Courier New" panose="02070309020205020404" pitchFamily="49" charset="0"/>
              </a:rPr>
              <a:t>01  SalesRecord.</a:t>
            </a:r>
          </a:p>
          <a:p>
            <a:pPr>
              <a:lnSpc>
                <a:spcPct val="75000"/>
              </a:lnSpc>
            </a:pPr>
            <a:r>
              <a:rPr lang="en-US" altLang="en-US" sz="800">
                <a:solidFill>
                  <a:schemeClr val="tx1"/>
                </a:solidFill>
                <a:latin typeface="Courier New" panose="02070309020205020404" pitchFamily="49" charset="0"/>
              </a:rPr>
              <a:t>    88 EndOfFile  VALUE HIGH-VALUES.</a:t>
            </a:r>
          </a:p>
          <a:p>
            <a:pPr>
              <a:lnSpc>
                <a:spcPct val="75000"/>
              </a:lnSpc>
            </a:pPr>
            <a:r>
              <a:rPr lang="en-US" altLang="en-US" sz="800">
                <a:solidFill>
                  <a:schemeClr val="tx1"/>
                </a:solidFill>
                <a:latin typeface="Courier New" panose="02070309020205020404" pitchFamily="49" charset="0"/>
              </a:rPr>
              <a:t>    02 CityCode         PIC 9.</a:t>
            </a:r>
          </a:p>
          <a:p>
            <a:pPr>
              <a:lnSpc>
                <a:spcPct val="75000"/>
              </a:lnSpc>
            </a:pPr>
            <a:r>
              <a:rPr lang="en-US" altLang="en-US" sz="800">
                <a:solidFill>
                  <a:schemeClr val="tx1"/>
                </a:solidFill>
                <a:latin typeface="Courier New" panose="02070309020205020404" pitchFamily="49" charset="0"/>
              </a:rPr>
              <a:t>    02 SalesPersonNum   PIC 9.</a:t>
            </a:r>
          </a:p>
          <a:p>
            <a:pPr>
              <a:lnSpc>
                <a:spcPct val="75000"/>
              </a:lnSpc>
            </a:pPr>
            <a:r>
              <a:rPr lang="en-US" altLang="en-US" sz="800">
                <a:solidFill>
                  <a:schemeClr val="tx1"/>
                </a:solidFill>
                <a:latin typeface="Courier New" panose="02070309020205020404" pitchFamily="49" charset="0"/>
              </a:rPr>
              <a:t>    02 ValueOfSale      PIC 9(4)V99.</a:t>
            </a:r>
          </a:p>
          <a:p>
            <a:pPr>
              <a:lnSpc>
                <a:spcPct val="75000"/>
              </a:lnSpc>
            </a:pPr>
            <a:endParaRPr lang="en-US" altLang="en-US" sz="800">
              <a:solidFill>
                <a:schemeClr val="tx1"/>
              </a:solidFill>
              <a:latin typeface="Courier New" panose="02070309020205020404" pitchFamily="49" charset="0"/>
            </a:endParaRPr>
          </a:p>
          <a:p>
            <a:pPr>
              <a:lnSpc>
                <a:spcPct val="75000"/>
              </a:lnSpc>
            </a:pPr>
            <a:endParaRPr lang="en-US" altLang="en-US" sz="800">
              <a:solidFill>
                <a:schemeClr val="tx1"/>
              </a:solidFill>
              <a:latin typeface="Courier New" panose="02070309020205020404" pitchFamily="49" charset="0"/>
            </a:endParaRPr>
          </a:p>
          <a:p>
            <a:pPr>
              <a:lnSpc>
                <a:spcPct val="75000"/>
              </a:lnSpc>
            </a:pPr>
            <a:r>
              <a:rPr lang="en-US" altLang="en-US" sz="800" b="1">
                <a:latin typeface="Courier New" panose="02070309020205020404" pitchFamily="49" charset="0"/>
              </a:rPr>
              <a:t>FD  PrintFile</a:t>
            </a:r>
          </a:p>
          <a:p>
            <a:pPr>
              <a:lnSpc>
                <a:spcPct val="75000"/>
              </a:lnSpc>
            </a:pPr>
            <a:r>
              <a:rPr lang="en-US" altLang="en-US" sz="800" b="1">
                <a:latin typeface="Courier New" panose="02070309020205020404" pitchFamily="49" charset="0"/>
              </a:rPr>
              <a:t>    REPORT IS SalesReport.</a:t>
            </a:r>
            <a:endParaRPr lang="en-US" altLang="en-US" sz="800">
              <a:solidFill>
                <a:schemeClr val="tx1"/>
              </a:solidFill>
              <a:latin typeface="Courier New" panose="02070309020205020404" pitchFamily="49" charset="0"/>
            </a:endParaRPr>
          </a:p>
          <a:p>
            <a:pPr>
              <a:lnSpc>
                <a:spcPct val="75000"/>
              </a:lnSpc>
            </a:pPr>
            <a:endParaRPr lang="en-US" altLang="en-US" sz="800">
              <a:solidFill>
                <a:schemeClr val="tx1"/>
              </a:solidFill>
              <a:latin typeface="Courier New" panose="02070309020205020404" pitchFamily="49" charset="0"/>
            </a:endParaRPr>
          </a:p>
          <a:p>
            <a:pPr>
              <a:lnSpc>
                <a:spcPct val="75000"/>
              </a:lnSpc>
            </a:pPr>
            <a:endParaRPr lang="en-US" altLang="en-US" sz="800">
              <a:solidFill>
                <a:schemeClr val="tx1"/>
              </a:solidFill>
              <a:latin typeface="Courier New" panose="02070309020205020404" pitchFamily="49" charset="0"/>
            </a:endParaRPr>
          </a:p>
          <a:p>
            <a:pPr>
              <a:lnSpc>
                <a:spcPct val="75000"/>
              </a:lnSpc>
            </a:pPr>
            <a:endParaRPr lang="en-US" altLang="en-US" sz="800">
              <a:solidFill>
                <a:schemeClr val="tx1"/>
              </a:solidFill>
              <a:latin typeface="Courier New" panose="02070309020205020404" pitchFamily="49" charset="0"/>
            </a:endParaRPr>
          </a:p>
          <a:p>
            <a:pPr>
              <a:lnSpc>
                <a:spcPct val="75000"/>
              </a:lnSpc>
            </a:pPr>
            <a:r>
              <a:rPr lang="en-US" altLang="en-US" sz="800">
                <a:solidFill>
                  <a:schemeClr val="tx1"/>
                </a:solidFill>
                <a:latin typeface="Courier New" panose="02070309020205020404" pitchFamily="49" charset="0"/>
              </a:rPr>
              <a:t>WORKING-STORAGE SECTION.</a:t>
            </a:r>
          </a:p>
          <a:p>
            <a:pPr>
              <a:lnSpc>
                <a:spcPct val="75000"/>
              </a:lnSpc>
            </a:pPr>
            <a:r>
              <a:rPr lang="en-US" altLang="en-US" sz="800">
                <a:solidFill>
                  <a:schemeClr val="tx1"/>
                </a:solidFill>
                <a:latin typeface="Courier New" panose="02070309020205020404" pitchFamily="49" charset="0"/>
              </a:rPr>
              <a:t>01  NameTable.</a:t>
            </a:r>
          </a:p>
          <a:p>
            <a:pPr>
              <a:lnSpc>
                <a:spcPct val="75000"/>
              </a:lnSpc>
            </a:pPr>
            <a:r>
              <a:rPr lang="en-US" altLang="en-US" sz="800">
                <a:solidFill>
                  <a:schemeClr val="tx1"/>
                </a:solidFill>
                <a:latin typeface="Courier New" panose="02070309020205020404" pitchFamily="49" charset="0"/>
              </a:rPr>
              <a:t>    02 TableValues.</a:t>
            </a:r>
          </a:p>
          <a:p>
            <a:pPr>
              <a:lnSpc>
                <a:spcPct val="75000"/>
              </a:lnSpc>
            </a:pPr>
            <a:r>
              <a:rPr lang="en-US" altLang="en-US" sz="800">
                <a:solidFill>
                  <a:schemeClr val="tx1"/>
                </a:solidFill>
                <a:latin typeface="Courier New" panose="02070309020205020404" pitchFamily="49" charset="0"/>
              </a:rPr>
              <a:t>       03 FILLER        PIC X(18) VALUE "Dublin   Belfast  ".</a:t>
            </a:r>
          </a:p>
          <a:p>
            <a:pPr>
              <a:lnSpc>
                <a:spcPct val="75000"/>
              </a:lnSpc>
            </a:pPr>
            <a:r>
              <a:rPr lang="en-US" altLang="en-US" sz="800">
                <a:solidFill>
                  <a:schemeClr val="tx1"/>
                </a:solidFill>
                <a:latin typeface="Courier New" panose="02070309020205020404" pitchFamily="49" charset="0"/>
              </a:rPr>
              <a:t>       03 FILLER        PIC X(18) VALUE "Cork     Galway   ".</a:t>
            </a:r>
          </a:p>
          <a:p>
            <a:pPr>
              <a:lnSpc>
                <a:spcPct val="75000"/>
              </a:lnSpc>
            </a:pPr>
            <a:r>
              <a:rPr lang="en-US" altLang="en-US" sz="800">
                <a:solidFill>
                  <a:schemeClr val="tx1"/>
                </a:solidFill>
                <a:latin typeface="Courier New" panose="02070309020205020404" pitchFamily="49" charset="0"/>
              </a:rPr>
              <a:t>       03 FILLER        PIC X(18) VALUE "Sligo    Waterford".</a:t>
            </a:r>
          </a:p>
          <a:p>
            <a:pPr>
              <a:lnSpc>
                <a:spcPct val="75000"/>
              </a:lnSpc>
            </a:pPr>
            <a:r>
              <a:rPr lang="en-US" altLang="en-US" sz="800">
                <a:solidFill>
                  <a:schemeClr val="tx1"/>
                </a:solidFill>
                <a:latin typeface="Courier New" panose="02070309020205020404" pitchFamily="49" charset="0"/>
              </a:rPr>
              <a:t>       03 FILLER        PIC X(9)  VALUE "Limerick".</a:t>
            </a:r>
          </a:p>
          <a:p>
            <a:pPr>
              <a:lnSpc>
                <a:spcPct val="75000"/>
              </a:lnSpc>
            </a:pPr>
            <a:r>
              <a:rPr lang="en-US" altLang="en-US" sz="800">
                <a:solidFill>
                  <a:schemeClr val="tx1"/>
                </a:solidFill>
                <a:latin typeface="Courier New" panose="02070309020205020404" pitchFamily="49" charset="0"/>
              </a:rPr>
              <a:t>    02 FILLER REDEFINES TableValues.</a:t>
            </a:r>
          </a:p>
          <a:p>
            <a:pPr>
              <a:lnSpc>
                <a:spcPct val="75000"/>
              </a:lnSpc>
            </a:pPr>
            <a:r>
              <a:rPr lang="en-US" altLang="en-US" sz="800">
                <a:solidFill>
                  <a:schemeClr val="tx1"/>
                </a:solidFill>
                <a:latin typeface="Courier New" panose="02070309020205020404" pitchFamily="49" charset="0"/>
              </a:rPr>
              <a:t>       03 CityName     PIC X(9) OCCURS 7 TIMES.</a:t>
            </a:r>
          </a:p>
          <a:p>
            <a:pPr>
              <a:lnSpc>
                <a:spcPct val="75000"/>
              </a:lnSpc>
            </a:pPr>
            <a:endParaRPr lang="en-US" altLang="en-US" sz="800">
              <a:solidFill>
                <a:schemeClr val="tx1"/>
              </a:solidFill>
              <a:latin typeface="Courier New" panose="02070309020205020404" pitchFamily="49" charset="0"/>
            </a:endParaRPr>
          </a:p>
          <a:p>
            <a:pPr>
              <a:lnSpc>
                <a:spcPct val="75000"/>
              </a:lnSpc>
            </a:pPr>
            <a:endParaRPr lang="en-US" altLang="en-US" sz="800">
              <a:solidFill>
                <a:schemeClr val="tx1"/>
              </a:solidFill>
              <a:latin typeface="Courier New" panose="02070309020205020404" pitchFamily="49" charset="0"/>
            </a:endParaRPr>
          </a:p>
          <a:p>
            <a:pPr>
              <a:lnSpc>
                <a:spcPct val="75000"/>
              </a:lnSpc>
            </a:pPr>
            <a:endParaRPr lang="en-US" altLang="en-US" sz="800">
              <a:solidFill>
                <a:schemeClr val="tx1"/>
              </a:solidFill>
              <a:latin typeface="Courier New" panose="02070309020205020404" pitchFamily="49" charset="0"/>
            </a:endParaRPr>
          </a:p>
          <a:p>
            <a:pPr>
              <a:lnSpc>
                <a:spcPct val="75000"/>
              </a:lnSpc>
            </a:pPr>
            <a:r>
              <a:rPr lang="en-US" altLang="en-US" sz="800" b="1">
                <a:latin typeface="Courier New" panose="02070309020205020404" pitchFamily="49" charset="0"/>
              </a:rPr>
              <a:t>REPORT SECTION.</a:t>
            </a:r>
            <a:endParaRPr lang="en-US" altLang="en-US" sz="800">
              <a:solidFill>
                <a:schemeClr val="tx1"/>
              </a:solidFill>
              <a:latin typeface="Courier New" panose="02070309020205020404" pitchFamily="49" charset="0"/>
            </a:endParaRPr>
          </a:p>
          <a:p>
            <a:pPr>
              <a:lnSpc>
                <a:spcPct val="75000"/>
              </a:lnSpc>
            </a:pPr>
            <a:r>
              <a:rPr lang="en-US" altLang="en-US" sz="800" b="1">
                <a:latin typeface="Courier New" panose="02070309020205020404" pitchFamily="49" charset="0"/>
              </a:rPr>
              <a:t>RD  SalesReport</a:t>
            </a:r>
            <a:endParaRPr lang="en-US" altLang="en-US" sz="800">
              <a:solidFill>
                <a:schemeClr val="tx1"/>
              </a:solidFill>
              <a:latin typeface="Courier New" panose="02070309020205020404" pitchFamily="49" charset="0"/>
            </a:endParaRPr>
          </a:p>
          <a:p>
            <a:pPr>
              <a:lnSpc>
                <a:spcPct val="75000"/>
              </a:lnSpc>
            </a:pPr>
            <a:r>
              <a:rPr lang="en-US" altLang="en-US" sz="800">
                <a:solidFill>
                  <a:schemeClr val="tx1"/>
                </a:solidFill>
                <a:latin typeface="Courier New" panose="02070309020205020404" pitchFamily="49" charset="0"/>
              </a:rPr>
              <a:t>    CONTROLS ARE SalesPersonNum </a:t>
            </a:r>
          </a:p>
          <a:p>
            <a:pPr>
              <a:lnSpc>
                <a:spcPct val="75000"/>
              </a:lnSpc>
            </a:pPr>
            <a:r>
              <a:rPr lang="en-US" altLang="en-US" sz="800">
                <a:solidFill>
                  <a:schemeClr val="tx1"/>
                </a:solidFill>
                <a:latin typeface="Courier New" panose="02070309020205020404" pitchFamily="49" charset="0"/>
              </a:rPr>
              <a:t>    PAGE LIMIT IS 66</a:t>
            </a:r>
          </a:p>
          <a:p>
            <a:pPr>
              <a:lnSpc>
                <a:spcPct val="75000"/>
              </a:lnSpc>
            </a:pPr>
            <a:r>
              <a:rPr lang="en-US" altLang="en-US" sz="800">
                <a:solidFill>
                  <a:schemeClr val="tx1"/>
                </a:solidFill>
                <a:latin typeface="Courier New" panose="02070309020205020404" pitchFamily="49" charset="0"/>
              </a:rPr>
              <a:t>    HEADING 1</a:t>
            </a:r>
          </a:p>
          <a:p>
            <a:pPr>
              <a:lnSpc>
                <a:spcPct val="75000"/>
              </a:lnSpc>
            </a:pPr>
            <a:r>
              <a:rPr lang="en-US" altLang="en-US" sz="800">
                <a:solidFill>
                  <a:schemeClr val="tx1"/>
                </a:solidFill>
                <a:latin typeface="Courier New" panose="02070309020205020404" pitchFamily="49" charset="0"/>
              </a:rPr>
              <a:t>    FIRST DETAIL 6</a:t>
            </a:r>
          </a:p>
          <a:p>
            <a:pPr>
              <a:lnSpc>
                <a:spcPct val="75000"/>
              </a:lnSpc>
            </a:pPr>
            <a:r>
              <a:rPr lang="en-US" altLang="en-US" sz="800">
                <a:solidFill>
                  <a:schemeClr val="tx1"/>
                </a:solidFill>
                <a:latin typeface="Courier New" panose="02070309020205020404" pitchFamily="49" charset="0"/>
              </a:rPr>
              <a:t>    LAST DETAIL 42</a:t>
            </a:r>
          </a:p>
          <a:p>
            <a:pPr>
              <a:lnSpc>
                <a:spcPct val="75000"/>
              </a:lnSpc>
            </a:pPr>
            <a:r>
              <a:rPr lang="en-US" altLang="en-US" sz="800">
                <a:solidFill>
                  <a:schemeClr val="tx1"/>
                </a:solidFill>
                <a:latin typeface="Courier New" panose="02070309020205020404" pitchFamily="49" charset="0"/>
              </a:rPr>
              <a:t>    FOOTING 52.</a:t>
            </a:r>
          </a:p>
        </p:txBody>
      </p:sp>
      <p:grpSp>
        <p:nvGrpSpPr>
          <p:cNvPr id="5125" name="Group 5">
            <a:extLst>
              <a:ext uri="{FF2B5EF4-FFF2-40B4-BE49-F238E27FC236}">
                <a16:creationId xmlns:a16="http://schemas.microsoft.com/office/drawing/2014/main" id="{4255582D-A7C0-E679-596E-5BCD4347CC76}"/>
              </a:ext>
            </a:extLst>
          </p:cNvPr>
          <p:cNvGrpSpPr>
            <a:grpSpLocks/>
          </p:cNvGrpSpPr>
          <p:nvPr/>
        </p:nvGrpSpPr>
        <p:grpSpPr bwMode="auto">
          <a:xfrm>
            <a:off x="1047750" y="1320800"/>
            <a:ext cx="2736850" cy="2689225"/>
            <a:chOff x="660" y="832"/>
            <a:chExt cx="1724" cy="1694"/>
          </a:xfrm>
        </p:grpSpPr>
        <p:sp>
          <p:nvSpPr>
            <p:cNvPr id="5123" name="AutoShape 3">
              <a:extLst>
                <a:ext uri="{FF2B5EF4-FFF2-40B4-BE49-F238E27FC236}">
                  <a16:creationId xmlns:a16="http://schemas.microsoft.com/office/drawing/2014/main" id="{CFB77D6D-7CD9-E921-F3E9-F99474DC9537}"/>
                </a:ext>
              </a:extLst>
            </p:cNvPr>
            <p:cNvSpPr>
              <a:spLocks noChangeArrowheads="1"/>
            </p:cNvSpPr>
            <p:nvPr/>
          </p:nvSpPr>
          <p:spPr bwMode="auto">
            <a:xfrm flipH="1">
              <a:off x="1438" y="832"/>
              <a:ext cx="946" cy="783"/>
            </a:xfrm>
            <a:prstGeom prst="wedgeRoundRectCallout">
              <a:avLst>
                <a:gd name="adj1" fmla="val -48838"/>
                <a:gd name="adj2" fmla="val 66667"/>
                <a:gd name="adj3" fmla="val 16667"/>
              </a:avLst>
            </a:prstGeom>
            <a:solidFill>
              <a:srgbClr val="FFFFC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algn="ctr">
                <a:lnSpc>
                  <a:spcPct val="85000"/>
                </a:lnSpc>
              </a:pPr>
              <a:endParaRPr lang="en-US" altLang="en-US" sz="1000">
                <a:solidFill>
                  <a:schemeClr val="tx1"/>
                </a:solidFill>
              </a:endParaRPr>
            </a:p>
            <a:p>
              <a:pPr algn="ctr">
                <a:lnSpc>
                  <a:spcPct val="85000"/>
                </a:lnSpc>
              </a:pPr>
              <a:r>
                <a:rPr lang="en-US" altLang="en-US" sz="1000">
                  <a:solidFill>
                    <a:schemeClr val="tx1"/>
                  </a:solidFill>
                </a:rPr>
                <a:t>But in the Report Writer the FD entry contains a clause linking the file name with a Report described in the </a:t>
              </a:r>
              <a:r>
                <a:rPr lang="en-US" altLang="en-US" sz="1000" b="1">
                  <a:solidFill>
                    <a:schemeClr val="tx1"/>
                  </a:solidFill>
                </a:rPr>
                <a:t>REPORT SECTION</a:t>
              </a:r>
              <a:r>
                <a:rPr lang="en-US" altLang="en-US" sz="1000">
                  <a:solidFill>
                    <a:schemeClr val="tx1"/>
                  </a:solidFill>
                </a:rPr>
                <a:t>.</a:t>
              </a:r>
            </a:p>
          </p:txBody>
        </p:sp>
        <p:sp>
          <p:nvSpPr>
            <p:cNvPr id="5124" name="Arc 4">
              <a:extLst>
                <a:ext uri="{FF2B5EF4-FFF2-40B4-BE49-F238E27FC236}">
                  <a16:creationId xmlns:a16="http://schemas.microsoft.com/office/drawing/2014/main" id="{4D57B456-DDFB-7EF5-13E4-2C67D2A6E7C4}"/>
                </a:ext>
              </a:extLst>
            </p:cNvPr>
            <p:cNvSpPr>
              <a:spLocks/>
            </p:cNvSpPr>
            <p:nvPr/>
          </p:nvSpPr>
          <p:spPr bwMode="auto">
            <a:xfrm>
              <a:off x="660" y="1568"/>
              <a:ext cx="708" cy="958"/>
            </a:xfrm>
            <a:custGeom>
              <a:avLst/>
              <a:gdLst>
                <a:gd name="G0" fmla="+- 0 0 0"/>
                <a:gd name="G1" fmla="+- 19682 0 0"/>
                <a:gd name="G2" fmla="+- 21600 0 0"/>
                <a:gd name="T0" fmla="*/ 8899 w 21600"/>
                <a:gd name="T1" fmla="*/ 0 h 41282"/>
                <a:gd name="T2" fmla="*/ 0 w 21600"/>
                <a:gd name="T3" fmla="*/ 41282 h 41282"/>
                <a:gd name="T4" fmla="*/ 0 w 21600"/>
                <a:gd name="T5" fmla="*/ 19682 h 41282"/>
              </a:gdLst>
              <a:ahLst/>
              <a:cxnLst>
                <a:cxn ang="0">
                  <a:pos x="T0" y="T1"/>
                </a:cxn>
                <a:cxn ang="0">
                  <a:pos x="T2" y="T3"/>
                </a:cxn>
                <a:cxn ang="0">
                  <a:pos x="T4" y="T5"/>
                </a:cxn>
              </a:cxnLst>
              <a:rect l="0" t="0" r="r" b="b"/>
              <a:pathLst>
                <a:path w="21600" h="41282" fill="none" extrusionOk="0">
                  <a:moveTo>
                    <a:pt x="8898" y="0"/>
                  </a:moveTo>
                  <a:cubicBezTo>
                    <a:pt x="16631" y="3496"/>
                    <a:pt x="21600" y="11196"/>
                    <a:pt x="21600" y="19682"/>
                  </a:cubicBezTo>
                  <a:cubicBezTo>
                    <a:pt x="21600" y="31611"/>
                    <a:pt x="11929" y="41282"/>
                    <a:pt x="-1" y="41282"/>
                  </a:cubicBezTo>
                </a:path>
                <a:path w="21600" h="41282" stroke="0" extrusionOk="0">
                  <a:moveTo>
                    <a:pt x="8898" y="0"/>
                  </a:moveTo>
                  <a:cubicBezTo>
                    <a:pt x="16631" y="3496"/>
                    <a:pt x="21600" y="11196"/>
                    <a:pt x="21600" y="19682"/>
                  </a:cubicBezTo>
                  <a:cubicBezTo>
                    <a:pt x="21600" y="31611"/>
                    <a:pt x="11929" y="41282"/>
                    <a:pt x="-1" y="41282"/>
                  </a:cubicBezTo>
                  <a:lnTo>
                    <a:pt x="0" y="19682"/>
                  </a:lnTo>
                  <a:close/>
                </a:path>
              </a:pathLst>
            </a:custGeom>
            <a:noFill/>
            <a:ln w="12700" cap="rnd">
              <a:solidFill>
                <a:srgbClr val="CC0000"/>
              </a:solidFill>
              <a:round/>
              <a:headEnd type="none" w="sm" len="sm"/>
              <a:tailEnd type="stealth"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D8157D39-D793-1A47-33AE-6A1456EE1989}"/>
              </a:ext>
            </a:extLst>
          </p:cNvPr>
          <p:cNvSpPr>
            <a:spLocks noChangeArrowheads="1"/>
          </p:cNvSpPr>
          <p:nvPr/>
        </p:nvSpPr>
        <p:spPr bwMode="auto">
          <a:xfrm>
            <a:off x="0" y="28575"/>
            <a:ext cx="3871913" cy="5156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46038" tIns="46038" rIns="46038" bIns="46038">
            <a:spAutoFit/>
          </a:bodyPr>
          <a:lstStyle/>
          <a:p>
            <a:pPr>
              <a:lnSpc>
                <a:spcPct val="75000"/>
              </a:lnSpc>
            </a:pPr>
            <a:r>
              <a:rPr lang="en-US" altLang="en-US" sz="800">
                <a:solidFill>
                  <a:schemeClr val="tx1"/>
                </a:solidFill>
                <a:latin typeface="Courier New" panose="02070309020205020404" pitchFamily="49" charset="0"/>
              </a:rPr>
              <a:t>REPORT SECTION.</a:t>
            </a:r>
          </a:p>
          <a:p>
            <a:pPr>
              <a:lnSpc>
                <a:spcPct val="75000"/>
              </a:lnSpc>
            </a:pPr>
            <a:r>
              <a:rPr lang="en-US" altLang="en-US" sz="800">
                <a:solidFill>
                  <a:schemeClr val="tx1"/>
                </a:solidFill>
                <a:latin typeface="Courier New" panose="02070309020205020404" pitchFamily="49" charset="0"/>
              </a:rPr>
              <a:t>RD  SalesReport</a:t>
            </a:r>
          </a:p>
          <a:p>
            <a:pPr>
              <a:lnSpc>
                <a:spcPct val="75000"/>
              </a:lnSpc>
            </a:pPr>
            <a:r>
              <a:rPr lang="en-US" altLang="en-US" sz="800">
                <a:solidFill>
                  <a:schemeClr val="tx1"/>
                </a:solidFill>
                <a:latin typeface="Courier New" panose="02070309020205020404" pitchFamily="49" charset="0"/>
              </a:rPr>
              <a:t>    CONTROLS ARE SalesPersonNum </a:t>
            </a:r>
          </a:p>
          <a:p>
            <a:pPr>
              <a:lnSpc>
                <a:spcPct val="75000"/>
              </a:lnSpc>
            </a:pPr>
            <a:r>
              <a:rPr lang="en-US" altLang="en-US" sz="800">
                <a:solidFill>
                  <a:schemeClr val="tx1"/>
                </a:solidFill>
                <a:latin typeface="Courier New" panose="02070309020205020404" pitchFamily="49" charset="0"/>
              </a:rPr>
              <a:t>    PAGE LIMIT IS 66</a:t>
            </a:r>
          </a:p>
          <a:p>
            <a:pPr>
              <a:lnSpc>
                <a:spcPct val="75000"/>
              </a:lnSpc>
            </a:pPr>
            <a:r>
              <a:rPr lang="en-US" altLang="en-US" sz="800">
                <a:solidFill>
                  <a:schemeClr val="tx1"/>
                </a:solidFill>
                <a:latin typeface="Courier New" panose="02070309020205020404" pitchFamily="49" charset="0"/>
              </a:rPr>
              <a:t>    HEADING 1</a:t>
            </a:r>
          </a:p>
          <a:p>
            <a:pPr>
              <a:lnSpc>
                <a:spcPct val="75000"/>
              </a:lnSpc>
            </a:pPr>
            <a:r>
              <a:rPr lang="en-US" altLang="en-US" sz="800">
                <a:solidFill>
                  <a:schemeClr val="tx1"/>
                </a:solidFill>
                <a:latin typeface="Courier New" panose="02070309020205020404" pitchFamily="49" charset="0"/>
              </a:rPr>
              <a:t>    FIRST DETAIL 6</a:t>
            </a:r>
          </a:p>
          <a:p>
            <a:pPr>
              <a:lnSpc>
                <a:spcPct val="75000"/>
              </a:lnSpc>
            </a:pPr>
            <a:r>
              <a:rPr lang="en-US" altLang="en-US" sz="800">
                <a:solidFill>
                  <a:schemeClr val="tx1"/>
                </a:solidFill>
                <a:latin typeface="Courier New" panose="02070309020205020404" pitchFamily="49" charset="0"/>
              </a:rPr>
              <a:t>    LAST DETAIL 42</a:t>
            </a:r>
          </a:p>
          <a:p>
            <a:pPr>
              <a:lnSpc>
                <a:spcPct val="75000"/>
              </a:lnSpc>
            </a:pPr>
            <a:r>
              <a:rPr lang="en-US" altLang="en-US" sz="800">
                <a:solidFill>
                  <a:schemeClr val="tx1"/>
                </a:solidFill>
                <a:latin typeface="Courier New" panose="02070309020205020404" pitchFamily="49" charset="0"/>
              </a:rPr>
              <a:t>    FOOTING 52.</a:t>
            </a:r>
          </a:p>
          <a:p>
            <a:pPr>
              <a:lnSpc>
                <a:spcPct val="75000"/>
              </a:lnSpc>
            </a:pPr>
            <a:endParaRPr lang="en-US" altLang="en-US" sz="800">
              <a:solidFill>
                <a:schemeClr val="tx1"/>
              </a:solidFill>
              <a:latin typeface="Courier New" panose="02070309020205020404" pitchFamily="49" charset="0"/>
            </a:endParaRPr>
          </a:p>
          <a:p>
            <a:pPr>
              <a:lnSpc>
                <a:spcPct val="75000"/>
              </a:lnSpc>
            </a:pPr>
            <a:r>
              <a:rPr lang="en-US" altLang="en-US" sz="800">
                <a:solidFill>
                  <a:schemeClr val="tx1"/>
                </a:solidFill>
                <a:latin typeface="Courier New" panose="02070309020205020404" pitchFamily="49" charset="0"/>
              </a:rPr>
              <a:t>01  </a:t>
            </a:r>
            <a:r>
              <a:rPr lang="en-US" altLang="en-US" sz="800" b="1">
                <a:latin typeface="Courier New" panose="02070309020205020404" pitchFamily="49" charset="0"/>
              </a:rPr>
              <a:t>TYPE IS PAGE HEADING.</a:t>
            </a:r>
            <a:endParaRPr lang="en-US" altLang="en-US" sz="800">
              <a:solidFill>
                <a:schemeClr val="tx1"/>
              </a:solidFill>
              <a:latin typeface="Courier New" panose="02070309020205020404" pitchFamily="49" charset="0"/>
            </a:endParaRPr>
          </a:p>
          <a:p>
            <a:pPr>
              <a:lnSpc>
                <a:spcPct val="75000"/>
              </a:lnSpc>
            </a:pPr>
            <a:r>
              <a:rPr lang="en-US" altLang="en-US" sz="800">
                <a:solidFill>
                  <a:schemeClr val="tx1"/>
                </a:solidFill>
                <a:latin typeface="Courier New" panose="02070309020205020404" pitchFamily="49" charset="0"/>
              </a:rPr>
              <a:t>    02 LINE 1.</a:t>
            </a:r>
          </a:p>
          <a:p>
            <a:pPr>
              <a:lnSpc>
                <a:spcPct val="75000"/>
              </a:lnSpc>
            </a:pPr>
            <a:r>
              <a:rPr lang="en-US" altLang="en-US" sz="800">
                <a:solidFill>
                  <a:schemeClr val="tx1"/>
                </a:solidFill>
                <a:latin typeface="Courier New" panose="02070309020205020404" pitchFamily="49" charset="0"/>
              </a:rPr>
              <a:t>       03 COLUMN 12     PIC X(32)</a:t>
            </a:r>
          </a:p>
          <a:p>
            <a:pPr>
              <a:lnSpc>
                <a:spcPct val="75000"/>
              </a:lnSpc>
            </a:pPr>
            <a:r>
              <a:rPr lang="en-US" altLang="en-US" sz="800">
                <a:solidFill>
                  <a:schemeClr val="tx1"/>
                </a:solidFill>
                <a:latin typeface="Courier New" panose="02070309020205020404" pitchFamily="49" charset="0"/>
              </a:rPr>
              <a:t>                      VALUE "An example COBOL Report Program".</a:t>
            </a:r>
          </a:p>
          <a:p>
            <a:pPr>
              <a:lnSpc>
                <a:spcPct val="75000"/>
              </a:lnSpc>
            </a:pPr>
            <a:endParaRPr lang="en-US" altLang="en-US" sz="800">
              <a:solidFill>
                <a:schemeClr val="tx1"/>
              </a:solidFill>
              <a:latin typeface="Courier New" panose="02070309020205020404" pitchFamily="49" charset="0"/>
            </a:endParaRPr>
          </a:p>
          <a:p>
            <a:pPr>
              <a:lnSpc>
                <a:spcPct val="75000"/>
              </a:lnSpc>
            </a:pPr>
            <a:r>
              <a:rPr lang="en-US" altLang="en-US" sz="800">
                <a:solidFill>
                  <a:schemeClr val="tx1"/>
                </a:solidFill>
                <a:latin typeface="Courier New" panose="02070309020205020404" pitchFamily="49" charset="0"/>
              </a:rPr>
              <a:t>    02 LINE 2.</a:t>
            </a:r>
          </a:p>
          <a:p>
            <a:pPr>
              <a:lnSpc>
                <a:spcPct val="75000"/>
              </a:lnSpc>
            </a:pPr>
            <a:r>
              <a:rPr lang="en-US" altLang="en-US" sz="800">
                <a:solidFill>
                  <a:schemeClr val="tx1"/>
                </a:solidFill>
                <a:latin typeface="Courier New" panose="02070309020205020404" pitchFamily="49" charset="0"/>
              </a:rPr>
              <a:t>       03 COLUMN 6      PIC X(17)</a:t>
            </a:r>
          </a:p>
          <a:p>
            <a:pPr>
              <a:lnSpc>
                <a:spcPct val="75000"/>
              </a:lnSpc>
            </a:pPr>
            <a:r>
              <a:rPr lang="en-US" altLang="en-US" sz="800">
                <a:solidFill>
                  <a:schemeClr val="tx1"/>
                </a:solidFill>
                <a:latin typeface="Courier New" panose="02070309020205020404" pitchFamily="49" charset="0"/>
              </a:rPr>
              <a:t>          VALUE "Bible Salesperson".</a:t>
            </a:r>
          </a:p>
          <a:p>
            <a:pPr>
              <a:lnSpc>
                <a:spcPct val="75000"/>
              </a:lnSpc>
            </a:pPr>
            <a:r>
              <a:rPr lang="en-US" altLang="en-US" sz="800">
                <a:solidFill>
                  <a:schemeClr val="tx1"/>
                </a:solidFill>
                <a:latin typeface="Courier New" panose="02070309020205020404" pitchFamily="49" charset="0"/>
              </a:rPr>
              <a:t>       03 COLUMN 23     PIC X(26)</a:t>
            </a:r>
          </a:p>
          <a:p>
            <a:pPr>
              <a:lnSpc>
                <a:spcPct val="75000"/>
              </a:lnSpc>
            </a:pPr>
            <a:r>
              <a:rPr lang="en-US" altLang="en-US" sz="800">
                <a:solidFill>
                  <a:schemeClr val="tx1"/>
                </a:solidFill>
                <a:latin typeface="Courier New" panose="02070309020205020404" pitchFamily="49" charset="0"/>
              </a:rPr>
              <a:t>          VALUE " - Sales and Salary Report".</a:t>
            </a:r>
          </a:p>
          <a:p>
            <a:pPr>
              <a:lnSpc>
                <a:spcPct val="75000"/>
              </a:lnSpc>
            </a:pPr>
            <a:endParaRPr lang="en-US" altLang="en-US" sz="800">
              <a:solidFill>
                <a:schemeClr val="tx1"/>
              </a:solidFill>
              <a:latin typeface="Courier New" panose="02070309020205020404" pitchFamily="49" charset="0"/>
            </a:endParaRPr>
          </a:p>
          <a:p>
            <a:pPr>
              <a:lnSpc>
                <a:spcPct val="75000"/>
              </a:lnSpc>
            </a:pPr>
            <a:r>
              <a:rPr lang="en-US" altLang="en-US" sz="800">
                <a:solidFill>
                  <a:schemeClr val="tx1"/>
                </a:solidFill>
                <a:latin typeface="Courier New" panose="02070309020205020404" pitchFamily="49" charset="0"/>
              </a:rPr>
              <a:t>    02 LINE 4.</a:t>
            </a:r>
          </a:p>
          <a:p>
            <a:pPr>
              <a:lnSpc>
                <a:spcPct val="75000"/>
              </a:lnSpc>
            </a:pPr>
            <a:r>
              <a:rPr lang="en-US" altLang="en-US" sz="800">
                <a:solidFill>
                  <a:schemeClr val="tx1"/>
                </a:solidFill>
                <a:latin typeface="Courier New" panose="02070309020205020404" pitchFamily="49" charset="0"/>
              </a:rPr>
              <a:t>       03 COLUMN 2      PIC X(4)  VALUE "City".</a:t>
            </a:r>
          </a:p>
          <a:p>
            <a:pPr>
              <a:lnSpc>
                <a:spcPct val="75000"/>
              </a:lnSpc>
            </a:pPr>
            <a:r>
              <a:rPr lang="en-US" altLang="en-US" sz="800">
                <a:solidFill>
                  <a:schemeClr val="tx1"/>
                </a:solidFill>
                <a:latin typeface="Courier New" panose="02070309020205020404" pitchFamily="49" charset="0"/>
              </a:rPr>
              <a:t>       03 COLUMN 12     PIC X(11) VALUE "Salesperson".</a:t>
            </a:r>
          </a:p>
          <a:p>
            <a:pPr>
              <a:lnSpc>
                <a:spcPct val="75000"/>
              </a:lnSpc>
            </a:pPr>
            <a:r>
              <a:rPr lang="en-US" altLang="en-US" sz="800">
                <a:solidFill>
                  <a:schemeClr val="tx1"/>
                </a:solidFill>
                <a:latin typeface="Courier New" panose="02070309020205020404" pitchFamily="49" charset="0"/>
              </a:rPr>
              <a:t>       03 COLUMN 28     PIC X(4)  VALUE "Sale".</a:t>
            </a:r>
          </a:p>
          <a:p>
            <a:pPr>
              <a:lnSpc>
                <a:spcPct val="75000"/>
              </a:lnSpc>
            </a:pPr>
            <a:endParaRPr lang="en-US" altLang="en-US" sz="800">
              <a:solidFill>
                <a:schemeClr val="tx1"/>
              </a:solidFill>
              <a:latin typeface="Courier New" panose="02070309020205020404" pitchFamily="49" charset="0"/>
            </a:endParaRPr>
          </a:p>
          <a:p>
            <a:pPr>
              <a:lnSpc>
                <a:spcPct val="75000"/>
              </a:lnSpc>
            </a:pPr>
            <a:r>
              <a:rPr lang="en-US" altLang="en-US" sz="800">
                <a:solidFill>
                  <a:schemeClr val="tx1"/>
                </a:solidFill>
                <a:latin typeface="Courier New" panose="02070309020205020404" pitchFamily="49" charset="0"/>
              </a:rPr>
              <a:t>    02 LINE 5.</a:t>
            </a:r>
          </a:p>
          <a:p>
            <a:pPr>
              <a:lnSpc>
                <a:spcPct val="75000"/>
              </a:lnSpc>
            </a:pPr>
            <a:r>
              <a:rPr lang="en-US" altLang="en-US" sz="800">
                <a:solidFill>
                  <a:schemeClr val="tx1"/>
                </a:solidFill>
                <a:latin typeface="Courier New" panose="02070309020205020404" pitchFamily="49" charset="0"/>
              </a:rPr>
              <a:t>       03 COLUMN 2      PIC X(4)  VALUE "Name".</a:t>
            </a:r>
          </a:p>
          <a:p>
            <a:pPr>
              <a:lnSpc>
                <a:spcPct val="75000"/>
              </a:lnSpc>
            </a:pPr>
            <a:r>
              <a:rPr lang="en-US" altLang="en-US" sz="800">
                <a:solidFill>
                  <a:schemeClr val="tx1"/>
                </a:solidFill>
                <a:latin typeface="Courier New" panose="02070309020205020404" pitchFamily="49" charset="0"/>
              </a:rPr>
              <a:t>       03 COLUMN 13     PIC X(6)  VALUE "Number".</a:t>
            </a:r>
          </a:p>
          <a:p>
            <a:pPr>
              <a:lnSpc>
                <a:spcPct val="75000"/>
              </a:lnSpc>
            </a:pPr>
            <a:r>
              <a:rPr lang="en-US" altLang="en-US" sz="800">
                <a:solidFill>
                  <a:schemeClr val="tx1"/>
                </a:solidFill>
                <a:latin typeface="Courier New" panose="02070309020205020404" pitchFamily="49" charset="0"/>
              </a:rPr>
              <a:t>       03 COLUMN 28     PIC X(5)  VALUE "Value".</a:t>
            </a:r>
          </a:p>
          <a:p>
            <a:pPr>
              <a:lnSpc>
                <a:spcPct val="75000"/>
              </a:lnSpc>
            </a:pPr>
            <a:endParaRPr lang="en-US" altLang="en-US" sz="800">
              <a:solidFill>
                <a:schemeClr val="tx1"/>
              </a:solidFill>
              <a:latin typeface="Courier New" panose="02070309020205020404" pitchFamily="49" charset="0"/>
            </a:endParaRPr>
          </a:p>
          <a:p>
            <a:pPr>
              <a:lnSpc>
                <a:spcPct val="75000"/>
              </a:lnSpc>
            </a:pPr>
            <a:r>
              <a:rPr lang="en-US" altLang="en-US" sz="800">
                <a:solidFill>
                  <a:schemeClr val="tx1"/>
                </a:solidFill>
                <a:latin typeface="Courier New" panose="02070309020205020404" pitchFamily="49" charset="0"/>
              </a:rPr>
              <a:t>01  DetailLine TYPE IS DETAIL.</a:t>
            </a:r>
          </a:p>
          <a:p>
            <a:pPr>
              <a:lnSpc>
                <a:spcPct val="75000"/>
              </a:lnSpc>
            </a:pPr>
            <a:r>
              <a:rPr lang="en-US" altLang="en-US" sz="800">
                <a:solidFill>
                  <a:schemeClr val="tx1"/>
                </a:solidFill>
                <a:latin typeface="Courier New" panose="02070309020205020404" pitchFamily="49" charset="0"/>
              </a:rPr>
              <a:t>    02 LINE IS PLUS 1.</a:t>
            </a:r>
          </a:p>
          <a:p>
            <a:pPr>
              <a:lnSpc>
                <a:spcPct val="75000"/>
              </a:lnSpc>
            </a:pPr>
            <a:r>
              <a:rPr lang="en-US" altLang="en-US" sz="800">
                <a:solidFill>
                  <a:schemeClr val="tx1"/>
                </a:solidFill>
                <a:latin typeface="Courier New" panose="02070309020205020404" pitchFamily="49" charset="0"/>
              </a:rPr>
              <a:t>       03 COLUMN 1      PIC X(9)</a:t>
            </a:r>
          </a:p>
          <a:p>
            <a:pPr>
              <a:lnSpc>
                <a:spcPct val="75000"/>
              </a:lnSpc>
            </a:pPr>
            <a:r>
              <a:rPr lang="en-US" altLang="en-US" sz="800">
                <a:solidFill>
                  <a:schemeClr val="tx1"/>
                </a:solidFill>
                <a:latin typeface="Courier New" panose="02070309020205020404" pitchFamily="49" charset="0"/>
              </a:rPr>
              <a:t>                        SOURCE CityName(CityCode).</a:t>
            </a:r>
          </a:p>
          <a:p>
            <a:pPr>
              <a:lnSpc>
                <a:spcPct val="75000"/>
              </a:lnSpc>
            </a:pPr>
            <a:r>
              <a:rPr lang="en-US" altLang="en-US" sz="800">
                <a:solidFill>
                  <a:schemeClr val="tx1"/>
                </a:solidFill>
                <a:latin typeface="Courier New" panose="02070309020205020404" pitchFamily="49" charset="0"/>
              </a:rPr>
              <a:t>       03 COLUMN 15     PIC 9</a:t>
            </a:r>
          </a:p>
          <a:p>
            <a:pPr>
              <a:lnSpc>
                <a:spcPct val="75000"/>
              </a:lnSpc>
            </a:pPr>
            <a:r>
              <a:rPr lang="en-US" altLang="en-US" sz="800">
                <a:solidFill>
                  <a:schemeClr val="tx1"/>
                </a:solidFill>
                <a:latin typeface="Courier New" panose="02070309020205020404" pitchFamily="49" charset="0"/>
              </a:rPr>
              <a:t>                        SOURCE SalesPersonNum.</a:t>
            </a:r>
          </a:p>
          <a:p>
            <a:pPr>
              <a:lnSpc>
                <a:spcPct val="75000"/>
              </a:lnSpc>
            </a:pPr>
            <a:r>
              <a:rPr lang="en-US" altLang="en-US" sz="800">
                <a:solidFill>
                  <a:schemeClr val="tx1"/>
                </a:solidFill>
                <a:latin typeface="Courier New" panose="02070309020205020404" pitchFamily="49" charset="0"/>
              </a:rPr>
              <a:t>       03 COLUMN 25     PIC $$,$$$.99 SOURCE ValueOfSale.</a:t>
            </a:r>
          </a:p>
          <a:p>
            <a:pPr>
              <a:lnSpc>
                <a:spcPct val="75000"/>
              </a:lnSpc>
            </a:pPr>
            <a:endParaRPr lang="en-US" altLang="en-US" sz="800">
              <a:solidFill>
                <a:schemeClr val="tx1"/>
              </a:solidFill>
              <a:latin typeface="Courier New" panose="02070309020205020404" pitchFamily="49" charset="0"/>
            </a:endParaRPr>
          </a:p>
          <a:p>
            <a:pPr>
              <a:lnSpc>
                <a:spcPct val="75000"/>
              </a:lnSpc>
            </a:pPr>
            <a:endParaRPr lang="en-US" altLang="en-US" sz="800">
              <a:solidFill>
                <a:schemeClr val="tx1"/>
              </a:solidFill>
              <a:latin typeface="Courier New" panose="02070309020205020404" pitchFamily="49" charset="0"/>
            </a:endParaRPr>
          </a:p>
          <a:p>
            <a:pPr>
              <a:lnSpc>
                <a:spcPct val="75000"/>
              </a:lnSpc>
            </a:pPr>
            <a:r>
              <a:rPr lang="en-US" altLang="en-US" sz="800">
                <a:solidFill>
                  <a:schemeClr val="tx1"/>
                </a:solidFill>
                <a:latin typeface="Courier New" panose="02070309020205020404" pitchFamily="49" charset="0"/>
              </a:rPr>
              <a:t>01  SalesPersonGrp</a:t>
            </a:r>
          </a:p>
          <a:p>
            <a:pPr>
              <a:lnSpc>
                <a:spcPct val="75000"/>
              </a:lnSpc>
            </a:pPr>
            <a:r>
              <a:rPr lang="en-US" altLang="en-US" sz="800">
                <a:solidFill>
                  <a:schemeClr val="tx1"/>
                </a:solidFill>
                <a:latin typeface="Courier New" panose="02070309020205020404" pitchFamily="49" charset="0"/>
              </a:rPr>
              <a:t>    TYPE IS CONTROL FOOTING SalesPersonNum NEXT GROUP PLUS 2.</a:t>
            </a:r>
          </a:p>
          <a:p>
            <a:pPr>
              <a:lnSpc>
                <a:spcPct val="75000"/>
              </a:lnSpc>
            </a:pPr>
            <a:r>
              <a:rPr lang="en-US" altLang="en-US" sz="800">
                <a:solidFill>
                  <a:schemeClr val="tx1"/>
                </a:solidFill>
                <a:latin typeface="Courier New" panose="02070309020205020404" pitchFamily="49" charset="0"/>
              </a:rPr>
              <a:t>    02 LINE IS PLUS 1.</a:t>
            </a:r>
          </a:p>
          <a:p>
            <a:pPr>
              <a:lnSpc>
                <a:spcPct val="75000"/>
              </a:lnSpc>
            </a:pPr>
            <a:r>
              <a:rPr lang="en-US" altLang="en-US" sz="800">
                <a:solidFill>
                  <a:schemeClr val="tx1"/>
                </a:solidFill>
                <a:latin typeface="Courier New" panose="02070309020205020404" pitchFamily="49" charset="0"/>
              </a:rPr>
              <a:t>       03 COLUMN 15     PIC X(21) </a:t>
            </a:r>
          </a:p>
          <a:p>
            <a:pPr>
              <a:lnSpc>
                <a:spcPct val="75000"/>
              </a:lnSpc>
            </a:pPr>
            <a:r>
              <a:rPr lang="en-US" altLang="en-US" sz="800">
                <a:solidFill>
                  <a:schemeClr val="tx1"/>
                </a:solidFill>
                <a:latin typeface="Courier New" panose="02070309020205020404" pitchFamily="49" charset="0"/>
              </a:rPr>
              <a:t>                        VALUE "Sales for salesperson".</a:t>
            </a:r>
          </a:p>
          <a:p>
            <a:pPr>
              <a:lnSpc>
                <a:spcPct val="75000"/>
              </a:lnSpc>
            </a:pPr>
            <a:r>
              <a:rPr lang="en-US" altLang="en-US" sz="800">
                <a:solidFill>
                  <a:schemeClr val="tx1"/>
                </a:solidFill>
                <a:latin typeface="Courier New" panose="02070309020205020404" pitchFamily="49" charset="0"/>
              </a:rPr>
              <a:t>       03 COLUMN 37     PIC 9 SOURCE SalesPersonNum.</a:t>
            </a:r>
          </a:p>
          <a:p>
            <a:pPr>
              <a:lnSpc>
                <a:spcPct val="75000"/>
              </a:lnSpc>
            </a:pPr>
            <a:r>
              <a:rPr lang="en-US" altLang="en-US" sz="800">
                <a:solidFill>
                  <a:schemeClr val="tx1"/>
                </a:solidFill>
                <a:latin typeface="Courier New" panose="02070309020205020404" pitchFamily="49" charset="0"/>
              </a:rPr>
              <a:t>       03 COLUMN 43     PIC X VALUE "=".</a:t>
            </a:r>
          </a:p>
          <a:p>
            <a:pPr>
              <a:lnSpc>
                <a:spcPct val="75000"/>
              </a:lnSpc>
            </a:pPr>
            <a:r>
              <a:rPr lang="en-US" altLang="en-US" sz="800">
                <a:solidFill>
                  <a:schemeClr val="tx1"/>
                </a:solidFill>
                <a:latin typeface="Courier New" panose="02070309020205020404" pitchFamily="49" charset="0"/>
              </a:rPr>
              <a:t>       03 SMS COLUMN 45 PIC $$$$$,$$$.99 SUM ValueOfSale.</a:t>
            </a:r>
          </a:p>
          <a:p>
            <a:pPr>
              <a:lnSpc>
                <a:spcPct val="75000"/>
              </a:lnSpc>
            </a:pPr>
            <a:endParaRPr lang="en-US" altLang="en-US" sz="800">
              <a:solidFill>
                <a:schemeClr val="tx1"/>
              </a:solidFill>
              <a:latin typeface="Courier New" panose="02070309020205020404" pitchFamily="49" charset="0"/>
            </a:endParaRPr>
          </a:p>
          <a:p>
            <a:pPr>
              <a:lnSpc>
                <a:spcPct val="75000"/>
              </a:lnSpc>
            </a:pPr>
            <a:endParaRPr lang="en-US" altLang="en-US" sz="800">
              <a:solidFill>
                <a:schemeClr val="tx1"/>
              </a:solidFill>
              <a:latin typeface="Courier New" panose="02070309020205020404" pitchFamily="49" charset="0"/>
            </a:endParaRPr>
          </a:p>
          <a:p>
            <a:pPr>
              <a:lnSpc>
                <a:spcPct val="75000"/>
              </a:lnSpc>
            </a:pPr>
            <a:r>
              <a:rPr lang="en-US" altLang="en-US" sz="800">
                <a:solidFill>
                  <a:schemeClr val="tx1"/>
                </a:solidFill>
                <a:latin typeface="Courier New" panose="02070309020205020404" pitchFamily="49" charset="0"/>
              </a:rPr>
              <a:t>01  TYPE IS PAGE FOOTING.</a:t>
            </a:r>
          </a:p>
          <a:p>
            <a:pPr>
              <a:lnSpc>
                <a:spcPct val="75000"/>
              </a:lnSpc>
            </a:pPr>
            <a:r>
              <a:rPr lang="en-US" altLang="en-US" sz="800">
                <a:solidFill>
                  <a:schemeClr val="tx1"/>
                </a:solidFill>
                <a:latin typeface="Courier New" panose="02070309020205020404" pitchFamily="49" charset="0"/>
              </a:rPr>
              <a:t>    02 LINE IS 53.</a:t>
            </a:r>
          </a:p>
          <a:p>
            <a:pPr>
              <a:lnSpc>
                <a:spcPct val="75000"/>
              </a:lnSpc>
            </a:pPr>
            <a:r>
              <a:rPr lang="en-US" altLang="en-US" sz="800">
                <a:solidFill>
                  <a:schemeClr val="tx1"/>
                </a:solidFill>
                <a:latin typeface="Courier New" panose="02070309020205020404" pitchFamily="49" charset="0"/>
              </a:rPr>
              <a:t>       03 COLUMN 1      PIC X(29) </a:t>
            </a:r>
          </a:p>
          <a:p>
            <a:pPr>
              <a:lnSpc>
                <a:spcPct val="75000"/>
              </a:lnSpc>
            </a:pPr>
            <a:r>
              <a:rPr lang="en-US" altLang="en-US" sz="800">
                <a:solidFill>
                  <a:schemeClr val="tx1"/>
                </a:solidFill>
                <a:latin typeface="Courier New" panose="02070309020205020404" pitchFamily="49" charset="0"/>
              </a:rPr>
              <a:t>                        VALUE "Programmer - Michael Coughlan".</a:t>
            </a:r>
          </a:p>
          <a:p>
            <a:pPr>
              <a:lnSpc>
                <a:spcPct val="75000"/>
              </a:lnSpc>
            </a:pPr>
            <a:r>
              <a:rPr lang="en-US" altLang="en-US" sz="800">
                <a:solidFill>
                  <a:schemeClr val="tx1"/>
                </a:solidFill>
                <a:latin typeface="Courier New" panose="02070309020205020404" pitchFamily="49" charset="0"/>
              </a:rPr>
              <a:t>       03 COLUMN 45     PIC X(6) VALUE "Page :".</a:t>
            </a:r>
          </a:p>
          <a:p>
            <a:pPr>
              <a:lnSpc>
                <a:spcPct val="75000"/>
              </a:lnSpc>
            </a:pPr>
            <a:r>
              <a:rPr lang="en-US" altLang="en-US" sz="800">
                <a:solidFill>
                  <a:schemeClr val="tx1"/>
                </a:solidFill>
                <a:latin typeface="Courier New" panose="02070309020205020404" pitchFamily="49" charset="0"/>
              </a:rPr>
              <a:t>       03 COLUMN 52     PIC Z9 SOURCE PAGE-COUNTER.</a:t>
            </a:r>
          </a:p>
        </p:txBody>
      </p:sp>
      <p:sp>
        <p:nvSpPr>
          <p:cNvPr id="6147" name="AutoShape 3">
            <a:extLst>
              <a:ext uri="{FF2B5EF4-FFF2-40B4-BE49-F238E27FC236}">
                <a16:creationId xmlns:a16="http://schemas.microsoft.com/office/drawing/2014/main" id="{30DA9AF3-E05E-965F-3481-535D5440B0C1}"/>
              </a:ext>
            </a:extLst>
          </p:cNvPr>
          <p:cNvSpPr>
            <a:spLocks noChangeArrowheads="1"/>
          </p:cNvSpPr>
          <p:nvPr/>
        </p:nvSpPr>
        <p:spPr bwMode="auto">
          <a:xfrm flipH="1">
            <a:off x="1978025" y="53975"/>
            <a:ext cx="1749425" cy="989542"/>
          </a:xfrm>
          <a:prstGeom prst="wedgeRoundRectCallout">
            <a:avLst>
              <a:gd name="adj1" fmla="val -48838"/>
              <a:gd name="adj2" fmla="val 66667"/>
              <a:gd name="adj3" fmla="val 16667"/>
            </a:avLst>
          </a:prstGeom>
          <a:solidFill>
            <a:srgbClr val="FFFFC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algn="ctr">
              <a:lnSpc>
                <a:spcPct val="85000"/>
              </a:lnSpc>
            </a:pPr>
            <a:r>
              <a:rPr lang="en-US" altLang="en-US" sz="1000">
                <a:solidFill>
                  <a:schemeClr val="tx1"/>
                </a:solidFill>
              </a:rPr>
              <a:t>Report groups are defined in the REPORT SECTION.  </a:t>
            </a:r>
          </a:p>
          <a:p>
            <a:pPr algn="ctr">
              <a:lnSpc>
                <a:spcPct val="85000"/>
              </a:lnSpc>
            </a:pPr>
            <a:endParaRPr lang="en-US" altLang="en-US" sz="1000">
              <a:solidFill>
                <a:schemeClr val="tx1"/>
              </a:solidFill>
            </a:endParaRPr>
          </a:p>
          <a:p>
            <a:pPr algn="ctr">
              <a:lnSpc>
                <a:spcPct val="85000"/>
              </a:lnSpc>
            </a:pPr>
            <a:r>
              <a:rPr lang="en-US" altLang="en-US" sz="1000">
                <a:solidFill>
                  <a:schemeClr val="tx1"/>
                </a:solidFill>
              </a:rPr>
              <a:t>Let’s start by defining the report group that must be printed when a page heading is required.</a:t>
            </a:r>
          </a:p>
        </p:txBody>
      </p:sp>
      <p:sp>
        <p:nvSpPr>
          <p:cNvPr id="6148" name="AutoShape 4">
            <a:extLst>
              <a:ext uri="{FF2B5EF4-FFF2-40B4-BE49-F238E27FC236}">
                <a16:creationId xmlns:a16="http://schemas.microsoft.com/office/drawing/2014/main" id="{E65D1F78-E914-BF9A-49C5-8B0824DE565C}"/>
              </a:ext>
            </a:extLst>
          </p:cNvPr>
          <p:cNvSpPr>
            <a:spLocks noChangeArrowheads="1"/>
          </p:cNvSpPr>
          <p:nvPr/>
        </p:nvSpPr>
        <p:spPr bwMode="auto">
          <a:xfrm flipH="1">
            <a:off x="1978025" y="53975"/>
            <a:ext cx="1749425" cy="989542"/>
          </a:xfrm>
          <a:prstGeom prst="wedgeRoundRectCallout">
            <a:avLst>
              <a:gd name="adj1" fmla="val -48838"/>
              <a:gd name="adj2" fmla="val 66667"/>
              <a:gd name="adj3" fmla="val 16667"/>
            </a:avLst>
          </a:prstGeom>
          <a:solidFill>
            <a:srgbClr val="FFFFC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algn="ctr">
              <a:lnSpc>
                <a:spcPct val="85000"/>
              </a:lnSpc>
            </a:pPr>
            <a:r>
              <a:rPr lang="en-US" altLang="en-US" sz="1000">
                <a:solidFill>
                  <a:schemeClr val="tx1"/>
                </a:solidFill>
              </a:rPr>
              <a:t>Each report group is a record and must start with a 01 level number.  There are 7 possible types of report group and the the first entry in the report group must specify what type the group is.  </a:t>
            </a:r>
          </a:p>
        </p:txBody>
      </p:sp>
      <p:sp>
        <p:nvSpPr>
          <p:cNvPr id="6149" name="AutoShape 5">
            <a:extLst>
              <a:ext uri="{FF2B5EF4-FFF2-40B4-BE49-F238E27FC236}">
                <a16:creationId xmlns:a16="http://schemas.microsoft.com/office/drawing/2014/main" id="{5660612F-3305-03F5-74F7-703680059295}"/>
              </a:ext>
            </a:extLst>
          </p:cNvPr>
          <p:cNvSpPr>
            <a:spLocks noChangeArrowheads="1"/>
          </p:cNvSpPr>
          <p:nvPr/>
        </p:nvSpPr>
        <p:spPr bwMode="auto">
          <a:xfrm flipH="1">
            <a:off x="1978025" y="53975"/>
            <a:ext cx="1749425" cy="989542"/>
          </a:xfrm>
          <a:prstGeom prst="wedgeRoundRectCallout">
            <a:avLst>
              <a:gd name="adj1" fmla="val -48838"/>
              <a:gd name="adj2" fmla="val 66667"/>
              <a:gd name="adj3" fmla="val 16667"/>
            </a:avLst>
          </a:prstGeom>
          <a:solidFill>
            <a:srgbClr val="FFFFC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algn="ctr">
              <a:lnSpc>
                <a:spcPct val="85000"/>
              </a:lnSpc>
            </a:pPr>
            <a:r>
              <a:rPr lang="en-US" altLang="en-US" sz="1000">
                <a:solidFill>
                  <a:schemeClr val="tx1"/>
                </a:solidFill>
              </a:rPr>
              <a:t>In this case it is a PAGE HEADING group. </a:t>
            </a:r>
          </a:p>
          <a:p>
            <a:pPr algn="ctr">
              <a:lnSpc>
                <a:spcPct val="85000"/>
              </a:lnSpc>
            </a:pPr>
            <a:endParaRPr lang="en-US" altLang="en-US" sz="1000">
              <a:solidFill>
                <a:schemeClr val="tx1"/>
              </a:solidFill>
            </a:endParaRPr>
          </a:p>
          <a:p>
            <a:pPr algn="ctr">
              <a:lnSpc>
                <a:spcPct val="85000"/>
              </a:lnSpc>
            </a:pPr>
            <a:r>
              <a:rPr lang="en-US" altLang="en-US" sz="1000">
                <a:solidFill>
                  <a:schemeClr val="tx1"/>
                </a:solidFill>
              </a:rPr>
              <a:t>Note that we do not need to give the group record a name if we don’t refer to it later.</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6148"/>
                                        </p:tgtEl>
                                        <p:attrNameLst>
                                          <p:attrName>style.visibility</p:attrName>
                                        </p:attrNameLst>
                                      </p:cBhvr>
                                      <p:to>
                                        <p:strVal val="visible"/>
                                      </p:to>
                                    </p:set>
                                  </p:childTnLst>
                                  <p:subTnLst>
                                    <p:set>
                                      <p:cBhvr override="childStyle">
                                        <p:cTn dur="1" fill="hold" display="0" masterRel="nextClick" afterEffect="1"/>
                                        <p:tgtEl>
                                          <p:spTgt spid="6148"/>
                                        </p:tgtEl>
                                        <p:attrNameLst>
                                          <p:attrName>style.visibility</p:attrName>
                                        </p:attrNameLst>
                                      </p:cBhvr>
                                      <p:to>
                                        <p:strVal val="hidden"/>
                                      </p:to>
                                    </p:set>
                                  </p:sub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6149"/>
                                        </p:tgtEl>
                                        <p:attrNameLst>
                                          <p:attrName>style.visibility</p:attrName>
                                        </p:attrNameLst>
                                      </p:cBhvr>
                                      <p:to>
                                        <p:strVal val="visible"/>
                                      </p:to>
                                    </p:set>
                                  </p:childTnLst>
                                  <p:subTnLst>
                                    <p:set>
                                      <p:cBhvr override="childStyle">
                                        <p:cTn dur="1" fill="hold" display="0" masterRel="nextClick" afterEffect="1"/>
                                        <p:tgtEl>
                                          <p:spTgt spid="6149"/>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8" grpId="0" animBg="1" autoUpdateAnimBg="0"/>
      <p:bldP spid="6149" grpId="0" animBg="1"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A1E5F2CE-7FA4-9071-7AD2-F2EEF7C64ADE}"/>
              </a:ext>
            </a:extLst>
          </p:cNvPr>
          <p:cNvSpPr>
            <a:spLocks noChangeArrowheads="1"/>
          </p:cNvSpPr>
          <p:nvPr/>
        </p:nvSpPr>
        <p:spPr bwMode="auto">
          <a:xfrm>
            <a:off x="0" y="28575"/>
            <a:ext cx="3871913" cy="5156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46038" tIns="46038" rIns="46038" bIns="46038">
            <a:spAutoFit/>
          </a:bodyPr>
          <a:lstStyle/>
          <a:p>
            <a:pPr>
              <a:lnSpc>
                <a:spcPct val="75000"/>
              </a:lnSpc>
            </a:pPr>
            <a:r>
              <a:rPr lang="en-US" altLang="en-US" sz="800">
                <a:solidFill>
                  <a:schemeClr val="tx1"/>
                </a:solidFill>
                <a:latin typeface="Courier New" panose="02070309020205020404" pitchFamily="49" charset="0"/>
              </a:rPr>
              <a:t>REPORT SECTION.</a:t>
            </a:r>
          </a:p>
          <a:p>
            <a:pPr>
              <a:lnSpc>
                <a:spcPct val="75000"/>
              </a:lnSpc>
            </a:pPr>
            <a:r>
              <a:rPr lang="en-US" altLang="en-US" sz="800">
                <a:solidFill>
                  <a:schemeClr val="tx1"/>
                </a:solidFill>
                <a:latin typeface="Courier New" panose="02070309020205020404" pitchFamily="49" charset="0"/>
              </a:rPr>
              <a:t>RD  SalesReport</a:t>
            </a:r>
          </a:p>
          <a:p>
            <a:pPr>
              <a:lnSpc>
                <a:spcPct val="75000"/>
              </a:lnSpc>
            </a:pPr>
            <a:r>
              <a:rPr lang="en-US" altLang="en-US" sz="800">
                <a:solidFill>
                  <a:schemeClr val="tx1"/>
                </a:solidFill>
                <a:latin typeface="Courier New" panose="02070309020205020404" pitchFamily="49" charset="0"/>
              </a:rPr>
              <a:t>    CONTROLS ARE SalesPersonNum </a:t>
            </a:r>
          </a:p>
          <a:p>
            <a:pPr>
              <a:lnSpc>
                <a:spcPct val="75000"/>
              </a:lnSpc>
            </a:pPr>
            <a:r>
              <a:rPr lang="en-US" altLang="en-US" sz="800">
                <a:solidFill>
                  <a:schemeClr val="tx1"/>
                </a:solidFill>
                <a:latin typeface="Courier New" panose="02070309020205020404" pitchFamily="49" charset="0"/>
              </a:rPr>
              <a:t>    PAGE LIMIT IS 66</a:t>
            </a:r>
          </a:p>
          <a:p>
            <a:pPr>
              <a:lnSpc>
                <a:spcPct val="75000"/>
              </a:lnSpc>
            </a:pPr>
            <a:r>
              <a:rPr lang="en-US" altLang="en-US" sz="800">
                <a:solidFill>
                  <a:schemeClr val="tx1"/>
                </a:solidFill>
                <a:latin typeface="Courier New" panose="02070309020205020404" pitchFamily="49" charset="0"/>
              </a:rPr>
              <a:t>    HEADING 1</a:t>
            </a:r>
          </a:p>
          <a:p>
            <a:pPr>
              <a:lnSpc>
                <a:spcPct val="75000"/>
              </a:lnSpc>
            </a:pPr>
            <a:r>
              <a:rPr lang="en-US" altLang="en-US" sz="800">
                <a:solidFill>
                  <a:schemeClr val="tx1"/>
                </a:solidFill>
                <a:latin typeface="Courier New" panose="02070309020205020404" pitchFamily="49" charset="0"/>
              </a:rPr>
              <a:t>    FIRST DETAIL 6</a:t>
            </a:r>
          </a:p>
          <a:p>
            <a:pPr>
              <a:lnSpc>
                <a:spcPct val="75000"/>
              </a:lnSpc>
            </a:pPr>
            <a:r>
              <a:rPr lang="en-US" altLang="en-US" sz="800">
                <a:solidFill>
                  <a:schemeClr val="tx1"/>
                </a:solidFill>
                <a:latin typeface="Courier New" panose="02070309020205020404" pitchFamily="49" charset="0"/>
              </a:rPr>
              <a:t>    LAST DETAIL 42</a:t>
            </a:r>
          </a:p>
          <a:p>
            <a:pPr>
              <a:lnSpc>
                <a:spcPct val="75000"/>
              </a:lnSpc>
            </a:pPr>
            <a:r>
              <a:rPr lang="en-US" altLang="en-US" sz="800">
                <a:solidFill>
                  <a:schemeClr val="tx1"/>
                </a:solidFill>
                <a:latin typeface="Courier New" panose="02070309020205020404" pitchFamily="49" charset="0"/>
              </a:rPr>
              <a:t>    FOOTING 52.</a:t>
            </a:r>
          </a:p>
          <a:p>
            <a:pPr>
              <a:lnSpc>
                <a:spcPct val="75000"/>
              </a:lnSpc>
            </a:pPr>
            <a:endParaRPr lang="en-US" altLang="en-US" sz="800">
              <a:solidFill>
                <a:schemeClr val="tx1"/>
              </a:solidFill>
              <a:latin typeface="Courier New" panose="02070309020205020404" pitchFamily="49" charset="0"/>
            </a:endParaRPr>
          </a:p>
          <a:p>
            <a:pPr>
              <a:lnSpc>
                <a:spcPct val="75000"/>
              </a:lnSpc>
            </a:pPr>
            <a:r>
              <a:rPr lang="en-US" altLang="en-US" sz="800">
                <a:solidFill>
                  <a:schemeClr val="tx1"/>
                </a:solidFill>
                <a:latin typeface="Courier New" panose="02070309020205020404" pitchFamily="49" charset="0"/>
              </a:rPr>
              <a:t>01  TYPE IS PAGE HEADING.</a:t>
            </a:r>
          </a:p>
          <a:p>
            <a:pPr>
              <a:lnSpc>
                <a:spcPct val="75000"/>
              </a:lnSpc>
            </a:pPr>
            <a:r>
              <a:rPr lang="en-US" altLang="en-US" sz="800">
                <a:solidFill>
                  <a:schemeClr val="tx1"/>
                </a:solidFill>
                <a:latin typeface="Courier New" panose="02070309020205020404" pitchFamily="49" charset="0"/>
              </a:rPr>
              <a:t>    02 </a:t>
            </a:r>
            <a:r>
              <a:rPr lang="en-US" altLang="en-US" sz="800" b="1">
                <a:latin typeface="Courier New" panose="02070309020205020404" pitchFamily="49" charset="0"/>
              </a:rPr>
              <a:t>LINE 1.</a:t>
            </a:r>
            <a:endParaRPr lang="en-US" altLang="en-US" sz="800">
              <a:solidFill>
                <a:schemeClr val="tx1"/>
              </a:solidFill>
              <a:latin typeface="Courier New" panose="02070309020205020404" pitchFamily="49" charset="0"/>
            </a:endParaRPr>
          </a:p>
          <a:p>
            <a:pPr>
              <a:lnSpc>
                <a:spcPct val="75000"/>
              </a:lnSpc>
            </a:pPr>
            <a:r>
              <a:rPr lang="en-US" altLang="en-US" sz="800">
                <a:solidFill>
                  <a:schemeClr val="tx1"/>
                </a:solidFill>
                <a:latin typeface="Courier New" panose="02070309020205020404" pitchFamily="49" charset="0"/>
              </a:rPr>
              <a:t>       03 COLUMN 12     PIC X(32)</a:t>
            </a:r>
          </a:p>
          <a:p>
            <a:pPr>
              <a:lnSpc>
                <a:spcPct val="75000"/>
              </a:lnSpc>
            </a:pPr>
            <a:r>
              <a:rPr lang="en-US" altLang="en-US" sz="800">
                <a:solidFill>
                  <a:schemeClr val="tx1"/>
                </a:solidFill>
                <a:latin typeface="Courier New" panose="02070309020205020404" pitchFamily="49" charset="0"/>
              </a:rPr>
              <a:t>                      VALUE "An example COBOL Report Program".</a:t>
            </a:r>
          </a:p>
          <a:p>
            <a:pPr>
              <a:lnSpc>
                <a:spcPct val="75000"/>
              </a:lnSpc>
            </a:pPr>
            <a:endParaRPr lang="en-US" altLang="en-US" sz="800">
              <a:solidFill>
                <a:schemeClr val="tx1"/>
              </a:solidFill>
              <a:latin typeface="Courier New" panose="02070309020205020404" pitchFamily="49" charset="0"/>
            </a:endParaRPr>
          </a:p>
          <a:p>
            <a:pPr>
              <a:lnSpc>
                <a:spcPct val="75000"/>
              </a:lnSpc>
            </a:pPr>
            <a:r>
              <a:rPr lang="en-US" altLang="en-US" sz="800">
                <a:solidFill>
                  <a:schemeClr val="tx1"/>
                </a:solidFill>
                <a:latin typeface="Courier New" panose="02070309020205020404" pitchFamily="49" charset="0"/>
              </a:rPr>
              <a:t>    02 </a:t>
            </a:r>
            <a:r>
              <a:rPr lang="en-US" altLang="en-US" sz="800" b="1">
                <a:latin typeface="Courier New" panose="02070309020205020404" pitchFamily="49" charset="0"/>
              </a:rPr>
              <a:t>LINE 2.</a:t>
            </a:r>
            <a:endParaRPr lang="en-US" altLang="en-US" sz="800">
              <a:solidFill>
                <a:schemeClr val="tx1"/>
              </a:solidFill>
              <a:latin typeface="Courier New" panose="02070309020205020404" pitchFamily="49" charset="0"/>
            </a:endParaRPr>
          </a:p>
          <a:p>
            <a:pPr>
              <a:lnSpc>
                <a:spcPct val="75000"/>
              </a:lnSpc>
            </a:pPr>
            <a:r>
              <a:rPr lang="en-US" altLang="en-US" sz="800">
                <a:solidFill>
                  <a:schemeClr val="tx1"/>
                </a:solidFill>
                <a:latin typeface="Courier New" panose="02070309020205020404" pitchFamily="49" charset="0"/>
              </a:rPr>
              <a:t>       03 COLUMN 6      PIC X(17)</a:t>
            </a:r>
          </a:p>
          <a:p>
            <a:pPr>
              <a:lnSpc>
                <a:spcPct val="75000"/>
              </a:lnSpc>
            </a:pPr>
            <a:r>
              <a:rPr lang="en-US" altLang="en-US" sz="800">
                <a:solidFill>
                  <a:schemeClr val="tx1"/>
                </a:solidFill>
                <a:latin typeface="Courier New" panose="02070309020205020404" pitchFamily="49" charset="0"/>
              </a:rPr>
              <a:t>          VALUE "Bible Salesperson".</a:t>
            </a:r>
          </a:p>
          <a:p>
            <a:pPr>
              <a:lnSpc>
                <a:spcPct val="75000"/>
              </a:lnSpc>
            </a:pPr>
            <a:r>
              <a:rPr lang="en-US" altLang="en-US" sz="800">
                <a:solidFill>
                  <a:schemeClr val="tx1"/>
                </a:solidFill>
                <a:latin typeface="Courier New" panose="02070309020205020404" pitchFamily="49" charset="0"/>
              </a:rPr>
              <a:t>       03 COLUMN 23     PIC X(26)</a:t>
            </a:r>
          </a:p>
          <a:p>
            <a:pPr>
              <a:lnSpc>
                <a:spcPct val="75000"/>
              </a:lnSpc>
            </a:pPr>
            <a:r>
              <a:rPr lang="en-US" altLang="en-US" sz="800">
                <a:solidFill>
                  <a:schemeClr val="tx1"/>
                </a:solidFill>
                <a:latin typeface="Courier New" panose="02070309020205020404" pitchFamily="49" charset="0"/>
              </a:rPr>
              <a:t>          VALUE " - Sales and Salary Report".</a:t>
            </a:r>
          </a:p>
          <a:p>
            <a:pPr>
              <a:lnSpc>
                <a:spcPct val="75000"/>
              </a:lnSpc>
            </a:pPr>
            <a:endParaRPr lang="en-US" altLang="en-US" sz="800">
              <a:solidFill>
                <a:schemeClr val="tx1"/>
              </a:solidFill>
              <a:latin typeface="Courier New" panose="02070309020205020404" pitchFamily="49" charset="0"/>
            </a:endParaRPr>
          </a:p>
          <a:p>
            <a:pPr>
              <a:lnSpc>
                <a:spcPct val="75000"/>
              </a:lnSpc>
            </a:pPr>
            <a:r>
              <a:rPr lang="en-US" altLang="en-US" sz="800">
                <a:solidFill>
                  <a:schemeClr val="tx1"/>
                </a:solidFill>
                <a:latin typeface="Courier New" panose="02070309020205020404" pitchFamily="49" charset="0"/>
              </a:rPr>
              <a:t>    02 </a:t>
            </a:r>
            <a:r>
              <a:rPr lang="en-US" altLang="en-US" sz="800" b="1">
                <a:latin typeface="Courier New" panose="02070309020205020404" pitchFamily="49" charset="0"/>
              </a:rPr>
              <a:t>LINE 4.</a:t>
            </a:r>
            <a:endParaRPr lang="en-US" altLang="en-US" sz="800">
              <a:solidFill>
                <a:schemeClr val="tx1"/>
              </a:solidFill>
              <a:latin typeface="Courier New" panose="02070309020205020404" pitchFamily="49" charset="0"/>
            </a:endParaRPr>
          </a:p>
          <a:p>
            <a:pPr>
              <a:lnSpc>
                <a:spcPct val="75000"/>
              </a:lnSpc>
            </a:pPr>
            <a:r>
              <a:rPr lang="en-US" altLang="en-US" sz="800">
                <a:solidFill>
                  <a:schemeClr val="tx1"/>
                </a:solidFill>
                <a:latin typeface="Courier New" panose="02070309020205020404" pitchFamily="49" charset="0"/>
              </a:rPr>
              <a:t>       03 COLUMN 2      PIC X(4)  VALUE "City".</a:t>
            </a:r>
          </a:p>
          <a:p>
            <a:pPr>
              <a:lnSpc>
                <a:spcPct val="75000"/>
              </a:lnSpc>
            </a:pPr>
            <a:r>
              <a:rPr lang="en-US" altLang="en-US" sz="800">
                <a:solidFill>
                  <a:schemeClr val="tx1"/>
                </a:solidFill>
                <a:latin typeface="Courier New" panose="02070309020205020404" pitchFamily="49" charset="0"/>
              </a:rPr>
              <a:t>       03 COLUMN 12     PIC X(11) VALUE "Salesperson".</a:t>
            </a:r>
          </a:p>
          <a:p>
            <a:pPr>
              <a:lnSpc>
                <a:spcPct val="75000"/>
              </a:lnSpc>
            </a:pPr>
            <a:r>
              <a:rPr lang="en-US" altLang="en-US" sz="800">
                <a:solidFill>
                  <a:schemeClr val="tx1"/>
                </a:solidFill>
                <a:latin typeface="Courier New" panose="02070309020205020404" pitchFamily="49" charset="0"/>
              </a:rPr>
              <a:t>       03 COLUMN 28     PIC X(4)  VALUE "Sale".</a:t>
            </a:r>
          </a:p>
          <a:p>
            <a:pPr>
              <a:lnSpc>
                <a:spcPct val="75000"/>
              </a:lnSpc>
            </a:pPr>
            <a:endParaRPr lang="en-US" altLang="en-US" sz="800">
              <a:solidFill>
                <a:schemeClr val="tx1"/>
              </a:solidFill>
              <a:latin typeface="Courier New" panose="02070309020205020404" pitchFamily="49" charset="0"/>
            </a:endParaRPr>
          </a:p>
          <a:p>
            <a:pPr>
              <a:lnSpc>
                <a:spcPct val="75000"/>
              </a:lnSpc>
            </a:pPr>
            <a:r>
              <a:rPr lang="en-US" altLang="en-US" sz="800">
                <a:solidFill>
                  <a:schemeClr val="tx1"/>
                </a:solidFill>
                <a:latin typeface="Courier New" panose="02070309020205020404" pitchFamily="49" charset="0"/>
              </a:rPr>
              <a:t>    02 </a:t>
            </a:r>
            <a:r>
              <a:rPr lang="en-US" altLang="en-US" sz="800" b="1">
                <a:latin typeface="Courier New" panose="02070309020205020404" pitchFamily="49" charset="0"/>
              </a:rPr>
              <a:t>LINE 5.</a:t>
            </a:r>
            <a:endParaRPr lang="en-US" altLang="en-US" sz="800">
              <a:solidFill>
                <a:schemeClr val="tx1"/>
              </a:solidFill>
              <a:latin typeface="Courier New" panose="02070309020205020404" pitchFamily="49" charset="0"/>
            </a:endParaRPr>
          </a:p>
          <a:p>
            <a:pPr>
              <a:lnSpc>
                <a:spcPct val="75000"/>
              </a:lnSpc>
            </a:pPr>
            <a:r>
              <a:rPr lang="en-US" altLang="en-US" sz="800">
                <a:solidFill>
                  <a:schemeClr val="tx1"/>
                </a:solidFill>
                <a:latin typeface="Courier New" panose="02070309020205020404" pitchFamily="49" charset="0"/>
              </a:rPr>
              <a:t>       03 COLUMN 2      PIC X(4)  VALUE "Name".</a:t>
            </a:r>
          </a:p>
          <a:p>
            <a:pPr>
              <a:lnSpc>
                <a:spcPct val="75000"/>
              </a:lnSpc>
            </a:pPr>
            <a:r>
              <a:rPr lang="en-US" altLang="en-US" sz="800">
                <a:solidFill>
                  <a:schemeClr val="tx1"/>
                </a:solidFill>
                <a:latin typeface="Courier New" panose="02070309020205020404" pitchFamily="49" charset="0"/>
              </a:rPr>
              <a:t>       03 COLUMN 13     PIC X(6)  VALUE "Number".</a:t>
            </a:r>
          </a:p>
          <a:p>
            <a:pPr>
              <a:lnSpc>
                <a:spcPct val="75000"/>
              </a:lnSpc>
            </a:pPr>
            <a:r>
              <a:rPr lang="en-US" altLang="en-US" sz="800">
                <a:solidFill>
                  <a:schemeClr val="tx1"/>
                </a:solidFill>
                <a:latin typeface="Courier New" panose="02070309020205020404" pitchFamily="49" charset="0"/>
              </a:rPr>
              <a:t>       03 COLUMN 28     PIC X(5)  VALUE "Value".</a:t>
            </a:r>
          </a:p>
          <a:p>
            <a:pPr>
              <a:lnSpc>
                <a:spcPct val="75000"/>
              </a:lnSpc>
            </a:pPr>
            <a:endParaRPr lang="en-US" altLang="en-US" sz="800">
              <a:solidFill>
                <a:schemeClr val="tx1"/>
              </a:solidFill>
              <a:latin typeface="Courier New" panose="02070309020205020404" pitchFamily="49" charset="0"/>
            </a:endParaRPr>
          </a:p>
          <a:p>
            <a:pPr>
              <a:lnSpc>
                <a:spcPct val="75000"/>
              </a:lnSpc>
            </a:pPr>
            <a:r>
              <a:rPr lang="en-US" altLang="en-US" sz="800">
                <a:solidFill>
                  <a:schemeClr val="tx1"/>
                </a:solidFill>
                <a:latin typeface="Courier New" panose="02070309020205020404" pitchFamily="49" charset="0"/>
              </a:rPr>
              <a:t>01  DetailLine TYPE IS DETAIL.</a:t>
            </a:r>
          </a:p>
          <a:p>
            <a:pPr>
              <a:lnSpc>
                <a:spcPct val="75000"/>
              </a:lnSpc>
            </a:pPr>
            <a:r>
              <a:rPr lang="en-US" altLang="en-US" sz="800">
                <a:solidFill>
                  <a:schemeClr val="tx1"/>
                </a:solidFill>
                <a:latin typeface="Courier New" panose="02070309020205020404" pitchFamily="49" charset="0"/>
              </a:rPr>
              <a:t>    02 LINE IS PLUS 1.</a:t>
            </a:r>
          </a:p>
          <a:p>
            <a:pPr>
              <a:lnSpc>
                <a:spcPct val="75000"/>
              </a:lnSpc>
            </a:pPr>
            <a:r>
              <a:rPr lang="en-US" altLang="en-US" sz="800">
                <a:solidFill>
                  <a:schemeClr val="tx1"/>
                </a:solidFill>
                <a:latin typeface="Courier New" panose="02070309020205020404" pitchFamily="49" charset="0"/>
              </a:rPr>
              <a:t>       03 COLUMN 1      PIC X(9)</a:t>
            </a:r>
          </a:p>
          <a:p>
            <a:pPr>
              <a:lnSpc>
                <a:spcPct val="75000"/>
              </a:lnSpc>
            </a:pPr>
            <a:r>
              <a:rPr lang="en-US" altLang="en-US" sz="800">
                <a:solidFill>
                  <a:schemeClr val="tx1"/>
                </a:solidFill>
                <a:latin typeface="Courier New" panose="02070309020205020404" pitchFamily="49" charset="0"/>
              </a:rPr>
              <a:t>                        SOURCE CityName(CityCode).</a:t>
            </a:r>
          </a:p>
          <a:p>
            <a:pPr>
              <a:lnSpc>
                <a:spcPct val="75000"/>
              </a:lnSpc>
            </a:pPr>
            <a:r>
              <a:rPr lang="en-US" altLang="en-US" sz="800">
                <a:solidFill>
                  <a:schemeClr val="tx1"/>
                </a:solidFill>
                <a:latin typeface="Courier New" panose="02070309020205020404" pitchFamily="49" charset="0"/>
              </a:rPr>
              <a:t>       03 COLUMN 15     PIC 9</a:t>
            </a:r>
          </a:p>
          <a:p>
            <a:pPr>
              <a:lnSpc>
                <a:spcPct val="75000"/>
              </a:lnSpc>
            </a:pPr>
            <a:r>
              <a:rPr lang="en-US" altLang="en-US" sz="800">
                <a:solidFill>
                  <a:schemeClr val="tx1"/>
                </a:solidFill>
                <a:latin typeface="Courier New" panose="02070309020205020404" pitchFamily="49" charset="0"/>
              </a:rPr>
              <a:t>                        SOURCE SalesPersonNum.</a:t>
            </a:r>
          </a:p>
          <a:p>
            <a:pPr>
              <a:lnSpc>
                <a:spcPct val="75000"/>
              </a:lnSpc>
            </a:pPr>
            <a:r>
              <a:rPr lang="en-US" altLang="en-US" sz="800">
                <a:solidFill>
                  <a:schemeClr val="tx1"/>
                </a:solidFill>
                <a:latin typeface="Courier New" panose="02070309020205020404" pitchFamily="49" charset="0"/>
              </a:rPr>
              <a:t>       03 COLUMN 25     PIC $$,$$$.99 SOURCE ValueOfSale.</a:t>
            </a:r>
          </a:p>
          <a:p>
            <a:pPr>
              <a:lnSpc>
                <a:spcPct val="75000"/>
              </a:lnSpc>
            </a:pPr>
            <a:endParaRPr lang="en-US" altLang="en-US" sz="800">
              <a:solidFill>
                <a:schemeClr val="tx1"/>
              </a:solidFill>
              <a:latin typeface="Courier New" panose="02070309020205020404" pitchFamily="49" charset="0"/>
            </a:endParaRPr>
          </a:p>
          <a:p>
            <a:pPr>
              <a:lnSpc>
                <a:spcPct val="75000"/>
              </a:lnSpc>
            </a:pPr>
            <a:endParaRPr lang="en-US" altLang="en-US" sz="800">
              <a:solidFill>
                <a:schemeClr val="tx1"/>
              </a:solidFill>
              <a:latin typeface="Courier New" panose="02070309020205020404" pitchFamily="49" charset="0"/>
            </a:endParaRPr>
          </a:p>
          <a:p>
            <a:pPr>
              <a:lnSpc>
                <a:spcPct val="75000"/>
              </a:lnSpc>
            </a:pPr>
            <a:r>
              <a:rPr lang="en-US" altLang="en-US" sz="800">
                <a:solidFill>
                  <a:schemeClr val="tx1"/>
                </a:solidFill>
                <a:latin typeface="Courier New" panose="02070309020205020404" pitchFamily="49" charset="0"/>
              </a:rPr>
              <a:t>01  SalesPersonGrp</a:t>
            </a:r>
          </a:p>
          <a:p>
            <a:pPr>
              <a:lnSpc>
                <a:spcPct val="75000"/>
              </a:lnSpc>
            </a:pPr>
            <a:r>
              <a:rPr lang="en-US" altLang="en-US" sz="800">
                <a:solidFill>
                  <a:schemeClr val="tx1"/>
                </a:solidFill>
                <a:latin typeface="Courier New" panose="02070309020205020404" pitchFamily="49" charset="0"/>
              </a:rPr>
              <a:t>    TYPE IS CONTROL FOOTING SalesPersonNum NEXT GROUP PLUS 2.</a:t>
            </a:r>
          </a:p>
          <a:p>
            <a:pPr>
              <a:lnSpc>
                <a:spcPct val="75000"/>
              </a:lnSpc>
            </a:pPr>
            <a:r>
              <a:rPr lang="en-US" altLang="en-US" sz="800">
                <a:solidFill>
                  <a:schemeClr val="tx1"/>
                </a:solidFill>
                <a:latin typeface="Courier New" panose="02070309020205020404" pitchFamily="49" charset="0"/>
              </a:rPr>
              <a:t>    02 LINE IS PLUS 1.</a:t>
            </a:r>
          </a:p>
          <a:p>
            <a:pPr>
              <a:lnSpc>
                <a:spcPct val="75000"/>
              </a:lnSpc>
            </a:pPr>
            <a:r>
              <a:rPr lang="en-US" altLang="en-US" sz="800">
                <a:solidFill>
                  <a:schemeClr val="tx1"/>
                </a:solidFill>
                <a:latin typeface="Courier New" panose="02070309020205020404" pitchFamily="49" charset="0"/>
              </a:rPr>
              <a:t>       03 COLUMN 15     PIC X(21) </a:t>
            </a:r>
          </a:p>
          <a:p>
            <a:pPr>
              <a:lnSpc>
                <a:spcPct val="75000"/>
              </a:lnSpc>
            </a:pPr>
            <a:r>
              <a:rPr lang="en-US" altLang="en-US" sz="800">
                <a:solidFill>
                  <a:schemeClr val="tx1"/>
                </a:solidFill>
                <a:latin typeface="Courier New" panose="02070309020205020404" pitchFamily="49" charset="0"/>
              </a:rPr>
              <a:t>                        VALUE "Sales for salesperson".</a:t>
            </a:r>
          </a:p>
          <a:p>
            <a:pPr>
              <a:lnSpc>
                <a:spcPct val="75000"/>
              </a:lnSpc>
            </a:pPr>
            <a:r>
              <a:rPr lang="en-US" altLang="en-US" sz="800">
                <a:solidFill>
                  <a:schemeClr val="tx1"/>
                </a:solidFill>
                <a:latin typeface="Courier New" panose="02070309020205020404" pitchFamily="49" charset="0"/>
              </a:rPr>
              <a:t>       03 COLUMN 37     PIC 9 SOURCE SalesPersonNum.</a:t>
            </a:r>
          </a:p>
          <a:p>
            <a:pPr>
              <a:lnSpc>
                <a:spcPct val="75000"/>
              </a:lnSpc>
            </a:pPr>
            <a:r>
              <a:rPr lang="en-US" altLang="en-US" sz="800">
                <a:solidFill>
                  <a:schemeClr val="tx1"/>
                </a:solidFill>
                <a:latin typeface="Courier New" panose="02070309020205020404" pitchFamily="49" charset="0"/>
              </a:rPr>
              <a:t>       03 COLUMN 43     PIC X VALUE "=".</a:t>
            </a:r>
          </a:p>
          <a:p>
            <a:pPr>
              <a:lnSpc>
                <a:spcPct val="75000"/>
              </a:lnSpc>
            </a:pPr>
            <a:r>
              <a:rPr lang="en-US" altLang="en-US" sz="800">
                <a:solidFill>
                  <a:schemeClr val="tx1"/>
                </a:solidFill>
                <a:latin typeface="Courier New" panose="02070309020205020404" pitchFamily="49" charset="0"/>
              </a:rPr>
              <a:t>       03 SMS COLUMN 45 PIC $$$$$,$$$.99 SUM ValueOfSale.</a:t>
            </a:r>
          </a:p>
          <a:p>
            <a:pPr>
              <a:lnSpc>
                <a:spcPct val="75000"/>
              </a:lnSpc>
            </a:pPr>
            <a:endParaRPr lang="en-US" altLang="en-US" sz="800">
              <a:solidFill>
                <a:schemeClr val="tx1"/>
              </a:solidFill>
              <a:latin typeface="Courier New" panose="02070309020205020404" pitchFamily="49" charset="0"/>
            </a:endParaRPr>
          </a:p>
          <a:p>
            <a:pPr>
              <a:lnSpc>
                <a:spcPct val="75000"/>
              </a:lnSpc>
            </a:pPr>
            <a:endParaRPr lang="en-US" altLang="en-US" sz="800">
              <a:solidFill>
                <a:schemeClr val="tx1"/>
              </a:solidFill>
              <a:latin typeface="Courier New" panose="02070309020205020404" pitchFamily="49" charset="0"/>
            </a:endParaRPr>
          </a:p>
          <a:p>
            <a:pPr>
              <a:lnSpc>
                <a:spcPct val="75000"/>
              </a:lnSpc>
            </a:pPr>
            <a:r>
              <a:rPr lang="en-US" altLang="en-US" sz="800">
                <a:solidFill>
                  <a:schemeClr val="tx1"/>
                </a:solidFill>
                <a:latin typeface="Courier New" panose="02070309020205020404" pitchFamily="49" charset="0"/>
              </a:rPr>
              <a:t>01  TYPE IS PAGE FOOTING.</a:t>
            </a:r>
          </a:p>
          <a:p>
            <a:pPr>
              <a:lnSpc>
                <a:spcPct val="75000"/>
              </a:lnSpc>
            </a:pPr>
            <a:r>
              <a:rPr lang="en-US" altLang="en-US" sz="800">
                <a:solidFill>
                  <a:schemeClr val="tx1"/>
                </a:solidFill>
                <a:latin typeface="Courier New" panose="02070309020205020404" pitchFamily="49" charset="0"/>
              </a:rPr>
              <a:t>    02 LINE IS 53.</a:t>
            </a:r>
          </a:p>
          <a:p>
            <a:pPr>
              <a:lnSpc>
                <a:spcPct val="75000"/>
              </a:lnSpc>
            </a:pPr>
            <a:r>
              <a:rPr lang="en-US" altLang="en-US" sz="800">
                <a:solidFill>
                  <a:schemeClr val="tx1"/>
                </a:solidFill>
                <a:latin typeface="Courier New" panose="02070309020205020404" pitchFamily="49" charset="0"/>
              </a:rPr>
              <a:t>       03 COLUMN 1      PIC X(29) </a:t>
            </a:r>
          </a:p>
          <a:p>
            <a:pPr>
              <a:lnSpc>
                <a:spcPct val="75000"/>
              </a:lnSpc>
            </a:pPr>
            <a:r>
              <a:rPr lang="en-US" altLang="en-US" sz="800">
                <a:solidFill>
                  <a:schemeClr val="tx1"/>
                </a:solidFill>
                <a:latin typeface="Courier New" panose="02070309020205020404" pitchFamily="49" charset="0"/>
              </a:rPr>
              <a:t>                        VALUE "Programmer - Michael Coughlan".</a:t>
            </a:r>
          </a:p>
          <a:p>
            <a:pPr>
              <a:lnSpc>
                <a:spcPct val="75000"/>
              </a:lnSpc>
            </a:pPr>
            <a:r>
              <a:rPr lang="en-US" altLang="en-US" sz="800">
                <a:solidFill>
                  <a:schemeClr val="tx1"/>
                </a:solidFill>
                <a:latin typeface="Courier New" panose="02070309020205020404" pitchFamily="49" charset="0"/>
              </a:rPr>
              <a:t>       03 COLUMN 45     PIC X(6) VALUE "Page :".</a:t>
            </a:r>
          </a:p>
          <a:p>
            <a:pPr>
              <a:lnSpc>
                <a:spcPct val="75000"/>
              </a:lnSpc>
            </a:pPr>
            <a:r>
              <a:rPr lang="en-US" altLang="en-US" sz="800">
                <a:solidFill>
                  <a:schemeClr val="tx1"/>
                </a:solidFill>
                <a:latin typeface="Courier New" panose="02070309020205020404" pitchFamily="49" charset="0"/>
              </a:rPr>
              <a:t>       03 COLUMN 52     PIC Z9 SOURCE PAGE-COUNTER.</a:t>
            </a:r>
          </a:p>
        </p:txBody>
      </p:sp>
      <p:sp>
        <p:nvSpPr>
          <p:cNvPr id="7171" name="AutoShape 3">
            <a:extLst>
              <a:ext uri="{FF2B5EF4-FFF2-40B4-BE49-F238E27FC236}">
                <a16:creationId xmlns:a16="http://schemas.microsoft.com/office/drawing/2014/main" id="{FEAFB80A-DF65-A7AA-EB44-97F70B130B22}"/>
              </a:ext>
            </a:extLst>
          </p:cNvPr>
          <p:cNvSpPr>
            <a:spLocks noChangeArrowheads="1"/>
          </p:cNvSpPr>
          <p:nvPr/>
        </p:nvSpPr>
        <p:spPr bwMode="auto">
          <a:xfrm flipH="1">
            <a:off x="2090738" y="44450"/>
            <a:ext cx="1749425" cy="989542"/>
          </a:xfrm>
          <a:prstGeom prst="wedgeRoundRectCallout">
            <a:avLst>
              <a:gd name="adj1" fmla="val -48838"/>
              <a:gd name="adj2" fmla="val 66667"/>
              <a:gd name="adj3" fmla="val 16667"/>
            </a:avLst>
          </a:prstGeom>
          <a:solidFill>
            <a:srgbClr val="FFFFC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algn="ctr">
              <a:lnSpc>
                <a:spcPct val="85000"/>
              </a:lnSpc>
            </a:pPr>
            <a:r>
              <a:rPr lang="en-US" altLang="en-US" sz="1000">
                <a:solidFill>
                  <a:schemeClr val="tx1"/>
                </a:solidFill>
              </a:rPr>
              <a:t>To tell the Report Writer where we want each line to be printed we use the LINE [IS] phrase (the IS part is optional).</a:t>
            </a:r>
          </a:p>
        </p:txBody>
      </p:sp>
      <p:sp>
        <p:nvSpPr>
          <p:cNvPr id="7172" name="AutoShape 4">
            <a:extLst>
              <a:ext uri="{FF2B5EF4-FFF2-40B4-BE49-F238E27FC236}">
                <a16:creationId xmlns:a16="http://schemas.microsoft.com/office/drawing/2014/main" id="{BFB49C78-F640-7614-844D-7EA85213F552}"/>
              </a:ext>
            </a:extLst>
          </p:cNvPr>
          <p:cNvSpPr>
            <a:spLocks noChangeArrowheads="1"/>
          </p:cNvSpPr>
          <p:nvPr/>
        </p:nvSpPr>
        <p:spPr bwMode="auto">
          <a:xfrm flipH="1">
            <a:off x="2090738" y="44450"/>
            <a:ext cx="1749425" cy="989542"/>
          </a:xfrm>
          <a:prstGeom prst="wedgeRoundRectCallout">
            <a:avLst>
              <a:gd name="adj1" fmla="val -48838"/>
              <a:gd name="adj2" fmla="val 66667"/>
              <a:gd name="adj3" fmla="val 16667"/>
            </a:avLst>
          </a:prstGeom>
          <a:solidFill>
            <a:srgbClr val="FFFFC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lvl1pPr>
              <a:tabLst>
                <a:tab pos="114300" algn="l"/>
              </a:tabLst>
              <a:defRPr>
                <a:solidFill>
                  <a:schemeClr val="tx1"/>
                </a:solidFill>
                <a:latin typeface="Arial" panose="020B0604020202020204" pitchFamily="34" charset="0"/>
              </a:defRPr>
            </a:lvl1pPr>
            <a:lvl2pPr>
              <a:tabLst>
                <a:tab pos="114300" algn="l"/>
              </a:tabLst>
              <a:defRPr>
                <a:solidFill>
                  <a:schemeClr val="tx1"/>
                </a:solidFill>
                <a:latin typeface="Arial" panose="020B0604020202020204" pitchFamily="34" charset="0"/>
              </a:defRPr>
            </a:lvl2pPr>
            <a:lvl3pPr>
              <a:tabLst>
                <a:tab pos="114300" algn="l"/>
              </a:tabLst>
              <a:defRPr>
                <a:solidFill>
                  <a:schemeClr val="tx1"/>
                </a:solidFill>
                <a:latin typeface="Arial" panose="020B0604020202020204" pitchFamily="34" charset="0"/>
              </a:defRPr>
            </a:lvl3pPr>
            <a:lvl4pPr>
              <a:tabLst>
                <a:tab pos="114300" algn="l"/>
              </a:tabLst>
              <a:defRPr>
                <a:solidFill>
                  <a:schemeClr val="tx1"/>
                </a:solidFill>
                <a:latin typeface="Arial" panose="020B0604020202020204" pitchFamily="34" charset="0"/>
              </a:defRPr>
            </a:lvl4pPr>
            <a:lvl5pPr>
              <a:tabLst>
                <a:tab pos="114300" algn="l"/>
              </a:tabLst>
              <a:defRPr>
                <a:solidFill>
                  <a:schemeClr val="tx1"/>
                </a:solidFill>
                <a:latin typeface="Arial" panose="020B0604020202020204" pitchFamily="34" charset="0"/>
              </a:defRPr>
            </a:lvl5pPr>
            <a:lvl6pPr fontAlgn="base">
              <a:spcBef>
                <a:spcPct val="0"/>
              </a:spcBef>
              <a:spcAft>
                <a:spcPct val="0"/>
              </a:spcAft>
              <a:tabLst>
                <a:tab pos="114300" algn="l"/>
              </a:tabLst>
              <a:defRPr>
                <a:solidFill>
                  <a:schemeClr val="tx1"/>
                </a:solidFill>
                <a:latin typeface="Arial" panose="020B0604020202020204" pitchFamily="34" charset="0"/>
              </a:defRPr>
            </a:lvl6pPr>
            <a:lvl7pPr fontAlgn="base">
              <a:spcBef>
                <a:spcPct val="0"/>
              </a:spcBef>
              <a:spcAft>
                <a:spcPct val="0"/>
              </a:spcAft>
              <a:tabLst>
                <a:tab pos="114300" algn="l"/>
              </a:tabLst>
              <a:defRPr>
                <a:solidFill>
                  <a:schemeClr val="tx1"/>
                </a:solidFill>
                <a:latin typeface="Arial" panose="020B0604020202020204" pitchFamily="34" charset="0"/>
              </a:defRPr>
            </a:lvl7pPr>
            <a:lvl8pPr fontAlgn="base">
              <a:spcBef>
                <a:spcPct val="0"/>
              </a:spcBef>
              <a:spcAft>
                <a:spcPct val="0"/>
              </a:spcAft>
              <a:tabLst>
                <a:tab pos="114300" algn="l"/>
              </a:tabLst>
              <a:defRPr>
                <a:solidFill>
                  <a:schemeClr val="tx1"/>
                </a:solidFill>
                <a:latin typeface="Arial" panose="020B0604020202020204" pitchFamily="34" charset="0"/>
              </a:defRPr>
            </a:lvl8pPr>
            <a:lvl9pPr fontAlgn="base">
              <a:spcBef>
                <a:spcPct val="0"/>
              </a:spcBef>
              <a:spcAft>
                <a:spcPct val="0"/>
              </a:spcAft>
              <a:tabLst>
                <a:tab pos="114300" algn="l"/>
              </a:tabLst>
              <a:defRPr>
                <a:solidFill>
                  <a:schemeClr val="tx1"/>
                </a:solidFill>
                <a:latin typeface="Arial" panose="020B0604020202020204" pitchFamily="34" charset="0"/>
              </a:defRPr>
            </a:lvl9pPr>
          </a:lstStyle>
          <a:p>
            <a:pPr algn="ctr">
              <a:lnSpc>
                <a:spcPct val="85000"/>
              </a:lnSpc>
            </a:pPr>
            <a:r>
              <a:rPr lang="en-US" altLang="en-US" sz="1000">
                <a:latin typeface="Times New Roman" panose="02020603050405020304" pitchFamily="18" charset="0"/>
              </a:rPr>
              <a:t>The LINE [IS] phrase allows us to specify both dynamic and static positioning.  </a:t>
            </a:r>
          </a:p>
          <a:p>
            <a:pPr algn="ctr">
              <a:lnSpc>
                <a:spcPct val="85000"/>
              </a:lnSpc>
            </a:pPr>
            <a:r>
              <a:rPr lang="en-US" altLang="en-US" sz="1000">
                <a:latin typeface="Times New Roman" panose="02020603050405020304" pitchFamily="18" charset="0"/>
              </a:rPr>
              <a:t>We can print on a specific line, on a specific line on the next page or on the current line + increment.</a:t>
            </a:r>
          </a:p>
        </p:txBody>
      </p:sp>
      <p:grpSp>
        <p:nvGrpSpPr>
          <p:cNvPr id="7178" name="Group 10">
            <a:extLst>
              <a:ext uri="{FF2B5EF4-FFF2-40B4-BE49-F238E27FC236}">
                <a16:creationId xmlns:a16="http://schemas.microsoft.com/office/drawing/2014/main" id="{BE163033-7DAE-5B53-BB8C-7870B90DEAAD}"/>
              </a:ext>
            </a:extLst>
          </p:cNvPr>
          <p:cNvGrpSpPr>
            <a:grpSpLocks/>
          </p:cNvGrpSpPr>
          <p:nvPr/>
        </p:nvGrpSpPr>
        <p:grpSpPr bwMode="auto">
          <a:xfrm>
            <a:off x="739775" y="42863"/>
            <a:ext cx="3097213" cy="2435225"/>
            <a:chOff x="466" y="27"/>
            <a:chExt cx="1951" cy="1534"/>
          </a:xfrm>
        </p:grpSpPr>
        <p:sp>
          <p:nvSpPr>
            <p:cNvPr id="7173" name="AutoShape 5">
              <a:extLst>
                <a:ext uri="{FF2B5EF4-FFF2-40B4-BE49-F238E27FC236}">
                  <a16:creationId xmlns:a16="http://schemas.microsoft.com/office/drawing/2014/main" id="{070175B7-4ABB-2A77-18A6-DF13BD1D4436}"/>
                </a:ext>
              </a:extLst>
            </p:cNvPr>
            <p:cNvSpPr>
              <a:spLocks noChangeArrowheads="1"/>
            </p:cNvSpPr>
            <p:nvPr/>
          </p:nvSpPr>
          <p:spPr bwMode="auto">
            <a:xfrm flipH="1">
              <a:off x="1315" y="27"/>
              <a:ext cx="1102" cy="623"/>
            </a:xfrm>
            <a:prstGeom prst="wedgeRoundRectCallout">
              <a:avLst>
                <a:gd name="adj1" fmla="val -48838"/>
                <a:gd name="adj2" fmla="val 66667"/>
                <a:gd name="adj3" fmla="val 16667"/>
              </a:avLst>
            </a:prstGeom>
            <a:solidFill>
              <a:srgbClr val="FFFFC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algn="ctr">
                <a:lnSpc>
                  <a:spcPct val="85000"/>
                </a:lnSpc>
              </a:pPr>
              <a:endParaRPr lang="en-US" altLang="en-US" sz="1000">
                <a:solidFill>
                  <a:schemeClr val="tx1"/>
                </a:solidFill>
              </a:endParaRPr>
            </a:p>
            <a:p>
              <a:pPr algn="ctr">
                <a:lnSpc>
                  <a:spcPct val="85000"/>
                </a:lnSpc>
              </a:pPr>
              <a:r>
                <a:rPr lang="en-US" altLang="en-US" sz="1000">
                  <a:solidFill>
                    <a:schemeClr val="tx1"/>
                  </a:solidFill>
                </a:rPr>
                <a:t>We want the page heading printed on the same line on each new page so we explicitly state the line number. </a:t>
              </a:r>
            </a:p>
          </p:txBody>
        </p:sp>
        <p:sp>
          <p:nvSpPr>
            <p:cNvPr id="7174" name="Oval 6">
              <a:extLst>
                <a:ext uri="{FF2B5EF4-FFF2-40B4-BE49-F238E27FC236}">
                  <a16:creationId xmlns:a16="http://schemas.microsoft.com/office/drawing/2014/main" id="{44A8C86C-5873-D111-B19F-8DDD44DD0C3D}"/>
                </a:ext>
              </a:extLst>
            </p:cNvPr>
            <p:cNvSpPr>
              <a:spLocks noChangeArrowheads="1"/>
            </p:cNvSpPr>
            <p:nvPr/>
          </p:nvSpPr>
          <p:spPr bwMode="auto">
            <a:xfrm>
              <a:off x="472" y="603"/>
              <a:ext cx="88" cy="88"/>
            </a:xfrm>
            <a:prstGeom prst="ellipse">
              <a:avLst/>
            </a:prstGeom>
            <a:noFill/>
            <a:ln w="12700">
              <a:solidFill>
                <a:srgbClr val="CC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175" name="Oval 7">
              <a:extLst>
                <a:ext uri="{FF2B5EF4-FFF2-40B4-BE49-F238E27FC236}">
                  <a16:creationId xmlns:a16="http://schemas.microsoft.com/office/drawing/2014/main" id="{F539E1D6-D0EC-3332-3615-E0F00E97712D}"/>
                </a:ext>
              </a:extLst>
            </p:cNvPr>
            <p:cNvSpPr>
              <a:spLocks noChangeArrowheads="1"/>
            </p:cNvSpPr>
            <p:nvPr/>
          </p:nvSpPr>
          <p:spPr bwMode="auto">
            <a:xfrm>
              <a:off x="466" y="831"/>
              <a:ext cx="88" cy="88"/>
            </a:xfrm>
            <a:prstGeom prst="ellipse">
              <a:avLst/>
            </a:prstGeom>
            <a:noFill/>
            <a:ln w="12700">
              <a:solidFill>
                <a:srgbClr val="CC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176" name="Oval 8">
              <a:extLst>
                <a:ext uri="{FF2B5EF4-FFF2-40B4-BE49-F238E27FC236}">
                  <a16:creationId xmlns:a16="http://schemas.microsoft.com/office/drawing/2014/main" id="{E4C0D621-9BA3-C7CA-10E9-9EE1753C750F}"/>
                </a:ext>
              </a:extLst>
            </p:cNvPr>
            <p:cNvSpPr>
              <a:spLocks noChangeArrowheads="1"/>
            </p:cNvSpPr>
            <p:nvPr/>
          </p:nvSpPr>
          <p:spPr bwMode="auto">
            <a:xfrm>
              <a:off x="466" y="1173"/>
              <a:ext cx="88" cy="88"/>
            </a:xfrm>
            <a:prstGeom prst="ellipse">
              <a:avLst/>
            </a:prstGeom>
            <a:noFill/>
            <a:ln w="12700">
              <a:solidFill>
                <a:srgbClr val="CC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7177" name="Oval 9">
              <a:extLst>
                <a:ext uri="{FF2B5EF4-FFF2-40B4-BE49-F238E27FC236}">
                  <a16:creationId xmlns:a16="http://schemas.microsoft.com/office/drawing/2014/main" id="{ECF1AE70-FE06-6D39-9C08-2EE231B70FEB}"/>
                </a:ext>
              </a:extLst>
            </p:cNvPr>
            <p:cNvSpPr>
              <a:spLocks noChangeArrowheads="1"/>
            </p:cNvSpPr>
            <p:nvPr/>
          </p:nvSpPr>
          <p:spPr bwMode="auto">
            <a:xfrm>
              <a:off x="478" y="1473"/>
              <a:ext cx="88" cy="88"/>
            </a:xfrm>
            <a:prstGeom prst="ellipse">
              <a:avLst/>
            </a:prstGeom>
            <a:noFill/>
            <a:ln w="12700">
              <a:solidFill>
                <a:srgbClr val="CC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7172"/>
                                        </p:tgtEl>
                                        <p:attrNameLst>
                                          <p:attrName>style.visibility</p:attrName>
                                        </p:attrNameLst>
                                      </p:cBhvr>
                                      <p:to>
                                        <p:strVal val="visible"/>
                                      </p:to>
                                    </p:set>
                                  </p:childTnLst>
                                  <p:subTnLst>
                                    <p:set>
                                      <p:cBhvr override="childStyle">
                                        <p:cTn dur="1" fill="hold" display="0" masterRel="nextClick" afterEffect="1"/>
                                        <p:tgtEl>
                                          <p:spTgt spid="7172"/>
                                        </p:tgtEl>
                                        <p:attrNameLst>
                                          <p:attrName>style.visibility</p:attrName>
                                        </p:attrNameLst>
                                      </p:cBhvr>
                                      <p:to>
                                        <p:strVal val="hidden"/>
                                      </p:to>
                                    </p:set>
                                  </p:sub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7178"/>
                                        </p:tgtEl>
                                        <p:attrNameLst>
                                          <p:attrName>style.visibility</p:attrName>
                                        </p:attrNameLst>
                                      </p:cBhvr>
                                      <p:to>
                                        <p:strVal val="visible"/>
                                      </p:to>
                                    </p:set>
                                  </p:childTnLst>
                                  <p:subTnLst>
                                    <p:set>
                                      <p:cBhvr override="childStyle">
                                        <p:cTn dur="1" fill="hold" display="0" masterRel="nextClick" afterEffect="1"/>
                                        <p:tgtEl>
                                          <p:spTgt spid="7178"/>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2" grpId="0" animBg="1"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D2DBB440-76EE-808C-22ED-3343383B7DD0}"/>
              </a:ext>
            </a:extLst>
          </p:cNvPr>
          <p:cNvSpPr>
            <a:spLocks noChangeArrowheads="1"/>
          </p:cNvSpPr>
          <p:nvPr/>
        </p:nvSpPr>
        <p:spPr bwMode="auto">
          <a:xfrm>
            <a:off x="0" y="28575"/>
            <a:ext cx="3871913" cy="5156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46038" tIns="46038" rIns="46038" bIns="46038">
            <a:spAutoFit/>
          </a:bodyPr>
          <a:lstStyle/>
          <a:p>
            <a:pPr>
              <a:lnSpc>
                <a:spcPct val="75000"/>
              </a:lnSpc>
            </a:pPr>
            <a:r>
              <a:rPr lang="en-US" altLang="en-US" sz="800">
                <a:solidFill>
                  <a:schemeClr val="tx1"/>
                </a:solidFill>
                <a:latin typeface="Courier New" panose="02070309020205020404" pitchFamily="49" charset="0"/>
              </a:rPr>
              <a:t>REPORT SECTION.</a:t>
            </a:r>
          </a:p>
          <a:p>
            <a:pPr>
              <a:lnSpc>
                <a:spcPct val="75000"/>
              </a:lnSpc>
            </a:pPr>
            <a:r>
              <a:rPr lang="en-US" altLang="en-US" sz="800">
                <a:solidFill>
                  <a:schemeClr val="tx1"/>
                </a:solidFill>
                <a:latin typeface="Courier New" panose="02070309020205020404" pitchFamily="49" charset="0"/>
              </a:rPr>
              <a:t>RD  SalesReport</a:t>
            </a:r>
          </a:p>
          <a:p>
            <a:pPr>
              <a:lnSpc>
                <a:spcPct val="75000"/>
              </a:lnSpc>
            </a:pPr>
            <a:r>
              <a:rPr lang="en-US" altLang="en-US" sz="800">
                <a:solidFill>
                  <a:schemeClr val="tx1"/>
                </a:solidFill>
                <a:latin typeface="Courier New" panose="02070309020205020404" pitchFamily="49" charset="0"/>
              </a:rPr>
              <a:t>    CONTROLS ARE SalesPersonNum </a:t>
            </a:r>
          </a:p>
          <a:p>
            <a:pPr>
              <a:lnSpc>
                <a:spcPct val="75000"/>
              </a:lnSpc>
            </a:pPr>
            <a:r>
              <a:rPr lang="en-US" altLang="en-US" sz="800">
                <a:solidFill>
                  <a:schemeClr val="tx1"/>
                </a:solidFill>
                <a:latin typeface="Courier New" panose="02070309020205020404" pitchFamily="49" charset="0"/>
              </a:rPr>
              <a:t>    PAGE LIMIT IS 66</a:t>
            </a:r>
          </a:p>
          <a:p>
            <a:pPr>
              <a:lnSpc>
                <a:spcPct val="75000"/>
              </a:lnSpc>
            </a:pPr>
            <a:r>
              <a:rPr lang="en-US" altLang="en-US" sz="800">
                <a:solidFill>
                  <a:schemeClr val="tx1"/>
                </a:solidFill>
                <a:latin typeface="Courier New" panose="02070309020205020404" pitchFamily="49" charset="0"/>
              </a:rPr>
              <a:t>    HEADING 1</a:t>
            </a:r>
          </a:p>
          <a:p>
            <a:pPr>
              <a:lnSpc>
                <a:spcPct val="75000"/>
              </a:lnSpc>
            </a:pPr>
            <a:r>
              <a:rPr lang="en-US" altLang="en-US" sz="800">
                <a:solidFill>
                  <a:schemeClr val="tx1"/>
                </a:solidFill>
                <a:latin typeface="Courier New" panose="02070309020205020404" pitchFamily="49" charset="0"/>
              </a:rPr>
              <a:t>    FIRST DETAIL 6</a:t>
            </a:r>
          </a:p>
          <a:p>
            <a:pPr>
              <a:lnSpc>
                <a:spcPct val="75000"/>
              </a:lnSpc>
            </a:pPr>
            <a:r>
              <a:rPr lang="en-US" altLang="en-US" sz="800">
                <a:solidFill>
                  <a:schemeClr val="tx1"/>
                </a:solidFill>
                <a:latin typeface="Courier New" panose="02070309020205020404" pitchFamily="49" charset="0"/>
              </a:rPr>
              <a:t>    LAST DETAIL 42</a:t>
            </a:r>
          </a:p>
          <a:p>
            <a:pPr>
              <a:lnSpc>
                <a:spcPct val="75000"/>
              </a:lnSpc>
            </a:pPr>
            <a:r>
              <a:rPr lang="en-US" altLang="en-US" sz="800">
                <a:solidFill>
                  <a:schemeClr val="tx1"/>
                </a:solidFill>
                <a:latin typeface="Courier New" panose="02070309020205020404" pitchFamily="49" charset="0"/>
              </a:rPr>
              <a:t>    FOOTING 52.</a:t>
            </a:r>
          </a:p>
          <a:p>
            <a:pPr>
              <a:lnSpc>
                <a:spcPct val="75000"/>
              </a:lnSpc>
            </a:pPr>
            <a:endParaRPr lang="en-US" altLang="en-US" sz="800">
              <a:solidFill>
                <a:schemeClr val="tx1"/>
              </a:solidFill>
              <a:latin typeface="Courier New" panose="02070309020205020404" pitchFamily="49" charset="0"/>
            </a:endParaRPr>
          </a:p>
          <a:p>
            <a:pPr>
              <a:lnSpc>
                <a:spcPct val="75000"/>
              </a:lnSpc>
            </a:pPr>
            <a:r>
              <a:rPr lang="en-US" altLang="en-US" sz="800">
                <a:solidFill>
                  <a:schemeClr val="tx1"/>
                </a:solidFill>
                <a:latin typeface="Courier New" panose="02070309020205020404" pitchFamily="49" charset="0"/>
              </a:rPr>
              <a:t>01  TYPE IS PAGE HEADING.</a:t>
            </a:r>
          </a:p>
          <a:p>
            <a:pPr>
              <a:lnSpc>
                <a:spcPct val="75000"/>
              </a:lnSpc>
            </a:pPr>
            <a:r>
              <a:rPr lang="en-US" altLang="en-US" sz="800">
                <a:solidFill>
                  <a:schemeClr val="tx1"/>
                </a:solidFill>
                <a:latin typeface="Courier New" panose="02070309020205020404" pitchFamily="49" charset="0"/>
              </a:rPr>
              <a:t>    02 LINE 1.</a:t>
            </a:r>
          </a:p>
          <a:p>
            <a:pPr>
              <a:lnSpc>
                <a:spcPct val="75000"/>
              </a:lnSpc>
            </a:pPr>
            <a:r>
              <a:rPr lang="en-US" altLang="en-US" sz="800">
                <a:solidFill>
                  <a:schemeClr val="tx1"/>
                </a:solidFill>
                <a:latin typeface="Courier New" panose="02070309020205020404" pitchFamily="49" charset="0"/>
              </a:rPr>
              <a:t>       03 </a:t>
            </a:r>
            <a:r>
              <a:rPr lang="en-US" altLang="en-US" sz="800" b="1">
                <a:latin typeface="Courier New" panose="02070309020205020404" pitchFamily="49" charset="0"/>
              </a:rPr>
              <a:t>COLUMN 12</a:t>
            </a:r>
            <a:r>
              <a:rPr lang="en-US" altLang="en-US" sz="800">
                <a:solidFill>
                  <a:schemeClr val="tx1"/>
                </a:solidFill>
                <a:latin typeface="Courier New" panose="02070309020205020404" pitchFamily="49" charset="0"/>
              </a:rPr>
              <a:t>     PIC X(32)</a:t>
            </a:r>
          </a:p>
          <a:p>
            <a:pPr>
              <a:lnSpc>
                <a:spcPct val="75000"/>
              </a:lnSpc>
            </a:pPr>
            <a:r>
              <a:rPr lang="en-US" altLang="en-US" sz="800">
                <a:solidFill>
                  <a:schemeClr val="tx1"/>
                </a:solidFill>
                <a:latin typeface="Courier New" panose="02070309020205020404" pitchFamily="49" charset="0"/>
              </a:rPr>
              <a:t>                      VALUE "An example COBOL Report Program".</a:t>
            </a:r>
          </a:p>
          <a:p>
            <a:pPr>
              <a:lnSpc>
                <a:spcPct val="75000"/>
              </a:lnSpc>
            </a:pPr>
            <a:endParaRPr lang="en-US" altLang="en-US" sz="800">
              <a:solidFill>
                <a:schemeClr val="tx1"/>
              </a:solidFill>
              <a:latin typeface="Courier New" panose="02070309020205020404" pitchFamily="49" charset="0"/>
            </a:endParaRPr>
          </a:p>
          <a:p>
            <a:pPr>
              <a:lnSpc>
                <a:spcPct val="75000"/>
              </a:lnSpc>
            </a:pPr>
            <a:r>
              <a:rPr lang="en-US" altLang="en-US" sz="800">
                <a:solidFill>
                  <a:schemeClr val="tx1"/>
                </a:solidFill>
                <a:latin typeface="Courier New" panose="02070309020205020404" pitchFamily="49" charset="0"/>
              </a:rPr>
              <a:t>    02 LINE </a:t>
            </a:r>
            <a:r>
              <a:rPr lang="en-US" altLang="en-US" sz="800" b="1">
                <a:solidFill>
                  <a:schemeClr val="tx1"/>
                </a:solidFill>
                <a:latin typeface="Courier New" panose="02070309020205020404" pitchFamily="49" charset="0"/>
              </a:rPr>
              <a:t>2.</a:t>
            </a:r>
          </a:p>
          <a:p>
            <a:pPr>
              <a:lnSpc>
                <a:spcPct val="75000"/>
              </a:lnSpc>
            </a:pPr>
            <a:r>
              <a:rPr lang="en-US" altLang="en-US" sz="800" b="1">
                <a:solidFill>
                  <a:schemeClr val="tx1"/>
                </a:solidFill>
                <a:latin typeface="Courier New" panose="02070309020205020404" pitchFamily="49" charset="0"/>
              </a:rPr>
              <a:t>       03 </a:t>
            </a:r>
            <a:r>
              <a:rPr lang="en-US" altLang="en-US" sz="800" b="1">
                <a:latin typeface="Courier New" panose="02070309020205020404" pitchFamily="49" charset="0"/>
              </a:rPr>
              <a:t>COLUMN 6</a:t>
            </a:r>
            <a:r>
              <a:rPr lang="en-US" altLang="en-US" sz="800">
                <a:solidFill>
                  <a:schemeClr val="tx1"/>
                </a:solidFill>
                <a:latin typeface="Courier New" panose="02070309020205020404" pitchFamily="49" charset="0"/>
              </a:rPr>
              <a:t>      PIC X(17)</a:t>
            </a:r>
          </a:p>
          <a:p>
            <a:pPr>
              <a:lnSpc>
                <a:spcPct val="75000"/>
              </a:lnSpc>
            </a:pPr>
            <a:r>
              <a:rPr lang="en-US" altLang="en-US" sz="800">
                <a:solidFill>
                  <a:schemeClr val="tx1"/>
                </a:solidFill>
                <a:latin typeface="Courier New" panose="02070309020205020404" pitchFamily="49" charset="0"/>
              </a:rPr>
              <a:t>          VALUE "Bible Salesperson".</a:t>
            </a:r>
          </a:p>
          <a:p>
            <a:pPr>
              <a:lnSpc>
                <a:spcPct val="75000"/>
              </a:lnSpc>
            </a:pPr>
            <a:r>
              <a:rPr lang="en-US" altLang="en-US" sz="800">
                <a:solidFill>
                  <a:schemeClr val="tx1"/>
                </a:solidFill>
                <a:latin typeface="Courier New" panose="02070309020205020404" pitchFamily="49" charset="0"/>
              </a:rPr>
              <a:t>       03 </a:t>
            </a:r>
            <a:r>
              <a:rPr lang="en-US" altLang="en-US" sz="800" b="1">
                <a:latin typeface="Courier New" panose="02070309020205020404" pitchFamily="49" charset="0"/>
              </a:rPr>
              <a:t>COLUMN 23</a:t>
            </a:r>
            <a:r>
              <a:rPr lang="en-US" altLang="en-US" sz="800">
                <a:solidFill>
                  <a:schemeClr val="tx1"/>
                </a:solidFill>
                <a:latin typeface="Courier New" panose="02070309020205020404" pitchFamily="49" charset="0"/>
              </a:rPr>
              <a:t>     PIC X(26)</a:t>
            </a:r>
          </a:p>
          <a:p>
            <a:pPr>
              <a:lnSpc>
                <a:spcPct val="75000"/>
              </a:lnSpc>
            </a:pPr>
            <a:r>
              <a:rPr lang="en-US" altLang="en-US" sz="800">
                <a:solidFill>
                  <a:schemeClr val="tx1"/>
                </a:solidFill>
                <a:latin typeface="Courier New" panose="02070309020205020404" pitchFamily="49" charset="0"/>
              </a:rPr>
              <a:t>          VALUE " - Sales and Salary Report".</a:t>
            </a:r>
          </a:p>
          <a:p>
            <a:pPr>
              <a:lnSpc>
                <a:spcPct val="75000"/>
              </a:lnSpc>
            </a:pPr>
            <a:endParaRPr lang="en-US" altLang="en-US" sz="800">
              <a:solidFill>
                <a:schemeClr val="tx1"/>
              </a:solidFill>
              <a:latin typeface="Courier New" panose="02070309020205020404" pitchFamily="49" charset="0"/>
            </a:endParaRPr>
          </a:p>
          <a:p>
            <a:pPr>
              <a:lnSpc>
                <a:spcPct val="75000"/>
              </a:lnSpc>
            </a:pPr>
            <a:r>
              <a:rPr lang="en-US" altLang="en-US" sz="800">
                <a:solidFill>
                  <a:schemeClr val="tx1"/>
                </a:solidFill>
                <a:latin typeface="Courier New" panose="02070309020205020404" pitchFamily="49" charset="0"/>
              </a:rPr>
              <a:t>    02 LINE 4.</a:t>
            </a:r>
          </a:p>
          <a:p>
            <a:pPr>
              <a:lnSpc>
                <a:spcPct val="75000"/>
              </a:lnSpc>
            </a:pPr>
            <a:r>
              <a:rPr lang="en-US" altLang="en-US" sz="800">
                <a:solidFill>
                  <a:schemeClr val="tx1"/>
                </a:solidFill>
                <a:latin typeface="Courier New" panose="02070309020205020404" pitchFamily="49" charset="0"/>
              </a:rPr>
              <a:t>       03 </a:t>
            </a:r>
            <a:r>
              <a:rPr lang="en-US" altLang="en-US" sz="800" b="1">
                <a:latin typeface="Courier New" panose="02070309020205020404" pitchFamily="49" charset="0"/>
              </a:rPr>
              <a:t>COLUMN 2</a:t>
            </a:r>
            <a:r>
              <a:rPr lang="en-US" altLang="en-US" sz="800">
                <a:solidFill>
                  <a:schemeClr val="tx1"/>
                </a:solidFill>
                <a:latin typeface="Courier New" panose="02070309020205020404" pitchFamily="49" charset="0"/>
              </a:rPr>
              <a:t>      PIC X(4)  VALUE "City".</a:t>
            </a:r>
          </a:p>
          <a:p>
            <a:pPr>
              <a:lnSpc>
                <a:spcPct val="75000"/>
              </a:lnSpc>
            </a:pPr>
            <a:r>
              <a:rPr lang="en-US" altLang="en-US" sz="800">
                <a:solidFill>
                  <a:schemeClr val="tx1"/>
                </a:solidFill>
                <a:latin typeface="Courier New" panose="02070309020205020404" pitchFamily="49" charset="0"/>
              </a:rPr>
              <a:t>       03 </a:t>
            </a:r>
            <a:r>
              <a:rPr lang="en-US" altLang="en-US" sz="800" b="1">
                <a:latin typeface="Courier New" panose="02070309020205020404" pitchFamily="49" charset="0"/>
              </a:rPr>
              <a:t>COLUMN 12</a:t>
            </a:r>
            <a:r>
              <a:rPr lang="en-US" altLang="en-US" sz="800">
                <a:solidFill>
                  <a:schemeClr val="tx1"/>
                </a:solidFill>
                <a:latin typeface="Courier New" panose="02070309020205020404" pitchFamily="49" charset="0"/>
              </a:rPr>
              <a:t>     PIC X(11) VALUE "Salesperson".</a:t>
            </a:r>
          </a:p>
          <a:p>
            <a:pPr>
              <a:lnSpc>
                <a:spcPct val="75000"/>
              </a:lnSpc>
            </a:pPr>
            <a:r>
              <a:rPr lang="en-US" altLang="en-US" sz="800">
                <a:solidFill>
                  <a:schemeClr val="tx1"/>
                </a:solidFill>
                <a:latin typeface="Courier New" panose="02070309020205020404" pitchFamily="49" charset="0"/>
              </a:rPr>
              <a:t>       03 </a:t>
            </a:r>
            <a:r>
              <a:rPr lang="en-US" altLang="en-US" sz="800" b="1">
                <a:latin typeface="Courier New" panose="02070309020205020404" pitchFamily="49" charset="0"/>
              </a:rPr>
              <a:t>COLUMN 28</a:t>
            </a:r>
            <a:r>
              <a:rPr lang="en-US" altLang="en-US" sz="800">
                <a:solidFill>
                  <a:schemeClr val="tx1"/>
                </a:solidFill>
                <a:latin typeface="Courier New" panose="02070309020205020404" pitchFamily="49" charset="0"/>
              </a:rPr>
              <a:t>     PIC X(4)  VALUE "Sale".</a:t>
            </a:r>
          </a:p>
          <a:p>
            <a:pPr>
              <a:lnSpc>
                <a:spcPct val="75000"/>
              </a:lnSpc>
            </a:pPr>
            <a:endParaRPr lang="en-US" altLang="en-US" sz="800">
              <a:solidFill>
                <a:schemeClr val="tx1"/>
              </a:solidFill>
              <a:latin typeface="Courier New" panose="02070309020205020404" pitchFamily="49" charset="0"/>
            </a:endParaRPr>
          </a:p>
          <a:p>
            <a:pPr>
              <a:lnSpc>
                <a:spcPct val="75000"/>
              </a:lnSpc>
            </a:pPr>
            <a:r>
              <a:rPr lang="en-US" altLang="en-US" sz="800">
                <a:solidFill>
                  <a:schemeClr val="tx1"/>
                </a:solidFill>
                <a:latin typeface="Courier New" panose="02070309020205020404" pitchFamily="49" charset="0"/>
              </a:rPr>
              <a:t>    02 LINE 5. </a:t>
            </a:r>
          </a:p>
          <a:p>
            <a:pPr>
              <a:lnSpc>
                <a:spcPct val="75000"/>
              </a:lnSpc>
            </a:pPr>
            <a:r>
              <a:rPr lang="en-US" altLang="en-US" sz="800">
                <a:solidFill>
                  <a:schemeClr val="tx1"/>
                </a:solidFill>
                <a:latin typeface="Courier New" panose="02070309020205020404" pitchFamily="49" charset="0"/>
              </a:rPr>
              <a:t>       03 </a:t>
            </a:r>
            <a:r>
              <a:rPr lang="en-US" altLang="en-US" sz="800" b="1">
                <a:latin typeface="Courier New" panose="02070309020205020404" pitchFamily="49" charset="0"/>
              </a:rPr>
              <a:t>COLUMN 2</a:t>
            </a:r>
            <a:r>
              <a:rPr lang="en-US" altLang="en-US" sz="800">
                <a:solidFill>
                  <a:schemeClr val="tx1"/>
                </a:solidFill>
                <a:latin typeface="Courier New" panose="02070309020205020404" pitchFamily="49" charset="0"/>
              </a:rPr>
              <a:t>      PIC X(4)  VALUE "Name".</a:t>
            </a:r>
          </a:p>
          <a:p>
            <a:pPr>
              <a:lnSpc>
                <a:spcPct val="75000"/>
              </a:lnSpc>
            </a:pPr>
            <a:r>
              <a:rPr lang="en-US" altLang="en-US" sz="800">
                <a:solidFill>
                  <a:schemeClr val="tx1"/>
                </a:solidFill>
                <a:latin typeface="Courier New" panose="02070309020205020404" pitchFamily="49" charset="0"/>
              </a:rPr>
              <a:t>       03 </a:t>
            </a:r>
            <a:r>
              <a:rPr lang="en-US" altLang="en-US" sz="800" b="1">
                <a:latin typeface="Courier New" panose="02070309020205020404" pitchFamily="49" charset="0"/>
              </a:rPr>
              <a:t>COLUMN 13</a:t>
            </a:r>
            <a:r>
              <a:rPr lang="en-US" altLang="en-US" sz="800">
                <a:solidFill>
                  <a:schemeClr val="tx1"/>
                </a:solidFill>
                <a:latin typeface="Courier New" panose="02070309020205020404" pitchFamily="49" charset="0"/>
              </a:rPr>
              <a:t>     PIC X(6)  VALUE "Number".</a:t>
            </a:r>
          </a:p>
          <a:p>
            <a:pPr>
              <a:lnSpc>
                <a:spcPct val="75000"/>
              </a:lnSpc>
            </a:pPr>
            <a:r>
              <a:rPr lang="en-US" altLang="en-US" sz="800">
                <a:solidFill>
                  <a:schemeClr val="tx1"/>
                </a:solidFill>
                <a:latin typeface="Courier New" panose="02070309020205020404" pitchFamily="49" charset="0"/>
              </a:rPr>
              <a:t>       03 </a:t>
            </a:r>
            <a:r>
              <a:rPr lang="en-US" altLang="en-US" sz="800" b="1">
                <a:latin typeface="Courier New" panose="02070309020205020404" pitchFamily="49" charset="0"/>
              </a:rPr>
              <a:t>COLUMN 28</a:t>
            </a:r>
            <a:r>
              <a:rPr lang="en-US" altLang="en-US" sz="800">
                <a:solidFill>
                  <a:schemeClr val="tx1"/>
                </a:solidFill>
                <a:latin typeface="Courier New" panose="02070309020205020404" pitchFamily="49" charset="0"/>
              </a:rPr>
              <a:t>     PIC X(5)  VALUE "Value".</a:t>
            </a:r>
          </a:p>
          <a:p>
            <a:pPr>
              <a:lnSpc>
                <a:spcPct val="75000"/>
              </a:lnSpc>
            </a:pPr>
            <a:endParaRPr lang="en-US" altLang="en-US" sz="800">
              <a:solidFill>
                <a:schemeClr val="tx1"/>
              </a:solidFill>
              <a:latin typeface="Courier New" panose="02070309020205020404" pitchFamily="49" charset="0"/>
            </a:endParaRPr>
          </a:p>
          <a:p>
            <a:pPr>
              <a:lnSpc>
                <a:spcPct val="75000"/>
              </a:lnSpc>
            </a:pPr>
            <a:r>
              <a:rPr lang="en-US" altLang="en-US" sz="800">
                <a:solidFill>
                  <a:schemeClr val="tx1"/>
                </a:solidFill>
                <a:latin typeface="Courier New" panose="02070309020205020404" pitchFamily="49" charset="0"/>
              </a:rPr>
              <a:t>01  DetailLine TYPE IS DETAIL.</a:t>
            </a:r>
          </a:p>
          <a:p>
            <a:pPr>
              <a:lnSpc>
                <a:spcPct val="75000"/>
              </a:lnSpc>
            </a:pPr>
            <a:r>
              <a:rPr lang="en-US" altLang="en-US" sz="800">
                <a:solidFill>
                  <a:schemeClr val="tx1"/>
                </a:solidFill>
                <a:latin typeface="Courier New" panose="02070309020205020404" pitchFamily="49" charset="0"/>
              </a:rPr>
              <a:t>    02 LINE IS PLUS 1.</a:t>
            </a:r>
          </a:p>
          <a:p>
            <a:pPr>
              <a:lnSpc>
                <a:spcPct val="75000"/>
              </a:lnSpc>
            </a:pPr>
            <a:r>
              <a:rPr lang="en-US" altLang="en-US" sz="800">
                <a:solidFill>
                  <a:schemeClr val="tx1"/>
                </a:solidFill>
                <a:latin typeface="Courier New" panose="02070309020205020404" pitchFamily="49" charset="0"/>
              </a:rPr>
              <a:t>       03 COLUMN 1      PIC X(9)</a:t>
            </a:r>
          </a:p>
          <a:p>
            <a:pPr>
              <a:lnSpc>
                <a:spcPct val="75000"/>
              </a:lnSpc>
            </a:pPr>
            <a:r>
              <a:rPr lang="en-US" altLang="en-US" sz="800">
                <a:solidFill>
                  <a:schemeClr val="tx1"/>
                </a:solidFill>
                <a:latin typeface="Courier New" panose="02070309020205020404" pitchFamily="49" charset="0"/>
              </a:rPr>
              <a:t>                        SOURCE CityName(CityCode).</a:t>
            </a:r>
          </a:p>
          <a:p>
            <a:pPr>
              <a:lnSpc>
                <a:spcPct val="75000"/>
              </a:lnSpc>
            </a:pPr>
            <a:r>
              <a:rPr lang="en-US" altLang="en-US" sz="800">
                <a:solidFill>
                  <a:schemeClr val="tx1"/>
                </a:solidFill>
                <a:latin typeface="Courier New" panose="02070309020205020404" pitchFamily="49" charset="0"/>
              </a:rPr>
              <a:t>       03 COLUMN 15     PIC 9</a:t>
            </a:r>
          </a:p>
          <a:p>
            <a:pPr>
              <a:lnSpc>
                <a:spcPct val="75000"/>
              </a:lnSpc>
            </a:pPr>
            <a:r>
              <a:rPr lang="en-US" altLang="en-US" sz="800">
                <a:solidFill>
                  <a:schemeClr val="tx1"/>
                </a:solidFill>
                <a:latin typeface="Courier New" panose="02070309020205020404" pitchFamily="49" charset="0"/>
              </a:rPr>
              <a:t>                        SOURCE SalesPersonNum.</a:t>
            </a:r>
          </a:p>
          <a:p>
            <a:pPr>
              <a:lnSpc>
                <a:spcPct val="75000"/>
              </a:lnSpc>
            </a:pPr>
            <a:r>
              <a:rPr lang="en-US" altLang="en-US" sz="800">
                <a:solidFill>
                  <a:schemeClr val="tx1"/>
                </a:solidFill>
                <a:latin typeface="Courier New" panose="02070309020205020404" pitchFamily="49" charset="0"/>
              </a:rPr>
              <a:t>       03 COLUMN 25     PIC $$,$$$.99 SOURCE ValueOfSale.</a:t>
            </a:r>
          </a:p>
          <a:p>
            <a:pPr>
              <a:lnSpc>
                <a:spcPct val="75000"/>
              </a:lnSpc>
            </a:pPr>
            <a:endParaRPr lang="en-US" altLang="en-US" sz="800">
              <a:solidFill>
                <a:schemeClr val="tx1"/>
              </a:solidFill>
              <a:latin typeface="Courier New" panose="02070309020205020404" pitchFamily="49" charset="0"/>
            </a:endParaRPr>
          </a:p>
          <a:p>
            <a:pPr>
              <a:lnSpc>
                <a:spcPct val="75000"/>
              </a:lnSpc>
            </a:pPr>
            <a:endParaRPr lang="en-US" altLang="en-US" sz="800">
              <a:solidFill>
                <a:schemeClr val="tx1"/>
              </a:solidFill>
              <a:latin typeface="Courier New" panose="02070309020205020404" pitchFamily="49" charset="0"/>
            </a:endParaRPr>
          </a:p>
          <a:p>
            <a:pPr>
              <a:lnSpc>
                <a:spcPct val="75000"/>
              </a:lnSpc>
            </a:pPr>
            <a:r>
              <a:rPr lang="en-US" altLang="en-US" sz="800">
                <a:solidFill>
                  <a:schemeClr val="tx1"/>
                </a:solidFill>
                <a:latin typeface="Courier New" panose="02070309020205020404" pitchFamily="49" charset="0"/>
              </a:rPr>
              <a:t>01  SalesPersonGrp</a:t>
            </a:r>
          </a:p>
          <a:p>
            <a:pPr>
              <a:lnSpc>
                <a:spcPct val="75000"/>
              </a:lnSpc>
            </a:pPr>
            <a:r>
              <a:rPr lang="en-US" altLang="en-US" sz="800">
                <a:solidFill>
                  <a:schemeClr val="tx1"/>
                </a:solidFill>
                <a:latin typeface="Courier New" panose="02070309020205020404" pitchFamily="49" charset="0"/>
              </a:rPr>
              <a:t>    TYPE IS CONTROL FOOTING SalesPersonNum NEXT GROUP PLUS 2.</a:t>
            </a:r>
          </a:p>
          <a:p>
            <a:pPr>
              <a:lnSpc>
                <a:spcPct val="75000"/>
              </a:lnSpc>
            </a:pPr>
            <a:r>
              <a:rPr lang="en-US" altLang="en-US" sz="800">
                <a:solidFill>
                  <a:schemeClr val="tx1"/>
                </a:solidFill>
                <a:latin typeface="Courier New" panose="02070309020205020404" pitchFamily="49" charset="0"/>
              </a:rPr>
              <a:t>    02 LINE IS PLUS 1.</a:t>
            </a:r>
          </a:p>
          <a:p>
            <a:pPr>
              <a:lnSpc>
                <a:spcPct val="75000"/>
              </a:lnSpc>
            </a:pPr>
            <a:r>
              <a:rPr lang="en-US" altLang="en-US" sz="800">
                <a:solidFill>
                  <a:schemeClr val="tx1"/>
                </a:solidFill>
                <a:latin typeface="Courier New" panose="02070309020205020404" pitchFamily="49" charset="0"/>
              </a:rPr>
              <a:t>       03 COLUMN 15     PIC X(21) </a:t>
            </a:r>
          </a:p>
          <a:p>
            <a:pPr>
              <a:lnSpc>
                <a:spcPct val="75000"/>
              </a:lnSpc>
            </a:pPr>
            <a:r>
              <a:rPr lang="en-US" altLang="en-US" sz="800">
                <a:solidFill>
                  <a:schemeClr val="tx1"/>
                </a:solidFill>
                <a:latin typeface="Courier New" panose="02070309020205020404" pitchFamily="49" charset="0"/>
              </a:rPr>
              <a:t>                        VALUE "Sales for salesperson".</a:t>
            </a:r>
          </a:p>
          <a:p>
            <a:pPr>
              <a:lnSpc>
                <a:spcPct val="75000"/>
              </a:lnSpc>
            </a:pPr>
            <a:r>
              <a:rPr lang="en-US" altLang="en-US" sz="800">
                <a:solidFill>
                  <a:schemeClr val="tx1"/>
                </a:solidFill>
                <a:latin typeface="Courier New" panose="02070309020205020404" pitchFamily="49" charset="0"/>
              </a:rPr>
              <a:t>       03 COLUMN 37     PIC 9 SOURCE SalesPersonNum.</a:t>
            </a:r>
          </a:p>
          <a:p>
            <a:pPr>
              <a:lnSpc>
                <a:spcPct val="75000"/>
              </a:lnSpc>
            </a:pPr>
            <a:r>
              <a:rPr lang="en-US" altLang="en-US" sz="800">
                <a:solidFill>
                  <a:schemeClr val="tx1"/>
                </a:solidFill>
                <a:latin typeface="Courier New" panose="02070309020205020404" pitchFamily="49" charset="0"/>
              </a:rPr>
              <a:t>       03 COLUMN 43     PIC X VALUE "=".</a:t>
            </a:r>
          </a:p>
          <a:p>
            <a:pPr>
              <a:lnSpc>
                <a:spcPct val="75000"/>
              </a:lnSpc>
            </a:pPr>
            <a:r>
              <a:rPr lang="en-US" altLang="en-US" sz="800">
                <a:solidFill>
                  <a:schemeClr val="tx1"/>
                </a:solidFill>
                <a:latin typeface="Courier New" panose="02070309020205020404" pitchFamily="49" charset="0"/>
              </a:rPr>
              <a:t>       03 SMS COLUMN 45 PIC $$$$$,$$$.99 SUM ValueOfSale.</a:t>
            </a:r>
          </a:p>
          <a:p>
            <a:pPr>
              <a:lnSpc>
                <a:spcPct val="75000"/>
              </a:lnSpc>
            </a:pPr>
            <a:endParaRPr lang="en-US" altLang="en-US" sz="800">
              <a:solidFill>
                <a:schemeClr val="tx1"/>
              </a:solidFill>
              <a:latin typeface="Courier New" panose="02070309020205020404" pitchFamily="49" charset="0"/>
            </a:endParaRPr>
          </a:p>
          <a:p>
            <a:pPr>
              <a:lnSpc>
                <a:spcPct val="75000"/>
              </a:lnSpc>
            </a:pPr>
            <a:endParaRPr lang="en-US" altLang="en-US" sz="800">
              <a:solidFill>
                <a:schemeClr val="tx1"/>
              </a:solidFill>
              <a:latin typeface="Courier New" panose="02070309020205020404" pitchFamily="49" charset="0"/>
            </a:endParaRPr>
          </a:p>
          <a:p>
            <a:pPr>
              <a:lnSpc>
                <a:spcPct val="75000"/>
              </a:lnSpc>
            </a:pPr>
            <a:r>
              <a:rPr lang="en-US" altLang="en-US" sz="800">
                <a:solidFill>
                  <a:schemeClr val="tx1"/>
                </a:solidFill>
                <a:latin typeface="Courier New" panose="02070309020205020404" pitchFamily="49" charset="0"/>
              </a:rPr>
              <a:t>01  TYPE IS PAGE FOOTING.</a:t>
            </a:r>
          </a:p>
          <a:p>
            <a:pPr>
              <a:lnSpc>
                <a:spcPct val="75000"/>
              </a:lnSpc>
            </a:pPr>
            <a:r>
              <a:rPr lang="en-US" altLang="en-US" sz="800">
                <a:solidFill>
                  <a:schemeClr val="tx1"/>
                </a:solidFill>
                <a:latin typeface="Courier New" panose="02070309020205020404" pitchFamily="49" charset="0"/>
              </a:rPr>
              <a:t>    02 LINE IS 53.</a:t>
            </a:r>
          </a:p>
          <a:p>
            <a:pPr>
              <a:lnSpc>
                <a:spcPct val="75000"/>
              </a:lnSpc>
            </a:pPr>
            <a:r>
              <a:rPr lang="en-US" altLang="en-US" sz="800">
                <a:solidFill>
                  <a:schemeClr val="tx1"/>
                </a:solidFill>
                <a:latin typeface="Courier New" panose="02070309020205020404" pitchFamily="49" charset="0"/>
              </a:rPr>
              <a:t>       03 COLUMN 1      PIC X(29) </a:t>
            </a:r>
          </a:p>
          <a:p>
            <a:pPr>
              <a:lnSpc>
                <a:spcPct val="75000"/>
              </a:lnSpc>
            </a:pPr>
            <a:r>
              <a:rPr lang="en-US" altLang="en-US" sz="800">
                <a:solidFill>
                  <a:schemeClr val="tx1"/>
                </a:solidFill>
                <a:latin typeface="Courier New" panose="02070309020205020404" pitchFamily="49" charset="0"/>
              </a:rPr>
              <a:t>                        VALUE "Programmer - Michael Coughlan".</a:t>
            </a:r>
          </a:p>
          <a:p>
            <a:pPr>
              <a:lnSpc>
                <a:spcPct val="75000"/>
              </a:lnSpc>
            </a:pPr>
            <a:r>
              <a:rPr lang="en-US" altLang="en-US" sz="800">
                <a:solidFill>
                  <a:schemeClr val="tx1"/>
                </a:solidFill>
                <a:latin typeface="Courier New" panose="02070309020205020404" pitchFamily="49" charset="0"/>
              </a:rPr>
              <a:t>       03 COLUMN 45     PIC X(6) VALUE "Page :".</a:t>
            </a:r>
          </a:p>
          <a:p>
            <a:pPr>
              <a:lnSpc>
                <a:spcPct val="75000"/>
              </a:lnSpc>
            </a:pPr>
            <a:r>
              <a:rPr lang="en-US" altLang="en-US" sz="800">
                <a:solidFill>
                  <a:schemeClr val="tx1"/>
                </a:solidFill>
                <a:latin typeface="Courier New" panose="02070309020205020404" pitchFamily="49" charset="0"/>
              </a:rPr>
              <a:t>       03 COLUMN 52     PIC Z9 SOURCE PAGE-COUNTER.</a:t>
            </a:r>
          </a:p>
        </p:txBody>
      </p:sp>
      <p:sp>
        <p:nvSpPr>
          <p:cNvPr id="8195" name="AutoShape 3">
            <a:extLst>
              <a:ext uri="{FF2B5EF4-FFF2-40B4-BE49-F238E27FC236}">
                <a16:creationId xmlns:a16="http://schemas.microsoft.com/office/drawing/2014/main" id="{E27B42FE-4EDE-FE82-A160-157909D71476}"/>
              </a:ext>
            </a:extLst>
          </p:cNvPr>
          <p:cNvSpPr>
            <a:spLocks noChangeArrowheads="1"/>
          </p:cNvSpPr>
          <p:nvPr/>
        </p:nvSpPr>
        <p:spPr bwMode="auto">
          <a:xfrm flipH="1">
            <a:off x="2085975" y="53975"/>
            <a:ext cx="1749425" cy="989542"/>
          </a:xfrm>
          <a:prstGeom prst="wedgeRoundRectCallout">
            <a:avLst>
              <a:gd name="adj1" fmla="val -48838"/>
              <a:gd name="adj2" fmla="val 66667"/>
              <a:gd name="adj3" fmla="val 16667"/>
            </a:avLst>
          </a:prstGeom>
          <a:solidFill>
            <a:srgbClr val="FFFFC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algn="ctr">
              <a:lnSpc>
                <a:spcPct val="85000"/>
              </a:lnSpc>
            </a:pPr>
            <a:r>
              <a:rPr lang="en-US" altLang="en-US" sz="1000">
                <a:solidFill>
                  <a:schemeClr val="tx1"/>
                </a:solidFill>
              </a:rPr>
              <a:t>The COLUMN [IS] phrase allows us to position the characters in each line.</a:t>
            </a:r>
          </a:p>
          <a:p>
            <a:pPr algn="ctr">
              <a:lnSpc>
                <a:spcPct val="85000"/>
              </a:lnSpc>
            </a:pPr>
            <a:endParaRPr lang="en-US" altLang="en-US" sz="1000">
              <a:solidFill>
                <a:schemeClr val="tx1"/>
              </a:solidFill>
            </a:endParaRPr>
          </a:p>
          <a:p>
            <a:pPr algn="ctr">
              <a:lnSpc>
                <a:spcPct val="85000"/>
              </a:lnSpc>
            </a:pPr>
            <a:r>
              <a:rPr lang="en-US" altLang="en-US" sz="1000">
                <a:solidFill>
                  <a:schemeClr val="tx1"/>
                </a:solidFill>
              </a:rPr>
              <a:t>Scroll up to the report page in the previous section to see the result of these phrases.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9D18262A-F459-529B-CBD1-9634B6FDAF43}"/>
              </a:ext>
            </a:extLst>
          </p:cNvPr>
          <p:cNvSpPr>
            <a:spLocks noChangeArrowheads="1"/>
          </p:cNvSpPr>
          <p:nvPr/>
        </p:nvSpPr>
        <p:spPr bwMode="auto">
          <a:xfrm>
            <a:off x="0" y="28575"/>
            <a:ext cx="3871913" cy="5156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46038" tIns="46038" rIns="46038" bIns="46038">
            <a:spAutoFit/>
          </a:bodyPr>
          <a:lstStyle/>
          <a:p>
            <a:pPr>
              <a:lnSpc>
                <a:spcPct val="75000"/>
              </a:lnSpc>
            </a:pPr>
            <a:r>
              <a:rPr lang="en-US" altLang="en-US" sz="800">
                <a:solidFill>
                  <a:schemeClr val="tx1"/>
                </a:solidFill>
                <a:latin typeface="Courier New" panose="02070309020205020404" pitchFamily="49" charset="0"/>
              </a:rPr>
              <a:t>REPORT SECTION.</a:t>
            </a:r>
          </a:p>
          <a:p>
            <a:pPr>
              <a:lnSpc>
                <a:spcPct val="75000"/>
              </a:lnSpc>
            </a:pPr>
            <a:r>
              <a:rPr lang="en-US" altLang="en-US" sz="800">
                <a:solidFill>
                  <a:schemeClr val="tx1"/>
                </a:solidFill>
                <a:latin typeface="Courier New" panose="02070309020205020404" pitchFamily="49" charset="0"/>
              </a:rPr>
              <a:t>RD  SalesReport</a:t>
            </a:r>
          </a:p>
          <a:p>
            <a:pPr>
              <a:lnSpc>
                <a:spcPct val="75000"/>
              </a:lnSpc>
            </a:pPr>
            <a:r>
              <a:rPr lang="en-US" altLang="en-US" sz="800">
                <a:solidFill>
                  <a:schemeClr val="tx1"/>
                </a:solidFill>
                <a:latin typeface="Courier New" panose="02070309020205020404" pitchFamily="49" charset="0"/>
              </a:rPr>
              <a:t>    CONTROLS ARE SalesPersonNum </a:t>
            </a:r>
          </a:p>
          <a:p>
            <a:pPr>
              <a:lnSpc>
                <a:spcPct val="75000"/>
              </a:lnSpc>
            </a:pPr>
            <a:r>
              <a:rPr lang="en-US" altLang="en-US" sz="800">
                <a:solidFill>
                  <a:schemeClr val="tx1"/>
                </a:solidFill>
                <a:latin typeface="Courier New" panose="02070309020205020404" pitchFamily="49" charset="0"/>
              </a:rPr>
              <a:t>    PAGE LIMIT IS 66</a:t>
            </a:r>
          </a:p>
          <a:p>
            <a:pPr>
              <a:lnSpc>
                <a:spcPct val="75000"/>
              </a:lnSpc>
            </a:pPr>
            <a:r>
              <a:rPr lang="en-US" altLang="en-US" sz="800">
                <a:solidFill>
                  <a:schemeClr val="tx1"/>
                </a:solidFill>
                <a:latin typeface="Courier New" panose="02070309020205020404" pitchFamily="49" charset="0"/>
              </a:rPr>
              <a:t>    HEADING 1</a:t>
            </a:r>
          </a:p>
          <a:p>
            <a:pPr>
              <a:lnSpc>
                <a:spcPct val="75000"/>
              </a:lnSpc>
            </a:pPr>
            <a:r>
              <a:rPr lang="en-US" altLang="en-US" sz="800">
                <a:solidFill>
                  <a:schemeClr val="tx1"/>
                </a:solidFill>
                <a:latin typeface="Courier New" panose="02070309020205020404" pitchFamily="49" charset="0"/>
              </a:rPr>
              <a:t>    FIRST DETAIL 6</a:t>
            </a:r>
          </a:p>
          <a:p>
            <a:pPr>
              <a:lnSpc>
                <a:spcPct val="75000"/>
              </a:lnSpc>
            </a:pPr>
            <a:r>
              <a:rPr lang="en-US" altLang="en-US" sz="800">
                <a:solidFill>
                  <a:schemeClr val="tx1"/>
                </a:solidFill>
                <a:latin typeface="Courier New" panose="02070309020205020404" pitchFamily="49" charset="0"/>
              </a:rPr>
              <a:t>    LAST DETAIL 42</a:t>
            </a:r>
          </a:p>
          <a:p>
            <a:pPr>
              <a:lnSpc>
                <a:spcPct val="75000"/>
              </a:lnSpc>
            </a:pPr>
            <a:r>
              <a:rPr lang="en-US" altLang="en-US" sz="800">
                <a:solidFill>
                  <a:schemeClr val="tx1"/>
                </a:solidFill>
                <a:latin typeface="Courier New" panose="02070309020205020404" pitchFamily="49" charset="0"/>
              </a:rPr>
              <a:t>    FOOTING 52.</a:t>
            </a:r>
          </a:p>
          <a:p>
            <a:pPr>
              <a:lnSpc>
                <a:spcPct val="75000"/>
              </a:lnSpc>
            </a:pPr>
            <a:endParaRPr lang="en-US" altLang="en-US" sz="800">
              <a:solidFill>
                <a:schemeClr val="tx1"/>
              </a:solidFill>
              <a:latin typeface="Courier New" panose="02070309020205020404" pitchFamily="49" charset="0"/>
            </a:endParaRPr>
          </a:p>
          <a:p>
            <a:pPr>
              <a:lnSpc>
                <a:spcPct val="75000"/>
              </a:lnSpc>
            </a:pPr>
            <a:r>
              <a:rPr lang="en-US" altLang="en-US" sz="800">
                <a:solidFill>
                  <a:schemeClr val="tx1"/>
                </a:solidFill>
                <a:latin typeface="Courier New" panose="02070309020205020404" pitchFamily="49" charset="0"/>
              </a:rPr>
              <a:t>01  TYPE IS PAGE HEADING.</a:t>
            </a:r>
          </a:p>
          <a:p>
            <a:pPr>
              <a:lnSpc>
                <a:spcPct val="75000"/>
              </a:lnSpc>
            </a:pPr>
            <a:r>
              <a:rPr lang="en-US" altLang="en-US" sz="800">
                <a:solidFill>
                  <a:schemeClr val="tx1"/>
                </a:solidFill>
                <a:latin typeface="Courier New" panose="02070309020205020404" pitchFamily="49" charset="0"/>
              </a:rPr>
              <a:t>    02 LINE 1.</a:t>
            </a:r>
          </a:p>
          <a:p>
            <a:pPr>
              <a:lnSpc>
                <a:spcPct val="75000"/>
              </a:lnSpc>
            </a:pPr>
            <a:r>
              <a:rPr lang="en-US" altLang="en-US" sz="800">
                <a:solidFill>
                  <a:schemeClr val="tx1"/>
                </a:solidFill>
                <a:latin typeface="Courier New" panose="02070309020205020404" pitchFamily="49" charset="0"/>
              </a:rPr>
              <a:t>       03 COLUMN 12     PIC X(32)</a:t>
            </a:r>
          </a:p>
          <a:p>
            <a:pPr>
              <a:lnSpc>
                <a:spcPct val="75000"/>
              </a:lnSpc>
            </a:pPr>
            <a:r>
              <a:rPr lang="en-US" altLang="en-US" sz="800">
                <a:solidFill>
                  <a:schemeClr val="tx1"/>
                </a:solidFill>
                <a:latin typeface="Courier New" panose="02070309020205020404" pitchFamily="49" charset="0"/>
              </a:rPr>
              <a:t>                      VALUE "An example COBOL Report Program".</a:t>
            </a:r>
          </a:p>
          <a:p>
            <a:pPr>
              <a:lnSpc>
                <a:spcPct val="75000"/>
              </a:lnSpc>
            </a:pPr>
            <a:endParaRPr lang="en-US" altLang="en-US" sz="800">
              <a:solidFill>
                <a:schemeClr val="tx1"/>
              </a:solidFill>
              <a:latin typeface="Courier New" panose="02070309020205020404" pitchFamily="49" charset="0"/>
            </a:endParaRPr>
          </a:p>
          <a:p>
            <a:pPr>
              <a:lnSpc>
                <a:spcPct val="75000"/>
              </a:lnSpc>
            </a:pPr>
            <a:r>
              <a:rPr lang="en-US" altLang="en-US" sz="800">
                <a:solidFill>
                  <a:schemeClr val="tx1"/>
                </a:solidFill>
                <a:latin typeface="Courier New" panose="02070309020205020404" pitchFamily="49" charset="0"/>
              </a:rPr>
              <a:t>    02 LINE 2.</a:t>
            </a:r>
          </a:p>
          <a:p>
            <a:pPr>
              <a:lnSpc>
                <a:spcPct val="75000"/>
              </a:lnSpc>
            </a:pPr>
            <a:r>
              <a:rPr lang="en-US" altLang="en-US" sz="800">
                <a:solidFill>
                  <a:schemeClr val="tx1"/>
                </a:solidFill>
                <a:latin typeface="Courier New" panose="02070309020205020404" pitchFamily="49" charset="0"/>
              </a:rPr>
              <a:t>       03 COLUMN 6      PIC X(17)</a:t>
            </a:r>
          </a:p>
          <a:p>
            <a:pPr>
              <a:lnSpc>
                <a:spcPct val="75000"/>
              </a:lnSpc>
            </a:pPr>
            <a:r>
              <a:rPr lang="en-US" altLang="en-US" sz="800">
                <a:solidFill>
                  <a:schemeClr val="tx1"/>
                </a:solidFill>
                <a:latin typeface="Courier New" panose="02070309020205020404" pitchFamily="49" charset="0"/>
              </a:rPr>
              <a:t>          VALUE "Bible Salesperson".</a:t>
            </a:r>
          </a:p>
          <a:p>
            <a:pPr>
              <a:lnSpc>
                <a:spcPct val="75000"/>
              </a:lnSpc>
            </a:pPr>
            <a:r>
              <a:rPr lang="en-US" altLang="en-US" sz="800">
                <a:solidFill>
                  <a:schemeClr val="tx1"/>
                </a:solidFill>
                <a:latin typeface="Courier New" panose="02070309020205020404" pitchFamily="49" charset="0"/>
              </a:rPr>
              <a:t>       03 COLUMN 23     PIC X(26)</a:t>
            </a:r>
          </a:p>
          <a:p>
            <a:pPr>
              <a:lnSpc>
                <a:spcPct val="75000"/>
              </a:lnSpc>
            </a:pPr>
            <a:r>
              <a:rPr lang="en-US" altLang="en-US" sz="800">
                <a:solidFill>
                  <a:schemeClr val="tx1"/>
                </a:solidFill>
                <a:latin typeface="Courier New" panose="02070309020205020404" pitchFamily="49" charset="0"/>
              </a:rPr>
              <a:t>          VALUE " - Sales and Salary Report".</a:t>
            </a:r>
          </a:p>
          <a:p>
            <a:pPr>
              <a:lnSpc>
                <a:spcPct val="75000"/>
              </a:lnSpc>
            </a:pPr>
            <a:endParaRPr lang="en-US" altLang="en-US" sz="800">
              <a:solidFill>
                <a:schemeClr val="tx1"/>
              </a:solidFill>
              <a:latin typeface="Courier New" panose="02070309020205020404" pitchFamily="49" charset="0"/>
            </a:endParaRPr>
          </a:p>
          <a:p>
            <a:pPr>
              <a:lnSpc>
                <a:spcPct val="75000"/>
              </a:lnSpc>
            </a:pPr>
            <a:r>
              <a:rPr lang="en-US" altLang="en-US" sz="800">
                <a:solidFill>
                  <a:schemeClr val="tx1"/>
                </a:solidFill>
                <a:latin typeface="Courier New" panose="02070309020205020404" pitchFamily="49" charset="0"/>
              </a:rPr>
              <a:t>    02 LINE 4.</a:t>
            </a:r>
          </a:p>
          <a:p>
            <a:pPr>
              <a:lnSpc>
                <a:spcPct val="75000"/>
              </a:lnSpc>
            </a:pPr>
            <a:r>
              <a:rPr lang="en-US" altLang="en-US" sz="800">
                <a:solidFill>
                  <a:schemeClr val="tx1"/>
                </a:solidFill>
                <a:latin typeface="Courier New" panose="02070309020205020404" pitchFamily="49" charset="0"/>
              </a:rPr>
              <a:t>       03 COLUMN 2      PIC X(4)  VALUE "City".</a:t>
            </a:r>
          </a:p>
          <a:p>
            <a:pPr>
              <a:lnSpc>
                <a:spcPct val="75000"/>
              </a:lnSpc>
            </a:pPr>
            <a:r>
              <a:rPr lang="en-US" altLang="en-US" sz="800">
                <a:solidFill>
                  <a:schemeClr val="tx1"/>
                </a:solidFill>
                <a:latin typeface="Courier New" panose="02070309020205020404" pitchFamily="49" charset="0"/>
              </a:rPr>
              <a:t>       03 COLUMN 12     PIC X(11) VALUE "Salesperson".</a:t>
            </a:r>
          </a:p>
          <a:p>
            <a:pPr>
              <a:lnSpc>
                <a:spcPct val="75000"/>
              </a:lnSpc>
            </a:pPr>
            <a:r>
              <a:rPr lang="en-US" altLang="en-US" sz="800">
                <a:solidFill>
                  <a:schemeClr val="tx1"/>
                </a:solidFill>
                <a:latin typeface="Courier New" panose="02070309020205020404" pitchFamily="49" charset="0"/>
              </a:rPr>
              <a:t>       03 COLUMN 28     PIC X(4)  VALUE "Sale".</a:t>
            </a:r>
          </a:p>
          <a:p>
            <a:pPr>
              <a:lnSpc>
                <a:spcPct val="75000"/>
              </a:lnSpc>
            </a:pPr>
            <a:endParaRPr lang="en-US" altLang="en-US" sz="800">
              <a:solidFill>
                <a:schemeClr val="tx1"/>
              </a:solidFill>
              <a:latin typeface="Courier New" panose="02070309020205020404" pitchFamily="49" charset="0"/>
            </a:endParaRPr>
          </a:p>
          <a:p>
            <a:pPr>
              <a:lnSpc>
                <a:spcPct val="75000"/>
              </a:lnSpc>
            </a:pPr>
            <a:r>
              <a:rPr lang="en-US" altLang="en-US" sz="800">
                <a:solidFill>
                  <a:schemeClr val="tx1"/>
                </a:solidFill>
                <a:latin typeface="Courier New" panose="02070309020205020404" pitchFamily="49" charset="0"/>
              </a:rPr>
              <a:t>    02 LINE 5.</a:t>
            </a:r>
          </a:p>
          <a:p>
            <a:pPr>
              <a:lnSpc>
                <a:spcPct val="75000"/>
              </a:lnSpc>
            </a:pPr>
            <a:r>
              <a:rPr lang="en-US" altLang="en-US" sz="800">
                <a:solidFill>
                  <a:schemeClr val="tx1"/>
                </a:solidFill>
                <a:latin typeface="Courier New" panose="02070309020205020404" pitchFamily="49" charset="0"/>
              </a:rPr>
              <a:t>       03 COLUMN 2      PIC X(4)  VALUE "Name".</a:t>
            </a:r>
          </a:p>
          <a:p>
            <a:pPr>
              <a:lnSpc>
                <a:spcPct val="75000"/>
              </a:lnSpc>
            </a:pPr>
            <a:r>
              <a:rPr lang="en-US" altLang="en-US" sz="800">
                <a:solidFill>
                  <a:schemeClr val="tx1"/>
                </a:solidFill>
                <a:latin typeface="Courier New" panose="02070309020205020404" pitchFamily="49" charset="0"/>
              </a:rPr>
              <a:t>       03 COLUMN 13     PIC X(6)  VALUE "Number".</a:t>
            </a:r>
          </a:p>
          <a:p>
            <a:pPr>
              <a:lnSpc>
                <a:spcPct val="75000"/>
              </a:lnSpc>
            </a:pPr>
            <a:r>
              <a:rPr lang="en-US" altLang="en-US" sz="800">
                <a:solidFill>
                  <a:schemeClr val="tx1"/>
                </a:solidFill>
                <a:latin typeface="Courier New" panose="02070309020205020404" pitchFamily="49" charset="0"/>
              </a:rPr>
              <a:t>       03 COLUMN 28     PIC X(5)  VALUE "Value".</a:t>
            </a:r>
          </a:p>
          <a:p>
            <a:pPr>
              <a:lnSpc>
                <a:spcPct val="75000"/>
              </a:lnSpc>
            </a:pPr>
            <a:endParaRPr lang="en-US" altLang="en-US" sz="800">
              <a:solidFill>
                <a:schemeClr val="tx1"/>
              </a:solidFill>
              <a:latin typeface="Courier New" panose="02070309020205020404" pitchFamily="49" charset="0"/>
            </a:endParaRPr>
          </a:p>
          <a:p>
            <a:pPr>
              <a:lnSpc>
                <a:spcPct val="75000"/>
              </a:lnSpc>
            </a:pPr>
            <a:r>
              <a:rPr lang="en-US" altLang="en-US" sz="800">
                <a:solidFill>
                  <a:schemeClr val="tx1"/>
                </a:solidFill>
                <a:latin typeface="Courier New" panose="02070309020205020404" pitchFamily="49" charset="0"/>
              </a:rPr>
              <a:t>01  DetailLine TYPE IS DETAIL.</a:t>
            </a:r>
          </a:p>
          <a:p>
            <a:pPr>
              <a:lnSpc>
                <a:spcPct val="75000"/>
              </a:lnSpc>
            </a:pPr>
            <a:r>
              <a:rPr lang="en-US" altLang="en-US" sz="800">
                <a:solidFill>
                  <a:schemeClr val="tx1"/>
                </a:solidFill>
                <a:latin typeface="Courier New" panose="02070309020205020404" pitchFamily="49" charset="0"/>
              </a:rPr>
              <a:t>    02 LINE IS PLUS 1.</a:t>
            </a:r>
          </a:p>
          <a:p>
            <a:pPr>
              <a:lnSpc>
                <a:spcPct val="75000"/>
              </a:lnSpc>
            </a:pPr>
            <a:r>
              <a:rPr lang="en-US" altLang="en-US" sz="800">
                <a:solidFill>
                  <a:schemeClr val="tx1"/>
                </a:solidFill>
                <a:latin typeface="Courier New" panose="02070309020205020404" pitchFamily="49" charset="0"/>
              </a:rPr>
              <a:t>       03 COLUMN 1      PIC X(9)</a:t>
            </a:r>
          </a:p>
          <a:p>
            <a:pPr>
              <a:lnSpc>
                <a:spcPct val="75000"/>
              </a:lnSpc>
            </a:pPr>
            <a:r>
              <a:rPr lang="en-US" altLang="en-US" sz="800">
                <a:solidFill>
                  <a:schemeClr val="tx1"/>
                </a:solidFill>
                <a:latin typeface="Courier New" panose="02070309020205020404" pitchFamily="49" charset="0"/>
              </a:rPr>
              <a:t>                        SOURCE CityName(CityCode).</a:t>
            </a:r>
          </a:p>
          <a:p>
            <a:pPr>
              <a:lnSpc>
                <a:spcPct val="75000"/>
              </a:lnSpc>
            </a:pPr>
            <a:r>
              <a:rPr lang="en-US" altLang="en-US" sz="800">
                <a:solidFill>
                  <a:schemeClr val="tx1"/>
                </a:solidFill>
                <a:latin typeface="Courier New" panose="02070309020205020404" pitchFamily="49" charset="0"/>
              </a:rPr>
              <a:t>       03 COLUMN 15     PIC 9</a:t>
            </a:r>
          </a:p>
          <a:p>
            <a:pPr>
              <a:lnSpc>
                <a:spcPct val="75000"/>
              </a:lnSpc>
            </a:pPr>
            <a:r>
              <a:rPr lang="en-US" altLang="en-US" sz="800">
                <a:solidFill>
                  <a:schemeClr val="tx1"/>
                </a:solidFill>
                <a:latin typeface="Courier New" panose="02070309020205020404" pitchFamily="49" charset="0"/>
              </a:rPr>
              <a:t>                        SOURCE SalesPersonNum.</a:t>
            </a:r>
          </a:p>
          <a:p>
            <a:pPr>
              <a:lnSpc>
                <a:spcPct val="75000"/>
              </a:lnSpc>
            </a:pPr>
            <a:r>
              <a:rPr lang="en-US" altLang="en-US" sz="800">
                <a:solidFill>
                  <a:schemeClr val="tx1"/>
                </a:solidFill>
                <a:latin typeface="Courier New" panose="02070309020205020404" pitchFamily="49" charset="0"/>
              </a:rPr>
              <a:t>       03 COLUMN 25     PIC $$,$$$.99 SOURCE ValueOfSale.</a:t>
            </a:r>
          </a:p>
          <a:p>
            <a:pPr>
              <a:lnSpc>
                <a:spcPct val="75000"/>
              </a:lnSpc>
            </a:pPr>
            <a:endParaRPr lang="en-US" altLang="en-US" sz="800">
              <a:solidFill>
                <a:schemeClr val="tx1"/>
              </a:solidFill>
              <a:latin typeface="Courier New" panose="02070309020205020404" pitchFamily="49" charset="0"/>
            </a:endParaRPr>
          </a:p>
          <a:p>
            <a:pPr>
              <a:lnSpc>
                <a:spcPct val="75000"/>
              </a:lnSpc>
            </a:pPr>
            <a:endParaRPr lang="en-US" altLang="en-US" sz="800">
              <a:solidFill>
                <a:schemeClr val="tx1"/>
              </a:solidFill>
              <a:latin typeface="Courier New" panose="02070309020205020404" pitchFamily="49" charset="0"/>
            </a:endParaRPr>
          </a:p>
          <a:p>
            <a:pPr>
              <a:lnSpc>
                <a:spcPct val="75000"/>
              </a:lnSpc>
            </a:pPr>
            <a:r>
              <a:rPr lang="en-US" altLang="en-US" sz="800">
                <a:solidFill>
                  <a:schemeClr val="tx1"/>
                </a:solidFill>
                <a:latin typeface="Courier New" panose="02070309020205020404" pitchFamily="49" charset="0"/>
              </a:rPr>
              <a:t>01  SalesPersonGrp</a:t>
            </a:r>
          </a:p>
          <a:p>
            <a:pPr>
              <a:lnSpc>
                <a:spcPct val="75000"/>
              </a:lnSpc>
            </a:pPr>
            <a:r>
              <a:rPr lang="en-US" altLang="en-US" sz="800">
                <a:solidFill>
                  <a:schemeClr val="tx1"/>
                </a:solidFill>
                <a:latin typeface="Courier New" panose="02070309020205020404" pitchFamily="49" charset="0"/>
              </a:rPr>
              <a:t>    TYPE IS CONTROL FOOTING SalesPersonNum NEXT GROUP PLUS 2.</a:t>
            </a:r>
          </a:p>
          <a:p>
            <a:pPr>
              <a:lnSpc>
                <a:spcPct val="75000"/>
              </a:lnSpc>
            </a:pPr>
            <a:r>
              <a:rPr lang="en-US" altLang="en-US" sz="800">
                <a:solidFill>
                  <a:schemeClr val="tx1"/>
                </a:solidFill>
                <a:latin typeface="Courier New" panose="02070309020205020404" pitchFamily="49" charset="0"/>
              </a:rPr>
              <a:t>    02 LINE IS PLUS 1.</a:t>
            </a:r>
          </a:p>
          <a:p>
            <a:pPr>
              <a:lnSpc>
                <a:spcPct val="75000"/>
              </a:lnSpc>
            </a:pPr>
            <a:r>
              <a:rPr lang="en-US" altLang="en-US" sz="800">
                <a:solidFill>
                  <a:schemeClr val="tx1"/>
                </a:solidFill>
                <a:latin typeface="Courier New" panose="02070309020205020404" pitchFamily="49" charset="0"/>
              </a:rPr>
              <a:t>       03 COLUMN 15     PIC X(21) </a:t>
            </a:r>
          </a:p>
          <a:p>
            <a:pPr>
              <a:lnSpc>
                <a:spcPct val="75000"/>
              </a:lnSpc>
            </a:pPr>
            <a:r>
              <a:rPr lang="en-US" altLang="en-US" sz="800">
                <a:solidFill>
                  <a:schemeClr val="tx1"/>
                </a:solidFill>
                <a:latin typeface="Courier New" panose="02070309020205020404" pitchFamily="49" charset="0"/>
              </a:rPr>
              <a:t>                        VALUE "Sales for salesperson".</a:t>
            </a:r>
          </a:p>
          <a:p>
            <a:pPr>
              <a:lnSpc>
                <a:spcPct val="75000"/>
              </a:lnSpc>
            </a:pPr>
            <a:r>
              <a:rPr lang="en-US" altLang="en-US" sz="800">
                <a:solidFill>
                  <a:schemeClr val="tx1"/>
                </a:solidFill>
                <a:latin typeface="Courier New" panose="02070309020205020404" pitchFamily="49" charset="0"/>
              </a:rPr>
              <a:t>       03 COLUMN 37     PIC 9 SOURCE SalesPersonNum.</a:t>
            </a:r>
          </a:p>
          <a:p>
            <a:pPr>
              <a:lnSpc>
                <a:spcPct val="75000"/>
              </a:lnSpc>
            </a:pPr>
            <a:r>
              <a:rPr lang="en-US" altLang="en-US" sz="800">
                <a:solidFill>
                  <a:schemeClr val="tx1"/>
                </a:solidFill>
                <a:latin typeface="Courier New" panose="02070309020205020404" pitchFamily="49" charset="0"/>
              </a:rPr>
              <a:t>       03 COLUMN 43     PIC X VALUE "=".</a:t>
            </a:r>
          </a:p>
          <a:p>
            <a:pPr>
              <a:lnSpc>
                <a:spcPct val="75000"/>
              </a:lnSpc>
            </a:pPr>
            <a:r>
              <a:rPr lang="en-US" altLang="en-US" sz="800">
                <a:solidFill>
                  <a:schemeClr val="tx1"/>
                </a:solidFill>
                <a:latin typeface="Courier New" panose="02070309020205020404" pitchFamily="49" charset="0"/>
              </a:rPr>
              <a:t>       03 SMS COLUMN 45 PIC $$$$$,$$$.99 SUM ValueOfSale.</a:t>
            </a:r>
          </a:p>
          <a:p>
            <a:pPr>
              <a:lnSpc>
                <a:spcPct val="75000"/>
              </a:lnSpc>
            </a:pPr>
            <a:endParaRPr lang="en-US" altLang="en-US" sz="800">
              <a:solidFill>
                <a:schemeClr val="tx1"/>
              </a:solidFill>
              <a:latin typeface="Courier New" panose="02070309020205020404" pitchFamily="49" charset="0"/>
            </a:endParaRPr>
          </a:p>
          <a:p>
            <a:pPr>
              <a:lnSpc>
                <a:spcPct val="75000"/>
              </a:lnSpc>
            </a:pPr>
            <a:endParaRPr lang="en-US" altLang="en-US" sz="800">
              <a:solidFill>
                <a:schemeClr val="tx1"/>
              </a:solidFill>
              <a:latin typeface="Courier New" panose="02070309020205020404" pitchFamily="49" charset="0"/>
            </a:endParaRPr>
          </a:p>
          <a:p>
            <a:pPr>
              <a:lnSpc>
                <a:spcPct val="75000"/>
              </a:lnSpc>
            </a:pPr>
            <a:r>
              <a:rPr lang="en-US" altLang="en-US" sz="800">
                <a:solidFill>
                  <a:schemeClr val="tx1"/>
                </a:solidFill>
                <a:latin typeface="Courier New" panose="02070309020205020404" pitchFamily="49" charset="0"/>
              </a:rPr>
              <a:t>01  </a:t>
            </a:r>
            <a:r>
              <a:rPr lang="en-US" altLang="en-US" sz="800" b="1">
                <a:latin typeface="Courier New" panose="02070309020205020404" pitchFamily="49" charset="0"/>
              </a:rPr>
              <a:t>TYPE IS PAGE FOOTING</a:t>
            </a:r>
            <a:r>
              <a:rPr lang="en-US" altLang="en-US" sz="800">
                <a:solidFill>
                  <a:schemeClr val="tx1"/>
                </a:solidFill>
                <a:latin typeface="Courier New" panose="02070309020205020404" pitchFamily="49" charset="0"/>
              </a:rPr>
              <a:t>.</a:t>
            </a:r>
          </a:p>
          <a:p>
            <a:pPr>
              <a:lnSpc>
                <a:spcPct val="75000"/>
              </a:lnSpc>
            </a:pPr>
            <a:r>
              <a:rPr lang="en-US" altLang="en-US" sz="800">
                <a:solidFill>
                  <a:schemeClr val="tx1"/>
                </a:solidFill>
                <a:latin typeface="Courier New" panose="02070309020205020404" pitchFamily="49" charset="0"/>
              </a:rPr>
              <a:t>    02 LINE IS 53.</a:t>
            </a:r>
          </a:p>
          <a:p>
            <a:pPr>
              <a:lnSpc>
                <a:spcPct val="75000"/>
              </a:lnSpc>
            </a:pPr>
            <a:r>
              <a:rPr lang="en-US" altLang="en-US" sz="800">
                <a:solidFill>
                  <a:schemeClr val="tx1"/>
                </a:solidFill>
                <a:latin typeface="Courier New" panose="02070309020205020404" pitchFamily="49" charset="0"/>
              </a:rPr>
              <a:t>       03 COLUMN 1      PIC X(29) </a:t>
            </a:r>
          </a:p>
          <a:p>
            <a:pPr>
              <a:lnSpc>
                <a:spcPct val="75000"/>
              </a:lnSpc>
            </a:pPr>
            <a:r>
              <a:rPr lang="en-US" altLang="en-US" sz="800">
                <a:solidFill>
                  <a:schemeClr val="tx1"/>
                </a:solidFill>
                <a:latin typeface="Courier New" panose="02070309020205020404" pitchFamily="49" charset="0"/>
              </a:rPr>
              <a:t>                        VALUE "Programmer - Michael Coughlan".</a:t>
            </a:r>
          </a:p>
          <a:p>
            <a:pPr>
              <a:lnSpc>
                <a:spcPct val="75000"/>
              </a:lnSpc>
            </a:pPr>
            <a:r>
              <a:rPr lang="en-US" altLang="en-US" sz="800">
                <a:solidFill>
                  <a:schemeClr val="tx1"/>
                </a:solidFill>
                <a:latin typeface="Courier New" panose="02070309020205020404" pitchFamily="49" charset="0"/>
              </a:rPr>
              <a:t>       03 COLUMN 45     PIC X(6) VALUE "Page :".</a:t>
            </a:r>
          </a:p>
          <a:p>
            <a:pPr>
              <a:lnSpc>
                <a:spcPct val="75000"/>
              </a:lnSpc>
            </a:pPr>
            <a:r>
              <a:rPr lang="en-US" altLang="en-US" sz="800">
                <a:solidFill>
                  <a:schemeClr val="tx1"/>
                </a:solidFill>
                <a:latin typeface="Courier New" panose="02070309020205020404" pitchFamily="49" charset="0"/>
              </a:rPr>
              <a:t>       03 COLUMN 52     PIC Z9 SOURCE PAGE-COUNTER.</a:t>
            </a:r>
          </a:p>
        </p:txBody>
      </p:sp>
      <p:sp>
        <p:nvSpPr>
          <p:cNvPr id="9219" name="AutoShape 3">
            <a:extLst>
              <a:ext uri="{FF2B5EF4-FFF2-40B4-BE49-F238E27FC236}">
                <a16:creationId xmlns:a16="http://schemas.microsoft.com/office/drawing/2014/main" id="{842ED9BF-3EC2-830F-58C3-80990D4DFCC1}"/>
              </a:ext>
            </a:extLst>
          </p:cNvPr>
          <p:cNvSpPr>
            <a:spLocks noChangeArrowheads="1"/>
          </p:cNvSpPr>
          <p:nvPr/>
        </p:nvSpPr>
        <p:spPr bwMode="auto">
          <a:xfrm flipH="1">
            <a:off x="2062163" y="1654175"/>
            <a:ext cx="1749425" cy="1202532"/>
          </a:xfrm>
          <a:prstGeom prst="wedgeRoundRectCallout">
            <a:avLst>
              <a:gd name="adj1" fmla="val -48838"/>
              <a:gd name="adj2" fmla="val 66667"/>
              <a:gd name="adj3" fmla="val 16667"/>
            </a:avLst>
          </a:prstGeom>
          <a:solidFill>
            <a:srgbClr val="FFFFC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algn="ctr">
              <a:lnSpc>
                <a:spcPct val="85000"/>
              </a:lnSpc>
            </a:pPr>
            <a:r>
              <a:rPr lang="en-US" altLang="en-US" sz="1000">
                <a:solidFill>
                  <a:schemeClr val="tx1"/>
                </a:solidFill>
              </a:rPr>
              <a:t>Now let’s specify the report group required to print the page footing.</a:t>
            </a:r>
          </a:p>
          <a:p>
            <a:pPr algn="ctr">
              <a:lnSpc>
                <a:spcPct val="85000"/>
              </a:lnSpc>
            </a:pPr>
            <a:endParaRPr lang="en-US" altLang="en-US" sz="1000">
              <a:solidFill>
                <a:schemeClr val="tx1"/>
              </a:solidFill>
            </a:endParaRPr>
          </a:p>
          <a:p>
            <a:pPr algn="ctr">
              <a:lnSpc>
                <a:spcPct val="85000"/>
              </a:lnSpc>
            </a:pPr>
            <a:r>
              <a:rPr lang="en-US" altLang="en-US" sz="1000">
                <a:solidFill>
                  <a:schemeClr val="tx1"/>
                </a:solidFill>
              </a:rPr>
              <a:t>As before we must specify the type of report group. </a:t>
            </a:r>
          </a:p>
          <a:p>
            <a:pPr algn="ctr">
              <a:lnSpc>
                <a:spcPct val="85000"/>
              </a:lnSpc>
            </a:pPr>
            <a:r>
              <a:rPr lang="en-US" altLang="en-US" sz="1000">
                <a:solidFill>
                  <a:schemeClr val="tx1"/>
                </a:solidFill>
              </a:rPr>
              <a:t>It is a PAGE FOOTING group.</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23298267-B698-76B1-EA3C-B08A0D49101D}"/>
              </a:ext>
            </a:extLst>
          </p:cNvPr>
          <p:cNvSpPr>
            <a:spLocks noChangeArrowheads="1"/>
          </p:cNvSpPr>
          <p:nvPr/>
        </p:nvSpPr>
        <p:spPr bwMode="auto">
          <a:xfrm>
            <a:off x="0" y="28575"/>
            <a:ext cx="3871913" cy="5156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46038" tIns="46038" rIns="46038" bIns="46038">
            <a:spAutoFit/>
          </a:bodyPr>
          <a:lstStyle/>
          <a:p>
            <a:pPr>
              <a:lnSpc>
                <a:spcPct val="75000"/>
              </a:lnSpc>
            </a:pPr>
            <a:r>
              <a:rPr lang="en-US" altLang="en-US" sz="800">
                <a:solidFill>
                  <a:schemeClr val="tx1"/>
                </a:solidFill>
                <a:latin typeface="Courier New" panose="02070309020205020404" pitchFamily="49" charset="0"/>
              </a:rPr>
              <a:t>REPORT SECTION.</a:t>
            </a:r>
          </a:p>
          <a:p>
            <a:pPr>
              <a:lnSpc>
                <a:spcPct val="75000"/>
              </a:lnSpc>
            </a:pPr>
            <a:r>
              <a:rPr lang="en-US" altLang="en-US" sz="800">
                <a:solidFill>
                  <a:schemeClr val="tx1"/>
                </a:solidFill>
                <a:latin typeface="Courier New" panose="02070309020205020404" pitchFamily="49" charset="0"/>
              </a:rPr>
              <a:t>RD  SalesReport</a:t>
            </a:r>
          </a:p>
          <a:p>
            <a:pPr>
              <a:lnSpc>
                <a:spcPct val="75000"/>
              </a:lnSpc>
            </a:pPr>
            <a:r>
              <a:rPr lang="en-US" altLang="en-US" sz="800">
                <a:solidFill>
                  <a:schemeClr val="tx1"/>
                </a:solidFill>
                <a:latin typeface="Courier New" panose="02070309020205020404" pitchFamily="49" charset="0"/>
              </a:rPr>
              <a:t>    CONTROLS ARE SalesPersonNum </a:t>
            </a:r>
          </a:p>
          <a:p>
            <a:pPr>
              <a:lnSpc>
                <a:spcPct val="75000"/>
              </a:lnSpc>
            </a:pPr>
            <a:r>
              <a:rPr lang="en-US" altLang="en-US" sz="800">
                <a:solidFill>
                  <a:schemeClr val="tx1"/>
                </a:solidFill>
                <a:latin typeface="Courier New" panose="02070309020205020404" pitchFamily="49" charset="0"/>
              </a:rPr>
              <a:t>    PAGE LIMIT IS 66</a:t>
            </a:r>
          </a:p>
          <a:p>
            <a:pPr>
              <a:lnSpc>
                <a:spcPct val="75000"/>
              </a:lnSpc>
            </a:pPr>
            <a:r>
              <a:rPr lang="en-US" altLang="en-US" sz="800">
                <a:solidFill>
                  <a:schemeClr val="tx1"/>
                </a:solidFill>
                <a:latin typeface="Courier New" panose="02070309020205020404" pitchFamily="49" charset="0"/>
              </a:rPr>
              <a:t>    HEADING 1</a:t>
            </a:r>
          </a:p>
          <a:p>
            <a:pPr>
              <a:lnSpc>
                <a:spcPct val="75000"/>
              </a:lnSpc>
            </a:pPr>
            <a:r>
              <a:rPr lang="en-US" altLang="en-US" sz="800">
                <a:solidFill>
                  <a:schemeClr val="tx1"/>
                </a:solidFill>
                <a:latin typeface="Courier New" panose="02070309020205020404" pitchFamily="49" charset="0"/>
              </a:rPr>
              <a:t>    FIRST DETAIL 6</a:t>
            </a:r>
          </a:p>
          <a:p>
            <a:pPr>
              <a:lnSpc>
                <a:spcPct val="75000"/>
              </a:lnSpc>
            </a:pPr>
            <a:r>
              <a:rPr lang="en-US" altLang="en-US" sz="800">
                <a:solidFill>
                  <a:schemeClr val="tx1"/>
                </a:solidFill>
                <a:latin typeface="Courier New" panose="02070309020205020404" pitchFamily="49" charset="0"/>
              </a:rPr>
              <a:t>    LAST DETAIL 42</a:t>
            </a:r>
          </a:p>
          <a:p>
            <a:pPr>
              <a:lnSpc>
                <a:spcPct val="75000"/>
              </a:lnSpc>
            </a:pPr>
            <a:r>
              <a:rPr lang="en-US" altLang="en-US" sz="800">
                <a:solidFill>
                  <a:schemeClr val="tx1"/>
                </a:solidFill>
                <a:latin typeface="Courier New" panose="02070309020205020404" pitchFamily="49" charset="0"/>
              </a:rPr>
              <a:t>    FOOTING 52.</a:t>
            </a:r>
          </a:p>
          <a:p>
            <a:pPr>
              <a:lnSpc>
                <a:spcPct val="75000"/>
              </a:lnSpc>
            </a:pPr>
            <a:endParaRPr lang="en-US" altLang="en-US" sz="800">
              <a:solidFill>
                <a:schemeClr val="tx1"/>
              </a:solidFill>
              <a:latin typeface="Courier New" panose="02070309020205020404" pitchFamily="49" charset="0"/>
            </a:endParaRPr>
          </a:p>
          <a:p>
            <a:pPr>
              <a:lnSpc>
                <a:spcPct val="75000"/>
              </a:lnSpc>
            </a:pPr>
            <a:r>
              <a:rPr lang="en-US" altLang="en-US" sz="800">
                <a:solidFill>
                  <a:schemeClr val="tx1"/>
                </a:solidFill>
                <a:latin typeface="Courier New" panose="02070309020205020404" pitchFamily="49" charset="0"/>
              </a:rPr>
              <a:t>01  TYPE IS PAGE HEADING.</a:t>
            </a:r>
          </a:p>
          <a:p>
            <a:pPr>
              <a:lnSpc>
                <a:spcPct val="75000"/>
              </a:lnSpc>
            </a:pPr>
            <a:r>
              <a:rPr lang="en-US" altLang="en-US" sz="800">
                <a:solidFill>
                  <a:schemeClr val="tx1"/>
                </a:solidFill>
                <a:latin typeface="Courier New" panose="02070309020205020404" pitchFamily="49" charset="0"/>
              </a:rPr>
              <a:t>    02 LINE 1.</a:t>
            </a:r>
          </a:p>
          <a:p>
            <a:pPr>
              <a:lnSpc>
                <a:spcPct val="75000"/>
              </a:lnSpc>
            </a:pPr>
            <a:r>
              <a:rPr lang="en-US" altLang="en-US" sz="800">
                <a:solidFill>
                  <a:schemeClr val="tx1"/>
                </a:solidFill>
                <a:latin typeface="Courier New" panose="02070309020205020404" pitchFamily="49" charset="0"/>
              </a:rPr>
              <a:t>       03 COLUMN 12     PIC X(32)</a:t>
            </a:r>
          </a:p>
          <a:p>
            <a:pPr>
              <a:lnSpc>
                <a:spcPct val="75000"/>
              </a:lnSpc>
            </a:pPr>
            <a:r>
              <a:rPr lang="en-US" altLang="en-US" sz="800">
                <a:solidFill>
                  <a:schemeClr val="tx1"/>
                </a:solidFill>
                <a:latin typeface="Courier New" panose="02070309020205020404" pitchFamily="49" charset="0"/>
              </a:rPr>
              <a:t>                      VALUE "An example COBOL Report Program".</a:t>
            </a:r>
          </a:p>
          <a:p>
            <a:pPr>
              <a:lnSpc>
                <a:spcPct val="75000"/>
              </a:lnSpc>
            </a:pPr>
            <a:endParaRPr lang="en-US" altLang="en-US" sz="800">
              <a:solidFill>
                <a:schemeClr val="tx1"/>
              </a:solidFill>
              <a:latin typeface="Courier New" panose="02070309020205020404" pitchFamily="49" charset="0"/>
            </a:endParaRPr>
          </a:p>
          <a:p>
            <a:pPr>
              <a:lnSpc>
                <a:spcPct val="75000"/>
              </a:lnSpc>
            </a:pPr>
            <a:r>
              <a:rPr lang="en-US" altLang="en-US" sz="800">
                <a:solidFill>
                  <a:schemeClr val="tx1"/>
                </a:solidFill>
                <a:latin typeface="Courier New" panose="02070309020205020404" pitchFamily="49" charset="0"/>
              </a:rPr>
              <a:t>    02 LINE 2.</a:t>
            </a:r>
          </a:p>
          <a:p>
            <a:pPr>
              <a:lnSpc>
                <a:spcPct val="75000"/>
              </a:lnSpc>
            </a:pPr>
            <a:r>
              <a:rPr lang="en-US" altLang="en-US" sz="800">
                <a:solidFill>
                  <a:schemeClr val="tx1"/>
                </a:solidFill>
                <a:latin typeface="Courier New" panose="02070309020205020404" pitchFamily="49" charset="0"/>
              </a:rPr>
              <a:t>       03 COLUMN 6      PIC X(17)</a:t>
            </a:r>
          </a:p>
          <a:p>
            <a:pPr>
              <a:lnSpc>
                <a:spcPct val="75000"/>
              </a:lnSpc>
            </a:pPr>
            <a:r>
              <a:rPr lang="en-US" altLang="en-US" sz="800">
                <a:solidFill>
                  <a:schemeClr val="tx1"/>
                </a:solidFill>
                <a:latin typeface="Courier New" panose="02070309020205020404" pitchFamily="49" charset="0"/>
              </a:rPr>
              <a:t>          VALUE "Bible Salesperson".</a:t>
            </a:r>
          </a:p>
          <a:p>
            <a:pPr>
              <a:lnSpc>
                <a:spcPct val="75000"/>
              </a:lnSpc>
            </a:pPr>
            <a:r>
              <a:rPr lang="en-US" altLang="en-US" sz="800">
                <a:solidFill>
                  <a:schemeClr val="tx1"/>
                </a:solidFill>
                <a:latin typeface="Courier New" panose="02070309020205020404" pitchFamily="49" charset="0"/>
              </a:rPr>
              <a:t>       03 COLUMN 23     PIC X(26)</a:t>
            </a:r>
          </a:p>
          <a:p>
            <a:pPr>
              <a:lnSpc>
                <a:spcPct val="75000"/>
              </a:lnSpc>
            </a:pPr>
            <a:r>
              <a:rPr lang="en-US" altLang="en-US" sz="800">
                <a:solidFill>
                  <a:schemeClr val="tx1"/>
                </a:solidFill>
                <a:latin typeface="Courier New" panose="02070309020205020404" pitchFamily="49" charset="0"/>
              </a:rPr>
              <a:t>          VALUE " - Sales and Salary Report".</a:t>
            </a:r>
          </a:p>
          <a:p>
            <a:pPr>
              <a:lnSpc>
                <a:spcPct val="75000"/>
              </a:lnSpc>
            </a:pPr>
            <a:endParaRPr lang="en-US" altLang="en-US" sz="800">
              <a:solidFill>
                <a:schemeClr val="tx1"/>
              </a:solidFill>
              <a:latin typeface="Courier New" panose="02070309020205020404" pitchFamily="49" charset="0"/>
            </a:endParaRPr>
          </a:p>
          <a:p>
            <a:pPr>
              <a:lnSpc>
                <a:spcPct val="75000"/>
              </a:lnSpc>
            </a:pPr>
            <a:r>
              <a:rPr lang="en-US" altLang="en-US" sz="800">
                <a:solidFill>
                  <a:schemeClr val="tx1"/>
                </a:solidFill>
                <a:latin typeface="Courier New" panose="02070309020205020404" pitchFamily="49" charset="0"/>
              </a:rPr>
              <a:t>    02 LINE 4.</a:t>
            </a:r>
          </a:p>
          <a:p>
            <a:pPr>
              <a:lnSpc>
                <a:spcPct val="75000"/>
              </a:lnSpc>
            </a:pPr>
            <a:r>
              <a:rPr lang="en-US" altLang="en-US" sz="800">
                <a:solidFill>
                  <a:schemeClr val="tx1"/>
                </a:solidFill>
                <a:latin typeface="Courier New" panose="02070309020205020404" pitchFamily="49" charset="0"/>
              </a:rPr>
              <a:t>       03 COLUMN 2      PIC X(4)  VALUE "City".</a:t>
            </a:r>
          </a:p>
          <a:p>
            <a:pPr>
              <a:lnSpc>
                <a:spcPct val="75000"/>
              </a:lnSpc>
            </a:pPr>
            <a:r>
              <a:rPr lang="en-US" altLang="en-US" sz="800">
                <a:solidFill>
                  <a:schemeClr val="tx1"/>
                </a:solidFill>
                <a:latin typeface="Courier New" panose="02070309020205020404" pitchFamily="49" charset="0"/>
              </a:rPr>
              <a:t>       03 COLUMN 12     PIC X(11) VALUE "Salesperson".</a:t>
            </a:r>
          </a:p>
          <a:p>
            <a:pPr>
              <a:lnSpc>
                <a:spcPct val="75000"/>
              </a:lnSpc>
            </a:pPr>
            <a:r>
              <a:rPr lang="en-US" altLang="en-US" sz="800">
                <a:solidFill>
                  <a:schemeClr val="tx1"/>
                </a:solidFill>
                <a:latin typeface="Courier New" panose="02070309020205020404" pitchFamily="49" charset="0"/>
              </a:rPr>
              <a:t>       03 COLUMN 28     PIC X(4)  VALUE "Sale".</a:t>
            </a:r>
          </a:p>
          <a:p>
            <a:pPr>
              <a:lnSpc>
                <a:spcPct val="75000"/>
              </a:lnSpc>
            </a:pPr>
            <a:endParaRPr lang="en-US" altLang="en-US" sz="800">
              <a:solidFill>
                <a:schemeClr val="tx1"/>
              </a:solidFill>
              <a:latin typeface="Courier New" panose="02070309020205020404" pitchFamily="49" charset="0"/>
            </a:endParaRPr>
          </a:p>
          <a:p>
            <a:pPr>
              <a:lnSpc>
                <a:spcPct val="75000"/>
              </a:lnSpc>
            </a:pPr>
            <a:r>
              <a:rPr lang="en-US" altLang="en-US" sz="800">
                <a:solidFill>
                  <a:schemeClr val="tx1"/>
                </a:solidFill>
                <a:latin typeface="Courier New" panose="02070309020205020404" pitchFamily="49" charset="0"/>
              </a:rPr>
              <a:t>    02 LINE 5.</a:t>
            </a:r>
          </a:p>
          <a:p>
            <a:pPr>
              <a:lnSpc>
                <a:spcPct val="75000"/>
              </a:lnSpc>
            </a:pPr>
            <a:r>
              <a:rPr lang="en-US" altLang="en-US" sz="800">
                <a:solidFill>
                  <a:schemeClr val="tx1"/>
                </a:solidFill>
                <a:latin typeface="Courier New" panose="02070309020205020404" pitchFamily="49" charset="0"/>
              </a:rPr>
              <a:t>       03 COLUMN 2      PIC X(4)  VALUE "Name".</a:t>
            </a:r>
          </a:p>
          <a:p>
            <a:pPr>
              <a:lnSpc>
                <a:spcPct val="75000"/>
              </a:lnSpc>
            </a:pPr>
            <a:r>
              <a:rPr lang="en-US" altLang="en-US" sz="800">
                <a:solidFill>
                  <a:schemeClr val="tx1"/>
                </a:solidFill>
                <a:latin typeface="Courier New" panose="02070309020205020404" pitchFamily="49" charset="0"/>
              </a:rPr>
              <a:t>       03 COLUMN 13     PIC X(6)  VALUE "Number".</a:t>
            </a:r>
          </a:p>
          <a:p>
            <a:pPr>
              <a:lnSpc>
                <a:spcPct val="75000"/>
              </a:lnSpc>
            </a:pPr>
            <a:r>
              <a:rPr lang="en-US" altLang="en-US" sz="800">
                <a:solidFill>
                  <a:schemeClr val="tx1"/>
                </a:solidFill>
                <a:latin typeface="Courier New" panose="02070309020205020404" pitchFamily="49" charset="0"/>
              </a:rPr>
              <a:t>       03 COLUMN 28     PIC X(5)  VALUE "Value".</a:t>
            </a:r>
          </a:p>
          <a:p>
            <a:pPr>
              <a:lnSpc>
                <a:spcPct val="75000"/>
              </a:lnSpc>
            </a:pPr>
            <a:endParaRPr lang="en-US" altLang="en-US" sz="800">
              <a:solidFill>
                <a:schemeClr val="tx1"/>
              </a:solidFill>
              <a:latin typeface="Courier New" panose="02070309020205020404" pitchFamily="49" charset="0"/>
            </a:endParaRPr>
          </a:p>
          <a:p>
            <a:pPr>
              <a:lnSpc>
                <a:spcPct val="75000"/>
              </a:lnSpc>
            </a:pPr>
            <a:r>
              <a:rPr lang="en-US" altLang="en-US" sz="800">
                <a:solidFill>
                  <a:schemeClr val="tx1"/>
                </a:solidFill>
                <a:latin typeface="Courier New" panose="02070309020205020404" pitchFamily="49" charset="0"/>
              </a:rPr>
              <a:t>01  DetailLine TYPE IS DETAIL.</a:t>
            </a:r>
          </a:p>
          <a:p>
            <a:pPr>
              <a:lnSpc>
                <a:spcPct val="75000"/>
              </a:lnSpc>
            </a:pPr>
            <a:r>
              <a:rPr lang="en-US" altLang="en-US" sz="800">
                <a:solidFill>
                  <a:schemeClr val="tx1"/>
                </a:solidFill>
                <a:latin typeface="Courier New" panose="02070309020205020404" pitchFamily="49" charset="0"/>
              </a:rPr>
              <a:t>    02 LINE IS PLUS 1.</a:t>
            </a:r>
          </a:p>
          <a:p>
            <a:pPr>
              <a:lnSpc>
                <a:spcPct val="75000"/>
              </a:lnSpc>
            </a:pPr>
            <a:r>
              <a:rPr lang="en-US" altLang="en-US" sz="800">
                <a:solidFill>
                  <a:schemeClr val="tx1"/>
                </a:solidFill>
                <a:latin typeface="Courier New" panose="02070309020205020404" pitchFamily="49" charset="0"/>
              </a:rPr>
              <a:t>       03 COLUMN 1      PIC X(9)</a:t>
            </a:r>
          </a:p>
          <a:p>
            <a:pPr>
              <a:lnSpc>
                <a:spcPct val="75000"/>
              </a:lnSpc>
            </a:pPr>
            <a:r>
              <a:rPr lang="en-US" altLang="en-US" sz="800">
                <a:solidFill>
                  <a:schemeClr val="tx1"/>
                </a:solidFill>
                <a:latin typeface="Courier New" panose="02070309020205020404" pitchFamily="49" charset="0"/>
              </a:rPr>
              <a:t>                        SOURCE CityName(CityCode).</a:t>
            </a:r>
          </a:p>
          <a:p>
            <a:pPr>
              <a:lnSpc>
                <a:spcPct val="75000"/>
              </a:lnSpc>
            </a:pPr>
            <a:r>
              <a:rPr lang="en-US" altLang="en-US" sz="800">
                <a:solidFill>
                  <a:schemeClr val="tx1"/>
                </a:solidFill>
                <a:latin typeface="Courier New" panose="02070309020205020404" pitchFamily="49" charset="0"/>
              </a:rPr>
              <a:t>       03 COLUMN 15     PIC 9</a:t>
            </a:r>
          </a:p>
          <a:p>
            <a:pPr>
              <a:lnSpc>
                <a:spcPct val="75000"/>
              </a:lnSpc>
            </a:pPr>
            <a:r>
              <a:rPr lang="en-US" altLang="en-US" sz="800">
                <a:solidFill>
                  <a:schemeClr val="tx1"/>
                </a:solidFill>
                <a:latin typeface="Courier New" panose="02070309020205020404" pitchFamily="49" charset="0"/>
              </a:rPr>
              <a:t>                        SOURCE SalesPersonNum.</a:t>
            </a:r>
          </a:p>
          <a:p>
            <a:pPr>
              <a:lnSpc>
                <a:spcPct val="75000"/>
              </a:lnSpc>
            </a:pPr>
            <a:r>
              <a:rPr lang="en-US" altLang="en-US" sz="800">
                <a:solidFill>
                  <a:schemeClr val="tx1"/>
                </a:solidFill>
                <a:latin typeface="Courier New" panose="02070309020205020404" pitchFamily="49" charset="0"/>
              </a:rPr>
              <a:t>       03 COLUMN 25     PIC $$,$$$.99 SOURCE ValueOfSale.</a:t>
            </a:r>
          </a:p>
          <a:p>
            <a:pPr>
              <a:lnSpc>
                <a:spcPct val="75000"/>
              </a:lnSpc>
            </a:pPr>
            <a:endParaRPr lang="en-US" altLang="en-US" sz="800">
              <a:solidFill>
                <a:schemeClr val="tx1"/>
              </a:solidFill>
              <a:latin typeface="Courier New" panose="02070309020205020404" pitchFamily="49" charset="0"/>
            </a:endParaRPr>
          </a:p>
          <a:p>
            <a:pPr>
              <a:lnSpc>
                <a:spcPct val="75000"/>
              </a:lnSpc>
            </a:pPr>
            <a:endParaRPr lang="en-US" altLang="en-US" sz="800">
              <a:solidFill>
                <a:schemeClr val="tx1"/>
              </a:solidFill>
              <a:latin typeface="Courier New" panose="02070309020205020404" pitchFamily="49" charset="0"/>
            </a:endParaRPr>
          </a:p>
          <a:p>
            <a:pPr>
              <a:lnSpc>
                <a:spcPct val="75000"/>
              </a:lnSpc>
            </a:pPr>
            <a:r>
              <a:rPr lang="en-US" altLang="en-US" sz="800">
                <a:solidFill>
                  <a:schemeClr val="tx1"/>
                </a:solidFill>
                <a:latin typeface="Courier New" panose="02070309020205020404" pitchFamily="49" charset="0"/>
              </a:rPr>
              <a:t>01  SalesPersonGrp</a:t>
            </a:r>
          </a:p>
          <a:p>
            <a:pPr>
              <a:lnSpc>
                <a:spcPct val="75000"/>
              </a:lnSpc>
            </a:pPr>
            <a:r>
              <a:rPr lang="en-US" altLang="en-US" sz="800">
                <a:solidFill>
                  <a:schemeClr val="tx1"/>
                </a:solidFill>
                <a:latin typeface="Courier New" panose="02070309020205020404" pitchFamily="49" charset="0"/>
              </a:rPr>
              <a:t>    TYPE IS CONTROL FOOTING SalesPersonNum NEXT GROUP PLUS 2.</a:t>
            </a:r>
          </a:p>
          <a:p>
            <a:pPr>
              <a:lnSpc>
                <a:spcPct val="75000"/>
              </a:lnSpc>
            </a:pPr>
            <a:r>
              <a:rPr lang="en-US" altLang="en-US" sz="800">
                <a:solidFill>
                  <a:schemeClr val="tx1"/>
                </a:solidFill>
                <a:latin typeface="Courier New" panose="02070309020205020404" pitchFamily="49" charset="0"/>
              </a:rPr>
              <a:t>    02 LINE IS PLUS 1.</a:t>
            </a:r>
          </a:p>
          <a:p>
            <a:pPr>
              <a:lnSpc>
                <a:spcPct val="75000"/>
              </a:lnSpc>
            </a:pPr>
            <a:r>
              <a:rPr lang="en-US" altLang="en-US" sz="800">
                <a:solidFill>
                  <a:schemeClr val="tx1"/>
                </a:solidFill>
                <a:latin typeface="Courier New" panose="02070309020205020404" pitchFamily="49" charset="0"/>
              </a:rPr>
              <a:t>       03 COLUMN 15     PIC X(21) </a:t>
            </a:r>
          </a:p>
          <a:p>
            <a:pPr>
              <a:lnSpc>
                <a:spcPct val="75000"/>
              </a:lnSpc>
            </a:pPr>
            <a:r>
              <a:rPr lang="en-US" altLang="en-US" sz="800">
                <a:solidFill>
                  <a:schemeClr val="tx1"/>
                </a:solidFill>
                <a:latin typeface="Courier New" panose="02070309020205020404" pitchFamily="49" charset="0"/>
              </a:rPr>
              <a:t>                        VALUE "Sales for salesperson".</a:t>
            </a:r>
          </a:p>
          <a:p>
            <a:pPr>
              <a:lnSpc>
                <a:spcPct val="75000"/>
              </a:lnSpc>
            </a:pPr>
            <a:r>
              <a:rPr lang="en-US" altLang="en-US" sz="800">
                <a:solidFill>
                  <a:schemeClr val="tx1"/>
                </a:solidFill>
                <a:latin typeface="Courier New" panose="02070309020205020404" pitchFamily="49" charset="0"/>
              </a:rPr>
              <a:t>       03 COLUMN 37     PIC 9 SOURCE SalesPersonNum.</a:t>
            </a:r>
          </a:p>
          <a:p>
            <a:pPr>
              <a:lnSpc>
                <a:spcPct val="75000"/>
              </a:lnSpc>
            </a:pPr>
            <a:r>
              <a:rPr lang="en-US" altLang="en-US" sz="800">
                <a:solidFill>
                  <a:schemeClr val="tx1"/>
                </a:solidFill>
                <a:latin typeface="Courier New" panose="02070309020205020404" pitchFamily="49" charset="0"/>
              </a:rPr>
              <a:t>       03 COLUMN 43     PIC X VALUE "=".</a:t>
            </a:r>
          </a:p>
          <a:p>
            <a:pPr>
              <a:lnSpc>
                <a:spcPct val="75000"/>
              </a:lnSpc>
            </a:pPr>
            <a:r>
              <a:rPr lang="en-US" altLang="en-US" sz="800">
                <a:solidFill>
                  <a:schemeClr val="tx1"/>
                </a:solidFill>
                <a:latin typeface="Courier New" panose="02070309020205020404" pitchFamily="49" charset="0"/>
              </a:rPr>
              <a:t>       03 SMS COLUMN 45 PIC $$$$$,$$$.99 SUM ValueOfSale.</a:t>
            </a:r>
          </a:p>
          <a:p>
            <a:pPr>
              <a:lnSpc>
                <a:spcPct val="75000"/>
              </a:lnSpc>
            </a:pPr>
            <a:endParaRPr lang="en-US" altLang="en-US" sz="800">
              <a:solidFill>
                <a:schemeClr val="tx1"/>
              </a:solidFill>
              <a:latin typeface="Courier New" panose="02070309020205020404" pitchFamily="49" charset="0"/>
            </a:endParaRPr>
          </a:p>
          <a:p>
            <a:pPr>
              <a:lnSpc>
                <a:spcPct val="75000"/>
              </a:lnSpc>
            </a:pPr>
            <a:endParaRPr lang="en-US" altLang="en-US" sz="800">
              <a:solidFill>
                <a:schemeClr val="tx1"/>
              </a:solidFill>
              <a:latin typeface="Courier New" panose="02070309020205020404" pitchFamily="49" charset="0"/>
            </a:endParaRPr>
          </a:p>
          <a:p>
            <a:pPr>
              <a:lnSpc>
                <a:spcPct val="75000"/>
              </a:lnSpc>
            </a:pPr>
            <a:r>
              <a:rPr lang="en-US" altLang="en-US" sz="800">
                <a:solidFill>
                  <a:schemeClr val="tx1"/>
                </a:solidFill>
                <a:latin typeface="Courier New" panose="02070309020205020404" pitchFamily="49" charset="0"/>
              </a:rPr>
              <a:t>01  </a:t>
            </a:r>
            <a:r>
              <a:rPr lang="en-US" altLang="en-US" sz="800" b="1">
                <a:latin typeface="Courier New" panose="02070309020205020404" pitchFamily="49" charset="0"/>
              </a:rPr>
              <a:t>TYPE IS PAGE FOOTING</a:t>
            </a:r>
            <a:r>
              <a:rPr lang="en-US" altLang="en-US" sz="800">
                <a:solidFill>
                  <a:schemeClr val="tx1"/>
                </a:solidFill>
                <a:latin typeface="Courier New" panose="02070309020205020404" pitchFamily="49" charset="0"/>
              </a:rPr>
              <a:t>.</a:t>
            </a:r>
          </a:p>
          <a:p>
            <a:pPr>
              <a:lnSpc>
                <a:spcPct val="75000"/>
              </a:lnSpc>
            </a:pPr>
            <a:r>
              <a:rPr lang="en-US" altLang="en-US" sz="800">
                <a:solidFill>
                  <a:schemeClr val="tx1"/>
                </a:solidFill>
                <a:latin typeface="Courier New" panose="02070309020205020404" pitchFamily="49" charset="0"/>
              </a:rPr>
              <a:t>    02 LINE IS 53.</a:t>
            </a:r>
          </a:p>
          <a:p>
            <a:pPr>
              <a:lnSpc>
                <a:spcPct val="75000"/>
              </a:lnSpc>
            </a:pPr>
            <a:r>
              <a:rPr lang="en-US" altLang="en-US" sz="800">
                <a:solidFill>
                  <a:schemeClr val="tx1"/>
                </a:solidFill>
                <a:latin typeface="Courier New" panose="02070309020205020404" pitchFamily="49" charset="0"/>
              </a:rPr>
              <a:t>       03 COLUMN 1      PIC X(29) </a:t>
            </a:r>
          </a:p>
          <a:p>
            <a:pPr>
              <a:lnSpc>
                <a:spcPct val="75000"/>
              </a:lnSpc>
            </a:pPr>
            <a:r>
              <a:rPr lang="en-US" altLang="en-US" sz="800">
                <a:solidFill>
                  <a:schemeClr val="tx1"/>
                </a:solidFill>
                <a:latin typeface="Courier New" panose="02070309020205020404" pitchFamily="49" charset="0"/>
              </a:rPr>
              <a:t>                        VALUE "Programmer - Michael Coughlan".</a:t>
            </a:r>
          </a:p>
          <a:p>
            <a:pPr>
              <a:lnSpc>
                <a:spcPct val="75000"/>
              </a:lnSpc>
            </a:pPr>
            <a:r>
              <a:rPr lang="en-US" altLang="en-US" sz="800">
                <a:solidFill>
                  <a:schemeClr val="tx1"/>
                </a:solidFill>
                <a:latin typeface="Courier New" panose="02070309020205020404" pitchFamily="49" charset="0"/>
              </a:rPr>
              <a:t>       03 COLUMN 45     PIC X(6) VALUE "Page :".</a:t>
            </a:r>
          </a:p>
          <a:p>
            <a:pPr>
              <a:lnSpc>
                <a:spcPct val="75000"/>
              </a:lnSpc>
            </a:pPr>
            <a:r>
              <a:rPr lang="en-US" altLang="en-US" sz="800">
                <a:solidFill>
                  <a:schemeClr val="tx1"/>
                </a:solidFill>
                <a:latin typeface="Courier New" panose="02070309020205020404" pitchFamily="49" charset="0"/>
              </a:rPr>
              <a:t>       03 COLUMN 52     PIC Z9 </a:t>
            </a:r>
            <a:r>
              <a:rPr lang="en-US" altLang="en-US" sz="800" b="1">
                <a:latin typeface="Courier New" panose="02070309020205020404" pitchFamily="49" charset="0"/>
              </a:rPr>
              <a:t>SOURCE PAGE-COUNTER</a:t>
            </a:r>
            <a:r>
              <a:rPr lang="en-US" altLang="en-US" sz="800">
                <a:solidFill>
                  <a:schemeClr val="tx1"/>
                </a:solidFill>
                <a:latin typeface="Courier New" panose="02070309020205020404" pitchFamily="49" charset="0"/>
              </a:rPr>
              <a:t>.</a:t>
            </a:r>
          </a:p>
        </p:txBody>
      </p:sp>
      <p:sp>
        <p:nvSpPr>
          <p:cNvPr id="10243" name="AutoShape 3">
            <a:extLst>
              <a:ext uri="{FF2B5EF4-FFF2-40B4-BE49-F238E27FC236}">
                <a16:creationId xmlns:a16="http://schemas.microsoft.com/office/drawing/2014/main" id="{1D52B24D-7DE0-B340-668F-249748BC09DF}"/>
              </a:ext>
            </a:extLst>
          </p:cNvPr>
          <p:cNvSpPr>
            <a:spLocks noChangeArrowheads="1"/>
          </p:cNvSpPr>
          <p:nvPr/>
        </p:nvSpPr>
        <p:spPr bwMode="auto">
          <a:xfrm flipH="1">
            <a:off x="2054225" y="1025525"/>
            <a:ext cx="1758950" cy="2592917"/>
          </a:xfrm>
          <a:prstGeom prst="wedgeRoundRectCallout">
            <a:avLst>
              <a:gd name="adj1" fmla="val -48838"/>
              <a:gd name="adj2" fmla="val 66667"/>
              <a:gd name="adj3" fmla="val 16667"/>
            </a:avLst>
          </a:prstGeom>
          <a:solidFill>
            <a:srgbClr val="FFFFC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algn="ctr">
              <a:lnSpc>
                <a:spcPct val="85000"/>
              </a:lnSpc>
            </a:pPr>
            <a:r>
              <a:rPr lang="en-US" altLang="en-US" sz="1000">
                <a:solidFill>
                  <a:schemeClr val="tx1"/>
                </a:solidFill>
              </a:rPr>
              <a:t>The SOURCE phrase allows a programmer to tell the Report Writer </a:t>
            </a:r>
            <a:r>
              <a:rPr lang="en-US" altLang="en-US" sz="1000" b="1">
                <a:solidFill>
                  <a:schemeClr val="tx1"/>
                </a:solidFill>
              </a:rPr>
              <a:t>where</a:t>
            </a:r>
            <a:r>
              <a:rPr lang="en-US" altLang="en-US" sz="1000">
                <a:solidFill>
                  <a:schemeClr val="tx1"/>
                </a:solidFill>
              </a:rPr>
              <a:t> to find the value to be printed.</a:t>
            </a:r>
          </a:p>
          <a:p>
            <a:pPr algn="ctr">
              <a:lnSpc>
                <a:spcPct val="85000"/>
              </a:lnSpc>
            </a:pPr>
            <a:endParaRPr lang="en-US" altLang="en-US" sz="1000">
              <a:solidFill>
                <a:schemeClr val="tx1"/>
              </a:solidFill>
            </a:endParaRPr>
          </a:p>
          <a:p>
            <a:pPr algn="ctr">
              <a:lnSpc>
                <a:spcPct val="85000"/>
              </a:lnSpc>
            </a:pPr>
            <a:r>
              <a:rPr lang="en-US" altLang="en-US" sz="1000">
                <a:solidFill>
                  <a:schemeClr val="tx1"/>
                </a:solidFill>
              </a:rPr>
              <a:t>We want to print a page number in the page footing and we do this by using the SOURCE PAGE-COUNTER phrase.</a:t>
            </a:r>
          </a:p>
          <a:p>
            <a:pPr algn="ctr">
              <a:lnSpc>
                <a:spcPct val="85000"/>
              </a:lnSpc>
            </a:pPr>
            <a:endParaRPr lang="en-US" altLang="en-US" sz="1000">
              <a:solidFill>
                <a:schemeClr val="tx1"/>
              </a:solidFill>
            </a:endParaRPr>
          </a:p>
          <a:p>
            <a:pPr algn="ctr">
              <a:lnSpc>
                <a:spcPct val="85000"/>
              </a:lnSpc>
            </a:pPr>
            <a:r>
              <a:rPr lang="en-US" altLang="en-US" sz="1000">
                <a:solidFill>
                  <a:schemeClr val="tx1"/>
                </a:solidFill>
              </a:rPr>
              <a:t>PAGE-COUNTER is a special register that allows programs to access the page count.</a:t>
            </a:r>
          </a:p>
          <a:p>
            <a:pPr algn="ctr">
              <a:lnSpc>
                <a:spcPct val="85000"/>
              </a:lnSpc>
            </a:pPr>
            <a:endParaRPr lang="en-US" altLang="en-US" sz="1000">
              <a:solidFill>
                <a:schemeClr val="tx1"/>
              </a:solidFill>
            </a:endParaRPr>
          </a:p>
          <a:p>
            <a:pPr algn="ctr">
              <a:lnSpc>
                <a:spcPct val="85000"/>
              </a:lnSpc>
            </a:pPr>
            <a:r>
              <a:rPr lang="en-US" altLang="en-US" sz="1000">
                <a:solidFill>
                  <a:schemeClr val="tx1"/>
                </a:solidFill>
              </a:rPr>
              <a:t>Each report in the Report Section has an associated  PAGE-COUNTER</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1743E3FE-1FEA-D9AA-ACB0-181AEC3A13C1}"/>
              </a:ext>
            </a:extLst>
          </p:cNvPr>
          <p:cNvSpPr>
            <a:spLocks noChangeArrowheads="1"/>
          </p:cNvSpPr>
          <p:nvPr/>
        </p:nvSpPr>
        <p:spPr bwMode="auto">
          <a:xfrm>
            <a:off x="0" y="28575"/>
            <a:ext cx="3871913" cy="5156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46038" tIns="46038" rIns="46038" bIns="46038">
            <a:spAutoFit/>
          </a:bodyPr>
          <a:lstStyle/>
          <a:p>
            <a:pPr>
              <a:lnSpc>
                <a:spcPct val="75000"/>
              </a:lnSpc>
            </a:pPr>
            <a:r>
              <a:rPr lang="en-US" altLang="en-US" sz="800">
                <a:solidFill>
                  <a:schemeClr val="tx1"/>
                </a:solidFill>
                <a:latin typeface="Courier New" panose="02070309020205020404" pitchFamily="49" charset="0"/>
              </a:rPr>
              <a:t>REPORT SECTION.</a:t>
            </a:r>
          </a:p>
          <a:p>
            <a:pPr>
              <a:lnSpc>
                <a:spcPct val="75000"/>
              </a:lnSpc>
            </a:pPr>
            <a:r>
              <a:rPr lang="en-US" altLang="en-US" sz="800">
                <a:solidFill>
                  <a:schemeClr val="tx1"/>
                </a:solidFill>
                <a:latin typeface="Courier New" panose="02070309020205020404" pitchFamily="49" charset="0"/>
              </a:rPr>
              <a:t>RD  SalesReport</a:t>
            </a:r>
          </a:p>
          <a:p>
            <a:pPr>
              <a:lnSpc>
                <a:spcPct val="75000"/>
              </a:lnSpc>
            </a:pPr>
            <a:r>
              <a:rPr lang="en-US" altLang="en-US" sz="800">
                <a:solidFill>
                  <a:schemeClr val="tx1"/>
                </a:solidFill>
                <a:latin typeface="Courier New" panose="02070309020205020404" pitchFamily="49" charset="0"/>
              </a:rPr>
              <a:t>    CONTROLS ARE SalesPersonNum </a:t>
            </a:r>
          </a:p>
          <a:p>
            <a:pPr>
              <a:lnSpc>
                <a:spcPct val="75000"/>
              </a:lnSpc>
            </a:pPr>
            <a:r>
              <a:rPr lang="en-US" altLang="en-US" sz="800">
                <a:solidFill>
                  <a:schemeClr val="tx1"/>
                </a:solidFill>
                <a:latin typeface="Courier New" panose="02070309020205020404" pitchFamily="49" charset="0"/>
              </a:rPr>
              <a:t>    PAGE LIMIT IS 66</a:t>
            </a:r>
          </a:p>
          <a:p>
            <a:pPr>
              <a:lnSpc>
                <a:spcPct val="75000"/>
              </a:lnSpc>
            </a:pPr>
            <a:r>
              <a:rPr lang="en-US" altLang="en-US" sz="800">
                <a:solidFill>
                  <a:schemeClr val="tx1"/>
                </a:solidFill>
                <a:latin typeface="Courier New" panose="02070309020205020404" pitchFamily="49" charset="0"/>
              </a:rPr>
              <a:t>    HEADING 1</a:t>
            </a:r>
          </a:p>
          <a:p>
            <a:pPr>
              <a:lnSpc>
                <a:spcPct val="75000"/>
              </a:lnSpc>
            </a:pPr>
            <a:r>
              <a:rPr lang="en-US" altLang="en-US" sz="800">
                <a:solidFill>
                  <a:schemeClr val="tx1"/>
                </a:solidFill>
                <a:latin typeface="Courier New" panose="02070309020205020404" pitchFamily="49" charset="0"/>
              </a:rPr>
              <a:t>    FIRST DETAIL 6</a:t>
            </a:r>
          </a:p>
          <a:p>
            <a:pPr>
              <a:lnSpc>
                <a:spcPct val="75000"/>
              </a:lnSpc>
            </a:pPr>
            <a:r>
              <a:rPr lang="en-US" altLang="en-US" sz="800">
                <a:solidFill>
                  <a:schemeClr val="tx1"/>
                </a:solidFill>
                <a:latin typeface="Courier New" panose="02070309020205020404" pitchFamily="49" charset="0"/>
              </a:rPr>
              <a:t>    LAST DETAIL 42</a:t>
            </a:r>
          </a:p>
          <a:p>
            <a:pPr>
              <a:lnSpc>
                <a:spcPct val="75000"/>
              </a:lnSpc>
            </a:pPr>
            <a:r>
              <a:rPr lang="en-US" altLang="en-US" sz="800">
                <a:solidFill>
                  <a:schemeClr val="tx1"/>
                </a:solidFill>
                <a:latin typeface="Courier New" panose="02070309020205020404" pitchFamily="49" charset="0"/>
              </a:rPr>
              <a:t>    FOOTING 52.</a:t>
            </a:r>
          </a:p>
          <a:p>
            <a:pPr>
              <a:lnSpc>
                <a:spcPct val="75000"/>
              </a:lnSpc>
            </a:pPr>
            <a:endParaRPr lang="en-US" altLang="en-US" sz="800">
              <a:solidFill>
                <a:schemeClr val="tx1"/>
              </a:solidFill>
              <a:latin typeface="Courier New" panose="02070309020205020404" pitchFamily="49" charset="0"/>
            </a:endParaRPr>
          </a:p>
          <a:p>
            <a:pPr>
              <a:lnSpc>
                <a:spcPct val="75000"/>
              </a:lnSpc>
            </a:pPr>
            <a:r>
              <a:rPr lang="en-US" altLang="en-US" sz="800">
                <a:solidFill>
                  <a:schemeClr val="tx1"/>
                </a:solidFill>
                <a:latin typeface="Courier New" panose="02070309020205020404" pitchFamily="49" charset="0"/>
              </a:rPr>
              <a:t>01  TYPE IS PAGE HEADING.</a:t>
            </a:r>
          </a:p>
          <a:p>
            <a:pPr>
              <a:lnSpc>
                <a:spcPct val="75000"/>
              </a:lnSpc>
            </a:pPr>
            <a:r>
              <a:rPr lang="en-US" altLang="en-US" sz="800">
                <a:solidFill>
                  <a:schemeClr val="tx1"/>
                </a:solidFill>
                <a:latin typeface="Courier New" panose="02070309020205020404" pitchFamily="49" charset="0"/>
              </a:rPr>
              <a:t>    02 LINE 1.</a:t>
            </a:r>
          </a:p>
          <a:p>
            <a:pPr>
              <a:lnSpc>
                <a:spcPct val="75000"/>
              </a:lnSpc>
            </a:pPr>
            <a:r>
              <a:rPr lang="en-US" altLang="en-US" sz="800">
                <a:solidFill>
                  <a:schemeClr val="tx1"/>
                </a:solidFill>
                <a:latin typeface="Courier New" panose="02070309020205020404" pitchFamily="49" charset="0"/>
              </a:rPr>
              <a:t>       03 COLUMN 12     PIC X(32)</a:t>
            </a:r>
          </a:p>
          <a:p>
            <a:pPr>
              <a:lnSpc>
                <a:spcPct val="75000"/>
              </a:lnSpc>
            </a:pPr>
            <a:r>
              <a:rPr lang="en-US" altLang="en-US" sz="800">
                <a:solidFill>
                  <a:schemeClr val="tx1"/>
                </a:solidFill>
                <a:latin typeface="Courier New" panose="02070309020205020404" pitchFamily="49" charset="0"/>
              </a:rPr>
              <a:t>                      VALUE "An example COBOL Report Program".</a:t>
            </a:r>
          </a:p>
          <a:p>
            <a:pPr>
              <a:lnSpc>
                <a:spcPct val="75000"/>
              </a:lnSpc>
            </a:pPr>
            <a:endParaRPr lang="en-US" altLang="en-US" sz="800">
              <a:solidFill>
                <a:schemeClr val="tx1"/>
              </a:solidFill>
              <a:latin typeface="Courier New" panose="02070309020205020404" pitchFamily="49" charset="0"/>
            </a:endParaRPr>
          </a:p>
          <a:p>
            <a:pPr>
              <a:lnSpc>
                <a:spcPct val="75000"/>
              </a:lnSpc>
            </a:pPr>
            <a:r>
              <a:rPr lang="en-US" altLang="en-US" sz="800">
                <a:solidFill>
                  <a:schemeClr val="tx1"/>
                </a:solidFill>
                <a:latin typeface="Courier New" panose="02070309020205020404" pitchFamily="49" charset="0"/>
              </a:rPr>
              <a:t>    02 LINE 2.</a:t>
            </a:r>
          </a:p>
          <a:p>
            <a:pPr>
              <a:lnSpc>
                <a:spcPct val="75000"/>
              </a:lnSpc>
            </a:pPr>
            <a:r>
              <a:rPr lang="en-US" altLang="en-US" sz="800">
                <a:solidFill>
                  <a:schemeClr val="tx1"/>
                </a:solidFill>
                <a:latin typeface="Courier New" panose="02070309020205020404" pitchFamily="49" charset="0"/>
              </a:rPr>
              <a:t>       03 COLUMN 6      PIC X(17)</a:t>
            </a:r>
          </a:p>
          <a:p>
            <a:pPr>
              <a:lnSpc>
                <a:spcPct val="75000"/>
              </a:lnSpc>
            </a:pPr>
            <a:r>
              <a:rPr lang="en-US" altLang="en-US" sz="800">
                <a:solidFill>
                  <a:schemeClr val="tx1"/>
                </a:solidFill>
                <a:latin typeface="Courier New" panose="02070309020205020404" pitchFamily="49" charset="0"/>
              </a:rPr>
              <a:t>          VALUE "Bible Salesperson".</a:t>
            </a:r>
          </a:p>
          <a:p>
            <a:pPr>
              <a:lnSpc>
                <a:spcPct val="75000"/>
              </a:lnSpc>
            </a:pPr>
            <a:r>
              <a:rPr lang="en-US" altLang="en-US" sz="800">
                <a:solidFill>
                  <a:schemeClr val="tx1"/>
                </a:solidFill>
                <a:latin typeface="Courier New" panose="02070309020205020404" pitchFamily="49" charset="0"/>
              </a:rPr>
              <a:t>       03 COLUMN 23     PIC X(26)</a:t>
            </a:r>
          </a:p>
          <a:p>
            <a:pPr>
              <a:lnSpc>
                <a:spcPct val="75000"/>
              </a:lnSpc>
            </a:pPr>
            <a:r>
              <a:rPr lang="en-US" altLang="en-US" sz="800">
                <a:solidFill>
                  <a:schemeClr val="tx1"/>
                </a:solidFill>
                <a:latin typeface="Courier New" panose="02070309020205020404" pitchFamily="49" charset="0"/>
              </a:rPr>
              <a:t>          VALUE " - Sales and Salary Report".</a:t>
            </a:r>
          </a:p>
          <a:p>
            <a:pPr>
              <a:lnSpc>
                <a:spcPct val="75000"/>
              </a:lnSpc>
            </a:pPr>
            <a:endParaRPr lang="en-US" altLang="en-US" sz="800">
              <a:solidFill>
                <a:schemeClr val="tx1"/>
              </a:solidFill>
              <a:latin typeface="Courier New" panose="02070309020205020404" pitchFamily="49" charset="0"/>
            </a:endParaRPr>
          </a:p>
          <a:p>
            <a:pPr>
              <a:lnSpc>
                <a:spcPct val="75000"/>
              </a:lnSpc>
            </a:pPr>
            <a:r>
              <a:rPr lang="en-US" altLang="en-US" sz="800">
                <a:solidFill>
                  <a:schemeClr val="tx1"/>
                </a:solidFill>
                <a:latin typeface="Courier New" panose="02070309020205020404" pitchFamily="49" charset="0"/>
              </a:rPr>
              <a:t>    02 LINE 4.</a:t>
            </a:r>
          </a:p>
          <a:p>
            <a:pPr>
              <a:lnSpc>
                <a:spcPct val="75000"/>
              </a:lnSpc>
            </a:pPr>
            <a:r>
              <a:rPr lang="en-US" altLang="en-US" sz="800">
                <a:solidFill>
                  <a:schemeClr val="tx1"/>
                </a:solidFill>
                <a:latin typeface="Courier New" panose="02070309020205020404" pitchFamily="49" charset="0"/>
              </a:rPr>
              <a:t>       03 COLUMN 2      PIC X(4)  VALUE "City".</a:t>
            </a:r>
          </a:p>
          <a:p>
            <a:pPr>
              <a:lnSpc>
                <a:spcPct val="75000"/>
              </a:lnSpc>
            </a:pPr>
            <a:r>
              <a:rPr lang="en-US" altLang="en-US" sz="800">
                <a:solidFill>
                  <a:schemeClr val="tx1"/>
                </a:solidFill>
                <a:latin typeface="Courier New" panose="02070309020205020404" pitchFamily="49" charset="0"/>
              </a:rPr>
              <a:t>       03 COLUMN 12     PIC X(11) VALUE "Salesperson".</a:t>
            </a:r>
          </a:p>
          <a:p>
            <a:pPr>
              <a:lnSpc>
                <a:spcPct val="75000"/>
              </a:lnSpc>
            </a:pPr>
            <a:r>
              <a:rPr lang="en-US" altLang="en-US" sz="800">
                <a:solidFill>
                  <a:schemeClr val="tx1"/>
                </a:solidFill>
                <a:latin typeface="Courier New" panose="02070309020205020404" pitchFamily="49" charset="0"/>
              </a:rPr>
              <a:t>       03 COLUMN 28     PIC X(4)  VALUE "Sale".</a:t>
            </a:r>
          </a:p>
          <a:p>
            <a:pPr>
              <a:lnSpc>
                <a:spcPct val="75000"/>
              </a:lnSpc>
            </a:pPr>
            <a:endParaRPr lang="en-US" altLang="en-US" sz="800">
              <a:solidFill>
                <a:schemeClr val="tx1"/>
              </a:solidFill>
              <a:latin typeface="Courier New" panose="02070309020205020404" pitchFamily="49" charset="0"/>
            </a:endParaRPr>
          </a:p>
          <a:p>
            <a:pPr>
              <a:lnSpc>
                <a:spcPct val="75000"/>
              </a:lnSpc>
            </a:pPr>
            <a:r>
              <a:rPr lang="en-US" altLang="en-US" sz="800">
                <a:solidFill>
                  <a:schemeClr val="tx1"/>
                </a:solidFill>
                <a:latin typeface="Courier New" panose="02070309020205020404" pitchFamily="49" charset="0"/>
              </a:rPr>
              <a:t>    02 LINE 5.</a:t>
            </a:r>
          </a:p>
          <a:p>
            <a:pPr>
              <a:lnSpc>
                <a:spcPct val="75000"/>
              </a:lnSpc>
            </a:pPr>
            <a:r>
              <a:rPr lang="en-US" altLang="en-US" sz="800">
                <a:solidFill>
                  <a:schemeClr val="tx1"/>
                </a:solidFill>
                <a:latin typeface="Courier New" panose="02070309020205020404" pitchFamily="49" charset="0"/>
              </a:rPr>
              <a:t>       03 COLUMN 2      PIC X(4)  VALUE "Name".</a:t>
            </a:r>
          </a:p>
          <a:p>
            <a:pPr>
              <a:lnSpc>
                <a:spcPct val="75000"/>
              </a:lnSpc>
            </a:pPr>
            <a:r>
              <a:rPr lang="en-US" altLang="en-US" sz="800">
                <a:solidFill>
                  <a:schemeClr val="tx1"/>
                </a:solidFill>
                <a:latin typeface="Courier New" panose="02070309020205020404" pitchFamily="49" charset="0"/>
              </a:rPr>
              <a:t>       03 COLUMN 13     PIC X(6)  VALUE "Number".</a:t>
            </a:r>
          </a:p>
          <a:p>
            <a:pPr>
              <a:lnSpc>
                <a:spcPct val="75000"/>
              </a:lnSpc>
            </a:pPr>
            <a:r>
              <a:rPr lang="en-US" altLang="en-US" sz="800">
                <a:solidFill>
                  <a:schemeClr val="tx1"/>
                </a:solidFill>
                <a:latin typeface="Courier New" panose="02070309020205020404" pitchFamily="49" charset="0"/>
              </a:rPr>
              <a:t>       03 COLUMN 28     PIC X(5)  VALUE "Value".</a:t>
            </a:r>
          </a:p>
          <a:p>
            <a:pPr>
              <a:lnSpc>
                <a:spcPct val="75000"/>
              </a:lnSpc>
            </a:pPr>
            <a:endParaRPr lang="en-US" altLang="en-US" sz="800">
              <a:solidFill>
                <a:schemeClr val="tx1"/>
              </a:solidFill>
              <a:latin typeface="Courier New" panose="02070309020205020404" pitchFamily="49" charset="0"/>
            </a:endParaRPr>
          </a:p>
          <a:p>
            <a:pPr>
              <a:lnSpc>
                <a:spcPct val="75000"/>
              </a:lnSpc>
            </a:pPr>
            <a:r>
              <a:rPr lang="en-US" altLang="en-US" sz="800">
                <a:solidFill>
                  <a:schemeClr val="tx1"/>
                </a:solidFill>
                <a:latin typeface="Courier New" panose="02070309020205020404" pitchFamily="49" charset="0"/>
              </a:rPr>
              <a:t>01  </a:t>
            </a:r>
            <a:r>
              <a:rPr lang="en-US" altLang="en-US" sz="800" b="1">
                <a:latin typeface="Courier New" panose="02070309020205020404" pitchFamily="49" charset="0"/>
              </a:rPr>
              <a:t>DetailLine TYPE IS DETAIL</a:t>
            </a:r>
            <a:r>
              <a:rPr lang="en-US" altLang="en-US" sz="800">
                <a:solidFill>
                  <a:schemeClr val="tx1"/>
                </a:solidFill>
                <a:latin typeface="Courier New" panose="02070309020205020404" pitchFamily="49" charset="0"/>
              </a:rPr>
              <a:t>.</a:t>
            </a:r>
          </a:p>
          <a:p>
            <a:pPr>
              <a:lnSpc>
                <a:spcPct val="75000"/>
              </a:lnSpc>
            </a:pPr>
            <a:r>
              <a:rPr lang="en-US" altLang="en-US" sz="800">
                <a:solidFill>
                  <a:schemeClr val="tx1"/>
                </a:solidFill>
                <a:latin typeface="Courier New" panose="02070309020205020404" pitchFamily="49" charset="0"/>
              </a:rPr>
              <a:t>    02 LINE IS PLUS 1.</a:t>
            </a:r>
          </a:p>
          <a:p>
            <a:pPr>
              <a:lnSpc>
                <a:spcPct val="75000"/>
              </a:lnSpc>
            </a:pPr>
            <a:r>
              <a:rPr lang="en-US" altLang="en-US" sz="800">
                <a:solidFill>
                  <a:schemeClr val="tx1"/>
                </a:solidFill>
                <a:latin typeface="Courier New" panose="02070309020205020404" pitchFamily="49" charset="0"/>
              </a:rPr>
              <a:t>       03 COLUMN 1      PIC X(9)</a:t>
            </a:r>
          </a:p>
          <a:p>
            <a:pPr>
              <a:lnSpc>
                <a:spcPct val="75000"/>
              </a:lnSpc>
            </a:pPr>
            <a:r>
              <a:rPr lang="en-US" altLang="en-US" sz="800">
                <a:solidFill>
                  <a:schemeClr val="tx1"/>
                </a:solidFill>
                <a:latin typeface="Courier New" panose="02070309020205020404" pitchFamily="49" charset="0"/>
              </a:rPr>
              <a:t>                        SOURCE CityName(CityCode).</a:t>
            </a:r>
          </a:p>
          <a:p>
            <a:pPr>
              <a:lnSpc>
                <a:spcPct val="75000"/>
              </a:lnSpc>
            </a:pPr>
            <a:r>
              <a:rPr lang="en-US" altLang="en-US" sz="800">
                <a:solidFill>
                  <a:schemeClr val="tx1"/>
                </a:solidFill>
                <a:latin typeface="Courier New" panose="02070309020205020404" pitchFamily="49" charset="0"/>
              </a:rPr>
              <a:t>       03 COLUMN 15     PIC 9</a:t>
            </a:r>
          </a:p>
          <a:p>
            <a:pPr>
              <a:lnSpc>
                <a:spcPct val="75000"/>
              </a:lnSpc>
            </a:pPr>
            <a:r>
              <a:rPr lang="en-US" altLang="en-US" sz="800">
                <a:solidFill>
                  <a:schemeClr val="tx1"/>
                </a:solidFill>
                <a:latin typeface="Courier New" panose="02070309020205020404" pitchFamily="49" charset="0"/>
              </a:rPr>
              <a:t>                        SOURCE SalesPersonNum.</a:t>
            </a:r>
          </a:p>
          <a:p>
            <a:pPr>
              <a:lnSpc>
                <a:spcPct val="75000"/>
              </a:lnSpc>
            </a:pPr>
            <a:r>
              <a:rPr lang="en-US" altLang="en-US" sz="800">
                <a:solidFill>
                  <a:schemeClr val="tx1"/>
                </a:solidFill>
                <a:latin typeface="Courier New" panose="02070309020205020404" pitchFamily="49" charset="0"/>
              </a:rPr>
              <a:t>       03 COLUMN 25     PIC $$,$$$.99 SOURCE ValueOfSale.</a:t>
            </a:r>
          </a:p>
          <a:p>
            <a:pPr>
              <a:lnSpc>
                <a:spcPct val="75000"/>
              </a:lnSpc>
            </a:pPr>
            <a:endParaRPr lang="en-US" altLang="en-US" sz="800">
              <a:solidFill>
                <a:schemeClr val="tx1"/>
              </a:solidFill>
              <a:latin typeface="Courier New" panose="02070309020205020404" pitchFamily="49" charset="0"/>
            </a:endParaRPr>
          </a:p>
          <a:p>
            <a:pPr>
              <a:lnSpc>
                <a:spcPct val="75000"/>
              </a:lnSpc>
            </a:pPr>
            <a:endParaRPr lang="en-US" altLang="en-US" sz="800">
              <a:solidFill>
                <a:schemeClr val="tx1"/>
              </a:solidFill>
              <a:latin typeface="Courier New" panose="02070309020205020404" pitchFamily="49" charset="0"/>
            </a:endParaRPr>
          </a:p>
          <a:p>
            <a:pPr>
              <a:lnSpc>
                <a:spcPct val="75000"/>
              </a:lnSpc>
            </a:pPr>
            <a:r>
              <a:rPr lang="en-US" altLang="en-US" sz="800">
                <a:solidFill>
                  <a:schemeClr val="tx1"/>
                </a:solidFill>
                <a:latin typeface="Courier New" panose="02070309020205020404" pitchFamily="49" charset="0"/>
              </a:rPr>
              <a:t>01  SalesPersonGrp</a:t>
            </a:r>
          </a:p>
          <a:p>
            <a:pPr>
              <a:lnSpc>
                <a:spcPct val="75000"/>
              </a:lnSpc>
            </a:pPr>
            <a:r>
              <a:rPr lang="en-US" altLang="en-US" sz="800">
                <a:solidFill>
                  <a:schemeClr val="tx1"/>
                </a:solidFill>
                <a:latin typeface="Courier New" panose="02070309020205020404" pitchFamily="49" charset="0"/>
              </a:rPr>
              <a:t>    TYPE IS CONTROL FOOTING SalesPersonNum NEXT GROUP PLUS 2.</a:t>
            </a:r>
          </a:p>
          <a:p>
            <a:pPr>
              <a:lnSpc>
                <a:spcPct val="75000"/>
              </a:lnSpc>
            </a:pPr>
            <a:r>
              <a:rPr lang="en-US" altLang="en-US" sz="800">
                <a:solidFill>
                  <a:schemeClr val="tx1"/>
                </a:solidFill>
                <a:latin typeface="Courier New" panose="02070309020205020404" pitchFamily="49" charset="0"/>
              </a:rPr>
              <a:t>    02 LINE IS PLUS 1.</a:t>
            </a:r>
          </a:p>
          <a:p>
            <a:pPr>
              <a:lnSpc>
                <a:spcPct val="75000"/>
              </a:lnSpc>
            </a:pPr>
            <a:r>
              <a:rPr lang="en-US" altLang="en-US" sz="800">
                <a:solidFill>
                  <a:schemeClr val="tx1"/>
                </a:solidFill>
                <a:latin typeface="Courier New" panose="02070309020205020404" pitchFamily="49" charset="0"/>
              </a:rPr>
              <a:t>       03 COLUMN 15     PIC X(21) </a:t>
            </a:r>
          </a:p>
          <a:p>
            <a:pPr>
              <a:lnSpc>
                <a:spcPct val="75000"/>
              </a:lnSpc>
            </a:pPr>
            <a:r>
              <a:rPr lang="en-US" altLang="en-US" sz="800">
                <a:solidFill>
                  <a:schemeClr val="tx1"/>
                </a:solidFill>
                <a:latin typeface="Courier New" panose="02070309020205020404" pitchFamily="49" charset="0"/>
              </a:rPr>
              <a:t>                        VALUE "Sales for salesperson".</a:t>
            </a:r>
          </a:p>
          <a:p>
            <a:pPr>
              <a:lnSpc>
                <a:spcPct val="75000"/>
              </a:lnSpc>
            </a:pPr>
            <a:r>
              <a:rPr lang="en-US" altLang="en-US" sz="800">
                <a:solidFill>
                  <a:schemeClr val="tx1"/>
                </a:solidFill>
                <a:latin typeface="Courier New" panose="02070309020205020404" pitchFamily="49" charset="0"/>
              </a:rPr>
              <a:t>       03 COLUMN 37     PIC 9 SOURCE SalesPersonNum.</a:t>
            </a:r>
          </a:p>
          <a:p>
            <a:pPr>
              <a:lnSpc>
                <a:spcPct val="75000"/>
              </a:lnSpc>
            </a:pPr>
            <a:r>
              <a:rPr lang="en-US" altLang="en-US" sz="800">
                <a:solidFill>
                  <a:schemeClr val="tx1"/>
                </a:solidFill>
                <a:latin typeface="Courier New" panose="02070309020205020404" pitchFamily="49" charset="0"/>
              </a:rPr>
              <a:t>       03 COLUMN 43     PIC X VALUE "=".</a:t>
            </a:r>
          </a:p>
          <a:p>
            <a:pPr>
              <a:lnSpc>
                <a:spcPct val="75000"/>
              </a:lnSpc>
            </a:pPr>
            <a:r>
              <a:rPr lang="en-US" altLang="en-US" sz="800">
                <a:solidFill>
                  <a:schemeClr val="tx1"/>
                </a:solidFill>
                <a:latin typeface="Courier New" panose="02070309020205020404" pitchFamily="49" charset="0"/>
              </a:rPr>
              <a:t>       03 SMS COLUMN 45 PIC $$$$$,$$$.99 SUM ValueOfSale.</a:t>
            </a:r>
          </a:p>
          <a:p>
            <a:pPr>
              <a:lnSpc>
                <a:spcPct val="75000"/>
              </a:lnSpc>
            </a:pPr>
            <a:endParaRPr lang="en-US" altLang="en-US" sz="800">
              <a:solidFill>
                <a:schemeClr val="tx1"/>
              </a:solidFill>
              <a:latin typeface="Courier New" panose="02070309020205020404" pitchFamily="49" charset="0"/>
            </a:endParaRPr>
          </a:p>
          <a:p>
            <a:pPr>
              <a:lnSpc>
                <a:spcPct val="75000"/>
              </a:lnSpc>
            </a:pPr>
            <a:endParaRPr lang="en-US" altLang="en-US" sz="800">
              <a:solidFill>
                <a:schemeClr val="tx1"/>
              </a:solidFill>
              <a:latin typeface="Courier New" panose="02070309020205020404" pitchFamily="49" charset="0"/>
            </a:endParaRPr>
          </a:p>
          <a:p>
            <a:pPr>
              <a:lnSpc>
                <a:spcPct val="75000"/>
              </a:lnSpc>
            </a:pPr>
            <a:r>
              <a:rPr lang="en-US" altLang="en-US" sz="800">
                <a:solidFill>
                  <a:schemeClr val="tx1"/>
                </a:solidFill>
                <a:latin typeface="Courier New" panose="02070309020205020404" pitchFamily="49" charset="0"/>
              </a:rPr>
              <a:t>01  TYPE IS PAGE FOOTING.</a:t>
            </a:r>
          </a:p>
          <a:p>
            <a:pPr>
              <a:lnSpc>
                <a:spcPct val="75000"/>
              </a:lnSpc>
            </a:pPr>
            <a:r>
              <a:rPr lang="en-US" altLang="en-US" sz="800">
                <a:solidFill>
                  <a:schemeClr val="tx1"/>
                </a:solidFill>
                <a:latin typeface="Courier New" panose="02070309020205020404" pitchFamily="49" charset="0"/>
              </a:rPr>
              <a:t>    02 LINE IS 53.</a:t>
            </a:r>
          </a:p>
          <a:p>
            <a:pPr>
              <a:lnSpc>
                <a:spcPct val="75000"/>
              </a:lnSpc>
            </a:pPr>
            <a:r>
              <a:rPr lang="en-US" altLang="en-US" sz="800">
                <a:solidFill>
                  <a:schemeClr val="tx1"/>
                </a:solidFill>
                <a:latin typeface="Courier New" panose="02070309020205020404" pitchFamily="49" charset="0"/>
              </a:rPr>
              <a:t>       03 COLUMN 1      PIC X(29) </a:t>
            </a:r>
          </a:p>
          <a:p>
            <a:pPr>
              <a:lnSpc>
                <a:spcPct val="75000"/>
              </a:lnSpc>
            </a:pPr>
            <a:r>
              <a:rPr lang="en-US" altLang="en-US" sz="800">
                <a:solidFill>
                  <a:schemeClr val="tx1"/>
                </a:solidFill>
                <a:latin typeface="Courier New" panose="02070309020205020404" pitchFamily="49" charset="0"/>
              </a:rPr>
              <a:t>                        VALUE "Programmer - Michael Coughlan".</a:t>
            </a:r>
          </a:p>
          <a:p>
            <a:pPr>
              <a:lnSpc>
                <a:spcPct val="75000"/>
              </a:lnSpc>
            </a:pPr>
            <a:r>
              <a:rPr lang="en-US" altLang="en-US" sz="800">
                <a:solidFill>
                  <a:schemeClr val="tx1"/>
                </a:solidFill>
                <a:latin typeface="Courier New" panose="02070309020205020404" pitchFamily="49" charset="0"/>
              </a:rPr>
              <a:t>       03 COLUMN 45     PIC X(6) VALUE "Page :".</a:t>
            </a:r>
          </a:p>
          <a:p>
            <a:pPr>
              <a:lnSpc>
                <a:spcPct val="75000"/>
              </a:lnSpc>
            </a:pPr>
            <a:r>
              <a:rPr lang="en-US" altLang="en-US" sz="800">
                <a:solidFill>
                  <a:schemeClr val="tx1"/>
                </a:solidFill>
                <a:latin typeface="Courier New" panose="02070309020205020404" pitchFamily="49" charset="0"/>
              </a:rPr>
              <a:t>       03 COLUMN 52     PIC Z9 SOURCE PAGE-COUNTER.</a:t>
            </a:r>
          </a:p>
        </p:txBody>
      </p:sp>
      <p:sp>
        <p:nvSpPr>
          <p:cNvPr id="11267" name="AutoShape 3">
            <a:extLst>
              <a:ext uri="{FF2B5EF4-FFF2-40B4-BE49-F238E27FC236}">
                <a16:creationId xmlns:a16="http://schemas.microsoft.com/office/drawing/2014/main" id="{5C864205-9B05-8070-D275-8985AD8C7408}"/>
              </a:ext>
            </a:extLst>
          </p:cNvPr>
          <p:cNvSpPr>
            <a:spLocks noChangeArrowheads="1"/>
          </p:cNvSpPr>
          <p:nvPr/>
        </p:nvSpPr>
        <p:spPr bwMode="auto">
          <a:xfrm flipH="1">
            <a:off x="1978025" y="1025525"/>
            <a:ext cx="1749425" cy="1187979"/>
          </a:xfrm>
          <a:prstGeom prst="wedgeRoundRectCallout">
            <a:avLst>
              <a:gd name="adj1" fmla="val -48838"/>
              <a:gd name="adj2" fmla="val 66667"/>
              <a:gd name="adj3" fmla="val 16667"/>
            </a:avLst>
          </a:prstGeom>
          <a:solidFill>
            <a:srgbClr val="FFFFC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algn="ctr">
              <a:lnSpc>
                <a:spcPct val="85000"/>
              </a:lnSpc>
            </a:pPr>
            <a:r>
              <a:rPr lang="en-US" altLang="en-US" sz="1000">
                <a:solidFill>
                  <a:schemeClr val="tx1"/>
                </a:solidFill>
              </a:rPr>
              <a:t>Now let’s specify the group that gets printed each time we want to display a sales record. </a:t>
            </a:r>
          </a:p>
          <a:p>
            <a:pPr algn="ctr">
              <a:lnSpc>
                <a:spcPct val="85000"/>
              </a:lnSpc>
            </a:pPr>
            <a:endParaRPr lang="en-US" altLang="en-US" sz="1000">
              <a:solidFill>
                <a:schemeClr val="tx1"/>
              </a:solidFill>
            </a:endParaRPr>
          </a:p>
          <a:p>
            <a:pPr algn="ctr">
              <a:lnSpc>
                <a:spcPct val="85000"/>
              </a:lnSpc>
            </a:pPr>
            <a:r>
              <a:rPr lang="en-US" altLang="en-US" sz="1000">
                <a:solidFill>
                  <a:schemeClr val="tx1"/>
                </a:solidFill>
              </a:rPr>
              <a:t>This is a DETAIL group.  The DETAIL group is printed each time the GENERATE statement is executed.</a:t>
            </a:r>
          </a:p>
        </p:txBody>
      </p:sp>
      <p:sp>
        <p:nvSpPr>
          <p:cNvPr id="11268" name="AutoShape 4">
            <a:extLst>
              <a:ext uri="{FF2B5EF4-FFF2-40B4-BE49-F238E27FC236}">
                <a16:creationId xmlns:a16="http://schemas.microsoft.com/office/drawing/2014/main" id="{9FDF537A-F030-2F8A-65DD-D0CEFF600F65}"/>
              </a:ext>
            </a:extLst>
          </p:cNvPr>
          <p:cNvSpPr>
            <a:spLocks noChangeArrowheads="1"/>
          </p:cNvSpPr>
          <p:nvPr/>
        </p:nvSpPr>
        <p:spPr bwMode="auto">
          <a:xfrm flipH="1">
            <a:off x="1978025" y="1025525"/>
            <a:ext cx="1749425" cy="1180042"/>
          </a:xfrm>
          <a:prstGeom prst="wedgeRoundRectCallout">
            <a:avLst>
              <a:gd name="adj1" fmla="val -48838"/>
              <a:gd name="adj2" fmla="val 66667"/>
              <a:gd name="adj3" fmla="val 16667"/>
            </a:avLst>
          </a:prstGeom>
          <a:solidFill>
            <a:srgbClr val="FFFFC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algn="ctr">
              <a:lnSpc>
                <a:spcPct val="85000"/>
              </a:lnSpc>
            </a:pPr>
            <a:r>
              <a:rPr lang="en-US" altLang="en-US" sz="1000">
                <a:solidFill>
                  <a:schemeClr val="tx1"/>
                </a:solidFill>
              </a:rPr>
              <a:t>The DETAIL group has been given the name DetailLine because we need to refer to it in the GENERATE statement.</a:t>
            </a:r>
          </a:p>
          <a:p>
            <a:pPr algn="ctr">
              <a:lnSpc>
                <a:spcPct val="85000"/>
              </a:lnSpc>
            </a:pPr>
            <a:endParaRPr lang="en-US" altLang="en-US" sz="1000">
              <a:solidFill>
                <a:schemeClr val="tx1"/>
              </a:solidFill>
            </a:endParaRPr>
          </a:p>
          <a:p>
            <a:pPr algn="ctr">
              <a:lnSpc>
                <a:spcPct val="85000"/>
              </a:lnSpc>
            </a:pPr>
            <a:r>
              <a:rPr lang="en-US" altLang="en-US" sz="1000">
                <a:solidFill>
                  <a:schemeClr val="tx1"/>
                </a:solidFill>
              </a:rPr>
              <a:t>The SOURCE clause gets the values for the various print items.</a:t>
            </a:r>
          </a:p>
        </p:txBody>
      </p:sp>
      <p:sp>
        <p:nvSpPr>
          <p:cNvPr id="11269" name="AutoShape 5">
            <a:extLst>
              <a:ext uri="{FF2B5EF4-FFF2-40B4-BE49-F238E27FC236}">
                <a16:creationId xmlns:a16="http://schemas.microsoft.com/office/drawing/2014/main" id="{E7C25046-E2B6-43F3-B1A7-B2BA9315C915}"/>
              </a:ext>
            </a:extLst>
          </p:cNvPr>
          <p:cNvSpPr>
            <a:spLocks noChangeArrowheads="1"/>
          </p:cNvSpPr>
          <p:nvPr/>
        </p:nvSpPr>
        <p:spPr bwMode="auto">
          <a:xfrm flipH="1">
            <a:off x="1978025" y="1025525"/>
            <a:ext cx="1749425" cy="1180042"/>
          </a:xfrm>
          <a:prstGeom prst="wedgeRoundRectCallout">
            <a:avLst>
              <a:gd name="adj1" fmla="val -48838"/>
              <a:gd name="adj2" fmla="val 66667"/>
              <a:gd name="adj3" fmla="val 16667"/>
            </a:avLst>
          </a:prstGeom>
          <a:solidFill>
            <a:srgbClr val="FFFFC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algn="ctr">
              <a:lnSpc>
                <a:spcPct val="85000"/>
              </a:lnSpc>
            </a:pPr>
            <a:r>
              <a:rPr lang="en-US" altLang="en-US" sz="1000">
                <a:solidFill>
                  <a:schemeClr val="tx1"/>
                </a:solidFill>
              </a:rPr>
              <a:t>The LINE IS PLUS 1 phrase prints the sales information on the next line unless a new page is required.</a:t>
            </a:r>
          </a:p>
          <a:p>
            <a:pPr algn="ctr">
              <a:lnSpc>
                <a:spcPct val="85000"/>
              </a:lnSpc>
            </a:pPr>
            <a:r>
              <a:rPr lang="en-US" altLang="en-US" sz="1000">
                <a:solidFill>
                  <a:schemeClr val="tx1"/>
                </a:solidFill>
              </a:rPr>
              <a:t> </a:t>
            </a:r>
          </a:p>
          <a:p>
            <a:pPr algn="ctr">
              <a:lnSpc>
                <a:spcPct val="85000"/>
              </a:lnSpc>
            </a:pPr>
            <a:r>
              <a:rPr lang="en-US" altLang="en-US" sz="1000">
                <a:solidFill>
                  <a:schemeClr val="tx1"/>
                </a:solidFill>
              </a:rPr>
              <a:t>If a new page is required the line is printed on the next page.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1268"/>
                                        </p:tgtEl>
                                        <p:attrNameLst>
                                          <p:attrName>style.visibility</p:attrName>
                                        </p:attrNameLst>
                                      </p:cBhvr>
                                      <p:to>
                                        <p:strVal val="visible"/>
                                      </p:to>
                                    </p:set>
                                  </p:childTnLst>
                                  <p:subTnLst>
                                    <p:set>
                                      <p:cBhvr override="childStyle">
                                        <p:cTn dur="1" fill="hold" display="0" masterRel="nextClick" afterEffect="1"/>
                                        <p:tgtEl>
                                          <p:spTgt spid="11268"/>
                                        </p:tgtEl>
                                        <p:attrNameLst>
                                          <p:attrName>style.visibility</p:attrName>
                                        </p:attrNameLst>
                                      </p:cBhvr>
                                      <p:to>
                                        <p:strVal val="hidden"/>
                                      </p:to>
                                    </p:set>
                                  </p:sub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1269"/>
                                        </p:tgtEl>
                                        <p:attrNameLst>
                                          <p:attrName>style.visibility</p:attrName>
                                        </p:attrNameLst>
                                      </p:cBhvr>
                                      <p:to>
                                        <p:strVal val="visible"/>
                                      </p:to>
                                    </p:set>
                                  </p:childTnLst>
                                  <p:subTnLst>
                                    <p:set>
                                      <p:cBhvr override="childStyle">
                                        <p:cTn dur="1" fill="hold" display="0" masterRel="nextClick" afterEffect="1"/>
                                        <p:tgtEl>
                                          <p:spTgt spid="11269"/>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8" grpId="0" animBg="1" autoUpdateAnimBg="0"/>
      <p:bldP spid="11269" grpId="0" animBg="1"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0DF5984B-D223-F95B-BE62-BDC6667E2067}"/>
              </a:ext>
            </a:extLst>
          </p:cNvPr>
          <p:cNvSpPr>
            <a:spLocks noChangeArrowheads="1"/>
          </p:cNvSpPr>
          <p:nvPr/>
        </p:nvSpPr>
        <p:spPr bwMode="auto">
          <a:xfrm>
            <a:off x="0" y="28575"/>
            <a:ext cx="3871913" cy="5156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46038" tIns="46038" rIns="46038" bIns="46038">
            <a:spAutoFit/>
          </a:bodyPr>
          <a:lstStyle/>
          <a:p>
            <a:pPr>
              <a:lnSpc>
                <a:spcPct val="75000"/>
              </a:lnSpc>
            </a:pPr>
            <a:r>
              <a:rPr lang="en-US" altLang="en-US" sz="800">
                <a:solidFill>
                  <a:schemeClr val="tx1"/>
                </a:solidFill>
                <a:latin typeface="Courier New" panose="02070309020205020404" pitchFamily="49" charset="0"/>
              </a:rPr>
              <a:t>REPORT SECTION.</a:t>
            </a:r>
          </a:p>
          <a:p>
            <a:pPr>
              <a:lnSpc>
                <a:spcPct val="75000"/>
              </a:lnSpc>
            </a:pPr>
            <a:r>
              <a:rPr lang="en-US" altLang="en-US" sz="800">
                <a:solidFill>
                  <a:schemeClr val="tx1"/>
                </a:solidFill>
                <a:latin typeface="Courier New" panose="02070309020205020404" pitchFamily="49" charset="0"/>
              </a:rPr>
              <a:t>RD  SalesReport</a:t>
            </a:r>
          </a:p>
          <a:p>
            <a:pPr>
              <a:lnSpc>
                <a:spcPct val="75000"/>
              </a:lnSpc>
            </a:pPr>
            <a:r>
              <a:rPr lang="en-US" altLang="en-US" sz="800">
                <a:solidFill>
                  <a:schemeClr val="tx1"/>
                </a:solidFill>
                <a:latin typeface="Courier New" panose="02070309020205020404" pitchFamily="49" charset="0"/>
              </a:rPr>
              <a:t>    CONTROLS ARE SalesPersonNum </a:t>
            </a:r>
          </a:p>
          <a:p>
            <a:pPr>
              <a:lnSpc>
                <a:spcPct val="75000"/>
              </a:lnSpc>
            </a:pPr>
            <a:r>
              <a:rPr lang="en-US" altLang="en-US" sz="800">
                <a:solidFill>
                  <a:schemeClr val="tx1"/>
                </a:solidFill>
                <a:latin typeface="Courier New" panose="02070309020205020404" pitchFamily="49" charset="0"/>
              </a:rPr>
              <a:t>    PAGE LIMIT IS 66</a:t>
            </a:r>
          </a:p>
          <a:p>
            <a:pPr>
              <a:lnSpc>
                <a:spcPct val="75000"/>
              </a:lnSpc>
            </a:pPr>
            <a:r>
              <a:rPr lang="en-US" altLang="en-US" sz="800">
                <a:solidFill>
                  <a:schemeClr val="tx1"/>
                </a:solidFill>
                <a:latin typeface="Courier New" panose="02070309020205020404" pitchFamily="49" charset="0"/>
              </a:rPr>
              <a:t>    HEADING 1</a:t>
            </a:r>
          </a:p>
          <a:p>
            <a:pPr>
              <a:lnSpc>
                <a:spcPct val="75000"/>
              </a:lnSpc>
            </a:pPr>
            <a:r>
              <a:rPr lang="en-US" altLang="en-US" sz="800">
                <a:latin typeface="Courier New" panose="02070309020205020404" pitchFamily="49" charset="0"/>
              </a:rPr>
              <a:t>    </a:t>
            </a:r>
            <a:r>
              <a:rPr lang="en-US" altLang="en-US" sz="800" b="1">
                <a:latin typeface="Courier New" panose="02070309020205020404" pitchFamily="49" charset="0"/>
              </a:rPr>
              <a:t>FIRST DETAIL 6</a:t>
            </a:r>
          </a:p>
          <a:p>
            <a:pPr>
              <a:lnSpc>
                <a:spcPct val="75000"/>
              </a:lnSpc>
            </a:pPr>
            <a:r>
              <a:rPr lang="en-US" altLang="en-US" sz="800" b="1">
                <a:latin typeface="Courier New" panose="02070309020205020404" pitchFamily="49" charset="0"/>
              </a:rPr>
              <a:t>    LAST DETAIL 42</a:t>
            </a:r>
            <a:endParaRPr lang="en-US" altLang="en-US" sz="800">
              <a:solidFill>
                <a:schemeClr val="tx1"/>
              </a:solidFill>
              <a:latin typeface="Courier New" panose="02070309020205020404" pitchFamily="49" charset="0"/>
            </a:endParaRPr>
          </a:p>
          <a:p>
            <a:pPr>
              <a:lnSpc>
                <a:spcPct val="75000"/>
              </a:lnSpc>
            </a:pPr>
            <a:r>
              <a:rPr lang="en-US" altLang="en-US" sz="800">
                <a:solidFill>
                  <a:schemeClr val="tx1"/>
                </a:solidFill>
                <a:latin typeface="Courier New" panose="02070309020205020404" pitchFamily="49" charset="0"/>
              </a:rPr>
              <a:t>    FOOTING 52.</a:t>
            </a:r>
          </a:p>
          <a:p>
            <a:pPr>
              <a:lnSpc>
                <a:spcPct val="75000"/>
              </a:lnSpc>
            </a:pPr>
            <a:endParaRPr lang="en-US" altLang="en-US" sz="800">
              <a:solidFill>
                <a:schemeClr val="tx1"/>
              </a:solidFill>
              <a:latin typeface="Courier New" panose="02070309020205020404" pitchFamily="49" charset="0"/>
            </a:endParaRPr>
          </a:p>
          <a:p>
            <a:pPr>
              <a:lnSpc>
                <a:spcPct val="75000"/>
              </a:lnSpc>
            </a:pPr>
            <a:r>
              <a:rPr lang="en-US" altLang="en-US" sz="800">
                <a:solidFill>
                  <a:schemeClr val="tx1"/>
                </a:solidFill>
                <a:latin typeface="Courier New" panose="02070309020205020404" pitchFamily="49" charset="0"/>
              </a:rPr>
              <a:t>01  TYPE IS PAGE HEADING.</a:t>
            </a:r>
          </a:p>
          <a:p>
            <a:pPr>
              <a:lnSpc>
                <a:spcPct val="75000"/>
              </a:lnSpc>
            </a:pPr>
            <a:r>
              <a:rPr lang="en-US" altLang="en-US" sz="800">
                <a:solidFill>
                  <a:schemeClr val="tx1"/>
                </a:solidFill>
                <a:latin typeface="Courier New" panose="02070309020205020404" pitchFamily="49" charset="0"/>
              </a:rPr>
              <a:t>    02 LINE 1.</a:t>
            </a:r>
          </a:p>
          <a:p>
            <a:pPr>
              <a:lnSpc>
                <a:spcPct val="75000"/>
              </a:lnSpc>
            </a:pPr>
            <a:r>
              <a:rPr lang="en-US" altLang="en-US" sz="800">
                <a:solidFill>
                  <a:schemeClr val="tx1"/>
                </a:solidFill>
                <a:latin typeface="Courier New" panose="02070309020205020404" pitchFamily="49" charset="0"/>
              </a:rPr>
              <a:t>       03 COLUMN 12     PIC X(32)</a:t>
            </a:r>
          </a:p>
          <a:p>
            <a:pPr>
              <a:lnSpc>
                <a:spcPct val="75000"/>
              </a:lnSpc>
            </a:pPr>
            <a:r>
              <a:rPr lang="en-US" altLang="en-US" sz="800">
                <a:solidFill>
                  <a:schemeClr val="tx1"/>
                </a:solidFill>
                <a:latin typeface="Courier New" panose="02070309020205020404" pitchFamily="49" charset="0"/>
              </a:rPr>
              <a:t>                      VALUE "An example COBOL Report Program".</a:t>
            </a:r>
          </a:p>
          <a:p>
            <a:pPr>
              <a:lnSpc>
                <a:spcPct val="75000"/>
              </a:lnSpc>
            </a:pPr>
            <a:endParaRPr lang="en-US" altLang="en-US" sz="800">
              <a:solidFill>
                <a:schemeClr val="tx1"/>
              </a:solidFill>
              <a:latin typeface="Courier New" panose="02070309020205020404" pitchFamily="49" charset="0"/>
            </a:endParaRPr>
          </a:p>
          <a:p>
            <a:pPr>
              <a:lnSpc>
                <a:spcPct val="75000"/>
              </a:lnSpc>
            </a:pPr>
            <a:r>
              <a:rPr lang="en-US" altLang="en-US" sz="800">
                <a:solidFill>
                  <a:schemeClr val="tx1"/>
                </a:solidFill>
                <a:latin typeface="Courier New" panose="02070309020205020404" pitchFamily="49" charset="0"/>
              </a:rPr>
              <a:t>    02 LINE 2.</a:t>
            </a:r>
          </a:p>
          <a:p>
            <a:pPr>
              <a:lnSpc>
                <a:spcPct val="75000"/>
              </a:lnSpc>
            </a:pPr>
            <a:r>
              <a:rPr lang="en-US" altLang="en-US" sz="800">
                <a:solidFill>
                  <a:schemeClr val="tx1"/>
                </a:solidFill>
                <a:latin typeface="Courier New" panose="02070309020205020404" pitchFamily="49" charset="0"/>
              </a:rPr>
              <a:t>       03 COLUMN 6      PIC X(17)</a:t>
            </a:r>
          </a:p>
          <a:p>
            <a:pPr>
              <a:lnSpc>
                <a:spcPct val="75000"/>
              </a:lnSpc>
            </a:pPr>
            <a:r>
              <a:rPr lang="en-US" altLang="en-US" sz="800">
                <a:solidFill>
                  <a:schemeClr val="tx1"/>
                </a:solidFill>
                <a:latin typeface="Courier New" panose="02070309020205020404" pitchFamily="49" charset="0"/>
              </a:rPr>
              <a:t>          VALUE "Bible Salesperson".</a:t>
            </a:r>
          </a:p>
          <a:p>
            <a:pPr>
              <a:lnSpc>
                <a:spcPct val="75000"/>
              </a:lnSpc>
            </a:pPr>
            <a:r>
              <a:rPr lang="en-US" altLang="en-US" sz="800">
                <a:solidFill>
                  <a:schemeClr val="tx1"/>
                </a:solidFill>
                <a:latin typeface="Courier New" panose="02070309020205020404" pitchFamily="49" charset="0"/>
              </a:rPr>
              <a:t>       03 COLUMN 23     PIC X(26)</a:t>
            </a:r>
          </a:p>
          <a:p>
            <a:pPr>
              <a:lnSpc>
                <a:spcPct val="75000"/>
              </a:lnSpc>
            </a:pPr>
            <a:r>
              <a:rPr lang="en-US" altLang="en-US" sz="800">
                <a:solidFill>
                  <a:schemeClr val="tx1"/>
                </a:solidFill>
                <a:latin typeface="Courier New" panose="02070309020205020404" pitchFamily="49" charset="0"/>
              </a:rPr>
              <a:t>          VALUE " - Sales and Salary Report".</a:t>
            </a:r>
          </a:p>
          <a:p>
            <a:pPr>
              <a:lnSpc>
                <a:spcPct val="75000"/>
              </a:lnSpc>
            </a:pPr>
            <a:endParaRPr lang="en-US" altLang="en-US" sz="800">
              <a:solidFill>
                <a:schemeClr val="tx1"/>
              </a:solidFill>
              <a:latin typeface="Courier New" panose="02070309020205020404" pitchFamily="49" charset="0"/>
            </a:endParaRPr>
          </a:p>
          <a:p>
            <a:pPr>
              <a:lnSpc>
                <a:spcPct val="75000"/>
              </a:lnSpc>
            </a:pPr>
            <a:r>
              <a:rPr lang="en-US" altLang="en-US" sz="800">
                <a:solidFill>
                  <a:schemeClr val="tx1"/>
                </a:solidFill>
                <a:latin typeface="Courier New" panose="02070309020205020404" pitchFamily="49" charset="0"/>
              </a:rPr>
              <a:t>    02 LINE 4.</a:t>
            </a:r>
          </a:p>
          <a:p>
            <a:pPr>
              <a:lnSpc>
                <a:spcPct val="75000"/>
              </a:lnSpc>
            </a:pPr>
            <a:r>
              <a:rPr lang="en-US" altLang="en-US" sz="800">
                <a:solidFill>
                  <a:schemeClr val="tx1"/>
                </a:solidFill>
                <a:latin typeface="Courier New" panose="02070309020205020404" pitchFamily="49" charset="0"/>
              </a:rPr>
              <a:t>       03 COLUMN 2      PIC X(4)  VALUE "City".</a:t>
            </a:r>
          </a:p>
          <a:p>
            <a:pPr>
              <a:lnSpc>
                <a:spcPct val="75000"/>
              </a:lnSpc>
            </a:pPr>
            <a:r>
              <a:rPr lang="en-US" altLang="en-US" sz="800">
                <a:solidFill>
                  <a:schemeClr val="tx1"/>
                </a:solidFill>
                <a:latin typeface="Courier New" panose="02070309020205020404" pitchFamily="49" charset="0"/>
              </a:rPr>
              <a:t>       03 COLUMN 12     PIC X(11) VALUE "Salesperson".</a:t>
            </a:r>
          </a:p>
          <a:p>
            <a:pPr>
              <a:lnSpc>
                <a:spcPct val="75000"/>
              </a:lnSpc>
            </a:pPr>
            <a:r>
              <a:rPr lang="en-US" altLang="en-US" sz="800">
                <a:solidFill>
                  <a:schemeClr val="tx1"/>
                </a:solidFill>
                <a:latin typeface="Courier New" panose="02070309020205020404" pitchFamily="49" charset="0"/>
              </a:rPr>
              <a:t>       03 COLUMN 28     PIC X(4)  VALUE "Sale".</a:t>
            </a:r>
          </a:p>
          <a:p>
            <a:pPr>
              <a:lnSpc>
                <a:spcPct val="75000"/>
              </a:lnSpc>
            </a:pPr>
            <a:endParaRPr lang="en-US" altLang="en-US" sz="800">
              <a:solidFill>
                <a:schemeClr val="tx1"/>
              </a:solidFill>
              <a:latin typeface="Courier New" panose="02070309020205020404" pitchFamily="49" charset="0"/>
            </a:endParaRPr>
          </a:p>
          <a:p>
            <a:pPr>
              <a:lnSpc>
                <a:spcPct val="75000"/>
              </a:lnSpc>
            </a:pPr>
            <a:r>
              <a:rPr lang="en-US" altLang="en-US" sz="800">
                <a:solidFill>
                  <a:schemeClr val="tx1"/>
                </a:solidFill>
                <a:latin typeface="Courier New" panose="02070309020205020404" pitchFamily="49" charset="0"/>
              </a:rPr>
              <a:t>    02 LINE 5.</a:t>
            </a:r>
          </a:p>
          <a:p>
            <a:pPr>
              <a:lnSpc>
                <a:spcPct val="75000"/>
              </a:lnSpc>
            </a:pPr>
            <a:r>
              <a:rPr lang="en-US" altLang="en-US" sz="800">
                <a:solidFill>
                  <a:schemeClr val="tx1"/>
                </a:solidFill>
                <a:latin typeface="Courier New" panose="02070309020205020404" pitchFamily="49" charset="0"/>
              </a:rPr>
              <a:t>       03 COLUMN 2      PIC X(4)  VALUE "Name".</a:t>
            </a:r>
          </a:p>
          <a:p>
            <a:pPr>
              <a:lnSpc>
                <a:spcPct val="75000"/>
              </a:lnSpc>
            </a:pPr>
            <a:r>
              <a:rPr lang="en-US" altLang="en-US" sz="800">
                <a:solidFill>
                  <a:schemeClr val="tx1"/>
                </a:solidFill>
                <a:latin typeface="Courier New" panose="02070309020205020404" pitchFamily="49" charset="0"/>
              </a:rPr>
              <a:t>       03 COLUMN 13     PIC X(6)  VALUE "Number".</a:t>
            </a:r>
          </a:p>
          <a:p>
            <a:pPr>
              <a:lnSpc>
                <a:spcPct val="75000"/>
              </a:lnSpc>
            </a:pPr>
            <a:r>
              <a:rPr lang="en-US" altLang="en-US" sz="800">
                <a:solidFill>
                  <a:schemeClr val="tx1"/>
                </a:solidFill>
                <a:latin typeface="Courier New" panose="02070309020205020404" pitchFamily="49" charset="0"/>
              </a:rPr>
              <a:t>       03 COLUMN 28     PIC X(5)  VALUE "Value".</a:t>
            </a:r>
          </a:p>
          <a:p>
            <a:pPr>
              <a:lnSpc>
                <a:spcPct val="75000"/>
              </a:lnSpc>
            </a:pPr>
            <a:endParaRPr lang="en-US" altLang="en-US" sz="800">
              <a:solidFill>
                <a:schemeClr val="tx1"/>
              </a:solidFill>
              <a:latin typeface="Courier New" panose="02070309020205020404" pitchFamily="49" charset="0"/>
            </a:endParaRPr>
          </a:p>
          <a:p>
            <a:pPr>
              <a:lnSpc>
                <a:spcPct val="75000"/>
              </a:lnSpc>
            </a:pPr>
            <a:r>
              <a:rPr lang="en-US" altLang="en-US" sz="800">
                <a:solidFill>
                  <a:schemeClr val="tx1"/>
                </a:solidFill>
                <a:latin typeface="Courier New" panose="02070309020205020404" pitchFamily="49" charset="0"/>
              </a:rPr>
              <a:t>01  DetailLine TYPE IS DETAIL.</a:t>
            </a:r>
          </a:p>
          <a:p>
            <a:pPr>
              <a:lnSpc>
                <a:spcPct val="75000"/>
              </a:lnSpc>
            </a:pPr>
            <a:r>
              <a:rPr lang="en-US" altLang="en-US" sz="800">
                <a:solidFill>
                  <a:schemeClr val="tx1"/>
                </a:solidFill>
                <a:latin typeface="Courier New" panose="02070309020205020404" pitchFamily="49" charset="0"/>
              </a:rPr>
              <a:t>    02 LINE IS PLUS 1.</a:t>
            </a:r>
          </a:p>
          <a:p>
            <a:pPr>
              <a:lnSpc>
                <a:spcPct val="75000"/>
              </a:lnSpc>
            </a:pPr>
            <a:r>
              <a:rPr lang="en-US" altLang="en-US" sz="800">
                <a:solidFill>
                  <a:schemeClr val="tx1"/>
                </a:solidFill>
                <a:latin typeface="Courier New" panose="02070309020205020404" pitchFamily="49" charset="0"/>
              </a:rPr>
              <a:t>       03 COLUMN 1      PIC X(9)</a:t>
            </a:r>
          </a:p>
          <a:p>
            <a:pPr>
              <a:lnSpc>
                <a:spcPct val="75000"/>
              </a:lnSpc>
            </a:pPr>
            <a:r>
              <a:rPr lang="en-US" altLang="en-US" sz="800">
                <a:solidFill>
                  <a:schemeClr val="tx1"/>
                </a:solidFill>
                <a:latin typeface="Courier New" panose="02070309020205020404" pitchFamily="49" charset="0"/>
              </a:rPr>
              <a:t>                        SOURCE CityName(CityCode).</a:t>
            </a:r>
          </a:p>
          <a:p>
            <a:pPr>
              <a:lnSpc>
                <a:spcPct val="75000"/>
              </a:lnSpc>
            </a:pPr>
            <a:r>
              <a:rPr lang="en-US" altLang="en-US" sz="800">
                <a:solidFill>
                  <a:schemeClr val="tx1"/>
                </a:solidFill>
                <a:latin typeface="Courier New" panose="02070309020205020404" pitchFamily="49" charset="0"/>
              </a:rPr>
              <a:t>       03 COLUMN 15     PIC 9</a:t>
            </a:r>
          </a:p>
          <a:p>
            <a:pPr>
              <a:lnSpc>
                <a:spcPct val="75000"/>
              </a:lnSpc>
            </a:pPr>
            <a:r>
              <a:rPr lang="en-US" altLang="en-US" sz="800">
                <a:solidFill>
                  <a:schemeClr val="tx1"/>
                </a:solidFill>
                <a:latin typeface="Courier New" panose="02070309020205020404" pitchFamily="49" charset="0"/>
              </a:rPr>
              <a:t>                        SOURCE SalesPersonNum.</a:t>
            </a:r>
          </a:p>
          <a:p>
            <a:pPr>
              <a:lnSpc>
                <a:spcPct val="75000"/>
              </a:lnSpc>
            </a:pPr>
            <a:r>
              <a:rPr lang="en-US" altLang="en-US" sz="800">
                <a:solidFill>
                  <a:schemeClr val="tx1"/>
                </a:solidFill>
                <a:latin typeface="Courier New" panose="02070309020205020404" pitchFamily="49" charset="0"/>
              </a:rPr>
              <a:t>       03 COLUMN 25     PIC $$,$$$.99 SOURCE ValueOfSale.</a:t>
            </a:r>
          </a:p>
          <a:p>
            <a:pPr>
              <a:lnSpc>
                <a:spcPct val="75000"/>
              </a:lnSpc>
            </a:pPr>
            <a:endParaRPr lang="en-US" altLang="en-US" sz="800">
              <a:solidFill>
                <a:schemeClr val="tx1"/>
              </a:solidFill>
              <a:latin typeface="Courier New" panose="02070309020205020404" pitchFamily="49" charset="0"/>
            </a:endParaRPr>
          </a:p>
          <a:p>
            <a:pPr>
              <a:lnSpc>
                <a:spcPct val="75000"/>
              </a:lnSpc>
            </a:pPr>
            <a:endParaRPr lang="en-US" altLang="en-US" sz="800">
              <a:solidFill>
                <a:schemeClr val="tx1"/>
              </a:solidFill>
              <a:latin typeface="Courier New" panose="02070309020205020404" pitchFamily="49" charset="0"/>
            </a:endParaRPr>
          </a:p>
          <a:p>
            <a:pPr>
              <a:lnSpc>
                <a:spcPct val="75000"/>
              </a:lnSpc>
            </a:pPr>
            <a:r>
              <a:rPr lang="en-US" altLang="en-US" sz="800">
                <a:solidFill>
                  <a:schemeClr val="tx1"/>
                </a:solidFill>
                <a:latin typeface="Courier New" panose="02070309020205020404" pitchFamily="49" charset="0"/>
              </a:rPr>
              <a:t>01  SalesPersonGrp</a:t>
            </a:r>
          </a:p>
          <a:p>
            <a:pPr>
              <a:lnSpc>
                <a:spcPct val="75000"/>
              </a:lnSpc>
            </a:pPr>
            <a:r>
              <a:rPr lang="en-US" altLang="en-US" sz="800">
                <a:solidFill>
                  <a:schemeClr val="tx1"/>
                </a:solidFill>
                <a:latin typeface="Courier New" panose="02070309020205020404" pitchFamily="49" charset="0"/>
              </a:rPr>
              <a:t>    TYPE IS CONTROL FOOTING SalesPersonNum NEXT GROUP PLUS 2.</a:t>
            </a:r>
          </a:p>
          <a:p>
            <a:pPr>
              <a:lnSpc>
                <a:spcPct val="75000"/>
              </a:lnSpc>
            </a:pPr>
            <a:r>
              <a:rPr lang="en-US" altLang="en-US" sz="800">
                <a:solidFill>
                  <a:schemeClr val="tx1"/>
                </a:solidFill>
                <a:latin typeface="Courier New" panose="02070309020205020404" pitchFamily="49" charset="0"/>
              </a:rPr>
              <a:t>    02 LINE IS PLUS 1.</a:t>
            </a:r>
          </a:p>
          <a:p>
            <a:pPr>
              <a:lnSpc>
                <a:spcPct val="75000"/>
              </a:lnSpc>
            </a:pPr>
            <a:r>
              <a:rPr lang="en-US" altLang="en-US" sz="800">
                <a:solidFill>
                  <a:schemeClr val="tx1"/>
                </a:solidFill>
                <a:latin typeface="Courier New" panose="02070309020205020404" pitchFamily="49" charset="0"/>
              </a:rPr>
              <a:t>       03 COLUMN 15     PIC X(21) </a:t>
            </a:r>
          </a:p>
          <a:p>
            <a:pPr>
              <a:lnSpc>
                <a:spcPct val="75000"/>
              </a:lnSpc>
            </a:pPr>
            <a:r>
              <a:rPr lang="en-US" altLang="en-US" sz="800">
                <a:solidFill>
                  <a:schemeClr val="tx1"/>
                </a:solidFill>
                <a:latin typeface="Courier New" panose="02070309020205020404" pitchFamily="49" charset="0"/>
              </a:rPr>
              <a:t>                        VALUE "Sales for salesperson".</a:t>
            </a:r>
          </a:p>
          <a:p>
            <a:pPr>
              <a:lnSpc>
                <a:spcPct val="75000"/>
              </a:lnSpc>
            </a:pPr>
            <a:r>
              <a:rPr lang="en-US" altLang="en-US" sz="800">
                <a:solidFill>
                  <a:schemeClr val="tx1"/>
                </a:solidFill>
                <a:latin typeface="Courier New" panose="02070309020205020404" pitchFamily="49" charset="0"/>
              </a:rPr>
              <a:t>       03 COLUMN 37     PIC 9 SOURCE SalesPersonNum.</a:t>
            </a:r>
          </a:p>
          <a:p>
            <a:pPr>
              <a:lnSpc>
                <a:spcPct val="75000"/>
              </a:lnSpc>
            </a:pPr>
            <a:r>
              <a:rPr lang="en-US" altLang="en-US" sz="800">
                <a:solidFill>
                  <a:schemeClr val="tx1"/>
                </a:solidFill>
                <a:latin typeface="Courier New" panose="02070309020205020404" pitchFamily="49" charset="0"/>
              </a:rPr>
              <a:t>       03 COLUMN 43     PIC X VALUE "=".</a:t>
            </a:r>
          </a:p>
          <a:p>
            <a:pPr>
              <a:lnSpc>
                <a:spcPct val="75000"/>
              </a:lnSpc>
            </a:pPr>
            <a:r>
              <a:rPr lang="en-US" altLang="en-US" sz="800">
                <a:solidFill>
                  <a:schemeClr val="tx1"/>
                </a:solidFill>
                <a:latin typeface="Courier New" panose="02070309020205020404" pitchFamily="49" charset="0"/>
              </a:rPr>
              <a:t>       03 SMS COLUMN 45 PIC $$$$$,$$$.99 SUM ValueOfSale.</a:t>
            </a:r>
          </a:p>
          <a:p>
            <a:pPr>
              <a:lnSpc>
                <a:spcPct val="75000"/>
              </a:lnSpc>
            </a:pPr>
            <a:endParaRPr lang="en-US" altLang="en-US" sz="800">
              <a:solidFill>
                <a:schemeClr val="tx1"/>
              </a:solidFill>
              <a:latin typeface="Courier New" panose="02070309020205020404" pitchFamily="49" charset="0"/>
            </a:endParaRPr>
          </a:p>
          <a:p>
            <a:pPr>
              <a:lnSpc>
                <a:spcPct val="75000"/>
              </a:lnSpc>
            </a:pPr>
            <a:endParaRPr lang="en-US" altLang="en-US" sz="800">
              <a:solidFill>
                <a:schemeClr val="tx1"/>
              </a:solidFill>
              <a:latin typeface="Courier New" panose="02070309020205020404" pitchFamily="49" charset="0"/>
            </a:endParaRPr>
          </a:p>
          <a:p>
            <a:pPr>
              <a:lnSpc>
                <a:spcPct val="75000"/>
              </a:lnSpc>
            </a:pPr>
            <a:r>
              <a:rPr lang="en-US" altLang="en-US" sz="800">
                <a:solidFill>
                  <a:schemeClr val="tx1"/>
                </a:solidFill>
                <a:latin typeface="Courier New" panose="02070309020205020404" pitchFamily="49" charset="0"/>
              </a:rPr>
              <a:t>01  TYPE IS PAGE FOOTING.</a:t>
            </a:r>
          </a:p>
          <a:p>
            <a:pPr>
              <a:lnSpc>
                <a:spcPct val="75000"/>
              </a:lnSpc>
            </a:pPr>
            <a:r>
              <a:rPr lang="en-US" altLang="en-US" sz="800">
                <a:solidFill>
                  <a:schemeClr val="tx1"/>
                </a:solidFill>
                <a:latin typeface="Courier New" panose="02070309020205020404" pitchFamily="49" charset="0"/>
              </a:rPr>
              <a:t>    02 LINE IS 53.</a:t>
            </a:r>
          </a:p>
          <a:p>
            <a:pPr>
              <a:lnSpc>
                <a:spcPct val="75000"/>
              </a:lnSpc>
            </a:pPr>
            <a:r>
              <a:rPr lang="en-US" altLang="en-US" sz="800">
                <a:solidFill>
                  <a:schemeClr val="tx1"/>
                </a:solidFill>
                <a:latin typeface="Courier New" panose="02070309020205020404" pitchFamily="49" charset="0"/>
              </a:rPr>
              <a:t>       03 COLUMN 1      PIC X(29) </a:t>
            </a:r>
          </a:p>
          <a:p>
            <a:pPr>
              <a:lnSpc>
                <a:spcPct val="75000"/>
              </a:lnSpc>
            </a:pPr>
            <a:r>
              <a:rPr lang="en-US" altLang="en-US" sz="800">
                <a:solidFill>
                  <a:schemeClr val="tx1"/>
                </a:solidFill>
                <a:latin typeface="Courier New" panose="02070309020205020404" pitchFamily="49" charset="0"/>
              </a:rPr>
              <a:t>                        VALUE "Programmer - Michael Coughlan".</a:t>
            </a:r>
          </a:p>
          <a:p>
            <a:pPr>
              <a:lnSpc>
                <a:spcPct val="75000"/>
              </a:lnSpc>
            </a:pPr>
            <a:r>
              <a:rPr lang="en-US" altLang="en-US" sz="800">
                <a:solidFill>
                  <a:schemeClr val="tx1"/>
                </a:solidFill>
                <a:latin typeface="Courier New" panose="02070309020205020404" pitchFamily="49" charset="0"/>
              </a:rPr>
              <a:t>       03 COLUMN 45     PIC X(6) VALUE "Page :".</a:t>
            </a:r>
          </a:p>
          <a:p>
            <a:pPr>
              <a:lnSpc>
                <a:spcPct val="75000"/>
              </a:lnSpc>
            </a:pPr>
            <a:r>
              <a:rPr lang="en-US" altLang="en-US" sz="800">
                <a:solidFill>
                  <a:schemeClr val="tx1"/>
                </a:solidFill>
                <a:latin typeface="Courier New" panose="02070309020205020404" pitchFamily="49" charset="0"/>
              </a:rPr>
              <a:t>       03 COLUMN 52     PIC Z9 SOURCE PAGE-COUNTER.</a:t>
            </a:r>
          </a:p>
        </p:txBody>
      </p:sp>
      <p:sp>
        <p:nvSpPr>
          <p:cNvPr id="12291" name="AutoShape 3">
            <a:extLst>
              <a:ext uri="{FF2B5EF4-FFF2-40B4-BE49-F238E27FC236}">
                <a16:creationId xmlns:a16="http://schemas.microsoft.com/office/drawing/2014/main" id="{D4E83471-932D-83E3-1509-F72FC8809860}"/>
              </a:ext>
            </a:extLst>
          </p:cNvPr>
          <p:cNvSpPr>
            <a:spLocks noChangeArrowheads="1"/>
          </p:cNvSpPr>
          <p:nvPr/>
        </p:nvSpPr>
        <p:spPr bwMode="auto">
          <a:xfrm flipH="1">
            <a:off x="1978025" y="1025525"/>
            <a:ext cx="1749425" cy="1410229"/>
          </a:xfrm>
          <a:prstGeom prst="wedgeRoundRectCallout">
            <a:avLst>
              <a:gd name="adj1" fmla="val -48838"/>
              <a:gd name="adj2" fmla="val 66667"/>
              <a:gd name="adj3" fmla="val 16667"/>
            </a:avLst>
          </a:prstGeom>
          <a:solidFill>
            <a:srgbClr val="FFFFC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algn="ctr">
              <a:lnSpc>
                <a:spcPct val="85000"/>
              </a:lnSpc>
            </a:pPr>
            <a:r>
              <a:rPr lang="en-US" altLang="en-US" sz="1000">
                <a:solidFill>
                  <a:schemeClr val="tx1"/>
                </a:solidFill>
              </a:rPr>
              <a:t>How does the Report Writer know when new page is required?</a:t>
            </a:r>
          </a:p>
          <a:p>
            <a:pPr algn="ctr">
              <a:lnSpc>
                <a:spcPct val="85000"/>
              </a:lnSpc>
            </a:pPr>
            <a:endParaRPr lang="en-US" altLang="en-US" sz="1000">
              <a:solidFill>
                <a:schemeClr val="tx1"/>
              </a:solidFill>
            </a:endParaRPr>
          </a:p>
          <a:p>
            <a:pPr algn="ctr">
              <a:lnSpc>
                <a:spcPct val="85000"/>
              </a:lnSpc>
            </a:pPr>
            <a:r>
              <a:rPr lang="en-US" altLang="en-US" sz="1000">
                <a:solidFill>
                  <a:schemeClr val="tx1"/>
                </a:solidFill>
              </a:rPr>
              <a:t>It knows when a new page is required because it keeps a line count and the programmer specifies where the last detail line can be printed .</a:t>
            </a:r>
          </a:p>
        </p:txBody>
      </p:sp>
      <p:sp>
        <p:nvSpPr>
          <p:cNvPr id="12292" name="AutoShape 4">
            <a:extLst>
              <a:ext uri="{FF2B5EF4-FFF2-40B4-BE49-F238E27FC236}">
                <a16:creationId xmlns:a16="http://schemas.microsoft.com/office/drawing/2014/main" id="{4F8C7613-20C6-83E8-28B5-CF6F9293C52B}"/>
              </a:ext>
            </a:extLst>
          </p:cNvPr>
          <p:cNvSpPr>
            <a:spLocks noChangeArrowheads="1"/>
          </p:cNvSpPr>
          <p:nvPr/>
        </p:nvSpPr>
        <p:spPr bwMode="auto">
          <a:xfrm flipH="1">
            <a:off x="1978025" y="1025525"/>
            <a:ext cx="1749425" cy="1410229"/>
          </a:xfrm>
          <a:prstGeom prst="wedgeRoundRectCallout">
            <a:avLst>
              <a:gd name="adj1" fmla="val -48838"/>
              <a:gd name="adj2" fmla="val 66667"/>
              <a:gd name="adj3" fmla="val 16667"/>
            </a:avLst>
          </a:prstGeom>
          <a:solidFill>
            <a:srgbClr val="FFFFC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algn="ctr">
              <a:lnSpc>
                <a:spcPct val="85000"/>
              </a:lnSpc>
            </a:pPr>
            <a:r>
              <a:rPr lang="en-US" altLang="en-US" sz="1000">
                <a:solidFill>
                  <a:schemeClr val="tx1"/>
                </a:solidFill>
              </a:rPr>
              <a:t>The FIRST and LAST DETAIL clauses specify where detail lines can appear. </a:t>
            </a:r>
          </a:p>
          <a:p>
            <a:pPr algn="ctr">
              <a:lnSpc>
                <a:spcPct val="85000"/>
              </a:lnSpc>
            </a:pPr>
            <a:endParaRPr lang="en-US" altLang="en-US" sz="1000">
              <a:solidFill>
                <a:schemeClr val="tx1"/>
              </a:solidFill>
            </a:endParaRPr>
          </a:p>
          <a:p>
            <a:pPr algn="ctr">
              <a:lnSpc>
                <a:spcPct val="85000"/>
              </a:lnSpc>
            </a:pPr>
            <a:r>
              <a:rPr lang="en-US" altLang="en-US" sz="1000">
                <a:solidFill>
                  <a:schemeClr val="tx1"/>
                </a:solidFill>
              </a:rPr>
              <a:t>When the line count is greater than the value in LAST DETAIL the Report Writer goes to a new page.</a:t>
            </a:r>
          </a:p>
        </p:txBody>
      </p:sp>
      <p:sp>
        <p:nvSpPr>
          <p:cNvPr id="12293" name="AutoShape 5">
            <a:extLst>
              <a:ext uri="{FF2B5EF4-FFF2-40B4-BE49-F238E27FC236}">
                <a16:creationId xmlns:a16="http://schemas.microsoft.com/office/drawing/2014/main" id="{54C7302E-354B-E34D-2DEB-E8E141993DA7}"/>
              </a:ext>
            </a:extLst>
          </p:cNvPr>
          <p:cNvSpPr>
            <a:spLocks noChangeArrowheads="1"/>
          </p:cNvSpPr>
          <p:nvPr/>
        </p:nvSpPr>
        <p:spPr bwMode="auto">
          <a:xfrm flipH="1">
            <a:off x="1978025" y="1025525"/>
            <a:ext cx="1749425" cy="1410229"/>
          </a:xfrm>
          <a:prstGeom prst="wedgeRoundRectCallout">
            <a:avLst>
              <a:gd name="adj1" fmla="val -48838"/>
              <a:gd name="adj2" fmla="val 66667"/>
              <a:gd name="adj3" fmla="val 16667"/>
            </a:avLst>
          </a:prstGeom>
          <a:solidFill>
            <a:srgbClr val="FFFFC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algn="ctr">
              <a:lnSpc>
                <a:spcPct val="85000"/>
              </a:lnSpc>
            </a:pPr>
            <a:r>
              <a:rPr lang="en-US" altLang="en-US" sz="1000">
                <a:solidFill>
                  <a:schemeClr val="tx1"/>
                </a:solidFill>
              </a:rPr>
              <a:t>PAGE LIMIT specifies the size of the page.</a:t>
            </a:r>
          </a:p>
          <a:p>
            <a:pPr algn="ctr">
              <a:lnSpc>
                <a:spcPct val="85000"/>
              </a:lnSpc>
            </a:pPr>
            <a:endParaRPr lang="en-US" altLang="en-US" sz="1000">
              <a:solidFill>
                <a:schemeClr val="tx1"/>
              </a:solidFill>
            </a:endParaRPr>
          </a:p>
          <a:p>
            <a:pPr algn="ctr">
              <a:lnSpc>
                <a:spcPct val="85000"/>
              </a:lnSpc>
            </a:pPr>
            <a:r>
              <a:rPr lang="en-US" altLang="en-US" sz="1000">
                <a:solidFill>
                  <a:schemeClr val="tx1"/>
                </a:solidFill>
              </a:rPr>
              <a:t>HEADING specifies where the first heading line can be printed.</a:t>
            </a:r>
          </a:p>
          <a:p>
            <a:pPr algn="ctr">
              <a:lnSpc>
                <a:spcPct val="85000"/>
              </a:lnSpc>
            </a:pPr>
            <a:endParaRPr lang="en-US" altLang="en-US" sz="1000">
              <a:solidFill>
                <a:schemeClr val="tx1"/>
              </a:solidFill>
            </a:endParaRPr>
          </a:p>
          <a:p>
            <a:pPr algn="ctr">
              <a:lnSpc>
                <a:spcPct val="85000"/>
              </a:lnSpc>
            </a:pPr>
            <a:r>
              <a:rPr lang="en-US" altLang="en-US" sz="1000">
                <a:solidFill>
                  <a:schemeClr val="tx1"/>
                </a:solidFill>
              </a:rPr>
              <a:t>FOOTING specifieds where the first footing line can be printed.</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2292"/>
                                        </p:tgtEl>
                                        <p:attrNameLst>
                                          <p:attrName>style.visibility</p:attrName>
                                        </p:attrNameLst>
                                      </p:cBhvr>
                                      <p:to>
                                        <p:strVal val="visible"/>
                                      </p:to>
                                    </p:set>
                                  </p:childTnLst>
                                  <p:subTnLst>
                                    <p:set>
                                      <p:cBhvr override="childStyle">
                                        <p:cTn dur="1" fill="hold" display="0" masterRel="nextClick" afterEffect="1"/>
                                        <p:tgtEl>
                                          <p:spTgt spid="12292"/>
                                        </p:tgtEl>
                                        <p:attrNameLst>
                                          <p:attrName>style.visibility</p:attrName>
                                        </p:attrNameLst>
                                      </p:cBhvr>
                                      <p:to>
                                        <p:strVal val="hidden"/>
                                      </p:to>
                                    </p:set>
                                  </p:sub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2293"/>
                                        </p:tgtEl>
                                        <p:attrNameLst>
                                          <p:attrName>style.visibility</p:attrName>
                                        </p:attrNameLst>
                                      </p:cBhvr>
                                      <p:to>
                                        <p:strVal val="visible"/>
                                      </p:to>
                                    </p:set>
                                  </p:childTnLst>
                                  <p:subTnLst>
                                    <p:set>
                                      <p:cBhvr override="childStyle">
                                        <p:cTn dur="1" fill="hold" display="0" masterRel="nextClick" afterEffect="1"/>
                                        <p:tgtEl>
                                          <p:spTgt spid="12293"/>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2" grpId="0" animBg="1" autoUpdateAnimBg="0"/>
      <p:bldP spid="12293" grpId="0" animBg="1"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301AC7E0-0CDF-DDCE-C7E1-3A62DF33A3E2}"/>
              </a:ext>
            </a:extLst>
          </p:cNvPr>
          <p:cNvSpPr>
            <a:spLocks noChangeArrowheads="1"/>
          </p:cNvSpPr>
          <p:nvPr/>
        </p:nvSpPr>
        <p:spPr bwMode="auto">
          <a:xfrm>
            <a:off x="0" y="28575"/>
            <a:ext cx="3871913" cy="5156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46038" tIns="46038" rIns="46038" bIns="46038">
            <a:spAutoFit/>
          </a:bodyPr>
          <a:lstStyle/>
          <a:p>
            <a:pPr>
              <a:lnSpc>
                <a:spcPct val="75000"/>
              </a:lnSpc>
            </a:pPr>
            <a:r>
              <a:rPr lang="en-US" altLang="en-US" sz="800">
                <a:solidFill>
                  <a:schemeClr val="tx1"/>
                </a:solidFill>
                <a:latin typeface="Courier New" panose="02070309020205020404" pitchFamily="49" charset="0"/>
              </a:rPr>
              <a:t>REPORT SECTION.</a:t>
            </a:r>
          </a:p>
          <a:p>
            <a:pPr>
              <a:lnSpc>
                <a:spcPct val="75000"/>
              </a:lnSpc>
            </a:pPr>
            <a:r>
              <a:rPr lang="en-US" altLang="en-US" sz="800">
                <a:solidFill>
                  <a:schemeClr val="tx1"/>
                </a:solidFill>
                <a:latin typeface="Courier New" panose="02070309020205020404" pitchFamily="49" charset="0"/>
              </a:rPr>
              <a:t>RD  SalesReport</a:t>
            </a:r>
          </a:p>
          <a:p>
            <a:pPr>
              <a:lnSpc>
                <a:spcPct val="75000"/>
              </a:lnSpc>
            </a:pPr>
            <a:r>
              <a:rPr lang="en-US" altLang="en-US" sz="800">
                <a:solidFill>
                  <a:schemeClr val="tx1"/>
                </a:solidFill>
                <a:latin typeface="Courier New" panose="02070309020205020404" pitchFamily="49" charset="0"/>
              </a:rPr>
              <a:t>    CONTROLS ARE SalesPersonNum </a:t>
            </a:r>
          </a:p>
          <a:p>
            <a:pPr>
              <a:lnSpc>
                <a:spcPct val="75000"/>
              </a:lnSpc>
            </a:pPr>
            <a:r>
              <a:rPr lang="en-US" altLang="en-US" sz="800">
                <a:solidFill>
                  <a:schemeClr val="tx1"/>
                </a:solidFill>
                <a:latin typeface="Courier New" panose="02070309020205020404" pitchFamily="49" charset="0"/>
              </a:rPr>
              <a:t>    PAGE LIMIT IS 66</a:t>
            </a:r>
          </a:p>
          <a:p>
            <a:pPr>
              <a:lnSpc>
                <a:spcPct val="75000"/>
              </a:lnSpc>
            </a:pPr>
            <a:r>
              <a:rPr lang="en-US" altLang="en-US" sz="800">
                <a:solidFill>
                  <a:schemeClr val="tx1"/>
                </a:solidFill>
                <a:latin typeface="Courier New" panose="02070309020205020404" pitchFamily="49" charset="0"/>
              </a:rPr>
              <a:t>    HEADING 1</a:t>
            </a:r>
          </a:p>
          <a:p>
            <a:pPr>
              <a:lnSpc>
                <a:spcPct val="75000"/>
              </a:lnSpc>
            </a:pPr>
            <a:r>
              <a:rPr lang="en-US" altLang="en-US" sz="800">
                <a:solidFill>
                  <a:schemeClr val="tx1"/>
                </a:solidFill>
                <a:latin typeface="Courier New" panose="02070309020205020404" pitchFamily="49" charset="0"/>
              </a:rPr>
              <a:t>    FIRST DETAIL 6</a:t>
            </a:r>
          </a:p>
          <a:p>
            <a:pPr>
              <a:lnSpc>
                <a:spcPct val="75000"/>
              </a:lnSpc>
            </a:pPr>
            <a:r>
              <a:rPr lang="en-US" altLang="en-US" sz="800">
                <a:solidFill>
                  <a:schemeClr val="tx1"/>
                </a:solidFill>
                <a:latin typeface="Courier New" panose="02070309020205020404" pitchFamily="49" charset="0"/>
              </a:rPr>
              <a:t>    LAST DETAIL 42</a:t>
            </a:r>
          </a:p>
          <a:p>
            <a:pPr>
              <a:lnSpc>
                <a:spcPct val="75000"/>
              </a:lnSpc>
            </a:pPr>
            <a:r>
              <a:rPr lang="en-US" altLang="en-US" sz="800">
                <a:solidFill>
                  <a:schemeClr val="tx1"/>
                </a:solidFill>
                <a:latin typeface="Courier New" panose="02070309020205020404" pitchFamily="49" charset="0"/>
              </a:rPr>
              <a:t>    FOOTING 52.</a:t>
            </a:r>
          </a:p>
          <a:p>
            <a:pPr>
              <a:lnSpc>
                <a:spcPct val="75000"/>
              </a:lnSpc>
            </a:pPr>
            <a:endParaRPr lang="en-US" altLang="en-US" sz="800">
              <a:solidFill>
                <a:schemeClr val="tx1"/>
              </a:solidFill>
              <a:latin typeface="Courier New" panose="02070309020205020404" pitchFamily="49" charset="0"/>
            </a:endParaRPr>
          </a:p>
          <a:p>
            <a:pPr>
              <a:lnSpc>
                <a:spcPct val="75000"/>
              </a:lnSpc>
            </a:pPr>
            <a:r>
              <a:rPr lang="en-US" altLang="en-US" sz="800">
                <a:solidFill>
                  <a:schemeClr val="tx1"/>
                </a:solidFill>
                <a:latin typeface="Courier New" panose="02070309020205020404" pitchFamily="49" charset="0"/>
              </a:rPr>
              <a:t>01  TYPE IS PAGE HEADING.</a:t>
            </a:r>
          </a:p>
          <a:p>
            <a:pPr>
              <a:lnSpc>
                <a:spcPct val="75000"/>
              </a:lnSpc>
            </a:pPr>
            <a:r>
              <a:rPr lang="en-US" altLang="en-US" sz="800">
                <a:solidFill>
                  <a:schemeClr val="tx1"/>
                </a:solidFill>
                <a:latin typeface="Courier New" panose="02070309020205020404" pitchFamily="49" charset="0"/>
              </a:rPr>
              <a:t>    02 LINE 1.</a:t>
            </a:r>
          </a:p>
          <a:p>
            <a:pPr>
              <a:lnSpc>
                <a:spcPct val="75000"/>
              </a:lnSpc>
            </a:pPr>
            <a:r>
              <a:rPr lang="en-US" altLang="en-US" sz="800">
                <a:solidFill>
                  <a:schemeClr val="tx1"/>
                </a:solidFill>
                <a:latin typeface="Courier New" panose="02070309020205020404" pitchFamily="49" charset="0"/>
              </a:rPr>
              <a:t>       03 COLUMN 12     PIC X(32)</a:t>
            </a:r>
          </a:p>
          <a:p>
            <a:pPr>
              <a:lnSpc>
                <a:spcPct val="75000"/>
              </a:lnSpc>
            </a:pPr>
            <a:r>
              <a:rPr lang="en-US" altLang="en-US" sz="800">
                <a:solidFill>
                  <a:schemeClr val="tx1"/>
                </a:solidFill>
                <a:latin typeface="Courier New" panose="02070309020205020404" pitchFamily="49" charset="0"/>
              </a:rPr>
              <a:t>                      VALUE "An example COBOL Report Program".</a:t>
            </a:r>
          </a:p>
          <a:p>
            <a:pPr>
              <a:lnSpc>
                <a:spcPct val="75000"/>
              </a:lnSpc>
            </a:pPr>
            <a:endParaRPr lang="en-US" altLang="en-US" sz="800">
              <a:solidFill>
                <a:schemeClr val="tx1"/>
              </a:solidFill>
              <a:latin typeface="Courier New" panose="02070309020205020404" pitchFamily="49" charset="0"/>
            </a:endParaRPr>
          </a:p>
          <a:p>
            <a:pPr>
              <a:lnSpc>
                <a:spcPct val="75000"/>
              </a:lnSpc>
            </a:pPr>
            <a:r>
              <a:rPr lang="en-US" altLang="en-US" sz="800">
                <a:solidFill>
                  <a:schemeClr val="tx1"/>
                </a:solidFill>
                <a:latin typeface="Courier New" panose="02070309020205020404" pitchFamily="49" charset="0"/>
              </a:rPr>
              <a:t>    02 LINE 2.</a:t>
            </a:r>
          </a:p>
          <a:p>
            <a:pPr>
              <a:lnSpc>
                <a:spcPct val="75000"/>
              </a:lnSpc>
            </a:pPr>
            <a:r>
              <a:rPr lang="en-US" altLang="en-US" sz="800">
                <a:solidFill>
                  <a:schemeClr val="tx1"/>
                </a:solidFill>
                <a:latin typeface="Courier New" panose="02070309020205020404" pitchFamily="49" charset="0"/>
              </a:rPr>
              <a:t>       03 COLUMN 6      PIC X(17)</a:t>
            </a:r>
          </a:p>
          <a:p>
            <a:pPr>
              <a:lnSpc>
                <a:spcPct val="75000"/>
              </a:lnSpc>
            </a:pPr>
            <a:r>
              <a:rPr lang="en-US" altLang="en-US" sz="800">
                <a:solidFill>
                  <a:schemeClr val="tx1"/>
                </a:solidFill>
                <a:latin typeface="Courier New" panose="02070309020205020404" pitchFamily="49" charset="0"/>
              </a:rPr>
              <a:t>          VALUE "Bible Salesperson".</a:t>
            </a:r>
          </a:p>
          <a:p>
            <a:pPr>
              <a:lnSpc>
                <a:spcPct val="75000"/>
              </a:lnSpc>
            </a:pPr>
            <a:r>
              <a:rPr lang="en-US" altLang="en-US" sz="800">
                <a:solidFill>
                  <a:schemeClr val="tx1"/>
                </a:solidFill>
                <a:latin typeface="Courier New" panose="02070309020205020404" pitchFamily="49" charset="0"/>
              </a:rPr>
              <a:t>       03 COLUMN 23     PIC X(26)</a:t>
            </a:r>
          </a:p>
          <a:p>
            <a:pPr>
              <a:lnSpc>
                <a:spcPct val="75000"/>
              </a:lnSpc>
            </a:pPr>
            <a:r>
              <a:rPr lang="en-US" altLang="en-US" sz="800">
                <a:solidFill>
                  <a:schemeClr val="tx1"/>
                </a:solidFill>
                <a:latin typeface="Courier New" panose="02070309020205020404" pitchFamily="49" charset="0"/>
              </a:rPr>
              <a:t>          VALUE " - Sales and Salary Report".</a:t>
            </a:r>
          </a:p>
          <a:p>
            <a:pPr>
              <a:lnSpc>
                <a:spcPct val="75000"/>
              </a:lnSpc>
            </a:pPr>
            <a:endParaRPr lang="en-US" altLang="en-US" sz="800">
              <a:solidFill>
                <a:schemeClr val="tx1"/>
              </a:solidFill>
              <a:latin typeface="Courier New" panose="02070309020205020404" pitchFamily="49" charset="0"/>
            </a:endParaRPr>
          </a:p>
          <a:p>
            <a:pPr>
              <a:lnSpc>
                <a:spcPct val="75000"/>
              </a:lnSpc>
            </a:pPr>
            <a:r>
              <a:rPr lang="en-US" altLang="en-US" sz="800">
                <a:solidFill>
                  <a:schemeClr val="tx1"/>
                </a:solidFill>
                <a:latin typeface="Courier New" panose="02070309020205020404" pitchFamily="49" charset="0"/>
              </a:rPr>
              <a:t>    02 LINE 4.</a:t>
            </a:r>
          </a:p>
          <a:p>
            <a:pPr>
              <a:lnSpc>
                <a:spcPct val="75000"/>
              </a:lnSpc>
            </a:pPr>
            <a:r>
              <a:rPr lang="en-US" altLang="en-US" sz="800">
                <a:solidFill>
                  <a:schemeClr val="tx1"/>
                </a:solidFill>
                <a:latin typeface="Courier New" panose="02070309020205020404" pitchFamily="49" charset="0"/>
              </a:rPr>
              <a:t>       03 COLUMN 2      PIC X(4)  VALUE "City".</a:t>
            </a:r>
          </a:p>
          <a:p>
            <a:pPr>
              <a:lnSpc>
                <a:spcPct val="75000"/>
              </a:lnSpc>
            </a:pPr>
            <a:r>
              <a:rPr lang="en-US" altLang="en-US" sz="800">
                <a:solidFill>
                  <a:schemeClr val="tx1"/>
                </a:solidFill>
                <a:latin typeface="Courier New" panose="02070309020205020404" pitchFamily="49" charset="0"/>
              </a:rPr>
              <a:t>       03 COLUMN 12     PIC X(11) VALUE "Salesperson".</a:t>
            </a:r>
          </a:p>
          <a:p>
            <a:pPr>
              <a:lnSpc>
                <a:spcPct val="75000"/>
              </a:lnSpc>
            </a:pPr>
            <a:r>
              <a:rPr lang="en-US" altLang="en-US" sz="800">
                <a:solidFill>
                  <a:schemeClr val="tx1"/>
                </a:solidFill>
                <a:latin typeface="Courier New" panose="02070309020205020404" pitchFamily="49" charset="0"/>
              </a:rPr>
              <a:t>       03 COLUMN 28     PIC X(4)  VALUE "Sale".</a:t>
            </a:r>
          </a:p>
          <a:p>
            <a:pPr>
              <a:lnSpc>
                <a:spcPct val="75000"/>
              </a:lnSpc>
            </a:pPr>
            <a:endParaRPr lang="en-US" altLang="en-US" sz="800">
              <a:solidFill>
                <a:schemeClr val="tx1"/>
              </a:solidFill>
              <a:latin typeface="Courier New" panose="02070309020205020404" pitchFamily="49" charset="0"/>
            </a:endParaRPr>
          </a:p>
          <a:p>
            <a:pPr>
              <a:lnSpc>
                <a:spcPct val="75000"/>
              </a:lnSpc>
            </a:pPr>
            <a:r>
              <a:rPr lang="en-US" altLang="en-US" sz="800">
                <a:solidFill>
                  <a:schemeClr val="tx1"/>
                </a:solidFill>
                <a:latin typeface="Courier New" panose="02070309020205020404" pitchFamily="49" charset="0"/>
              </a:rPr>
              <a:t>    02 LINE 5.</a:t>
            </a:r>
          </a:p>
          <a:p>
            <a:pPr>
              <a:lnSpc>
                <a:spcPct val="75000"/>
              </a:lnSpc>
            </a:pPr>
            <a:r>
              <a:rPr lang="en-US" altLang="en-US" sz="800">
                <a:solidFill>
                  <a:schemeClr val="tx1"/>
                </a:solidFill>
                <a:latin typeface="Courier New" panose="02070309020205020404" pitchFamily="49" charset="0"/>
              </a:rPr>
              <a:t>       03 COLUMN 2      PIC X(4)  VALUE "Name".</a:t>
            </a:r>
          </a:p>
          <a:p>
            <a:pPr>
              <a:lnSpc>
                <a:spcPct val="75000"/>
              </a:lnSpc>
            </a:pPr>
            <a:r>
              <a:rPr lang="en-US" altLang="en-US" sz="800">
                <a:solidFill>
                  <a:schemeClr val="tx1"/>
                </a:solidFill>
                <a:latin typeface="Courier New" panose="02070309020205020404" pitchFamily="49" charset="0"/>
              </a:rPr>
              <a:t>       03 COLUMN 13     PIC X(6)  VALUE "Number".</a:t>
            </a:r>
          </a:p>
          <a:p>
            <a:pPr>
              <a:lnSpc>
                <a:spcPct val="75000"/>
              </a:lnSpc>
            </a:pPr>
            <a:r>
              <a:rPr lang="en-US" altLang="en-US" sz="800">
                <a:solidFill>
                  <a:schemeClr val="tx1"/>
                </a:solidFill>
                <a:latin typeface="Courier New" panose="02070309020205020404" pitchFamily="49" charset="0"/>
              </a:rPr>
              <a:t>       03 COLUMN 28     PIC X(5)  VALUE "Value".</a:t>
            </a:r>
          </a:p>
          <a:p>
            <a:pPr>
              <a:lnSpc>
                <a:spcPct val="75000"/>
              </a:lnSpc>
            </a:pPr>
            <a:endParaRPr lang="en-US" altLang="en-US" sz="800">
              <a:solidFill>
                <a:schemeClr val="tx1"/>
              </a:solidFill>
              <a:latin typeface="Courier New" panose="02070309020205020404" pitchFamily="49" charset="0"/>
            </a:endParaRPr>
          </a:p>
          <a:p>
            <a:pPr>
              <a:lnSpc>
                <a:spcPct val="75000"/>
              </a:lnSpc>
            </a:pPr>
            <a:r>
              <a:rPr lang="en-US" altLang="en-US" sz="800">
                <a:solidFill>
                  <a:schemeClr val="tx1"/>
                </a:solidFill>
                <a:latin typeface="Courier New" panose="02070309020205020404" pitchFamily="49" charset="0"/>
              </a:rPr>
              <a:t>01  DetailLine TYPE IS DETAIL.</a:t>
            </a:r>
          </a:p>
          <a:p>
            <a:pPr>
              <a:lnSpc>
                <a:spcPct val="75000"/>
              </a:lnSpc>
            </a:pPr>
            <a:r>
              <a:rPr lang="en-US" altLang="en-US" sz="800">
                <a:solidFill>
                  <a:schemeClr val="tx1"/>
                </a:solidFill>
                <a:latin typeface="Courier New" panose="02070309020205020404" pitchFamily="49" charset="0"/>
              </a:rPr>
              <a:t>    02 LINE IS PLUS 1.</a:t>
            </a:r>
          </a:p>
          <a:p>
            <a:pPr>
              <a:lnSpc>
                <a:spcPct val="75000"/>
              </a:lnSpc>
            </a:pPr>
            <a:r>
              <a:rPr lang="en-US" altLang="en-US" sz="800">
                <a:solidFill>
                  <a:schemeClr val="tx1"/>
                </a:solidFill>
                <a:latin typeface="Courier New" panose="02070309020205020404" pitchFamily="49" charset="0"/>
              </a:rPr>
              <a:t>       03 COLUMN 1      PIC X(9)</a:t>
            </a:r>
          </a:p>
          <a:p>
            <a:pPr>
              <a:lnSpc>
                <a:spcPct val="75000"/>
              </a:lnSpc>
            </a:pPr>
            <a:r>
              <a:rPr lang="en-US" altLang="en-US" sz="800">
                <a:solidFill>
                  <a:schemeClr val="tx1"/>
                </a:solidFill>
                <a:latin typeface="Courier New" panose="02070309020205020404" pitchFamily="49" charset="0"/>
              </a:rPr>
              <a:t>                        SOURCE CityName(CityCode).</a:t>
            </a:r>
          </a:p>
          <a:p>
            <a:pPr>
              <a:lnSpc>
                <a:spcPct val="75000"/>
              </a:lnSpc>
            </a:pPr>
            <a:r>
              <a:rPr lang="en-US" altLang="en-US" sz="800">
                <a:solidFill>
                  <a:schemeClr val="tx1"/>
                </a:solidFill>
                <a:latin typeface="Courier New" panose="02070309020205020404" pitchFamily="49" charset="0"/>
              </a:rPr>
              <a:t>       03 COLUMN 15     PIC 9</a:t>
            </a:r>
          </a:p>
          <a:p>
            <a:pPr>
              <a:lnSpc>
                <a:spcPct val="75000"/>
              </a:lnSpc>
            </a:pPr>
            <a:r>
              <a:rPr lang="en-US" altLang="en-US" sz="800">
                <a:solidFill>
                  <a:schemeClr val="tx1"/>
                </a:solidFill>
                <a:latin typeface="Courier New" panose="02070309020205020404" pitchFamily="49" charset="0"/>
              </a:rPr>
              <a:t>                        SOURCE SalesPersonNum.</a:t>
            </a:r>
          </a:p>
          <a:p>
            <a:pPr>
              <a:lnSpc>
                <a:spcPct val="75000"/>
              </a:lnSpc>
            </a:pPr>
            <a:r>
              <a:rPr lang="en-US" altLang="en-US" sz="800">
                <a:solidFill>
                  <a:schemeClr val="tx1"/>
                </a:solidFill>
                <a:latin typeface="Courier New" panose="02070309020205020404" pitchFamily="49" charset="0"/>
              </a:rPr>
              <a:t>       03 COLUMN 25     PIC $$,$$$.99 SOURCE ValueOfSale.</a:t>
            </a:r>
          </a:p>
          <a:p>
            <a:pPr>
              <a:lnSpc>
                <a:spcPct val="75000"/>
              </a:lnSpc>
            </a:pPr>
            <a:endParaRPr lang="en-US" altLang="en-US" sz="800">
              <a:solidFill>
                <a:schemeClr val="tx1"/>
              </a:solidFill>
              <a:latin typeface="Courier New" panose="02070309020205020404" pitchFamily="49" charset="0"/>
            </a:endParaRPr>
          </a:p>
          <a:p>
            <a:pPr>
              <a:lnSpc>
                <a:spcPct val="75000"/>
              </a:lnSpc>
            </a:pPr>
            <a:endParaRPr lang="en-US" altLang="en-US" sz="800">
              <a:solidFill>
                <a:schemeClr val="tx1"/>
              </a:solidFill>
              <a:latin typeface="Courier New" panose="02070309020205020404" pitchFamily="49" charset="0"/>
            </a:endParaRPr>
          </a:p>
          <a:p>
            <a:pPr>
              <a:lnSpc>
                <a:spcPct val="75000"/>
              </a:lnSpc>
            </a:pPr>
            <a:r>
              <a:rPr lang="en-US" altLang="en-US" sz="800" b="1">
                <a:latin typeface="Courier New" panose="02070309020205020404" pitchFamily="49" charset="0"/>
              </a:rPr>
              <a:t>01  SalesPersonGrp</a:t>
            </a:r>
          </a:p>
          <a:p>
            <a:pPr>
              <a:lnSpc>
                <a:spcPct val="75000"/>
              </a:lnSpc>
            </a:pPr>
            <a:r>
              <a:rPr lang="en-US" altLang="en-US" sz="800">
                <a:solidFill>
                  <a:schemeClr val="tx1"/>
                </a:solidFill>
                <a:latin typeface="Courier New" panose="02070309020205020404" pitchFamily="49" charset="0"/>
              </a:rPr>
              <a:t>    TYPE IS CONTROL FOOTING SalesPersonNum NEXT GROUP PLUS 2.</a:t>
            </a:r>
          </a:p>
          <a:p>
            <a:pPr>
              <a:lnSpc>
                <a:spcPct val="75000"/>
              </a:lnSpc>
            </a:pPr>
            <a:r>
              <a:rPr lang="en-US" altLang="en-US" sz="800">
                <a:solidFill>
                  <a:schemeClr val="tx1"/>
                </a:solidFill>
                <a:latin typeface="Courier New" panose="02070309020205020404" pitchFamily="49" charset="0"/>
              </a:rPr>
              <a:t>    02 LINE IS PLUS 1.</a:t>
            </a:r>
          </a:p>
          <a:p>
            <a:pPr>
              <a:lnSpc>
                <a:spcPct val="75000"/>
              </a:lnSpc>
            </a:pPr>
            <a:r>
              <a:rPr lang="en-US" altLang="en-US" sz="800">
                <a:solidFill>
                  <a:schemeClr val="tx1"/>
                </a:solidFill>
                <a:latin typeface="Courier New" panose="02070309020205020404" pitchFamily="49" charset="0"/>
              </a:rPr>
              <a:t>       03 COLUMN 15     PIC X(21) </a:t>
            </a:r>
          </a:p>
          <a:p>
            <a:pPr>
              <a:lnSpc>
                <a:spcPct val="75000"/>
              </a:lnSpc>
            </a:pPr>
            <a:r>
              <a:rPr lang="en-US" altLang="en-US" sz="800">
                <a:solidFill>
                  <a:schemeClr val="tx1"/>
                </a:solidFill>
                <a:latin typeface="Courier New" panose="02070309020205020404" pitchFamily="49" charset="0"/>
              </a:rPr>
              <a:t>                        VALUE "Sales for salesperson".</a:t>
            </a:r>
          </a:p>
          <a:p>
            <a:pPr>
              <a:lnSpc>
                <a:spcPct val="75000"/>
              </a:lnSpc>
            </a:pPr>
            <a:r>
              <a:rPr lang="en-US" altLang="en-US" sz="800">
                <a:solidFill>
                  <a:schemeClr val="tx1"/>
                </a:solidFill>
                <a:latin typeface="Courier New" panose="02070309020205020404" pitchFamily="49" charset="0"/>
              </a:rPr>
              <a:t>       03 COLUMN 37     PIC 9 SOURCE SalesPersonNum.</a:t>
            </a:r>
          </a:p>
          <a:p>
            <a:pPr>
              <a:lnSpc>
                <a:spcPct val="75000"/>
              </a:lnSpc>
            </a:pPr>
            <a:r>
              <a:rPr lang="en-US" altLang="en-US" sz="800">
                <a:solidFill>
                  <a:schemeClr val="tx1"/>
                </a:solidFill>
                <a:latin typeface="Courier New" panose="02070309020205020404" pitchFamily="49" charset="0"/>
              </a:rPr>
              <a:t>       03 COLUMN 43     PIC X VALUE "=".</a:t>
            </a:r>
          </a:p>
          <a:p>
            <a:pPr>
              <a:lnSpc>
                <a:spcPct val="75000"/>
              </a:lnSpc>
            </a:pPr>
            <a:r>
              <a:rPr lang="en-US" altLang="en-US" sz="800">
                <a:solidFill>
                  <a:schemeClr val="tx1"/>
                </a:solidFill>
                <a:latin typeface="Courier New" panose="02070309020205020404" pitchFamily="49" charset="0"/>
              </a:rPr>
              <a:t>       03 SMS COLUMN 45 PIC $$$$$,$$$.99 SUM ValueOfSale.</a:t>
            </a:r>
          </a:p>
          <a:p>
            <a:pPr>
              <a:lnSpc>
                <a:spcPct val="75000"/>
              </a:lnSpc>
            </a:pPr>
            <a:endParaRPr lang="en-US" altLang="en-US" sz="800">
              <a:solidFill>
                <a:schemeClr val="tx1"/>
              </a:solidFill>
              <a:latin typeface="Courier New" panose="02070309020205020404" pitchFamily="49" charset="0"/>
            </a:endParaRPr>
          </a:p>
          <a:p>
            <a:pPr>
              <a:lnSpc>
                <a:spcPct val="75000"/>
              </a:lnSpc>
            </a:pPr>
            <a:endParaRPr lang="en-US" altLang="en-US" sz="800">
              <a:solidFill>
                <a:schemeClr val="tx1"/>
              </a:solidFill>
              <a:latin typeface="Courier New" panose="02070309020205020404" pitchFamily="49" charset="0"/>
            </a:endParaRPr>
          </a:p>
          <a:p>
            <a:pPr>
              <a:lnSpc>
                <a:spcPct val="75000"/>
              </a:lnSpc>
            </a:pPr>
            <a:r>
              <a:rPr lang="en-US" altLang="en-US" sz="800">
                <a:solidFill>
                  <a:schemeClr val="tx1"/>
                </a:solidFill>
                <a:latin typeface="Courier New" panose="02070309020205020404" pitchFamily="49" charset="0"/>
              </a:rPr>
              <a:t>01  TYPE IS PAGE FOOTING.</a:t>
            </a:r>
          </a:p>
          <a:p>
            <a:pPr>
              <a:lnSpc>
                <a:spcPct val="75000"/>
              </a:lnSpc>
            </a:pPr>
            <a:r>
              <a:rPr lang="en-US" altLang="en-US" sz="800">
                <a:solidFill>
                  <a:schemeClr val="tx1"/>
                </a:solidFill>
                <a:latin typeface="Courier New" panose="02070309020205020404" pitchFamily="49" charset="0"/>
              </a:rPr>
              <a:t>    02 LINE IS 53.</a:t>
            </a:r>
          </a:p>
          <a:p>
            <a:pPr>
              <a:lnSpc>
                <a:spcPct val="75000"/>
              </a:lnSpc>
            </a:pPr>
            <a:r>
              <a:rPr lang="en-US" altLang="en-US" sz="800">
                <a:solidFill>
                  <a:schemeClr val="tx1"/>
                </a:solidFill>
                <a:latin typeface="Courier New" panose="02070309020205020404" pitchFamily="49" charset="0"/>
              </a:rPr>
              <a:t>       03 COLUMN 1      PIC X(29) </a:t>
            </a:r>
          </a:p>
          <a:p>
            <a:pPr>
              <a:lnSpc>
                <a:spcPct val="75000"/>
              </a:lnSpc>
            </a:pPr>
            <a:r>
              <a:rPr lang="en-US" altLang="en-US" sz="800">
                <a:solidFill>
                  <a:schemeClr val="tx1"/>
                </a:solidFill>
                <a:latin typeface="Courier New" panose="02070309020205020404" pitchFamily="49" charset="0"/>
              </a:rPr>
              <a:t>                        VALUE "Programmer - Michael Coughlan".</a:t>
            </a:r>
          </a:p>
          <a:p>
            <a:pPr>
              <a:lnSpc>
                <a:spcPct val="75000"/>
              </a:lnSpc>
            </a:pPr>
            <a:r>
              <a:rPr lang="en-US" altLang="en-US" sz="800">
                <a:solidFill>
                  <a:schemeClr val="tx1"/>
                </a:solidFill>
                <a:latin typeface="Courier New" panose="02070309020205020404" pitchFamily="49" charset="0"/>
              </a:rPr>
              <a:t>       03 COLUMN 45     PIC X(6) VALUE "Page :".</a:t>
            </a:r>
          </a:p>
          <a:p>
            <a:pPr>
              <a:lnSpc>
                <a:spcPct val="75000"/>
              </a:lnSpc>
            </a:pPr>
            <a:r>
              <a:rPr lang="en-US" altLang="en-US" sz="800">
                <a:solidFill>
                  <a:schemeClr val="tx1"/>
                </a:solidFill>
                <a:latin typeface="Courier New" panose="02070309020205020404" pitchFamily="49" charset="0"/>
              </a:rPr>
              <a:t>       03 COLUMN 52     PIC Z9 SOURCE PAGE-COUNTER.</a:t>
            </a:r>
          </a:p>
        </p:txBody>
      </p:sp>
      <p:sp>
        <p:nvSpPr>
          <p:cNvPr id="13315" name="AutoShape 3">
            <a:extLst>
              <a:ext uri="{FF2B5EF4-FFF2-40B4-BE49-F238E27FC236}">
                <a16:creationId xmlns:a16="http://schemas.microsoft.com/office/drawing/2014/main" id="{E5316C43-E7BD-AF1D-D536-9AF1C975385B}"/>
              </a:ext>
            </a:extLst>
          </p:cNvPr>
          <p:cNvSpPr>
            <a:spLocks noChangeArrowheads="1"/>
          </p:cNvSpPr>
          <p:nvPr/>
        </p:nvSpPr>
        <p:spPr bwMode="auto">
          <a:xfrm flipH="1">
            <a:off x="1978025" y="1025525"/>
            <a:ext cx="1749425" cy="1759479"/>
          </a:xfrm>
          <a:prstGeom prst="wedgeRoundRectCallout">
            <a:avLst>
              <a:gd name="adj1" fmla="val -48838"/>
              <a:gd name="adj2" fmla="val 66667"/>
              <a:gd name="adj3" fmla="val 16667"/>
            </a:avLst>
          </a:prstGeom>
          <a:solidFill>
            <a:srgbClr val="FFFFC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algn="ctr">
              <a:lnSpc>
                <a:spcPct val="85000"/>
              </a:lnSpc>
            </a:pPr>
            <a:r>
              <a:rPr lang="en-US" altLang="en-US" sz="1000">
                <a:solidFill>
                  <a:schemeClr val="tx1"/>
                </a:solidFill>
              </a:rPr>
              <a:t>When the salesperson number changes  we want to print the total sales for the salesperson.</a:t>
            </a:r>
          </a:p>
          <a:p>
            <a:pPr algn="ctr">
              <a:lnSpc>
                <a:spcPct val="85000"/>
              </a:lnSpc>
            </a:pPr>
            <a:endParaRPr lang="en-US" altLang="en-US" sz="1000">
              <a:solidFill>
                <a:schemeClr val="tx1"/>
              </a:solidFill>
            </a:endParaRPr>
          </a:p>
          <a:p>
            <a:pPr algn="ctr">
              <a:lnSpc>
                <a:spcPct val="85000"/>
              </a:lnSpc>
            </a:pPr>
            <a:r>
              <a:rPr lang="en-US" altLang="en-US" sz="1000">
                <a:solidFill>
                  <a:schemeClr val="tx1"/>
                </a:solidFill>
              </a:rPr>
              <a:t>We can set up a report group (as shown) that describes </a:t>
            </a:r>
            <a:r>
              <a:rPr lang="en-US" altLang="en-US" sz="1000" b="1">
                <a:solidFill>
                  <a:schemeClr val="tx1"/>
                </a:solidFill>
              </a:rPr>
              <a:t>what</a:t>
            </a:r>
            <a:r>
              <a:rPr lang="en-US" altLang="en-US" sz="1000">
                <a:solidFill>
                  <a:schemeClr val="tx1"/>
                </a:solidFill>
              </a:rPr>
              <a:t> to print each time the salesperson number changes.  </a:t>
            </a:r>
          </a:p>
          <a:p>
            <a:pPr algn="ctr">
              <a:lnSpc>
                <a:spcPct val="85000"/>
              </a:lnSpc>
            </a:pPr>
            <a:endParaRPr lang="en-US" altLang="en-US" sz="1000">
              <a:solidFill>
                <a:schemeClr val="tx1"/>
              </a:solidFill>
            </a:endParaRPr>
          </a:p>
          <a:p>
            <a:pPr algn="ctr">
              <a:lnSpc>
                <a:spcPct val="85000"/>
              </a:lnSpc>
            </a:pPr>
            <a:r>
              <a:rPr lang="en-US" altLang="en-US" sz="1000">
                <a:solidFill>
                  <a:schemeClr val="tx1"/>
                </a:solidFill>
              </a:rPr>
              <a:t>But how will the Report Writer know </a:t>
            </a:r>
            <a:r>
              <a:rPr lang="en-US" altLang="en-US" sz="1000" b="1">
                <a:solidFill>
                  <a:schemeClr val="tx1"/>
                </a:solidFill>
              </a:rPr>
              <a:t>when</a:t>
            </a:r>
            <a:r>
              <a:rPr lang="en-US" altLang="en-US" sz="1000">
                <a:solidFill>
                  <a:schemeClr val="tx1"/>
                </a:solidFill>
              </a:rPr>
              <a:t> to print this group? </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4B9CC086-6E8D-3549-096D-9C55F396FCAC}"/>
              </a:ext>
            </a:extLst>
          </p:cNvPr>
          <p:cNvSpPr>
            <a:spLocks noChangeArrowheads="1"/>
          </p:cNvSpPr>
          <p:nvPr/>
        </p:nvSpPr>
        <p:spPr bwMode="auto">
          <a:xfrm>
            <a:off x="0" y="28575"/>
            <a:ext cx="3871913" cy="5156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46038" tIns="46038" rIns="46038" bIns="46038">
            <a:spAutoFit/>
          </a:bodyPr>
          <a:lstStyle/>
          <a:p>
            <a:pPr>
              <a:lnSpc>
                <a:spcPct val="75000"/>
              </a:lnSpc>
            </a:pPr>
            <a:r>
              <a:rPr lang="en-US" altLang="en-US" sz="800">
                <a:solidFill>
                  <a:schemeClr val="tx1"/>
                </a:solidFill>
                <a:latin typeface="Courier New" panose="02070309020205020404" pitchFamily="49" charset="0"/>
              </a:rPr>
              <a:t>REPORT SECTION.</a:t>
            </a:r>
          </a:p>
          <a:p>
            <a:pPr>
              <a:lnSpc>
                <a:spcPct val="75000"/>
              </a:lnSpc>
            </a:pPr>
            <a:r>
              <a:rPr lang="en-US" altLang="en-US" sz="800">
                <a:solidFill>
                  <a:schemeClr val="tx1"/>
                </a:solidFill>
                <a:latin typeface="Courier New" panose="02070309020205020404" pitchFamily="49" charset="0"/>
              </a:rPr>
              <a:t>RD  SalesReport</a:t>
            </a:r>
          </a:p>
          <a:p>
            <a:pPr>
              <a:lnSpc>
                <a:spcPct val="75000"/>
              </a:lnSpc>
            </a:pPr>
            <a:r>
              <a:rPr lang="en-US" altLang="en-US" sz="800">
                <a:solidFill>
                  <a:schemeClr val="tx1"/>
                </a:solidFill>
                <a:latin typeface="Courier New" panose="02070309020205020404" pitchFamily="49" charset="0"/>
              </a:rPr>
              <a:t>    CONTROLS ARE SalesPersonNum </a:t>
            </a:r>
          </a:p>
          <a:p>
            <a:pPr>
              <a:lnSpc>
                <a:spcPct val="75000"/>
              </a:lnSpc>
            </a:pPr>
            <a:r>
              <a:rPr lang="en-US" altLang="en-US" sz="800">
                <a:solidFill>
                  <a:schemeClr val="tx1"/>
                </a:solidFill>
                <a:latin typeface="Courier New" panose="02070309020205020404" pitchFamily="49" charset="0"/>
              </a:rPr>
              <a:t>    PAGE LIMIT IS 66</a:t>
            </a:r>
          </a:p>
          <a:p>
            <a:pPr>
              <a:lnSpc>
                <a:spcPct val="75000"/>
              </a:lnSpc>
            </a:pPr>
            <a:r>
              <a:rPr lang="en-US" altLang="en-US" sz="800">
                <a:solidFill>
                  <a:schemeClr val="tx1"/>
                </a:solidFill>
                <a:latin typeface="Courier New" panose="02070309020205020404" pitchFamily="49" charset="0"/>
              </a:rPr>
              <a:t>    HEADING 1</a:t>
            </a:r>
          </a:p>
          <a:p>
            <a:pPr>
              <a:lnSpc>
                <a:spcPct val="75000"/>
              </a:lnSpc>
            </a:pPr>
            <a:r>
              <a:rPr lang="en-US" altLang="en-US" sz="800">
                <a:solidFill>
                  <a:schemeClr val="tx1"/>
                </a:solidFill>
                <a:latin typeface="Courier New" panose="02070309020205020404" pitchFamily="49" charset="0"/>
              </a:rPr>
              <a:t>    FIRST DETAIL 6</a:t>
            </a:r>
          </a:p>
          <a:p>
            <a:pPr>
              <a:lnSpc>
                <a:spcPct val="75000"/>
              </a:lnSpc>
            </a:pPr>
            <a:r>
              <a:rPr lang="en-US" altLang="en-US" sz="800">
                <a:solidFill>
                  <a:schemeClr val="tx1"/>
                </a:solidFill>
                <a:latin typeface="Courier New" panose="02070309020205020404" pitchFamily="49" charset="0"/>
              </a:rPr>
              <a:t>    LAST DETAIL 42</a:t>
            </a:r>
          </a:p>
          <a:p>
            <a:pPr>
              <a:lnSpc>
                <a:spcPct val="75000"/>
              </a:lnSpc>
            </a:pPr>
            <a:r>
              <a:rPr lang="en-US" altLang="en-US" sz="800">
                <a:solidFill>
                  <a:schemeClr val="tx1"/>
                </a:solidFill>
                <a:latin typeface="Courier New" panose="02070309020205020404" pitchFamily="49" charset="0"/>
              </a:rPr>
              <a:t>    FOOTING 52.</a:t>
            </a:r>
          </a:p>
          <a:p>
            <a:pPr>
              <a:lnSpc>
                <a:spcPct val="75000"/>
              </a:lnSpc>
            </a:pPr>
            <a:endParaRPr lang="en-US" altLang="en-US" sz="800">
              <a:solidFill>
                <a:schemeClr val="tx1"/>
              </a:solidFill>
              <a:latin typeface="Courier New" panose="02070309020205020404" pitchFamily="49" charset="0"/>
            </a:endParaRPr>
          </a:p>
          <a:p>
            <a:pPr>
              <a:lnSpc>
                <a:spcPct val="75000"/>
              </a:lnSpc>
            </a:pPr>
            <a:r>
              <a:rPr lang="en-US" altLang="en-US" sz="800">
                <a:solidFill>
                  <a:schemeClr val="tx1"/>
                </a:solidFill>
                <a:latin typeface="Courier New" panose="02070309020205020404" pitchFamily="49" charset="0"/>
              </a:rPr>
              <a:t>01  TYPE IS PAGE HEADING.</a:t>
            </a:r>
          </a:p>
          <a:p>
            <a:pPr>
              <a:lnSpc>
                <a:spcPct val="75000"/>
              </a:lnSpc>
            </a:pPr>
            <a:r>
              <a:rPr lang="en-US" altLang="en-US" sz="800">
                <a:solidFill>
                  <a:schemeClr val="tx1"/>
                </a:solidFill>
                <a:latin typeface="Courier New" panose="02070309020205020404" pitchFamily="49" charset="0"/>
              </a:rPr>
              <a:t>    02 LINE 1.</a:t>
            </a:r>
          </a:p>
          <a:p>
            <a:pPr>
              <a:lnSpc>
                <a:spcPct val="75000"/>
              </a:lnSpc>
            </a:pPr>
            <a:r>
              <a:rPr lang="en-US" altLang="en-US" sz="800">
                <a:solidFill>
                  <a:schemeClr val="tx1"/>
                </a:solidFill>
                <a:latin typeface="Courier New" panose="02070309020205020404" pitchFamily="49" charset="0"/>
              </a:rPr>
              <a:t>       03 COLUMN 12     PIC X(32)</a:t>
            </a:r>
          </a:p>
          <a:p>
            <a:pPr>
              <a:lnSpc>
                <a:spcPct val="75000"/>
              </a:lnSpc>
            </a:pPr>
            <a:r>
              <a:rPr lang="en-US" altLang="en-US" sz="800">
                <a:solidFill>
                  <a:schemeClr val="tx1"/>
                </a:solidFill>
                <a:latin typeface="Courier New" panose="02070309020205020404" pitchFamily="49" charset="0"/>
              </a:rPr>
              <a:t>                      VALUE "An example COBOL Report Program".</a:t>
            </a:r>
          </a:p>
          <a:p>
            <a:pPr>
              <a:lnSpc>
                <a:spcPct val="75000"/>
              </a:lnSpc>
            </a:pPr>
            <a:endParaRPr lang="en-US" altLang="en-US" sz="800">
              <a:solidFill>
                <a:schemeClr val="tx1"/>
              </a:solidFill>
              <a:latin typeface="Courier New" panose="02070309020205020404" pitchFamily="49" charset="0"/>
            </a:endParaRPr>
          </a:p>
          <a:p>
            <a:pPr>
              <a:lnSpc>
                <a:spcPct val="75000"/>
              </a:lnSpc>
            </a:pPr>
            <a:r>
              <a:rPr lang="en-US" altLang="en-US" sz="800">
                <a:solidFill>
                  <a:schemeClr val="tx1"/>
                </a:solidFill>
                <a:latin typeface="Courier New" panose="02070309020205020404" pitchFamily="49" charset="0"/>
              </a:rPr>
              <a:t>    02 LINE 2.</a:t>
            </a:r>
          </a:p>
          <a:p>
            <a:pPr>
              <a:lnSpc>
                <a:spcPct val="75000"/>
              </a:lnSpc>
            </a:pPr>
            <a:r>
              <a:rPr lang="en-US" altLang="en-US" sz="800">
                <a:solidFill>
                  <a:schemeClr val="tx1"/>
                </a:solidFill>
                <a:latin typeface="Courier New" panose="02070309020205020404" pitchFamily="49" charset="0"/>
              </a:rPr>
              <a:t>       03 COLUMN 6      PIC X(17)</a:t>
            </a:r>
          </a:p>
          <a:p>
            <a:pPr>
              <a:lnSpc>
                <a:spcPct val="75000"/>
              </a:lnSpc>
            </a:pPr>
            <a:r>
              <a:rPr lang="en-US" altLang="en-US" sz="800">
                <a:solidFill>
                  <a:schemeClr val="tx1"/>
                </a:solidFill>
                <a:latin typeface="Courier New" panose="02070309020205020404" pitchFamily="49" charset="0"/>
              </a:rPr>
              <a:t>          VALUE "Bible Salesperson".</a:t>
            </a:r>
          </a:p>
          <a:p>
            <a:pPr>
              <a:lnSpc>
                <a:spcPct val="75000"/>
              </a:lnSpc>
            </a:pPr>
            <a:r>
              <a:rPr lang="en-US" altLang="en-US" sz="800">
                <a:solidFill>
                  <a:schemeClr val="tx1"/>
                </a:solidFill>
                <a:latin typeface="Courier New" panose="02070309020205020404" pitchFamily="49" charset="0"/>
              </a:rPr>
              <a:t>       03 COLUMN 23     PIC X(26)</a:t>
            </a:r>
          </a:p>
          <a:p>
            <a:pPr>
              <a:lnSpc>
                <a:spcPct val="75000"/>
              </a:lnSpc>
            </a:pPr>
            <a:r>
              <a:rPr lang="en-US" altLang="en-US" sz="800">
                <a:solidFill>
                  <a:schemeClr val="tx1"/>
                </a:solidFill>
                <a:latin typeface="Courier New" panose="02070309020205020404" pitchFamily="49" charset="0"/>
              </a:rPr>
              <a:t>          VALUE " - Sales and Salary Report".</a:t>
            </a:r>
          </a:p>
          <a:p>
            <a:pPr>
              <a:lnSpc>
                <a:spcPct val="75000"/>
              </a:lnSpc>
            </a:pPr>
            <a:endParaRPr lang="en-US" altLang="en-US" sz="800">
              <a:solidFill>
                <a:schemeClr val="tx1"/>
              </a:solidFill>
              <a:latin typeface="Courier New" panose="02070309020205020404" pitchFamily="49" charset="0"/>
            </a:endParaRPr>
          </a:p>
          <a:p>
            <a:pPr>
              <a:lnSpc>
                <a:spcPct val="75000"/>
              </a:lnSpc>
            </a:pPr>
            <a:r>
              <a:rPr lang="en-US" altLang="en-US" sz="800">
                <a:solidFill>
                  <a:schemeClr val="tx1"/>
                </a:solidFill>
                <a:latin typeface="Courier New" panose="02070309020205020404" pitchFamily="49" charset="0"/>
              </a:rPr>
              <a:t>    02 LINE 4.</a:t>
            </a:r>
          </a:p>
          <a:p>
            <a:pPr>
              <a:lnSpc>
                <a:spcPct val="75000"/>
              </a:lnSpc>
            </a:pPr>
            <a:r>
              <a:rPr lang="en-US" altLang="en-US" sz="800">
                <a:solidFill>
                  <a:schemeClr val="tx1"/>
                </a:solidFill>
                <a:latin typeface="Courier New" panose="02070309020205020404" pitchFamily="49" charset="0"/>
              </a:rPr>
              <a:t>       03 COLUMN 2      PIC X(4)  VALUE "City".</a:t>
            </a:r>
          </a:p>
          <a:p>
            <a:pPr>
              <a:lnSpc>
                <a:spcPct val="75000"/>
              </a:lnSpc>
            </a:pPr>
            <a:r>
              <a:rPr lang="en-US" altLang="en-US" sz="800">
                <a:solidFill>
                  <a:schemeClr val="tx1"/>
                </a:solidFill>
                <a:latin typeface="Courier New" panose="02070309020205020404" pitchFamily="49" charset="0"/>
              </a:rPr>
              <a:t>       03 COLUMN 12     PIC X(11) VALUE "Salesperson".</a:t>
            </a:r>
          </a:p>
          <a:p>
            <a:pPr>
              <a:lnSpc>
                <a:spcPct val="75000"/>
              </a:lnSpc>
            </a:pPr>
            <a:r>
              <a:rPr lang="en-US" altLang="en-US" sz="800">
                <a:solidFill>
                  <a:schemeClr val="tx1"/>
                </a:solidFill>
                <a:latin typeface="Courier New" panose="02070309020205020404" pitchFamily="49" charset="0"/>
              </a:rPr>
              <a:t>       03 COLUMN 28     PIC X(4)  VALUE "Sale".</a:t>
            </a:r>
          </a:p>
          <a:p>
            <a:pPr>
              <a:lnSpc>
                <a:spcPct val="75000"/>
              </a:lnSpc>
            </a:pPr>
            <a:endParaRPr lang="en-US" altLang="en-US" sz="800">
              <a:solidFill>
                <a:schemeClr val="tx1"/>
              </a:solidFill>
              <a:latin typeface="Courier New" panose="02070309020205020404" pitchFamily="49" charset="0"/>
            </a:endParaRPr>
          </a:p>
          <a:p>
            <a:pPr>
              <a:lnSpc>
                <a:spcPct val="75000"/>
              </a:lnSpc>
            </a:pPr>
            <a:r>
              <a:rPr lang="en-US" altLang="en-US" sz="800">
                <a:solidFill>
                  <a:schemeClr val="tx1"/>
                </a:solidFill>
                <a:latin typeface="Courier New" panose="02070309020205020404" pitchFamily="49" charset="0"/>
              </a:rPr>
              <a:t>    02 LINE 5.</a:t>
            </a:r>
          </a:p>
          <a:p>
            <a:pPr>
              <a:lnSpc>
                <a:spcPct val="75000"/>
              </a:lnSpc>
            </a:pPr>
            <a:r>
              <a:rPr lang="en-US" altLang="en-US" sz="800">
                <a:solidFill>
                  <a:schemeClr val="tx1"/>
                </a:solidFill>
                <a:latin typeface="Courier New" panose="02070309020205020404" pitchFamily="49" charset="0"/>
              </a:rPr>
              <a:t>       03 COLUMN 2      PIC X(4)  VALUE "Name".</a:t>
            </a:r>
          </a:p>
          <a:p>
            <a:pPr>
              <a:lnSpc>
                <a:spcPct val="75000"/>
              </a:lnSpc>
            </a:pPr>
            <a:r>
              <a:rPr lang="en-US" altLang="en-US" sz="800">
                <a:solidFill>
                  <a:schemeClr val="tx1"/>
                </a:solidFill>
                <a:latin typeface="Courier New" panose="02070309020205020404" pitchFamily="49" charset="0"/>
              </a:rPr>
              <a:t>       03 COLUMN 13     PIC X(6)  VALUE "Number".</a:t>
            </a:r>
          </a:p>
          <a:p>
            <a:pPr>
              <a:lnSpc>
                <a:spcPct val="75000"/>
              </a:lnSpc>
            </a:pPr>
            <a:r>
              <a:rPr lang="en-US" altLang="en-US" sz="800">
                <a:solidFill>
                  <a:schemeClr val="tx1"/>
                </a:solidFill>
                <a:latin typeface="Courier New" panose="02070309020205020404" pitchFamily="49" charset="0"/>
              </a:rPr>
              <a:t>       03 COLUMN 28     PIC X(5)  VALUE "Value".</a:t>
            </a:r>
          </a:p>
          <a:p>
            <a:pPr>
              <a:lnSpc>
                <a:spcPct val="75000"/>
              </a:lnSpc>
            </a:pPr>
            <a:endParaRPr lang="en-US" altLang="en-US" sz="800">
              <a:solidFill>
                <a:schemeClr val="tx1"/>
              </a:solidFill>
              <a:latin typeface="Courier New" panose="02070309020205020404" pitchFamily="49" charset="0"/>
            </a:endParaRPr>
          </a:p>
          <a:p>
            <a:pPr>
              <a:lnSpc>
                <a:spcPct val="75000"/>
              </a:lnSpc>
            </a:pPr>
            <a:r>
              <a:rPr lang="en-US" altLang="en-US" sz="800">
                <a:solidFill>
                  <a:schemeClr val="tx1"/>
                </a:solidFill>
                <a:latin typeface="Courier New" panose="02070309020205020404" pitchFamily="49" charset="0"/>
              </a:rPr>
              <a:t>01  DetailLine TYPE IS DETAIL.</a:t>
            </a:r>
          </a:p>
          <a:p>
            <a:pPr>
              <a:lnSpc>
                <a:spcPct val="75000"/>
              </a:lnSpc>
            </a:pPr>
            <a:r>
              <a:rPr lang="en-US" altLang="en-US" sz="800">
                <a:solidFill>
                  <a:schemeClr val="tx1"/>
                </a:solidFill>
                <a:latin typeface="Courier New" panose="02070309020205020404" pitchFamily="49" charset="0"/>
              </a:rPr>
              <a:t>    02 LINE IS PLUS 1.</a:t>
            </a:r>
          </a:p>
          <a:p>
            <a:pPr>
              <a:lnSpc>
                <a:spcPct val="75000"/>
              </a:lnSpc>
            </a:pPr>
            <a:r>
              <a:rPr lang="en-US" altLang="en-US" sz="800">
                <a:solidFill>
                  <a:schemeClr val="tx1"/>
                </a:solidFill>
                <a:latin typeface="Courier New" panose="02070309020205020404" pitchFamily="49" charset="0"/>
              </a:rPr>
              <a:t>       03 COLUMN 1      PIC X(9)</a:t>
            </a:r>
          </a:p>
          <a:p>
            <a:pPr>
              <a:lnSpc>
                <a:spcPct val="75000"/>
              </a:lnSpc>
            </a:pPr>
            <a:r>
              <a:rPr lang="en-US" altLang="en-US" sz="800">
                <a:solidFill>
                  <a:schemeClr val="tx1"/>
                </a:solidFill>
                <a:latin typeface="Courier New" panose="02070309020205020404" pitchFamily="49" charset="0"/>
              </a:rPr>
              <a:t>                        SOURCE CityName(CityCode).</a:t>
            </a:r>
          </a:p>
          <a:p>
            <a:pPr>
              <a:lnSpc>
                <a:spcPct val="75000"/>
              </a:lnSpc>
            </a:pPr>
            <a:r>
              <a:rPr lang="en-US" altLang="en-US" sz="800">
                <a:solidFill>
                  <a:schemeClr val="tx1"/>
                </a:solidFill>
                <a:latin typeface="Courier New" panose="02070309020205020404" pitchFamily="49" charset="0"/>
              </a:rPr>
              <a:t>       03 COLUMN 15     PIC 9</a:t>
            </a:r>
          </a:p>
          <a:p>
            <a:pPr>
              <a:lnSpc>
                <a:spcPct val="75000"/>
              </a:lnSpc>
            </a:pPr>
            <a:r>
              <a:rPr lang="en-US" altLang="en-US" sz="800">
                <a:solidFill>
                  <a:schemeClr val="tx1"/>
                </a:solidFill>
                <a:latin typeface="Courier New" panose="02070309020205020404" pitchFamily="49" charset="0"/>
              </a:rPr>
              <a:t>                        SOURCE SalesPersonNum.</a:t>
            </a:r>
          </a:p>
          <a:p>
            <a:pPr>
              <a:lnSpc>
                <a:spcPct val="75000"/>
              </a:lnSpc>
            </a:pPr>
            <a:r>
              <a:rPr lang="en-US" altLang="en-US" sz="800">
                <a:solidFill>
                  <a:schemeClr val="tx1"/>
                </a:solidFill>
                <a:latin typeface="Courier New" panose="02070309020205020404" pitchFamily="49" charset="0"/>
              </a:rPr>
              <a:t>       03 COLUMN 25     PIC $$,$$$.99 SOURCE ValueOfSale.</a:t>
            </a:r>
          </a:p>
          <a:p>
            <a:pPr>
              <a:lnSpc>
                <a:spcPct val="75000"/>
              </a:lnSpc>
            </a:pPr>
            <a:endParaRPr lang="en-US" altLang="en-US" sz="800">
              <a:solidFill>
                <a:schemeClr val="tx1"/>
              </a:solidFill>
              <a:latin typeface="Courier New" panose="02070309020205020404" pitchFamily="49" charset="0"/>
            </a:endParaRPr>
          </a:p>
          <a:p>
            <a:pPr>
              <a:lnSpc>
                <a:spcPct val="75000"/>
              </a:lnSpc>
            </a:pPr>
            <a:endParaRPr lang="en-US" altLang="en-US" sz="800">
              <a:solidFill>
                <a:schemeClr val="tx1"/>
              </a:solidFill>
              <a:latin typeface="Courier New" panose="02070309020205020404" pitchFamily="49" charset="0"/>
            </a:endParaRPr>
          </a:p>
          <a:p>
            <a:pPr>
              <a:lnSpc>
                <a:spcPct val="75000"/>
              </a:lnSpc>
            </a:pPr>
            <a:r>
              <a:rPr lang="en-US" altLang="en-US" sz="800" b="1">
                <a:latin typeface="Courier New" panose="02070309020205020404" pitchFamily="49" charset="0"/>
              </a:rPr>
              <a:t>01  SalesPersonGrp</a:t>
            </a:r>
          </a:p>
          <a:p>
            <a:pPr>
              <a:lnSpc>
                <a:spcPct val="75000"/>
              </a:lnSpc>
            </a:pPr>
            <a:r>
              <a:rPr lang="en-US" altLang="en-US" sz="800" b="1">
                <a:latin typeface="Courier New" panose="02070309020205020404" pitchFamily="49" charset="0"/>
              </a:rPr>
              <a:t>    TYPE IS CONTROL FOOTING SalesPersonNum NEXT GROUP PLUS 2.</a:t>
            </a:r>
            <a:endParaRPr lang="en-US" altLang="en-US" sz="800">
              <a:solidFill>
                <a:schemeClr val="tx1"/>
              </a:solidFill>
              <a:latin typeface="Courier New" panose="02070309020205020404" pitchFamily="49" charset="0"/>
            </a:endParaRPr>
          </a:p>
          <a:p>
            <a:pPr>
              <a:lnSpc>
                <a:spcPct val="75000"/>
              </a:lnSpc>
            </a:pPr>
            <a:r>
              <a:rPr lang="en-US" altLang="en-US" sz="800">
                <a:solidFill>
                  <a:schemeClr val="tx1"/>
                </a:solidFill>
                <a:latin typeface="Courier New" panose="02070309020205020404" pitchFamily="49" charset="0"/>
              </a:rPr>
              <a:t>    02 LINE IS PLUS 1.</a:t>
            </a:r>
          </a:p>
          <a:p>
            <a:pPr>
              <a:lnSpc>
                <a:spcPct val="75000"/>
              </a:lnSpc>
            </a:pPr>
            <a:r>
              <a:rPr lang="en-US" altLang="en-US" sz="800">
                <a:solidFill>
                  <a:schemeClr val="tx1"/>
                </a:solidFill>
                <a:latin typeface="Courier New" panose="02070309020205020404" pitchFamily="49" charset="0"/>
              </a:rPr>
              <a:t>       03 COLUMN 15     PIC X(21) </a:t>
            </a:r>
          </a:p>
          <a:p>
            <a:pPr>
              <a:lnSpc>
                <a:spcPct val="75000"/>
              </a:lnSpc>
            </a:pPr>
            <a:r>
              <a:rPr lang="en-US" altLang="en-US" sz="800">
                <a:solidFill>
                  <a:schemeClr val="tx1"/>
                </a:solidFill>
                <a:latin typeface="Courier New" panose="02070309020205020404" pitchFamily="49" charset="0"/>
              </a:rPr>
              <a:t>                        VALUE "Sales for salesperson".</a:t>
            </a:r>
          </a:p>
          <a:p>
            <a:pPr>
              <a:lnSpc>
                <a:spcPct val="75000"/>
              </a:lnSpc>
            </a:pPr>
            <a:r>
              <a:rPr lang="en-US" altLang="en-US" sz="800">
                <a:solidFill>
                  <a:schemeClr val="tx1"/>
                </a:solidFill>
                <a:latin typeface="Courier New" panose="02070309020205020404" pitchFamily="49" charset="0"/>
              </a:rPr>
              <a:t>       03 COLUMN 37     PIC 9 SOURCE SalesPersonNum.</a:t>
            </a:r>
          </a:p>
          <a:p>
            <a:pPr>
              <a:lnSpc>
                <a:spcPct val="75000"/>
              </a:lnSpc>
            </a:pPr>
            <a:r>
              <a:rPr lang="en-US" altLang="en-US" sz="800">
                <a:solidFill>
                  <a:schemeClr val="tx1"/>
                </a:solidFill>
                <a:latin typeface="Courier New" panose="02070309020205020404" pitchFamily="49" charset="0"/>
              </a:rPr>
              <a:t>       03 COLUMN 43     PIC X VALUE "=".</a:t>
            </a:r>
          </a:p>
          <a:p>
            <a:pPr>
              <a:lnSpc>
                <a:spcPct val="75000"/>
              </a:lnSpc>
            </a:pPr>
            <a:r>
              <a:rPr lang="en-US" altLang="en-US" sz="800">
                <a:solidFill>
                  <a:schemeClr val="tx1"/>
                </a:solidFill>
                <a:latin typeface="Courier New" panose="02070309020205020404" pitchFamily="49" charset="0"/>
              </a:rPr>
              <a:t>       03 SMS COLUMN 45 PIC $$$$$,$$$.99 SUM ValueOfSale.</a:t>
            </a:r>
          </a:p>
          <a:p>
            <a:pPr>
              <a:lnSpc>
                <a:spcPct val="75000"/>
              </a:lnSpc>
            </a:pPr>
            <a:endParaRPr lang="en-US" altLang="en-US" sz="800">
              <a:solidFill>
                <a:schemeClr val="tx1"/>
              </a:solidFill>
              <a:latin typeface="Courier New" panose="02070309020205020404" pitchFamily="49" charset="0"/>
            </a:endParaRPr>
          </a:p>
          <a:p>
            <a:pPr>
              <a:lnSpc>
                <a:spcPct val="75000"/>
              </a:lnSpc>
            </a:pPr>
            <a:endParaRPr lang="en-US" altLang="en-US" sz="800">
              <a:solidFill>
                <a:schemeClr val="tx1"/>
              </a:solidFill>
              <a:latin typeface="Courier New" panose="02070309020205020404" pitchFamily="49" charset="0"/>
            </a:endParaRPr>
          </a:p>
          <a:p>
            <a:pPr>
              <a:lnSpc>
                <a:spcPct val="75000"/>
              </a:lnSpc>
            </a:pPr>
            <a:r>
              <a:rPr lang="en-US" altLang="en-US" sz="800">
                <a:solidFill>
                  <a:schemeClr val="tx1"/>
                </a:solidFill>
                <a:latin typeface="Courier New" panose="02070309020205020404" pitchFamily="49" charset="0"/>
              </a:rPr>
              <a:t>01  TYPE IS PAGE FOOTING.</a:t>
            </a:r>
          </a:p>
          <a:p>
            <a:pPr>
              <a:lnSpc>
                <a:spcPct val="75000"/>
              </a:lnSpc>
            </a:pPr>
            <a:r>
              <a:rPr lang="en-US" altLang="en-US" sz="800">
                <a:solidFill>
                  <a:schemeClr val="tx1"/>
                </a:solidFill>
                <a:latin typeface="Courier New" panose="02070309020205020404" pitchFamily="49" charset="0"/>
              </a:rPr>
              <a:t>    02 LINE IS 53.</a:t>
            </a:r>
          </a:p>
          <a:p>
            <a:pPr>
              <a:lnSpc>
                <a:spcPct val="75000"/>
              </a:lnSpc>
            </a:pPr>
            <a:r>
              <a:rPr lang="en-US" altLang="en-US" sz="800">
                <a:solidFill>
                  <a:schemeClr val="tx1"/>
                </a:solidFill>
                <a:latin typeface="Courier New" panose="02070309020205020404" pitchFamily="49" charset="0"/>
              </a:rPr>
              <a:t>       03 COLUMN 1      PIC X(29) </a:t>
            </a:r>
          </a:p>
          <a:p>
            <a:pPr>
              <a:lnSpc>
                <a:spcPct val="75000"/>
              </a:lnSpc>
            </a:pPr>
            <a:r>
              <a:rPr lang="en-US" altLang="en-US" sz="800">
                <a:solidFill>
                  <a:schemeClr val="tx1"/>
                </a:solidFill>
                <a:latin typeface="Courier New" panose="02070309020205020404" pitchFamily="49" charset="0"/>
              </a:rPr>
              <a:t>                        VALUE "Programmer - Michael Coughlan".</a:t>
            </a:r>
          </a:p>
          <a:p>
            <a:pPr>
              <a:lnSpc>
                <a:spcPct val="75000"/>
              </a:lnSpc>
            </a:pPr>
            <a:r>
              <a:rPr lang="en-US" altLang="en-US" sz="800">
                <a:solidFill>
                  <a:schemeClr val="tx1"/>
                </a:solidFill>
                <a:latin typeface="Courier New" panose="02070309020205020404" pitchFamily="49" charset="0"/>
              </a:rPr>
              <a:t>       03 COLUMN 45     PIC X(6) VALUE "Page :".</a:t>
            </a:r>
          </a:p>
          <a:p>
            <a:pPr>
              <a:lnSpc>
                <a:spcPct val="75000"/>
              </a:lnSpc>
            </a:pPr>
            <a:r>
              <a:rPr lang="en-US" altLang="en-US" sz="800">
                <a:solidFill>
                  <a:schemeClr val="tx1"/>
                </a:solidFill>
                <a:latin typeface="Courier New" panose="02070309020205020404" pitchFamily="49" charset="0"/>
              </a:rPr>
              <a:t>       03 COLUMN 52     PIC Z9 SOURCE PAGE-COUNTER.</a:t>
            </a:r>
          </a:p>
        </p:txBody>
      </p:sp>
      <p:sp>
        <p:nvSpPr>
          <p:cNvPr id="14339" name="AutoShape 3">
            <a:extLst>
              <a:ext uri="{FF2B5EF4-FFF2-40B4-BE49-F238E27FC236}">
                <a16:creationId xmlns:a16="http://schemas.microsoft.com/office/drawing/2014/main" id="{3B2675FA-970B-B600-2AFC-ED8367CB05C9}"/>
              </a:ext>
            </a:extLst>
          </p:cNvPr>
          <p:cNvSpPr>
            <a:spLocks noChangeArrowheads="1"/>
          </p:cNvSpPr>
          <p:nvPr/>
        </p:nvSpPr>
        <p:spPr bwMode="auto">
          <a:xfrm flipH="1">
            <a:off x="1978025" y="1654175"/>
            <a:ext cx="1749425" cy="1387740"/>
          </a:xfrm>
          <a:prstGeom prst="wedgeRoundRectCallout">
            <a:avLst>
              <a:gd name="adj1" fmla="val -48838"/>
              <a:gd name="adj2" fmla="val 66667"/>
              <a:gd name="adj3" fmla="val 16667"/>
            </a:avLst>
          </a:prstGeom>
          <a:solidFill>
            <a:srgbClr val="FFFFC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algn="ctr">
              <a:lnSpc>
                <a:spcPct val="85000"/>
              </a:lnSpc>
            </a:pPr>
            <a:r>
              <a:rPr lang="en-US" altLang="en-US" sz="1000">
                <a:solidFill>
                  <a:schemeClr val="tx1"/>
                </a:solidFill>
              </a:rPr>
              <a:t>The Report Writer knows that this group must be printed when there is a control break because we specified that the type of this group is CONTROL FOOTING.</a:t>
            </a:r>
          </a:p>
          <a:p>
            <a:pPr algn="ctr">
              <a:lnSpc>
                <a:spcPct val="85000"/>
              </a:lnSpc>
            </a:pPr>
            <a:endParaRPr lang="en-US" altLang="en-US" sz="1000">
              <a:solidFill>
                <a:schemeClr val="tx1"/>
              </a:solidFill>
            </a:endParaRPr>
          </a:p>
          <a:p>
            <a:pPr algn="ctr">
              <a:lnSpc>
                <a:spcPct val="85000"/>
              </a:lnSpc>
            </a:pPr>
            <a:r>
              <a:rPr lang="en-US" altLang="en-US" sz="1000">
                <a:solidFill>
                  <a:schemeClr val="tx1"/>
                </a:solidFill>
              </a:rPr>
              <a:t>But how does the Report Writer know </a:t>
            </a:r>
            <a:r>
              <a:rPr lang="en-US" altLang="en-US" sz="1000" b="1">
                <a:solidFill>
                  <a:schemeClr val="tx1"/>
                </a:solidFill>
              </a:rPr>
              <a:t>when</a:t>
            </a:r>
            <a:r>
              <a:rPr lang="en-US" altLang="en-US" sz="1000">
                <a:solidFill>
                  <a:schemeClr val="tx1"/>
                </a:solidFill>
              </a:rPr>
              <a:t> a control break occurs?</a:t>
            </a:r>
          </a:p>
        </p:txBody>
      </p:sp>
      <p:grpSp>
        <p:nvGrpSpPr>
          <p:cNvPr id="14342" name="Group 6">
            <a:extLst>
              <a:ext uri="{FF2B5EF4-FFF2-40B4-BE49-F238E27FC236}">
                <a16:creationId xmlns:a16="http://schemas.microsoft.com/office/drawing/2014/main" id="{B07F244C-CDB3-01CC-D88C-16C117635F81}"/>
              </a:ext>
            </a:extLst>
          </p:cNvPr>
          <p:cNvGrpSpPr>
            <a:grpSpLocks/>
          </p:cNvGrpSpPr>
          <p:nvPr/>
        </p:nvGrpSpPr>
        <p:grpSpPr bwMode="auto">
          <a:xfrm>
            <a:off x="1730375" y="1625600"/>
            <a:ext cx="2062163" cy="2263775"/>
            <a:chOff x="1090" y="1024"/>
            <a:chExt cx="1299" cy="1426"/>
          </a:xfrm>
        </p:grpSpPr>
        <p:sp>
          <p:nvSpPr>
            <p:cNvPr id="14340" name="AutoShape 4">
              <a:extLst>
                <a:ext uri="{FF2B5EF4-FFF2-40B4-BE49-F238E27FC236}">
                  <a16:creationId xmlns:a16="http://schemas.microsoft.com/office/drawing/2014/main" id="{0DD993F0-6320-56A7-1A38-FE1D6437B429}"/>
                </a:ext>
              </a:extLst>
            </p:cNvPr>
            <p:cNvSpPr>
              <a:spLocks noChangeArrowheads="1"/>
            </p:cNvSpPr>
            <p:nvPr/>
          </p:nvSpPr>
          <p:spPr bwMode="auto">
            <a:xfrm flipH="1">
              <a:off x="1246" y="1024"/>
              <a:ext cx="1143" cy="1128"/>
            </a:xfrm>
            <a:prstGeom prst="wedgeRoundRectCallout">
              <a:avLst>
                <a:gd name="adj1" fmla="val -48838"/>
                <a:gd name="adj2" fmla="val 66667"/>
                <a:gd name="adj3" fmla="val 16667"/>
              </a:avLst>
            </a:prstGeom>
            <a:solidFill>
              <a:srgbClr val="FFFFC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algn="ctr">
                <a:lnSpc>
                  <a:spcPct val="85000"/>
                </a:lnSpc>
              </a:pPr>
              <a:r>
                <a:rPr lang="en-US" altLang="en-US" sz="1000">
                  <a:solidFill>
                    <a:schemeClr val="tx1"/>
                  </a:solidFill>
                </a:rPr>
                <a:t>When we specify that a group is a control group, we must also specify the name of the control break data-item.  The Report Writer monitors the value in this item and when it changes a control break occurs.</a:t>
              </a:r>
            </a:p>
            <a:p>
              <a:pPr algn="ctr">
                <a:lnSpc>
                  <a:spcPct val="85000"/>
                </a:lnSpc>
              </a:pPr>
              <a:endParaRPr lang="en-US" altLang="en-US" sz="1000">
                <a:solidFill>
                  <a:schemeClr val="tx1"/>
                </a:solidFill>
              </a:endParaRPr>
            </a:p>
            <a:p>
              <a:pPr algn="ctr">
                <a:lnSpc>
                  <a:spcPct val="85000"/>
                </a:lnSpc>
              </a:pPr>
              <a:r>
                <a:rPr lang="en-US" altLang="en-US" sz="1000">
                  <a:solidFill>
                    <a:schemeClr val="tx1"/>
                  </a:solidFill>
                </a:rPr>
                <a:t>But if there is more than one control break item how does the Report  Writer establish the relationship between them?</a:t>
              </a:r>
            </a:p>
          </p:txBody>
        </p:sp>
        <p:sp>
          <p:nvSpPr>
            <p:cNvPr id="14341" name="Rectangle 5">
              <a:extLst>
                <a:ext uri="{FF2B5EF4-FFF2-40B4-BE49-F238E27FC236}">
                  <a16:creationId xmlns:a16="http://schemas.microsoft.com/office/drawing/2014/main" id="{EC487136-5519-CD65-6468-9B759721AA7A}"/>
                </a:ext>
              </a:extLst>
            </p:cNvPr>
            <p:cNvSpPr>
              <a:spLocks noChangeArrowheads="1"/>
            </p:cNvSpPr>
            <p:nvPr/>
          </p:nvSpPr>
          <p:spPr bwMode="auto">
            <a:xfrm>
              <a:off x="1090" y="2300"/>
              <a:ext cx="574" cy="150"/>
            </a:xfrm>
            <a:prstGeom prst="rect">
              <a:avLst/>
            </a:prstGeom>
            <a:noFill/>
            <a:ln w="12700">
              <a:solidFill>
                <a:srgbClr val="CC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14342"/>
                                        </p:tgtEl>
                                        <p:attrNameLst>
                                          <p:attrName>style.visibility</p:attrName>
                                        </p:attrNameLst>
                                      </p:cBhvr>
                                      <p:to>
                                        <p:strVal val="visible"/>
                                      </p:to>
                                    </p:set>
                                  </p:childTnLst>
                                  <p:subTnLst>
                                    <p:set>
                                      <p:cBhvr override="childStyle">
                                        <p:cTn dur="1" fill="hold" display="0" masterRel="nextClick" afterEffect="1"/>
                                        <p:tgtEl>
                                          <p:spTgt spid="14342"/>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1BFAFA75-7695-F826-06E3-47B814BD1811}"/>
              </a:ext>
            </a:extLst>
          </p:cNvPr>
          <p:cNvSpPr>
            <a:spLocks noChangeArrowheads="1"/>
          </p:cNvSpPr>
          <p:nvPr/>
        </p:nvSpPr>
        <p:spPr bwMode="auto">
          <a:xfrm>
            <a:off x="0" y="28575"/>
            <a:ext cx="3871913" cy="5156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46038" tIns="46038" rIns="46038" bIns="46038">
            <a:spAutoFit/>
          </a:bodyPr>
          <a:lstStyle/>
          <a:p>
            <a:pPr>
              <a:lnSpc>
                <a:spcPct val="75000"/>
              </a:lnSpc>
            </a:pPr>
            <a:r>
              <a:rPr lang="en-US" altLang="en-US" sz="800">
                <a:solidFill>
                  <a:schemeClr val="tx1"/>
                </a:solidFill>
                <a:latin typeface="Courier New" panose="02070309020205020404" pitchFamily="49" charset="0"/>
              </a:rPr>
              <a:t>REPORT SECTION.</a:t>
            </a:r>
          </a:p>
          <a:p>
            <a:pPr>
              <a:lnSpc>
                <a:spcPct val="75000"/>
              </a:lnSpc>
            </a:pPr>
            <a:r>
              <a:rPr lang="en-US" altLang="en-US" sz="800">
                <a:solidFill>
                  <a:schemeClr val="tx1"/>
                </a:solidFill>
                <a:latin typeface="Courier New" panose="02070309020205020404" pitchFamily="49" charset="0"/>
              </a:rPr>
              <a:t>RD  SalesReport</a:t>
            </a:r>
          </a:p>
          <a:p>
            <a:pPr>
              <a:lnSpc>
                <a:spcPct val="75000"/>
              </a:lnSpc>
            </a:pPr>
            <a:r>
              <a:rPr lang="en-US" altLang="en-US" sz="800">
                <a:solidFill>
                  <a:schemeClr val="tx1"/>
                </a:solidFill>
                <a:latin typeface="Courier New" panose="02070309020205020404" pitchFamily="49" charset="0"/>
              </a:rPr>
              <a:t>    </a:t>
            </a:r>
            <a:r>
              <a:rPr lang="en-US" altLang="en-US" sz="800" b="1">
                <a:latin typeface="Courier New" panose="02070309020205020404" pitchFamily="49" charset="0"/>
              </a:rPr>
              <a:t>CONTROLS ARE SalesPersonNum</a:t>
            </a:r>
            <a:r>
              <a:rPr lang="en-US" altLang="en-US" sz="800">
                <a:solidFill>
                  <a:schemeClr val="tx1"/>
                </a:solidFill>
                <a:latin typeface="Courier New" panose="02070309020205020404" pitchFamily="49" charset="0"/>
              </a:rPr>
              <a:t> </a:t>
            </a:r>
          </a:p>
          <a:p>
            <a:pPr>
              <a:lnSpc>
                <a:spcPct val="75000"/>
              </a:lnSpc>
            </a:pPr>
            <a:r>
              <a:rPr lang="en-US" altLang="en-US" sz="800">
                <a:solidFill>
                  <a:schemeClr val="tx1"/>
                </a:solidFill>
                <a:latin typeface="Courier New" panose="02070309020205020404" pitchFamily="49" charset="0"/>
              </a:rPr>
              <a:t>    PAGE LIMIT IS 66</a:t>
            </a:r>
          </a:p>
          <a:p>
            <a:pPr>
              <a:lnSpc>
                <a:spcPct val="75000"/>
              </a:lnSpc>
            </a:pPr>
            <a:r>
              <a:rPr lang="en-US" altLang="en-US" sz="800">
                <a:solidFill>
                  <a:schemeClr val="tx1"/>
                </a:solidFill>
                <a:latin typeface="Courier New" panose="02070309020205020404" pitchFamily="49" charset="0"/>
              </a:rPr>
              <a:t>    HEADING 1</a:t>
            </a:r>
          </a:p>
          <a:p>
            <a:pPr>
              <a:lnSpc>
                <a:spcPct val="75000"/>
              </a:lnSpc>
            </a:pPr>
            <a:r>
              <a:rPr lang="en-US" altLang="en-US" sz="800">
                <a:solidFill>
                  <a:schemeClr val="tx1"/>
                </a:solidFill>
                <a:latin typeface="Courier New" panose="02070309020205020404" pitchFamily="49" charset="0"/>
              </a:rPr>
              <a:t>    FIRST DETAIL 6</a:t>
            </a:r>
          </a:p>
          <a:p>
            <a:pPr>
              <a:lnSpc>
                <a:spcPct val="75000"/>
              </a:lnSpc>
            </a:pPr>
            <a:r>
              <a:rPr lang="en-US" altLang="en-US" sz="800">
                <a:solidFill>
                  <a:schemeClr val="tx1"/>
                </a:solidFill>
                <a:latin typeface="Courier New" panose="02070309020205020404" pitchFamily="49" charset="0"/>
              </a:rPr>
              <a:t>    LAST DETAIL 42</a:t>
            </a:r>
          </a:p>
          <a:p>
            <a:pPr>
              <a:lnSpc>
                <a:spcPct val="75000"/>
              </a:lnSpc>
            </a:pPr>
            <a:r>
              <a:rPr lang="en-US" altLang="en-US" sz="800">
                <a:solidFill>
                  <a:schemeClr val="tx1"/>
                </a:solidFill>
                <a:latin typeface="Courier New" panose="02070309020205020404" pitchFamily="49" charset="0"/>
              </a:rPr>
              <a:t>    FOOTING 52.</a:t>
            </a:r>
          </a:p>
          <a:p>
            <a:pPr>
              <a:lnSpc>
                <a:spcPct val="75000"/>
              </a:lnSpc>
            </a:pPr>
            <a:endParaRPr lang="en-US" altLang="en-US" sz="800">
              <a:solidFill>
                <a:schemeClr val="tx1"/>
              </a:solidFill>
              <a:latin typeface="Courier New" panose="02070309020205020404" pitchFamily="49" charset="0"/>
            </a:endParaRPr>
          </a:p>
          <a:p>
            <a:pPr>
              <a:lnSpc>
                <a:spcPct val="75000"/>
              </a:lnSpc>
            </a:pPr>
            <a:r>
              <a:rPr lang="en-US" altLang="en-US" sz="800">
                <a:solidFill>
                  <a:schemeClr val="tx1"/>
                </a:solidFill>
                <a:latin typeface="Courier New" panose="02070309020205020404" pitchFamily="49" charset="0"/>
              </a:rPr>
              <a:t>01  TYPE IS PAGE HEADING.</a:t>
            </a:r>
          </a:p>
          <a:p>
            <a:pPr>
              <a:lnSpc>
                <a:spcPct val="75000"/>
              </a:lnSpc>
            </a:pPr>
            <a:r>
              <a:rPr lang="en-US" altLang="en-US" sz="800">
                <a:solidFill>
                  <a:schemeClr val="tx1"/>
                </a:solidFill>
                <a:latin typeface="Courier New" panose="02070309020205020404" pitchFamily="49" charset="0"/>
              </a:rPr>
              <a:t>    02 LINE 1.</a:t>
            </a:r>
          </a:p>
          <a:p>
            <a:pPr>
              <a:lnSpc>
                <a:spcPct val="75000"/>
              </a:lnSpc>
            </a:pPr>
            <a:r>
              <a:rPr lang="en-US" altLang="en-US" sz="800">
                <a:solidFill>
                  <a:schemeClr val="tx1"/>
                </a:solidFill>
                <a:latin typeface="Courier New" panose="02070309020205020404" pitchFamily="49" charset="0"/>
              </a:rPr>
              <a:t>       03 COLUMN 12     PIC X(32)</a:t>
            </a:r>
          </a:p>
          <a:p>
            <a:pPr>
              <a:lnSpc>
                <a:spcPct val="75000"/>
              </a:lnSpc>
            </a:pPr>
            <a:r>
              <a:rPr lang="en-US" altLang="en-US" sz="800">
                <a:solidFill>
                  <a:schemeClr val="tx1"/>
                </a:solidFill>
                <a:latin typeface="Courier New" panose="02070309020205020404" pitchFamily="49" charset="0"/>
              </a:rPr>
              <a:t>                      VALUE "An example COBOL Report Program".</a:t>
            </a:r>
          </a:p>
          <a:p>
            <a:pPr>
              <a:lnSpc>
                <a:spcPct val="75000"/>
              </a:lnSpc>
            </a:pPr>
            <a:endParaRPr lang="en-US" altLang="en-US" sz="800">
              <a:solidFill>
                <a:schemeClr val="tx1"/>
              </a:solidFill>
              <a:latin typeface="Courier New" panose="02070309020205020404" pitchFamily="49" charset="0"/>
            </a:endParaRPr>
          </a:p>
          <a:p>
            <a:pPr>
              <a:lnSpc>
                <a:spcPct val="75000"/>
              </a:lnSpc>
            </a:pPr>
            <a:r>
              <a:rPr lang="en-US" altLang="en-US" sz="800">
                <a:solidFill>
                  <a:schemeClr val="tx1"/>
                </a:solidFill>
                <a:latin typeface="Courier New" panose="02070309020205020404" pitchFamily="49" charset="0"/>
              </a:rPr>
              <a:t>    02 LINE 2.</a:t>
            </a:r>
          </a:p>
          <a:p>
            <a:pPr>
              <a:lnSpc>
                <a:spcPct val="75000"/>
              </a:lnSpc>
            </a:pPr>
            <a:r>
              <a:rPr lang="en-US" altLang="en-US" sz="800">
                <a:solidFill>
                  <a:schemeClr val="tx1"/>
                </a:solidFill>
                <a:latin typeface="Courier New" panose="02070309020205020404" pitchFamily="49" charset="0"/>
              </a:rPr>
              <a:t>       03 COLUMN 6      PIC X(17)</a:t>
            </a:r>
          </a:p>
          <a:p>
            <a:pPr>
              <a:lnSpc>
                <a:spcPct val="75000"/>
              </a:lnSpc>
            </a:pPr>
            <a:r>
              <a:rPr lang="en-US" altLang="en-US" sz="800">
                <a:solidFill>
                  <a:schemeClr val="tx1"/>
                </a:solidFill>
                <a:latin typeface="Courier New" panose="02070309020205020404" pitchFamily="49" charset="0"/>
              </a:rPr>
              <a:t>          VALUE "Bible Salesperson".</a:t>
            </a:r>
          </a:p>
          <a:p>
            <a:pPr>
              <a:lnSpc>
                <a:spcPct val="75000"/>
              </a:lnSpc>
            </a:pPr>
            <a:r>
              <a:rPr lang="en-US" altLang="en-US" sz="800">
                <a:solidFill>
                  <a:schemeClr val="tx1"/>
                </a:solidFill>
                <a:latin typeface="Courier New" panose="02070309020205020404" pitchFamily="49" charset="0"/>
              </a:rPr>
              <a:t>       03 COLUMN 23     PIC X(26)</a:t>
            </a:r>
          </a:p>
          <a:p>
            <a:pPr>
              <a:lnSpc>
                <a:spcPct val="75000"/>
              </a:lnSpc>
            </a:pPr>
            <a:r>
              <a:rPr lang="en-US" altLang="en-US" sz="800">
                <a:solidFill>
                  <a:schemeClr val="tx1"/>
                </a:solidFill>
                <a:latin typeface="Courier New" panose="02070309020205020404" pitchFamily="49" charset="0"/>
              </a:rPr>
              <a:t>          VALUE " - Sales and Salary Report".</a:t>
            </a:r>
          </a:p>
          <a:p>
            <a:pPr>
              <a:lnSpc>
                <a:spcPct val="75000"/>
              </a:lnSpc>
            </a:pPr>
            <a:endParaRPr lang="en-US" altLang="en-US" sz="800">
              <a:solidFill>
                <a:schemeClr val="tx1"/>
              </a:solidFill>
              <a:latin typeface="Courier New" panose="02070309020205020404" pitchFamily="49" charset="0"/>
            </a:endParaRPr>
          </a:p>
          <a:p>
            <a:pPr>
              <a:lnSpc>
                <a:spcPct val="75000"/>
              </a:lnSpc>
            </a:pPr>
            <a:r>
              <a:rPr lang="en-US" altLang="en-US" sz="800">
                <a:solidFill>
                  <a:schemeClr val="tx1"/>
                </a:solidFill>
                <a:latin typeface="Courier New" panose="02070309020205020404" pitchFamily="49" charset="0"/>
              </a:rPr>
              <a:t>    02 LINE 4.</a:t>
            </a:r>
          </a:p>
          <a:p>
            <a:pPr>
              <a:lnSpc>
                <a:spcPct val="75000"/>
              </a:lnSpc>
            </a:pPr>
            <a:r>
              <a:rPr lang="en-US" altLang="en-US" sz="800">
                <a:solidFill>
                  <a:schemeClr val="tx1"/>
                </a:solidFill>
                <a:latin typeface="Courier New" panose="02070309020205020404" pitchFamily="49" charset="0"/>
              </a:rPr>
              <a:t>       03 COLUMN 2      PIC X(4)  VALUE "City".</a:t>
            </a:r>
          </a:p>
          <a:p>
            <a:pPr>
              <a:lnSpc>
                <a:spcPct val="75000"/>
              </a:lnSpc>
            </a:pPr>
            <a:r>
              <a:rPr lang="en-US" altLang="en-US" sz="800">
                <a:solidFill>
                  <a:schemeClr val="tx1"/>
                </a:solidFill>
                <a:latin typeface="Courier New" panose="02070309020205020404" pitchFamily="49" charset="0"/>
              </a:rPr>
              <a:t>       03 COLUMN 12     PIC X(11) VALUE "Salesperson".</a:t>
            </a:r>
          </a:p>
          <a:p>
            <a:pPr>
              <a:lnSpc>
                <a:spcPct val="75000"/>
              </a:lnSpc>
            </a:pPr>
            <a:r>
              <a:rPr lang="en-US" altLang="en-US" sz="800">
                <a:solidFill>
                  <a:schemeClr val="tx1"/>
                </a:solidFill>
                <a:latin typeface="Courier New" panose="02070309020205020404" pitchFamily="49" charset="0"/>
              </a:rPr>
              <a:t>       03 COLUMN 28     PIC X(4)  VALUE "Sale".</a:t>
            </a:r>
          </a:p>
          <a:p>
            <a:pPr>
              <a:lnSpc>
                <a:spcPct val="75000"/>
              </a:lnSpc>
            </a:pPr>
            <a:endParaRPr lang="en-US" altLang="en-US" sz="800">
              <a:solidFill>
                <a:schemeClr val="tx1"/>
              </a:solidFill>
              <a:latin typeface="Courier New" panose="02070309020205020404" pitchFamily="49" charset="0"/>
            </a:endParaRPr>
          </a:p>
          <a:p>
            <a:pPr>
              <a:lnSpc>
                <a:spcPct val="75000"/>
              </a:lnSpc>
            </a:pPr>
            <a:r>
              <a:rPr lang="en-US" altLang="en-US" sz="800">
                <a:solidFill>
                  <a:schemeClr val="tx1"/>
                </a:solidFill>
                <a:latin typeface="Courier New" panose="02070309020205020404" pitchFamily="49" charset="0"/>
              </a:rPr>
              <a:t>    02 LINE 5.</a:t>
            </a:r>
          </a:p>
          <a:p>
            <a:pPr>
              <a:lnSpc>
                <a:spcPct val="75000"/>
              </a:lnSpc>
            </a:pPr>
            <a:r>
              <a:rPr lang="en-US" altLang="en-US" sz="800">
                <a:solidFill>
                  <a:schemeClr val="tx1"/>
                </a:solidFill>
                <a:latin typeface="Courier New" panose="02070309020205020404" pitchFamily="49" charset="0"/>
              </a:rPr>
              <a:t>       03 COLUMN 2      PIC X(4)  VALUE "Name".</a:t>
            </a:r>
          </a:p>
          <a:p>
            <a:pPr>
              <a:lnSpc>
                <a:spcPct val="75000"/>
              </a:lnSpc>
            </a:pPr>
            <a:r>
              <a:rPr lang="en-US" altLang="en-US" sz="800">
                <a:solidFill>
                  <a:schemeClr val="tx1"/>
                </a:solidFill>
                <a:latin typeface="Courier New" panose="02070309020205020404" pitchFamily="49" charset="0"/>
              </a:rPr>
              <a:t>       03 COLUMN 13     PIC X(6)  VALUE "Number".</a:t>
            </a:r>
          </a:p>
          <a:p>
            <a:pPr>
              <a:lnSpc>
                <a:spcPct val="75000"/>
              </a:lnSpc>
            </a:pPr>
            <a:r>
              <a:rPr lang="en-US" altLang="en-US" sz="800">
                <a:solidFill>
                  <a:schemeClr val="tx1"/>
                </a:solidFill>
                <a:latin typeface="Courier New" panose="02070309020205020404" pitchFamily="49" charset="0"/>
              </a:rPr>
              <a:t>       03 COLUMN 28     PIC X(5)  VALUE "Value".</a:t>
            </a:r>
          </a:p>
          <a:p>
            <a:pPr>
              <a:lnSpc>
                <a:spcPct val="75000"/>
              </a:lnSpc>
            </a:pPr>
            <a:endParaRPr lang="en-US" altLang="en-US" sz="800">
              <a:solidFill>
                <a:schemeClr val="tx1"/>
              </a:solidFill>
              <a:latin typeface="Courier New" panose="02070309020205020404" pitchFamily="49" charset="0"/>
            </a:endParaRPr>
          </a:p>
          <a:p>
            <a:pPr>
              <a:lnSpc>
                <a:spcPct val="75000"/>
              </a:lnSpc>
            </a:pPr>
            <a:r>
              <a:rPr lang="en-US" altLang="en-US" sz="800">
                <a:solidFill>
                  <a:schemeClr val="tx1"/>
                </a:solidFill>
                <a:latin typeface="Courier New" panose="02070309020205020404" pitchFamily="49" charset="0"/>
              </a:rPr>
              <a:t>01  DetailLine TYPE IS DETAIL.</a:t>
            </a:r>
          </a:p>
          <a:p>
            <a:pPr>
              <a:lnSpc>
                <a:spcPct val="75000"/>
              </a:lnSpc>
            </a:pPr>
            <a:r>
              <a:rPr lang="en-US" altLang="en-US" sz="800">
                <a:solidFill>
                  <a:schemeClr val="tx1"/>
                </a:solidFill>
                <a:latin typeface="Courier New" panose="02070309020205020404" pitchFamily="49" charset="0"/>
              </a:rPr>
              <a:t>    02 LINE IS PLUS 1.</a:t>
            </a:r>
          </a:p>
          <a:p>
            <a:pPr>
              <a:lnSpc>
                <a:spcPct val="75000"/>
              </a:lnSpc>
            </a:pPr>
            <a:r>
              <a:rPr lang="en-US" altLang="en-US" sz="800">
                <a:solidFill>
                  <a:schemeClr val="tx1"/>
                </a:solidFill>
                <a:latin typeface="Courier New" panose="02070309020205020404" pitchFamily="49" charset="0"/>
              </a:rPr>
              <a:t>       03 COLUMN 1      PIC X(9)</a:t>
            </a:r>
          </a:p>
          <a:p>
            <a:pPr>
              <a:lnSpc>
                <a:spcPct val="75000"/>
              </a:lnSpc>
            </a:pPr>
            <a:r>
              <a:rPr lang="en-US" altLang="en-US" sz="800">
                <a:solidFill>
                  <a:schemeClr val="tx1"/>
                </a:solidFill>
                <a:latin typeface="Courier New" panose="02070309020205020404" pitchFamily="49" charset="0"/>
              </a:rPr>
              <a:t>                        SOURCE CityName(CityCode).</a:t>
            </a:r>
          </a:p>
          <a:p>
            <a:pPr>
              <a:lnSpc>
                <a:spcPct val="75000"/>
              </a:lnSpc>
            </a:pPr>
            <a:r>
              <a:rPr lang="en-US" altLang="en-US" sz="800">
                <a:solidFill>
                  <a:schemeClr val="tx1"/>
                </a:solidFill>
                <a:latin typeface="Courier New" panose="02070309020205020404" pitchFamily="49" charset="0"/>
              </a:rPr>
              <a:t>       03 COLUMN 15     PIC 9</a:t>
            </a:r>
          </a:p>
          <a:p>
            <a:pPr>
              <a:lnSpc>
                <a:spcPct val="75000"/>
              </a:lnSpc>
            </a:pPr>
            <a:r>
              <a:rPr lang="en-US" altLang="en-US" sz="800">
                <a:solidFill>
                  <a:schemeClr val="tx1"/>
                </a:solidFill>
                <a:latin typeface="Courier New" panose="02070309020205020404" pitchFamily="49" charset="0"/>
              </a:rPr>
              <a:t>                        SOURCE SalesPersonNum.</a:t>
            </a:r>
          </a:p>
          <a:p>
            <a:pPr>
              <a:lnSpc>
                <a:spcPct val="75000"/>
              </a:lnSpc>
            </a:pPr>
            <a:r>
              <a:rPr lang="en-US" altLang="en-US" sz="800">
                <a:solidFill>
                  <a:schemeClr val="tx1"/>
                </a:solidFill>
                <a:latin typeface="Courier New" panose="02070309020205020404" pitchFamily="49" charset="0"/>
              </a:rPr>
              <a:t>       03 COLUMN 25     PIC $$,$$$.99 SOURCE ValueOfSale.</a:t>
            </a:r>
          </a:p>
          <a:p>
            <a:pPr>
              <a:lnSpc>
                <a:spcPct val="75000"/>
              </a:lnSpc>
            </a:pPr>
            <a:endParaRPr lang="en-US" altLang="en-US" sz="800">
              <a:solidFill>
                <a:schemeClr val="tx1"/>
              </a:solidFill>
              <a:latin typeface="Courier New" panose="02070309020205020404" pitchFamily="49" charset="0"/>
            </a:endParaRPr>
          </a:p>
          <a:p>
            <a:pPr>
              <a:lnSpc>
                <a:spcPct val="75000"/>
              </a:lnSpc>
            </a:pPr>
            <a:endParaRPr lang="en-US" altLang="en-US" sz="800">
              <a:solidFill>
                <a:schemeClr val="tx1"/>
              </a:solidFill>
              <a:latin typeface="Courier New" panose="02070309020205020404" pitchFamily="49" charset="0"/>
            </a:endParaRPr>
          </a:p>
          <a:p>
            <a:pPr>
              <a:lnSpc>
                <a:spcPct val="75000"/>
              </a:lnSpc>
            </a:pPr>
            <a:r>
              <a:rPr lang="en-US" altLang="en-US" sz="800" b="1">
                <a:latin typeface="Courier New" panose="02070309020205020404" pitchFamily="49" charset="0"/>
              </a:rPr>
              <a:t>01  SalesPersonGrp</a:t>
            </a:r>
          </a:p>
          <a:p>
            <a:pPr>
              <a:lnSpc>
                <a:spcPct val="75000"/>
              </a:lnSpc>
            </a:pPr>
            <a:r>
              <a:rPr lang="en-US" altLang="en-US" sz="800" b="1">
                <a:latin typeface="Courier New" panose="02070309020205020404" pitchFamily="49" charset="0"/>
              </a:rPr>
              <a:t>    TYPE IS CONTROL FOOTING SalesPersonNum NEXT GROUP PLUS 2.</a:t>
            </a:r>
            <a:endParaRPr lang="en-US" altLang="en-US" sz="800">
              <a:solidFill>
                <a:schemeClr val="tx1"/>
              </a:solidFill>
              <a:latin typeface="Courier New" panose="02070309020205020404" pitchFamily="49" charset="0"/>
            </a:endParaRPr>
          </a:p>
          <a:p>
            <a:pPr>
              <a:lnSpc>
                <a:spcPct val="75000"/>
              </a:lnSpc>
            </a:pPr>
            <a:r>
              <a:rPr lang="en-US" altLang="en-US" sz="800">
                <a:solidFill>
                  <a:schemeClr val="tx1"/>
                </a:solidFill>
                <a:latin typeface="Courier New" panose="02070309020205020404" pitchFamily="49" charset="0"/>
              </a:rPr>
              <a:t>    02 LINE IS PLUS 1.</a:t>
            </a:r>
          </a:p>
          <a:p>
            <a:pPr>
              <a:lnSpc>
                <a:spcPct val="75000"/>
              </a:lnSpc>
            </a:pPr>
            <a:r>
              <a:rPr lang="en-US" altLang="en-US" sz="800">
                <a:solidFill>
                  <a:schemeClr val="tx1"/>
                </a:solidFill>
                <a:latin typeface="Courier New" panose="02070309020205020404" pitchFamily="49" charset="0"/>
              </a:rPr>
              <a:t>       03 COLUMN 15     PIC X(21) </a:t>
            </a:r>
          </a:p>
          <a:p>
            <a:pPr>
              <a:lnSpc>
                <a:spcPct val="75000"/>
              </a:lnSpc>
            </a:pPr>
            <a:r>
              <a:rPr lang="en-US" altLang="en-US" sz="800">
                <a:solidFill>
                  <a:schemeClr val="tx1"/>
                </a:solidFill>
                <a:latin typeface="Courier New" panose="02070309020205020404" pitchFamily="49" charset="0"/>
              </a:rPr>
              <a:t>                        VALUE "Sales for salesperson".</a:t>
            </a:r>
          </a:p>
          <a:p>
            <a:pPr>
              <a:lnSpc>
                <a:spcPct val="75000"/>
              </a:lnSpc>
            </a:pPr>
            <a:r>
              <a:rPr lang="en-US" altLang="en-US" sz="800">
                <a:solidFill>
                  <a:schemeClr val="tx1"/>
                </a:solidFill>
                <a:latin typeface="Courier New" panose="02070309020205020404" pitchFamily="49" charset="0"/>
              </a:rPr>
              <a:t>       03 COLUMN 37     PIC 9 SOURCE SalesPersonNum.</a:t>
            </a:r>
          </a:p>
          <a:p>
            <a:pPr>
              <a:lnSpc>
                <a:spcPct val="75000"/>
              </a:lnSpc>
            </a:pPr>
            <a:r>
              <a:rPr lang="en-US" altLang="en-US" sz="800">
                <a:solidFill>
                  <a:schemeClr val="tx1"/>
                </a:solidFill>
                <a:latin typeface="Courier New" panose="02070309020205020404" pitchFamily="49" charset="0"/>
              </a:rPr>
              <a:t>       03 COLUMN 43     PIC X VALUE "=".</a:t>
            </a:r>
          </a:p>
          <a:p>
            <a:pPr>
              <a:lnSpc>
                <a:spcPct val="75000"/>
              </a:lnSpc>
            </a:pPr>
            <a:r>
              <a:rPr lang="en-US" altLang="en-US" sz="800">
                <a:solidFill>
                  <a:schemeClr val="tx1"/>
                </a:solidFill>
                <a:latin typeface="Courier New" panose="02070309020205020404" pitchFamily="49" charset="0"/>
              </a:rPr>
              <a:t>       03 SMS COLUMN 45 PIC $$$$$,$$$.99 SUM ValueOfSale.</a:t>
            </a:r>
          </a:p>
          <a:p>
            <a:pPr>
              <a:lnSpc>
                <a:spcPct val="75000"/>
              </a:lnSpc>
            </a:pPr>
            <a:endParaRPr lang="en-US" altLang="en-US" sz="800">
              <a:solidFill>
                <a:schemeClr val="tx1"/>
              </a:solidFill>
              <a:latin typeface="Courier New" panose="02070309020205020404" pitchFamily="49" charset="0"/>
            </a:endParaRPr>
          </a:p>
          <a:p>
            <a:pPr>
              <a:lnSpc>
                <a:spcPct val="75000"/>
              </a:lnSpc>
            </a:pPr>
            <a:endParaRPr lang="en-US" altLang="en-US" sz="800">
              <a:solidFill>
                <a:schemeClr val="tx1"/>
              </a:solidFill>
              <a:latin typeface="Courier New" panose="02070309020205020404" pitchFamily="49" charset="0"/>
            </a:endParaRPr>
          </a:p>
          <a:p>
            <a:pPr>
              <a:lnSpc>
                <a:spcPct val="75000"/>
              </a:lnSpc>
            </a:pPr>
            <a:r>
              <a:rPr lang="en-US" altLang="en-US" sz="800">
                <a:solidFill>
                  <a:schemeClr val="tx1"/>
                </a:solidFill>
                <a:latin typeface="Courier New" panose="02070309020205020404" pitchFamily="49" charset="0"/>
              </a:rPr>
              <a:t>01  TYPE IS PAGE FOOTING.</a:t>
            </a:r>
          </a:p>
          <a:p>
            <a:pPr>
              <a:lnSpc>
                <a:spcPct val="75000"/>
              </a:lnSpc>
            </a:pPr>
            <a:r>
              <a:rPr lang="en-US" altLang="en-US" sz="800">
                <a:solidFill>
                  <a:schemeClr val="tx1"/>
                </a:solidFill>
                <a:latin typeface="Courier New" panose="02070309020205020404" pitchFamily="49" charset="0"/>
              </a:rPr>
              <a:t>    02 LINE IS 53.</a:t>
            </a:r>
          </a:p>
          <a:p>
            <a:pPr>
              <a:lnSpc>
                <a:spcPct val="75000"/>
              </a:lnSpc>
            </a:pPr>
            <a:r>
              <a:rPr lang="en-US" altLang="en-US" sz="800">
                <a:solidFill>
                  <a:schemeClr val="tx1"/>
                </a:solidFill>
                <a:latin typeface="Courier New" panose="02070309020205020404" pitchFamily="49" charset="0"/>
              </a:rPr>
              <a:t>       03 COLUMN 1      PIC X(29) </a:t>
            </a:r>
          </a:p>
          <a:p>
            <a:pPr>
              <a:lnSpc>
                <a:spcPct val="75000"/>
              </a:lnSpc>
            </a:pPr>
            <a:r>
              <a:rPr lang="en-US" altLang="en-US" sz="800">
                <a:solidFill>
                  <a:schemeClr val="tx1"/>
                </a:solidFill>
                <a:latin typeface="Courier New" panose="02070309020205020404" pitchFamily="49" charset="0"/>
              </a:rPr>
              <a:t>                        VALUE "Programmer - Michael Coughlan".</a:t>
            </a:r>
          </a:p>
          <a:p>
            <a:pPr>
              <a:lnSpc>
                <a:spcPct val="75000"/>
              </a:lnSpc>
            </a:pPr>
            <a:r>
              <a:rPr lang="en-US" altLang="en-US" sz="800">
                <a:solidFill>
                  <a:schemeClr val="tx1"/>
                </a:solidFill>
                <a:latin typeface="Courier New" panose="02070309020205020404" pitchFamily="49" charset="0"/>
              </a:rPr>
              <a:t>       03 COLUMN 45     PIC X(6) VALUE "Page :".</a:t>
            </a:r>
          </a:p>
          <a:p>
            <a:pPr>
              <a:lnSpc>
                <a:spcPct val="75000"/>
              </a:lnSpc>
            </a:pPr>
            <a:r>
              <a:rPr lang="en-US" altLang="en-US" sz="800">
                <a:solidFill>
                  <a:schemeClr val="tx1"/>
                </a:solidFill>
                <a:latin typeface="Courier New" panose="02070309020205020404" pitchFamily="49" charset="0"/>
              </a:rPr>
              <a:t>       03 COLUMN 52     PIC Z9 SOURCE PAGE-COUNTER.</a:t>
            </a:r>
          </a:p>
        </p:txBody>
      </p:sp>
      <p:sp>
        <p:nvSpPr>
          <p:cNvPr id="15363" name="AutoShape 3">
            <a:extLst>
              <a:ext uri="{FF2B5EF4-FFF2-40B4-BE49-F238E27FC236}">
                <a16:creationId xmlns:a16="http://schemas.microsoft.com/office/drawing/2014/main" id="{D47AFED3-4156-DB31-06D1-03F05A034C14}"/>
              </a:ext>
            </a:extLst>
          </p:cNvPr>
          <p:cNvSpPr>
            <a:spLocks noChangeArrowheads="1"/>
          </p:cNvSpPr>
          <p:nvPr/>
        </p:nvSpPr>
        <p:spPr bwMode="auto">
          <a:xfrm flipH="1">
            <a:off x="1978025" y="1654175"/>
            <a:ext cx="1741488" cy="1467115"/>
          </a:xfrm>
          <a:prstGeom prst="wedgeRoundRectCallout">
            <a:avLst>
              <a:gd name="adj1" fmla="val -49588"/>
              <a:gd name="adj2" fmla="val 66667"/>
              <a:gd name="adj3" fmla="val 16667"/>
            </a:avLst>
          </a:prstGeom>
          <a:solidFill>
            <a:srgbClr val="FFFFC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algn="ctr">
              <a:lnSpc>
                <a:spcPct val="85000"/>
              </a:lnSpc>
            </a:pPr>
            <a:r>
              <a:rPr lang="en-US" altLang="en-US" sz="1000">
                <a:solidFill>
                  <a:schemeClr val="tx1"/>
                </a:solidFill>
              </a:rPr>
              <a:t>The order of the control breaks is established by the CONTROLS ARE phrase in the report’s RD entry.  The control break items are given in order of seniority.  </a:t>
            </a:r>
          </a:p>
          <a:p>
            <a:pPr algn="ctr">
              <a:lnSpc>
                <a:spcPct val="85000"/>
              </a:lnSpc>
            </a:pPr>
            <a:r>
              <a:rPr lang="en-US" altLang="en-US" sz="1000">
                <a:solidFill>
                  <a:schemeClr val="tx1"/>
                </a:solidFill>
              </a:rPr>
              <a:t>If a senior control break occurs ,it automatically causes a control break on all items junior to it.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8C3B30B5-2E00-3576-C391-47256E17EDAD}"/>
              </a:ext>
            </a:extLst>
          </p:cNvPr>
          <p:cNvSpPr>
            <a:spLocks noChangeArrowheads="1"/>
          </p:cNvSpPr>
          <p:nvPr/>
        </p:nvSpPr>
        <p:spPr bwMode="auto">
          <a:xfrm>
            <a:off x="0" y="28575"/>
            <a:ext cx="3871913" cy="5156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46038" tIns="46038" rIns="46038" bIns="46038">
            <a:spAutoFit/>
          </a:bodyPr>
          <a:lstStyle/>
          <a:p>
            <a:pPr>
              <a:lnSpc>
                <a:spcPct val="75000"/>
              </a:lnSpc>
            </a:pPr>
            <a:r>
              <a:rPr lang="en-US" altLang="en-US" sz="800">
                <a:solidFill>
                  <a:schemeClr val="tx1"/>
                </a:solidFill>
                <a:latin typeface="Courier New" panose="02070309020205020404" pitchFamily="49" charset="0"/>
              </a:rPr>
              <a:t>REPORT SECTION.</a:t>
            </a:r>
          </a:p>
          <a:p>
            <a:pPr>
              <a:lnSpc>
                <a:spcPct val="75000"/>
              </a:lnSpc>
            </a:pPr>
            <a:r>
              <a:rPr lang="en-US" altLang="en-US" sz="800">
                <a:solidFill>
                  <a:schemeClr val="tx1"/>
                </a:solidFill>
                <a:latin typeface="Courier New" panose="02070309020205020404" pitchFamily="49" charset="0"/>
              </a:rPr>
              <a:t>RD  SalesReport</a:t>
            </a:r>
          </a:p>
          <a:p>
            <a:pPr>
              <a:lnSpc>
                <a:spcPct val="75000"/>
              </a:lnSpc>
            </a:pPr>
            <a:r>
              <a:rPr lang="en-US" altLang="en-US" sz="800">
                <a:solidFill>
                  <a:schemeClr val="tx1"/>
                </a:solidFill>
                <a:latin typeface="Courier New" panose="02070309020205020404" pitchFamily="49" charset="0"/>
              </a:rPr>
              <a:t>    CONTROLS ARE SalesPersonNum </a:t>
            </a:r>
          </a:p>
          <a:p>
            <a:pPr>
              <a:lnSpc>
                <a:spcPct val="75000"/>
              </a:lnSpc>
            </a:pPr>
            <a:r>
              <a:rPr lang="en-US" altLang="en-US" sz="800">
                <a:solidFill>
                  <a:schemeClr val="tx1"/>
                </a:solidFill>
                <a:latin typeface="Courier New" panose="02070309020205020404" pitchFamily="49" charset="0"/>
              </a:rPr>
              <a:t>    PAGE LIMIT IS 66</a:t>
            </a:r>
          </a:p>
          <a:p>
            <a:pPr>
              <a:lnSpc>
                <a:spcPct val="75000"/>
              </a:lnSpc>
            </a:pPr>
            <a:r>
              <a:rPr lang="en-US" altLang="en-US" sz="800">
                <a:solidFill>
                  <a:schemeClr val="tx1"/>
                </a:solidFill>
                <a:latin typeface="Courier New" panose="02070309020205020404" pitchFamily="49" charset="0"/>
              </a:rPr>
              <a:t>    HEADING 1</a:t>
            </a:r>
          </a:p>
          <a:p>
            <a:pPr>
              <a:lnSpc>
                <a:spcPct val="75000"/>
              </a:lnSpc>
            </a:pPr>
            <a:r>
              <a:rPr lang="en-US" altLang="en-US" sz="800">
                <a:solidFill>
                  <a:schemeClr val="tx1"/>
                </a:solidFill>
                <a:latin typeface="Courier New" panose="02070309020205020404" pitchFamily="49" charset="0"/>
              </a:rPr>
              <a:t>    FIRST DETAIL 6</a:t>
            </a:r>
          </a:p>
          <a:p>
            <a:pPr>
              <a:lnSpc>
                <a:spcPct val="75000"/>
              </a:lnSpc>
            </a:pPr>
            <a:r>
              <a:rPr lang="en-US" altLang="en-US" sz="800">
                <a:solidFill>
                  <a:schemeClr val="tx1"/>
                </a:solidFill>
                <a:latin typeface="Courier New" panose="02070309020205020404" pitchFamily="49" charset="0"/>
              </a:rPr>
              <a:t>    LAST DETAIL 42</a:t>
            </a:r>
          </a:p>
          <a:p>
            <a:pPr>
              <a:lnSpc>
                <a:spcPct val="75000"/>
              </a:lnSpc>
            </a:pPr>
            <a:r>
              <a:rPr lang="en-US" altLang="en-US" sz="800">
                <a:solidFill>
                  <a:schemeClr val="tx1"/>
                </a:solidFill>
                <a:latin typeface="Courier New" panose="02070309020205020404" pitchFamily="49" charset="0"/>
              </a:rPr>
              <a:t>    FOOTING 52.</a:t>
            </a:r>
          </a:p>
          <a:p>
            <a:pPr>
              <a:lnSpc>
                <a:spcPct val="75000"/>
              </a:lnSpc>
            </a:pPr>
            <a:endParaRPr lang="en-US" altLang="en-US" sz="800">
              <a:solidFill>
                <a:schemeClr val="tx1"/>
              </a:solidFill>
              <a:latin typeface="Courier New" panose="02070309020205020404" pitchFamily="49" charset="0"/>
            </a:endParaRPr>
          </a:p>
          <a:p>
            <a:pPr>
              <a:lnSpc>
                <a:spcPct val="75000"/>
              </a:lnSpc>
            </a:pPr>
            <a:r>
              <a:rPr lang="en-US" altLang="en-US" sz="800">
                <a:solidFill>
                  <a:schemeClr val="tx1"/>
                </a:solidFill>
                <a:latin typeface="Courier New" panose="02070309020205020404" pitchFamily="49" charset="0"/>
              </a:rPr>
              <a:t>01  TYPE IS PAGE HEADING.</a:t>
            </a:r>
          </a:p>
          <a:p>
            <a:pPr>
              <a:lnSpc>
                <a:spcPct val="75000"/>
              </a:lnSpc>
            </a:pPr>
            <a:r>
              <a:rPr lang="en-US" altLang="en-US" sz="800">
                <a:solidFill>
                  <a:schemeClr val="tx1"/>
                </a:solidFill>
                <a:latin typeface="Courier New" panose="02070309020205020404" pitchFamily="49" charset="0"/>
              </a:rPr>
              <a:t>    02 LINE 1.</a:t>
            </a:r>
          </a:p>
          <a:p>
            <a:pPr>
              <a:lnSpc>
                <a:spcPct val="75000"/>
              </a:lnSpc>
            </a:pPr>
            <a:r>
              <a:rPr lang="en-US" altLang="en-US" sz="800">
                <a:solidFill>
                  <a:schemeClr val="tx1"/>
                </a:solidFill>
                <a:latin typeface="Courier New" panose="02070309020205020404" pitchFamily="49" charset="0"/>
              </a:rPr>
              <a:t>       03 COLUMN 12     PIC X(32)</a:t>
            </a:r>
          </a:p>
          <a:p>
            <a:pPr>
              <a:lnSpc>
                <a:spcPct val="75000"/>
              </a:lnSpc>
            </a:pPr>
            <a:r>
              <a:rPr lang="en-US" altLang="en-US" sz="800">
                <a:solidFill>
                  <a:schemeClr val="tx1"/>
                </a:solidFill>
                <a:latin typeface="Courier New" panose="02070309020205020404" pitchFamily="49" charset="0"/>
              </a:rPr>
              <a:t>                      VALUE "An example COBOL Report Program".</a:t>
            </a:r>
          </a:p>
          <a:p>
            <a:pPr>
              <a:lnSpc>
                <a:spcPct val="75000"/>
              </a:lnSpc>
            </a:pPr>
            <a:endParaRPr lang="en-US" altLang="en-US" sz="800">
              <a:solidFill>
                <a:schemeClr val="tx1"/>
              </a:solidFill>
              <a:latin typeface="Courier New" panose="02070309020205020404" pitchFamily="49" charset="0"/>
            </a:endParaRPr>
          </a:p>
          <a:p>
            <a:pPr>
              <a:lnSpc>
                <a:spcPct val="75000"/>
              </a:lnSpc>
            </a:pPr>
            <a:r>
              <a:rPr lang="en-US" altLang="en-US" sz="800">
                <a:solidFill>
                  <a:schemeClr val="tx1"/>
                </a:solidFill>
                <a:latin typeface="Courier New" panose="02070309020205020404" pitchFamily="49" charset="0"/>
              </a:rPr>
              <a:t>    02 LINE 2.</a:t>
            </a:r>
          </a:p>
          <a:p>
            <a:pPr>
              <a:lnSpc>
                <a:spcPct val="75000"/>
              </a:lnSpc>
            </a:pPr>
            <a:r>
              <a:rPr lang="en-US" altLang="en-US" sz="800">
                <a:solidFill>
                  <a:schemeClr val="tx1"/>
                </a:solidFill>
                <a:latin typeface="Courier New" panose="02070309020205020404" pitchFamily="49" charset="0"/>
              </a:rPr>
              <a:t>       03 COLUMN 6      PIC X(17)</a:t>
            </a:r>
          </a:p>
          <a:p>
            <a:pPr>
              <a:lnSpc>
                <a:spcPct val="75000"/>
              </a:lnSpc>
            </a:pPr>
            <a:r>
              <a:rPr lang="en-US" altLang="en-US" sz="800">
                <a:solidFill>
                  <a:schemeClr val="tx1"/>
                </a:solidFill>
                <a:latin typeface="Courier New" panose="02070309020205020404" pitchFamily="49" charset="0"/>
              </a:rPr>
              <a:t>          VALUE "Bible Salesperson".</a:t>
            </a:r>
          </a:p>
          <a:p>
            <a:pPr>
              <a:lnSpc>
                <a:spcPct val="75000"/>
              </a:lnSpc>
            </a:pPr>
            <a:r>
              <a:rPr lang="en-US" altLang="en-US" sz="800">
                <a:solidFill>
                  <a:schemeClr val="tx1"/>
                </a:solidFill>
                <a:latin typeface="Courier New" panose="02070309020205020404" pitchFamily="49" charset="0"/>
              </a:rPr>
              <a:t>       03 COLUMN 23     PIC X(26)</a:t>
            </a:r>
          </a:p>
          <a:p>
            <a:pPr>
              <a:lnSpc>
                <a:spcPct val="75000"/>
              </a:lnSpc>
            </a:pPr>
            <a:r>
              <a:rPr lang="en-US" altLang="en-US" sz="800">
                <a:solidFill>
                  <a:schemeClr val="tx1"/>
                </a:solidFill>
                <a:latin typeface="Courier New" panose="02070309020205020404" pitchFamily="49" charset="0"/>
              </a:rPr>
              <a:t>          VALUE " - Sales and Salary Report".</a:t>
            </a:r>
          </a:p>
          <a:p>
            <a:pPr>
              <a:lnSpc>
                <a:spcPct val="75000"/>
              </a:lnSpc>
            </a:pPr>
            <a:endParaRPr lang="en-US" altLang="en-US" sz="800">
              <a:solidFill>
                <a:schemeClr val="tx1"/>
              </a:solidFill>
              <a:latin typeface="Courier New" panose="02070309020205020404" pitchFamily="49" charset="0"/>
            </a:endParaRPr>
          </a:p>
          <a:p>
            <a:pPr>
              <a:lnSpc>
                <a:spcPct val="75000"/>
              </a:lnSpc>
            </a:pPr>
            <a:r>
              <a:rPr lang="en-US" altLang="en-US" sz="800">
                <a:solidFill>
                  <a:schemeClr val="tx1"/>
                </a:solidFill>
                <a:latin typeface="Courier New" panose="02070309020205020404" pitchFamily="49" charset="0"/>
              </a:rPr>
              <a:t>    02 LINE 4.</a:t>
            </a:r>
          </a:p>
          <a:p>
            <a:pPr>
              <a:lnSpc>
                <a:spcPct val="75000"/>
              </a:lnSpc>
            </a:pPr>
            <a:r>
              <a:rPr lang="en-US" altLang="en-US" sz="800">
                <a:solidFill>
                  <a:schemeClr val="tx1"/>
                </a:solidFill>
                <a:latin typeface="Courier New" panose="02070309020205020404" pitchFamily="49" charset="0"/>
              </a:rPr>
              <a:t>       03 COLUMN 2      PIC X(4)  VALUE "City".</a:t>
            </a:r>
          </a:p>
          <a:p>
            <a:pPr>
              <a:lnSpc>
                <a:spcPct val="75000"/>
              </a:lnSpc>
            </a:pPr>
            <a:r>
              <a:rPr lang="en-US" altLang="en-US" sz="800">
                <a:solidFill>
                  <a:schemeClr val="tx1"/>
                </a:solidFill>
                <a:latin typeface="Courier New" panose="02070309020205020404" pitchFamily="49" charset="0"/>
              </a:rPr>
              <a:t>       03 COLUMN 12     PIC X(11) VALUE "Salesperson".</a:t>
            </a:r>
          </a:p>
          <a:p>
            <a:pPr>
              <a:lnSpc>
                <a:spcPct val="75000"/>
              </a:lnSpc>
            </a:pPr>
            <a:r>
              <a:rPr lang="en-US" altLang="en-US" sz="800">
                <a:solidFill>
                  <a:schemeClr val="tx1"/>
                </a:solidFill>
                <a:latin typeface="Courier New" panose="02070309020205020404" pitchFamily="49" charset="0"/>
              </a:rPr>
              <a:t>       03 COLUMN 28     PIC X(4)  VALUE "Sale".</a:t>
            </a:r>
          </a:p>
          <a:p>
            <a:pPr>
              <a:lnSpc>
                <a:spcPct val="75000"/>
              </a:lnSpc>
            </a:pPr>
            <a:endParaRPr lang="en-US" altLang="en-US" sz="800">
              <a:solidFill>
                <a:schemeClr val="tx1"/>
              </a:solidFill>
              <a:latin typeface="Courier New" panose="02070309020205020404" pitchFamily="49" charset="0"/>
            </a:endParaRPr>
          </a:p>
          <a:p>
            <a:pPr>
              <a:lnSpc>
                <a:spcPct val="75000"/>
              </a:lnSpc>
            </a:pPr>
            <a:r>
              <a:rPr lang="en-US" altLang="en-US" sz="800">
                <a:solidFill>
                  <a:schemeClr val="tx1"/>
                </a:solidFill>
                <a:latin typeface="Courier New" panose="02070309020205020404" pitchFamily="49" charset="0"/>
              </a:rPr>
              <a:t>    02 LINE 5.</a:t>
            </a:r>
          </a:p>
          <a:p>
            <a:pPr>
              <a:lnSpc>
                <a:spcPct val="75000"/>
              </a:lnSpc>
            </a:pPr>
            <a:r>
              <a:rPr lang="en-US" altLang="en-US" sz="800">
                <a:solidFill>
                  <a:schemeClr val="tx1"/>
                </a:solidFill>
                <a:latin typeface="Courier New" panose="02070309020205020404" pitchFamily="49" charset="0"/>
              </a:rPr>
              <a:t>       03 COLUMN 2      PIC X(4)  VALUE "Name".</a:t>
            </a:r>
          </a:p>
          <a:p>
            <a:pPr>
              <a:lnSpc>
                <a:spcPct val="75000"/>
              </a:lnSpc>
            </a:pPr>
            <a:r>
              <a:rPr lang="en-US" altLang="en-US" sz="800">
                <a:solidFill>
                  <a:schemeClr val="tx1"/>
                </a:solidFill>
                <a:latin typeface="Courier New" panose="02070309020205020404" pitchFamily="49" charset="0"/>
              </a:rPr>
              <a:t>       03 COLUMN 13     PIC X(6)  VALUE "Number".</a:t>
            </a:r>
          </a:p>
          <a:p>
            <a:pPr>
              <a:lnSpc>
                <a:spcPct val="75000"/>
              </a:lnSpc>
            </a:pPr>
            <a:r>
              <a:rPr lang="en-US" altLang="en-US" sz="800">
                <a:solidFill>
                  <a:schemeClr val="tx1"/>
                </a:solidFill>
                <a:latin typeface="Courier New" panose="02070309020205020404" pitchFamily="49" charset="0"/>
              </a:rPr>
              <a:t>       03 COLUMN 28     PIC X(5)  VALUE "Value".</a:t>
            </a:r>
          </a:p>
          <a:p>
            <a:pPr>
              <a:lnSpc>
                <a:spcPct val="75000"/>
              </a:lnSpc>
            </a:pPr>
            <a:endParaRPr lang="en-US" altLang="en-US" sz="800">
              <a:solidFill>
                <a:schemeClr val="tx1"/>
              </a:solidFill>
              <a:latin typeface="Courier New" panose="02070309020205020404" pitchFamily="49" charset="0"/>
            </a:endParaRPr>
          </a:p>
          <a:p>
            <a:pPr>
              <a:lnSpc>
                <a:spcPct val="75000"/>
              </a:lnSpc>
            </a:pPr>
            <a:r>
              <a:rPr lang="en-US" altLang="en-US" sz="800">
                <a:solidFill>
                  <a:schemeClr val="tx1"/>
                </a:solidFill>
                <a:latin typeface="Courier New" panose="02070309020205020404" pitchFamily="49" charset="0"/>
              </a:rPr>
              <a:t>01  DetailLine TYPE IS DETAIL.</a:t>
            </a:r>
          </a:p>
          <a:p>
            <a:pPr>
              <a:lnSpc>
                <a:spcPct val="75000"/>
              </a:lnSpc>
            </a:pPr>
            <a:r>
              <a:rPr lang="en-US" altLang="en-US" sz="800">
                <a:solidFill>
                  <a:schemeClr val="tx1"/>
                </a:solidFill>
                <a:latin typeface="Courier New" panose="02070309020205020404" pitchFamily="49" charset="0"/>
              </a:rPr>
              <a:t>    02 LINE IS PLUS 1.</a:t>
            </a:r>
          </a:p>
          <a:p>
            <a:pPr>
              <a:lnSpc>
                <a:spcPct val="75000"/>
              </a:lnSpc>
            </a:pPr>
            <a:r>
              <a:rPr lang="en-US" altLang="en-US" sz="800">
                <a:solidFill>
                  <a:schemeClr val="tx1"/>
                </a:solidFill>
                <a:latin typeface="Courier New" panose="02070309020205020404" pitchFamily="49" charset="0"/>
              </a:rPr>
              <a:t>       03 COLUMN 1      PIC X(9)</a:t>
            </a:r>
          </a:p>
          <a:p>
            <a:pPr>
              <a:lnSpc>
                <a:spcPct val="75000"/>
              </a:lnSpc>
            </a:pPr>
            <a:r>
              <a:rPr lang="en-US" altLang="en-US" sz="800">
                <a:solidFill>
                  <a:schemeClr val="tx1"/>
                </a:solidFill>
                <a:latin typeface="Courier New" panose="02070309020205020404" pitchFamily="49" charset="0"/>
              </a:rPr>
              <a:t>                        SOURCE CityName(CityCode).</a:t>
            </a:r>
          </a:p>
          <a:p>
            <a:pPr>
              <a:lnSpc>
                <a:spcPct val="75000"/>
              </a:lnSpc>
            </a:pPr>
            <a:r>
              <a:rPr lang="en-US" altLang="en-US" sz="800">
                <a:solidFill>
                  <a:schemeClr val="tx1"/>
                </a:solidFill>
                <a:latin typeface="Courier New" panose="02070309020205020404" pitchFamily="49" charset="0"/>
              </a:rPr>
              <a:t>       03 COLUMN 15     PIC 9</a:t>
            </a:r>
          </a:p>
          <a:p>
            <a:pPr>
              <a:lnSpc>
                <a:spcPct val="75000"/>
              </a:lnSpc>
            </a:pPr>
            <a:r>
              <a:rPr lang="en-US" altLang="en-US" sz="800">
                <a:solidFill>
                  <a:schemeClr val="tx1"/>
                </a:solidFill>
                <a:latin typeface="Courier New" panose="02070309020205020404" pitchFamily="49" charset="0"/>
              </a:rPr>
              <a:t>                        SOURCE SalesPersonNum.</a:t>
            </a:r>
          </a:p>
          <a:p>
            <a:pPr>
              <a:lnSpc>
                <a:spcPct val="75000"/>
              </a:lnSpc>
            </a:pPr>
            <a:r>
              <a:rPr lang="en-US" altLang="en-US" sz="800">
                <a:solidFill>
                  <a:schemeClr val="tx1"/>
                </a:solidFill>
                <a:latin typeface="Courier New" panose="02070309020205020404" pitchFamily="49" charset="0"/>
              </a:rPr>
              <a:t>       03 COLUMN 25     PIC $$,$$$.99 SOURCE ValueOfSale.</a:t>
            </a:r>
          </a:p>
          <a:p>
            <a:pPr>
              <a:lnSpc>
                <a:spcPct val="75000"/>
              </a:lnSpc>
            </a:pPr>
            <a:endParaRPr lang="en-US" altLang="en-US" sz="800">
              <a:solidFill>
                <a:schemeClr val="tx1"/>
              </a:solidFill>
              <a:latin typeface="Courier New" panose="02070309020205020404" pitchFamily="49" charset="0"/>
            </a:endParaRPr>
          </a:p>
          <a:p>
            <a:pPr>
              <a:lnSpc>
                <a:spcPct val="75000"/>
              </a:lnSpc>
            </a:pPr>
            <a:endParaRPr lang="en-US" altLang="en-US" sz="800">
              <a:solidFill>
                <a:schemeClr val="tx1"/>
              </a:solidFill>
              <a:latin typeface="Courier New" panose="02070309020205020404" pitchFamily="49" charset="0"/>
            </a:endParaRPr>
          </a:p>
          <a:p>
            <a:pPr>
              <a:lnSpc>
                <a:spcPct val="75000"/>
              </a:lnSpc>
            </a:pPr>
            <a:r>
              <a:rPr lang="en-US" altLang="en-US" sz="800">
                <a:solidFill>
                  <a:schemeClr val="tx1"/>
                </a:solidFill>
                <a:latin typeface="Courier New" panose="02070309020205020404" pitchFamily="49" charset="0"/>
              </a:rPr>
              <a:t>01  SalesPersonGrp</a:t>
            </a:r>
          </a:p>
          <a:p>
            <a:pPr>
              <a:lnSpc>
                <a:spcPct val="75000"/>
              </a:lnSpc>
            </a:pPr>
            <a:r>
              <a:rPr lang="en-US" altLang="en-US" sz="800">
                <a:solidFill>
                  <a:schemeClr val="tx1"/>
                </a:solidFill>
                <a:latin typeface="Courier New" panose="02070309020205020404" pitchFamily="49" charset="0"/>
              </a:rPr>
              <a:t>    TYPE IS CONTROL FOOTING SalesPersonNum NEXT GROUP PLUS 2.</a:t>
            </a:r>
          </a:p>
          <a:p>
            <a:pPr>
              <a:lnSpc>
                <a:spcPct val="75000"/>
              </a:lnSpc>
            </a:pPr>
            <a:r>
              <a:rPr lang="en-US" altLang="en-US" sz="800">
                <a:solidFill>
                  <a:schemeClr val="tx1"/>
                </a:solidFill>
                <a:latin typeface="Courier New" panose="02070309020205020404" pitchFamily="49" charset="0"/>
              </a:rPr>
              <a:t>    02 LINE IS PLUS 1.</a:t>
            </a:r>
          </a:p>
          <a:p>
            <a:pPr>
              <a:lnSpc>
                <a:spcPct val="75000"/>
              </a:lnSpc>
            </a:pPr>
            <a:r>
              <a:rPr lang="en-US" altLang="en-US" sz="800">
                <a:solidFill>
                  <a:schemeClr val="tx1"/>
                </a:solidFill>
                <a:latin typeface="Courier New" panose="02070309020205020404" pitchFamily="49" charset="0"/>
              </a:rPr>
              <a:t>       03 COLUMN 15     PIC X(21) </a:t>
            </a:r>
          </a:p>
          <a:p>
            <a:pPr>
              <a:lnSpc>
                <a:spcPct val="75000"/>
              </a:lnSpc>
            </a:pPr>
            <a:r>
              <a:rPr lang="en-US" altLang="en-US" sz="800">
                <a:solidFill>
                  <a:schemeClr val="tx1"/>
                </a:solidFill>
                <a:latin typeface="Courier New" panose="02070309020205020404" pitchFamily="49" charset="0"/>
              </a:rPr>
              <a:t>                        VALUE "Sales for salesperson".</a:t>
            </a:r>
          </a:p>
          <a:p>
            <a:pPr>
              <a:lnSpc>
                <a:spcPct val="75000"/>
              </a:lnSpc>
            </a:pPr>
            <a:r>
              <a:rPr lang="en-US" altLang="en-US" sz="800">
                <a:solidFill>
                  <a:schemeClr val="tx1"/>
                </a:solidFill>
                <a:latin typeface="Courier New" panose="02070309020205020404" pitchFamily="49" charset="0"/>
              </a:rPr>
              <a:t>       03 COLUMN 37     PIC 9 SOURCE SalesPersonNum.</a:t>
            </a:r>
          </a:p>
          <a:p>
            <a:pPr>
              <a:lnSpc>
                <a:spcPct val="75000"/>
              </a:lnSpc>
            </a:pPr>
            <a:r>
              <a:rPr lang="en-US" altLang="en-US" sz="800">
                <a:solidFill>
                  <a:schemeClr val="tx1"/>
                </a:solidFill>
                <a:latin typeface="Courier New" panose="02070309020205020404" pitchFamily="49" charset="0"/>
              </a:rPr>
              <a:t>       03 COLUMN 43     PIC X VALUE "=".</a:t>
            </a:r>
          </a:p>
          <a:p>
            <a:pPr>
              <a:lnSpc>
                <a:spcPct val="75000"/>
              </a:lnSpc>
            </a:pPr>
            <a:r>
              <a:rPr lang="en-US" altLang="en-US" sz="800">
                <a:solidFill>
                  <a:schemeClr val="tx1"/>
                </a:solidFill>
                <a:latin typeface="Courier New" panose="02070309020205020404" pitchFamily="49" charset="0"/>
              </a:rPr>
              <a:t>       03 </a:t>
            </a:r>
            <a:r>
              <a:rPr lang="en-US" altLang="en-US" sz="800" b="1">
                <a:latin typeface="Courier New" panose="02070309020205020404" pitchFamily="49" charset="0"/>
              </a:rPr>
              <a:t>SMS</a:t>
            </a:r>
            <a:r>
              <a:rPr lang="en-US" altLang="en-US" sz="800">
                <a:solidFill>
                  <a:schemeClr val="tx1"/>
                </a:solidFill>
                <a:latin typeface="Courier New" panose="02070309020205020404" pitchFamily="49" charset="0"/>
              </a:rPr>
              <a:t> COLUMN 45 PIC $$$$$,$$$.99 </a:t>
            </a:r>
            <a:r>
              <a:rPr lang="en-US" altLang="en-US" sz="800" b="1">
                <a:latin typeface="Courier New" panose="02070309020205020404" pitchFamily="49" charset="0"/>
              </a:rPr>
              <a:t>SUM ValueOfSale</a:t>
            </a:r>
            <a:r>
              <a:rPr lang="en-US" altLang="en-US" sz="800">
                <a:solidFill>
                  <a:schemeClr val="tx1"/>
                </a:solidFill>
                <a:latin typeface="Courier New" panose="02070309020205020404" pitchFamily="49" charset="0"/>
              </a:rPr>
              <a:t>.</a:t>
            </a:r>
          </a:p>
          <a:p>
            <a:pPr>
              <a:lnSpc>
                <a:spcPct val="75000"/>
              </a:lnSpc>
            </a:pPr>
            <a:endParaRPr lang="en-US" altLang="en-US" sz="800">
              <a:solidFill>
                <a:schemeClr val="tx1"/>
              </a:solidFill>
              <a:latin typeface="Courier New" panose="02070309020205020404" pitchFamily="49" charset="0"/>
            </a:endParaRPr>
          </a:p>
          <a:p>
            <a:pPr>
              <a:lnSpc>
                <a:spcPct val="75000"/>
              </a:lnSpc>
            </a:pPr>
            <a:endParaRPr lang="en-US" altLang="en-US" sz="800">
              <a:solidFill>
                <a:schemeClr val="tx1"/>
              </a:solidFill>
              <a:latin typeface="Courier New" panose="02070309020205020404" pitchFamily="49" charset="0"/>
            </a:endParaRPr>
          </a:p>
          <a:p>
            <a:pPr>
              <a:lnSpc>
                <a:spcPct val="75000"/>
              </a:lnSpc>
            </a:pPr>
            <a:r>
              <a:rPr lang="en-US" altLang="en-US" sz="800">
                <a:solidFill>
                  <a:schemeClr val="tx1"/>
                </a:solidFill>
                <a:latin typeface="Courier New" panose="02070309020205020404" pitchFamily="49" charset="0"/>
              </a:rPr>
              <a:t>01  TYPE IS PAGE FOOTING.</a:t>
            </a:r>
          </a:p>
          <a:p>
            <a:pPr>
              <a:lnSpc>
                <a:spcPct val="75000"/>
              </a:lnSpc>
            </a:pPr>
            <a:r>
              <a:rPr lang="en-US" altLang="en-US" sz="800">
                <a:solidFill>
                  <a:schemeClr val="tx1"/>
                </a:solidFill>
                <a:latin typeface="Courier New" panose="02070309020205020404" pitchFamily="49" charset="0"/>
              </a:rPr>
              <a:t>    02 LINE IS 53.</a:t>
            </a:r>
          </a:p>
          <a:p>
            <a:pPr>
              <a:lnSpc>
                <a:spcPct val="75000"/>
              </a:lnSpc>
            </a:pPr>
            <a:r>
              <a:rPr lang="en-US" altLang="en-US" sz="800">
                <a:solidFill>
                  <a:schemeClr val="tx1"/>
                </a:solidFill>
                <a:latin typeface="Courier New" panose="02070309020205020404" pitchFamily="49" charset="0"/>
              </a:rPr>
              <a:t>       03 COLUMN 1      PIC X(29) </a:t>
            </a:r>
          </a:p>
          <a:p>
            <a:pPr>
              <a:lnSpc>
                <a:spcPct val="75000"/>
              </a:lnSpc>
            </a:pPr>
            <a:r>
              <a:rPr lang="en-US" altLang="en-US" sz="800">
                <a:solidFill>
                  <a:schemeClr val="tx1"/>
                </a:solidFill>
                <a:latin typeface="Courier New" panose="02070309020205020404" pitchFamily="49" charset="0"/>
              </a:rPr>
              <a:t>                        VALUE "Programmer - Michael Coughlan".</a:t>
            </a:r>
          </a:p>
          <a:p>
            <a:pPr>
              <a:lnSpc>
                <a:spcPct val="75000"/>
              </a:lnSpc>
            </a:pPr>
            <a:r>
              <a:rPr lang="en-US" altLang="en-US" sz="800">
                <a:solidFill>
                  <a:schemeClr val="tx1"/>
                </a:solidFill>
                <a:latin typeface="Courier New" panose="02070309020205020404" pitchFamily="49" charset="0"/>
              </a:rPr>
              <a:t>       03 COLUMN 45     PIC X(6) VALUE "Page :".</a:t>
            </a:r>
          </a:p>
          <a:p>
            <a:pPr>
              <a:lnSpc>
                <a:spcPct val="75000"/>
              </a:lnSpc>
            </a:pPr>
            <a:r>
              <a:rPr lang="en-US" altLang="en-US" sz="800">
                <a:solidFill>
                  <a:schemeClr val="tx1"/>
                </a:solidFill>
                <a:latin typeface="Courier New" panose="02070309020205020404" pitchFamily="49" charset="0"/>
              </a:rPr>
              <a:t>       03 COLUMN 52     PIC Z9 SOURCE PAGE-COUNTER.</a:t>
            </a:r>
          </a:p>
        </p:txBody>
      </p:sp>
      <p:sp>
        <p:nvSpPr>
          <p:cNvPr id="17411" name="AutoShape 3">
            <a:extLst>
              <a:ext uri="{FF2B5EF4-FFF2-40B4-BE49-F238E27FC236}">
                <a16:creationId xmlns:a16="http://schemas.microsoft.com/office/drawing/2014/main" id="{8D20B95D-F0AB-55C4-96E2-C3ADA4F30EAD}"/>
              </a:ext>
            </a:extLst>
          </p:cNvPr>
          <p:cNvSpPr>
            <a:spLocks noChangeArrowheads="1"/>
          </p:cNvSpPr>
          <p:nvPr/>
        </p:nvSpPr>
        <p:spPr bwMode="auto">
          <a:xfrm flipH="1">
            <a:off x="1978025" y="1654175"/>
            <a:ext cx="1741488" cy="1467115"/>
          </a:xfrm>
          <a:prstGeom prst="wedgeRoundRectCallout">
            <a:avLst>
              <a:gd name="adj1" fmla="val -49588"/>
              <a:gd name="adj2" fmla="val 66667"/>
              <a:gd name="adj3" fmla="val 16667"/>
            </a:avLst>
          </a:prstGeom>
          <a:solidFill>
            <a:srgbClr val="FFFFC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algn="ctr">
              <a:lnSpc>
                <a:spcPct val="85000"/>
              </a:lnSpc>
            </a:pPr>
            <a:r>
              <a:rPr lang="en-US" altLang="en-US" sz="1000">
                <a:solidFill>
                  <a:schemeClr val="tx1"/>
                </a:solidFill>
              </a:rPr>
              <a:t>We want to print the total sales for the salesperson but to do that we need to sum all the salesperson’s sales.</a:t>
            </a:r>
          </a:p>
          <a:p>
            <a:pPr algn="ctr">
              <a:lnSpc>
                <a:spcPct val="85000"/>
              </a:lnSpc>
            </a:pPr>
            <a:endParaRPr lang="en-US" altLang="en-US" sz="1000">
              <a:solidFill>
                <a:schemeClr val="tx1"/>
              </a:solidFill>
            </a:endParaRPr>
          </a:p>
          <a:p>
            <a:pPr algn="ctr">
              <a:lnSpc>
                <a:spcPct val="85000"/>
              </a:lnSpc>
            </a:pPr>
            <a:r>
              <a:rPr lang="en-US" altLang="en-US" sz="1000">
                <a:solidFill>
                  <a:schemeClr val="tx1"/>
                </a:solidFill>
              </a:rPr>
              <a:t>We can get the Report Writer to sum all the sales for us automatically by using the SUM clause. </a:t>
            </a:r>
          </a:p>
        </p:txBody>
      </p:sp>
      <p:sp>
        <p:nvSpPr>
          <p:cNvPr id="17412" name="AutoShape 4">
            <a:extLst>
              <a:ext uri="{FF2B5EF4-FFF2-40B4-BE49-F238E27FC236}">
                <a16:creationId xmlns:a16="http://schemas.microsoft.com/office/drawing/2014/main" id="{2552BEB3-F5C8-0A6E-5561-D5D65CB9BEF8}"/>
              </a:ext>
            </a:extLst>
          </p:cNvPr>
          <p:cNvSpPr>
            <a:spLocks noChangeArrowheads="1"/>
          </p:cNvSpPr>
          <p:nvPr/>
        </p:nvSpPr>
        <p:spPr bwMode="auto">
          <a:xfrm flipH="1">
            <a:off x="1978025" y="1654175"/>
            <a:ext cx="1741488" cy="1467115"/>
          </a:xfrm>
          <a:prstGeom prst="wedgeRoundRectCallout">
            <a:avLst>
              <a:gd name="adj1" fmla="val -49588"/>
              <a:gd name="adj2" fmla="val 66667"/>
              <a:gd name="adj3" fmla="val 16667"/>
            </a:avLst>
          </a:prstGeom>
          <a:solidFill>
            <a:srgbClr val="FFFFC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algn="ctr">
              <a:lnSpc>
                <a:spcPct val="85000"/>
              </a:lnSpc>
            </a:pPr>
            <a:r>
              <a:rPr lang="en-US" altLang="en-US" sz="1000">
                <a:solidFill>
                  <a:schemeClr val="tx1"/>
                </a:solidFill>
              </a:rPr>
              <a:t>In this instance the SUM clause adds the contents of the ValueOfSale to the salesperson total each time a GENERATE statement is executed.</a:t>
            </a:r>
          </a:p>
          <a:p>
            <a:pPr algn="ctr">
              <a:lnSpc>
                <a:spcPct val="85000"/>
              </a:lnSpc>
            </a:pPr>
            <a:endParaRPr lang="en-US" altLang="en-US" sz="1000">
              <a:solidFill>
                <a:schemeClr val="tx1"/>
              </a:solidFill>
            </a:endParaRPr>
          </a:p>
          <a:p>
            <a:pPr algn="ctr">
              <a:lnSpc>
                <a:spcPct val="85000"/>
              </a:lnSpc>
            </a:pPr>
            <a:r>
              <a:rPr lang="en-US" altLang="en-US" sz="1000">
                <a:solidFill>
                  <a:schemeClr val="tx1"/>
                </a:solidFill>
              </a:rPr>
              <a:t>When the salesperson total is printed it is reset to zero.</a:t>
            </a:r>
          </a:p>
        </p:txBody>
      </p:sp>
      <p:sp>
        <p:nvSpPr>
          <p:cNvPr id="17413" name="AutoShape 5">
            <a:extLst>
              <a:ext uri="{FF2B5EF4-FFF2-40B4-BE49-F238E27FC236}">
                <a16:creationId xmlns:a16="http://schemas.microsoft.com/office/drawing/2014/main" id="{44111BC5-A60F-DCBF-9BA3-D69DC2B70D34}"/>
              </a:ext>
            </a:extLst>
          </p:cNvPr>
          <p:cNvSpPr>
            <a:spLocks noChangeArrowheads="1"/>
          </p:cNvSpPr>
          <p:nvPr/>
        </p:nvSpPr>
        <p:spPr bwMode="auto">
          <a:xfrm flipH="1">
            <a:off x="1978025" y="1663700"/>
            <a:ext cx="1741488" cy="1467115"/>
          </a:xfrm>
          <a:prstGeom prst="wedgeRoundRectCallout">
            <a:avLst>
              <a:gd name="adj1" fmla="val -49588"/>
              <a:gd name="adj2" fmla="val 66667"/>
              <a:gd name="adj3" fmla="val 16667"/>
            </a:avLst>
          </a:prstGeom>
          <a:solidFill>
            <a:srgbClr val="FFFFC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algn="ctr">
              <a:lnSpc>
                <a:spcPct val="85000"/>
              </a:lnSpc>
            </a:pPr>
            <a:r>
              <a:rPr lang="en-US" altLang="en-US" sz="1000">
                <a:solidFill>
                  <a:schemeClr val="tx1"/>
                </a:solidFill>
              </a:rPr>
              <a:t>We have identified the item that contains the salesperson total with the name SMS.</a:t>
            </a:r>
          </a:p>
          <a:p>
            <a:pPr algn="ctr">
              <a:lnSpc>
                <a:spcPct val="85000"/>
              </a:lnSpc>
            </a:pPr>
            <a:endParaRPr lang="en-US" altLang="en-US" sz="1000">
              <a:solidFill>
                <a:schemeClr val="tx1"/>
              </a:solidFill>
            </a:endParaRPr>
          </a:p>
          <a:p>
            <a:pPr algn="ctr">
              <a:lnSpc>
                <a:spcPct val="85000"/>
              </a:lnSpc>
            </a:pPr>
            <a:r>
              <a:rPr lang="en-US" altLang="en-US" sz="1000">
                <a:solidFill>
                  <a:schemeClr val="tx1"/>
                </a:solidFill>
              </a:rPr>
              <a:t>In this program we don’t actually need to identify this itembecause we never refer to it but it is declared now because we will refer to it when we extend the program.</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7412"/>
                                        </p:tgtEl>
                                        <p:attrNameLst>
                                          <p:attrName>style.visibility</p:attrName>
                                        </p:attrNameLst>
                                      </p:cBhvr>
                                      <p:to>
                                        <p:strVal val="visible"/>
                                      </p:to>
                                    </p:set>
                                  </p:childTnLst>
                                  <p:subTnLst>
                                    <p:set>
                                      <p:cBhvr override="childStyle">
                                        <p:cTn dur="1" fill="hold" display="0" masterRel="nextClick" afterEffect="1"/>
                                        <p:tgtEl>
                                          <p:spTgt spid="17412"/>
                                        </p:tgtEl>
                                        <p:attrNameLst>
                                          <p:attrName>style.visibility</p:attrName>
                                        </p:attrNameLst>
                                      </p:cBhvr>
                                      <p:to>
                                        <p:strVal val="hidden"/>
                                      </p:to>
                                    </p:set>
                                  </p:sub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7413"/>
                                        </p:tgtEl>
                                        <p:attrNameLst>
                                          <p:attrName>style.visibility</p:attrName>
                                        </p:attrNameLst>
                                      </p:cBhvr>
                                      <p:to>
                                        <p:strVal val="visible"/>
                                      </p:to>
                                    </p:set>
                                  </p:childTnLst>
                                  <p:subTnLst>
                                    <p:set>
                                      <p:cBhvr override="childStyle">
                                        <p:cTn dur="1" fill="hold" display="0" masterRel="nextClick" afterEffect="1"/>
                                        <p:tgtEl>
                                          <p:spTgt spid="17413"/>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2" grpId="0" animBg="1" autoUpdateAnimBg="0"/>
      <p:bldP spid="17413" grpId="0" animBg="1"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FB93E5C8-F3C9-C791-1F1B-112214B8BFF4}"/>
              </a:ext>
            </a:extLst>
          </p:cNvPr>
          <p:cNvSpPr>
            <a:spLocks noChangeArrowheads="1"/>
          </p:cNvSpPr>
          <p:nvPr/>
        </p:nvSpPr>
        <p:spPr bwMode="auto">
          <a:xfrm>
            <a:off x="0" y="28575"/>
            <a:ext cx="3871913" cy="2025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46038" tIns="46038" rIns="46038" bIns="46038">
            <a:spAutoFit/>
          </a:bodyPr>
          <a:lstStyle/>
          <a:p>
            <a:pPr>
              <a:lnSpc>
                <a:spcPct val="75000"/>
              </a:lnSpc>
            </a:pPr>
            <a:r>
              <a:rPr lang="en-US" altLang="en-US" sz="800">
                <a:solidFill>
                  <a:schemeClr val="tx1"/>
                </a:solidFill>
                <a:latin typeface="Courier New" panose="02070309020205020404" pitchFamily="49" charset="0"/>
              </a:rPr>
              <a:t>PROCEDURE DIVISION.</a:t>
            </a:r>
          </a:p>
          <a:p>
            <a:pPr>
              <a:lnSpc>
                <a:spcPct val="75000"/>
              </a:lnSpc>
            </a:pPr>
            <a:r>
              <a:rPr lang="en-US" altLang="en-US" sz="800">
                <a:solidFill>
                  <a:schemeClr val="tx1"/>
                </a:solidFill>
                <a:latin typeface="Courier New" panose="02070309020205020404" pitchFamily="49" charset="0"/>
              </a:rPr>
              <a:t>Begin.</a:t>
            </a:r>
          </a:p>
          <a:p>
            <a:pPr>
              <a:lnSpc>
                <a:spcPct val="75000"/>
              </a:lnSpc>
            </a:pPr>
            <a:r>
              <a:rPr lang="en-US" altLang="en-US" sz="800">
                <a:solidFill>
                  <a:schemeClr val="tx1"/>
                </a:solidFill>
                <a:latin typeface="Courier New" panose="02070309020205020404" pitchFamily="49" charset="0"/>
              </a:rPr>
              <a:t>    OPEN INPUT SalesFile.</a:t>
            </a:r>
          </a:p>
          <a:p>
            <a:pPr>
              <a:lnSpc>
                <a:spcPct val="75000"/>
              </a:lnSpc>
            </a:pPr>
            <a:r>
              <a:rPr lang="en-US" altLang="en-US" sz="800">
                <a:solidFill>
                  <a:schemeClr val="tx1"/>
                </a:solidFill>
                <a:latin typeface="Courier New" panose="02070309020205020404" pitchFamily="49" charset="0"/>
              </a:rPr>
              <a:t>    OPEN OUTPUT PrintFile.</a:t>
            </a:r>
          </a:p>
          <a:p>
            <a:pPr>
              <a:lnSpc>
                <a:spcPct val="75000"/>
              </a:lnSpc>
            </a:pPr>
            <a:r>
              <a:rPr lang="en-US" altLang="en-US" sz="800">
                <a:solidFill>
                  <a:schemeClr val="tx1"/>
                </a:solidFill>
                <a:latin typeface="Courier New" panose="02070309020205020404" pitchFamily="49" charset="0"/>
              </a:rPr>
              <a:t>    READ SalesFile</a:t>
            </a:r>
          </a:p>
          <a:p>
            <a:pPr>
              <a:lnSpc>
                <a:spcPct val="75000"/>
              </a:lnSpc>
            </a:pPr>
            <a:r>
              <a:rPr lang="en-US" altLang="en-US" sz="800">
                <a:solidFill>
                  <a:schemeClr val="tx1"/>
                </a:solidFill>
                <a:latin typeface="Courier New" panose="02070309020205020404" pitchFamily="49" charset="0"/>
              </a:rPr>
              <a:t>         AT END SET EndOfFile TO TRUE</a:t>
            </a:r>
          </a:p>
          <a:p>
            <a:pPr>
              <a:lnSpc>
                <a:spcPct val="75000"/>
              </a:lnSpc>
            </a:pPr>
            <a:r>
              <a:rPr lang="en-US" altLang="en-US" sz="800">
                <a:solidFill>
                  <a:schemeClr val="tx1"/>
                </a:solidFill>
                <a:latin typeface="Courier New" panose="02070309020205020404" pitchFamily="49" charset="0"/>
              </a:rPr>
              <a:t>    END-READ.</a:t>
            </a:r>
          </a:p>
          <a:p>
            <a:pPr>
              <a:lnSpc>
                <a:spcPct val="75000"/>
              </a:lnSpc>
            </a:pPr>
            <a:r>
              <a:rPr lang="en-US" altLang="en-US" sz="800">
                <a:solidFill>
                  <a:schemeClr val="tx1"/>
                </a:solidFill>
                <a:latin typeface="Courier New" panose="02070309020205020404" pitchFamily="49" charset="0"/>
              </a:rPr>
              <a:t>    </a:t>
            </a:r>
            <a:r>
              <a:rPr lang="en-US" altLang="en-US" sz="800" b="1">
                <a:latin typeface="Courier New" panose="02070309020205020404" pitchFamily="49" charset="0"/>
              </a:rPr>
              <a:t>INITIATE SalesReport.</a:t>
            </a:r>
            <a:endParaRPr lang="en-US" altLang="en-US" sz="800">
              <a:solidFill>
                <a:schemeClr val="tx1"/>
              </a:solidFill>
              <a:latin typeface="Courier New" panose="02070309020205020404" pitchFamily="49" charset="0"/>
            </a:endParaRPr>
          </a:p>
          <a:p>
            <a:pPr>
              <a:lnSpc>
                <a:spcPct val="75000"/>
              </a:lnSpc>
            </a:pPr>
            <a:r>
              <a:rPr lang="en-US" altLang="en-US" sz="800">
                <a:solidFill>
                  <a:schemeClr val="tx1"/>
                </a:solidFill>
                <a:latin typeface="Courier New" panose="02070309020205020404" pitchFamily="49" charset="0"/>
              </a:rPr>
              <a:t>    PERFORM PrintSalaryReport</a:t>
            </a:r>
          </a:p>
          <a:p>
            <a:pPr>
              <a:lnSpc>
                <a:spcPct val="75000"/>
              </a:lnSpc>
            </a:pPr>
            <a:r>
              <a:rPr lang="en-US" altLang="en-US" sz="800">
                <a:solidFill>
                  <a:schemeClr val="tx1"/>
                </a:solidFill>
                <a:latin typeface="Courier New" panose="02070309020205020404" pitchFamily="49" charset="0"/>
              </a:rPr>
              <a:t>            UNTIL EndOfFile.</a:t>
            </a:r>
          </a:p>
          <a:p>
            <a:pPr>
              <a:lnSpc>
                <a:spcPct val="75000"/>
              </a:lnSpc>
            </a:pPr>
            <a:r>
              <a:rPr lang="en-US" altLang="en-US" sz="800" b="1">
                <a:latin typeface="Courier New" panose="02070309020205020404" pitchFamily="49" charset="0"/>
              </a:rPr>
              <a:t>    TERMINATE SalesReport.</a:t>
            </a:r>
            <a:endParaRPr lang="en-US" altLang="en-US" sz="800">
              <a:solidFill>
                <a:schemeClr val="tx1"/>
              </a:solidFill>
              <a:latin typeface="Courier New" panose="02070309020205020404" pitchFamily="49" charset="0"/>
            </a:endParaRPr>
          </a:p>
          <a:p>
            <a:pPr>
              <a:lnSpc>
                <a:spcPct val="75000"/>
              </a:lnSpc>
            </a:pPr>
            <a:r>
              <a:rPr lang="en-US" altLang="en-US" sz="800">
                <a:solidFill>
                  <a:schemeClr val="tx1"/>
                </a:solidFill>
                <a:latin typeface="Courier New" panose="02070309020205020404" pitchFamily="49" charset="0"/>
              </a:rPr>
              <a:t>    CLOSE SalesFile, PrintFile.</a:t>
            </a:r>
          </a:p>
          <a:p>
            <a:pPr>
              <a:lnSpc>
                <a:spcPct val="75000"/>
              </a:lnSpc>
            </a:pPr>
            <a:r>
              <a:rPr lang="en-US" altLang="en-US" sz="800">
                <a:solidFill>
                  <a:schemeClr val="tx1"/>
                </a:solidFill>
                <a:latin typeface="Courier New" panose="02070309020205020404" pitchFamily="49" charset="0"/>
              </a:rPr>
              <a:t>    STOP RUN.</a:t>
            </a:r>
          </a:p>
          <a:p>
            <a:pPr>
              <a:lnSpc>
                <a:spcPct val="75000"/>
              </a:lnSpc>
            </a:pPr>
            <a:endParaRPr lang="en-US" altLang="en-US" sz="800">
              <a:solidFill>
                <a:schemeClr val="tx1"/>
              </a:solidFill>
              <a:latin typeface="Courier New" panose="02070309020205020404" pitchFamily="49" charset="0"/>
            </a:endParaRPr>
          </a:p>
          <a:p>
            <a:pPr>
              <a:lnSpc>
                <a:spcPct val="75000"/>
              </a:lnSpc>
            </a:pPr>
            <a:endParaRPr lang="en-US" altLang="en-US" sz="800">
              <a:solidFill>
                <a:schemeClr val="tx1"/>
              </a:solidFill>
              <a:latin typeface="Courier New" panose="02070309020205020404" pitchFamily="49" charset="0"/>
            </a:endParaRPr>
          </a:p>
          <a:p>
            <a:pPr>
              <a:lnSpc>
                <a:spcPct val="75000"/>
              </a:lnSpc>
            </a:pPr>
            <a:r>
              <a:rPr lang="en-US" altLang="en-US" sz="800">
                <a:solidFill>
                  <a:schemeClr val="tx1"/>
                </a:solidFill>
                <a:latin typeface="Courier New" panose="02070309020205020404" pitchFamily="49" charset="0"/>
              </a:rPr>
              <a:t>PrintSalaryReport.</a:t>
            </a:r>
          </a:p>
          <a:p>
            <a:pPr>
              <a:lnSpc>
                <a:spcPct val="75000"/>
              </a:lnSpc>
            </a:pPr>
            <a:r>
              <a:rPr lang="en-US" altLang="en-US" sz="800">
                <a:solidFill>
                  <a:schemeClr val="tx1"/>
                </a:solidFill>
                <a:latin typeface="Courier New" panose="02070309020205020404" pitchFamily="49" charset="0"/>
              </a:rPr>
              <a:t>    </a:t>
            </a:r>
            <a:r>
              <a:rPr lang="en-US" altLang="en-US" sz="800" b="1">
                <a:latin typeface="Courier New" panose="02070309020205020404" pitchFamily="49" charset="0"/>
              </a:rPr>
              <a:t>GENERATE DetailLine.</a:t>
            </a:r>
            <a:endParaRPr lang="en-US" altLang="en-US" sz="800">
              <a:solidFill>
                <a:schemeClr val="tx1"/>
              </a:solidFill>
              <a:latin typeface="Courier New" panose="02070309020205020404" pitchFamily="49" charset="0"/>
            </a:endParaRPr>
          </a:p>
          <a:p>
            <a:pPr>
              <a:lnSpc>
                <a:spcPct val="75000"/>
              </a:lnSpc>
            </a:pPr>
            <a:r>
              <a:rPr lang="en-US" altLang="en-US" sz="800">
                <a:solidFill>
                  <a:schemeClr val="tx1"/>
                </a:solidFill>
                <a:latin typeface="Courier New" panose="02070309020205020404" pitchFamily="49" charset="0"/>
              </a:rPr>
              <a:t>    READ SalesFile</a:t>
            </a:r>
          </a:p>
          <a:p>
            <a:pPr>
              <a:lnSpc>
                <a:spcPct val="75000"/>
              </a:lnSpc>
            </a:pPr>
            <a:r>
              <a:rPr lang="en-US" altLang="en-US" sz="800">
                <a:solidFill>
                  <a:schemeClr val="tx1"/>
                </a:solidFill>
                <a:latin typeface="Courier New" panose="02070309020205020404" pitchFamily="49" charset="0"/>
              </a:rPr>
              <a:t>          AT END SET EndOfFile TO TRUE</a:t>
            </a:r>
          </a:p>
          <a:p>
            <a:pPr>
              <a:lnSpc>
                <a:spcPct val="75000"/>
              </a:lnSpc>
            </a:pPr>
            <a:r>
              <a:rPr lang="en-US" altLang="en-US" sz="800">
                <a:solidFill>
                  <a:schemeClr val="tx1"/>
                </a:solidFill>
                <a:latin typeface="Courier New" panose="02070309020205020404" pitchFamily="49" charset="0"/>
              </a:rPr>
              <a:t>    END-READ.</a:t>
            </a:r>
          </a:p>
          <a:p>
            <a:pPr>
              <a:lnSpc>
                <a:spcPct val="75000"/>
              </a:lnSpc>
            </a:pPr>
            <a:endParaRPr lang="en-US" altLang="en-US" sz="800">
              <a:solidFill>
                <a:schemeClr val="tx1"/>
              </a:solidFill>
              <a:latin typeface="Courier New" panose="02070309020205020404" pitchFamily="49" charset="0"/>
            </a:endParaRPr>
          </a:p>
        </p:txBody>
      </p:sp>
      <p:sp>
        <p:nvSpPr>
          <p:cNvPr id="19459" name="AutoShape 3">
            <a:extLst>
              <a:ext uri="{FF2B5EF4-FFF2-40B4-BE49-F238E27FC236}">
                <a16:creationId xmlns:a16="http://schemas.microsoft.com/office/drawing/2014/main" id="{5123ACD0-959A-475F-1E5E-0547F1CA14D4}"/>
              </a:ext>
            </a:extLst>
          </p:cNvPr>
          <p:cNvSpPr>
            <a:spLocks noChangeArrowheads="1"/>
          </p:cNvSpPr>
          <p:nvPr/>
        </p:nvSpPr>
        <p:spPr bwMode="auto">
          <a:xfrm flipH="1">
            <a:off x="1978025" y="2082800"/>
            <a:ext cx="1741488" cy="1584854"/>
          </a:xfrm>
          <a:prstGeom prst="wedgeRoundRectCallout">
            <a:avLst>
              <a:gd name="adj1" fmla="val -49588"/>
              <a:gd name="adj2" fmla="val 66667"/>
              <a:gd name="adj3" fmla="val 16667"/>
            </a:avLst>
          </a:prstGeom>
          <a:solidFill>
            <a:srgbClr val="FFFFC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algn="ctr">
              <a:lnSpc>
                <a:spcPct val="85000"/>
              </a:lnSpc>
            </a:pPr>
            <a:r>
              <a:rPr lang="en-US" altLang="en-US" sz="1000">
                <a:solidFill>
                  <a:schemeClr val="tx1"/>
                </a:solidFill>
              </a:rPr>
              <a:t>All the work of creating the report is done in the Data Division.  </a:t>
            </a:r>
          </a:p>
          <a:p>
            <a:pPr algn="ctr">
              <a:lnSpc>
                <a:spcPct val="85000"/>
              </a:lnSpc>
            </a:pPr>
            <a:endParaRPr lang="en-US" altLang="en-US" sz="1000">
              <a:solidFill>
                <a:schemeClr val="tx1"/>
              </a:solidFill>
            </a:endParaRPr>
          </a:p>
          <a:p>
            <a:pPr algn="ctr">
              <a:lnSpc>
                <a:spcPct val="85000"/>
              </a:lnSpc>
            </a:pPr>
            <a:r>
              <a:rPr lang="en-US" altLang="en-US" sz="1000">
                <a:solidFill>
                  <a:schemeClr val="tx1"/>
                </a:solidFill>
              </a:rPr>
              <a:t>In the Procedure Division the only statements we need to produce the report are - </a:t>
            </a:r>
          </a:p>
          <a:p>
            <a:pPr algn="ctr">
              <a:lnSpc>
                <a:spcPct val="85000"/>
              </a:lnSpc>
            </a:pPr>
            <a:r>
              <a:rPr lang="en-US" altLang="en-US" sz="1000">
                <a:solidFill>
                  <a:schemeClr val="tx1"/>
                </a:solidFill>
              </a:rPr>
              <a:t>INITIATE</a:t>
            </a:r>
          </a:p>
          <a:p>
            <a:pPr algn="ctr">
              <a:lnSpc>
                <a:spcPct val="85000"/>
              </a:lnSpc>
            </a:pPr>
            <a:r>
              <a:rPr lang="en-US" altLang="en-US" sz="1000">
                <a:solidFill>
                  <a:schemeClr val="tx1"/>
                </a:solidFill>
              </a:rPr>
              <a:t>GENERATE</a:t>
            </a:r>
          </a:p>
          <a:p>
            <a:pPr algn="ctr">
              <a:lnSpc>
                <a:spcPct val="85000"/>
              </a:lnSpc>
            </a:pPr>
            <a:r>
              <a:rPr lang="en-US" altLang="en-US" sz="1000">
                <a:solidFill>
                  <a:schemeClr val="tx1"/>
                </a:solidFill>
              </a:rPr>
              <a:t>TERMINATE</a:t>
            </a:r>
          </a:p>
        </p:txBody>
      </p:sp>
      <p:sp>
        <p:nvSpPr>
          <p:cNvPr id="19460" name="AutoShape 4">
            <a:extLst>
              <a:ext uri="{FF2B5EF4-FFF2-40B4-BE49-F238E27FC236}">
                <a16:creationId xmlns:a16="http://schemas.microsoft.com/office/drawing/2014/main" id="{0752AB44-2D12-8704-F593-A063DA2188BA}"/>
              </a:ext>
            </a:extLst>
          </p:cNvPr>
          <p:cNvSpPr>
            <a:spLocks noChangeArrowheads="1"/>
          </p:cNvSpPr>
          <p:nvPr/>
        </p:nvSpPr>
        <p:spPr bwMode="auto">
          <a:xfrm flipH="1">
            <a:off x="1978025" y="1911350"/>
            <a:ext cx="1806575" cy="2315104"/>
          </a:xfrm>
          <a:prstGeom prst="wedgeRoundRectCallout">
            <a:avLst>
              <a:gd name="adj1" fmla="val -49588"/>
              <a:gd name="adj2" fmla="val 66667"/>
              <a:gd name="adj3" fmla="val 16667"/>
            </a:avLst>
          </a:prstGeom>
          <a:solidFill>
            <a:srgbClr val="FFFFC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lstStyle/>
          <a:p>
            <a:pPr algn="ctr">
              <a:lnSpc>
                <a:spcPct val="85000"/>
              </a:lnSpc>
            </a:pPr>
            <a:r>
              <a:rPr lang="en-US" altLang="en-US" sz="1000">
                <a:solidFill>
                  <a:schemeClr val="tx1"/>
                </a:solidFill>
              </a:rPr>
              <a:t>The INITIATE statement sets up the report and in it we specify which report we want to set up.</a:t>
            </a:r>
          </a:p>
          <a:p>
            <a:pPr algn="ctr">
              <a:lnSpc>
                <a:spcPct val="85000"/>
              </a:lnSpc>
            </a:pPr>
            <a:endParaRPr lang="en-US" altLang="en-US" sz="1000">
              <a:solidFill>
                <a:schemeClr val="tx1"/>
              </a:solidFill>
            </a:endParaRPr>
          </a:p>
          <a:p>
            <a:pPr algn="ctr">
              <a:lnSpc>
                <a:spcPct val="85000"/>
              </a:lnSpc>
            </a:pPr>
            <a:r>
              <a:rPr lang="en-US" altLang="en-US" sz="1000">
                <a:solidFill>
                  <a:schemeClr val="tx1"/>
                </a:solidFill>
              </a:rPr>
              <a:t>The TERMINATE closes down the report and we must specify which report to close.  </a:t>
            </a:r>
          </a:p>
          <a:p>
            <a:pPr algn="ctr">
              <a:lnSpc>
                <a:spcPct val="85000"/>
              </a:lnSpc>
            </a:pPr>
            <a:endParaRPr lang="en-US" altLang="en-US" sz="1000">
              <a:solidFill>
                <a:schemeClr val="tx1"/>
              </a:solidFill>
            </a:endParaRPr>
          </a:p>
          <a:p>
            <a:pPr algn="ctr">
              <a:lnSpc>
                <a:spcPct val="85000"/>
              </a:lnSpc>
            </a:pPr>
            <a:r>
              <a:rPr lang="en-US" altLang="en-US" sz="1000">
                <a:solidFill>
                  <a:schemeClr val="tx1"/>
                </a:solidFill>
              </a:rPr>
              <a:t>The GENERATE statement prints the detail lines and must specify the name we have assigned to the DETAIL group.</a:t>
            </a:r>
          </a:p>
          <a:p>
            <a:pPr algn="ctr">
              <a:lnSpc>
                <a:spcPct val="85000"/>
              </a:lnSpc>
            </a:pPr>
            <a:endParaRPr lang="en-US" altLang="en-US" sz="1000">
              <a:solidFill>
                <a:schemeClr val="tx1"/>
              </a:solidFill>
            </a:endParaRPr>
          </a:p>
          <a:p>
            <a:pPr algn="ctr">
              <a:lnSpc>
                <a:spcPct val="85000"/>
              </a:lnSpc>
            </a:pPr>
            <a:r>
              <a:rPr lang="en-US" altLang="en-US" sz="1000">
                <a:solidFill>
                  <a:schemeClr val="tx1"/>
                </a:solidFill>
              </a:rPr>
              <a:t>Each time we read a record we generate a detail line.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9460"/>
                                        </p:tgtEl>
                                        <p:attrNameLst>
                                          <p:attrName>style.visibility</p:attrName>
                                        </p:attrNameLst>
                                      </p:cBhvr>
                                      <p:to>
                                        <p:strVal val="visible"/>
                                      </p:to>
                                    </p:set>
                                  </p:childTnLst>
                                  <p:subTnLst>
                                    <p:set>
                                      <p:cBhvr override="childStyle">
                                        <p:cTn dur="1" fill="hold" display="0" masterRel="nextClick" afterEffect="1"/>
                                        <p:tgtEl>
                                          <p:spTgt spid="19460"/>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60" grpId="0" animBg="1"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92E89FAD-C083-3706-3A80-F3F22BE54E9B}"/>
              </a:ext>
            </a:extLst>
          </p:cNvPr>
          <p:cNvSpPr>
            <a:spLocks noChangeArrowheads="1"/>
          </p:cNvSpPr>
          <p:nvPr/>
        </p:nvSpPr>
        <p:spPr bwMode="auto">
          <a:xfrm>
            <a:off x="12700" y="1720850"/>
            <a:ext cx="38592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ctr"/>
            <a:r>
              <a:rPr lang="en-US" altLang="en-US">
                <a:effectLst>
                  <a:outerShdw blurRad="38100" dist="38100" dir="2700000" algn="tl">
                    <a:srgbClr val="C0C0C0"/>
                  </a:outerShdw>
                </a:effectLst>
              </a:rPr>
              <a:t>End of commentary</a:t>
            </a:r>
          </a:p>
        </p:txBody>
      </p:sp>
    </p:spTree>
  </p:cSld>
  <p:clrMapOvr>
    <a:masterClrMapping/>
  </p:clrMapOvr>
</p:sld>
</file>

<file path=ppt/theme/theme1.xml><?xml version="1.0" encoding="utf-8"?>
<a:theme xmlns:a="http://schemas.openxmlformats.org/drawingml/2006/main" name="Blank Presentation">
  <a:themeElements>
    <a:clrScheme name="Blank Presentation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Blank Presentatio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2400" b="0" i="0" u="none" strike="noStrike" cap="none" normalizeH="0" baseline="0" smtClean="0">
            <a:ln>
              <a:noFill/>
            </a:ln>
            <a:solidFill>
              <a:srgbClr val="CC0000"/>
            </a:solidFill>
            <a:effectLst/>
            <a:latin typeface="Times New Roman" panose="02020603050405020304" pitchFamily="18"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2400" b="0" i="0" u="none" strike="noStrike" cap="none" normalizeH="0" baseline="0" smtClean="0">
            <a:ln>
              <a:noFill/>
            </a:ln>
            <a:solidFill>
              <a:srgbClr val="CC0000"/>
            </a:solidFill>
            <a:effectLst/>
            <a:latin typeface="Times New Roman" panose="02020603050405020304" pitchFamily="18" charset="0"/>
          </a:defRPr>
        </a:defPPr>
      </a:lstStyle>
    </a:lnDef>
  </a:objectDefaults>
  <a:extraClrSchemeLst>
    <a:extraClrScheme>
      <a:clrScheme name="Blank Presentation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Blank Presentation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Blank Presentation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Blank Presentation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C:\MSOffice\Templates\Blank Presentation.pot</Template>
  <TotalTime>1236</TotalTime>
  <Words>5569</Words>
  <Application>Microsoft Office PowerPoint</Application>
  <PresentationFormat>Custom</PresentationFormat>
  <Paragraphs>864</Paragraphs>
  <Slides>16</Slides>
  <Notes>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Times New Roman</vt:lpstr>
      <vt:lpstr>Courier New</vt:lpstr>
      <vt:lpstr>Blank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 Slide Title</dc:title>
  <dc:creator>Michael Coughlan</dc:creator>
  <cp:lastModifiedBy>Sean McBride</cp:lastModifiedBy>
  <cp:revision>28</cp:revision>
  <dcterms:created xsi:type="dcterms:W3CDTF">1995-06-17T23:31:02Z</dcterms:created>
  <dcterms:modified xsi:type="dcterms:W3CDTF">2026-05-13T01:06:53Z</dcterms:modified>
</cp:coreProperties>
</file>