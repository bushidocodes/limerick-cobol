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9080"/>
            <a:ext cx="4743360" cy="3786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905040" y="517680"/>
            <a:ext cx="2933640" cy="252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Adding records to an unordered Sequential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727440" y="530280"/>
            <a:ext cx="766800" cy="2190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57240" y="69516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476600" y="252396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886040" y="2608200"/>
            <a:ext cx="1924200" cy="11858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An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OPEN INPUT,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positions the Next Record Pointer (NRP) at the beginning of the file and an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OPEN EXTEND,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positions the NRP at the end of the file.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727440" y="530280"/>
            <a:ext cx="766800" cy="2190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UFRec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57240" y="98100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4476600" y="252396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857160" y="838080"/>
            <a:ext cx="609840" cy="171720"/>
          </a:xfrm>
          <a:custGeom>
            <a:avLst/>
            <a:gdLst/>
            <a:ahLst/>
            <a:rect l="0" t="0" r="r" b="b"/>
            <a:pathLst>
              <a:path fill="none" w="1694" h="477">
                <a:moveTo>
                  <a:pt x="0" y="0"/>
                </a:moveTo>
                <a:lnTo>
                  <a:pt x="0" y="0"/>
                </a:lnTo>
                <a:cubicBezTo>
                  <a:pt x="0" y="84"/>
                  <a:pt x="78" y="166"/>
                  <a:pt x="227" y="239"/>
                </a:cubicBezTo>
                <a:cubicBezTo>
                  <a:pt x="376" y="311"/>
                  <a:pt x="589" y="371"/>
                  <a:pt x="847" y="413"/>
                </a:cubicBezTo>
                <a:cubicBezTo>
                  <a:pt x="1105" y="455"/>
                  <a:pt x="1397" y="477"/>
                  <a:pt x="1694" y="477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727440" y="530280"/>
            <a:ext cx="766800" cy="21906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4476600" y="252396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2457360" y="971640"/>
            <a:ext cx="227880" cy="533160"/>
          </a:xfrm>
          <a:custGeom>
            <a:avLst/>
            <a:gdLst/>
            <a:ahLst/>
            <a:rect l="0" t="0" r="r" b="b"/>
            <a:pathLst>
              <a:path fill="none" w="633" h="1481">
                <a:moveTo>
                  <a:pt x="78" y="1481"/>
                </a:moveTo>
                <a:lnTo>
                  <a:pt x="78" y="1481"/>
                </a:lnTo>
                <a:cubicBezTo>
                  <a:pt x="162" y="1469"/>
                  <a:pt x="242" y="1437"/>
                  <a:pt x="315" y="1387"/>
                </a:cubicBezTo>
                <a:cubicBezTo>
                  <a:pt x="412" y="1322"/>
                  <a:pt x="492" y="1228"/>
                  <a:pt x="548" y="1115"/>
                </a:cubicBezTo>
                <a:cubicBezTo>
                  <a:pt x="604" y="1002"/>
                  <a:pt x="633" y="874"/>
                  <a:pt x="633" y="743"/>
                </a:cubicBezTo>
                <a:cubicBezTo>
                  <a:pt x="633" y="613"/>
                  <a:pt x="604" y="485"/>
                  <a:pt x="548" y="372"/>
                </a:cubicBezTo>
                <a:cubicBezTo>
                  <a:pt x="492" y="259"/>
                  <a:pt x="412" y="165"/>
                  <a:pt x="315" y="100"/>
                </a:cubicBezTo>
                <a:cubicBezTo>
                  <a:pt x="220" y="35"/>
                  <a:pt x="111" y="1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57240" y="98100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727440" y="530280"/>
            <a:ext cx="766800" cy="252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476600" y="284796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57240" y="98100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943280" y="1581120"/>
            <a:ext cx="1829160" cy="1143360"/>
          </a:xfrm>
          <a:custGeom>
            <a:avLst/>
            <a:gdLst/>
            <a:ahLst/>
            <a:rect l="0" t="0" r="r" b="b"/>
            <a:pathLst>
              <a:path fill="none" w="5081" h="3176">
                <a:moveTo>
                  <a:pt x="0" y="0"/>
                </a:moveTo>
                <a:lnTo>
                  <a:pt x="0" y="0"/>
                </a:lnTo>
                <a:cubicBezTo>
                  <a:pt x="0" y="557"/>
                  <a:pt x="235" y="1105"/>
                  <a:pt x="681" y="1587"/>
                </a:cubicBezTo>
                <a:cubicBezTo>
                  <a:pt x="1127" y="2070"/>
                  <a:pt x="1768" y="2472"/>
                  <a:pt x="2540" y="2750"/>
                </a:cubicBezTo>
                <a:cubicBezTo>
                  <a:pt x="3313" y="3029"/>
                  <a:pt x="4189" y="3176"/>
                  <a:pt x="5081" y="3176"/>
                </a:cubicBezTo>
                <a:lnTo>
                  <a:pt x="5081" y="3176"/>
                </a:ln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3727440" y="530280"/>
            <a:ext cx="766800" cy="252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4476600" y="284796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57240" y="126684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933480" y="1009800"/>
            <a:ext cx="552600" cy="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3727440" y="530280"/>
            <a:ext cx="766800" cy="252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4476600" y="284796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57240" y="126684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2457360" y="971640"/>
            <a:ext cx="227880" cy="533160"/>
          </a:xfrm>
          <a:custGeom>
            <a:avLst/>
            <a:gdLst/>
            <a:ahLst/>
            <a:rect l="0" t="0" r="r" b="b"/>
            <a:pathLst>
              <a:path fill="none" w="633" h="1481">
                <a:moveTo>
                  <a:pt x="78" y="1481"/>
                </a:moveTo>
                <a:lnTo>
                  <a:pt x="78" y="1481"/>
                </a:lnTo>
                <a:cubicBezTo>
                  <a:pt x="162" y="1469"/>
                  <a:pt x="242" y="1437"/>
                  <a:pt x="315" y="1387"/>
                </a:cubicBezTo>
                <a:cubicBezTo>
                  <a:pt x="412" y="1322"/>
                  <a:pt x="492" y="1228"/>
                  <a:pt x="548" y="1115"/>
                </a:cubicBezTo>
                <a:cubicBezTo>
                  <a:pt x="604" y="1002"/>
                  <a:pt x="633" y="874"/>
                  <a:pt x="633" y="743"/>
                </a:cubicBezTo>
                <a:cubicBezTo>
                  <a:pt x="633" y="613"/>
                  <a:pt x="604" y="485"/>
                  <a:pt x="548" y="372"/>
                </a:cubicBezTo>
                <a:cubicBezTo>
                  <a:pt x="492" y="259"/>
                  <a:pt x="412" y="165"/>
                  <a:pt x="315" y="100"/>
                </a:cubicBezTo>
                <a:cubicBezTo>
                  <a:pt x="220" y="35"/>
                  <a:pt x="111" y="1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3727440" y="530280"/>
            <a:ext cx="766800" cy="28616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4457880" y="313380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57240" y="126684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981080" y="1542960"/>
            <a:ext cx="1791000" cy="1467360"/>
          </a:xfrm>
          <a:custGeom>
            <a:avLst/>
            <a:gdLst/>
            <a:ahLst/>
            <a:rect l="0" t="0" r="r" b="b"/>
            <a:pathLst>
              <a:path fill="none" w="4975" h="4076">
                <a:moveTo>
                  <a:pt x="0" y="0"/>
                </a:moveTo>
                <a:lnTo>
                  <a:pt x="0" y="0"/>
                </a:lnTo>
                <a:cubicBezTo>
                  <a:pt x="0" y="715"/>
                  <a:pt x="230" y="1418"/>
                  <a:pt x="667" y="2038"/>
                </a:cubicBezTo>
                <a:cubicBezTo>
                  <a:pt x="1103" y="2658"/>
                  <a:pt x="1731" y="3172"/>
                  <a:pt x="2488" y="3530"/>
                </a:cubicBezTo>
                <a:cubicBezTo>
                  <a:pt x="3244" y="3888"/>
                  <a:pt x="4102" y="4076"/>
                  <a:pt x="4975" y="4076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3727440" y="530280"/>
            <a:ext cx="766800" cy="28616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814400" y="343080"/>
            <a:ext cx="988920" cy="18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249200" y="528480"/>
            <a:ext cx="220824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EOF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MOVE TFRec TO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WRITE UFRec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AT END SET EOF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339920" y="85716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339920" y="1333440"/>
            <a:ext cx="1908000" cy="276120"/>
          </a:xfrm>
          <a:prstGeom prst="rect">
            <a:avLst/>
          </a:prstGeom>
          <a:solidFill>
            <a:srgbClr val="FFFFCC"/>
          </a:solidFill>
          <a:ln w="1260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4457880" y="313380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530" y="106"/>
                </a:moveTo>
                <a:lnTo>
                  <a:pt x="530" y="212"/>
                </a:lnTo>
                <a:lnTo>
                  <a:pt x="158" y="212"/>
                </a:lnTo>
                <a:lnTo>
                  <a:pt x="158" y="319"/>
                </a:lnTo>
                <a:lnTo>
                  <a:pt x="0" y="159"/>
                </a:lnTo>
                <a:lnTo>
                  <a:pt x="158" y="0"/>
                </a:lnTo>
                <a:lnTo>
                  <a:pt x="158" y="106"/>
                </a:lnTo>
                <a:lnTo>
                  <a:pt x="53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57240" y="1457280"/>
            <a:ext cx="190800" cy="114840"/>
          </a:xfrm>
          <a:custGeom>
            <a:avLst/>
            <a:gdLst/>
            <a:ahLst/>
            <a:rect l="0" t="0" r="r" b="b"/>
            <a:pathLst>
              <a:path w="530" h="319">
                <a:moveTo>
                  <a:pt x="0" y="106"/>
                </a:moveTo>
                <a:lnTo>
                  <a:pt x="0" y="212"/>
                </a:lnTo>
                <a:lnTo>
                  <a:pt x="371" y="212"/>
                </a:lnTo>
                <a:lnTo>
                  <a:pt x="371" y="319"/>
                </a:lnTo>
                <a:lnTo>
                  <a:pt x="530" y="159"/>
                </a:lnTo>
                <a:lnTo>
                  <a:pt x="371" y="0"/>
                </a:lnTo>
                <a:lnTo>
                  <a:pt x="371" y="106"/>
                </a:lnTo>
                <a:lnTo>
                  <a:pt x="0" y="106"/>
                </a:lnTo>
                <a:close/>
              </a:path>
            </a:pathLst>
          </a:cu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876240" y="971640"/>
            <a:ext cx="609840" cy="286200"/>
          </a:xfrm>
          <a:custGeom>
            <a:avLst/>
            <a:gdLst/>
            <a:ahLst/>
            <a:rect l="0" t="0" r="r" b="b"/>
            <a:pathLst>
              <a:path fill="none" w="1694" h="795">
                <a:moveTo>
                  <a:pt x="1694" y="0"/>
                </a:moveTo>
                <a:lnTo>
                  <a:pt x="1694" y="0"/>
                </a:lnTo>
                <a:cubicBezTo>
                  <a:pt x="1397" y="0"/>
                  <a:pt x="1105" y="37"/>
                  <a:pt x="847" y="107"/>
                </a:cubicBezTo>
                <a:cubicBezTo>
                  <a:pt x="589" y="176"/>
                  <a:pt x="376" y="277"/>
                  <a:pt x="227" y="398"/>
                </a:cubicBezTo>
                <a:cubicBezTo>
                  <a:pt x="78" y="518"/>
                  <a:pt x="0" y="655"/>
                  <a:pt x="0" y="795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251000" y="70020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251000" y="117648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 txBox="1"/>
          <p:nvPr/>
        </p:nvSpPr>
        <p:spPr>
          <a:xfrm>
            <a:off x="237960" y="530280"/>
            <a:ext cx="741240" cy="1006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236520" y="200160"/>
            <a:ext cx="78732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(TF)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3727440" y="530280"/>
            <a:ext cx="766800" cy="31971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3711600" y="200160"/>
            <a:ext cx="85104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File (UF)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508040" y="1812960"/>
            <a:ext cx="140328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1009800" y="1079640"/>
            <a:ext cx="1257840" cy="770760"/>
          </a:xfrm>
          <a:custGeom>
            <a:avLst/>
            <a:gdLst/>
            <a:ahLst/>
            <a:rect l="0" t="0" r="r" b="b"/>
            <a:pathLst>
              <a:path fill="none" w="3494" h="2141">
                <a:moveTo>
                  <a:pt x="3481" y="2141"/>
                </a:moveTo>
                <a:lnTo>
                  <a:pt x="3481" y="2141"/>
                </a:lnTo>
                <a:cubicBezTo>
                  <a:pt x="3490" y="2084"/>
                  <a:pt x="3494" y="2026"/>
                  <a:pt x="3494" y="1969"/>
                </a:cubicBezTo>
                <a:cubicBezTo>
                  <a:pt x="3494" y="1623"/>
                  <a:pt x="3333" y="1284"/>
                  <a:pt x="3026" y="984"/>
                </a:cubicBezTo>
                <a:cubicBezTo>
                  <a:pt x="2720" y="685"/>
                  <a:pt x="2279" y="437"/>
                  <a:pt x="1747" y="264"/>
                </a:cubicBezTo>
                <a:cubicBezTo>
                  <a:pt x="1216" y="91"/>
                  <a:pt x="614" y="0"/>
                  <a:pt x="0" y="0"/>
                </a:cubicBezTo>
                <a:lnTo>
                  <a:pt x="0" y="0"/>
                </a:lnTo>
              </a:path>
            </a:pathLst>
          </a:custGeom>
          <a:ln w="25560">
            <a:solidFill>
              <a:srgbClr val="CC0000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2209680" y="2209680"/>
            <a:ext cx="1448280" cy="762480"/>
          </a:xfrm>
          <a:custGeom>
            <a:avLst/>
            <a:gdLst/>
            <a:ahLst/>
            <a:rect l="0" t="0" r="r" b="b"/>
            <a:pathLst>
              <a:path fill="none" w="4023" h="2118">
                <a:moveTo>
                  <a:pt x="0" y="0"/>
                </a:moveTo>
                <a:lnTo>
                  <a:pt x="0" y="0"/>
                </a:lnTo>
                <a:cubicBezTo>
                  <a:pt x="0" y="372"/>
                  <a:pt x="186" y="737"/>
                  <a:pt x="539" y="1059"/>
                </a:cubicBezTo>
                <a:cubicBezTo>
                  <a:pt x="892" y="1381"/>
                  <a:pt x="1400" y="1648"/>
                  <a:pt x="2012" y="1834"/>
                </a:cubicBezTo>
                <a:cubicBezTo>
                  <a:pt x="2623" y="2020"/>
                  <a:pt x="3317" y="2118"/>
                  <a:pt x="4023" y="2118"/>
                </a:cubicBezTo>
              </a:path>
            </a:pathLst>
          </a:custGeom>
          <a:ln w="25560">
            <a:solidFill>
              <a:srgbClr val="CC0000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