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82" r:id="rId2"/>
    <p:sldId id="277" r:id="rId3"/>
    <p:sldId id="278" r:id="rId4"/>
    <p:sldId id="279" r:id="rId5"/>
    <p:sldId id="280" r:id="rId6"/>
    <p:sldId id="283" r:id="rId7"/>
    <p:sldId id="285" r:id="rId8"/>
    <p:sldId id="286" r:id="rId9"/>
    <p:sldId id="287" r:id="rId10"/>
    <p:sldId id="284" r:id="rId11"/>
  </p:sldIdLst>
  <p:sldSz cx="4762500" cy="3810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rgbClr val="009900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1200">
          <p15:clr>
            <a:srgbClr val="A4A3A4"/>
          </p15:clr>
        </p15:guide>
        <p15:guide id="2" pos="15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  <a:srgbClr val="CC0000"/>
    <a:srgbClr val="FFFF00"/>
    <a:srgbClr val="CCFFCC"/>
    <a:srgbClr val="EEFFEE"/>
    <a:srgbClr val="FFFFCC"/>
    <a:srgbClr val="FFFF99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22" d="100"/>
          <a:sy n="222" d="100"/>
        </p:scale>
        <p:origin x="570" y="174"/>
      </p:cViewPr>
      <p:guideLst>
        <p:guide orient="horz" pos="1200"/>
        <p:guide pos="150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0" d="100"/>
          <a:sy n="70" d="100"/>
        </p:scale>
        <p:origin x="-1704" y="-78"/>
      </p:cViewPr>
      <p:guideLst>
        <p:guide orient="horz" pos="1200"/>
        <p:guide pos="150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BB5A089-CD43-6174-7498-AB3AB7F89B1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0F0B87DD-ECDB-8A7D-9771-3ED76641D137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B20317C3-2F71-6218-C2A0-A1AB453B5195}"/>
              </a:ext>
            </a:extLst>
          </p:cNvPr>
          <p:cNvSpPr>
            <a:spLocks noRot="1" noChangeArrowheads="1" noTextEdit="1"/>
          </p:cNvSpPr>
          <p:nvPr>
            <p:ph type="sldImg" idx="2"/>
          </p:nvPr>
        </p:nvSpPr>
        <p:spPr bwMode="auto">
          <a:xfrm>
            <a:off x="1292225" y="692150"/>
            <a:ext cx="4273550" cy="34163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C1A3D7DB-4E1D-2683-4C9E-CF7777E98DB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7C0DC016-227C-5B9D-B3C4-B6232A27655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>
              <a:defRPr sz="1000" i="1">
                <a:solidFill>
                  <a:schemeClr val="tx1"/>
                </a:solidFill>
              </a:defRPr>
            </a:lvl1pPr>
          </a:lstStyle>
          <a:p>
            <a:endParaRPr lang="en-US" alt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F2FA5892-133F-EBCC-4074-EF28FE4F7B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>
              <a:defRPr sz="1000" i="1">
                <a:solidFill>
                  <a:schemeClr val="tx1"/>
                </a:solidFill>
              </a:defRPr>
            </a:lvl1pPr>
          </a:lstStyle>
          <a:p>
            <a:fld id="{32BCE793-A4AB-40F6-9F26-EBEC4BE16DB4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A4F8-522C-85B8-AB75-512C9AFFEE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5313" y="623888"/>
            <a:ext cx="3571875" cy="1325562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A8C266-0936-3A13-4502-13CD03C6A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5313" y="2001838"/>
            <a:ext cx="3571875" cy="9191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87424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265E5-D01C-705D-E8DC-E2C70DE47C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05C40-E281-030F-9D7A-7115732EB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9195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6F830-E7FC-A28E-ECAC-1867E7335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438" y="949325"/>
            <a:ext cx="4106862" cy="1585913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D3B6F-BE96-4BFF-7FE8-C741D3BDDA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5438" y="2549525"/>
            <a:ext cx="4106862" cy="8334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8810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F68D5-2FC7-851D-F317-AF4E2D5BB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19695-55BE-5C60-C342-9C691347CE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7025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F9FA26-98B2-D4E8-EF36-9D48C0B8C3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450" y="1014413"/>
            <a:ext cx="1978025" cy="241776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3356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286445-B535-E139-FFE1-E8C92B635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03200"/>
            <a:ext cx="4106862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77154-1EE0-8E56-F966-D853529414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8613" y="933450"/>
            <a:ext cx="2014537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B8D38C-2236-CF09-D420-F026108657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8613" y="1392238"/>
            <a:ext cx="2014537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381E28-8F56-2753-BF24-A2C32F3C1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2411413" y="933450"/>
            <a:ext cx="2024062" cy="458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527DBF-3653-AB6A-8FC2-A5A1FBBC032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2411413" y="1392238"/>
            <a:ext cx="2024062" cy="2046287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6619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A018B-2CF7-488D-DB71-7A5166E45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93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3683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35C6D-00BF-E884-F617-7E3F809387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B06CF4-31AE-4B7A-55B6-D7A8D0912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05A1A7-F9B4-00F9-EB83-B43E0B4FEB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310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C1EEE-0139-ACF3-3E9A-27224653F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613" y="254000"/>
            <a:ext cx="1535112" cy="8890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1FBF52-D0CC-3E02-40D2-0E74B82971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2024063" y="549275"/>
            <a:ext cx="2411412" cy="27066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D25CB0-80F9-ADB2-6F00-E72401808F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28613" y="1143000"/>
            <a:ext cx="1535112" cy="21177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1239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8F2C-F1FE-0153-11F7-47856BF1A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025" y="203200"/>
            <a:ext cx="4108450" cy="736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E9F35-AC40-6588-B42A-4D9FBC9A41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1014413"/>
            <a:ext cx="4108450" cy="241776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53861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CDB5F5-C80C-9FC0-1EDA-10CE3210E8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3408363" y="203200"/>
            <a:ext cx="1027112" cy="322897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7A719F-C751-B738-CBEA-1A651F4B3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327025" y="203200"/>
            <a:ext cx="2928938" cy="32289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47648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5F3BD8B-508E-86AE-1DC7-93AF4DB8F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75" y="25400"/>
            <a:ext cx="4730750" cy="377348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E2E2A74-2F99-ED08-E8A0-D1D9542E4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4875" y="517525"/>
            <a:ext cx="2933700" cy="2528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>
            <a:spAutoFit/>
          </a:bodyPr>
          <a:lstStyle/>
          <a:p>
            <a:pPr algn="ctr"/>
            <a:r>
              <a:rPr lang="en-US" altLang="en-US" sz="1800" b="1">
                <a:solidFill>
                  <a:srgbClr val="CC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Adding records to an unordered Sequential File</a:t>
            </a:r>
          </a:p>
          <a:p>
            <a:pPr algn="ctr"/>
            <a:endParaRPr lang="en-US" altLang="en-US" b="1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r>
              <a:rPr lang="en-US" altLang="en-US" sz="1400" b="1">
                <a:solidFill>
                  <a:schemeClr val="tx1"/>
                </a:solidFill>
              </a:rPr>
              <a:t>Click to view.</a:t>
            </a:r>
          </a:p>
          <a:p>
            <a:pPr algn="ctr"/>
            <a:endParaRPr lang="en-US" altLang="en-US" sz="1400" b="1">
              <a:solidFill>
                <a:schemeClr val="tx1"/>
              </a:solidFill>
            </a:endParaRPr>
          </a:p>
          <a:p>
            <a:pPr algn="ctr"/>
            <a:r>
              <a:rPr lang="en-US" altLang="en-US" sz="1000">
                <a:solidFill>
                  <a:schemeClr val="tx1"/>
                </a:solidFill>
              </a:rPr>
              <a:t>When viewing , left click (or press the Page Up key) to see the next frame and right click (or press Page Down)  to see the previous frame.</a:t>
            </a:r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algn="ctr"/>
            <a:endParaRPr lang="en-US" altLang="en-US" b="1">
              <a:solidFill>
                <a:srgbClr val="000099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E74C18FF-76E8-A94C-AD58-06AB2B2FA1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5E69B5B5-E5CA-69DC-A366-655FE2B0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2D50D5D4-62C5-C374-A3E3-CDC2E0AA0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1240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5236D65D-B94E-10AC-8E1A-C000E3C2B8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CC6D447D-13D4-E90B-F320-11A5B85C55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74274B85-8341-4308-11B7-6B60E1EC89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OPEN INPUT TF.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680A9DFA-1A3D-F0A9-3450-03BB26F00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5" name="Rectangle 9">
            <a:extLst>
              <a:ext uri="{FF2B5EF4-FFF2-40B4-BE49-F238E27FC236}">
                <a16:creationId xmlns:a16="http://schemas.microsoft.com/office/drawing/2014/main" id="{57C4FFD3-2624-0A48-3E67-B0759BFEA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6" name="AutoShape 10">
            <a:extLst>
              <a:ext uri="{FF2B5EF4-FFF2-40B4-BE49-F238E27FC236}">
                <a16:creationId xmlns:a16="http://schemas.microsoft.com/office/drawing/2014/main" id="{C99CA6D4-8078-24F9-30D3-8A59CF3BA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70167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7" name="AutoShape 11">
            <a:extLst>
              <a:ext uri="{FF2B5EF4-FFF2-40B4-BE49-F238E27FC236}">
                <a16:creationId xmlns:a16="http://schemas.microsoft.com/office/drawing/2014/main" id="{6B036C8D-EF58-51EE-E0A6-1AEDDC114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53047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08" name="AutoShape 12">
            <a:extLst>
              <a:ext uri="{FF2B5EF4-FFF2-40B4-BE49-F238E27FC236}">
                <a16:creationId xmlns:a16="http://schemas.microsoft.com/office/drawing/2014/main" id="{73021E2F-CDCE-4278-8636-699D4109C9A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1892300" y="2614613"/>
            <a:ext cx="1911350" cy="977635"/>
          </a:xfrm>
          <a:prstGeom prst="wedgeRoundRectCallout">
            <a:avLst>
              <a:gd name="adj1" fmla="val -41671"/>
              <a:gd name="adj2" fmla="val 66667"/>
              <a:gd name="adj3" fmla="val 16667"/>
            </a:avLst>
          </a:prstGeom>
          <a:solidFill>
            <a:srgbClr val="FFFF99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>
            <a:spAutoFit/>
          </a:bodyPr>
          <a:lstStyle/>
          <a:p>
            <a:pPr algn="ctr"/>
            <a:r>
              <a:rPr lang="en-US" altLang="en-US" sz="1000">
                <a:solidFill>
                  <a:schemeClr val="tx1"/>
                </a:solidFill>
              </a:rPr>
              <a:t>An </a:t>
            </a:r>
            <a:r>
              <a:rPr lang="en-US" altLang="en-US" sz="800">
                <a:solidFill>
                  <a:schemeClr val="tx1"/>
                </a:solidFill>
              </a:rPr>
              <a:t>OPEN INPUT,</a:t>
            </a:r>
            <a:r>
              <a:rPr lang="en-US" altLang="en-US" sz="1000">
                <a:solidFill>
                  <a:schemeClr val="tx1"/>
                </a:solidFill>
              </a:rPr>
              <a:t> positions the Next Record Pointer (NRP) at the beginning of the file and an </a:t>
            </a:r>
            <a:r>
              <a:rPr lang="en-US" altLang="en-US" sz="800">
                <a:solidFill>
                  <a:schemeClr val="tx1"/>
                </a:solidFill>
              </a:rPr>
              <a:t>OPEN EXTEND,</a:t>
            </a:r>
            <a:r>
              <a:rPr lang="en-US" altLang="en-US" sz="1000">
                <a:solidFill>
                  <a:schemeClr val="tx1"/>
                </a:solidFill>
              </a:rPr>
              <a:t> positions the NRP at the end of the file. </a:t>
            </a:r>
            <a:r>
              <a:rPr lang="en-US" altLang="en-US"/>
              <a:t> </a:t>
            </a:r>
          </a:p>
        </p:txBody>
      </p:sp>
      <p:sp>
        <p:nvSpPr>
          <p:cNvPr id="4109" name="Rectangle 13">
            <a:extLst>
              <a:ext uri="{FF2B5EF4-FFF2-40B4-BE49-F238E27FC236}">
                <a16:creationId xmlns:a16="http://schemas.microsoft.com/office/drawing/2014/main" id="{71AD26FA-4992-25F7-57AB-F297864C2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4110" name="Rectangle 14">
            <a:extLst>
              <a:ext uri="{FF2B5EF4-FFF2-40B4-BE49-F238E27FC236}">
                <a16:creationId xmlns:a16="http://schemas.microsoft.com/office/drawing/2014/main" id="{8A6880FE-FD5B-5F6E-0317-70334195F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8" grpId="0" animBg="1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0485A05-B91F-DD88-18CF-075AC5FA6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RecordF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F7DAC675-2E0F-6890-435C-738B0AC637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646F6F80-C63A-98A1-B7D4-53B275337B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1240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BDAB57FD-CE9C-6F7F-B328-3C306F16B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8A6B6CF8-1248-CABA-2D92-171C38964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4AD5232C-6AC9-AFB3-3F94-8F7DAF9779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END-READ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5128" name="Rectangle 8">
            <a:extLst>
              <a:ext uri="{FF2B5EF4-FFF2-40B4-BE49-F238E27FC236}">
                <a16:creationId xmlns:a16="http://schemas.microsoft.com/office/drawing/2014/main" id="{CF9326C9-BAC5-FE98-3407-40EA5EC0E5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5129" name="Rectangle 9">
            <a:extLst>
              <a:ext uri="{FF2B5EF4-FFF2-40B4-BE49-F238E27FC236}">
                <a16:creationId xmlns:a16="http://schemas.microsoft.com/office/drawing/2014/main" id="{25C00FDC-514A-78E2-C476-CED8ADF7A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6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UFRec</a:t>
            </a:r>
          </a:p>
        </p:txBody>
      </p:sp>
      <p:sp>
        <p:nvSpPr>
          <p:cNvPr id="5130" name="AutoShape 10">
            <a:extLst>
              <a:ext uri="{FF2B5EF4-FFF2-40B4-BE49-F238E27FC236}">
                <a16:creationId xmlns:a16="http://schemas.microsoft.com/office/drawing/2014/main" id="{079BA52F-D29F-1653-C089-BA7EE41FB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98742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1" name="AutoShape 11">
            <a:extLst>
              <a:ext uri="{FF2B5EF4-FFF2-40B4-BE49-F238E27FC236}">
                <a16:creationId xmlns:a16="http://schemas.microsoft.com/office/drawing/2014/main" id="{9A921E76-59FE-A5AA-A38A-0B630086D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53047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132" name="Arc 12">
            <a:extLst>
              <a:ext uri="{FF2B5EF4-FFF2-40B4-BE49-F238E27FC236}">
                <a16:creationId xmlns:a16="http://schemas.microsoft.com/office/drawing/2014/main" id="{12ABFC1F-5C2D-26EF-3F6E-CD6BC466D96B}"/>
              </a:ext>
            </a:extLst>
          </p:cNvPr>
          <p:cNvSpPr>
            <a:spLocks/>
          </p:cNvSpPr>
          <p:nvPr/>
        </p:nvSpPr>
        <p:spPr bwMode="auto">
          <a:xfrm>
            <a:off x="857250" y="838200"/>
            <a:ext cx="609600" cy="17145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33" name="Rectangle 13">
            <a:extLst>
              <a:ext uri="{FF2B5EF4-FFF2-40B4-BE49-F238E27FC236}">
                <a16:creationId xmlns:a16="http://schemas.microsoft.com/office/drawing/2014/main" id="{0A9B6016-17A1-5B45-8F6B-D5C2DF1086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5134" name="Rectangle 14">
            <a:extLst>
              <a:ext uri="{FF2B5EF4-FFF2-40B4-BE49-F238E27FC236}">
                <a16:creationId xmlns:a16="http://schemas.microsoft.com/office/drawing/2014/main" id="{D54BC258-437C-763E-4E99-B927731D7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5B6110-F921-AB8C-7654-EB517A58A4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FEE5D9F-3E7F-C296-1BCE-57DB4A966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1E4DB6EF-FE82-50FF-9893-1C34BD721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1240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</p:txBody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BDD4340F-B90F-B641-6C2E-507899D7A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55A7C189-82FD-6CD1-7A54-84CD0449F3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BD31D90-C69D-0FA2-6BEA-E4C81EF05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MOVE TFRec TO UFRec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6152" name="Rectangle 8">
            <a:extLst>
              <a:ext uri="{FF2B5EF4-FFF2-40B4-BE49-F238E27FC236}">
                <a16:creationId xmlns:a16="http://schemas.microsoft.com/office/drawing/2014/main" id="{82450559-97D7-BCD8-DBFC-4AC4932BA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6153" name="Rectangle 9">
            <a:extLst>
              <a:ext uri="{FF2B5EF4-FFF2-40B4-BE49-F238E27FC236}">
                <a16:creationId xmlns:a16="http://schemas.microsoft.com/office/drawing/2014/main" id="{5EA4CC66-7D39-74AC-BCCD-1821C703B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6154" name="AutoShape 10">
            <a:extLst>
              <a:ext uri="{FF2B5EF4-FFF2-40B4-BE49-F238E27FC236}">
                <a16:creationId xmlns:a16="http://schemas.microsoft.com/office/drawing/2014/main" id="{522AD648-90C1-4DAF-5742-F6F511E6C7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53047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Arc 11">
            <a:extLst>
              <a:ext uri="{FF2B5EF4-FFF2-40B4-BE49-F238E27FC236}">
                <a16:creationId xmlns:a16="http://schemas.microsoft.com/office/drawing/2014/main" id="{65D0869D-233D-9DC9-9202-A213612CA135}"/>
              </a:ext>
            </a:extLst>
          </p:cNvPr>
          <p:cNvSpPr>
            <a:spLocks/>
          </p:cNvSpPr>
          <p:nvPr/>
        </p:nvSpPr>
        <p:spPr bwMode="auto">
          <a:xfrm>
            <a:off x="2457450" y="973138"/>
            <a:ext cx="230188" cy="533400"/>
          </a:xfrm>
          <a:custGeom>
            <a:avLst/>
            <a:gdLst>
              <a:gd name="G0" fmla="+- 150 0 0"/>
              <a:gd name="G1" fmla="+- 21600 0 0"/>
              <a:gd name="G2" fmla="+- 21600 0 0"/>
              <a:gd name="T0" fmla="*/ 0 w 21750"/>
              <a:gd name="T1" fmla="*/ 1 h 43047"/>
              <a:gd name="T2" fmla="*/ 2720 w 21750"/>
              <a:gd name="T3" fmla="*/ 43047 h 43047"/>
              <a:gd name="T4" fmla="*/ 150 w 21750"/>
              <a:gd name="T5" fmla="*/ 21600 h 43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50" h="43047" fill="none" extrusionOk="0">
                <a:moveTo>
                  <a:pt x="-1" y="0"/>
                </a:moveTo>
                <a:cubicBezTo>
                  <a:pt x="49" y="0"/>
                  <a:pt x="99" y="0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  <a:cubicBezTo>
                  <a:pt x="21750" y="32535"/>
                  <a:pt x="13577" y="41745"/>
                  <a:pt x="2719" y="43046"/>
                </a:cubicBezTo>
              </a:path>
              <a:path w="21750" h="43047" stroke="0" extrusionOk="0">
                <a:moveTo>
                  <a:pt x="-1" y="0"/>
                </a:moveTo>
                <a:cubicBezTo>
                  <a:pt x="49" y="0"/>
                  <a:pt x="99" y="0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  <a:cubicBezTo>
                  <a:pt x="21750" y="32535"/>
                  <a:pt x="13577" y="41745"/>
                  <a:pt x="2719" y="43046"/>
                </a:cubicBezTo>
                <a:lnTo>
                  <a:pt x="15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156" name="AutoShape 12">
            <a:extLst>
              <a:ext uri="{FF2B5EF4-FFF2-40B4-BE49-F238E27FC236}">
                <a16:creationId xmlns:a16="http://schemas.microsoft.com/office/drawing/2014/main" id="{C3A2E42A-9339-57DC-AF99-A4D9345256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98742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Rectangle 13">
            <a:extLst>
              <a:ext uri="{FF2B5EF4-FFF2-40B4-BE49-F238E27FC236}">
                <a16:creationId xmlns:a16="http://schemas.microsoft.com/office/drawing/2014/main" id="{B93381F1-F47F-9AE4-00C7-9550820DA7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6158" name="Rectangle 14">
            <a:extLst>
              <a:ext uri="{FF2B5EF4-FFF2-40B4-BE49-F238E27FC236}">
                <a16:creationId xmlns:a16="http://schemas.microsoft.com/office/drawing/2014/main" id="{BE730EDA-C35E-73A4-A715-E91D806D32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43C0FB0B-144C-32D4-AF9A-8F43DC1413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53EA0EC9-1B84-3FFC-39E9-42009A13DD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84F2D03B-6770-6EE8-7658-5822F905E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4066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434F26BF-6893-83EE-B898-948714555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EB2E611C-3028-190F-BAC4-9258915AC1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7175" name="Rectangle 7">
            <a:extLst>
              <a:ext uri="{FF2B5EF4-FFF2-40B4-BE49-F238E27FC236}">
                <a16:creationId xmlns:a16="http://schemas.microsoft.com/office/drawing/2014/main" id="{69A72BC7-23D7-256D-86DA-E376352AFE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WRITE UFRec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7176" name="Rectangle 8">
            <a:extLst>
              <a:ext uri="{FF2B5EF4-FFF2-40B4-BE49-F238E27FC236}">
                <a16:creationId xmlns:a16="http://schemas.microsoft.com/office/drawing/2014/main" id="{07B2FF57-9AD4-0DD6-13DB-44202E806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7177" name="Rectangle 9">
            <a:extLst>
              <a:ext uri="{FF2B5EF4-FFF2-40B4-BE49-F238E27FC236}">
                <a16:creationId xmlns:a16="http://schemas.microsoft.com/office/drawing/2014/main" id="{3B361DF2-483D-D3AC-D1B1-24D0C15EE7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7178" name="AutoShape 10">
            <a:extLst>
              <a:ext uri="{FF2B5EF4-FFF2-40B4-BE49-F238E27FC236}">
                <a16:creationId xmlns:a16="http://schemas.microsoft.com/office/drawing/2014/main" id="{C00C106B-FA7E-4573-8A3D-6594879DE1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85432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79" name="AutoShape 11">
            <a:extLst>
              <a:ext uri="{FF2B5EF4-FFF2-40B4-BE49-F238E27FC236}">
                <a16:creationId xmlns:a16="http://schemas.microsoft.com/office/drawing/2014/main" id="{43185BC0-7644-66D3-F1B6-FE402825E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98742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7180" name="Arc 12">
            <a:extLst>
              <a:ext uri="{FF2B5EF4-FFF2-40B4-BE49-F238E27FC236}">
                <a16:creationId xmlns:a16="http://schemas.microsoft.com/office/drawing/2014/main" id="{169E6302-11FE-C526-04B7-52D3B41F107B}"/>
              </a:ext>
            </a:extLst>
          </p:cNvPr>
          <p:cNvSpPr>
            <a:spLocks/>
          </p:cNvSpPr>
          <p:nvPr/>
        </p:nvSpPr>
        <p:spPr bwMode="auto">
          <a:xfrm>
            <a:off x="1943100" y="1581150"/>
            <a:ext cx="1828800" cy="114300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181" name="Rectangle 13">
            <a:extLst>
              <a:ext uri="{FF2B5EF4-FFF2-40B4-BE49-F238E27FC236}">
                <a16:creationId xmlns:a16="http://schemas.microsoft.com/office/drawing/2014/main" id="{23035A05-7A5B-6F87-2CA7-6CAFD7E25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7182" name="Rectangle 14">
            <a:extLst>
              <a:ext uri="{FF2B5EF4-FFF2-40B4-BE49-F238E27FC236}">
                <a16:creationId xmlns:a16="http://schemas.microsoft.com/office/drawing/2014/main" id="{2160D8E1-26CD-861B-8DB4-79F3A94ED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5C37933D-11F3-83B4-E575-F21FCDEA5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RecordP</a:t>
            </a:r>
            <a:endParaRPr lang="en-US" altLang="en-US" sz="1200" b="1">
              <a:latin typeface="Courier New" panose="02070309020205020404" pitchFamily="49" charset="0"/>
            </a:endParaRP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3E6A4483-73DB-0C4D-FEEA-C126C01DE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CC7BFC1F-3A0E-C5F8-D724-AFA5C48AF5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4066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30DD740E-A029-924D-8C9C-D541A4E7FA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10B88F31-FEE1-962A-2AA9-CC3AE3658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1A1A0701-69B6-B9CE-8BD4-D97FF9D13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END-READ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8200" name="Rectangle 8">
            <a:extLst>
              <a:ext uri="{FF2B5EF4-FFF2-40B4-BE49-F238E27FC236}">
                <a16:creationId xmlns:a16="http://schemas.microsoft.com/office/drawing/2014/main" id="{5C219615-2086-BE8C-2718-A8CCD8A2C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8201" name="Rectangle 9">
            <a:extLst>
              <a:ext uri="{FF2B5EF4-FFF2-40B4-BE49-F238E27FC236}">
                <a16:creationId xmlns:a16="http://schemas.microsoft.com/office/drawing/2014/main" id="{5126FC74-48E5-65EB-B9C1-7F18B2DD6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8202" name="AutoShape 10">
            <a:extLst>
              <a:ext uri="{FF2B5EF4-FFF2-40B4-BE49-F238E27FC236}">
                <a16:creationId xmlns:a16="http://schemas.microsoft.com/office/drawing/2014/main" id="{ADBB67EC-EA89-6FAD-8C9A-24FE4DAA7A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85432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3" name="AutoShape 11">
            <a:extLst>
              <a:ext uri="{FF2B5EF4-FFF2-40B4-BE49-F238E27FC236}">
                <a16:creationId xmlns:a16="http://schemas.microsoft.com/office/drawing/2014/main" id="{59259C47-17D1-0F1C-992C-E8A8CCF43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27317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204" name="Line 12">
            <a:extLst>
              <a:ext uri="{FF2B5EF4-FFF2-40B4-BE49-F238E27FC236}">
                <a16:creationId xmlns:a16="http://schemas.microsoft.com/office/drawing/2014/main" id="{046D4449-D6BC-88BD-425B-ED481837900F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450" y="1009650"/>
            <a:ext cx="552450" cy="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205" name="Rectangle 13">
            <a:extLst>
              <a:ext uri="{FF2B5EF4-FFF2-40B4-BE49-F238E27FC236}">
                <a16:creationId xmlns:a16="http://schemas.microsoft.com/office/drawing/2014/main" id="{5EF68598-18F0-0EB8-8B4E-2CD319F6A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8206" name="Rectangle 14">
            <a:extLst>
              <a:ext uri="{FF2B5EF4-FFF2-40B4-BE49-F238E27FC236}">
                <a16:creationId xmlns:a16="http://schemas.microsoft.com/office/drawing/2014/main" id="{380C3646-EB94-3208-8E87-7686759B4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9D702CF6-016E-9421-D58A-DC32F7BD9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38662456-BF76-4A15-1387-621D03D487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9220" name="Rectangle 4">
            <a:extLst>
              <a:ext uri="{FF2B5EF4-FFF2-40B4-BE49-F238E27FC236}">
                <a16:creationId xmlns:a16="http://schemas.microsoft.com/office/drawing/2014/main" id="{E87887C0-2EAC-F55D-81CE-22F0A756D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40665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</p:txBody>
      </p:sp>
      <p:sp>
        <p:nvSpPr>
          <p:cNvPr id="9221" name="Rectangle 5">
            <a:extLst>
              <a:ext uri="{FF2B5EF4-FFF2-40B4-BE49-F238E27FC236}">
                <a16:creationId xmlns:a16="http://schemas.microsoft.com/office/drawing/2014/main" id="{049ED66F-98ED-2ED1-6119-7445B26870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9222" name="Rectangle 6">
            <a:extLst>
              <a:ext uri="{FF2B5EF4-FFF2-40B4-BE49-F238E27FC236}">
                <a16:creationId xmlns:a16="http://schemas.microsoft.com/office/drawing/2014/main" id="{3C30C185-C3E6-2E14-3729-1B636565B6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9223" name="Rectangle 7">
            <a:extLst>
              <a:ext uri="{FF2B5EF4-FFF2-40B4-BE49-F238E27FC236}">
                <a16:creationId xmlns:a16="http://schemas.microsoft.com/office/drawing/2014/main" id="{83DE45E4-DAC0-A77A-E9C7-AE0B04A82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MOVE TFRec TO UFRec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9224" name="Rectangle 8">
            <a:extLst>
              <a:ext uri="{FF2B5EF4-FFF2-40B4-BE49-F238E27FC236}">
                <a16:creationId xmlns:a16="http://schemas.microsoft.com/office/drawing/2014/main" id="{83820965-127D-4157-1A9E-322586812A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9225" name="Rectangle 9">
            <a:extLst>
              <a:ext uri="{FF2B5EF4-FFF2-40B4-BE49-F238E27FC236}">
                <a16:creationId xmlns:a16="http://schemas.microsoft.com/office/drawing/2014/main" id="{B50287A3-0142-F4D9-4127-AF1B22F421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9226" name="AutoShape 10">
            <a:extLst>
              <a:ext uri="{FF2B5EF4-FFF2-40B4-BE49-F238E27FC236}">
                <a16:creationId xmlns:a16="http://schemas.microsoft.com/office/drawing/2014/main" id="{6589F3AB-3BF7-4B79-447F-E19DB2C88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83100" y="285432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7" name="AutoShape 11">
            <a:extLst>
              <a:ext uri="{FF2B5EF4-FFF2-40B4-BE49-F238E27FC236}">
                <a16:creationId xmlns:a16="http://schemas.microsoft.com/office/drawing/2014/main" id="{791432C1-BA13-D331-AD5B-8FAFF052F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27317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228" name="Arc 12">
            <a:extLst>
              <a:ext uri="{FF2B5EF4-FFF2-40B4-BE49-F238E27FC236}">
                <a16:creationId xmlns:a16="http://schemas.microsoft.com/office/drawing/2014/main" id="{08F6221A-9C52-6DA9-2861-E301F7688722}"/>
              </a:ext>
            </a:extLst>
          </p:cNvPr>
          <p:cNvSpPr>
            <a:spLocks/>
          </p:cNvSpPr>
          <p:nvPr/>
        </p:nvSpPr>
        <p:spPr bwMode="auto">
          <a:xfrm>
            <a:off x="2457450" y="973138"/>
            <a:ext cx="230188" cy="533400"/>
          </a:xfrm>
          <a:custGeom>
            <a:avLst/>
            <a:gdLst>
              <a:gd name="G0" fmla="+- 150 0 0"/>
              <a:gd name="G1" fmla="+- 21600 0 0"/>
              <a:gd name="G2" fmla="+- 21600 0 0"/>
              <a:gd name="T0" fmla="*/ 0 w 21750"/>
              <a:gd name="T1" fmla="*/ 1 h 43047"/>
              <a:gd name="T2" fmla="*/ 2720 w 21750"/>
              <a:gd name="T3" fmla="*/ 43047 h 43047"/>
              <a:gd name="T4" fmla="*/ 150 w 21750"/>
              <a:gd name="T5" fmla="*/ 21600 h 430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750" h="43047" fill="none" extrusionOk="0">
                <a:moveTo>
                  <a:pt x="-1" y="0"/>
                </a:moveTo>
                <a:cubicBezTo>
                  <a:pt x="49" y="0"/>
                  <a:pt x="99" y="0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  <a:cubicBezTo>
                  <a:pt x="21750" y="32535"/>
                  <a:pt x="13577" y="41745"/>
                  <a:pt x="2719" y="43046"/>
                </a:cubicBezTo>
              </a:path>
              <a:path w="21750" h="43047" stroke="0" extrusionOk="0">
                <a:moveTo>
                  <a:pt x="-1" y="0"/>
                </a:moveTo>
                <a:cubicBezTo>
                  <a:pt x="49" y="0"/>
                  <a:pt x="99" y="0"/>
                  <a:pt x="150" y="0"/>
                </a:cubicBezTo>
                <a:cubicBezTo>
                  <a:pt x="12079" y="0"/>
                  <a:pt x="21750" y="9670"/>
                  <a:pt x="21750" y="21600"/>
                </a:cubicBezTo>
                <a:cubicBezTo>
                  <a:pt x="21750" y="32535"/>
                  <a:pt x="13577" y="41745"/>
                  <a:pt x="2719" y="43046"/>
                </a:cubicBezTo>
                <a:lnTo>
                  <a:pt x="15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9" name="Rectangle 13">
            <a:extLst>
              <a:ext uri="{FF2B5EF4-FFF2-40B4-BE49-F238E27FC236}">
                <a16:creationId xmlns:a16="http://schemas.microsoft.com/office/drawing/2014/main" id="{82659FB5-EE2A-548C-3BC8-71E7DA8C6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9230" name="Rectangle 14">
            <a:extLst>
              <a:ext uri="{FF2B5EF4-FFF2-40B4-BE49-F238E27FC236}">
                <a16:creationId xmlns:a16="http://schemas.microsoft.com/office/drawing/2014/main" id="{C816865D-2AC9-2853-9771-FD320E171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7AC638D6-3221-5030-AFFD-0D3F6D21CB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9FFE24F-1C29-A58E-6F31-E450FDFBA1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10244" name="Rectangle 4">
            <a:extLst>
              <a:ext uri="{FF2B5EF4-FFF2-40B4-BE49-F238E27FC236}">
                <a16:creationId xmlns:a16="http://schemas.microsoft.com/office/drawing/2014/main" id="{A8C3B869-FD6C-77B7-6C29-BFDF77D35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6892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10245" name="Rectangle 5">
            <a:extLst>
              <a:ext uri="{FF2B5EF4-FFF2-40B4-BE49-F238E27FC236}">
                <a16:creationId xmlns:a16="http://schemas.microsoft.com/office/drawing/2014/main" id="{5752D63F-A2EB-A189-1C7F-0101F82817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10246" name="Rectangle 6">
            <a:extLst>
              <a:ext uri="{FF2B5EF4-FFF2-40B4-BE49-F238E27FC236}">
                <a16:creationId xmlns:a16="http://schemas.microsoft.com/office/drawing/2014/main" id="{D43818D3-B761-3548-B055-5BACF8D62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10247" name="Rectangle 7">
            <a:extLst>
              <a:ext uri="{FF2B5EF4-FFF2-40B4-BE49-F238E27FC236}">
                <a16:creationId xmlns:a16="http://schemas.microsoft.com/office/drawing/2014/main" id="{412A0144-0512-51AB-0084-A8F6D2992F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</a:t>
            </a: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WRITE UFRec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10248" name="Rectangle 8">
            <a:extLst>
              <a:ext uri="{FF2B5EF4-FFF2-40B4-BE49-F238E27FC236}">
                <a16:creationId xmlns:a16="http://schemas.microsoft.com/office/drawing/2014/main" id="{5F26B211-C053-44C7-6D14-7ACF78413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10249" name="Rectangle 9">
            <a:extLst>
              <a:ext uri="{FF2B5EF4-FFF2-40B4-BE49-F238E27FC236}">
                <a16:creationId xmlns:a16="http://schemas.microsoft.com/office/drawing/2014/main" id="{2D605727-CEB4-BDFC-5367-B19022D116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10250" name="AutoShape 10">
            <a:extLst>
              <a:ext uri="{FF2B5EF4-FFF2-40B4-BE49-F238E27FC236}">
                <a16:creationId xmlns:a16="http://schemas.microsoft.com/office/drawing/2014/main" id="{5AEC1ADF-2C3F-2988-8D1B-4060705AC5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14007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1" name="AutoShape 11">
            <a:extLst>
              <a:ext uri="{FF2B5EF4-FFF2-40B4-BE49-F238E27FC236}">
                <a16:creationId xmlns:a16="http://schemas.microsoft.com/office/drawing/2014/main" id="{6AFBEEE3-4930-155F-75DA-0536CD900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27317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52" name="Arc 12">
            <a:extLst>
              <a:ext uri="{FF2B5EF4-FFF2-40B4-BE49-F238E27FC236}">
                <a16:creationId xmlns:a16="http://schemas.microsoft.com/office/drawing/2014/main" id="{2A5A636E-70EF-68D8-294C-A2E51635A6F1}"/>
              </a:ext>
            </a:extLst>
          </p:cNvPr>
          <p:cNvSpPr>
            <a:spLocks/>
          </p:cNvSpPr>
          <p:nvPr/>
        </p:nvSpPr>
        <p:spPr bwMode="auto">
          <a:xfrm>
            <a:off x="1981200" y="1543050"/>
            <a:ext cx="1790700" cy="146685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stealth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53" name="Rectangle 13">
            <a:extLst>
              <a:ext uri="{FF2B5EF4-FFF2-40B4-BE49-F238E27FC236}">
                <a16:creationId xmlns:a16="http://schemas.microsoft.com/office/drawing/2014/main" id="{31A53E7E-F570-34A5-D9BA-5F1C020C1E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10254" name="Rectangle 14">
            <a:extLst>
              <a:ext uri="{FF2B5EF4-FFF2-40B4-BE49-F238E27FC236}">
                <a16:creationId xmlns:a16="http://schemas.microsoft.com/office/drawing/2014/main" id="{A7B3EFF2-E65A-5B01-F7BE-B4DD6AF50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B33F52D-CC6A-A1BA-9C43-C846F771DC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B6357711-0250-A719-3989-3A8BF7616E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55813D2D-5873-DB14-4F15-D90FC58AD7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6892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11269" name="Rectangle 5">
            <a:extLst>
              <a:ext uri="{FF2B5EF4-FFF2-40B4-BE49-F238E27FC236}">
                <a16:creationId xmlns:a16="http://schemas.microsoft.com/office/drawing/2014/main" id="{A8AAE869-9648-81FF-75F1-63F19E3F17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11270" name="Rectangle 6">
            <a:extLst>
              <a:ext uri="{FF2B5EF4-FFF2-40B4-BE49-F238E27FC236}">
                <a16:creationId xmlns:a16="http://schemas.microsoft.com/office/drawing/2014/main" id="{57F5FC1F-3ADC-F73A-113E-7CB44616D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4513" y="342900"/>
            <a:ext cx="989012" cy="18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0" rIns="92075" bIns="0" anchor="ctr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PROGRAM</a:t>
            </a:r>
          </a:p>
        </p:txBody>
      </p:sp>
      <p:sp>
        <p:nvSpPr>
          <p:cNvPr id="11271" name="Rectangle 7">
            <a:extLst>
              <a:ext uri="{FF2B5EF4-FFF2-40B4-BE49-F238E27FC236}">
                <a16:creationId xmlns:a16="http://schemas.microsoft.com/office/drawing/2014/main" id="{24280472-9462-E396-6E2B-4E3D4C549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5713" y="534988"/>
            <a:ext cx="2195512" cy="3065462"/>
          </a:xfrm>
          <a:prstGeom prst="rect">
            <a:avLst/>
          </a:prstGeom>
          <a:solidFill>
            <a:srgbClr val="EEFFEE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/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FILE SECTION.</a:t>
            </a: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PROCEDURE DIVISION.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EXTEND UF.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OPEN INPUT TF.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END-READ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PERFORM UNTIL EOF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MOVE TFRec TO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  WRITE UFRec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READ TF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  AT END SET EOF TO TRUE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solidFill>
                  <a:srgbClr val="CC0000"/>
                </a:solidFill>
                <a:latin typeface="Courier New" panose="02070309020205020404" pitchFamily="49" charset="0"/>
              </a:rPr>
              <a:t>  END-READ</a:t>
            </a:r>
            <a:endParaRPr lang="en-US" altLang="en-US" sz="1000" b="1"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END-PERFORM</a:t>
            </a:r>
          </a:p>
          <a:p>
            <a:pPr>
              <a:lnSpc>
                <a:spcPct val="75000"/>
              </a:lnSpc>
            </a:pPr>
            <a:r>
              <a:rPr lang="en-US" altLang="en-US" sz="1000" b="1">
                <a:latin typeface="Courier New" panose="02070309020205020404" pitchFamily="49" charset="0"/>
              </a:rPr>
              <a:t>STOP RUN.</a:t>
            </a: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  <a:p>
            <a:pPr>
              <a:lnSpc>
                <a:spcPct val="75000"/>
              </a:lnSpc>
            </a:pPr>
            <a:endParaRPr lang="en-US" altLang="en-US" sz="1000" b="1">
              <a:solidFill>
                <a:schemeClr val="folHlink"/>
              </a:solidFill>
              <a:latin typeface="Courier New" panose="02070309020205020404" pitchFamily="49" charset="0"/>
            </a:endParaRPr>
          </a:p>
        </p:txBody>
      </p:sp>
      <p:sp>
        <p:nvSpPr>
          <p:cNvPr id="11272" name="Rectangle 8">
            <a:extLst>
              <a:ext uri="{FF2B5EF4-FFF2-40B4-BE49-F238E27FC236}">
                <a16:creationId xmlns:a16="http://schemas.microsoft.com/office/drawing/2014/main" id="{401E63D4-3152-C08D-6B74-ECC7C559AE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86360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rgbClr val="CC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11273" name="Rectangle 9">
            <a:extLst>
              <a:ext uri="{FF2B5EF4-FFF2-40B4-BE49-F238E27FC236}">
                <a16:creationId xmlns:a16="http://schemas.microsoft.com/office/drawing/2014/main" id="{53D949A6-040D-47A2-4177-B223FD2D75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6200" y="1339850"/>
            <a:ext cx="1895475" cy="263525"/>
          </a:xfrm>
          <a:prstGeom prst="rect">
            <a:avLst/>
          </a:prstGeom>
          <a:solidFill>
            <a:srgbClr val="FFFFCC"/>
          </a:solidFill>
          <a:ln w="12700">
            <a:solidFill>
              <a:schemeClr val="bg2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 indent="1905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1400" b="1">
                <a:solidFill>
                  <a:schemeClr val="accent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Courier New" panose="02070309020205020404" pitchFamily="49" charset="0"/>
              </a:rPr>
              <a:t>RecordP</a:t>
            </a:r>
          </a:p>
        </p:txBody>
      </p:sp>
      <p:sp>
        <p:nvSpPr>
          <p:cNvPr id="11274" name="AutoShape 10">
            <a:extLst>
              <a:ext uri="{FF2B5EF4-FFF2-40B4-BE49-F238E27FC236}">
                <a16:creationId xmlns:a16="http://schemas.microsoft.com/office/drawing/2014/main" id="{6C5DF4CE-4EE5-A7B1-E29E-D0F5B08213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140075"/>
            <a:ext cx="177800" cy="101600"/>
          </a:xfrm>
          <a:prstGeom prst="leftArrow">
            <a:avLst>
              <a:gd name="adj1" fmla="val 50000"/>
              <a:gd name="adj2" fmla="val 87492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5" name="AutoShape 11">
            <a:extLst>
              <a:ext uri="{FF2B5EF4-FFF2-40B4-BE49-F238E27FC236}">
                <a16:creationId xmlns:a16="http://schemas.microsoft.com/office/drawing/2014/main" id="{6CDB74FD-5F8E-B47B-F047-F5F777F93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" y="1463675"/>
            <a:ext cx="177800" cy="101600"/>
          </a:xfrm>
          <a:prstGeom prst="rightArrow">
            <a:avLst>
              <a:gd name="adj1" fmla="val 50000"/>
              <a:gd name="adj2" fmla="val 87508"/>
            </a:avLst>
          </a:prstGeom>
          <a:solidFill>
            <a:srgbClr val="FF33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76" name="Arc 12">
            <a:extLst>
              <a:ext uri="{FF2B5EF4-FFF2-40B4-BE49-F238E27FC236}">
                <a16:creationId xmlns:a16="http://schemas.microsoft.com/office/drawing/2014/main" id="{4F18ED3E-AD2E-CB36-F970-8A7296E86E24}"/>
              </a:ext>
            </a:extLst>
          </p:cNvPr>
          <p:cNvSpPr>
            <a:spLocks/>
          </p:cNvSpPr>
          <p:nvPr/>
        </p:nvSpPr>
        <p:spPr bwMode="auto">
          <a:xfrm>
            <a:off x="876300" y="971550"/>
            <a:ext cx="609600" cy="285750"/>
          </a:xfrm>
          <a:custGeom>
            <a:avLst/>
            <a:gdLst>
              <a:gd name="G0" fmla="+- 21600 0 0"/>
              <a:gd name="G1" fmla="+- 21600 0 0"/>
              <a:gd name="G2" fmla="+- 21600 0 0"/>
              <a:gd name="T0" fmla="*/ 0 w 21600"/>
              <a:gd name="T1" fmla="*/ 21600 h 21600"/>
              <a:gd name="T2" fmla="*/ 21544 w 21600"/>
              <a:gd name="T3" fmla="*/ 0 h 21600"/>
              <a:gd name="T4" fmla="*/ 21600 w 21600"/>
              <a:gd name="T5" fmla="*/ 216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0" y="21599"/>
                </a:moveTo>
                <a:cubicBezTo>
                  <a:pt x="0" y="9692"/>
                  <a:pt x="9636" y="30"/>
                  <a:pt x="21544" y="0"/>
                </a:cubicBezTo>
              </a:path>
              <a:path w="21600" h="21600" stroke="0" extrusionOk="0">
                <a:moveTo>
                  <a:pt x="0" y="21599"/>
                </a:moveTo>
                <a:cubicBezTo>
                  <a:pt x="0" y="9692"/>
                  <a:pt x="9636" y="30"/>
                  <a:pt x="21544" y="0"/>
                </a:cubicBezTo>
                <a:lnTo>
                  <a:pt x="21600" y="21600"/>
                </a:lnTo>
                <a:close/>
              </a:path>
            </a:pathLst>
          </a:custGeom>
          <a:noFill/>
          <a:ln w="12700" cap="rnd">
            <a:solidFill>
              <a:srgbClr val="CC0000"/>
            </a:solidFill>
            <a:round/>
            <a:headEnd type="none" w="sm" len="sm"/>
            <a:tailEnd type="stealth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77" name="Rectangle 13">
            <a:extLst>
              <a:ext uri="{FF2B5EF4-FFF2-40B4-BE49-F238E27FC236}">
                <a16:creationId xmlns:a16="http://schemas.microsoft.com/office/drawing/2014/main" id="{22FBFE23-4E6D-2DC6-DD36-7F51D2B477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700088"/>
            <a:ext cx="460375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TFRec</a:t>
            </a:r>
          </a:p>
        </p:txBody>
      </p:sp>
      <p:sp>
        <p:nvSpPr>
          <p:cNvPr id="11278" name="Rectangle 14">
            <a:extLst>
              <a:ext uri="{FF2B5EF4-FFF2-40B4-BE49-F238E27FC236}">
                <a16:creationId xmlns:a16="http://schemas.microsoft.com/office/drawing/2014/main" id="{8B37EE7A-D28D-8803-23E7-DABE85AA90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0950" y="1176338"/>
            <a:ext cx="471488" cy="21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sz="800">
                <a:solidFill>
                  <a:schemeClr val="tx1"/>
                </a:solidFill>
              </a:rPr>
              <a:t>UFRec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8CE3EDF-2E0F-9EFB-19AF-9676F8ADA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475" y="536575"/>
            <a:ext cx="728663" cy="993775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8B533AB8-60B9-B641-FC7E-6F98DE3E8B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38" y="200025"/>
            <a:ext cx="7874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Transaction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(TF)</a:t>
            </a:r>
          </a:p>
        </p:txBody>
      </p:sp>
      <p:sp>
        <p:nvSpPr>
          <p:cNvPr id="12292" name="Rectangle 4">
            <a:extLst>
              <a:ext uri="{FF2B5EF4-FFF2-40B4-BE49-F238E27FC236}">
                <a16:creationId xmlns:a16="http://schemas.microsoft.com/office/drawing/2014/main" id="{D8A2C886-05F5-E6BC-0909-DDEE32298A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536575"/>
            <a:ext cx="754063" cy="2971800"/>
          </a:xfrm>
          <a:prstGeom prst="rect">
            <a:avLst/>
          </a:prstGeom>
          <a:solidFill>
            <a:srgbClr val="FFFFCC"/>
          </a:solidFill>
          <a:ln w="12700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38100" tIns="114300" rIns="38100" bIns="114300">
            <a:spAutoFit/>
          </a:bodyPr>
          <a:lstStyle>
            <a:lvl1pPr marL="190500" indent="-190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RecordM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RecordH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RecordB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RecordN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RecordA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RecordK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latin typeface="Courier New" panose="02070309020205020404" pitchFamily="49" charset="0"/>
              </a:rPr>
              <a:t>RecordG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RecordF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RecordP</a:t>
            </a:r>
          </a:p>
          <a:p>
            <a:pPr algn="ctr">
              <a:lnSpc>
                <a:spcPct val="103000"/>
              </a:lnSpc>
              <a:spcAft>
                <a:spcPct val="52000"/>
              </a:spcAft>
            </a:pPr>
            <a:r>
              <a:rPr lang="en-US" altLang="en-US" sz="1200" b="1">
                <a:solidFill>
                  <a:srgbClr val="CC0000"/>
                </a:solidFill>
                <a:latin typeface="Courier New" panose="02070309020205020404" pitchFamily="49" charset="0"/>
              </a:rPr>
              <a:t>RecordW</a:t>
            </a:r>
          </a:p>
        </p:txBody>
      </p:sp>
      <p:sp>
        <p:nvSpPr>
          <p:cNvPr id="12293" name="Rectangle 5">
            <a:extLst>
              <a:ext uri="{FF2B5EF4-FFF2-40B4-BE49-F238E27FC236}">
                <a16:creationId xmlns:a16="http://schemas.microsoft.com/office/drawing/2014/main" id="{259046DE-987B-A93D-EDE8-9D32E53E6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1575" y="200025"/>
            <a:ext cx="8509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90000"/>
              </a:lnSpc>
              <a:spcAft>
                <a:spcPct val="52000"/>
              </a:spcAft>
            </a:pPr>
            <a:r>
              <a:rPr lang="en-US" altLang="en-US" sz="1200" b="1">
                <a:latin typeface="Times New Roman" panose="02020603050405020304" pitchFamily="18" charset="0"/>
              </a:rPr>
              <a:t>Unordered </a:t>
            </a:r>
            <a:br>
              <a:rPr lang="en-US" altLang="en-US" sz="1200" b="1">
                <a:latin typeface="Times New Roman" panose="02020603050405020304" pitchFamily="18" charset="0"/>
              </a:rPr>
            </a:br>
            <a:r>
              <a:rPr lang="en-US" altLang="en-US" sz="1200" b="1">
                <a:latin typeface="Times New Roman" panose="02020603050405020304" pitchFamily="18" charset="0"/>
              </a:rPr>
              <a:t>File (UF)</a:t>
            </a:r>
          </a:p>
        </p:txBody>
      </p:sp>
      <p:sp>
        <p:nvSpPr>
          <p:cNvPr id="12294" name="Rectangle 6">
            <a:extLst>
              <a:ext uri="{FF2B5EF4-FFF2-40B4-BE49-F238E27FC236}">
                <a16:creationId xmlns:a16="http://schemas.microsoft.com/office/drawing/2014/main" id="{27683B09-403A-3B10-565C-85260DF99C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8125" y="18129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2075" tIns="46038" rIns="92075" bIns="46038">
            <a:spAutoFit/>
          </a:bodyPr>
          <a:lstStyle/>
          <a:p>
            <a:r>
              <a:rPr lang="en-US" altLang="en-US" b="1"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</a:rPr>
              <a:t>RESULT</a:t>
            </a:r>
          </a:p>
        </p:txBody>
      </p:sp>
      <p:sp>
        <p:nvSpPr>
          <p:cNvPr id="12295" name="Arc 7">
            <a:extLst>
              <a:ext uri="{FF2B5EF4-FFF2-40B4-BE49-F238E27FC236}">
                <a16:creationId xmlns:a16="http://schemas.microsoft.com/office/drawing/2014/main" id="{2A19A934-7AEB-C218-1BBB-096BD0414C67}"/>
              </a:ext>
            </a:extLst>
          </p:cNvPr>
          <p:cNvSpPr>
            <a:spLocks/>
          </p:cNvSpPr>
          <p:nvPr/>
        </p:nvSpPr>
        <p:spPr bwMode="auto">
          <a:xfrm>
            <a:off x="1009650" y="1081088"/>
            <a:ext cx="1258888" cy="769937"/>
          </a:xfrm>
          <a:custGeom>
            <a:avLst/>
            <a:gdLst>
              <a:gd name="G0" fmla="+- 27 0 0"/>
              <a:gd name="G1" fmla="+- 21600 0 0"/>
              <a:gd name="G2" fmla="+- 21600 0 0"/>
              <a:gd name="T0" fmla="*/ 0 w 21627"/>
              <a:gd name="T1" fmla="*/ 0 h 23441"/>
              <a:gd name="T2" fmla="*/ 21548 w 21627"/>
              <a:gd name="T3" fmla="*/ 23441 h 23441"/>
              <a:gd name="T4" fmla="*/ 27 w 21627"/>
              <a:gd name="T5" fmla="*/ 21600 h 234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27" h="23441" fill="none" extrusionOk="0">
                <a:moveTo>
                  <a:pt x="0" y="0"/>
                </a:moveTo>
                <a:cubicBezTo>
                  <a:pt x="9" y="0"/>
                  <a:pt x="18" y="0"/>
                  <a:pt x="27" y="0"/>
                </a:cubicBezTo>
                <a:cubicBezTo>
                  <a:pt x="11956" y="0"/>
                  <a:pt x="21627" y="9670"/>
                  <a:pt x="21627" y="21600"/>
                </a:cubicBezTo>
                <a:cubicBezTo>
                  <a:pt x="21627" y="22214"/>
                  <a:pt x="21600" y="22828"/>
                  <a:pt x="21548" y="23441"/>
                </a:cubicBezTo>
              </a:path>
              <a:path w="21627" h="23441" stroke="0" extrusionOk="0">
                <a:moveTo>
                  <a:pt x="0" y="0"/>
                </a:moveTo>
                <a:cubicBezTo>
                  <a:pt x="9" y="0"/>
                  <a:pt x="18" y="0"/>
                  <a:pt x="27" y="0"/>
                </a:cubicBezTo>
                <a:cubicBezTo>
                  <a:pt x="11956" y="0"/>
                  <a:pt x="21627" y="9670"/>
                  <a:pt x="21627" y="21600"/>
                </a:cubicBezTo>
                <a:cubicBezTo>
                  <a:pt x="21627" y="22214"/>
                  <a:pt x="21600" y="22828"/>
                  <a:pt x="21548" y="23441"/>
                </a:cubicBezTo>
                <a:lnTo>
                  <a:pt x="27" y="21600"/>
                </a:lnTo>
                <a:close/>
              </a:path>
            </a:pathLst>
          </a:custGeom>
          <a:noFill/>
          <a:ln w="25400" cap="rnd">
            <a:solidFill>
              <a:srgbClr val="CC0000"/>
            </a:solidFill>
            <a:round/>
            <a:headEnd type="none" w="sm" len="sm"/>
            <a:tailEnd type="stealth" w="med" len="lg"/>
          </a:ln>
          <a:effectLst>
            <a:outerShdw dist="35921" dir="2700000" algn="ctr" rotWithShape="0">
              <a:schemeClr val="fol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296" name="Arc 8">
            <a:extLst>
              <a:ext uri="{FF2B5EF4-FFF2-40B4-BE49-F238E27FC236}">
                <a16:creationId xmlns:a16="http://schemas.microsoft.com/office/drawing/2014/main" id="{BA995410-87C7-56A3-0E7A-CC650490D533}"/>
              </a:ext>
            </a:extLst>
          </p:cNvPr>
          <p:cNvSpPr>
            <a:spLocks/>
          </p:cNvSpPr>
          <p:nvPr/>
        </p:nvSpPr>
        <p:spPr bwMode="auto">
          <a:xfrm>
            <a:off x="2209800" y="2209800"/>
            <a:ext cx="1447800" cy="762000"/>
          </a:xfrm>
          <a:custGeom>
            <a:avLst/>
            <a:gdLst>
              <a:gd name="G0" fmla="+- 21600 0 0"/>
              <a:gd name="G1" fmla="+- 0 0 0"/>
              <a:gd name="G2" fmla="+- 21600 0 0"/>
              <a:gd name="T0" fmla="*/ 21600 w 21600"/>
              <a:gd name="T1" fmla="*/ 21600 h 21600"/>
              <a:gd name="T2" fmla="*/ 0 w 21600"/>
              <a:gd name="T3" fmla="*/ 0 h 21600"/>
              <a:gd name="T4" fmla="*/ 21600 w 21600"/>
              <a:gd name="T5" fmla="*/ 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1600" h="21600" fill="none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</a:path>
              <a:path w="21600" h="21600" stroke="0" extrusionOk="0">
                <a:moveTo>
                  <a:pt x="21600" y="21599"/>
                </a:moveTo>
                <a:cubicBezTo>
                  <a:pt x="9670" y="21599"/>
                  <a:pt x="0" y="11929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noFill/>
          <a:ln w="25400" cap="rnd">
            <a:solidFill>
              <a:srgbClr val="CC0000"/>
            </a:solidFill>
            <a:round/>
            <a:headEnd type="stealth" w="med" len="lg"/>
            <a:tailEnd type="none" w="sm" len="sm"/>
          </a:ln>
          <a:effectLst>
            <a:outerShdw dist="35921" dir="2700000" algn="ctr" rotWithShape="0">
              <a:schemeClr val="folHlink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Blank Presentation">
  <a:themeElements>
    <a:clrScheme name="Blank Presentation 1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Blank Presentatio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2400" b="0" i="0" u="none" strike="noStrike" cap="none" normalizeH="0" baseline="0" smtClean="0">
            <a:ln>
              <a:noFill/>
            </a:ln>
            <a:solidFill>
              <a:srgbClr val="009900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3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4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5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6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7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8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9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10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969696"/>
    </a:lt2>
    <a:accent1>
      <a:srgbClr val="DDDDDD"/>
    </a:accent1>
    <a:accent2>
      <a:srgbClr val="3333CC"/>
    </a:accent2>
    <a:accent3>
      <a:srgbClr val="FFFFFF"/>
    </a:accent3>
    <a:accent4>
      <a:srgbClr val="000000"/>
    </a:accent4>
    <a:accent5>
      <a:srgbClr val="EBEBEB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E:\MSOffice\Templates\Blank Presentation.pot</Template>
  <TotalTime>962</TotalTime>
  <Words>732</Words>
  <Application>Microsoft Office PowerPoint</Application>
  <PresentationFormat>Custom</PresentationFormat>
  <Paragraphs>347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Times New Roman</vt:lpstr>
      <vt:lpstr>Courier New</vt:lpstr>
      <vt:lpstr>Blank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Michael Coughlan</dc:creator>
  <cp:lastModifiedBy>Sean McBride</cp:lastModifiedBy>
  <cp:revision>35</cp:revision>
  <dcterms:created xsi:type="dcterms:W3CDTF">1995-06-17T23:31:02Z</dcterms:created>
  <dcterms:modified xsi:type="dcterms:W3CDTF">2026-05-13T01:06:56Z</dcterms:modified>
</cp:coreProperties>
</file>