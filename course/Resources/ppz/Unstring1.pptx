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4762500" cy="3810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237960" y="151920"/>
            <a:ext cx="4285800" cy="63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237960" y="891360"/>
            <a:ext cx="4285800" cy="220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4762440" cy="38098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"/>
          <p:cNvSpPr/>
          <p:nvPr/>
        </p:nvSpPr>
        <p:spPr>
          <a:xfrm>
            <a:off x="9360" y="11160"/>
            <a:ext cx="4746600" cy="3790800"/>
          </a:xfrm>
          <a:prstGeom prst="rect">
            <a:avLst/>
          </a:prstGeom>
          <a:solidFill>
            <a:srgbClr val="EAEAE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237960" y="151920"/>
            <a:ext cx="4285800" cy="63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237960" y="891360"/>
            <a:ext cx="4285800" cy="220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"/>
          <p:cNvSpPr txBox="1"/>
          <p:nvPr/>
        </p:nvSpPr>
        <p:spPr>
          <a:xfrm>
            <a:off x="55440" y="9360"/>
            <a:ext cx="4695840" cy="360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OldName  PIC X(80).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TempName PIC X(16).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UnstrPtr PIC 99 VALUE 1.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NameProcessed VALUE 81.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ProcessName.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2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ACCEPT OldName.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PERFORM UNTIL NameProcessed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UNSTRING OldName DELIMITED BY ALL SPACES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INTO TempName WITH POINTER UnstrPtr</a:t>
            </a:r>
            <a:br>
              <a:rPr sz="12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END-UNSTRING</a:t>
            </a:r>
            <a:br>
              <a:rPr sz="12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Display TempName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END-PERFORM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STOP RUN.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"/>
          <p:cNvSpPr/>
          <p:nvPr/>
        </p:nvSpPr>
        <p:spPr>
          <a:xfrm>
            <a:off x="14400" y="1495440"/>
            <a:ext cx="4737600" cy="495720"/>
          </a:xfrm>
          <a:custGeom>
            <a:avLst/>
            <a:gdLst/>
            <a:ahLst/>
            <a:rect l="0" t="0" r="r" b="b"/>
            <a:pathLst>
              <a:path w="13160" h="1377">
                <a:moveTo>
                  <a:pt x="0" y="125"/>
                </a:moveTo>
                <a:lnTo>
                  <a:pt x="120" y="95"/>
                </a:lnTo>
                <a:lnTo>
                  <a:pt x="222" y="111"/>
                </a:lnTo>
                <a:lnTo>
                  <a:pt x="282" y="111"/>
                </a:lnTo>
                <a:lnTo>
                  <a:pt x="362" y="111"/>
                </a:lnTo>
                <a:lnTo>
                  <a:pt x="422" y="95"/>
                </a:lnTo>
                <a:lnTo>
                  <a:pt x="483" y="79"/>
                </a:lnTo>
                <a:lnTo>
                  <a:pt x="565" y="79"/>
                </a:lnTo>
                <a:lnTo>
                  <a:pt x="644" y="47"/>
                </a:lnTo>
                <a:lnTo>
                  <a:pt x="705" y="47"/>
                </a:lnTo>
                <a:lnTo>
                  <a:pt x="765" y="47"/>
                </a:lnTo>
                <a:lnTo>
                  <a:pt x="845" y="47"/>
                </a:lnTo>
                <a:lnTo>
                  <a:pt x="905" y="47"/>
                </a:lnTo>
                <a:lnTo>
                  <a:pt x="966" y="79"/>
                </a:lnTo>
                <a:lnTo>
                  <a:pt x="1048" y="95"/>
                </a:lnTo>
                <a:lnTo>
                  <a:pt x="1089" y="143"/>
                </a:lnTo>
                <a:lnTo>
                  <a:pt x="1169" y="159"/>
                </a:lnTo>
                <a:lnTo>
                  <a:pt x="1229" y="191"/>
                </a:lnTo>
                <a:lnTo>
                  <a:pt x="1289" y="207"/>
                </a:lnTo>
                <a:lnTo>
                  <a:pt x="1369" y="207"/>
                </a:lnTo>
                <a:lnTo>
                  <a:pt x="1429" y="207"/>
                </a:lnTo>
                <a:lnTo>
                  <a:pt x="1490" y="207"/>
                </a:lnTo>
                <a:lnTo>
                  <a:pt x="1550" y="207"/>
                </a:lnTo>
                <a:lnTo>
                  <a:pt x="1611" y="207"/>
                </a:lnTo>
                <a:lnTo>
                  <a:pt x="1671" y="207"/>
                </a:lnTo>
                <a:lnTo>
                  <a:pt x="1734" y="191"/>
                </a:lnTo>
                <a:lnTo>
                  <a:pt x="1794" y="191"/>
                </a:lnTo>
                <a:lnTo>
                  <a:pt x="1893" y="191"/>
                </a:lnTo>
                <a:lnTo>
                  <a:pt x="1975" y="207"/>
                </a:lnTo>
                <a:lnTo>
                  <a:pt x="2055" y="207"/>
                </a:lnTo>
                <a:lnTo>
                  <a:pt x="2135" y="223"/>
                </a:lnTo>
                <a:lnTo>
                  <a:pt x="2195" y="239"/>
                </a:lnTo>
                <a:lnTo>
                  <a:pt x="2255" y="255"/>
                </a:lnTo>
                <a:lnTo>
                  <a:pt x="2316" y="271"/>
                </a:lnTo>
                <a:lnTo>
                  <a:pt x="2376" y="271"/>
                </a:lnTo>
                <a:lnTo>
                  <a:pt x="2458" y="287"/>
                </a:lnTo>
                <a:lnTo>
                  <a:pt x="2519" y="287"/>
                </a:lnTo>
                <a:lnTo>
                  <a:pt x="2620" y="287"/>
                </a:lnTo>
                <a:lnTo>
                  <a:pt x="2700" y="287"/>
                </a:lnTo>
                <a:lnTo>
                  <a:pt x="2780" y="287"/>
                </a:lnTo>
                <a:lnTo>
                  <a:pt x="2840" y="287"/>
                </a:lnTo>
                <a:lnTo>
                  <a:pt x="2900" y="287"/>
                </a:lnTo>
                <a:lnTo>
                  <a:pt x="3002" y="287"/>
                </a:lnTo>
                <a:lnTo>
                  <a:pt x="3103" y="271"/>
                </a:lnTo>
                <a:lnTo>
                  <a:pt x="3183" y="271"/>
                </a:lnTo>
                <a:lnTo>
                  <a:pt x="3265" y="271"/>
                </a:lnTo>
                <a:lnTo>
                  <a:pt x="3346" y="271"/>
                </a:lnTo>
                <a:lnTo>
                  <a:pt x="3406" y="271"/>
                </a:lnTo>
                <a:lnTo>
                  <a:pt x="3466" y="271"/>
                </a:lnTo>
                <a:lnTo>
                  <a:pt x="3527" y="271"/>
                </a:lnTo>
                <a:lnTo>
                  <a:pt x="3587" y="287"/>
                </a:lnTo>
                <a:lnTo>
                  <a:pt x="3648" y="287"/>
                </a:lnTo>
                <a:lnTo>
                  <a:pt x="3662" y="195"/>
                </a:lnTo>
                <a:lnTo>
                  <a:pt x="3809" y="303"/>
                </a:lnTo>
                <a:lnTo>
                  <a:pt x="3901" y="113"/>
                </a:lnTo>
                <a:lnTo>
                  <a:pt x="3991" y="287"/>
                </a:lnTo>
                <a:lnTo>
                  <a:pt x="4070" y="287"/>
                </a:lnTo>
                <a:lnTo>
                  <a:pt x="4152" y="287"/>
                </a:lnTo>
                <a:lnTo>
                  <a:pt x="4213" y="287"/>
                </a:lnTo>
                <a:lnTo>
                  <a:pt x="4273" y="287"/>
                </a:lnTo>
                <a:lnTo>
                  <a:pt x="4334" y="287"/>
                </a:lnTo>
                <a:lnTo>
                  <a:pt x="4445" y="229"/>
                </a:lnTo>
                <a:lnTo>
                  <a:pt x="4474" y="303"/>
                </a:lnTo>
                <a:lnTo>
                  <a:pt x="4556" y="303"/>
                </a:lnTo>
                <a:lnTo>
                  <a:pt x="4635" y="319"/>
                </a:lnTo>
                <a:lnTo>
                  <a:pt x="4715" y="335"/>
                </a:lnTo>
                <a:lnTo>
                  <a:pt x="4797" y="335"/>
                </a:lnTo>
                <a:lnTo>
                  <a:pt x="4858" y="335"/>
                </a:lnTo>
                <a:lnTo>
                  <a:pt x="4957" y="352"/>
                </a:lnTo>
                <a:lnTo>
                  <a:pt x="5077" y="368"/>
                </a:lnTo>
                <a:lnTo>
                  <a:pt x="5138" y="368"/>
                </a:lnTo>
                <a:lnTo>
                  <a:pt x="5201" y="368"/>
                </a:lnTo>
                <a:lnTo>
                  <a:pt x="5280" y="368"/>
                </a:lnTo>
                <a:lnTo>
                  <a:pt x="5341" y="368"/>
                </a:lnTo>
                <a:lnTo>
                  <a:pt x="5401" y="368"/>
                </a:lnTo>
                <a:lnTo>
                  <a:pt x="5462" y="368"/>
                </a:lnTo>
                <a:lnTo>
                  <a:pt x="5662" y="368"/>
                </a:lnTo>
                <a:lnTo>
                  <a:pt x="5865" y="368"/>
                </a:lnTo>
                <a:lnTo>
                  <a:pt x="6065" y="368"/>
                </a:lnTo>
                <a:lnTo>
                  <a:pt x="6147" y="368"/>
                </a:lnTo>
                <a:lnTo>
                  <a:pt x="6227" y="368"/>
                </a:lnTo>
                <a:lnTo>
                  <a:pt x="6307" y="368"/>
                </a:lnTo>
                <a:lnTo>
                  <a:pt x="6367" y="352"/>
                </a:lnTo>
                <a:lnTo>
                  <a:pt x="6631" y="239"/>
                </a:lnTo>
                <a:lnTo>
                  <a:pt x="6672" y="287"/>
                </a:lnTo>
                <a:lnTo>
                  <a:pt x="6710" y="352"/>
                </a:lnTo>
                <a:lnTo>
                  <a:pt x="6792" y="368"/>
                </a:lnTo>
                <a:lnTo>
                  <a:pt x="6853" y="352"/>
                </a:lnTo>
                <a:lnTo>
                  <a:pt x="6913" y="352"/>
                </a:lnTo>
                <a:lnTo>
                  <a:pt x="6974" y="335"/>
                </a:lnTo>
                <a:lnTo>
                  <a:pt x="7034" y="352"/>
                </a:lnTo>
                <a:lnTo>
                  <a:pt x="7114" y="368"/>
                </a:lnTo>
                <a:lnTo>
                  <a:pt x="7174" y="368"/>
                </a:lnTo>
                <a:lnTo>
                  <a:pt x="7234" y="384"/>
                </a:lnTo>
                <a:lnTo>
                  <a:pt x="7295" y="384"/>
                </a:lnTo>
                <a:lnTo>
                  <a:pt x="7355" y="384"/>
                </a:lnTo>
                <a:lnTo>
                  <a:pt x="7416" y="384"/>
                </a:lnTo>
                <a:lnTo>
                  <a:pt x="7476" y="384"/>
                </a:lnTo>
                <a:lnTo>
                  <a:pt x="7536" y="368"/>
                </a:lnTo>
                <a:lnTo>
                  <a:pt x="7597" y="368"/>
                </a:lnTo>
                <a:lnTo>
                  <a:pt x="7679" y="368"/>
                </a:lnTo>
                <a:lnTo>
                  <a:pt x="7758" y="352"/>
                </a:lnTo>
                <a:lnTo>
                  <a:pt x="7819" y="335"/>
                </a:lnTo>
                <a:lnTo>
                  <a:pt x="7879" y="335"/>
                </a:lnTo>
                <a:lnTo>
                  <a:pt x="7959" y="335"/>
                </a:lnTo>
                <a:lnTo>
                  <a:pt x="8022" y="319"/>
                </a:lnTo>
                <a:lnTo>
                  <a:pt x="8082" y="335"/>
                </a:lnTo>
                <a:lnTo>
                  <a:pt x="8143" y="384"/>
                </a:lnTo>
                <a:lnTo>
                  <a:pt x="8203" y="400"/>
                </a:lnTo>
                <a:lnTo>
                  <a:pt x="8283" y="400"/>
                </a:lnTo>
                <a:lnTo>
                  <a:pt x="8343" y="400"/>
                </a:lnTo>
                <a:lnTo>
                  <a:pt x="8403" y="400"/>
                </a:lnTo>
                <a:lnTo>
                  <a:pt x="8483" y="400"/>
                </a:lnTo>
                <a:lnTo>
                  <a:pt x="8565" y="384"/>
                </a:lnTo>
                <a:lnTo>
                  <a:pt x="8645" y="368"/>
                </a:lnTo>
                <a:lnTo>
                  <a:pt x="8727" y="368"/>
                </a:lnTo>
                <a:lnTo>
                  <a:pt x="8787" y="352"/>
                </a:lnTo>
                <a:lnTo>
                  <a:pt x="8867" y="352"/>
                </a:lnTo>
                <a:lnTo>
                  <a:pt x="8927" y="335"/>
                </a:lnTo>
                <a:lnTo>
                  <a:pt x="8988" y="335"/>
                </a:lnTo>
                <a:lnTo>
                  <a:pt x="9048" y="335"/>
                </a:lnTo>
                <a:lnTo>
                  <a:pt x="9290" y="335"/>
                </a:lnTo>
                <a:lnTo>
                  <a:pt x="9350" y="335"/>
                </a:lnTo>
                <a:lnTo>
                  <a:pt x="9432" y="335"/>
                </a:lnTo>
                <a:lnTo>
                  <a:pt x="9493" y="335"/>
                </a:lnTo>
                <a:lnTo>
                  <a:pt x="9553" y="319"/>
                </a:lnTo>
                <a:lnTo>
                  <a:pt x="9633" y="287"/>
                </a:lnTo>
                <a:lnTo>
                  <a:pt x="9734" y="271"/>
                </a:lnTo>
                <a:lnTo>
                  <a:pt x="9795" y="255"/>
                </a:lnTo>
                <a:lnTo>
                  <a:pt x="9855" y="223"/>
                </a:lnTo>
                <a:lnTo>
                  <a:pt x="9916" y="207"/>
                </a:lnTo>
                <a:lnTo>
                  <a:pt x="9977" y="175"/>
                </a:lnTo>
                <a:lnTo>
                  <a:pt x="10037" y="175"/>
                </a:lnTo>
                <a:lnTo>
                  <a:pt x="10097" y="191"/>
                </a:lnTo>
                <a:lnTo>
                  <a:pt x="10199" y="207"/>
                </a:lnTo>
                <a:lnTo>
                  <a:pt x="10259" y="207"/>
                </a:lnTo>
                <a:lnTo>
                  <a:pt x="10358" y="239"/>
                </a:lnTo>
                <a:lnTo>
                  <a:pt x="10440" y="255"/>
                </a:lnTo>
                <a:lnTo>
                  <a:pt x="10501" y="255"/>
                </a:lnTo>
                <a:lnTo>
                  <a:pt x="10561" y="255"/>
                </a:lnTo>
                <a:lnTo>
                  <a:pt x="10622" y="239"/>
                </a:lnTo>
                <a:lnTo>
                  <a:pt x="10701" y="239"/>
                </a:lnTo>
                <a:lnTo>
                  <a:pt x="10762" y="223"/>
                </a:lnTo>
                <a:lnTo>
                  <a:pt x="10844" y="223"/>
                </a:lnTo>
                <a:lnTo>
                  <a:pt x="10943" y="223"/>
                </a:lnTo>
                <a:lnTo>
                  <a:pt x="11003" y="223"/>
                </a:lnTo>
                <a:lnTo>
                  <a:pt x="11064" y="239"/>
                </a:lnTo>
                <a:lnTo>
                  <a:pt x="11124" y="239"/>
                </a:lnTo>
                <a:lnTo>
                  <a:pt x="11184" y="255"/>
                </a:lnTo>
                <a:lnTo>
                  <a:pt x="11245" y="255"/>
                </a:lnTo>
                <a:lnTo>
                  <a:pt x="11327" y="255"/>
                </a:lnTo>
                <a:lnTo>
                  <a:pt x="11426" y="239"/>
                </a:lnTo>
                <a:lnTo>
                  <a:pt x="11527" y="239"/>
                </a:lnTo>
                <a:lnTo>
                  <a:pt x="11588" y="239"/>
                </a:lnTo>
                <a:lnTo>
                  <a:pt x="11670" y="223"/>
                </a:lnTo>
                <a:lnTo>
                  <a:pt x="11730" y="207"/>
                </a:lnTo>
                <a:lnTo>
                  <a:pt x="11791" y="175"/>
                </a:lnTo>
                <a:lnTo>
                  <a:pt x="11851" y="159"/>
                </a:lnTo>
                <a:lnTo>
                  <a:pt x="11931" y="143"/>
                </a:lnTo>
                <a:lnTo>
                  <a:pt x="12010" y="143"/>
                </a:lnTo>
                <a:lnTo>
                  <a:pt x="12093" y="127"/>
                </a:lnTo>
                <a:lnTo>
                  <a:pt x="12153" y="111"/>
                </a:lnTo>
                <a:lnTo>
                  <a:pt x="12233" y="95"/>
                </a:lnTo>
                <a:lnTo>
                  <a:pt x="12293" y="79"/>
                </a:lnTo>
                <a:lnTo>
                  <a:pt x="12353" y="63"/>
                </a:lnTo>
                <a:lnTo>
                  <a:pt x="12576" y="0"/>
                </a:lnTo>
                <a:lnTo>
                  <a:pt x="12677" y="31"/>
                </a:lnTo>
                <a:lnTo>
                  <a:pt x="12716" y="79"/>
                </a:lnTo>
                <a:lnTo>
                  <a:pt x="12776" y="95"/>
                </a:lnTo>
                <a:lnTo>
                  <a:pt x="12839" y="95"/>
                </a:lnTo>
                <a:lnTo>
                  <a:pt x="12938" y="79"/>
                </a:lnTo>
                <a:lnTo>
                  <a:pt x="12998" y="63"/>
                </a:lnTo>
                <a:lnTo>
                  <a:pt x="13059" y="31"/>
                </a:lnTo>
                <a:lnTo>
                  <a:pt x="13160" y="19"/>
                </a:lnTo>
                <a:lnTo>
                  <a:pt x="13160" y="1377"/>
                </a:lnTo>
                <a:lnTo>
                  <a:pt x="12938" y="1297"/>
                </a:lnTo>
                <a:lnTo>
                  <a:pt x="12899" y="1249"/>
                </a:lnTo>
                <a:lnTo>
                  <a:pt x="12878" y="1201"/>
                </a:lnTo>
                <a:lnTo>
                  <a:pt x="12858" y="1153"/>
                </a:lnTo>
                <a:lnTo>
                  <a:pt x="12798" y="1121"/>
                </a:lnTo>
                <a:lnTo>
                  <a:pt x="12737" y="1121"/>
                </a:lnTo>
                <a:lnTo>
                  <a:pt x="12677" y="1169"/>
                </a:lnTo>
                <a:lnTo>
                  <a:pt x="12617" y="1121"/>
                </a:lnTo>
                <a:lnTo>
                  <a:pt x="12556" y="1137"/>
                </a:lnTo>
                <a:lnTo>
                  <a:pt x="12474" y="1169"/>
                </a:lnTo>
                <a:lnTo>
                  <a:pt x="12436" y="1121"/>
                </a:lnTo>
                <a:lnTo>
                  <a:pt x="12375" y="1105"/>
                </a:lnTo>
                <a:lnTo>
                  <a:pt x="12315" y="1073"/>
                </a:lnTo>
                <a:lnTo>
                  <a:pt x="12274" y="1024"/>
                </a:lnTo>
                <a:lnTo>
                  <a:pt x="12213" y="976"/>
                </a:lnTo>
                <a:lnTo>
                  <a:pt x="12153" y="928"/>
                </a:lnTo>
                <a:lnTo>
                  <a:pt x="12112" y="880"/>
                </a:lnTo>
                <a:lnTo>
                  <a:pt x="12051" y="912"/>
                </a:lnTo>
                <a:lnTo>
                  <a:pt x="11991" y="880"/>
                </a:lnTo>
                <a:lnTo>
                  <a:pt x="11991" y="832"/>
                </a:lnTo>
                <a:lnTo>
                  <a:pt x="11950" y="768"/>
                </a:lnTo>
                <a:lnTo>
                  <a:pt x="11911" y="704"/>
                </a:lnTo>
                <a:lnTo>
                  <a:pt x="11890" y="656"/>
                </a:lnTo>
                <a:lnTo>
                  <a:pt x="11829" y="624"/>
                </a:lnTo>
                <a:lnTo>
                  <a:pt x="11750" y="656"/>
                </a:lnTo>
                <a:lnTo>
                  <a:pt x="11709" y="592"/>
                </a:lnTo>
                <a:lnTo>
                  <a:pt x="11670" y="544"/>
                </a:lnTo>
                <a:lnTo>
                  <a:pt x="11609" y="528"/>
                </a:lnTo>
                <a:lnTo>
                  <a:pt x="11568" y="480"/>
                </a:lnTo>
                <a:lnTo>
                  <a:pt x="11508" y="480"/>
                </a:lnTo>
                <a:lnTo>
                  <a:pt x="11448" y="480"/>
                </a:lnTo>
                <a:lnTo>
                  <a:pt x="11387" y="464"/>
                </a:lnTo>
                <a:lnTo>
                  <a:pt x="11305" y="432"/>
                </a:lnTo>
                <a:lnTo>
                  <a:pt x="11245" y="432"/>
                </a:lnTo>
                <a:lnTo>
                  <a:pt x="11184" y="432"/>
                </a:lnTo>
                <a:lnTo>
                  <a:pt x="11105" y="416"/>
                </a:lnTo>
                <a:lnTo>
                  <a:pt x="11044" y="400"/>
                </a:lnTo>
                <a:lnTo>
                  <a:pt x="11003" y="352"/>
                </a:lnTo>
                <a:lnTo>
                  <a:pt x="10943" y="352"/>
                </a:lnTo>
                <a:lnTo>
                  <a:pt x="10882" y="368"/>
                </a:lnTo>
                <a:lnTo>
                  <a:pt x="10863" y="416"/>
                </a:lnTo>
                <a:lnTo>
                  <a:pt x="10803" y="464"/>
                </a:lnTo>
                <a:lnTo>
                  <a:pt x="10742" y="480"/>
                </a:lnTo>
                <a:lnTo>
                  <a:pt x="10863" y="928"/>
                </a:lnTo>
                <a:lnTo>
                  <a:pt x="10783" y="912"/>
                </a:lnTo>
                <a:lnTo>
                  <a:pt x="10721" y="880"/>
                </a:lnTo>
                <a:lnTo>
                  <a:pt x="10660" y="832"/>
                </a:lnTo>
                <a:lnTo>
                  <a:pt x="10097" y="528"/>
                </a:lnTo>
                <a:lnTo>
                  <a:pt x="10037" y="496"/>
                </a:lnTo>
                <a:lnTo>
                  <a:pt x="9977" y="464"/>
                </a:lnTo>
                <a:lnTo>
                  <a:pt x="9936" y="416"/>
                </a:lnTo>
                <a:lnTo>
                  <a:pt x="9875" y="400"/>
                </a:lnTo>
                <a:lnTo>
                  <a:pt x="9814" y="432"/>
                </a:lnTo>
                <a:lnTo>
                  <a:pt x="9773" y="480"/>
                </a:lnTo>
                <a:lnTo>
                  <a:pt x="9693" y="528"/>
                </a:lnTo>
                <a:lnTo>
                  <a:pt x="9633" y="544"/>
                </a:lnTo>
                <a:lnTo>
                  <a:pt x="9572" y="544"/>
                </a:lnTo>
                <a:lnTo>
                  <a:pt x="9512" y="512"/>
                </a:lnTo>
                <a:lnTo>
                  <a:pt x="9452" y="496"/>
                </a:lnTo>
                <a:lnTo>
                  <a:pt x="9391" y="528"/>
                </a:lnTo>
                <a:lnTo>
                  <a:pt x="9331" y="480"/>
                </a:lnTo>
                <a:lnTo>
                  <a:pt x="9270" y="496"/>
                </a:lnTo>
                <a:lnTo>
                  <a:pt x="9210" y="528"/>
                </a:lnTo>
                <a:lnTo>
                  <a:pt x="9150" y="496"/>
                </a:lnTo>
                <a:lnTo>
                  <a:pt x="9089" y="480"/>
                </a:lnTo>
                <a:lnTo>
                  <a:pt x="9029" y="480"/>
                </a:lnTo>
                <a:lnTo>
                  <a:pt x="8969" y="496"/>
                </a:lnTo>
                <a:lnTo>
                  <a:pt x="8908" y="496"/>
                </a:lnTo>
                <a:lnTo>
                  <a:pt x="8848" y="480"/>
                </a:lnTo>
                <a:lnTo>
                  <a:pt x="8766" y="496"/>
                </a:lnTo>
                <a:lnTo>
                  <a:pt x="8686" y="528"/>
                </a:lnTo>
                <a:lnTo>
                  <a:pt x="8626" y="528"/>
                </a:lnTo>
                <a:lnTo>
                  <a:pt x="8543" y="544"/>
                </a:lnTo>
                <a:lnTo>
                  <a:pt x="8483" y="544"/>
                </a:lnTo>
                <a:lnTo>
                  <a:pt x="8403" y="512"/>
                </a:lnTo>
                <a:lnTo>
                  <a:pt x="8343" y="496"/>
                </a:lnTo>
                <a:lnTo>
                  <a:pt x="8283" y="496"/>
                </a:lnTo>
                <a:lnTo>
                  <a:pt x="8222" y="528"/>
                </a:lnTo>
                <a:lnTo>
                  <a:pt x="8143" y="576"/>
                </a:lnTo>
                <a:lnTo>
                  <a:pt x="8082" y="608"/>
                </a:lnTo>
                <a:lnTo>
                  <a:pt x="8041" y="560"/>
                </a:lnTo>
                <a:lnTo>
                  <a:pt x="7981" y="528"/>
                </a:lnTo>
                <a:lnTo>
                  <a:pt x="7920" y="528"/>
                </a:lnTo>
                <a:lnTo>
                  <a:pt x="7860" y="544"/>
                </a:lnTo>
                <a:lnTo>
                  <a:pt x="7800" y="560"/>
                </a:lnTo>
                <a:lnTo>
                  <a:pt x="7717" y="560"/>
                </a:lnTo>
                <a:lnTo>
                  <a:pt x="7638" y="544"/>
                </a:lnTo>
                <a:lnTo>
                  <a:pt x="7558" y="528"/>
                </a:lnTo>
                <a:lnTo>
                  <a:pt x="7498" y="512"/>
                </a:lnTo>
                <a:lnTo>
                  <a:pt x="7396" y="528"/>
                </a:lnTo>
                <a:lnTo>
                  <a:pt x="7336" y="544"/>
                </a:lnTo>
                <a:lnTo>
                  <a:pt x="7254" y="560"/>
                </a:lnTo>
                <a:lnTo>
                  <a:pt x="7155" y="592"/>
                </a:lnTo>
                <a:lnTo>
                  <a:pt x="7094" y="576"/>
                </a:lnTo>
                <a:lnTo>
                  <a:pt x="7034" y="544"/>
                </a:lnTo>
                <a:lnTo>
                  <a:pt x="6974" y="512"/>
                </a:lnTo>
                <a:lnTo>
                  <a:pt x="6913" y="528"/>
                </a:lnTo>
                <a:lnTo>
                  <a:pt x="6853" y="528"/>
                </a:lnTo>
                <a:lnTo>
                  <a:pt x="6792" y="528"/>
                </a:lnTo>
                <a:lnTo>
                  <a:pt x="6732" y="528"/>
                </a:lnTo>
                <a:lnTo>
                  <a:pt x="6672" y="528"/>
                </a:lnTo>
                <a:lnTo>
                  <a:pt x="6611" y="528"/>
                </a:lnTo>
                <a:lnTo>
                  <a:pt x="6645" y="1083"/>
                </a:lnTo>
                <a:lnTo>
                  <a:pt x="6529" y="496"/>
                </a:lnTo>
                <a:lnTo>
                  <a:pt x="6469" y="496"/>
                </a:lnTo>
                <a:lnTo>
                  <a:pt x="6408" y="496"/>
                </a:lnTo>
                <a:lnTo>
                  <a:pt x="6348" y="512"/>
                </a:lnTo>
                <a:lnTo>
                  <a:pt x="6268" y="512"/>
                </a:lnTo>
                <a:lnTo>
                  <a:pt x="6208" y="512"/>
                </a:lnTo>
                <a:lnTo>
                  <a:pt x="6147" y="528"/>
                </a:lnTo>
                <a:lnTo>
                  <a:pt x="6087" y="560"/>
                </a:lnTo>
                <a:lnTo>
                  <a:pt x="6027" y="560"/>
                </a:lnTo>
                <a:lnTo>
                  <a:pt x="5966" y="560"/>
                </a:lnTo>
                <a:lnTo>
                  <a:pt x="5906" y="560"/>
                </a:lnTo>
                <a:lnTo>
                  <a:pt x="5843" y="560"/>
                </a:lnTo>
                <a:lnTo>
                  <a:pt x="5783" y="528"/>
                </a:lnTo>
                <a:lnTo>
                  <a:pt x="5703" y="512"/>
                </a:lnTo>
                <a:lnTo>
                  <a:pt x="5643" y="512"/>
                </a:lnTo>
                <a:lnTo>
                  <a:pt x="5582" y="512"/>
                </a:lnTo>
                <a:lnTo>
                  <a:pt x="5503" y="528"/>
                </a:lnTo>
                <a:lnTo>
                  <a:pt x="5442" y="528"/>
                </a:lnTo>
                <a:lnTo>
                  <a:pt x="5360" y="528"/>
                </a:lnTo>
                <a:lnTo>
                  <a:pt x="5300" y="544"/>
                </a:lnTo>
                <a:lnTo>
                  <a:pt x="5220" y="544"/>
                </a:lnTo>
                <a:lnTo>
                  <a:pt x="5160" y="528"/>
                </a:lnTo>
                <a:lnTo>
                  <a:pt x="5099" y="528"/>
                </a:lnTo>
                <a:lnTo>
                  <a:pt x="5017" y="512"/>
                </a:lnTo>
                <a:lnTo>
                  <a:pt x="4957" y="496"/>
                </a:lnTo>
                <a:lnTo>
                  <a:pt x="4896" y="496"/>
                </a:lnTo>
                <a:lnTo>
                  <a:pt x="4836" y="496"/>
                </a:lnTo>
                <a:lnTo>
                  <a:pt x="4776" y="512"/>
                </a:lnTo>
                <a:lnTo>
                  <a:pt x="4715" y="528"/>
                </a:lnTo>
                <a:lnTo>
                  <a:pt x="4655" y="528"/>
                </a:lnTo>
                <a:lnTo>
                  <a:pt x="4575" y="528"/>
                </a:lnTo>
                <a:lnTo>
                  <a:pt x="4515" y="528"/>
                </a:lnTo>
                <a:lnTo>
                  <a:pt x="4454" y="496"/>
                </a:lnTo>
                <a:lnTo>
                  <a:pt x="4394" y="464"/>
                </a:lnTo>
                <a:lnTo>
                  <a:pt x="4334" y="432"/>
                </a:lnTo>
                <a:lnTo>
                  <a:pt x="4251" y="416"/>
                </a:lnTo>
                <a:lnTo>
                  <a:pt x="4191" y="416"/>
                </a:lnTo>
                <a:lnTo>
                  <a:pt x="4099" y="442"/>
                </a:lnTo>
                <a:lnTo>
                  <a:pt x="4070" y="368"/>
                </a:lnTo>
                <a:lnTo>
                  <a:pt x="4007" y="476"/>
                </a:lnTo>
                <a:lnTo>
                  <a:pt x="3950" y="352"/>
                </a:lnTo>
                <a:lnTo>
                  <a:pt x="3913" y="442"/>
                </a:lnTo>
                <a:lnTo>
                  <a:pt x="3829" y="368"/>
                </a:lnTo>
                <a:lnTo>
                  <a:pt x="3768" y="400"/>
                </a:lnTo>
                <a:lnTo>
                  <a:pt x="3708" y="400"/>
                </a:lnTo>
                <a:lnTo>
                  <a:pt x="3648" y="432"/>
                </a:lnTo>
                <a:lnTo>
                  <a:pt x="3587" y="432"/>
                </a:lnTo>
                <a:lnTo>
                  <a:pt x="3527" y="400"/>
                </a:lnTo>
                <a:lnTo>
                  <a:pt x="3447" y="384"/>
                </a:lnTo>
                <a:lnTo>
                  <a:pt x="3387" y="384"/>
                </a:lnTo>
                <a:lnTo>
                  <a:pt x="3305" y="352"/>
                </a:lnTo>
                <a:lnTo>
                  <a:pt x="3243" y="352"/>
                </a:lnTo>
                <a:lnTo>
                  <a:pt x="3183" y="368"/>
                </a:lnTo>
                <a:lnTo>
                  <a:pt x="3122" y="384"/>
                </a:lnTo>
                <a:lnTo>
                  <a:pt x="3062" y="400"/>
                </a:lnTo>
                <a:lnTo>
                  <a:pt x="3002" y="416"/>
                </a:lnTo>
                <a:lnTo>
                  <a:pt x="2941" y="432"/>
                </a:lnTo>
                <a:lnTo>
                  <a:pt x="2881" y="432"/>
                </a:lnTo>
                <a:lnTo>
                  <a:pt x="2821" y="432"/>
                </a:lnTo>
                <a:lnTo>
                  <a:pt x="2760" y="432"/>
                </a:lnTo>
                <a:lnTo>
                  <a:pt x="2680" y="432"/>
                </a:lnTo>
                <a:lnTo>
                  <a:pt x="2620" y="432"/>
                </a:lnTo>
                <a:lnTo>
                  <a:pt x="2560" y="416"/>
                </a:lnTo>
                <a:lnTo>
                  <a:pt x="2499" y="416"/>
                </a:lnTo>
                <a:lnTo>
                  <a:pt x="2439" y="416"/>
                </a:lnTo>
                <a:lnTo>
                  <a:pt x="2357" y="416"/>
                </a:lnTo>
                <a:lnTo>
                  <a:pt x="2296" y="416"/>
                </a:lnTo>
                <a:lnTo>
                  <a:pt x="2236" y="416"/>
                </a:lnTo>
                <a:lnTo>
                  <a:pt x="2176" y="448"/>
                </a:lnTo>
                <a:lnTo>
                  <a:pt x="2115" y="464"/>
                </a:lnTo>
                <a:lnTo>
                  <a:pt x="2055" y="480"/>
                </a:lnTo>
                <a:lnTo>
                  <a:pt x="1995" y="480"/>
                </a:lnTo>
                <a:lnTo>
                  <a:pt x="1934" y="480"/>
                </a:lnTo>
                <a:lnTo>
                  <a:pt x="1874" y="448"/>
                </a:lnTo>
                <a:lnTo>
                  <a:pt x="1813" y="432"/>
                </a:lnTo>
                <a:lnTo>
                  <a:pt x="1753" y="432"/>
                </a:lnTo>
                <a:lnTo>
                  <a:pt x="1693" y="432"/>
                </a:lnTo>
                <a:lnTo>
                  <a:pt x="1591" y="416"/>
                </a:lnTo>
                <a:lnTo>
                  <a:pt x="1531" y="416"/>
                </a:lnTo>
                <a:lnTo>
                  <a:pt x="1470" y="448"/>
                </a:lnTo>
                <a:lnTo>
                  <a:pt x="1410" y="480"/>
                </a:lnTo>
                <a:lnTo>
                  <a:pt x="1350" y="512"/>
                </a:lnTo>
                <a:lnTo>
                  <a:pt x="1289" y="528"/>
                </a:lnTo>
                <a:lnTo>
                  <a:pt x="1229" y="528"/>
                </a:lnTo>
                <a:lnTo>
                  <a:pt x="1169" y="512"/>
                </a:lnTo>
                <a:lnTo>
                  <a:pt x="1108" y="496"/>
                </a:lnTo>
                <a:lnTo>
                  <a:pt x="1048" y="496"/>
                </a:lnTo>
                <a:lnTo>
                  <a:pt x="987" y="480"/>
                </a:lnTo>
                <a:lnTo>
                  <a:pt x="927" y="480"/>
                </a:lnTo>
                <a:lnTo>
                  <a:pt x="867" y="480"/>
                </a:lnTo>
                <a:lnTo>
                  <a:pt x="784" y="480"/>
                </a:lnTo>
                <a:lnTo>
                  <a:pt x="705" y="480"/>
                </a:lnTo>
                <a:lnTo>
                  <a:pt x="644" y="480"/>
                </a:lnTo>
                <a:lnTo>
                  <a:pt x="584" y="480"/>
                </a:lnTo>
                <a:lnTo>
                  <a:pt x="524" y="496"/>
                </a:lnTo>
                <a:lnTo>
                  <a:pt x="463" y="496"/>
                </a:lnTo>
                <a:lnTo>
                  <a:pt x="403" y="496"/>
                </a:lnTo>
                <a:lnTo>
                  <a:pt x="342" y="512"/>
                </a:lnTo>
                <a:lnTo>
                  <a:pt x="282" y="528"/>
                </a:lnTo>
                <a:lnTo>
                  <a:pt x="222" y="544"/>
                </a:lnTo>
                <a:lnTo>
                  <a:pt x="140" y="576"/>
                </a:lnTo>
                <a:lnTo>
                  <a:pt x="60" y="592"/>
                </a:lnTo>
                <a:lnTo>
                  <a:pt x="0" y="624"/>
                </a:lnTo>
                <a:lnTo>
                  <a:pt x="0" y="125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438120" y="228600"/>
            <a:ext cx="3924360" cy="299880"/>
          </a:xfrm>
          <a:prstGeom prst="rect">
            <a:avLst/>
          </a:prstGeom>
          <a:solidFill>
            <a:srgbClr val="DDDDDD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FF"/>
                </a:solidFill>
                <a:effectLst/>
                <a:uFillTx/>
                <a:latin typeface="Courier New"/>
                <a:ea typeface="Courier New"/>
              </a:rPr>
              <a:t>Tim   John  Roberts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"/>
          <p:cNvSpPr/>
          <p:nvPr/>
        </p:nvSpPr>
        <p:spPr>
          <a:xfrm>
            <a:off x="531720" y="495360"/>
            <a:ext cx="159120" cy="228960"/>
          </a:xfrm>
          <a:custGeom>
            <a:avLst/>
            <a:gdLst/>
            <a:ahLst/>
            <a:rect l="0" t="0" r="r" b="b"/>
            <a:pathLst>
              <a:path w="442" h="636">
                <a:moveTo>
                  <a:pt x="0" y="211"/>
                </a:moveTo>
                <a:lnTo>
                  <a:pt x="0" y="423"/>
                </a:lnTo>
                <a:lnTo>
                  <a:pt x="309" y="423"/>
                </a:lnTo>
                <a:lnTo>
                  <a:pt x="309" y="636"/>
                </a:lnTo>
                <a:lnTo>
                  <a:pt x="442" y="317"/>
                </a:lnTo>
                <a:lnTo>
                  <a:pt x="309" y="0"/>
                </a:lnTo>
                <a:lnTo>
                  <a:pt x="309" y="211"/>
                </a:lnTo>
                <a:lnTo>
                  <a:pt x="0" y="211"/>
                </a:lnTo>
                <a:close/>
              </a:path>
            </a:pathLst>
          </a:custGeom>
          <a:solidFill>
            <a:srgbClr val="66FF33"/>
          </a:solidFill>
          <a:ln w="12600">
            <a:solidFill>
              <a:srgbClr val="676767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"/>
          <p:cNvSpPr/>
          <p:nvPr/>
        </p:nvSpPr>
        <p:spPr>
          <a:xfrm>
            <a:off x="3095640" y="1743120"/>
            <a:ext cx="1523880" cy="657360"/>
          </a:xfrm>
          <a:prstGeom prst="roundRect">
            <a:avLst/>
          </a:prstGeom>
          <a:solidFill>
            <a:srgbClr val="DDDDDD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"/>
          <p:cNvSpPr/>
          <p:nvPr/>
        </p:nvSpPr>
        <p:spPr>
          <a:xfrm>
            <a:off x="2867040" y="723960"/>
            <a:ext cx="1486080" cy="295200"/>
          </a:xfrm>
          <a:prstGeom prst="rect">
            <a:avLst/>
          </a:prstGeom>
          <a:solidFill>
            <a:srgbClr val="DDDDDD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 txBox="1"/>
          <p:nvPr/>
        </p:nvSpPr>
        <p:spPr>
          <a:xfrm>
            <a:off x="55440" y="9360"/>
            <a:ext cx="4695840" cy="360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OldName  PIC X(80).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TempName PIC X(16).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UnstrPtr PIC 99 VALUE 1.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NameProcessed VALUE 81.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ProcessName.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ACCEPT OldName.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PERFORM UNTIL NameProcessed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 UNSTRING OldName DELIMITED BY ALL SPACES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    INTO TempName WITH POINTER UnstrPtr</a:t>
            </a:r>
            <a:br>
              <a:rPr sz="1200"/>
            </a:br>
            <a:r>
              <a:rPr lang="en-US" sz="12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  END-UNSTRING</a:t>
            </a:r>
            <a:br>
              <a:rPr sz="18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Display TempName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END-PERFORM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STOP RUN.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/>
          <p:nvPr/>
        </p:nvSpPr>
        <p:spPr>
          <a:xfrm>
            <a:off x="14400" y="1495440"/>
            <a:ext cx="4737600" cy="495720"/>
          </a:xfrm>
          <a:custGeom>
            <a:avLst/>
            <a:gdLst/>
            <a:ahLst/>
            <a:rect l="0" t="0" r="r" b="b"/>
            <a:pathLst>
              <a:path w="13160" h="1377">
                <a:moveTo>
                  <a:pt x="0" y="125"/>
                </a:moveTo>
                <a:lnTo>
                  <a:pt x="120" y="95"/>
                </a:lnTo>
                <a:lnTo>
                  <a:pt x="222" y="111"/>
                </a:lnTo>
                <a:lnTo>
                  <a:pt x="282" y="111"/>
                </a:lnTo>
                <a:lnTo>
                  <a:pt x="362" y="111"/>
                </a:lnTo>
                <a:lnTo>
                  <a:pt x="422" y="95"/>
                </a:lnTo>
                <a:lnTo>
                  <a:pt x="483" y="79"/>
                </a:lnTo>
                <a:lnTo>
                  <a:pt x="565" y="79"/>
                </a:lnTo>
                <a:lnTo>
                  <a:pt x="644" y="47"/>
                </a:lnTo>
                <a:lnTo>
                  <a:pt x="705" y="47"/>
                </a:lnTo>
                <a:lnTo>
                  <a:pt x="765" y="47"/>
                </a:lnTo>
                <a:lnTo>
                  <a:pt x="845" y="47"/>
                </a:lnTo>
                <a:lnTo>
                  <a:pt x="905" y="47"/>
                </a:lnTo>
                <a:lnTo>
                  <a:pt x="966" y="79"/>
                </a:lnTo>
                <a:lnTo>
                  <a:pt x="1048" y="95"/>
                </a:lnTo>
                <a:lnTo>
                  <a:pt x="1089" y="143"/>
                </a:lnTo>
                <a:lnTo>
                  <a:pt x="1169" y="159"/>
                </a:lnTo>
                <a:lnTo>
                  <a:pt x="1229" y="191"/>
                </a:lnTo>
                <a:lnTo>
                  <a:pt x="1289" y="207"/>
                </a:lnTo>
                <a:lnTo>
                  <a:pt x="1369" y="207"/>
                </a:lnTo>
                <a:lnTo>
                  <a:pt x="1429" y="207"/>
                </a:lnTo>
                <a:lnTo>
                  <a:pt x="1490" y="207"/>
                </a:lnTo>
                <a:lnTo>
                  <a:pt x="1550" y="207"/>
                </a:lnTo>
                <a:lnTo>
                  <a:pt x="1611" y="207"/>
                </a:lnTo>
                <a:lnTo>
                  <a:pt x="1671" y="207"/>
                </a:lnTo>
                <a:lnTo>
                  <a:pt x="1734" y="191"/>
                </a:lnTo>
                <a:lnTo>
                  <a:pt x="1794" y="191"/>
                </a:lnTo>
                <a:lnTo>
                  <a:pt x="1893" y="191"/>
                </a:lnTo>
                <a:lnTo>
                  <a:pt x="1975" y="207"/>
                </a:lnTo>
                <a:lnTo>
                  <a:pt x="2055" y="207"/>
                </a:lnTo>
                <a:lnTo>
                  <a:pt x="2135" y="223"/>
                </a:lnTo>
                <a:lnTo>
                  <a:pt x="2195" y="239"/>
                </a:lnTo>
                <a:lnTo>
                  <a:pt x="2255" y="255"/>
                </a:lnTo>
                <a:lnTo>
                  <a:pt x="2316" y="271"/>
                </a:lnTo>
                <a:lnTo>
                  <a:pt x="2376" y="271"/>
                </a:lnTo>
                <a:lnTo>
                  <a:pt x="2458" y="287"/>
                </a:lnTo>
                <a:lnTo>
                  <a:pt x="2519" y="287"/>
                </a:lnTo>
                <a:lnTo>
                  <a:pt x="2620" y="287"/>
                </a:lnTo>
                <a:lnTo>
                  <a:pt x="2700" y="287"/>
                </a:lnTo>
                <a:lnTo>
                  <a:pt x="2780" y="287"/>
                </a:lnTo>
                <a:lnTo>
                  <a:pt x="2840" y="287"/>
                </a:lnTo>
                <a:lnTo>
                  <a:pt x="2900" y="287"/>
                </a:lnTo>
                <a:lnTo>
                  <a:pt x="3002" y="287"/>
                </a:lnTo>
                <a:lnTo>
                  <a:pt x="3103" y="271"/>
                </a:lnTo>
                <a:lnTo>
                  <a:pt x="3183" y="271"/>
                </a:lnTo>
                <a:lnTo>
                  <a:pt x="3265" y="271"/>
                </a:lnTo>
                <a:lnTo>
                  <a:pt x="3346" y="271"/>
                </a:lnTo>
                <a:lnTo>
                  <a:pt x="3406" y="271"/>
                </a:lnTo>
                <a:lnTo>
                  <a:pt x="3466" y="271"/>
                </a:lnTo>
                <a:lnTo>
                  <a:pt x="3527" y="271"/>
                </a:lnTo>
                <a:lnTo>
                  <a:pt x="3587" y="287"/>
                </a:lnTo>
                <a:lnTo>
                  <a:pt x="3648" y="287"/>
                </a:lnTo>
                <a:lnTo>
                  <a:pt x="3662" y="195"/>
                </a:lnTo>
                <a:lnTo>
                  <a:pt x="3809" y="303"/>
                </a:lnTo>
                <a:lnTo>
                  <a:pt x="3901" y="113"/>
                </a:lnTo>
                <a:lnTo>
                  <a:pt x="3991" y="287"/>
                </a:lnTo>
                <a:lnTo>
                  <a:pt x="4070" y="287"/>
                </a:lnTo>
                <a:lnTo>
                  <a:pt x="4152" y="287"/>
                </a:lnTo>
                <a:lnTo>
                  <a:pt x="4213" y="287"/>
                </a:lnTo>
                <a:lnTo>
                  <a:pt x="4273" y="287"/>
                </a:lnTo>
                <a:lnTo>
                  <a:pt x="4334" y="287"/>
                </a:lnTo>
                <a:lnTo>
                  <a:pt x="4445" y="229"/>
                </a:lnTo>
                <a:lnTo>
                  <a:pt x="4474" y="303"/>
                </a:lnTo>
                <a:lnTo>
                  <a:pt x="4556" y="303"/>
                </a:lnTo>
                <a:lnTo>
                  <a:pt x="4635" y="319"/>
                </a:lnTo>
                <a:lnTo>
                  <a:pt x="4715" y="335"/>
                </a:lnTo>
                <a:lnTo>
                  <a:pt x="4797" y="335"/>
                </a:lnTo>
                <a:lnTo>
                  <a:pt x="4858" y="335"/>
                </a:lnTo>
                <a:lnTo>
                  <a:pt x="4957" y="352"/>
                </a:lnTo>
                <a:lnTo>
                  <a:pt x="5077" y="368"/>
                </a:lnTo>
                <a:lnTo>
                  <a:pt x="5138" y="368"/>
                </a:lnTo>
                <a:lnTo>
                  <a:pt x="5201" y="368"/>
                </a:lnTo>
                <a:lnTo>
                  <a:pt x="5280" y="368"/>
                </a:lnTo>
                <a:lnTo>
                  <a:pt x="5341" y="368"/>
                </a:lnTo>
                <a:lnTo>
                  <a:pt x="5401" y="368"/>
                </a:lnTo>
                <a:lnTo>
                  <a:pt x="5462" y="368"/>
                </a:lnTo>
                <a:lnTo>
                  <a:pt x="5662" y="368"/>
                </a:lnTo>
                <a:lnTo>
                  <a:pt x="5865" y="368"/>
                </a:lnTo>
                <a:lnTo>
                  <a:pt x="6065" y="368"/>
                </a:lnTo>
                <a:lnTo>
                  <a:pt x="6147" y="368"/>
                </a:lnTo>
                <a:lnTo>
                  <a:pt x="6227" y="368"/>
                </a:lnTo>
                <a:lnTo>
                  <a:pt x="6307" y="368"/>
                </a:lnTo>
                <a:lnTo>
                  <a:pt x="6367" y="352"/>
                </a:lnTo>
                <a:lnTo>
                  <a:pt x="6631" y="239"/>
                </a:lnTo>
                <a:lnTo>
                  <a:pt x="6672" y="287"/>
                </a:lnTo>
                <a:lnTo>
                  <a:pt x="6710" y="352"/>
                </a:lnTo>
                <a:lnTo>
                  <a:pt x="6792" y="368"/>
                </a:lnTo>
                <a:lnTo>
                  <a:pt x="6853" y="352"/>
                </a:lnTo>
                <a:lnTo>
                  <a:pt x="6913" y="352"/>
                </a:lnTo>
                <a:lnTo>
                  <a:pt x="6974" y="335"/>
                </a:lnTo>
                <a:lnTo>
                  <a:pt x="7034" y="352"/>
                </a:lnTo>
                <a:lnTo>
                  <a:pt x="7114" y="368"/>
                </a:lnTo>
                <a:lnTo>
                  <a:pt x="7174" y="368"/>
                </a:lnTo>
                <a:lnTo>
                  <a:pt x="7234" y="384"/>
                </a:lnTo>
                <a:lnTo>
                  <a:pt x="7295" y="384"/>
                </a:lnTo>
                <a:lnTo>
                  <a:pt x="7355" y="384"/>
                </a:lnTo>
                <a:lnTo>
                  <a:pt x="7416" y="384"/>
                </a:lnTo>
                <a:lnTo>
                  <a:pt x="7476" y="384"/>
                </a:lnTo>
                <a:lnTo>
                  <a:pt x="7536" y="368"/>
                </a:lnTo>
                <a:lnTo>
                  <a:pt x="7597" y="368"/>
                </a:lnTo>
                <a:lnTo>
                  <a:pt x="7679" y="368"/>
                </a:lnTo>
                <a:lnTo>
                  <a:pt x="7758" y="352"/>
                </a:lnTo>
                <a:lnTo>
                  <a:pt x="7819" y="335"/>
                </a:lnTo>
                <a:lnTo>
                  <a:pt x="7879" y="335"/>
                </a:lnTo>
                <a:lnTo>
                  <a:pt x="7959" y="335"/>
                </a:lnTo>
                <a:lnTo>
                  <a:pt x="8022" y="319"/>
                </a:lnTo>
                <a:lnTo>
                  <a:pt x="8082" y="335"/>
                </a:lnTo>
                <a:lnTo>
                  <a:pt x="8143" y="384"/>
                </a:lnTo>
                <a:lnTo>
                  <a:pt x="8203" y="400"/>
                </a:lnTo>
                <a:lnTo>
                  <a:pt x="8283" y="400"/>
                </a:lnTo>
                <a:lnTo>
                  <a:pt x="8343" y="400"/>
                </a:lnTo>
                <a:lnTo>
                  <a:pt x="8403" y="400"/>
                </a:lnTo>
                <a:lnTo>
                  <a:pt x="8483" y="400"/>
                </a:lnTo>
                <a:lnTo>
                  <a:pt x="8565" y="384"/>
                </a:lnTo>
                <a:lnTo>
                  <a:pt x="8645" y="368"/>
                </a:lnTo>
                <a:lnTo>
                  <a:pt x="8727" y="368"/>
                </a:lnTo>
                <a:lnTo>
                  <a:pt x="8787" y="352"/>
                </a:lnTo>
                <a:lnTo>
                  <a:pt x="8867" y="352"/>
                </a:lnTo>
                <a:lnTo>
                  <a:pt x="8927" y="335"/>
                </a:lnTo>
                <a:lnTo>
                  <a:pt x="8988" y="335"/>
                </a:lnTo>
                <a:lnTo>
                  <a:pt x="9048" y="335"/>
                </a:lnTo>
                <a:lnTo>
                  <a:pt x="9290" y="335"/>
                </a:lnTo>
                <a:lnTo>
                  <a:pt x="9350" y="335"/>
                </a:lnTo>
                <a:lnTo>
                  <a:pt x="9432" y="335"/>
                </a:lnTo>
                <a:lnTo>
                  <a:pt x="9493" y="335"/>
                </a:lnTo>
                <a:lnTo>
                  <a:pt x="9553" y="319"/>
                </a:lnTo>
                <a:lnTo>
                  <a:pt x="9633" y="287"/>
                </a:lnTo>
                <a:lnTo>
                  <a:pt x="9734" y="271"/>
                </a:lnTo>
                <a:lnTo>
                  <a:pt x="9795" y="255"/>
                </a:lnTo>
                <a:lnTo>
                  <a:pt x="9855" y="223"/>
                </a:lnTo>
                <a:lnTo>
                  <a:pt x="9916" y="207"/>
                </a:lnTo>
                <a:lnTo>
                  <a:pt x="9977" y="175"/>
                </a:lnTo>
                <a:lnTo>
                  <a:pt x="10037" y="175"/>
                </a:lnTo>
                <a:lnTo>
                  <a:pt x="10097" y="191"/>
                </a:lnTo>
                <a:lnTo>
                  <a:pt x="10199" y="207"/>
                </a:lnTo>
                <a:lnTo>
                  <a:pt x="10259" y="207"/>
                </a:lnTo>
                <a:lnTo>
                  <a:pt x="10358" y="239"/>
                </a:lnTo>
                <a:lnTo>
                  <a:pt x="10440" y="255"/>
                </a:lnTo>
                <a:lnTo>
                  <a:pt x="10501" y="255"/>
                </a:lnTo>
                <a:lnTo>
                  <a:pt x="10561" y="255"/>
                </a:lnTo>
                <a:lnTo>
                  <a:pt x="10622" y="239"/>
                </a:lnTo>
                <a:lnTo>
                  <a:pt x="10701" y="239"/>
                </a:lnTo>
                <a:lnTo>
                  <a:pt x="10762" y="223"/>
                </a:lnTo>
                <a:lnTo>
                  <a:pt x="10844" y="223"/>
                </a:lnTo>
                <a:lnTo>
                  <a:pt x="10943" y="223"/>
                </a:lnTo>
                <a:lnTo>
                  <a:pt x="11003" y="223"/>
                </a:lnTo>
                <a:lnTo>
                  <a:pt x="11064" y="239"/>
                </a:lnTo>
                <a:lnTo>
                  <a:pt x="11124" y="239"/>
                </a:lnTo>
                <a:lnTo>
                  <a:pt x="11184" y="255"/>
                </a:lnTo>
                <a:lnTo>
                  <a:pt x="11245" y="255"/>
                </a:lnTo>
                <a:lnTo>
                  <a:pt x="11327" y="255"/>
                </a:lnTo>
                <a:lnTo>
                  <a:pt x="11426" y="239"/>
                </a:lnTo>
                <a:lnTo>
                  <a:pt x="11527" y="239"/>
                </a:lnTo>
                <a:lnTo>
                  <a:pt x="11588" y="239"/>
                </a:lnTo>
                <a:lnTo>
                  <a:pt x="11670" y="223"/>
                </a:lnTo>
                <a:lnTo>
                  <a:pt x="11730" y="207"/>
                </a:lnTo>
                <a:lnTo>
                  <a:pt x="11791" y="175"/>
                </a:lnTo>
                <a:lnTo>
                  <a:pt x="11851" y="159"/>
                </a:lnTo>
                <a:lnTo>
                  <a:pt x="11931" y="143"/>
                </a:lnTo>
                <a:lnTo>
                  <a:pt x="12010" y="143"/>
                </a:lnTo>
                <a:lnTo>
                  <a:pt x="12093" y="127"/>
                </a:lnTo>
                <a:lnTo>
                  <a:pt x="12153" y="111"/>
                </a:lnTo>
                <a:lnTo>
                  <a:pt x="12233" y="95"/>
                </a:lnTo>
                <a:lnTo>
                  <a:pt x="12293" y="79"/>
                </a:lnTo>
                <a:lnTo>
                  <a:pt x="12353" y="63"/>
                </a:lnTo>
                <a:lnTo>
                  <a:pt x="12576" y="0"/>
                </a:lnTo>
                <a:lnTo>
                  <a:pt x="12677" y="31"/>
                </a:lnTo>
                <a:lnTo>
                  <a:pt x="12716" y="79"/>
                </a:lnTo>
                <a:lnTo>
                  <a:pt x="12776" y="95"/>
                </a:lnTo>
                <a:lnTo>
                  <a:pt x="12839" y="95"/>
                </a:lnTo>
                <a:lnTo>
                  <a:pt x="12938" y="79"/>
                </a:lnTo>
                <a:lnTo>
                  <a:pt x="12998" y="63"/>
                </a:lnTo>
                <a:lnTo>
                  <a:pt x="13059" y="31"/>
                </a:lnTo>
                <a:lnTo>
                  <a:pt x="13160" y="19"/>
                </a:lnTo>
                <a:lnTo>
                  <a:pt x="13160" y="1377"/>
                </a:lnTo>
                <a:lnTo>
                  <a:pt x="12938" y="1297"/>
                </a:lnTo>
                <a:lnTo>
                  <a:pt x="12899" y="1249"/>
                </a:lnTo>
                <a:lnTo>
                  <a:pt x="12878" y="1201"/>
                </a:lnTo>
                <a:lnTo>
                  <a:pt x="12858" y="1153"/>
                </a:lnTo>
                <a:lnTo>
                  <a:pt x="12798" y="1121"/>
                </a:lnTo>
                <a:lnTo>
                  <a:pt x="12737" y="1121"/>
                </a:lnTo>
                <a:lnTo>
                  <a:pt x="12677" y="1169"/>
                </a:lnTo>
                <a:lnTo>
                  <a:pt x="12617" y="1121"/>
                </a:lnTo>
                <a:lnTo>
                  <a:pt x="12556" y="1137"/>
                </a:lnTo>
                <a:lnTo>
                  <a:pt x="12474" y="1169"/>
                </a:lnTo>
                <a:lnTo>
                  <a:pt x="12436" y="1121"/>
                </a:lnTo>
                <a:lnTo>
                  <a:pt x="12375" y="1105"/>
                </a:lnTo>
                <a:lnTo>
                  <a:pt x="12315" y="1073"/>
                </a:lnTo>
                <a:lnTo>
                  <a:pt x="12274" y="1024"/>
                </a:lnTo>
                <a:lnTo>
                  <a:pt x="12213" y="976"/>
                </a:lnTo>
                <a:lnTo>
                  <a:pt x="12153" y="928"/>
                </a:lnTo>
                <a:lnTo>
                  <a:pt x="12112" y="880"/>
                </a:lnTo>
                <a:lnTo>
                  <a:pt x="12051" y="912"/>
                </a:lnTo>
                <a:lnTo>
                  <a:pt x="11991" y="880"/>
                </a:lnTo>
                <a:lnTo>
                  <a:pt x="11991" y="832"/>
                </a:lnTo>
                <a:lnTo>
                  <a:pt x="11950" y="768"/>
                </a:lnTo>
                <a:lnTo>
                  <a:pt x="11911" y="704"/>
                </a:lnTo>
                <a:lnTo>
                  <a:pt x="11890" y="656"/>
                </a:lnTo>
                <a:lnTo>
                  <a:pt x="11829" y="624"/>
                </a:lnTo>
                <a:lnTo>
                  <a:pt x="11750" y="656"/>
                </a:lnTo>
                <a:lnTo>
                  <a:pt x="11709" y="592"/>
                </a:lnTo>
                <a:lnTo>
                  <a:pt x="11670" y="544"/>
                </a:lnTo>
                <a:lnTo>
                  <a:pt x="11609" y="528"/>
                </a:lnTo>
                <a:lnTo>
                  <a:pt x="11568" y="480"/>
                </a:lnTo>
                <a:lnTo>
                  <a:pt x="11508" y="480"/>
                </a:lnTo>
                <a:lnTo>
                  <a:pt x="11448" y="480"/>
                </a:lnTo>
                <a:lnTo>
                  <a:pt x="11387" y="464"/>
                </a:lnTo>
                <a:lnTo>
                  <a:pt x="11305" y="432"/>
                </a:lnTo>
                <a:lnTo>
                  <a:pt x="11245" y="432"/>
                </a:lnTo>
                <a:lnTo>
                  <a:pt x="11184" y="432"/>
                </a:lnTo>
                <a:lnTo>
                  <a:pt x="11105" y="416"/>
                </a:lnTo>
                <a:lnTo>
                  <a:pt x="11044" y="400"/>
                </a:lnTo>
                <a:lnTo>
                  <a:pt x="11003" y="352"/>
                </a:lnTo>
                <a:lnTo>
                  <a:pt x="10943" y="352"/>
                </a:lnTo>
                <a:lnTo>
                  <a:pt x="10882" y="368"/>
                </a:lnTo>
                <a:lnTo>
                  <a:pt x="10863" y="416"/>
                </a:lnTo>
                <a:lnTo>
                  <a:pt x="10803" y="464"/>
                </a:lnTo>
                <a:lnTo>
                  <a:pt x="10742" y="480"/>
                </a:lnTo>
                <a:lnTo>
                  <a:pt x="10863" y="928"/>
                </a:lnTo>
                <a:lnTo>
                  <a:pt x="10783" y="912"/>
                </a:lnTo>
                <a:lnTo>
                  <a:pt x="10721" y="880"/>
                </a:lnTo>
                <a:lnTo>
                  <a:pt x="10660" y="832"/>
                </a:lnTo>
                <a:lnTo>
                  <a:pt x="10097" y="528"/>
                </a:lnTo>
                <a:lnTo>
                  <a:pt x="10037" y="496"/>
                </a:lnTo>
                <a:lnTo>
                  <a:pt x="9977" y="464"/>
                </a:lnTo>
                <a:lnTo>
                  <a:pt x="9936" y="416"/>
                </a:lnTo>
                <a:lnTo>
                  <a:pt x="9875" y="400"/>
                </a:lnTo>
                <a:lnTo>
                  <a:pt x="9814" y="432"/>
                </a:lnTo>
                <a:lnTo>
                  <a:pt x="9773" y="480"/>
                </a:lnTo>
                <a:lnTo>
                  <a:pt x="9693" y="528"/>
                </a:lnTo>
                <a:lnTo>
                  <a:pt x="9633" y="544"/>
                </a:lnTo>
                <a:lnTo>
                  <a:pt x="9572" y="544"/>
                </a:lnTo>
                <a:lnTo>
                  <a:pt x="9512" y="512"/>
                </a:lnTo>
                <a:lnTo>
                  <a:pt x="9452" y="496"/>
                </a:lnTo>
                <a:lnTo>
                  <a:pt x="9391" y="528"/>
                </a:lnTo>
                <a:lnTo>
                  <a:pt x="9331" y="480"/>
                </a:lnTo>
                <a:lnTo>
                  <a:pt x="9270" y="496"/>
                </a:lnTo>
                <a:lnTo>
                  <a:pt x="9210" y="528"/>
                </a:lnTo>
                <a:lnTo>
                  <a:pt x="9150" y="496"/>
                </a:lnTo>
                <a:lnTo>
                  <a:pt x="9089" y="480"/>
                </a:lnTo>
                <a:lnTo>
                  <a:pt x="9029" y="480"/>
                </a:lnTo>
                <a:lnTo>
                  <a:pt x="8969" y="496"/>
                </a:lnTo>
                <a:lnTo>
                  <a:pt x="8908" y="496"/>
                </a:lnTo>
                <a:lnTo>
                  <a:pt x="8848" y="480"/>
                </a:lnTo>
                <a:lnTo>
                  <a:pt x="8766" y="496"/>
                </a:lnTo>
                <a:lnTo>
                  <a:pt x="8686" y="528"/>
                </a:lnTo>
                <a:lnTo>
                  <a:pt x="8626" y="528"/>
                </a:lnTo>
                <a:lnTo>
                  <a:pt x="8543" y="544"/>
                </a:lnTo>
                <a:lnTo>
                  <a:pt x="8483" y="544"/>
                </a:lnTo>
                <a:lnTo>
                  <a:pt x="8403" y="512"/>
                </a:lnTo>
                <a:lnTo>
                  <a:pt x="8343" y="496"/>
                </a:lnTo>
                <a:lnTo>
                  <a:pt x="8283" y="496"/>
                </a:lnTo>
                <a:lnTo>
                  <a:pt x="8222" y="528"/>
                </a:lnTo>
                <a:lnTo>
                  <a:pt x="8143" y="576"/>
                </a:lnTo>
                <a:lnTo>
                  <a:pt x="8082" y="608"/>
                </a:lnTo>
                <a:lnTo>
                  <a:pt x="8041" y="560"/>
                </a:lnTo>
                <a:lnTo>
                  <a:pt x="7981" y="528"/>
                </a:lnTo>
                <a:lnTo>
                  <a:pt x="7920" y="528"/>
                </a:lnTo>
                <a:lnTo>
                  <a:pt x="7860" y="544"/>
                </a:lnTo>
                <a:lnTo>
                  <a:pt x="7800" y="560"/>
                </a:lnTo>
                <a:lnTo>
                  <a:pt x="7717" y="560"/>
                </a:lnTo>
                <a:lnTo>
                  <a:pt x="7638" y="544"/>
                </a:lnTo>
                <a:lnTo>
                  <a:pt x="7558" y="528"/>
                </a:lnTo>
                <a:lnTo>
                  <a:pt x="7498" y="512"/>
                </a:lnTo>
                <a:lnTo>
                  <a:pt x="7396" y="528"/>
                </a:lnTo>
                <a:lnTo>
                  <a:pt x="7336" y="544"/>
                </a:lnTo>
                <a:lnTo>
                  <a:pt x="7254" y="560"/>
                </a:lnTo>
                <a:lnTo>
                  <a:pt x="7155" y="592"/>
                </a:lnTo>
                <a:lnTo>
                  <a:pt x="7094" y="576"/>
                </a:lnTo>
                <a:lnTo>
                  <a:pt x="7034" y="544"/>
                </a:lnTo>
                <a:lnTo>
                  <a:pt x="6974" y="512"/>
                </a:lnTo>
                <a:lnTo>
                  <a:pt x="6913" y="528"/>
                </a:lnTo>
                <a:lnTo>
                  <a:pt x="6853" y="528"/>
                </a:lnTo>
                <a:lnTo>
                  <a:pt x="6792" y="528"/>
                </a:lnTo>
                <a:lnTo>
                  <a:pt x="6732" y="528"/>
                </a:lnTo>
                <a:lnTo>
                  <a:pt x="6672" y="528"/>
                </a:lnTo>
                <a:lnTo>
                  <a:pt x="6611" y="528"/>
                </a:lnTo>
                <a:lnTo>
                  <a:pt x="6645" y="1083"/>
                </a:lnTo>
                <a:lnTo>
                  <a:pt x="6529" y="496"/>
                </a:lnTo>
                <a:lnTo>
                  <a:pt x="6469" y="496"/>
                </a:lnTo>
                <a:lnTo>
                  <a:pt x="6408" y="496"/>
                </a:lnTo>
                <a:lnTo>
                  <a:pt x="6348" y="512"/>
                </a:lnTo>
                <a:lnTo>
                  <a:pt x="6268" y="512"/>
                </a:lnTo>
                <a:lnTo>
                  <a:pt x="6208" y="512"/>
                </a:lnTo>
                <a:lnTo>
                  <a:pt x="6147" y="528"/>
                </a:lnTo>
                <a:lnTo>
                  <a:pt x="6087" y="560"/>
                </a:lnTo>
                <a:lnTo>
                  <a:pt x="6027" y="560"/>
                </a:lnTo>
                <a:lnTo>
                  <a:pt x="5966" y="560"/>
                </a:lnTo>
                <a:lnTo>
                  <a:pt x="5906" y="560"/>
                </a:lnTo>
                <a:lnTo>
                  <a:pt x="5843" y="560"/>
                </a:lnTo>
                <a:lnTo>
                  <a:pt x="5783" y="528"/>
                </a:lnTo>
                <a:lnTo>
                  <a:pt x="5703" y="512"/>
                </a:lnTo>
                <a:lnTo>
                  <a:pt x="5643" y="512"/>
                </a:lnTo>
                <a:lnTo>
                  <a:pt x="5582" y="512"/>
                </a:lnTo>
                <a:lnTo>
                  <a:pt x="5503" y="528"/>
                </a:lnTo>
                <a:lnTo>
                  <a:pt x="5442" y="528"/>
                </a:lnTo>
                <a:lnTo>
                  <a:pt x="5360" y="528"/>
                </a:lnTo>
                <a:lnTo>
                  <a:pt x="5300" y="544"/>
                </a:lnTo>
                <a:lnTo>
                  <a:pt x="5220" y="544"/>
                </a:lnTo>
                <a:lnTo>
                  <a:pt x="5160" y="528"/>
                </a:lnTo>
                <a:lnTo>
                  <a:pt x="5099" y="528"/>
                </a:lnTo>
                <a:lnTo>
                  <a:pt x="5017" y="512"/>
                </a:lnTo>
                <a:lnTo>
                  <a:pt x="4957" y="496"/>
                </a:lnTo>
                <a:lnTo>
                  <a:pt x="4896" y="496"/>
                </a:lnTo>
                <a:lnTo>
                  <a:pt x="4836" y="496"/>
                </a:lnTo>
                <a:lnTo>
                  <a:pt x="4776" y="512"/>
                </a:lnTo>
                <a:lnTo>
                  <a:pt x="4715" y="528"/>
                </a:lnTo>
                <a:lnTo>
                  <a:pt x="4655" y="528"/>
                </a:lnTo>
                <a:lnTo>
                  <a:pt x="4575" y="528"/>
                </a:lnTo>
                <a:lnTo>
                  <a:pt x="4515" y="528"/>
                </a:lnTo>
                <a:lnTo>
                  <a:pt x="4454" y="496"/>
                </a:lnTo>
                <a:lnTo>
                  <a:pt x="4394" y="464"/>
                </a:lnTo>
                <a:lnTo>
                  <a:pt x="4334" y="432"/>
                </a:lnTo>
                <a:lnTo>
                  <a:pt x="4251" y="416"/>
                </a:lnTo>
                <a:lnTo>
                  <a:pt x="4191" y="416"/>
                </a:lnTo>
                <a:lnTo>
                  <a:pt x="4099" y="442"/>
                </a:lnTo>
                <a:lnTo>
                  <a:pt x="4070" y="368"/>
                </a:lnTo>
                <a:lnTo>
                  <a:pt x="4007" y="476"/>
                </a:lnTo>
                <a:lnTo>
                  <a:pt x="3950" y="352"/>
                </a:lnTo>
                <a:lnTo>
                  <a:pt x="3913" y="442"/>
                </a:lnTo>
                <a:lnTo>
                  <a:pt x="3829" y="368"/>
                </a:lnTo>
                <a:lnTo>
                  <a:pt x="3768" y="400"/>
                </a:lnTo>
                <a:lnTo>
                  <a:pt x="3708" y="400"/>
                </a:lnTo>
                <a:lnTo>
                  <a:pt x="3648" y="432"/>
                </a:lnTo>
                <a:lnTo>
                  <a:pt x="3587" y="432"/>
                </a:lnTo>
                <a:lnTo>
                  <a:pt x="3527" y="400"/>
                </a:lnTo>
                <a:lnTo>
                  <a:pt x="3447" y="384"/>
                </a:lnTo>
                <a:lnTo>
                  <a:pt x="3387" y="384"/>
                </a:lnTo>
                <a:lnTo>
                  <a:pt x="3305" y="352"/>
                </a:lnTo>
                <a:lnTo>
                  <a:pt x="3243" y="352"/>
                </a:lnTo>
                <a:lnTo>
                  <a:pt x="3183" y="368"/>
                </a:lnTo>
                <a:lnTo>
                  <a:pt x="3122" y="384"/>
                </a:lnTo>
                <a:lnTo>
                  <a:pt x="3062" y="400"/>
                </a:lnTo>
                <a:lnTo>
                  <a:pt x="3002" y="416"/>
                </a:lnTo>
                <a:lnTo>
                  <a:pt x="2941" y="432"/>
                </a:lnTo>
                <a:lnTo>
                  <a:pt x="2881" y="432"/>
                </a:lnTo>
                <a:lnTo>
                  <a:pt x="2821" y="432"/>
                </a:lnTo>
                <a:lnTo>
                  <a:pt x="2760" y="432"/>
                </a:lnTo>
                <a:lnTo>
                  <a:pt x="2680" y="432"/>
                </a:lnTo>
                <a:lnTo>
                  <a:pt x="2620" y="432"/>
                </a:lnTo>
                <a:lnTo>
                  <a:pt x="2560" y="416"/>
                </a:lnTo>
                <a:lnTo>
                  <a:pt x="2499" y="416"/>
                </a:lnTo>
                <a:lnTo>
                  <a:pt x="2439" y="416"/>
                </a:lnTo>
                <a:lnTo>
                  <a:pt x="2357" y="416"/>
                </a:lnTo>
                <a:lnTo>
                  <a:pt x="2296" y="416"/>
                </a:lnTo>
                <a:lnTo>
                  <a:pt x="2236" y="416"/>
                </a:lnTo>
                <a:lnTo>
                  <a:pt x="2176" y="448"/>
                </a:lnTo>
                <a:lnTo>
                  <a:pt x="2115" y="464"/>
                </a:lnTo>
                <a:lnTo>
                  <a:pt x="2055" y="480"/>
                </a:lnTo>
                <a:lnTo>
                  <a:pt x="1995" y="480"/>
                </a:lnTo>
                <a:lnTo>
                  <a:pt x="1934" y="480"/>
                </a:lnTo>
                <a:lnTo>
                  <a:pt x="1874" y="448"/>
                </a:lnTo>
                <a:lnTo>
                  <a:pt x="1813" y="432"/>
                </a:lnTo>
                <a:lnTo>
                  <a:pt x="1753" y="432"/>
                </a:lnTo>
                <a:lnTo>
                  <a:pt x="1693" y="432"/>
                </a:lnTo>
                <a:lnTo>
                  <a:pt x="1591" y="416"/>
                </a:lnTo>
                <a:lnTo>
                  <a:pt x="1531" y="416"/>
                </a:lnTo>
                <a:lnTo>
                  <a:pt x="1470" y="448"/>
                </a:lnTo>
                <a:lnTo>
                  <a:pt x="1410" y="480"/>
                </a:lnTo>
                <a:lnTo>
                  <a:pt x="1350" y="512"/>
                </a:lnTo>
                <a:lnTo>
                  <a:pt x="1289" y="528"/>
                </a:lnTo>
                <a:lnTo>
                  <a:pt x="1229" y="528"/>
                </a:lnTo>
                <a:lnTo>
                  <a:pt x="1169" y="512"/>
                </a:lnTo>
                <a:lnTo>
                  <a:pt x="1108" y="496"/>
                </a:lnTo>
                <a:lnTo>
                  <a:pt x="1048" y="496"/>
                </a:lnTo>
                <a:lnTo>
                  <a:pt x="987" y="480"/>
                </a:lnTo>
                <a:lnTo>
                  <a:pt x="927" y="480"/>
                </a:lnTo>
                <a:lnTo>
                  <a:pt x="867" y="480"/>
                </a:lnTo>
                <a:lnTo>
                  <a:pt x="784" y="480"/>
                </a:lnTo>
                <a:lnTo>
                  <a:pt x="705" y="480"/>
                </a:lnTo>
                <a:lnTo>
                  <a:pt x="644" y="480"/>
                </a:lnTo>
                <a:lnTo>
                  <a:pt x="584" y="480"/>
                </a:lnTo>
                <a:lnTo>
                  <a:pt x="524" y="496"/>
                </a:lnTo>
                <a:lnTo>
                  <a:pt x="463" y="496"/>
                </a:lnTo>
                <a:lnTo>
                  <a:pt x="403" y="496"/>
                </a:lnTo>
                <a:lnTo>
                  <a:pt x="342" y="512"/>
                </a:lnTo>
                <a:lnTo>
                  <a:pt x="282" y="528"/>
                </a:lnTo>
                <a:lnTo>
                  <a:pt x="222" y="544"/>
                </a:lnTo>
                <a:lnTo>
                  <a:pt x="140" y="576"/>
                </a:lnTo>
                <a:lnTo>
                  <a:pt x="60" y="592"/>
                </a:lnTo>
                <a:lnTo>
                  <a:pt x="0" y="624"/>
                </a:lnTo>
                <a:lnTo>
                  <a:pt x="0" y="125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438120" y="228600"/>
            <a:ext cx="3924360" cy="299880"/>
          </a:xfrm>
          <a:prstGeom prst="rect">
            <a:avLst/>
          </a:prstGeom>
          <a:solidFill>
            <a:srgbClr val="DDDDDD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Tim</a:t>
            </a:r>
            <a:r>
              <a:rPr lang="en-US" sz="1800" b="1" u="none" strike="noStrike">
                <a:solidFill>
                  <a:srgbClr val="0000FF"/>
                </a:solidFill>
                <a:effectLst/>
                <a:uFillTx/>
                <a:latin typeface="Courier New"/>
                <a:ea typeface="Courier New"/>
              </a:rPr>
              <a:t>   John  Roberts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>
            <a:off x="1351080" y="495360"/>
            <a:ext cx="159120" cy="228960"/>
          </a:xfrm>
          <a:custGeom>
            <a:avLst/>
            <a:gdLst/>
            <a:ahLst/>
            <a:rect l="0" t="0" r="r" b="b"/>
            <a:pathLst>
              <a:path w="442" h="636">
                <a:moveTo>
                  <a:pt x="0" y="211"/>
                </a:moveTo>
                <a:lnTo>
                  <a:pt x="0" y="423"/>
                </a:lnTo>
                <a:lnTo>
                  <a:pt x="309" y="423"/>
                </a:lnTo>
                <a:lnTo>
                  <a:pt x="309" y="636"/>
                </a:lnTo>
                <a:lnTo>
                  <a:pt x="442" y="317"/>
                </a:lnTo>
                <a:lnTo>
                  <a:pt x="309" y="0"/>
                </a:lnTo>
                <a:lnTo>
                  <a:pt x="309" y="211"/>
                </a:lnTo>
                <a:lnTo>
                  <a:pt x="0" y="211"/>
                </a:lnTo>
                <a:close/>
              </a:path>
            </a:pathLst>
          </a:custGeom>
          <a:solidFill>
            <a:srgbClr val="66FF33"/>
          </a:solidFill>
          <a:ln w="12600">
            <a:solidFill>
              <a:srgbClr val="676767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3095640" y="1743120"/>
            <a:ext cx="1523880" cy="657360"/>
          </a:xfrm>
          <a:prstGeom prst="roundRect">
            <a:avLst/>
          </a:prstGeom>
          <a:solidFill>
            <a:srgbClr val="DDDDDD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2867040" y="723960"/>
            <a:ext cx="1486080" cy="295200"/>
          </a:xfrm>
          <a:prstGeom prst="rect">
            <a:avLst/>
          </a:prstGeom>
          <a:solidFill>
            <a:srgbClr val="DDDDDD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Tim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/>
          <p:nvPr/>
        </p:nvSpPr>
        <p:spPr>
          <a:xfrm>
            <a:off x="1009800" y="257040"/>
            <a:ext cx="333360" cy="241200"/>
          </a:xfrm>
          <a:prstGeom prst="rect">
            <a:avLst/>
          </a:prstGeom>
          <a:solidFill>
            <a:srgbClr val="037C03"/>
          </a:solidFill>
          <a:ln w="25560">
            <a:solidFill>
              <a:srgbClr val="037C03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"/>
          <p:cNvSpPr txBox="1"/>
          <p:nvPr/>
        </p:nvSpPr>
        <p:spPr>
          <a:xfrm>
            <a:off x="55440" y="9360"/>
            <a:ext cx="4695840" cy="360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OldName  PIC X(80).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TempName PIC X(16).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UnstrPtr PIC 99 VALUE 1.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NameProcessed VALUE 81.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ProcessName.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ACCEPT OldName.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PERFORM UNTIL NameProcessed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UNSTRING OldName DELIMITED BY ALL SPACES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INTO TempName WITH POINTER UnstrPtr</a:t>
            </a:r>
            <a:br>
              <a:rPr sz="12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END-UNSTRING</a:t>
            </a:r>
            <a:br>
              <a:rPr sz="1200"/>
            </a:br>
            <a:r>
              <a:rPr lang="en-US" sz="12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  Display TempName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END-PERFORM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STOP RUN.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/>
          <p:nvPr/>
        </p:nvSpPr>
        <p:spPr>
          <a:xfrm>
            <a:off x="14400" y="1495440"/>
            <a:ext cx="4737600" cy="495720"/>
          </a:xfrm>
          <a:custGeom>
            <a:avLst/>
            <a:gdLst/>
            <a:ahLst/>
            <a:rect l="0" t="0" r="r" b="b"/>
            <a:pathLst>
              <a:path w="13160" h="1377">
                <a:moveTo>
                  <a:pt x="0" y="125"/>
                </a:moveTo>
                <a:lnTo>
                  <a:pt x="120" y="95"/>
                </a:lnTo>
                <a:lnTo>
                  <a:pt x="222" y="111"/>
                </a:lnTo>
                <a:lnTo>
                  <a:pt x="282" y="111"/>
                </a:lnTo>
                <a:lnTo>
                  <a:pt x="362" y="111"/>
                </a:lnTo>
                <a:lnTo>
                  <a:pt x="422" y="95"/>
                </a:lnTo>
                <a:lnTo>
                  <a:pt x="483" y="79"/>
                </a:lnTo>
                <a:lnTo>
                  <a:pt x="565" y="79"/>
                </a:lnTo>
                <a:lnTo>
                  <a:pt x="644" y="47"/>
                </a:lnTo>
                <a:lnTo>
                  <a:pt x="705" y="47"/>
                </a:lnTo>
                <a:lnTo>
                  <a:pt x="765" y="47"/>
                </a:lnTo>
                <a:lnTo>
                  <a:pt x="845" y="47"/>
                </a:lnTo>
                <a:lnTo>
                  <a:pt x="905" y="47"/>
                </a:lnTo>
                <a:lnTo>
                  <a:pt x="966" y="79"/>
                </a:lnTo>
                <a:lnTo>
                  <a:pt x="1048" y="95"/>
                </a:lnTo>
                <a:lnTo>
                  <a:pt x="1089" y="143"/>
                </a:lnTo>
                <a:lnTo>
                  <a:pt x="1169" y="159"/>
                </a:lnTo>
                <a:lnTo>
                  <a:pt x="1229" y="191"/>
                </a:lnTo>
                <a:lnTo>
                  <a:pt x="1289" y="207"/>
                </a:lnTo>
                <a:lnTo>
                  <a:pt x="1369" y="207"/>
                </a:lnTo>
                <a:lnTo>
                  <a:pt x="1429" y="207"/>
                </a:lnTo>
                <a:lnTo>
                  <a:pt x="1490" y="207"/>
                </a:lnTo>
                <a:lnTo>
                  <a:pt x="1550" y="207"/>
                </a:lnTo>
                <a:lnTo>
                  <a:pt x="1611" y="207"/>
                </a:lnTo>
                <a:lnTo>
                  <a:pt x="1671" y="207"/>
                </a:lnTo>
                <a:lnTo>
                  <a:pt x="1734" y="191"/>
                </a:lnTo>
                <a:lnTo>
                  <a:pt x="1794" y="191"/>
                </a:lnTo>
                <a:lnTo>
                  <a:pt x="1893" y="191"/>
                </a:lnTo>
                <a:lnTo>
                  <a:pt x="1975" y="207"/>
                </a:lnTo>
                <a:lnTo>
                  <a:pt x="2055" y="207"/>
                </a:lnTo>
                <a:lnTo>
                  <a:pt x="2135" y="223"/>
                </a:lnTo>
                <a:lnTo>
                  <a:pt x="2195" y="239"/>
                </a:lnTo>
                <a:lnTo>
                  <a:pt x="2255" y="255"/>
                </a:lnTo>
                <a:lnTo>
                  <a:pt x="2316" y="271"/>
                </a:lnTo>
                <a:lnTo>
                  <a:pt x="2376" y="271"/>
                </a:lnTo>
                <a:lnTo>
                  <a:pt x="2458" y="287"/>
                </a:lnTo>
                <a:lnTo>
                  <a:pt x="2519" y="287"/>
                </a:lnTo>
                <a:lnTo>
                  <a:pt x="2620" y="287"/>
                </a:lnTo>
                <a:lnTo>
                  <a:pt x="2700" y="287"/>
                </a:lnTo>
                <a:lnTo>
                  <a:pt x="2780" y="287"/>
                </a:lnTo>
                <a:lnTo>
                  <a:pt x="2840" y="287"/>
                </a:lnTo>
                <a:lnTo>
                  <a:pt x="2900" y="287"/>
                </a:lnTo>
                <a:lnTo>
                  <a:pt x="3002" y="287"/>
                </a:lnTo>
                <a:lnTo>
                  <a:pt x="3103" y="271"/>
                </a:lnTo>
                <a:lnTo>
                  <a:pt x="3183" y="271"/>
                </a:lnTo>
                <a:lnTo>
                  <a:pt x="3265" y="271"/>
                </a:lnTo>
                <a:lnTo>
                  <a:pt x="3346" y="271"/>
                </a:lnTo>
                <a:lnTo>
                  <a:pt x="3406" y="271"/>
                </a:lnTo>
                <a:lnTo>
                  <a:pt x="3466" y="271"/>
                </a:lnTo>
                <a:lnTo>
                  <a:pt x="3527" y="271"/>
                </a:lnTo>
                <a:lnTo>
                  <a:pt x="3587" y="287"/>
                </a:lnTo>
                <a:lnTo>
                  <a:pt x="3648" y="287"/>
                </a:lnTo>
                <a:lnTo>
                  <a:pt x="3662" y="195"/>
                </a:lnTo>
                <a:lnTo>
                  <a:pt x="3809" y="303"/>
                </a:lnTo>
                <a:lnTo>
                  <a:pt x="3901" y="113"/>
                </a:lnTo>
                <a:lnTo>
                  <a:pt x="3991" y="287"/>
                </a:lnTo>
                <a:lnTo>
                  <a:pt x="4070" y="287"/>
                </a:lnTo>
                <a:lnTo>
                  <a:pt x="4152" y="287"/>
                </a:lnTo>
                <a:lnTo>
                  <a:pt x="4213" y="287"/>
                </a:lnTo>
                <a:lnTo>
                  <a:pt x="4273" y="287"/>
                </a:lnTo>
                <a:lnTo>
                  <a:pt x="4334" y="287"/>
                </a:lnTo>
                <a:lnTo>
                  <a:pt x="4445" y="229"/>
                </a:lnTo>
                <a:lnTo>
                  <a:pt x="4474" y="303"/>
                </a:lnTo>
                <a:lnTo>
                  <a:pt x="4556" y="303"/>
                </a:lnTo>
                <a:lnTo>
                  <a:pt x="4635" y="319"/>
                </a:lnTo>
                <a:lnTo>
                  <a:pt x="4715" y="335"/>
                </a:lnTo>
                <a:lnTo>
                  <a:pt x="4797" y="335"/>
                </a:lnTo>
                <a:lnTo>
                  <a:pt x="4858" y="335"/>
                </a:lnTo>
                <a:lnTo>
                  <a:pt x="4957" y="352"/>
                </a:lnTo>
                <a:lnTo>
                  <a:pt x="5077" y="368"/>
                </a:lnTo>
                <a:lnTo>
                  <a:pt x="5138" y="368"/>
                </a:lnTo>
                <a:lnTo>
                  <a:pt x="5201" y="368"/>
                </a:lnTo>
                <a:lnTo>
                  <a:pt x="5280" y="368"/>
                </a:lnTo>
                <a:lnTo>
                  <a:pt x="5341" y="368"/>
                </a:lnTo>
                <a:lnTo>
                  <a:pt x="5401" y="368"/>
                </a:lnTo>
                <a:lnTo>
                  <a:pt x="5462" y="368"/>
                </a:lnTo>
                <a:lnTo>
                  <a:pt x="5662" y="368"/>
                </a:lnTo>
                <a:lnTo>
                  <a:pt x="5865" y="368"/>
                </a:lnTo>
                <a:lnTo>
                  <a:pt x="6065" y="368"/>
                </a:lnTo>
                <a:lnTo>
                  <a:pt x="6147" y="368"/>
                </a:lnTo>
                <a:lnTo>
                  <a:pt x="6227" y="368"/>
                </a:lnTo>
                <a:lnTo>
                  <a:pt x="6307" y="368"/>
                </a:lnTo>
                <a:lnTo>
                  <a:pt x="6367" y="352"/>
                </a:lnTo>
                <a:lnTo>
                  <a:pt x="6631" y="239"/>
                </a:lnTo>
                <a:lnTo>
                  <a:pt x="6672" y="287"/>
                </a:lnTo>
                <a:lnTo>
                  <a:pt x="6710" y="352"/>
                </a:lnTo>
                <a:lnTo>
                  <a:pt x="6792" y="368"/>
                </a:lnTo>
                <a:lnTo>
                  <a:pt x="6853" y="352"/>
                </a:lnTo>
                <a:lnTo>
                  <a:pt x="6913" y="352"/>
                </a:lnTo>
                <a:lnTo>
                  <a:pt x="6974" y="335"/>
                </a:lnTo>
                <a:lnTo>
                  <a:pt x="7034" y="352"/>
                </a:lnTo>
                <a:lnTo>
                  <a:pt x="7114" y="368"/>
                </a:lnTo>
                <a:lnTo>
                  <a:pt x="7174" y="368"/>
                </a:lnTo>
                <a:lnTo>
                  <a:pt x="7234" y="384"/>
                </a:lnTo>
                <a:lnTo>
                  <a:pt x="7295" y="384"/>
                </a:lnTo>
                <a:lnTo>
                  <a:pt x="7355" y="384"/>
                </a:lnTo>
                <a:lnTo>
                  <a:pt x="7416" y="384"/>
                </a:lnTo>
                <a:lnTo>
                  <a:pt x="7476" y="384"/>
                </a:lnTo>
                <a:lnTo>
                  <a:pt x="7536" y="368"/>
                </a:lnTo>
                <a:lnTo>
                  <a:pt x="7597" y="368"/>
                </a:lnTo>
                <a:lnTo>
                  <a:pt x="7679" y="368"/>
                </a:lnTo>
                <a:lnTo>
                  <a:pt x="7758" y="352"/>
                </a:lnTo>
                <a:lnTo>
                  <a:pt x="7819" y="335"/>
                </a:lnTo>
                <a:lnTo>
                  <a:pt x="7879" y="335"/>
                </a:lnTo>
                <a:lnTo>
                  <a:pt x="7959" y="335"/>
                </a:lnTo>
                <a:lnTo>
                  <a:pt x="8022" y="319"/>
                </a:lnTo>
                <a:lnTo>
                  <a:pt x="8082" y="335"/>
                </a:lnTo>
                <a:lnTo>
                  <a:pt x="8143" y="384"/>
                </a:lnTo>
                <a:lnTo>
                  <a:pt x="8203" y="400"/>
                </a:lnTo>
                <a:lnTo>
                  <a:pt x="8283" y="400"/>
                </a:lnTo>
                <a:lnTo>
                  <a:pt x="8343" y="400"/>
                </a:lnTo>
                <a:lnTo>
                  <a:pt x="8403" y="400"/>
                </a:lnTo>
                <a:lnTo>
                  <a:pt x="8483" y="400"/>
                </a:lnTo>
                <a:lnTo>
                  <a:pt x="8565" y="384"/>
                </a:lnTo>
                <a:lnTo>
                  <a:pt x="8645" y="368"/>
                </a:lnTo>
                <a:lnTo>
                  <a:pt x="8727" y="368"/>
                </a:lnTo>
                <a:lnTo>
                  <a:pt x="8787" y="352"/>
                </a:lnTo>
                <a:lnTo>
                  <a:pt x="8867" y="352"/>
                </a:lnTo>
                <a:lnTo>
                  <a:pt x="8927" y="335"/>
                </a:lnTo>
                <a:lnTo>
                  <a:pt x="8988" y="335"/>
                </a:lnTo>
                <a:lnTo>
                  <a:pt x="9048" y="335"/>
                </a:lnTo>
                <a:lnTo>
                  <a:pt x="9290" y="335"/>
                </a:lnTo>
                <a:lnTo>
                  <a:pt x="9350" y="335"/>
                </a:lnTo>
                <a:lnTo>
                  <a:pt x="9432" y="335"/>
                </a:lnTo>
                <a:lnTo>
                  <a:pt x="9493" y="335"/>
                </a:lnTo>
                <a:lnTo>
                  <a:pt x="9553" y="319"/>
                </a:lnTo>
                <a:lnTo>
                  <a:pt x="9633" y="287"/>
                </a:lnTo>
                <a:lnTo>
                  <a:pt x="9734" y="271"/>
                </a:lnTo>
                <a:lnTo>
                  <a:pt x="9795" y="255"/>
                </a:lnTo>
                <a:lnTo>
                  <a:pt x="9855" y="223"/>
                </a:lnTo>
                <a:lnTo>
                  <a:pt x="9916" y="207"/>
                </a:lnTo>
                <a:lnTo>
                  <a:pt x="9977" y="175"/>
                </a:lnTo>
                <a:lnTo>
                  <a:pt x="10037" y="175"/>
                </a:lnTo>
                <a:lnTo>
                  <a:pt x="10097" y="191"/>
                </a:lnTo>
                <a:lnTo>
                  <a:pt x="10199" y="207"/>
                </a:lnTo>
                <a:lnTo>
                  <a:pt x="10259" y="207"/>
                </a:lnTo>
                <a:lnTo>
                  <a:pt x="10358" y="239"/>
                </a:lnTo>
                <a:lnTo>
                  <a:pt x="10440" y="255"/>
                </a:lnTo>
                <a:lnTo>
                  <a:pt x="10501" y="255"/>
                </a:lnTo>
                <a:lnTo>
                  <a:pt x="10561" y="255"/>
                </a:lnTo>
                <a:lnTo>
                  <a:pt x="10622" y="239"/>
                </a:lnTo>
                <a:lnTo>
                  <a:pt x="10701" y="239"/>
                </a:lnTo>
                <a:lnTo>
                  <a:pt x="10762" y="223"/>
                </a:lnTo>
                <a:lnTo>
                  <a:pt x="10844" y="223"/>
                </a:lnTo>
                <a:lnTo>
                  <a:pt x="10943" y="223"/>
                </a:lnTo>
                <a:lnTo>
                  <a:pt x="11003" y="223"/>
                </a:lnTo>
                <a:lnTo>
                  <a:pt x="11064" y="239"/>
                </a:lnTo>
                <a:lnTo>
                  <a:pt x="11124" y="239"/>
                </a:lnTo>
                <a:lnTo>
                  <a:pt x="11184" y="255"/>
                </a:lnTo>
                <a:lnTo>
                  <a:pt x="11245" y="255"/>
                </a:lnTo>
                <a:lnTo>
                  <a:pt x="11327" y="255"/>
                </a:lnTo>
                <a:lnTo>
                  <a:pt x="11426" y="239"/>
                </a:lnTo>
                <a:lnTo>
                  <a:pt x="11527" y="239"/>
                </a:lnTo>
                <a:lnTo>
                  <a:pt x="11588" y="239"/>
                </a:lnTo>
                <a:lnTo>
                  <a:pt x="11670" y="223"/>
                </a:lnTo>
                <a:lnTo>
                  <a:pt x="11730" y="207"/>
                </a:lnTo>
                <a:lnTo>
                  <a:pt x="11791" y="175"/>
                </a:lnTo>
                <a:lnTo>
                  <a:pt x="11851" y="159"/>
                </a:lnTo>
                <a:lnTo>
                  <a:pt x="11931" y="143"/>
                </a:lnTo>
                <a:lnTo>
                  <a:pt x="12010" y="143"/>
                </a:lnTo>
                <a:lnTo>
                  <a:pt x="12093" y="127"/>
                </a:lnTo>
                <a:lnTo>
                  <a:pt x="12153" y="111"/>
                </a:lnTo>
                <a:lnTo>
                  <a:pt x="12233" y="95"/>
                </a:lnTo>
                <a:lnTo>
                  <a:pt x="12293" y="79"/>
                </a:lnTo>
                <a:lnTo>
                  <a:pt x="12353" y="63"/>
                </a:lnTo>
                <a:lnTo>
                  <a:pt x="12576" y="0"/>
                </a:lnTo>
                <a:lnTo>
                  <a:pt x="12677" y="31"/>
                </a:lnTo>
                <a:lnTo>
                  <a:pt x="12716" y="79"/>
                </a:lnTo>
                <a:lnTo>
                  <a:pt x="12776" y="95"/>
                </a:lnTo>
                <a:lnTo>
                  <a:pt x="12839" y="95"/>
                </a:lnTo>
                <a:lnTo>
                  <a:pt x="12938" y="79"/>
                </a:lnTo>
                <a:lnTo>
                  <a:pt x="12998" y="63"/>
                </a:lnTo>
                <a:lnTo>
                  <a:pt x="13059" y="31"/>
                </a:lnTo>
                <a:lnTo>
                  <a:pt x="13160" y="19"/>
                </a:lnTo>
                <a:lnTo>
                  <a:pt x="13160" y="1377"/>
                </a:lnTo>
                <a:lnTo>
                  <a:pt x="12938" y="1297"/>
                </a:lnTo>
                <a:lnTo>
                  <a:pt x="12899" y="1249"/>
                </a:lnTo>
                <a:lnTo>
                  <a:pt x="12878" y="1201"/>
                </a:lnTo>
                <a:lnTo>
                  <a:pt x="12858" y="1153"/>
                </a:lnTo>
                <a:lnTo>
                  <a:pt x="12798" y="1121"/>
                </a:lnTo>
                <a:lnTo>
                  <a:pt x="12737" y="1121"/>
                </a:lnTo>
                <a:lnTo>
                  <a:pt x="12677" y="1169"/>
                </a:lnTo>
                <a:lnTo>
                  <a:pt x="12617" y="1121"/>
                </a:lnTo>
                <a:lnTo>
                  <a:pt x="12556" y="1137"/>
                </a:lnTo>
                <a:lnTo>
                  <a:pt x="12474" y="1169"/>
                </a:lnTo>
                <a:lnTo>
                  <a:pt x="12436" y="1121"/>
                </a:lnTo>
                <a:lnTo>
                  <a:pt x="12375" y="1105"/>
                </a:lnTo>
                <a:lnTo>
                  <a:pt x="12315" y="1073"/>
                </a:lnTo>
                <a:lnTo>
                  <a:pt x="12274" y="1024"/>
                </a:lnTo>
                <a:lnTo>
                  <a:pt x="12213" y="976"/>
                </a:lnTo>
                <a:lnTo>
                  <a:pt x="12153" y="928"/>
                </a:lnTo>
                <a:lnTo>
                  <a:pt x="12112" y="880"/>
                </a:lnTo>
                <a:lnTo>
                  <a:pt x="12051" y="912"/>
                </a:lnTo>
                <a:lnTo>
                  <a:pt x="11991" y="880"/>
                </a:lnTo>
                <a:lnTo>
                  <a:pt x="11991" y="832"/>
                </a:lnTo>
                <a:lnTo>
                  <a:pt x="11950" y="768"/>
                </a:lnTo>
                <a:lnTo>
                  <a:pt x="11911" y="704"/>
                </a:lnTo>
                <a:lnTo>
                  <a:pt x="11890" y="656"/>
                </a:lnTo>
                <a:lnTo>
                  <a:pt x="11829" y="624"/>
                </a:lnTo>
                <a:lnTo>
                  <a:pt x="11750" y="656"/>
                </a:lnTo>
                <a:lnTo>
                  <a:pt x="11709" y="592"/>
                </a:lnTo>
                <a:lnTo>
                  <a:pt x="11670" y="544"/>
                </a:lnTo>
                <a:lnTo>
                  <a:pt x="11609" y="528"/>
                </a:lnTo>
                <a:lnTo>
                  <a:pt x="11568" y="480"/>
                </a:lnTo>
                <a:lnTo>
                  <a:pt x="11508" y="480"/>
                </a:lnTo>
                <a:lnTo>
                  <a:pt x="11448" y="480"/>
                </a:lnTo>
                <a:lnTo>
                  <a:pt x="11387" y="464"/>
                </a:lnTo>
                <a:lnTo>
                  <a:pt x="11305" y="432"/>
                </a:lnTo>
                <a:lnTo>
                  <a:pt x="11245" y="432"/>
                </a:lnTo>
                <a:lnTo>
                  <a:pt x="11184" y="432"/>
                </a:lnTo>
                <a:lnTo>
                  <a:pt x="11105" y="416"/>
                </a:lnTo>
                <a:lnTo>
                  <a:pt x="11044" y="400"/>
                </a:lnTo>
                <a:lnTo>
                  <a:pt x="11003" y="352"/>
                </a:lnTo>
                <a:lnTo>
                  <a:pt x="10943" y="352"/>
                </a:lnTo>
                <a:lnTo>
                  <a:pt x="10882" y="368"/>
                </a:lnTo>
                <a:lnTo>
                  <a:pt x="10863" y="416"/>
                </a:lnTo>
                <a:lnTo>
                  <a:pt x="10803" y="464"/>
                </a:lnTo>
                <a:lnTo>
                  <a:pt x="10742" y="480"/>
                </a:lnTo>
                <a:lnTo>
                  <a:pt x="10863" y="928"/>
                </a:lnTo>
                <a:lnTo>
                  <a:pt x="10783" y="912"/>
                </a:lnTo>
                <a:lnTo>
                  <a:pt x="10721" y="880"/>
                </a:lnTo>
                <a:lnTo>
                  <a:pt x="10660" y="832"/>
                </a:lnTo>
                <a:lnTo>
                  <a:pt x="10097" y="528"/>
                </a:lnTo>
                <a:lnTo>
                  <a:pt x="10037" y="496"/>
                </a:lnTo>
                <a:lnTo>
                  <a:pt x="9977" y="464"/>
                </a:lnTo>
                <a:lnTo>
                  <a:pt x="9936" y="416"/>
                </a:lnTo>
                <a:lnTo>
                  <a:pt x="9875" y="400"/>
                </a:lnTo>
                <a:lnTo>
                  <a:pt x="9814" y="432"/>
                </a:lnTo>
                <a:lnTo>
                  <a:pt x="9773" y="480"/>
                </a:lnTo>
                <a:lnTo>
                  <a:pt x="9693" y="528"/>
                </a:lnTo>
                <a:lnTo>
                  <a:pt x="9633" y="544"/>
                </a:lnTo>
                <a:lnTo>
                  <a:pt x="9572" y="544"/>
                </a:lnTo>
                <a:lnTo>
                  <a:pt x="9512" y="512"/>
                </a:lnTo>
                <a:lnTo>
                  <a:pt x="9452" y="496"/>
                </a:lnTo>
                <a:lnTo>
                  <a:pt x="9391" y="528"/>
                </a:lnTo>
                <a:lnTo>
                  <a:pt x="9331" y="480"/>
                </a:lnTo>
                <a:lnTo>
                  <a:pt x="9270" y="496"/>
                </a:lnTo>
                <a:lnTo>
                  <a:pt x="9210" y="528"/>
                </a:lnTo>
                <a:lnTo>
                  <a:pt x="9150" y="496"/>
                </a:lnTo>
                <a:lnTo>
                  <a:pt x="9089" y="480"/>
                </a:lnTo>
                <a:lnTo>
                  <a:pt x="9029" y="480"/>
                </a:lnTo>
                <a:lnTo>
                  <a:pt x="8969" y="496"/>
                </a:lnTo>
                <a:lnTo>
                  <a:pt x="8908" y="496"/>
                </a:lnTo>
                <a:lnTo>
                  <a:pt x="8848" y="480"/>
                </a:lnTo>
                <a:lnTo>
                  <a:pt x="8766" y="496"/>
                </a:lnTo>
                <a:lnTo>
                  <a:pt x="8686" y="528"/>
                </a:lnTo>
                <a:lnTo>
                  <a:pt x="8626" y="528"/>
                </a:lnTo>
                <a:lnTo>
                  <a:pt x="8543" y="544"/>
                </a:lnTo>
                <a:lnTo>
                  <a:pt x="8483" y="544"/>
                </a:lnTo>
                <a:lnTo>
                  <a:pt x="8403" y="512"/>
                </a:lnTo>
                <a:lnTo>
                  <a:pt x="8343" y="496"/>
                </a:lnTo>
                <a:lnTo>
                  <a:pt x="8283" y="496"/>
                </a:lnTo>
                <a:lnTo>
                  <a:pt x="8222" y="528"/>
                </a:lnTo>
                <a:lnTo>
                  <a:pt x="8143" y="576"/>
                </a:lnTo>
                <a:lnTo>
                  <a:pt x="8082" y="608"/>
                </a:lnTo>
                <a:lnTo>
                  <a:pt x="8041" y="560"/>
                </a:lnTo>
                <a:lnTo>
                  <a:pt x="7981" y="528"/>
                </a:lnTo>
                <a:lnTo>
                  <a:pt x="7920" y="528"/>
                </a:lnTo>
                <a:lnTo>
                  <a:pt x="7860" y="544"/>
                </a:lnTo>
                <a:lnTo>
                  <a:pt x="7800" y="560"/>
                </a:lnTo>
                <a:lnTo>
                  <a:pt x="7717" y="560"/>
                </a:lnTo>
                <a:lnTo>
                  <a:pt x="7638" y="544"/>
                </a:lnTo>
                <a:lnTo>
                  <a:pt x="7558" y="528"/>
                </a:lnTo>
                <a:lnTo>
                  <a:pt x="7498" y="512"/>
                </a:lnTo>
                <a:lnTo>
                  <a:pt x="7396" y="528"/>
                </a:lnTo>
                <a:lnTo>
                  <a:pt x="7336" y="544"/>
                </a:lnTo>
                <a:lnTo>
                  <a:pt x="7254" y="560"/>
                </a:lnTo>
                <a:lnTo>
                  <a:pt x="7155" y="592"/>
                </a:lnTo>
                <a:lnTo>
                  <a:pt x="7094" y="576"/>
                </a:lnTo>
                <a:lnTo>
                  <a:pt x="7034" y="544"/>
                </a:lnTo>
                <a:lnTo>
                  <a:pt x="6974" y="512"/>
                </a:lnTo>
                <a:lnTo>
                  <a:pt x="6913" y="528"/>
                </a:lnTo>
                <a:lnTo>
                  <a:pt x="6853" y="528"/>
                </a:lnTo>
                <a:lnTo>
                  <a:pt x="6792" y="528"/>
                </a:lnTo>
                <a:lnTo>
                  <a:pt x="6732" y="528"/>
                </a:lnTo>
                <a:lnTo>
                  <a:pt x="6672" y="528"/>
                </a:lnTo>
                <a:lnTo>
                  <a:pt x="6611" y="528"/>
                </a:lnTo>
                <a:lnTo>
                  <a:pt x="6645" y="1083"/>
                </a:lnTo>
                <a:lnTo>
                  <a:pt x="6529" y="496"/>
                </a:lnTo>
                <a:lnTo>
                  <a:pt x="6469" y="496"/>
                </a:lnTo>
                <a:lnTo>
                  <a:pt x="6408" y="496"/>
                </a:lnTo>
                <a:lnTo>
                  <a:pt x="6348" y="512"/>
                </a:lnTo>
                <a:lnTo>
                  <a:pt x="6268" y="512"/>
                </a:lnTo>
                <a:lnTo>
                  <a:pt x="6208" y="512"/>
                </a:lnTo>
                <a:lnTo>
                  <a:pt x="6147" y="528"/>
                </a:lnTo>
                <a:lnTo>
                  <a:pt x="6087" y="560"/>
                </a:lnTo>
                <a:lnTo>
                  <a:pt x="6027" y="560"/>
                </a:lnTo>
                <a:lnTo>
                  <a:pt x="5966" y="560"/>
                </a:lnTo>
                <a:lnTo>
                  <a:pt x="5906" y="560"/>
                </a:lnTo>
                <a:lnTo>
                  <a:pt x="5843" y="560"/>
                </a:lnTo>
                <a:lnTo>
                  <a:pt x="5783" y="528"/>
                </a:lnTo>
                <a:lnTo>
                  <a:pt x="5703" y="512"/>
                </a:lnTo>
                <a:lnTo>
                  <a:pt x="5643" y="512"/>
                </a:lnTo>
                <a:lnTo>
                  <a:pt x="5582" y="512"/>
                </a:lnTo>
                <a:lnTo>
                  <a:pt x="5503" y="528"/>
                </a:lnTo>
                <a:lnTo>
                  <a:pt x="5442" y="528"/>
                </a:lnTo>
                <a:lnTo>
                  <a:pt x="5360" y="528"/>
                </a:lnTo>
                <a:lnTo>
                  <a:pt x="5300" y="544"/>
                </a:lnTo>
                <a:lnTo>
                  <a:pt x="5220" y="544"/>
                </a:lnTo>
                <a:lnTo>
                  <a:pt x="5160" y="528"/>
                </a:lnTo>
                <a:lnTo>
                  <a:pt x="5099" y="528"/>
                </a:lnTo>
                <a:lnTo>
                  <a:pt x="5017" y="512"/>
                </a:lnTo>
                <a:lnTo>
                  <a:pt x="4957" y="496"/>
                </a:lnTo>
                <a:lnTo>
                  <a:pt x="4896" y="496"/>
                </a:lnTo>
                <a:lnTo>
                  <a:pt x="4836" y="496"/>
                </a:lnTo>
                <a:lnTo>
                  <a:pt x="4776" y="512"/>
                </a:lnTo>
                <a:lnTo>
                  <a:pt x="4715" y="528"/>
                </a:lnTo>
                <a:lnTo>
                  <a:pt x="4655" y="528"/>
                </a:lnTo>
                <a:lnTo>
                  <a:pt x="4575" y="528"/>
                </a:lnTo>
                <a:lnTo>
                  <a:pt x="4515" y="528"/>
                </a:lnTo>
                <a:lnTo>
                  <a:pt x="4454" y="496"/>
                </a:lnTo>
                <a:lnTo>
                  <a:pt x="4394" y="464"/>
                </a:lnTo>
                <a:lnTo>
                  <a:pt x="4334" y="432"/>
                </a:lnTo>
                <a:lnTo>
                  <a:pt x="4251" y="416"/>
                </a:lnTo>
                <a:lnTo>
                  <a:pt x="4191" y="416"/>
                </a:lnTo>
                <a:lnTo>
                  <a:pt x="4099" y="442"/>
                </a:lnTo>
                <a:lnTo>
                  <a:pt x="4070" y="368"/>
                </a:lnTo>
                <a:lnTo>
                  <a:pt x="4007" y="476"/>
                </a:lnTo>
                <a:lnTo>
                  <a:pt x="3950" y="352"/>
                </a:lnTo>
                <a:lnTo>
                  <a:pt x="3913" y="442"/>
                </a:lnTo>
                <a:lnTo>
                  <a:pt x="3829" y="368"/>
                </a:lnTo>
                <a:lnTo>
                  <a:pt x="3768" y="400"/>
                </a:lnTo>
                <a:lnTo>
                  <a:pt x="3708" y="400"/>
                </a:lnTo>
                <a:lnTo>
                  <a:pt x="3648" y="432"/>
                </a:lnTo>
                <a:lnTo>
                  <a:pt x="3587" y="432"/>
                </a:lnTo>
                <a:lnTo>
                  <a:pt x="3527" y="400"/>
                </a:lnTo>
                <a:lnTo>
                  <a:pt x="3447" y="384"/>
                </a:lnTo>
                <a:lnTo>
                  <a:pt x="3387" y="384"/>
                </a:lnTo>
                <a:lnTo>
                  <a:pt x="3305" y="352"/>
                </a:lnTo>
                <a:lnTo>
                  <a:pt x="3243" y="352"/>
                </a:lnTo>
                <a:lnTo>
                  <a:pt x="3183" y="368"/>
                </a:lnTo>
                <a:lnTo>
                  <a:pt x="3122" y="384"/>
                </a:lnTo>
                <a:lnTo>
                  <a:pt x="3062" y="400"/>
                </a:lnTo>
                <a:lnTo>
                  <a:pt x="3002" y="416"/>
                </a:lnTo>
                <a:lnTo>
                  <a:pt x="2941" y="432"/>
                </a:lnTo>
                <a:lnTo>
                  <a:pt x="2881" y="432"/>
                </a:lnTo>
                <a:lnTo>
                  <a:pt x="2821" y="432"/>
                </a:lnTo>
                <a:lnTo>
                  <a:pt x="2760" y="432"/>
                </a:lnTo>
                <a:lnTo>
                  <a:pt x="2680" y="432"/>
                </a:lnTo>
                <a:lnTo>
                  <a:pt x="2620" y="432"/>
                </a:lnTo>
                <a:lnTo>
                  <a:pt x="2560" y="416"/>
                </a:lnTo>
                <a:lnTo>
                  <a:pt x="2499" y="416"/>
                </a:lnTo>
                <a:lnTo>
                  <a:pt x="2439" y="416"/>
                </a:lnTo>
                <a:lnTo>
                  <a:pt x="2357" y="416"/>
                </a:lnTo>
                <a:lnTo>
                  <a:pt x="2296" y="416"/>
                </a:lnTo>
                <a:lnTo>
                  <a:pt x="2236" y="416"/>
                </a:lnTo>
                <a:lnTo>
                  <a:pt x="2176" y="448"/>
                </a:lnTo>
                <a:lnTo>
                  <a:pt x="2115" y="464"/>
                </a:lnTo>
                <a:lnTo>
                  <a:pt x="2055" y="480"/>
                </a:lnTo>
                <a:lnTo>
                  <a:pt x="1995" y="480"/>
                </a:lnTo>
                <a:lnTo>
                  <a:pt x="1934" y="480"/>
                </a:lnTo>
                <a:lnTo>
                  <a:pt x="1874" y="448"/>
                </a:lnTo>
                <a:lnTo>
                  <a:pt x="1813" y="432"/>
                </a:lnTo>
                <a:lnTo>
                  <a:pt x="1753" y="432"/>
                </a:lnTo>
                <a:lnTo>
                  <a:pt x="1693" y="432"/>
                </a:lnTo>
                <a:lnTo>
                  <a:pt x="1591" y="416"/>
                </a:lnTo>
                <a:lnTo>
                  <a:pt x="1531" y="416"/>
                </a:lnTo>
                <a:lnTo>
                  <a:pt x="1470" y="448"/>
                </a:lnTo>
                <a:lnTo>
                  <a:pt x="1410" y="480"/>
                </a:lnTo>
                <a:lnTo>
                  <a:pt x="1350" y="512"/>
                </a:lnTo>
                <a:lnTo>
                  <a:pt x="1289" y="528"/>
                </a:lnTo>
                <a:lnTo>
                  <a:pt x="1229" y="528"/>
                </a:lnTo>
                <a:lnTo>
                  <a:pt x="1169" y="512"/>
                </a:lnTo>
                <a:lnTo>
                  <a:pt x="1108" y="496"/>
                </a:lnTo>
                <a:lnTo>
                  <a:pt x="1048" y="496"/>
                </a:lnTo>
                <a:lnTo>
                  <a:pt x="987" y="480"/>
                </a:lnTo>
                <a:lnTo>
                  <a:pt x="927" y="480"/>
                </a:lnTo>
                <a:lnTo>
                  <a:pt x="867" y="480"/>
                </a:lnTo>
                <a:lnTo>
                  <a:pt x="784" y="480"/>
                </a:lnTo>
                <a:lnTo>
                  <a:pt x="705" y="480"/>
                </a:lnTo>
                <a:lnTo>
                  <a:pt x="644" y="480"/>
                </a:lnTo>
                <a:lnTo>
                  <a:pt x="584" y="480"/>
                </a:lnTo>
                <a:lnTo>
                  <a:pt x="524" y="496"/>
                </a:lnTo>
                <a:lnTo>
                  <a:pt x="463" y="496"/>
                </a:lnTo>
                <a:lnTo>
                  <a:pt x="403" y="496"/>
                </a:lnTo>
                <a:lnTo>
                  <a:pt x="342" y="512"/>
                </a:lnTo>
                <a:lnTo>
                  <a:pt x="282" y="528"/>
                </a:lnTo>
                <a:lnTo>
                  <a:pt x="222" y="544"/>
                </a:lnTo>
                <a:lnTo>
                  <a:pt x="140" y="576"/>
                </a:lnTo>
                <a:lnTo>
                  <a:pt x="60" y="592"/>
                </a:lnTo>
                <a:lnTo>
                  <a:pt x="0" y="624"/>
                </a:lnTo>
                <a:lnTo>
                  <a:pt x="0" y="125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438120" y="228600"/>
            <a:ext cx="3924360" cy="299880"/>
          </a:xfrm>
          <a:prstGeom prst="rect">
            <a:avLst/>
          </a:prstGeom>
          <a:solidFill>
            <a:srgbClr val="DDDDDD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Tim</a:t>
            </a:r>
            <a:r>
              <a:rPr lang="en-US" sz="1800" b="1" u="none" strike="noStrike">
                <a:solidFill>
                  <a:srgbClr val="0000FF"/>
                </a:solidFill>
                <a:effectLst/>
                <a:uFillTx/>
                <a:latin typeface="Courier New"/>
                <a:ea typeface="Courier New"/>
              </a:rPr>
              <a:t>   John  Roberts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1351080" y="495360"/>
            <a:ext cx="159120" cy="228960"/>
          </a:xfrm>
          <a:custGeom>
            <a:avLst/>
            <a:gdLst/>
            <a:ahLst/>
            <a:rect l="0" t="0" r="r" b="b"/>
            <a:pathLst>
              <a:path w="442" h="636">
                <a:moveTo>
                  <a:pt x="0" y="211"/>
                </a:moveTo>
                <a:lnTo>
                  <a:pt x="0" y="423"/>
                </a:lnTo>
                <a:lnTo>
                  <a:pt x="309" y="423"/>
                </a:lnTo>
                <a:lnTo>
                  <a:pt x="309" y="636"/>
                </a:lnTo>
                <a:lnTo>
                  <a:pt x="442" y="317"/>
                </a:lnTo>
                <a:lnTo>
                  <a:pt x="309" y="0"/>
                </a:lnTo>
                <a:lnTo>
                  <a:pt x="309" y="211"/>
                </a:lnTo>
                <a:lnTo>
                  <a:pt x="0" y="211"/>
                </a:lnTo>
                <a:close/>
              </a:path>
            </a:pathLst>
          </a:custGeom>
          <a:solidFill>
            <a:srgbClr val="66FF33"/>
          </a:solidFill>
          <a:ln w="12600">
            <a:solidFill>
              <a:srgbClr val="676767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3095640" y="1743120"/>
            <a:ext cx="1523880" cy="657360"/>
          </a:xfrm>
          <a:prstGeom prst="rect">
            <a:avLst/>
          </a:prstGeom>
          <a:solidFill>
            <a:srgbClr val="DDDDDD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4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Tim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2867040" y="723960"/>
            <a:ext cx="1486080" cy="295200"/>
          </a:xfrm>
          <a:prstGeom prst="rect">
            <a:avLst/>
          </a:prstGeom>
          <a:solidFill>
            <a:srgbClr val="DDDDDD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Tim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/>
          <p:nvPr/>
        </p:nvSpPr>
        <p:spPr>
          <a:xfrm>
            <a:off x="1009800" y="257040"/>
            <a:ext cx="333360" cy="241200"/>
          </a:xfrm>
          <a:prstGeom prst="rect">
            <a:avLst/>
          </a:prstGeom>
          <a:solidFill>
            <a:srgbClr val="037C03"/>
          </a:solidFill>
          <a:ln w="25560">
            <a:solidFill>
              <a:srgbClr val="037C03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"/>
          <p:cNvSpPr txBox="1"/>
          <p:nvPr/>
        </p:nvSpPr>
        <p:spPr>
          <a:xfrm>
            <a:off x="55440" y="9360"/>
            <a:ext cx="4695840" cy="360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OldName  PIC X(80).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TempName PIC X(16).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UnstrPtr PIC 99 VALUE 1.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NameProcessed VALUE 81.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ProcessName.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ACCEPT OldName.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PERFORM UNTIL NameProcessed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 UNSTRING OldName DELIMITED BY ALL SPACES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    INTO TempName WITH POINTER UnstrPtr</a:t>
            </a:r>
            <a:br>
              <a:rPr sz="1200"/>
            </a:br>
            <a:r>
              <a:rPr lang="en-US" sz="12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  END-UNSTRING</a:t>
            </a:r>
            <a:br>
              <a:rPr sz="18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Display TempName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END-PERFORM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STOP RUN.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14400" y="1495440"/>
            <a:ext cx="4737600" cy="495720"/>
          </a:xfrm>
          <a:custGeom>
            <a:avLst/>
            <a:gdLst/>
            <a:ahLst/>
            <a:rect l="0" t="0" r="r" b="b"/>
            <a:pathLst>
              <a:path w="13160" h="1377">
                <a:moveTo>
                  <a:pt x="0" y="125"/>
                </a:moveTo>
                <a:lnTo>
                  <a:pt x="120" y="95"/>
                </a:lnTo>
                <a:lnTo>
                  <a:pt x="222" y="111"/>
                </a:lnTo>
                <a:lnTo>
                  <a:pt x="282" y="111"/>
                </a:lnTo>
                <a:lnTo>
                  <a:pt x="362" y="111"/>
                </a:lnTo>
                <a:lnTo>
                  <a:pt x="422" y="95"/>
                </a:lnTo>
                <a:lnTo>
                  <a:pt x="483" y="79"/>
                </a:lnTo>
                <a:lnTo>
                  <a:pt x="565" y="79"/>
                </a:lnTo>
                <a:lnTo>
                  <a:pt x="644" y="47"/>
                </a:lnTo>
                <a:lnTo>
                  <a:pt x="705" y="47"/>
                </a:lnTo>
                <a:lnTo>
                  <a:pt x="765" y="47"/>
                </a:lnTo>
                <a:lnTo>
                  <a:pt x="845" y="47"/>
                </a:lnTo>
                <a:lnTo>
                  <a:pt x="905" y="47"/>
                </a:lnTo>
                <a:lnTo>
                  <a:pt x="966" y="79"/>
                </a:lnTo>
                <a:lnTo>
                  <a:pt x="1048" y="95"/>
                </a:lnTo>
                <a:lnTo>
                  <a:pt x="1089" y="143"/>
                </a:lnTo>
                <a:lnTo>
                  <a:pt x="1169" y="159"/>
                </a:lnTo>
                <a:lnTo>
                  <a:pt x="1229" y="191"/>
                </a:lnTo>
                <a:lnTo>
                  <a:pt x="1289" y="207"/>
                </a:lnTo>
                <a:lnTo>
                  <a:pt x="1369" y="207"/>
                </a:lnTo>
                <a:lnTo>
                  <a:pt x="1429" y="207"/>
                </a:lnTo>
                <a:lnTo>
                  <a:pt x="1490" y="207"/>
                </a:lnTo>
                <a:lnTo>
                  <a:pt x="1550" y="207"/>
                </a:lnTo>
                <a:lnTo>
                  <a:pt x="1611" y="207"/>
                </a:lnTo>
                <a:lnTo>
                  <a:pt x="1671" y="207"/>
                </a:lnTo>
                <a:lnTo>
                  <a:pt x="1734" y="191"/>
                </a:lnTo>
                <a:lnTo>
                  <a:pt x="1794" y="191"/>
                </a:lnTo>
                <a:lnTo>
                  <a:pt x="1893" y="191"/>
                </a:lnTo>
                <a:lnTo>
                  <a:pt x="1975" y="207"/>
                </a:lnTo>
                <a:lnTo>
                  <a:pt x="2055" y="207"/>
                </a:lnTo>
                <a:lnTo>
                  <a:pt x="2135" y="223"/>
                </a:lnTo>
                <a:lnTo>
                  <a:pt x="2195" y="239"/>
                </a:lnTo>
                <a:lnTo>
                  <a:pt x="2255" y="255"/>
                </a:lnTo>
                <a:lnTo>
                  <a:pt x="2316" y="271"/>
                </a:lnTo>
                <a:lnTo>
                  <a:pt x="2376" y="271"/>
                </a:lnTo>
                <a:lnTo>
                  <a:pt x="2458" y="287"/>
                </a:lnTo>
                <a:lnTo>
                  <a:pt x="2519" y="287"/>
                </a:lnTo>
                <a:lnTo>
                  <a:pt x="2620" y="287"/>
                </a:lnTo>
                <a:lnTo>
                  <a:pt x="2700" y="287"/>
                </a:lnTo>
                <a:lnTo>
                  <a:pt x="2780" y="287"/>
                </a:lnTo>
                <a:lnTo>
                  <a:pt x="2840" y="287"/>
                </a:lnTo>
                <a:lnTo>
                  <a:pt x="2900" y="287"/>
                </a:lnTo>
                <a:lnTo>
                  <a:pt x="3002" y="287"/>
                </a:lnTo>
                <a:lnTo>
                  <a:pt x="3103" y="271"/>
                </a:lnTo>
                <a:lnTo>
                  <a:pt x="3183" y="271"/>
                </a:lnTo>
                <a:lnTo>
                  <a:pt x="3265" y="271"/>
                </a:lnTo>
                <a:lnTo>
                  <a:pt x="3346" y="271"/>
                </a:lnTo>
                <a:lnTo>
                  <a:pt x="3406" y="271"/>
                </a:lnTo>
                <a:lnTo>
                  <a:pt x="3466" y="271"/>
                </a:lnTo>
                <a:lnTo>
                  <a:pt x="3527" y="271"/>
                </a:lnTo>
                <a:lnTo>
                  <a:pt x="3587" y="287"/>
                </a:lnTo>
                <a:lnTo>
                  <a:pt x="3648" y="287"/>
                </a:lnTo>
                <a:lnTo>
                  <a:pt x="3662" y="195"/>
                </a:lnTo>
                <a:lnTo>
                  <a:pt x="3809" y="303"/>
                </a:lnTo>
                <a:lnTo>
                  <a:pt x="3901" y="113"/>
                </a:lnTo>
                <a:lnTo>
                  <a:pt x="3991" y="287"/>
                </a:lnTo>
                <a:lnTo>
                  <a:pt x="4070" y="287"/>
                </a:lnTo>
                <a:lnTo>
                  <a:pt x="4152" y="287"/>
                </a:lnTo>
                <a:lnTo>
                  <a:pt x="4213" y="287"/>
                </a:lnTo>
                <a:lnTo>
                  <a:pt x="4273" y="287"/>
                </a:lnTo>
                <a:lnTo>
                  <a:pt x="4334" y="287"/>
                </a:lnTo>
                <a:lnTo>
                  <a:pt x="4445" y="229"/>
                </a:lnTo>
                <a:lnTo>
                  <a:pt x="4474" y="303"/>
                </a:lnTo>
                <a:lnTo>
                  <a:pt x="4556" y="303"/>
                </a:lnTo>
                <a:lnTo>
                  <a:pt x="4635" y="319"/>
                </a:lnTo>
                <a:lnTo>
                  <a:pt x="4715" y="335"/>
                </a:lnTo>
                <a:lnTo>
                  <a:pt x="4797" y="335"/>
                </a:lnTo>
                <a:lnTo>
                  <a:pt x="4858" y="335"/>
                </a:lnTo>
                <a:lnTo>
                  <a:pt x="4957" y="352"/>
                </a:lnTo>
                <a:lnTo>
                  <a:pt x="5077" y="368"/>
                </a:lnTo>
                <a:lnTo>
                  <a:pt x="5138" y="368"/>
                </a:lnTo>
                <a:lnTo>
                  <a:pt x="5201" y="368"/>
                </a:lnTo>
                <a:lnTo>
                  <a:pt x="5280" y="368"/>
                </a:lnTo>
                <a:lnTo>
                  <a:pt x="5341" y="368"/>
                </a:lnTo>
                <a:lnTo>
                  <a:pt x="5401" y="368"/>
                </a:lnTo>
                <a:lnTo>
                  <a:pt x="5462" y="368"/>
                </a:lnTo>
                <a:lnTo>
                  <a:pt x="5662" y="368"/>
                </a:lnTo>
                <a:lnTo>
                  <a:pt x="5865" y="368"/>
                </a:lnTo>
                <a:lnTo>
                  <a:pt x="6065" y="368"/>
                </a:lnTo>
                <a:lnTo>
                  <a:pt x="6147" y="368"/>
                </a:lnTo>
                <a:lnTo>
                  <a:pt x="6227" y="368"/>
                </a:lnTo>
                <a:lnTo>
                  <a:pt x="6307" y="368"/>
                </a:lnTo>
                <a:lnTo>
                  <a:pt x="6367" y="352"/>
                </a:lnTo>
                <a:lnTo>
                  <a:pt x="6631" y="239"/>
                </a:lnTo>
                <a:lnTo>
                  <a:pt x="6672" y="287"/>
                </a:lnTo>
                <a:lnTo>
                  <a:pt x="6710" y="352"/>
                </a:lnTo>
                <a:lnTo>
                  <a:pt x="6792" y="368"/>
                </a:lnTo>
                <a:lnTo>
                  <a:pt x="6853" y="352"/>
                </a:lnTo>
                <a:lnTo>
                  <a:pt x="6913" y="352"/>
                </a:lnTo>
                <a:lnTo>
                  <a:pt x="6974" y="335"/>
                </a:lnTo>
                <a:lnTo>
                  <a:pt x="7034" y="352"/>
                </a:lnTo>
                <a:lnTo>
                  <a:pt x="7114" y="368"/>
                </a:lnTo>
                <a:lnTo>
                  <a:pt x="7174" y="368"/>
                </a:lnTo>
                <a:lnTo>
                  <a:pt x="7234" y="384"/>
                </a:lnTo>
                <a:lnTo>
                  <a:pt x="7295" y="384"/>
                </a:lnTo>
                <a:lnTo>
                  <a:pt x="7355" y="384"/>
                </a:lnTo>
                <a:lnTo>
                  <a:pt x="7416" y="384"/>
                </a:lnTo>
                <a:lnTo>
                  <a:pt x="7476" y="384"/>
                </a:lnTo>
                <a:lnTo>
                  <a:pt x="7536" y="368"/>
                </a:lnTo>
                <a:lnTo>
                  <a:pt x="7597" y="368"/>
                </a:lnTo>
                <a:lnTo>
                  <a:pt x="7679" y="368"/>
                </a:lnTo>
                <a:lnTo>
                  <a:pt x="7758" y="352"/>
                </a:lnTo>
                <a:lnTo>
                  <a:pt x="7819" y="335"/>
                </a:lnTo>
                <a:lnTo>
                  <a:pt x="7879" y="335"/>
                </a:lnTo>
                <a:lnTo>
                  <a:pt x="7959" y="335"/>
                </a:lnTo>
                <a:lnTo>
                  <a:pt x="8022" y="319"/>
                </a:lnTo>
                <a:lnTo>
                  <a:pt x="8082" y="335"/>
                </a:lnTo>
                <a:lnTo>
                  <a:pt x="8143" y="384"/>
                </a:lnTo>
                <a:lnTo>
                  <a:pt x="8203" y="400"/>
                </a:lnTo>
                <a:lnTo>
                  <a:pt x="8283" y="400"/>
                </a:lnTo>
                <a:lnTo>
                  <a:pt x="8343" y="400"/>
                </a:lnTo>
                <a:lnTo>
                  <a:pt x="8403" y="400"/>
                </a:lnTo>
                <a:lnTo>
                  <a:pt x="8483" y="400"/>
                </a:lnTo>
                <a:lnTo>
                  <a:pt x="8565" y="384"/>
                </a:lnTo>
                <a:lnTo>
                  <a:pt x="8645" y="368"/>
                </a:lnTo>
                <a:lnTo>
                  <a:pt x="8727" y="368"/>
                </a:lnTo>
                <a:lnTo>
                  <a:pt x="8787" y="352"/>
                </a:lnTo>
                <a:lnTo>
                  <a:pt x="8867" y="352"/>
                </a:lnTo>
                <a:lnTo>
                  <a:pt x="8927" y="335"/>
                </a:lnTo>
                <a:lnTo>
                  <a:pt x="8988" y="335"/>
                </a:lnTo>
                <a:lnTo>
                  <a:pt x="9048" y="335"/>
                </a:lnTo>
                <a:lnTo>
                  <a:pt x="9290" y="335"/>
                </a:lnTo>
                <a:lnTo>
                  <a:pt x="9350" y="335"/>
                </a:lnTo>
                <a:lnTo>
                  <a:pt x="9432" y="335"/>
                </a:lnTo>
                <a:lnTo>
                  <a:pt x="9493" y="335"/>
                </a:lnTo>
                <a:lnTo>
                  <a:pt x="9553" y="319"/>
                </a:lnTo>
                <a:lnTo>
                  <a:pt x="9633" y="287"/>
                </a:lnTo>
                <a:lnTo>
                  <a:pt x="9734" y="271"/>
                </a:lnTo>
                <a:lnTo>
                  <a:pt x="9795" y="255"/>
                </a:lnTo>
                <a:lnTo>
                  <a:pt x="9855" y="223"/>
                </a:lnTo>
                <a:lnTo>
                  <a:pt x="9916" y="207"/>
                </a:lnTo>
                <a:lnTo>
                  <a:pt x="9977" y="175"/>
                </a:lnTo>
                <a:lnTo>
                  <a:pt x="10037" y="175"/>
                </a:lnTo>
                <a:lnTo>
                  <a:pt x="10097" y="191"/>
                </a:lnTo>
                <a:lnTo>
                  <a:pt x="10199" y="207"/>
                </a:lnTo>
                <a:lnTo>
                  <a:pt x="10259" y="207"/>
                </a:lnTo>
                <a:lnTo>
                  <a:pt x="10358" y="239"/>
                </a:lnTo>
                <a:lnTo>
                  <a:pt x="10440" y="255"/>
                </a:lnTo>
                <a:lnTo>
                  <a:pt x="10501" y="255"/>
                </a:lnTo>
                <a:lnTo>
                  <a:pt x="10561" y="255"/>
                </a:lnTo>
                <a:lnTo>
                  <a:pt x="10622" y="239"/>
                </a:lnTo>
                <a:lnTo>
                  <a:pt x="10701" y="239"/>
                </a:lnTo>
                <a:lnTo>
                  <a:pt x="10762" y="223"/>
                </a:lnTo>
                <a:lnTo>
                  <a:pt x="10844" y="223"/>
                </a:lnTo>
                <a:lnTo>
                  <a:pt x="10943" y="223"/>
                </a:lnTo>
                <a:lnTo>
                  <a:pt x="11003" y="223"/>
                </a:lnTo>
                <a:lnTo>
                  <a:pt x="11064" y="239"/>
                </a:lnTo>
                <a:lnTo>
                  <a:pt x="11124" y="239"/>
                </a:lnTo>
                <a:lnTo>
                  <a:pt x="11184" y="255"/>
                </a:lnTo>
                <a:lnTo>
                  <a:pt x="11245" y="255"/>
                </a:lnTo>
                <a:lnTo>
                  <a:pt x="11327" y="255"/>
                </a:lnTo>
                <a:lnTo>
                  <a:pt x="11426" y="239"/>
                </a:lnTo>
                <a:lnTo>
                  <a:pt x="11527" y="239"/>
                </a:lnTo>
                <a:lnTo>
                  <a:pt x="11588" y="239"/>
                </a:lnTo>
                <a:lnTo>
                  <a:pt x="11670" y="223"/>
                </a:lnTo>
                <a:lnTo>
                  <a:pt x="11730" y="207"/>
                </a:lnTo>
                <a:lnTo>
                  <a:pt x="11791" y="175"/>
                </a:lnTo>
                <a:lnTo>
                  <a:pt x="11851" y="159"/>
                </a:lnTo>
                <a:lnTo>
                  <a:pt x="11931" y="143"/>
                </a:lnTo>
                <a:lnTo>
                  <a:pt x="12010" y="143"/>
                </a:lnTo>
                <a:lnTo>
                  <a:pt x="12093" y="127"/>
                </a:lnTo>
                <a:lnTo>
                  <a:pt x="12153" y="111"/>
                </a:lnTo>
                <a:lnTo>
                  <a:pt x="12233" y="95"/>
                </a:lnTo>
                <a:lnTo>
                  <a:pt x="12293" y="79"/>
                </a:lnTo>
                <a:lnTo>
                  <a:pt x="12353" y="63"/>
                </a:lnTo>
                <a:lnTo>
                  <a:pt x="12576" y="0"/>
                </a:lnTo>
                <a:lnTo>
                  <a:pt x="12677" y="31"/>
                </a:lnTo>
                <a:lnTo>
                  <a:pt x="12716" y="79"/>
                </a:lnTo>
                <a:lnTo>
                  <a:pt x="12776" y="95"/>
                </a:lnTo>
                <a:lnTo>
                  <a:pt x="12839" y="95"/>
                </a:lnTo>
                <a:lnTo>
                  <a:pt x="12938" y="79"/>
                </a:lnTo>
                <a:lnTo>
                  <a:pt x="12998" y="63"/>
                </a:lnTo>
                <a:lnTo>
                  <a:pt x="13059" y="31"/>
                </a:lnTo>
                <a:lnTo>
                  <a:pt x="13160" y="19"/>
                </a:lnTo>
                <a:lnTo>
                  <a:pt x="13160" y="1377"/>
                </a:lnTo>
                <a:lnTo>
                  <a:pt x="12938" y="1297"/>
                </a:lnTo>
                <a:lnTo>
                  <a:pt x="12899" y="1249"/>
                </a:lnTo>
                <a:lnTo>
                  <a:pt x="12878" y="1201"/>
                </a:lnTo>
                <a:lnTo>
                  <a:pt x="12858" y="1153"/>
                </a:lnTo>
                <a:lnTo>
                  <a:pt x="12798" y="1121"/>
                </a:lnTo>
                <a:lnTo>
                  <a:pt x="12737" y="1121"/>
                </a:lnTo>
                <a:lnTo>
                  <a:pt x="12677" y="1169"/>
                </a:lnTo>
                <a:lnTo>
                  <a:pt x="12617" y="1121"/>
                </a:lnTo>
                <a:lnTo>
                  <a:pt x="12556" y="1137"/>
                </a:lnTo>
                <a:lnTo>
                  <a:pt x="12474" y="1169"/>
                </a:lnTo>
                <a:lnTo>
                  <a:pt x="12436" y="1121"/>
                </a:lnTo>
                <a:lnTo>
                  <a:pt x="12375" y="1105"/>
                </a:lnTo>
                <a:lnTo>
                  <a:pt x="12315" y="1073"/>
                </a:lnTo>
                <a:lnTo>
                  <a:pt x="12274" y="1024"/>
                </a:lnTo>
                <a:lnTo>
                  <a:pt x="12213" y="976"/>
                </a:lnTo>
                <a:lnTo>
                  <a:pt x="12153" y="928"/>
                </a:lnTo>
                <a:lnTo>
                  <a:pt x="12112" y="880"/>
                </a:lnTo>
                <a:lnTo>
                  <a:pt x="12051" y="912"/>
                </a:lnTo>
                <a:lnTo>
                  <a:pt x="11991" y="880"/>
                </a:lnTo>
                <a:lnTo>
                  <a:pt x="11991" y="832"/>
                </a:lnTo>
                <a:lnTo>
                  <a:pt x="11950" y="768"/>
                </a:lnTo>
                <a:lnTo>
                  <a:pt x="11911" y="704"/>
                </a:lnTo>
                <a:lnTo>
                  <a:pt x="11890" y="656"/>
                </a:lnTo>
                <a:lnTo>
                  <a:pt x="11829" y="624"/>
                </a:lnTo>
                <a:lnTo>
                  <a:pt x="11750" y="656"/>
                </a:lnTo>
                <a:lnTo>
                  <a:pt x="11709" y="592"/>
                </a:lnTo>
                <a:lnTo>
                  <a:pt x="11670" y="544"/>
                </a:lnTo>
                <a:lnTo>
                  <a:pt x="11609" y="528"/>
                </a:lnTo>
                <a:lnTo>
                  <a:pt x="11568" y="480"/>
                </a:lnTo>
                <a:lnTo>
                  <a:pt x="11508" y="480"/>
                </a:lnTo>
                <a:lnTo>
                  <a:pt x="11448" y="480"/>
                </a:lnTo>
                <a:lnTo>
                  <a:pt x="11387" y="464"/>
                </a:lnTo>
                <a:lnTo>
                  <a:pt x="11305" y="432"/>
                </a:lnTo>
                <a:lnTo>
                  <a:pt x="11245" y="432"/>
                </a:lnTo>
                <a:lnTo>
                  <a:pt x="11184" y="432"/>
                </a:lnTo>
                <a:lnTo>
                  <a:pt x="11105" y="416"/>
                </a:lnTo>
                <a:lnTo>
                  <a:pt x="11044" y="400"/>
                </a:lnTo>
                <a:lnTo>
                  <a:pt x="11003" y="352"/>
                </a:lnTo>
                <a:lnTo>
                  <a:pt x="10943" y="352"/>
                </a:lnTo>
                <a:lnTo>
                  <a:pt x="10882" y="368"/>
                </a:lnTo>
                <a:lnTo>
                  <a:pt x="10863" y="416"/>
                </a:lnTo>
                <a:lnTo>
                  <a:pt x="10803" y="464"/>
                </a:lnTo>
                <a:lnTo>
                  <a:pt x="10742" y="480"/>
                </a:lnTo>
                <a:lnTo>
                  <a:pt x="10863" y="928"/>
                </a:lnTo>
                <a:lnTo>
                  <a:pt x="10783" y="912"/>
                </a:lnTo>
                <a:lnTo>
                  <a:pt x="10721" y="880"/>
                </a:lnTo>
                <a:lnTo>
                  <a:pt x="10660" y="832"/>
                </a:lnTo>
                <a:lnTo>
                  <a:pt x="10097" y="528"/>
                </a:lnTo>
                <a:lnTo>
                  <a:pt x="10037" y="496"/>
                </a:lnTo>
                <a:lnTo>
                  <a:pt x="9977" y="464"/>
                </a:lnTo>
                <a:lnTo>
                  <a:pt x="9936" y="416"/>
                </a:lnTo>
                <a:lnTo>
                  <a:pt x="9875" y="400"/>
                </a:lnTo>
                <a:lnTo>
                  <a:pt x="9814" y="432"/>
                </a:lnTo>
                <a:lnTo>
                  <a:pt x="9773" y="480"/>
                </a:lnTo>
                <a:lnTo>
                  <a:pt x="9693" y="528"/>
                </a:lnTo>
                <a:lnTo>
                  <a:pt x="9633" y="544"/>
                </a:lnTo>
                <a:lnTo>
                  <a:pt x="9572" y="544"/>
                </a:lnTo>
                <a:lnTo>
                  <a:pt x="9512" y="512"/>
                </a:lnTo>
                <a:lnTo>
                  <a:pt x="9452" y="496"/>
                </a:lnTo>
                <a:lnTo>
                  <a:pt x="9391" y="528"/>
                </a:lnTo>
                <a:lnTo>
                  <a:pt x="9331" y="480"/>
                </a:lnTo>
                <a:lnTo>
                  <a:pt x="9270" y="496"/>
                </a:lnTo>
                <a:lnTo>
                  <a:pt x="9210" y="528"/>
                </a:lnTo>
                <a:lnTo>
                  <a:pt x="9150" y="496"/>
                </a:lnTo>
                <a:lnTo>
                  <a:pt x="9089" y="480"/>
                </a:lnTo>
                <a:lnTo>
                  <a:pt x="9029" y="480"/>
                </a:lnTo>
                <a:lnTo>
                  <a:pt x="8969" y="496"/>
                </a:lnTo>
                <a:lnTo>
                  <a:pt x="8908" y="496"/>
                </a:lnTo>
                <a:lnTo>
                  <a:pt x="8848" y="480"/>
                </a:lnTo>
                <a:lnTo>
                  <a:pt x="8766" y="496"/>
                </a:lnTo>
                <a:lnTo>
                  <a:pt x="8686" y="528"/>
                </a:lnTo>
                <a:lnTo>
                  <a:pt x="8626" y="528"/>
                </a:lnTo>
                <a:lnTo>
                  <a:pt x="8543" y="544"/>
                </a:lnTo>
                <a:lnTo>
                  <a:pt x="8483" y="544"/>
                </a:lnTo>
                <a:lnTo>
                  <a:pt x="8403" y="512"/>
                </a:lnTo>
                <a:lnTo>
                  <a:pt x="8343" y="496"/>
                </a:lnTo>
                <a:lnTo>
                  <a:pt x="8283" y="496"/>
                </a:lnTo>
                <a:lnTo>
                  <a:pt x="8222" y="528"/>
                </a:lnTo>
                <a:lnTo>
                  <a:pt x="8143" y="576"/>
                </a:lnTo>
                <a:lnTo>
                  <a:pt x="8082" y="608"/>
                </a:lnTo>
                <a:lnTo>
                  <a:pt x="8041" y="560"/>
                </a:lnTo>
                <a:lnTo>
                  <a:pt x="7981" y="528"/>
                </a:lnTo>
                <a:lnTo>
                  <a:pt x="7920" y="528"/>
                </a:lnTo>
                <a:lnTo>
                  <a:pt x="7860" y="544"/>
                </a:lnTo>
                <a:lnTo>
                  <a:pt x="7800" y="560"/>
                </a:lnTo>
                <a:lnTo>
                  <a:pt x="7717" y="560"/>
                </a:lnTo>
                <a:lnTo>
                  <a:pt x="7638" y="544"/>
                </a:lnTo>
                <a:lnTo>
                  <a:pt x="7558" y="528"/>
                </a:lnTo>
                <a:lnTo>
                  <a:pt x="7498" y="512"/>
                </a:lnTo>
                <a:lnTo>
                  <a:pt x="7396" y="528"/>
                </a:lnTo>
                <a:lnTo>
                  <a:pt x="7336" y="544"/>
                </a:lnTo>
                <a:lnTo>
                  <a:pt x="7254" y="560"/>
                </a:lnTo>
                <a:lnTo>
                  <a:pt x="7155" y="592"/>
                </a:lnTo>
                <a:lnTo>
                  <a:pt x="7094" y="576"/>
                </a:lnTo>
                <a:lnTo>
                  <a:pt x="7034" y="544"/>
                </a:lnTo>
                <a:lnTo>
                  <a:pt x="6974" y="512"/>
                </a:lnTo>
                <a:lnTo>
                  <a:pt x="6913" y="528"/>
                </a:lnTo>
                <a:lnTo>
                  <a:pt x="6853" y="528"/>
                </a:lnTo>
                <a:lnTo>
                  <a:pt x="6792" y="528"/>
                </a:lnTo>
                <a:lnTo>
                  <a:pt x="6732" y="528"/>
                </a:lnTo>
                <a:lnTo>
                  <a:pt x="6672" y="528"/>
                </a:lnTo>
                <a:lnTo>
                  <a:pt x="6611" y="528"/>
                </a:lnTo>
                <a:lnTo>
                  <a:pt x="6645" y="1083"/>
                </a:lnTo>
                <a:lnTo>
                  <a:pt x="6529" y="496"/>
                </a:lnTo>
                <a:lnTo>
                  <a:pt x="6469" y="496"/>
                </a:lnTo>
                <a:lnTo>
                  <a:pt x="6408" y="496"/>
                </a:lnTo>
                <a:lnTo>
                  <a:pt x="6348" y="512"/>
                </a:lnTo>
                <a:lnTo>
                  <a:pt x="6268" y="512"/>
                </a:lnTo>
                <a:lnTo>
                  <a:pt x="6208" y="512"/>
                </a:lnTo>
                <a:lnTo>
                  <a:pt x="6147" y="528"/>
                </a:lnTo>
                <a:lnTo>
                  <a:pt x="6087" y="560"/>
                </a:lnTo>
                <a:lnTo>
                  <a:pt x="6027" y="560"/>
                </a:lnTo>
                <a:lnTo>
                  <a:pt x="5966" y="560"/>
                </a:lnTo>
                <a:lnTo>
                  <a:pt x="5906" y="560"/>
                </a:lnTo>
                <a:lnTo>
                  <a:pt x="5843" y="560"/>
                </a:lnTo>
                <a:lnTo>
                  <a:pt x="5783" y="528"/>
                </a:lnTo>
                <a:lnTo>
                  <a:pt x="5703" y="512"/>
                </a:lnTo>
                <a:lnTo>
                  <a:pt x="5643" y="512"/>
                </a:lnTo>
                <a:lnTo>
                  <a:pt x="5582" y="512"/>
                </a:lnTo>
                <a:lnTo>
                  <a:pt x="5503" y="528"/>
                </a:lnTo>
                <a:lnTo>
                  <a:pt x="5442" y="528"/>
                </a:lnTo>
                <a:lnTo>
                  <a:pt x="5360" y="528"/>
                </a:lnTo>
                <a:lnTo>
                  <a:pt x="5300" y="544"/>
                </a:lnTo>
                <a:lnTo>
                  <a:pt x="5220" y="544"/>
                </a:lnTo>
                <a:lnTo>
                  <a:pt x="5160" y="528"/>
                </a:lnTo>
                <a:lnTo>
                  <a:pt x="5099" y="528"/>
                </a:lnTo>
                <a:lnTo>
                  <a:pt x="5017" y="512"/>
                </a:lnTo>
                <a:lnTo>
                  <a:pt x="4957" y="496"/>
                </a:lnTo>
                <a:lnTo>
                  <a:pt x="4896" y="496"/>
                </a:lnTo>
                <a:lnTo>
                  <a:pt x="4836" y="496"/>
                </a:lnTo>
                <a:lnTo>
                  <a:pt x="4776" y="512"/>
                </a:lnTo>
                <a:lnTo>
                  <a:pt x="4715" y="528"/>
                </a:lnTo>
                <a:lnTo>
                  <a:pt x="4655" y="528"/>
                </a:lnTo>
                <a:lnTo>
                  <a:pt x="4575" y="528"/>
                </a:lnTo>
                <a:lnTo>
                  <a:pt x="4515" y="528"/>
                </a:lnTo>
                <a:lnTo>
                  <a:pt x="4454" y="496"/>
                </a:lnTo>
                <a:lnTo>
                  <a:pt x="4394" y="464"/>
                </a:lnTo>
                <a:lnTo>
                  <a:pt x="4334" y="432"/>
                </a:lnTo>
                <a:lnTo>
                  <a:pt x="4251" y="416"/>
                </a:lnTo>
                <a:lnTo>
                  <a:pt x="4191" y="416"/>
                </a:lnTo>
                <a:lnTo>
                  <a:pt x="4099" y="442"/>
                </a:lnTo>
                <a:lnTo>
                  <a:pt x="4070" y="368"/>
                </a:lnTo>
                <a:lnTo>
                  <a:pt x="4007" y="476"/>
                </a:lnTo>
                <a:lnTo>
                  <a:pt x="3950" y="352"/>
                </a:lnTo>
                <a:lnTo>
                  <a:pt x="3913" y="442"/>
                </a:lnTo>
                <a:lnTo>
                  <a:pt x="3829" y="368"/>
                </a:lnTo>
                <a:lnTo>
                  <a:pt x="3768" y="400"/>
                </a:lnTo>
                <a:lnTo>
                  <a:pt x="3708" y="400"/>
                </a:lnTo>
                <a:lnTo>
                  <a:pt x="3648" y="432"/>
                </a:lnTo>
                <a:lnTo>
                  <a:pt x="3587" y="432"/>
                </a:lnTo>
                <a:lnTo>
                  <a:pt x="3527" y="400"/>
                </a:lnTo>
                <a:lnTo>
                  <a:pt x="3447" y="384"/>
                </a:lnTo>
                <a:lnTo>
                  <a:pt x="3387" y="384"/>
                </a:lnTo>
                <a:lnTo>
                  <a:pt x="3305" y="352"/>
                </a:lnTo>
                <a:lnTo>
                  <a:pt x="3243" y="352"/>
                </a:lnTo>
                <a:lnTo>
                  <a:pt x="3183" y="368"/>
                </a:lnTo>
                <a:lnTo>
                  <a:pt x="3122" y="384"/>
                </a:lnTo>
                <a:lnTo>
                  <a:pt x="3062" y="400"/>
                </a:lnTo>
                <a:lnTo>
                  <a:pt x="3002" y="416"/>
                </a:lnTo>
                <a:lnTo>
                  <a:pt x="2941" y="432"/>
                </a:lnTo>
                <a:lnTo>
                  <a:pt x="2881" y="432"/>
                </a:lnTo>
                <a:lnTo>
                  <a:pt x="2821" y="432"/>
                </a:lnTo>
                <a:lnTo>
                  <a:pt x="2760" y="432"/>
                </a:lnTo>
                <a:lnTo>
                  <a:pt x="2680" y="432"/>
                </a:lnTo>
                <a:lnTo>
                  <a:pt x="2620" y="432"/>
                </a:lnTo>
                <a:lnTo>
                  <a:pt x="2560" y="416"/>
                </a:lnTo>
                <a:lnTo>
                  <a:pt x="2499" y="416"/>
                </a:lnTo>
                <a:lnTo>
                  <a:pt x="2439" y="416"/>
                </a:lnTo>
                <a:lnTo>
                  <a:pt x="2357" y="416"/>
                </a:lnTo>
                <a:lnTo>
                  <a:pt x="2296" y="416"/>
                </a:lnTo>
                <a:lnTo>
                  <a:pt x="2236" y="416"/>
                </a:lnTo>
                <a:lnTo>
                  <a:pt x="2176" y="448"/>
                </a:lnTo>
                <a:lnTo>
                  <a:pt x="2115" y="464"/>
                </a:lnTo>
                <a:lnTo>
                  <a:pt x="2055" y="480"/>
                </a:lnTo>
                <a:lnTo>
                  <a:pt x="1995" y="480"/>
                </a:lnTo>
                <a:lnTo>
                  <a:pt x="1934" y="480"/>
                </a:lnTo>
                <a:lnTo>
                  <a:pt x="1874" y="448"/>
                </a:lnTo>
                <a:lnTo>
                  <a:pt x="1813" y="432"/>
                </a:lnTo>
                <a:lnTo>
                  <a:pt x="1753" y="432"/>
                </a:lnTo>
                <a:lnTo>
                  <a:pt x="1693" y="432"/>
                </a:lnTo>
                <a:lnTo>
                  <a:pt x="1591" y="416"/>
                </a:lnTo>
                <a:lnTo>
                  <a:pt x="1531" y="416"/>
                </a:lnTo>
                <a:lnTo>
                  <a:pt x="1470" y="448"/>
                </a:lnTo>
                <a:lnTo>
                  <a:pt x="1410" y="480"/>
                </a:lnTo>
                <a:lnTo>
                  <a:pt x="1350" y="512"/>
                </a:lnTo>
                <a:lnTo>
                  <a:pt x="1289" y="528"/>
                </a:lnTo>
                <a:lnTo>
                  <a:pt x="1229" y="528"/>
                </a:lnTo>
                <a:lnTo>
                  <a:pt x="1169" y="512"/>
                </a:lnTo>
                <a:lnTo>
                  <a:pt x="1108" y="496"/>
                </a:lnTo>
                <a:lnTo>
                  <a:pt x="1048" y="496"/>
                </a:lnTo>
                <a:lnTo>
                  <a:pt x="987" y="480"/>
                </a:lnTo>
                <a:lnTo>
                  <a:pt x="927" y="480"/>
                </a:lnTo>
                <a:lnTo>
                  <a:pt x="867" y="480"/>
                </a:lnTo>
                <a:lnTo>
                  <a:pt x="784" y="480"/>
                </a:lnTo>
                <a:lnTo>
                  <a:pt x="705" y="480"/>
                </a:lnTo>
                <a:lnTo>
                  <a:pt x="644" y="480"/>
                </a:lnTo>
                <a:lnTo>
                  <a:pt x="584" y="480"/>
                </a:lnTo>
                <a:lnTo>
                  <a:pt x="524" y="496"/>
                </a:lnTo>
                <a:lnTo>
                  <a:pt x="463" y="496"/>
                </a:lnTo>
                <a:lnTo>
                  <a:pt x="403" y="496"/>
                </a:lnTo>
                <a:lnTo>
                  <a:pt x="342" y="512"/>
                </a:lnTo>
                <a:lnTo>
                  <a:pt x="282" y="528"/>
                </a:lnTo>
                <a:lnTo>
                  <a:pt x="222" y="544"/>
                </a:lnTo>
                <a:lnTo>
                  <a:pt x="140" y="576"/>
                </a:lnTo>
                <a:lnTo>
                  <a:pt x="60" y="592"/>
                </a:lnTo>
                <a:lnTo>
                  <a:pt x="0" y="624"/>
                </a:lnTo>
                <a:lnTo>
                  <a:pt x="0" y="125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438120" y="228600"/>
            <a:ext cx="3924360" cy="299880"/>
          </a:xfrm>
          <a:prstGeom prst="rect">
            <a:avLst/>
          </a:prstGeom>
          <a:solidFill>
            <a:srgbClr val="DDDDDD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FF"/>
                </a:solidFill>
                <a:effectLst/>
                <a:uFillTx/>
                <a:latin typeface="Courier New"/>
                <a:ea typeface="Courier New"/>
              </a:rPr>
              <a:t>Tim   </a:t>
            </a:r>
            <a:r>
              <a:rPr lang="en-US" sz="18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John</a:t>
            </a:r>
            <a:r>
              <a:rPr lang="en-US" sz="1800" b="1" u="none" strike="noStrike">
                <a:solidFill>
                  <a:srgbClr val="0000FF"/>
                </a:solidFill>
                <a:effectLst/>
                <a:uFillTx/>
                <a:latin typeface="Courier New"/>
                <a:ea typeface="Courier New"/>
              </a:rPr>
              <a:t>  Roberts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/>
          <p:nvPr/>
        </p:nvSpPr>
        <p:spPr>
          <a:xfrm>
            <a:off x="2179800" y="495360"/>
            <a:ext cx="159120" cy="228960"/>
          </a:xfrm>
          <a:custGeom>
            <a:avLst/>
            <a:gdLst/>
            <a:ahLst/>
            <a:rect l="0" t="0" r="r" b="b"/>
            <a:pathLst>
              <a:path w="442" h="636">
                <a:moveTo>
                  <a:pt x="0" y="211"/>
                </a:moveTo>
                <a:lnTo>
                  <a:pt x="0" y="423"/>
                </a:lnTo>
                <a:lnTo>
                  <a:pt x="309" y="423"/>
                </a:lnTo>
                <a:lnTo>
                  <a:pt x="309" y="636"/>
                </a:lnTo>
                <a:lnTo>
                  <a:pt x="442" y="317"/>
                </a:lnTo>
                <a:lnTo>
                  <a:pt x="309" y="0"/>
                </a:lnTo>
                <a:lnTo>
                  <a:pt x="309" y="211"/>
                </a:lnTo>
                <a:lnTo>
                  <a:pt x="0" y="211"/>
                </a:lnTo>
                <a:close/>
              </a:path>
            </a:pathLst>
          </a:custGeom>
          <a:solidFill>
            <a:srgbClr val="66FF33"/>
          </a:solidFill>
          <a:ln w="12600">
            <a:solidFill>
              <a:srgbClr val="676767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/>
          <p:nvPr/>
        </p:nvSpPr>
        <p:spPr>
          <a:xfrm>
            <a:off x="3095640" y="1743120"/>
            <a:ext cx="1523880" cy="657360"/>
          </a:xfrm>
          <a:prstGeom prst="roundRect">
            <a:avLst/>
          </a:prstGeom>
          <a:solidFill>
            <a:srgbClr val="DDDDDD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2867040" y="723960"/>
            <a:ext cx="1486080" cy="295200"/>
          </a:xfrm>
          <a:prstGeom prst="rect">
            <a:avLst/>
          </a:prstGeom>
          <a:solidFill>
            <a:srgbClr val="DDDDDD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John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/>
          <p:nvPr/>
        </p:nvSpPr>
        <p:spPr>
          <a:xfrm>
            <a:off x="1943280" y="257040"/>
            <a:ext cx="219240" cy="241200"/>
          </a:xfrm>
          <a:prstGeom prst="rect">
            <a:avLst/>
          </a:prstGeom>
          <a:solidFill>
            <a:srgbClr val="037C03"/>
          </a:solidFill>
          <a:ln w="25560">
            <a:solidFill>
              <a:srgbClr val="037C03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"/>
          <p:cNvSpPr txBox="1"/>
          <p:nvPr/>
        </p:nvSpPr>
        <p:spPr>
          <a:xfrm>
            <a:off x="55440" y="9360"/>
            <a:ext cx="4695840" cy="360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OldName  PIC X(80).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TempName PIC X(16).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UnstrPtr PIC 99 VALUE 1.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NameProcessed VALUE 81.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ProcessName.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ACCEPT OldName.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PERFORM UNTIL NameProcessed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UNSTRING OldName DELIMITED BY ALL SPACES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INTO TempName WITH POINTER UnstrPtr</a:t>
            </a:r>
            <a:br>
              <a:rPr sz="12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END-UNSTRING</a:t>
            </a:r>
            <a:br>
              <a:rPr sz="1200"/>
            </a:br>
            <a:r>
              <a:rPr lang="en-US" sz="12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  Display TempName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END-PERFORM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STOP RUN.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/>
          <p:nvPr/>
        </p:nvSpPr>
        <p:spPr>
          <a:xfrm>
            <a:off x="14400" y="1495440"/>
            <a:ext cx="4737600" cy="495720"/>
          </a:xfrm>
          <a:custGeom>
            <a:avLst/>
            <a:gdLst/>
            <a:ahLst/>
            <a:rect l="0" t="0" r="r" b="b"/>
            <a:pathLst>
              <a:path w="13160" h="1377">
                <a:moveTo>
                  <a:pt x="0" y="125"/>
                </a:moveTo>
                <a:lnTo>
                  <a:pt x="120" y="95"/>
                </a:lnTo>
                <a:lnTo>
                  <a:pt x="222" y="111"/>
                </a:lnTo>
                <a:lnTo>
                  <a:pt x="282" y="111"/>
                </a:lnTo>
                <a:lnTo>
                  <a:pt x="362" y="111"/>
                </a:lnTo>
                <a:lnTo>
                  <a:pt x="422" y="95"/>
                </a:lnTo>
                <a:lnTo>
                  <a:pt x="483" y="79"/>
                </a:lnTo>
                <a:lnTo>
                  <a:pt x="565" y="79"/>
                </a:lnTo>
                <a:lnTo>
                  <a:pt x="644" y="47"/>
                </a:lnTo>
                <a:lnTo>
                  <a:pt x="705" y="47"/>
                </a:lnTo>
                <a:lnTo>
                  <a:pt x="765" y="47"/>
                </a:lnTo>
                <a:lnTo>
                  <a:pt x="845" y="47"/>
                </a:lnTo>
                <a:lnTo>
                  <a:pt x="905" y="47"/>
                </a:lnTo>
                <a:lnTo>
                  <a:pt x="966" y="79"/>
                </a:lnTo>
                <a:lnTo>
                  <a:pt x="1048" y="95"/>
                </a:lnTo>
                <a:lnTo>
                  <a:pt x="1089" y="143"/>
                </a:lnTo>
                <a:lnTo>
                  <a:pt x="1169" y="159"/>
                </a:lnTo>
                <a:lnTo>
                  <a:pt x="1229" y="191"/>
                </a:lnTo>
                <a:lnTo>
                  <a:pt x="1289" y="207"/>
                </a:lnTo>
                <a:lnTo>
                  <a:pt x="1369" y="207"/>
                </a:lnTo>
                <a:lnTo>
                  <a:pt x="1429" y="207"/>
                </a:lnTo>
                <a:lnTo>
                  <a:pt x="1490" y="207"/>
                </a:lnTo>
                <a:lnTo>
                  <a:pt x="1550" y="207"/>
                </a:lnTo>
                <a:lnTo>
                  <a:pt x="1611" y="207"/>
                </a:lnTo>
                <a:lnTo>
                  <a:pt x="1671" y="207"/>
                </a:lnTo>
                <a:lnTo>
                  <a:pt x="1734" y="191"/>
                </a:lnTo>
                <a:lnTo>
                  <a:pt x="1794" y="191"/>
                </a:lnTo>
                <a:lnTo>
                  <a:pt x="1893" y="191"/>
                </a:lnTo>
                <a:lnTo>
                  <a:pt x="1975" y="207"/>
                </a:lnTo>
                <a:lnTo>
                  <a:pt x="2055" y="207"/>
                </a:lnTo>
                <a:lnTo>
                  <a:pt x="2135" y="223"/>
                </a:lnTo>
                <a:lnTo>
                  <a:pt x="2195" y="239"/>
                </a:lnTo>
                <a:lnTo>
                  <a:pt x="2255" y="255"/>
                </a:lnTo>
                <a:lnTo>
                  <a:pt x="2316" y="271"/>
                </a:lnTo>
                <a:lnTo>
                  <a:pt x="2376" y="271"/>
                </a:lnTo>
                <a:lnTo>
                  <a:pt x="2458" y="287"/>
                </a:lnTo>
                <a:lnTo>
                  <a:pt x="2519" y="287"/>
                </a:lnTo>
                <a:lnTo>
                  <a:pt x="2620" y="287"/>
                </a:lnTo>
                <a:lnTo>
                  <a:pt x="2700" y="287"/>
                </a:lnTo>
                <a:lnTo>
                  <a:pt x="2780" y="287"/>
                </a:lnTo>
                <a:lnTo>
                  <a:pt x="2840" y="287"/>
                </a:lnTo>
                <a:lnTo>
                  <a:pt x="2900" y="287"/>
                </a:lnTo>
                <a:lnTo>
                  <a:pt x="3002" y="287"/>
                </a:lnTo>
                <a:lnTo>
                  <a:pt x="3103" y="271"/>
                </a:lnTo>
                <a:lnTo>
                  <a:pt x="3183" y="271"/>
                </a:lnTo>
                <a:lnTo>
                  <a:pt x="3265" y="271"/>
                </a:lnTo>
                <a:lnTo>
                  <a:pt x="3346" y="271"/>
                </a:lnTo>
                <a:lnTo>
                  <a:pt x="3406" y="271"/>
                </a:lnTo>
                <a:lnTo>
                  <a:pt x="3466" y="271"/>
                </a:lnTo>
                <a:lnTo>
                  <a:pt x="3527" y="271"/>
                </a:lnTo>
                <a:lnTo>
                  <a:pt x="3587" y="287"/>
                </a:lnTo>
                <a:lnTo>
                  <a:pt x="3648" y="287"/>
                </a:lnTo>
                <a:lnTo>
                  <a:pt x="3662" y="195"/>
                </a:lnTo>
                <a:lnTo>
                  <a:pt x="3809" y="303"/>
                </a:lnTo>
                <a:lnTo>
                  <a:pt x="3901" y="113"/>
                </a:lnTo>
                <a:lnTo>
                  <a:pt x="3991" y="287"/>
                </a:lnTo>
                <a:lnTo>
                  <a:pt x="4070" y="287"/>
                </a:lnTo>
                <a:lnTo>
                  <a:pt x="4152" y="287"/>
                </a:lnTo>
                <a:lnTo>
                  <a:pt x="4213" y="287"/>
                </a:lnTo>
                <a:lnTo>
                  <a:pt x="4273" y="287"/>
                </a:lnTo>
                <a:lnTo>
                  <a:pt x="4334" y="287"/>
                </a:lnTo>
                <a:lnTo>
                  <a:pt x="4445" y="229"/>
                </a:lnTo>
                <a:lnTo>
                  <a:pt x="4474" y="303"/>
                </a:lnTo>
                <a:lnTo>
                  <a:pt x="4556" y="303"/>
                </a:lnTo>
                <a:lnTo>
                  <a:pt x="4635" y="319"/>
                </a:lnTo>
                <a:lnTo>
                  <a:pt x="4715" y="335"/>
                </a:lnTo>
                <a:lnTo>
                  <a:pt x="4797" y="335"/>
                </a:lnTo>
                <a:lnTo>
                  <a:pt x="4858" y="335"/>
                </a:lnTo>
                <a:lnTo>
                  <a:pt x="4957" y="352"/>
                </a:lnTo>
                <a:lnTo>
                  <a:pt x="5077" y="368"/>
                </a:lnTo>
                <a:lnTo>
                  <a:pt x="5138" y="368"/>
                </a:lnTo>
                <a:lnTo>
                  <a:pt x="5201" y="368"/>
                </a:lnTo>
                <a:lnTo>
                  <a:pt x="5280" y="368"/>
                </a:lnTo>
                <a:lnTo>
                  <a:pt x="5341" y="368"/>
                </a:lnTo>
                <a:lnTo>
                  <a:pt x="5401" y="368"/>
                </a:lnTo>
                <a:lnTo>
                  <a:pt x="5462" y="368"/>
                </a:lnTo>
                <a:lnTo>
                  <a:pt x="5662" y="368"/>
                </a:lnTo>
                <a:lnTo>
                  <a:pt x="5865" y="368"/>
                </a:lnTo>
                <a:lnTo>
                  <a:pt x="6065" y="368"/>
                </a:lnTo>
                <a:lnTo>
                  <a:pt x="6147" y="368"/>
                </a:lnTo>
                <a:lnTo>
                  <a:pt x="6227" y="368"/>
                </a:lnTo>
                <a:lnTo>
                  <a:pt x="6307" y="368"/>
                </a:lnTo>
                <a:lnTo>
                  <a:pt x="6367" y="352"/>
                </a:lnTo>
                <a:lnTo>
                  <a:pt x="6631" y="239"/>
                </a:lnTo>
                <a:lnTo>
                  <a:pt x="6672" y="287"/>
                </a:lnTo>
                <a:lnTo>
                  <a:pt x="6710" y="352"/>
                </a:lnTo>
                <a:lnTo>
                  <a:pt x="6792" y="368"/>
                </a:lnTo>
                <a:lnTo>
                  <a:pt x="6853" y="352"/>
                </a:lnTo>
                <a:lnTo>
                  <a:pt x="6913" y="352"/>
                </a:lnTo>
                <a:lnTo>
                  <a:pt x="6974" y="335"/>
                </a:lnTo>
                <a:lnTo>
                  <a:pt x="7034" y="352"/>
                </a:lnTo>
                <a:lnTo>
                  <a:pt x="7114" y="368"/>
                </a:lnTo>
                <a:lnTo>
                  <a:pt x="7174" y="368"/>
                </a:lnTo>
                <a:lnTo>
                  <a:pt x="7234" y="384"/>
                </a:lnTo>
                <a:lnTo>
                  <a:pt x="7295" y="384"/>
                </a:lnTo>
                <a:lnTo>
                  <a:pt x="7355" y="384"/>
                </a:lnTo>
                <a:lnTo>
                  <a:pt x="7416" y="384"/>
                </a:lnTo>
                <a:lnTo>
                  <a:pt x="7476" y="384"/>
                </a:lnTo>
                <a:lnTo>
                  <a:pt x="7536" y="368"/>
                </a:lnTo>
                <a:lnTo>
                  <a:pt x="7597" y="368"/>
                </a:lnTo>
                <a:lnTo>
                  <a:pt x="7679" y="368"/>
                </a:lnTo>
                <a:lnTo>
                  <a:pt x="7758" y="352"/>
                </a:lnTo>
                <a:lnTo>
                  <a:pt x="7819" y="335"/>
                </a:lnTo>
                <a:lnTo>
                  <a:pt x="7879" y="335"/>
                </a:lnTo>
                <a:lnTo>
                  <a:pt x="7959" y="335"/>
                </a:lnTo>
                <a:lnTo>
                  <a:pt x="8022" y="319"/>
                </a:lnTo>
                <a:lnTo>
                  <a:pt x="8082" y="335"/>
                </a:lnTo>
                <a:lnTo>
                  <a:pt x="8143" y="384"/>
                </a:lnTo>
                <a:lnTo>
                  <a:pt x="8203" y="400"/>
                </a:lnTo>
                <a:lnTo>
                  <a:pt x="8283" y="400"/>
                </a:lnTo>
                <a:lnTo>
                  <a:pt x="8343" y="400"/>
                </a:lnTo>
                <a:lnTo>
                  <a:pt x="8403" y="400"/>
                </a:lnTo>
                <a:lnTo>
                  <a:pt x="8483" y="400"/>
                </a:lnTo>
                <a:lnTo>
                  <a:pt x="8565" y="384"/>
                </a:lnTo>
                <a:lnTo>
                  <a:pt x="8645" y="368"/>
                </a:lnTo>
                <a:lnTo>
                  <a:pt x="8727" y="368"/>
                </a:lnTo>
                <a:lnTo>
                  <a:pt x="8787" y="352"/>
                </a:lnTo>
                <a:lnTo>
                  <a:pt x="8867" y="352"/>
                </a:lnTo>
                <a:lnTo>
                  <a:pt x="8927" y="335"/>
                </a:lnTo>
                <a:lnTo>
                  <a:pt x="8988" y="335"/>
                </a:lnTo>
                <a:lnTo>
                  <a:pt x="9048" y="335"/>
                </a:lnTo>
                <a:lnTo>
                  <a:pt x="9290" y="335"/>
                </a:lnTo>
                <a:lnTo>
                  <a:pt x="9350" y="335"/>
                </a:lnTo>
                <a:lnTo>
                  <a:pt x="9432" y="335"/>
                </a:lnTo>
                <a:lnTo>
                  <a:pt x="9493" y="335"/>
                </a:lnTo>
                <a:lnTo>
                  <a:pt x="9553" y="319"/>
                </a:lnTo>
                <a:lnTo>
                  <a:pt x="9633" y="287"/>
                </a:lnTo>
                <a:lnTo>
                  <a:pt x="9734" y="271"/>
                </a:lnTo>
                <a:lnTo>
                  <a:pt x="9795" y="255"/>
                </a:lnTo>
                <a:lnTo>
                  <a:pt x="9855" y="223"/>
                </a:lnTo>
                <a:lnTo>
                  <a:pt x="9916" y="207"/>
                </a:lnTo>
                <a:lnTo>
                  <a:pt x="9977" y="175"/>
                </a:lnTo>
                <a:lnTo>
                  <a:pt x="10037" y="175"/>
                </a:lnTo>
                <a:lnTo>
                  <a:pt x="10097" y="191"/>
                </a:lnTo>
                <a:lnTo>
                  <a:pt x="10199" y="207"/>
                </a:lnTo>
                <a:lnTo>
                  <a:pt x="10259" y="207"/>
                </a:lnTo>
                <a:lnTo>
                  <a:pt x="10358" y="239"/>
                </a:lnTo>
                <a:lnTo>
                  <a:pt x="10440" y="255"/>
                </a:lnTo>
                <a:lnTo>
                  <a:pt x="10501" y="255"/>
                </a:lnTo>
                <a:lnTo>
                  <a:pt x="10561" y="255"/>
                </a:lnTo>
                <a:lnTo>
                  <a:pt x="10622" y="239"/>
                </a:lnTo>
                <a:lnTo>
                  <a:pt x="10701" y="239"/>
                </a:lnTo>
                <a:lnTo>
                  <a:pt x="10762" y="223"/>
                </a:lnTo>
                <a:lnTo>
                  <a:pt x="10844" y="223"/>
                </a:lnTo>
                <a:lnTo>
                  <a:pt x="10943" y="223"/>
                </a:lnTo>
                <a:lnTo>
                  <a:pt x="11003" y="223"/>
                </a:lnTo>
                <a:lnTo>
                  <a:pt x="11064" y="239"/>
                </a:lnTo>
                <a:lnTo>
                  <a:pt x="11124" y="239"/>
                </a:lnTo>
                <a:lnTo>
                  <a:pt x="11184" y="255"/>
                </a:lnTo>
                <a:lnTo>
                  <a:pt x="11245" y="255"/>
                </a:lnTo>
                <a:lnTo>
                  <a:pt x="11327" y="255"/>
                </a:lnTo>
                <a:lnTo>
                  <a:pt x="11426" y="239"/>
                </a:lnTo>
                <a:lnTo>
                  <a:pt x="11527" y="239"/>
                </a:lnTo>
                <a:lnTo>
                  <a:pt x="11588" y="239"/>
                </a:lnTo>
                <a:lnTo>
                  <a:pt x="11670" y="223"/>
                </a:lnTo>
                <a:lnTo>
                  <a:pt x="11730" y="207"/>
                </a:lnTo>
                <a:lnTo>
                  <a:pt x="11791" y="175"/>
                </a:lnTo>
                <a:lnTo>
                  <a:pt x="11851" y="159"/>
                </a:lnTo>
                <a:lnTo>
                  <a:pt x="11931" y="143"/>
                </a:lnTo>
                <a:lnTo>
                  <a:pt x="12010" y="143"/>
                </a:lnTo>
                <a:lnTo>
                  <a:pt x="12093" y="127"/>
                </a:lnTo>
                <a:lnTo>
                  <a:pt x="12153" y="111"/>
                </a:lnTo>
                <a:lnTo>
                  <a:pt x="12233" y="95"/>
                </a:lnTo>
                <a:lnTo>
                  <a:pt x="12293" y="79"/>
                </a:lnTo>
                <a:lnTo>
                  <a:pt x="12353" y="63"/>
                </a:lnTo>
                <a:lnTo>
                  <a:pt x="12576" y="0"/>
                </a:lnTo>
                <a:lnTo>
                  <a:pt x="12677" y="31"/>
                </a:lnTo>
                <a:lnTo>
                  <a:pt x="12716" y="79"/>
                </a:lnTo>
                <a:lnTo>
                  <a:pt x="12776" y="95"/>
                </a:lnTo>
                <a:lnTo>
                  <a:pt x="12839" y="95"/>
                </a:lnTo>
                <a:lnTo>
                  <a:pt x="12938" y="79"/>
                </a:lnTo>
                <a:lnTo>
                  <a:pt x="12998" y="63"/>
                </a:lnTo>
                <a:lnTo>
                  <a:pt x="13059" y="31"/>
                </a:lnTo>
                <a:lnTo>
                  <a:pt x="13160" y="19"/>
                </a:lnTo>
                <a:lnTo>
                  <a:pt x="13160" y="1377"/>
                </a:lnTo>
                <a:lnTo>
                  <a:pt x="12938" y="1297"/>
                </a:lnTo>
                <a:lnTo>
                  <a:pt x="12899" y="1249"/>
                </a:lnTo>
                <a:lnTo>
                  <a:pt x="12878" y="1201"/>
                </a:lnTo>
                <a:lnTo>
                  <a:pt x="12858" y="1153"/>
                </a:lnTo>
                <a:lnTo>
                  <a:pt x="12798" y="1121"/>
                </a:lnTo>
                <a:lnTo>
                  <a:pt x="12737" y="1121"/>
                </a:lnTo>
                <a:lnTo>
                  <a:pt x="12677" y="1169"/>
                </a:lnTo>
                <a:lnTo>
                  <a:pt x="12617" y="1121"/>
                </a:lnTo>
                <a:lnTo>
                  <a:pt x="12556" y="1137"/>
                </a:lnTo>
                <a:lnTo>
                  <a:pt x="12474" y="1169"/>
                </a:lnTo>
                <a:lnTo>
                  <a:pt x="12436" y="1121"/>
                </a:lnTo>
                <a:lnTo>
                  <a:pt x="12375" y="1105"/>
                </a:lnTo>
                <a:lnTo>
                  <a:pt x="12315" y="1073"/>
                </a:lnTo>
                <a:lnTo>
                  <a:pt x="12274" y="1024"/>
                </a:lnTo>
                <a:lnTo>
                  <a:pt x="12213" y="976"/>
                </a:lnTo>
                <a:lnTo>
                  <a:pt x="12153" y="928"/>
                </a:lnTo>
                <a:lnTo>
                  <a:pt x="12112" y="880"/>
                </a:lnTo>
                <a:lnTo>
                  <a:pt x="12051" y="912"/>
                </a:lnTo>
                <a:lnTo>
                  <a:pt x="11991" y="880"/>
                </a:lnTo>
                <a:lnTo>
                  <a:pt x="11991" y="832"/>
                </a:lnTo>
                <a:lnTo>
                  <a:pt x="11950" y="768"/>
                </a:lnTo>
                <a:lnTo>
                  <a:pt x="11911" y="704"/>
                </a:lnTo>
                <a:lnTo>
                  <a:pt x="11890" y="656"/>
                </a:lnTo>
                <a:lnTo>
                  <a:pt x="11829" y="624"/>
                </a:lnTo>
                <a:lnTo>
                  <a:pt x="11750" y="656"/>
                </a:lnTo>
                <a:lnTo>
                  <a:pt x="11709" y="592"/>
                </a:lnTo>
                <a:lnTo>
                  <a:pt x="11670" y="544"/>
                </a:lnTo>
                <a:lnTo>
                  <a:pt x="11609" y="528"/>
                </a:lnTo>
                <a:lnTo>
                  <a:pt x="11568" y="480"/>
                </a:lnTo>
                <a:lnTo>
                  <a:pt x="11508" y="480"/>
                </a:lnTo>
                <a:lnTo>
                  <a:pt x="11448" y="480"/>
                </a:lnTo>
                <a:lnTo>
                  <a:pt x="11387" y="464"/>
                </a:lnTo>
                <a:lnTo>
                  <a:pt x="11305" y="432"/>
                </a:lnTo>
                <a:lnTo>
                  <a:pt x="11245" y="432"/>
                </a:lnTo>
                <a:lnTo>
                  <a:pt x="11184" y="432"/>
                </a:lnTo>
                <a:lnTo>
                  <a:pt x="11105" y="416"/>
                </a:lnTo>
                <a:lnTo>
                  <a:pt x="11044" y="400"/>
                </a:lnTo>
                <a:lnTo>
                  <a:pt x="11003" y="352"/>
                </a:lnTo>
                <a:lnTo>
                  <a:pt x="10943" y="352"/>
                </a:lnTo>
                <a:lnTo>
                  <a:pt x="10882" y="368"/>
                </a:lnTo>
                <a:lnTo>
                  <a:pt x="10863" y="416"/>
                </a:lnTo>
                <a:lnTo>
                  <a:pt x="10803" y="464"/>
                </a:lnTo>
                <a:lnTo>
                  <a:pt x="10742" y="480"/>
                </a:lnTo>
                <a:lnTo>
                  <a:pt x="10863" y="928"/>
                </a:lnTo>
                <a:lnTo>
                  <a:pt x="10783" y="912"/>
                </a:lnTo>
                <a:lnTo>
                  <a:pt x="10721" y="880"/>
                </a:lnTo>
                <a:lnTo>
                  <a:pt x="10660" y="832"/>
                </a:lnTo>
                <a:lnTo>
                  <a:pt x="10097" y="528"/>
                </a:lnTo>
                <a:lnTo>
                  <a:pt x="10037" y="496"/>
                </a:lnTo>
                <a:lnTo>
                  <a:pt x="9977" y="464"/>
                </a:lnTo>
                <a:lnTo>
                  <a:pt x="9936" y="416"/>
                </a:lnTo>
                <a:lnTo>
                  <a:pt x="9875" y="400"/>
                </a:lnTo>
                <a:lnTo>
                  <a:pt x="9814" y="432"/>
                </a:lnTo>
                <a:lnTo>
                  <a:pt x="9773" y="480"/>
                </a:lnTo>
                <a:lnTo>
                  <a:pt x="9693" y="528"/>
                </a:lnTo>
                <a:lnTo>
                  <a:pt x="9633" y="544"/>
                </a:lnTo>
                <a:lnTo>
                  <a:pt x="9572" y="544"/>
                </a:lnTo>
                <a:lnTo>
                  <a:pt x="9512" y="512"/>
                </a:lnTo>
                <a:lnTo>
                  <a:pt x="9452" y="496"/>
                </a:lnTo>
                <a:lnTo>
                  <a:pt x="9391" y="528"/>
                </a:lnTo>
                <a:lnTo>
                  <a:pt x="9331" y="480"/>
                </a:lnTo>
                <a:lnTo>
                  <a:pt x="9270" y="496"/>
                </a:lnTo>
                <a:lnTo>
                  <a:pt x="9210" y="528"/>
                </a:lnTo>
                <a:lnTo>
                  <a:pt x="9150" y="496"/>
                </a:lnTo>
                <a:lnTo>
                  <a:pt x="9089" y="480"/>
                </a:lnTo>
                <a:lnTo>
                  <a:pt x="9029" y="480"/>
                </a:lnTo>
                <a:lnTo>
                  <a:pt x="8969" y="496"/>
                </a:lnTo>
                <a:lnTo>
                  <a:pt x="8908" y="496"/>
                </a:lnTo>
                <a:lnTo>
                  <a:pt x="8848" y="480"/>
                </a:lnTo>
                <a:lnTo>
                  <a:pt x="8766" y="496"/>
                </a:lnTo>
                <a:lnTo>
                  <a:pt x="8686" y="528"/>
                </a:lnTo>
                <a:lnTo>
                  <a:pt x="8626" y="528"/>
                </a:lnTo>
                <a:lnTo>
                  <a:pt x="8543" y="544"/>
                </a:lnTo>
                <a:lnTo>
                  <a:pt x="8483" y="544"/>
                </a:lnTo>
                <a:lnTo>
                  <a:pt x="8403" y="512"/>
                </a:lnTo>
                <a:lnTo>
                  <a:pt x="8343" y="496"/>
                </a:lnTo>
                <a:lnTo>
                  <a:pt x="8283" y="496"/>
                </a:lnTo>
                <a:lnTo>
                  <a:pt x="8222" y="528"/>
                </a:lnTo>
                <a:lnTo>
                  <a:pt x="8143" y="576"/>
                </a:lnTo>
                <a:lnTo>
                  <a:pt x="8082" y="608"/>
                </a:lnTo>
                <a:lnTo>
                  <a:pt x="8041" y="560"/>
                </a:lnTo>
                <a:lnTo>
                  <a:pt x="7981" y="528"/>
                </a:lnTo>
                <a:lnTo>
                  <a:pt x="7920" y="528"/>
                </a:lnTo>
                <a:lnTo>
                  <a:pt x="7860" y="544"/>
                </a:lnTo>
                <a:lnTo>
                  <a:pt x="7800" y="560"/>
                </a:lnTo>
                <a:lnTo>
                  <a:pt x="7717" y="560"/>
                </a:lnTo>
                <a:lnTo>
                  <a:pt x="7638" y="544"/>
                </a:lnTo>
                <a:lnTo>
                  <a:pt x="7558" y="528"/>
                </a:lnTo>
                <a:lnTo>
                  <a:pt x="7498" y="512"/>
                </a:lnTo>
                <a:lnTo>
                  <a:pt x="7396" y="528"/>
                </a:lnTo>
                <a:lnTo>
                  <a:pt x="7336" y="544"/>
                </a:lnTo>
                <a:lnTo>
                  <a:pt x="7254" y="560"/>
                </a:lnTo>
                <a:lnTo>
                  <a:pt x="7155" y="592"/>
                </a:lnTo>
                <a:lnTo>
                  <a:pt x="7094" y="576"/>
                </a:lnTo>
                <a:lnTo>
                  <a:pt x="7034" y="544"/>
                </a:lnTo>
                <a:lnTo>
                  <a:pt x="6974" y="512"/>
                </a:lnTo>
                <a:lnTo>
                  <a:pt x="6913" y="528"/>
                </a:lnTo>
                <a:lnTo>
                  <a:pt x="6853" y="528"/>
                </a:lnTo>
                <a:lnTo>
                  <a:pt x="6792" y="528"/>
                </a:lnTo>
                <a:lnTo>
                  <a:pt x="6732" y="528"/>
                </a:lnTo>
                <a:lnTo>
                  <a:pt x="6672" y="528"/>
                </a:lnTo>
                <a:lnTo>
                  <a:pt x="6611" y="528"/>
                </a:lnTo>
                <a:lnTo>
                  <a:pt x="6645" y="1083"/>
                </a:lnTo>
                <a:lnTo>
                  <a:pt x="6529" y="496"/>
                </a:lnTo>
                <a:lnTo>
                  <a:pt x="6469" y="496"/>
                </a:lnTo>
                <a:lnTo>
                  <a:pt x="6408" y="496"/>
                </a:lnTo>
                <a:lnTo>
                  <a:pt x="6348" y="512"/>
                </a:lnTo>
                <a:lnTo>
                  <a:pt x="6268" y="512"/>
                </a:lnTo>
                <a:lnTo>
                  <a:pt x="6208" y="512"/>
                </a:lnTo>
                <a:lnTo>
                  <a:pt x="6147" y="528"/>
                </a:lnTo>
                <a:lnTo>
                  <a:pt x="6087" y="560"/>
                </a:lnTo>
                <a:lnTo>
                  <a:pt x="6027" y="560"/>
                </a:lnTo>
                <a:lnTo>
                  <a:pt x="5966" y="560"/>
                </a:lnTo>
                <a:lnTo>
                  <a:pt x="5906" y="560"/>
                </a:lnTo>
                <a:lnTo>
                  <a:pt x="5843" y="560"/>
                </a:lnTo>
                <a:lnTo>
                  <a:pt x="5783" y="528"/>
                </a:lnTo>
                <a:lnTo>
                  <a:pt x="5703" y="512"/>
                </a:lnTo>
                <a:lnTo>
                  <a:pt x="5643" y="512"/>
                </a:lnTo>
                <a:lnTo>
                  <a:pt x="5582" y="512"/>
                </a:lnTo>
                <a:lnTo>
                  <a:pt x="5503" y="528"/>
                </a:lnTo>
                <a:lnTo>
                  <a:pt x="5442" y="528"/>
                </a:lnTo>
                <a:lnTo>
                  <a:pt x="5360" y="528"/>
                </a:lnTo>
                <a:lnTo>
                  <a:pt x="5300" y="544"/>
                </a:lnTo>
                <a:lnTo>
                  <a:pt x="5220" y="544"/>
                </a:lnTo>
                <a:lnTo>
                  <a:pt x="5160" y="528"/>
                </a:lnTo>
                <a:lnTo>
                  <a:pt x="5099" y="528"/>
                </a:lnTo>
                <a:lnTo>
                  <a:pt x="5017" y="512"/>
                </a:lnTo>
                <a:lnTo>
                  <a:pt x="4957" y="496"/>
                </a:lnTo>
                <a:lnTo>
                  <a:pt x="4896" y="496"/>
                </a:lnTo>
                <a:lnTo>
                  <a:pt x="4836" y="496"/>
                </a:lnTo>
                <a:lnTo>
                  <a:pt x="4776" y="512"/>
                </a:lnTo>
                <a:lnTo>
                  <a:pt x="4715" y="528"/>
                </a:lnTo>
                <a:lnTo>
                  <a:pt x="4655" y="528"/>
                </a:lnTo>
                <a:lnTo>
                  <a:pt x="4575" y="528"/>
                </a:lnTo>
                <a:lnTo>
                  <a:pt x="4515" y="528"/>
                </a:lnTo>
                <a:lnTo>
                  <a:pt x="4454" y="496"/>
                </a:lnTo>
                <a:lnTo>
                  <a:pt x="4394" y="464"/>
                </a:lnTo>
                <a:lnTo>
                  <a:pt x="4334" y="432"/>
                </a:lnTo>
                <a:lnTo>
                  <a:pt x="4251" y="416"/>
                </a:lnTo>
                <a:lnTo>
                  <a:pt x="4191" y="416"/>
                </a:lnTo>
                <a:lnTo>
                  <a:pt x="4099" y="442"/>
                </a:lnTo>
                <a:lnTo>
                  <a:pt x="4070" y="368"/>
                </a:lnTo>
                <a:lnTo>
                  <a:pt x="4007" y="476"/>
                </a:lnTo>
                <a:lnTo>
                  <a:pt x="3950" y="352"/>
                </a:lnTo>
                <a:lnTo>
                  <a:pt x="3913" y="442"/>
                </a:lnTo>
                <a:lnTo>
                  <a:pt x="3829" y="368"/>
                </a:lnTo>
                <a:lnTo>
                  <a:pt x="3768" y="400"/>
                </a:lnTo>
                <a:lnTo>
                  <a:pt x="3708" y="400"/>
                </a:lnTo>
                <a:lnTo>
                  <a:pt x="3648" y="432"/>
                </a:lnTo>
                <a:lnTo>
                  <a:pt x="3587" y="432"/>
                </a:lnTo>
                <a:lnTo>
                  <a:pt x="3527" y="400"/>
                </a:lnTo>
                <a:lnTo>
                  <a:pt x="3447" y="384"/>
                </a:lnTo>
                <a:lnTo>
                  <a:pt x="3387" y="384"/>
                </a:lnTo>
                <a:lnTo>
                  <a:pt x="3305" y="352"/>
                </a:lnTo>
                <a:lnTo>
                  <a:pt x="3243" y="352"/>
                </a:lnTo>
                <a:lnTo>
                  <a:pt x="3183" y="368"/>
                </a:lnTo>
                <a:lnTo>
                  <a:pt x="3122" y="384"/>
                </a:lnTo>
                <a:lnTo>
                  <a:pt x="3062" y="400"/>
                </a:lnTo>
                <a:lnTo>
                  <a:pt x="3002" y="416"/>
                </a:lnTo>
                <a:lnTo>
                  <a:pt x="2941" y="432"/>
                </a:lnTo>
                <a:lnTo>
                  <a:pt x="2881" y="432"/>
                </a:lnTo>
                <a:lnTo>
                  <a:pt x="2821" y="432"/>
                </a:lnTo>
                <a:lnTo>
                  <a:pt x="2760" y="432"/>
                </a:lnTo>
                <a:lnTo>
                  <a:pt x="2680" y="432"/>
                </a:lnTo>
                <a:lnTo>
                  <a:pt x="2620" y="432"/>
                </a:lnTo>
                <a:lnTo>
                  <a:pt x="2560" y="416"/>
                </a:lnTo>
                <a:lnTo>
                  <a:pt x="2499" y="416"/>
                </a:lnTo>
                <a:lnTo>
                  <a:pt x="2439" y="416"/>
                </a:lnTo>
                <a:lnTo>
                  <a:pt x="2357" y="416"/>
                </a:lnTo>
                <a:lnTo>
                  <a:pt x="2296" y="416"/>
                </a:lnTo>
                <a:lnTo>
                  <a:pt x="2236" y="416"/>
                </a:lnTo>
                <a:lnTo>
                  <a:pt x="2176" y="448"/>
                </a:lnTo>
                <a:lnTo>
                  <a:pt x="2115" y="464"/>
                </a:lnTo>
                <a:lnTo>
                  <a:pt x="2055" y="480"/>
                </a:lnTo>
                <a:lnTo>
                  <a:pt x="1995" y="480"/>
                </a:lnTo>
                <a:lnTo>
                  <a:pt x="1934" y="480"/>
                </a:lnTo>
                <a:lnTo>
                  <a:pt x="1874" y="448"/>
                </a:lnTo>
                <a:lnTo>
                  <a:pt x="1813" y="432"/>
                </a:lnTo>
                <a:lnTo>
                  <a:pt x="1753" y="432"/>
                </a:lnTo>
                <a:lnTo>
                  <a:pt x="1693" y="432"/>
                </a:lnTo>
                <a:lnTo>
                  <a:pt x="1591" y="416"/>
                </a:lnTo>
                <a:lnTo>
                  <a:pt x="1531" y="416"/>
                </a:lnTo>
                <a:lnTo>
                  <a:pt x="1470" y="448"/>
                </a:lnTo>
                <a:lnTo>
                  <a:pt x="1410" y="480"/>
                </a:lnTo>
                <a:lnTo>
                  <a:pt x="1350" y="512"/>
                </a:lnTo>
                <a:lnTo>
                  <a:pt x="1289" y="528"/>
                </a:lnTo>
                <a:lnTo>
                  <a:pt x="1229" y="528"/>
                </a:lnTo>
                <a:lnTo>
                  <a:pt x="1169" y="512"/>
                </a:lnTo>
                <a:lnTo>
                  <a:pt x="1108" y="496"/>
                </a:lnTo>
                <a:lnTo>
                  <a:pt x="1048" y="496"/>
                </a:lnTo>
                <a:lnTo>
                  <a:pt x="987" y="480"/>
                </a:lnTo>
                <a:lnTo>
                  <a:pt x="927" y="480"/>
                </a:lnTo>
                <a:lnTo>
                  <a:pt x="867" y="480"/>
                </a:lnTo>
                <a:lnTo>
                  <a:pt x="784" y="480"/>
                </a:lnTo>
                <a:lnTo>
                  <a:pt x="705" y="480"/>
                </a:lnTo>
                <a:lnTo>
                  <a:pt x="644" y="480"/>
                </a:lnTo>
                <a:lnTo>
                  <a:pt x="584" y="480"/>
                </a:lnTo>
                <a:lnTo>
                  <a:pt x="524" y="496"/>
                </a:lnTo>
                <a:lnTo>
                  <a:pt x="463" y="496"/>
                </a:lnTo>
                <a:lnTo>
                  <a:pt x="403" y="496"/>
                </a:lnTo>
                <a:lnTo>
                  <a:pt x="342" y="512"/>
                </a:lnTo>
                <a:lnTo>
                  <a:pt x="282" y="528"/>
                </a:lnTo>
                <a:lnTo>
                  <a:pt x="222" y="544"/>
                </a:lnTo>
                <a:lnTo>
                  <a:pt x="140" y="576"/>
                </a:lnTo>
                <a:lnTo>
                  <a:pt x="60" y="592"/>
                </a:lnTo>
                <a:lnTo>
                  <a:pt x="0" y="624"/>
                </a:lnTo>
                <a:lnTo>
                  <a:pt x="0" y="125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438120" y="228600"/>
            <a:ext cx="3924360" cy="299880"/>
          </a:xfrm>
          <a:prstGeom prst="rect">
            <a:avLst/>
          </a:prstGeom>
          <a:solidFill>
            <a:srgbClr val="DDDDDD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FF"/>
                </a:solidFill>
                <a:effectLst/>
                <a:uFillTx/>
                <a:latin typeface="Courier New"/>
                <a:ea typeface="Courier New"/>
              </a:rPr>
              <a:t>Tim   </a:t>
            </a:r>
            <a:r>
              <a:rPr lang="en-US" sz="18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John</a:t>
            </a:r>
            <a:r>
              <a:rPr lang="en-US" sz="1800" b="1" u="none" strike="noStrike">
                <a:solidFill>
                  <a:srgbClr val="0000FF"/>
                </a:solidFill>
                <a:effectLst/>
                <a:uFillTx/>
                <a:latin typeface="Courier New"/>
                <a:ea typeface="Courier New"/>
              </a:rPr>
              <a:t>  Roberts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2179800" y="495360"/>
            <a:ext cx="159120" cy="228960"/>
          </a:xfrm>
          <a:custGeom>
            <a:avLst/>
            <a:gdLst/>
            <a:ahLst/>
            <a:rect l="0" t="0" r="r" b="b"/>
            <a:pathLst>
              <a:path w="442" h="636">
                <a:moveTo>
                  <a:pt x="0" y="211"/>
                </a:moveTo>
                <a:lnTo>
                  <a:pt x="0" y="423"/>
                </a:lnTo>
                <a:lnTo>
                  <a:pt x="309" y="423"/>
                </a:lnTo>
                <a:lnTo>
                  <a:pt x="309" y="636"/>
                </a:lnTo>
                <a:lnTo>
                  <a:pt x="442" y="317"/>
                </a:lnTo>
                <a:lnTo>
                  <a:pt x="309" y="0"/>
                </a:lnTo>
                <a:lnTo>
                  <a:pt x="309" y="211"/>
                </a:lnTo>
                <a:lnTo>
                  <a:pt x="0" y="211"/>
                </a:lnTo>
                <a:close/>
              </a:path>
            </a:pathLst>
          </a:custGeom>
          <a:solidFill>
            <a:srgbClr val="66FF33"/>
          </a:solidFill>
          <a:ln w="12600">
            <a:solidFill>
              <a:srgbClr val="676767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3095640" y="1743120"/>
            <a:ext cx="1523880" cy="657360"/>
          </a:xfrm>
          <a:prstGeom prst="rect">
            <a:avLst/>
          </a:prstGeom>
          <a:solidFill>
            <a:srgbClr val="DDDDDD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4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John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2867040" y="723960"/>
            <a:ext cx="1486080" cy="295200"/>
          </a:xfrm>
          <a:prstGeom prst="rect">
            <a:avLst/>
          </a:prstGeom>
          <a:solidFill>
            <a:srgbClr val="DDDDDD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John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>
            <a:off x="1943280" y="257040"/>
            <a:ext cx="219240" cy="241200"/>
          </a:xfrm>
          <a:prstGeom prst="rect">
            <a:avLst/>
          </a:prstGeom>
          <a:solidFill>
            <a:srgbClr val="037C03"/>
          </a:solidFill>
          <a:ln w="25560">
            <a:solidFill>
              <a:srgbClr val="037C03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"/>
          <p:cNvSpPr txBox="1"/>
          <p:nvPr/>
        </p:nvSpPr>
        <p:spPr>
          <a:xfrm>
            <a:off x="55440" y="9360"/>
            <a:ext cx="4695840" cy="360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OldName  PIC X(80).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TempName PIC X(16).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UnstrPtr PIC 99 VALUE 1.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NameProcessed VALUE 81.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ProcessName.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ACCEPT OldName.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PERFORM UNTIL NameProcessed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 UNSTRING OldName DELIMITED BY ALL SPACES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    INTO TempName WITH POINTER UnstrPtr</a:t>
            </a:r>
            <a:br>
              <a:rPr sz="1200"/>
            </a:br>
            <a:r>
              <a:rPr lang="en-US" sz="12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  END-UNSTRING</a:t>
            </a:r>
            <a:br>
              <a:rPr sz="18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Display TempName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END-PERFORM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STOP RUN.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14400" y="1495440"/>
            <a:ext cx="4737600" cy="495720"/>
          </a:xfrm>
          <a:custGeom>
            <a:avLst/>
            <a:gdLst/>
            <a:ahLst/>
            <a:rect l="0" t="0" r="r" b="b"/>
            <a:pathLst>
              <a:path w="13160" h="1377">
                <a:moveTo>
                  <a:pt x="0" y="125"/>
                </a:moveTo>
                <a:lnTo>
                  <a:pt x="120" y="95"/>
                </a:lnTo>
                <a:lnTo>
                  <a:pt x="222" y="111"/>
                </a:lnTo>
                <a:lnTo>
                  <a:pt x="282" y="111"/>
                </a:lnTo>
                <a:lnTo>
                  <a:pt x="362" y="111"/>
                </a:lnTo>
                <a:lnTo>
                  <a:pt x="422" y="95"/>
                </a:lnTo>
                <a:lnTo>
                  <a:pt x="483" y="79"/>
                </a:lnTo>
                <a:lnTo>
                  <a:pt x="565" y="79"/>
                </a:lnTo>
                <a:lnTo>
                  <a:pt x="644" y="47"/>
                </a:lnTo>
                <a:lnTo>
                  <a:pt x="705" y="47"/>
                </a:lnTo>
                <a:lnTo>
                  <a:pt x="765" y="47"/>
                </a:lnTo>
                <a:lnTo>
                  <a:pt x="845" y="47"/>
                </a:lnTo>
                <a:lnTo>
                  <a:pt x="905" y="47"/>
                </a:lnTo>
                <a:lnTo>
                  <a:pt x="966" y="79"/>
                </a:lnTo>
                <a:lnTo>
                  <a:pt x="1048" y="95"/>
                </a:lnTo>
                <a:lnTo>
                  <a:pt x="1089" y="143"/>
                </a:lnTo>
                <a:lnTo>
                  <a:pt x="1169" y="159"/>
                </a:lnTo>
                <a:lnTo>
                  <a:pt x="1229" y="191"/>
                </a:lnTo>
                <a:lnTo>
                  <a:pt x="1289" y="207"/>
                </a:lnTo>
                <a:lnTo>
                  <a:pt x="1369" y="207"/>
                </a:lnTo>
                <a:lnTo>
                  <a:pt x="1429" y="207"/>
                </a:lnTo>
                <a:lnTo>
                  <a:pt x="1490" y="207"/>
                </a:lnTo>
                <a:lnTo>
                  <a:pt x="1550" y="207"/>
                </a:lnTo>
                <a:lnTo>
                  <a:pt x="1611" y="207"/>
                </a:lnTo>
                <a:lnTo>
                  <a:pt x="1671" y="207"/>
                </a:lnTo>
                <a:lnTo>
                  <a:pt x="1734" y="191"/>
                </a:lnTo>
                <a:lnTo>
                  <a:pt x="1794" y="191"/>
                </a:lnTo>
                <a:lnTo>
                  <a:pt x="1893" y="191"/>
                </a:lnTo>
                <a:lnTo>
                  <a:pt x="1975" y="207"/>
                </a:lnTo>
                <a:lnTo>
                  <a:pt x="2055" y="207"/>
                </a:lnTo>
                <a:lnTo>
                  <a:pt x="2135" y="223"/>
                </a:lnTo>
                <a:lnTo>
                  <a:pt x="2195" y="239"/>
                </a:lnTo>
                <a:lnTo>
                  <a:pt x="2255" y="255"/>
                </a:lnTo>
                <a:lnTo>
                  <a:pt x="2316" y="271"/>
                </a:lnTo>
                <a:lnTo>
                  <a:pt x="2376" y="271"/>
                </a:lnTo>
                <a:lnTo>
                  <a:pt x="2458" y="287"/>
                </a:lnTo>
                <a:lnTo>
                  <a:pt x="2519" y="287"/>
                </a:lnTo>
                <a:lnTo>
                  <a:pt x="2620" y="287"/>
                </a:lnTo>
                <a:lnTo>
                  <a:pt x="2700" y="287"/>
                </a:lnTo>
                <a:lnTo>
                  <a:pt x="2780" y="287"/>
                </a:lnTo>
                <a:lnTo>
                  <a:pt x="2840" y="287"/>
                </a:lnTo>
                <a:lnTo>
                  <a:pt x="2900" y="287"/>
                </a:lnTo>
                <a:lnTo>
                  <a:pt x="3002" y="287"/>
                </a:lnTo>
                <a:lnTo>
                  <a:pt x="3103" y="271"/>
                </a:lnTo>
                <a:lnTo>
                  <a:pt x="3183" y="271"/>
                </a:lnTo>
                <a:lnTo>
                  <a:pt x="3265" y="271"/>
                </a:lnTo>
                <a:lnTo>
                  <a:pt x="3346" y="271"/>
                </a:lnTo>
                <a:lnTo>
                  <a:pt x="3406" y="271"/>
                </a:lnTo>
                <a:lnTo>
                  <a:pt x="3466" y="271"/>
                </a:lnTo>
                <a:lnTo>
                  <a:pt x="3527" y="271"/>
                </a:lnTo>
                <a:lnTo>
                  <a:pt x="3587" y="287"/>
                </a:lnTo>
                <a:lnTo>
                  <a:pt x="3648" y="287"/>
                </a:lnTo>
                <a:lnTo>
                  <a:pt x="3662" y="195"/>
                </a:lnTo>
                <a:lnTo>
                  <a:pt x="3809" y="303"/>
                </a:lnTo>
                <a:lnTo>
                  <a:pt x="3901" y="113"/>
                </a:lnTo>
                <a:lnTo>
                  <a:pt x="3991" y="287"/>
                </a:lnTo>
                <a:lnTo>
                  <a:pt x="4070" y="287"/>
                </a:lnTo>
                <a:lnTo>
                  <a:pt x="4152" y="287"/>
                </a:lnTo>
                <a:lnTo>
                  <a:pt x="4213" y="287"/>
                </a:lnTo>
                <a:lnTo>
                  <a:pt x="4273" y="287"/>
                </a:lnTo>
                <a:lnTo>
                  <a:pt x="4334" y="287"/>
                </a:lnTo>
                <a:lnTo>
                  <a:pt x="4445" y="229"/>
                </a:lnTo>
                <a:lnTo>
                  <a:pt x="4474" y="303"/>
                </a:lnTo>
                <a:lnTo>
                  <a:pt x="4556" y="303"/>
                </a:lnTo>
                <a:lnTo>
                  <a:pt x="4635" y="319"/>
                </a:lnTo>
                <a:lnTo>
                  <a:pt x="4715" y="335"/>
                </a:lnTo>
                <a:lnTo>
                  <a:pt x="4797" y="335"/>
                </a:lnTo>
                <a:lnTo>
                  <a:pt x="4858" y="335"/>
                </a:lnTo>
                <a:lnTo>
                  <a:pt x="4957" y="352"/>
                </a:lnTo>
                <a:lnTo>
                  <a:pt x="5077" y="368"/>
                </a:lnTo>
                <a:lnTo>
                  <a:pt x="5138" y="368"/>
                </a:lnTo>
                <a:lnTo>
                  <a:pt x="5201" y="368"/>
                </a:lnTo>
                <a:lnTo>
                  <a:pt x="5280" y="368"/>
                </a:lnTo>
                <a:lnTo>
                  <a:pt x="5341" y="368"/>
                </a:lnTo>
                <a:lnTo>
                  <a:pt x="5401" y="368"/>
                </a:lnTo>
                <a:lnTo>
                  <a:pt x="5462" y="368"/>
                </a:lnTo>
                <a:lnTo>
                  <a:pt x="5662" y="368"/>
                </a:lnTo>
                <a:lnTo>
                  <a:pt x="5865" y="368"/>
                </a:lnTo>
                <a:lnTo>
                  <a:pt x="6065" y="368"/>
                </a:lnTo>
                <a:lnTo>
                  <a:pt x="6147" y="368"/>
                </a:lnTo>
                <a:lnTo>
                  <a:pt x="6227" y="368"/>
                </a:lnTo>
                <a:lnTo>
                  <a:pt x="6307" y="368"/>
                </a:lnTo>
                <a:lnTo>
                  <a:pt x="6367" y="352"/>
                </a:lnTo>
                <a:lnTo>
                  <a:pt x="6631" y="239"/>
                </a:lnTo>
                <a:lnTo>
                  <a:pt x="6672" y="287"/>
                </a:lnTo>
                <a:lnTo>
                  <a:pt x="6710" y="352"/>
                </a:lnTo>
                <a:lnTo>
                  <a:pt x="6792" y="368"/>
                </a:lnTo>
                <a:lnTo>
                  <a:pt x="6853" y="352"/>
                </a:lnTo>
                <a:lnTo>
                  <a:pt x="6913" y="352"/>
                </a:lnTo>
                <a:lnTo>
                  <a:pt x="6974" y="335"/>
                </a:lnTo>
                <a:lnTo>
                  <a:pt x="7034" y="352"/>
                </a:lnTo>
                <a:lnTo>
                  <a:pt x="7114" y="368"/>
                </a:lnTo>
                <a:lnTo>
                  <a:pt x="7174" y="368"/>
                </a:lnTo>
                <a:lnTo>
                  <a:pt x="7234" y="384"/>
                </a:lnTo>
                <a:lnTo>
                  <a:pt x="7295" y="384"/>
                </a:lnTo>
                <a:lnTo>
                  <a:pt x="7355" y="384"/>
                </a:lnTo>
                <a:lnTo>
                  <a:pt x="7416" y="384"/>
                </a:lnTo>
                <a:lnTo>
                  <a:pt x="7476" y="384"/>
                </a:lnTo>
                <a:lnTo>
                  <a:pt x="7536" y="368"/>
                </a:lnTo>
                <a:lnTo>
                  <a:pt x="7597" y="368"/>
                </a:lnTo>
                <a:lnTo>
                  <a:pt x="7679" y="368"/>
                </a:lnTo>
                <a:lnTo>
                  <a:pt x="7758" y="352"/>
                </a:lnTo>
                <a:lnTo>
                  <a:pt x="7819" y="335"/>
                </a:lnTo>
                <a:lnTo>
                  <a:pt x="7879" y="335"/>
                </a:lnTo>
                <a:lnTo>
                  <a:pt x="7959" y="335"/>
                </a:lnTo>
                <a:lnTo>
                  <a:pt x="8022" y="319"/>
                </a:lnTo>
                <a:lnTo>
                  <a:pt x="8082" y="335"/>
                </a:lnTo>
                <a:lnTo>
                  <a:pt x="8143" y="384"/>
                </a:lnTo>
                <a:lnTo>
                  <a:pt x="8203" y="400"/>
                </a:lnTo>
                <a:lnTo>
                  <a:pt x="8283" y="400"/>
                </a:lnTo>
                <a:lnTo>
                  <a:pt x="8343" y="400"/>
                </a:lnTo>
                <a:lnTo>
                  <a:pt x="8403" y="400"/>
                </a:lnTo>
                <a:lnTo>
                  <a:pt x="8483" y="400"/>
                </a:lnTo>
                <a:lnTo>
                  <a:pt x="8565" y="384"/>
                </a:lnTo>
                <a:lnTo>
                  <a:pt x="8645" y="368"/>
                </a:lnTo>
                <a:lnTo>
                  <a:pt x="8727" y="368"/>
                </a:lnTo>
                <a:lnTo>
                  <a:pt x="8787" y="352"/>
                </a:lnTo>
                <a:lnTo>
                  <a:pt x="8867" y="352"/>
                </a:lnTo>
                <a:lnTo>
                  <a:pt x="8927" y="335"/>
                </a:lnTo>
                <a:lnTo>
                  <a:pt x="8988" y="335"/>
                </a:lnTo>
                <a:lnTo>
                  <a:pt x="9048" y="335"/>
                </a:lnTo>
                <a:lnTo>
                  <a:pt x="9290" y="335"/>
                </a:lnTo>
                <a:lnTo>
                  <a:pt x="9350" y="335"/>
                </a:lnTo>
                <a:lnTo>
                  <a:pt x="9432" y="335"/>
                </a:lnTo>
                <a:lnTo>
                  <a:pt x="9493" y="335"/>
                </a:lnTo>
                <a:lnTo>
                  <a:pt x="9553" y="319"/>
                </a:lnTo>
                <a:lnTo>
                  <a:pt x="9633" y="287"/>
                </a:lnTo>
                <a:lnTo>
                  <a:pt x="9734" y="271"/>
                </a:lnTo>
                <a:lnTo>
                  <a:pt x="9795" y="255"/>
                </a:lnTo>
                <a:lnTo>
                  <a:pt x="9855" y="223"/>
                </a:lnTo>
                <a:lnTo>
                  <a:pt x="9916" y="207"/>
                </a:lnTo>
                <a:lnTo>
                  <a:pt x="9977" y="175"/>
                </a:lnTo>
                <a:lnTo>
                  <a:pt x="10037" y="175"/>
                </a:lnTo>
                <a:lnTo>
                  <a:pt x="10097" y="191"/>
                </a:lnTo>
                <a:lnTo>
                  <a:pt x="10199" y="207"/>
                </a:lnTo>
                <a:lnTo>
                  <a:pt x="10259" y="207"/>
                </a:lnTo>
                <a:lnTo>
                  <a:pt x="10358" y="239"/>
                </a:lnTo>
                <a:lnTo>
                  <a:pt x="10440" y="255"/>
                </a:lnTo>
                <a:lnTo>
                  <a:pt x="10501" y="255"/>
                </a:lnTo>
                <a:lnTo>
                  <a:pt x="10561" y="255"/>
                </a:lnTo>
                <a:lnTo>
                  <a:pt x="10622" y="239"/>
                </a:lnTo>
                <a:lnTo>
                  <a:pt x="10701" y="239"/>
                </a:lnTo>
                <a:lnTo>
                  <a:pt x="10762" y="223"/>
                </a:lnTo>
                <a:lnTo>
                  <a:pt x="10844" y="223"/>
                </a:lnTo>
                <a:lnTo>
                  <a:pt x="10943" y="223"/>
                </a:lnTo>
                <a:lnTo>
                  <a:pt x="11003" y="223"/>
                </a:lnTo>
                <a:lnTo>
                  <a:pt x="11064" y="239"/>
                </a:lnTo>
                <a:lnTo>
                  <a:pt x="11124" y="239"/>
                </a:lnTo>
                <a:lnTo>
                  <a:pt x="11184" y="255"/>
                </a:lnTo>
                <a:lnTo>
                  <a:pt x="11245" y="255"/>
                </a:lnTo>
                <a:lnTo>
                  <a:pt x="11327" y="255"/>
                </a:lnTo>
                <a:lnTo>
                  <a:pt x="11426" y="239"/>
                </a:lnTo>
                <a:lnTo>
                  <a:pt x="11527" y="239"/>
                </a:lnTo>
                <a:lnTo>
                  <a:pt x="11588" y="239"/>
                </a:lnTo>
                <a:lnTo>
                  <a:pt x="11670" y="223"/>
                </a:lnTo>
                <a:lnTo>
                  <a:pt x="11730" y="207"/>
                </a:lnTo>
                <a:lnTo>
                  <a:pt x="11791" y="175"/>
                </a:lnTo>
                <a:lnTo>
                  <a:pt x="11851" y="159"/>
                </a:lnTo>
                <a:lnTo>
                  <a:pt x="11931" y="143"/>
                </a:lnTo>
                <a:lnTo>
                  <a:pt x="12010" y="143"/>
                </a:lnTo>
                <a:lnTo>
                  <a:pt x="12093" y="127"/>
                </a:lnTo>
                <a:lnTo>
                  <a:pt x="12153" y="111"/>
                </a:lnTo>
                <a:lnTo>
                  <a:pt x="12233" y="95"/>
                </a:lnTo>
                <a:lnTo>
                  <a:pt x="12293" y="79"/>
                </a:lnTo>
                <a:lnTo>
                  <a:pt x="12353" y="63"/>
                </a:lnTo>
                <a:lnTo>
                  <a:pt x="12576" y="0"/>
                </a:lnTo>
                <a:lnTo>
                  <a:pt x="12677" y="31"/>
                </a:lnTo>
                <a:lnTo>
                  <a:pt x="12716" y="79"/>
                </a:lnTo>
                <a:lnTo>
                  <a:pt x="12776" y="95"/>
                </a:lnTo>
                <a:lnTo>
                  <a:pt x="12839" y="95"/>
                </a:lnTo>
                <a:lnTo>
                  <a:pt x="12938" y="79"/>
                </a:lnTo>
                <a:lnTo>
                  <a:pt x="12998" y="63"/>
                </a:lnTo>
                <a:lnTo>
                  <a:pt x="13059" y="31"/>
                </a:lnTo>
                <a:lnTo>
                  <a:pt x="13160" y="19"/>
                </a:lnTo>
                <a:lnTo>
                  <a:pt x="13160" y="1377"/>
                </a:lnTo>
                <a:lnTo>
                  <a:pt x="12938" y="1297"/>
                </a:lnTo>
                <a:lnTo>
                  <a:pt x="12899" y="1249"/>
                </a:lnTo>
                <a:lnTo>
                  <a:pt x="12878" y="1201"/>
                </a:lnTo>
                <a:lnTo>
                  <a:pt x="12858" y="1153"/>
                </a:lnTo>
                <a:lnTo>
                  <a:pt x="12798" y="1121"/>
                </a:lnTo>
                <a:lnTo>
                  <a:pt x="12737" y="1121"/>
                </a:lnTo>
                <a:lnTo>
                  <a:pt x="12677" y="1169"/>
                </a:lnTo>
                <a:lnTo>
                  <a:pt x="12617" y="1121"/>
                </a:lnTo>
                <a:lnTo>
                  <a:pt x="12556" y="1137"/>
                </a:lnTo>
                <a:lnTo>
                  <a:pt x="12474" y="1169"/>
                </a:lnTo>
                <a:lnTo>
                  <a:pt x="12436" y="1121"/>
                </a:lnTo>
                <a:lnTo>
                  <a:pt x="12375" y="1105"/>
                </a:lnTo>
                <a:lnTo>
                  <a:pt x="12315" y="1073"/>
                </a:lnTo>
                <a:lnTo>
                  <a:pt x="12274" y="1024"/>
                </a:lnTo>
                <a:lnTo>
                  <a:pt x="12213" y="976"/>
                </a:lnTo>
                <a:lnTo>
                  <a:pt x="12153" y="928"/>
                </a:lnTo>
                <a:lnTo>
                  <a:pt x="12112" y="880"/>
                </a:lnTo>
                <a:lnTo>
                  <a:pt x="12051" y="912"/>
                </a:lnTo>
                <a:lnTo>
                  <a:pt x="11991" y="880"/>
                </a:lnTo>
                <a:lnTo>
                  <a:pt x="11991" y="832"/>
                </a:lnTo>
                <a:lnTo>
                  <a:pt x="11950" y="768"/>
                </a:lnTo>
                <a:lnTo>
                  <a:pt x="11911" y="704"/>
                </a:lnTo>
                <a:lnTo>
                  <a:pt x="11890" y="656"/>
                </a:lnTo>
                <a:lnTo>
                  <a:pt x="11829" y="624"/>
                </a:lnTo>
                <a:lnTo>
                  <a:pt x="11750" y="656"/>
                </a:lnTo>
                <a:lnTo>
                  <a:pt x="11709" y="592"/>
                </a:lnTo>
                <a:lnTo>
                  <a:pt x="11670" y="544"/>
                </a:lnTo>
                <a:lnTo>
                  <a:pt x="11609" y="528"/>
                </a:lnTo>
                <a:lnTo>
                  <a:pt x="11568" y="480"/>
                </a:lnTo>
                <a:lnTo>
                  <a:pt x="11508" y="480"/>
                </a:lnTo>
                <a:lnTo>
                  <a:pt x="11448" y="480"/>
                </a:lnTo>
                <a:lnTo>
                  <a:pt x="11387" y="464"/>
                </a:lnTo>
                <a:lnTo>
                  <a:pt x="11305" y="432"/>
                </a:lnTo>
                <a:lnTo>
                  <a:pt x="11245" y="432"/>
                </a:lnTo>
                <a:lnTo>
                  <a:pt x="11184" y="432"/>
                </a:lnTo>
                <a:lnTo>
                  <a:pt x="11105" y="416"/>
                </a:lnTo>
                <a:lnTo>
                  <a:pt x="11044" y="400"/>
                </a:lnTo>
                <a:lnTo>
                  <a:pt x="11003" y="352"/>
                </a:lnTo>
                <a:lnTo>
                  <a:pt x="10943" y="352"/>
                </a:lnTo>
                <a:lnTo>
                  <a:pt x="10882" y="368"/>
                </a:lnTo>
                <a:lnTo>
                  <a:pt x="10863" y="416"/>
                </a:lnTo>
                <a:lnTo>
                  <a:pt x="10803" y="464"/>
                </a:lnTo>
                <a:lnTo>
                  <a:pt x="10742" y="480"/>
                </a:lnTo>
                <a:lnTo>
                  <a:pt x="10863" y="928"/>
                </a:lnTo>
                <a:lnTo>
                  <a:pt x="10783" y="912"/>
                </a:lnTo>
                <a:lnTo>
                  <a:pt x="10721" y="880"/>
                </a:lnTo>
                <a:lnTo>
                  <a:pt x="10660" y="832"/>
                </a:lnTo>
                <a:lnTo>
                  <a:pt x="10097" y="528"/>
                </a:lnTo>
                <a:lnTo>
                  <a:pt x="10037" y="496"/>
                </a:lnTo>
                <a:lnTo>
                  <a:pt x="9977" y="464"/>
                </a:lnTo>
                <a:lnTo>
                  <a:pt x="9936" y="416"/>
                </a:lnTo>
                <a:lnTo>
                  <a:pt x="9875" y="400"/>
                </a:lnTo>
                <a:lnTo>
                  <a:pt x="9814" y="432"/>
                </a:lnTo>
                <a:lnTo>
                  <a:pt x="9773" y="480"/>
                </a:lnTo>
                <a:lnTo>
                  <a:pt x="9693" y="528"/>
                </a:lnTo>
                <a:lnTo>
                  <a:pt x="9633" y="544"/>
                </a:lnTo>
                <a:lnTo>
                  <a:pt x="9572" y="544"/>
                </a:lnTo>
                <a:lnTo>
                  <a:pt x="9512" y="512"/>
                </a:lnTo>
                <a:lnTo>
                  <a:pt x="9452" y="496"/>
                </a:lnTo>
                <a:lnTo>
                  <a:pt x="9391" y="528"/>
                </a:lnTo>
                <a:lnTo>
                  <a:pt x="9331" y="480"/>
                </a:lnTo>
                <a:lnTo>
                  <a:pt x="9270" y="496"/>
                </a:lnTo>
                <a:lnTo>
                  <a:pt x="9210" y="528"/>
                </a:lnTo>
                <a:lnTo>
                  <a:pt x="9150" y="496"/>
                </a:lnTo>
                <a:lnTo>
                  <a:pt x="9089" y="480"/>
                </a:lnTo>
                <a:lnTo>
                  <a:pt x="9029" y="480"/>
                </a:lnTo>
                <a:lnTo>
                  <a:pt x="8969" y="496"/>
                </a:lnTo>
                <a:lnTo>
                  <a:pt x="8908" y="496"/>
                </a:lnTo>
                <a:lnTo>
                  <a:pt x="8848" y="480"/>
                </a:lnTo>
                <a:lnTo>
                  <a:pt x="8766" y="496"/>
                </a:lnTo>
                <a:lnTo>
                  <a:pt x="8686" y="528"/>
                </a:lnTo>
                <a:lnTo>
                  <a:pt x="8626" y="528"/>
                </a:lnTo>
                <a:lnTo>
                  <a:pt x="8543" y="544"/>
                </a:lnTo>
                <a:lnTo>
                  <a:pt x="8483" y="544"/>
                </a:lnTo>
                <a:lnTo>
                  <a:pt x="8403" y="512"/>
                </a:lnTo>
                <a:lnTo>
                  <a:pt x="8343" y="496"/>
                </a:lnTo>
                <a:lnTo>
                  <a:pt x="8283" y="496"/>
                </a:lnTo>
                <a:lnTo>
                  <a:pt x="8222" y="528"/>
                </a:lnTo>
                <a:lnTo>
                  <a:pt x="8143" y="576"/>
                </a:lnTo>
                <a:lnTo>
                  <a:pt x="8082" y="608"/>
                </a:lnTo>
                <a:lnTo>
                  <a:pt x="8041" y="560"/>
                </a:lnTo>
                <a:lnTo>
                  <a:pt x="7981" y="528"/>
                </a:lnTo>
                <a:lnTo>
                  <a:pt x="7920" y="528"/>
                </a:lnTo>
                <a:lnTo>
                  <a:pt x="7860" y="544"/>
                </a:lnTo>
                <a:lnTo>
                  <a:pt x="7800" y="560"/>
                </a:lnTo>
                <a:lnTo>
                  <a:pt x="7717" y="560"/>
                </a:lnTo>
                <a:lnTo>
                  <a:pt x="7638" y="544"/>
                </a:lnTo>
                <a:lnTo>
                  <a:pt x="7558" y="528"/>
                </a:lnTo>
                <a:lnTo>
                  <a:pt x="7498" y="512"/>
                </a:lnTo>
                <a:lnTo>
                  <a:pt x="7396" y="528"/>
                </a:lnTo>
                <a:lnTo>
                  <a:pt x="7336" y="544"/>
                </a:lnTo>
                <a:lnTo>
                  <a:pt x="7254" y="560"/>
                </a:lnTo>
                <a:lnTo>
                  <a:pt x="7155" y="592"/>
                </a:lnTo>
                <a:lnTo>
                  <a:pt x="7094" y="576"/>
                </a:lnTo>
                <a:lnTo>
                  <a:pt x="7034" y="544"/>
                </a:lnTo>
                <a:lnTo>
                  <a:pt x="6974" y="512"/>
                </a:lnTo>
                <a:lnTo>
                  <a:pt x="6913" y="528"/>
                </a:lnTo>
                <a:lnTo>
                  <a:pt x="6853" y="528"/>
                </a:lnTo>
                <a:lnTo>
                  <a:pt x="6792" y="528"/>
                </a:lnTo>
                <a:lnTo>
                  <a:pt x="6732" y="528"/>
                </a:lnTo>
                <a:lnTo>
                  <a:pt x="6672" y="528"/>
                </a:lnTo>
                <a:lnTo>
                  <a:pt x="6611" y="528"/>
                </a:lnTo>
                <a:lnTo>
                  <a:pt x="6645" y="1083"/>
                </a:lnTo>
                <a:lnTo>
                  <a:pt x="6529" y="496"/>
                </a:lnTo>
                <a:lnTo>
                  <a:pt x="6469" y="496"/>
                </a:lnTo>
                <a:lnTo>
                  <a:pt x="6408" y="496"/>
                </a:lnTo>
                <a:lnTo>
                  <a:pt x="6348" y="512"/>
                </a:lnTo>
                <a:lnTo>
                  <a:pt x="6268" y="512"/>
                </a:lnTo>
                <a:lnTo>
                  <a:pt x="6208" y="512"/>
                </a:lnTo>
                <a:lnTo>
                  <a:pt x="6147" y="528"/>
                </a:lnTo>
                <a:lnTo>
                  <a:pt x="6087" y="560"/>
                </a:lnTo>
                <a:lnTo>
                  <a:pt x="6027" y="560"/>
                </a:lnTo>
                <a:lnTo>
                  <a:pt x="5966" y="560"/>
                </a:lnTo>
                <a:lnTo>
                  <a:pt x="5906" y="560"/>
                </a:lnTo>
                <a:lnTo>
                  <a:pt x="5843" y="560"/>
                </a:lnTo>
                <a:lnTo>
                  <a:pt x="5783" y="528"/>
                </a:lnTo>
                <a:lnTo>
                  <a:pt x="5703" y="512"/>
                </a:lnTo>
                <a:lnTo>
                  <a:pt x="5643" y="512"/>
                </a:lnTo>
                <a:lnTo>
                  <a:pt x="5582" y="512"/>
                </a:lnTo>
                <a:lnTo>
                  <a:pt x="5503" y="528"/>
                </a:lnTo>
                <a:lnTo>
                  <a:pt x="5442" y="528"/>
                </a:lnTo>
                <a:lnTo>
                  <a:pt x="5360" y="528"/>
                </a:lnTo>
                <a:lnTo>
                  <a:pt x="5300" y="544"/>
                </a:lnTo>
                <a:lnTo>
                  <a:pt x="5220" y="544"/>
                </a:lnTo>
                <a:lnTo>
                  <a:pt x="5160" y="528"/>
                </a:lnTo>
                <a:lnTo>
                  <a:pt x="5099" y="528"/>
                </a:lnTo>
                <a:lnTo>
                  <a:pt x="5017" y="512"/>
                </a:lnTo>
                <a:lnTo>
                  <a:pt x="4957" y="496"/>
                </a:lnTo>
                <a:lnTo>
                  <a:pt x="4896" y="496"/>
                </a:lnTo>
                <a:lnTo>
                  <a:pt x="4836" y="496"/>
                </a:lnTo>
                <a:lnTo>
                  <a:pt x="4776" y="512"/>
                </a:lnTo>
                <a:lnTo>
                  <a:pt x="4715" y="528"/>
                </a:lnTo>
                <a:lnTo>
                  <a:pt x="4655" y="528"/>
                </a:lnTo>
                <a:lnTo>
                  <a:pt x="4575" y="528"/>
                </a:lnTo>
                <a:lnTo>
                  <a:pt x="4515" y="528"/>
                </a:lnTo>
                <a:lnTo>
                  <a:pt x="4454" y="496"/>
                </a:lnTo>
                <a:lnTo>
                  <a:pt x="4394" y="464"/>
                </a:lnTo>
                <a:lnTo>
                  <a:pt x="4334" y="432"/>
                </a:lnTo>
                <a:lnTo>
                  <a:pt x="4251" y="416"/>
                </a:lnTo>
                <a:lnTo>
                  <a:pt x="4191" y="416"/>
                </a:lnTo>
                <a:lnTo>
                  <a:pt x="4099" y="442"/>
                </a:lnTo>
                <a:lnTo>
                  <a:pt x="4070" y="368"/>
                </a:lnTo>
                <a:lnTo>
                  <a:pt x="4007" y="476"/>
                </a:lnTo>
                <a:lnTo>
                  <a:pt x="3950" y="352"/>
                </a:lnTo>
                <a:lnTo>
                  <a:pt x="3913" y="442"/>
                </a:lnTo>
                <a:lnTo>
                  <a:pt x="3829" y="368"/>
                </a:lnTo>
                <a:lnTo>
                  <a:pt x="3768" y="400"/>
                </a:lnTo>
                <a:lnTo>
                  <a:pt x="3708" y="400"/>
                </a:lnTo>
                <a:lnTo>
                  <a:pt x="3648" y="432"/>
                </a:lnTo>
                <a:lnTo>
                  <a:pt x="3587" y="432"/>
                </a:lnTo>
                <a:lnTo>
                  <a:pt x="3527" y="400"/>
                </a:lnTo>
                <a:lnTo>
                  <a:pt x="3447" y="384"/>
                </a:lnTo>
                <a:lnTo>
                  <a:pt x="3387" y="384"/>
                </a:lnTo>
                <a:lnTo>
                  <a:pt x="3305" y="352"/>
                </a:lnTo>
                <a:lnTo>
                  <a:pt x="3243" y="352"/>
                </a:lnTo>
                <a:lnTo>
                  <a:pt x="3183" y="368"/>
                </a:lnTo>
                <a:lnTo>
                  <a:pt x="3122" y="384"/>
                </a:lnTo>
                <a:lnTo>
                  <a:pt x="3062" y="400"/>
                </a:lnTo>
                <a:lnTo>
                  <a:pt x="3002" y="416"/>
                </a:lnTo>
                <a:lnTo>
                  <a:pt x="2941" y="432"/>
                </a:lnTo>
                <a:lnTo>
                  <a:pt x="2881" y="432"/>
                </a:lnTo>
                <a:lnTo>
                  <a:pt x="2821" y="432"/>
                </a:lnTo>
                <a:lnTo>
                  <a:pt x="2760" y="432"/>
                </a:lnTo>
                <a:lnTo>
                  <a:pt x="2680" y="432"/>
                </a:lnTo>
                <a:lnTo>
                  <a:pt x="2620" y="432"/>
                </a:lnTo>
                <a:lnTo>
                  <a:pt x="2560" y="416"/>
                </a:lnTo>
                <a:lnTo>
                  <a:pt x="2499" y="416"/>
                </a:lnTo>
                <a:lnTo>
                  <a:pt x="2439" y="416"/>
                </a:lnTo>
                <a:lnTo>
                  <a:pt x="2357" y="416"/>
                </a:lnTo>
                <a:lnTo>
                  <a:pt x="2296" y="416"/>
                </a:lnTo>
                <a:lnTo>
                  <a:pt x="2236" y="416"/>
                </a:lnTo>
                <a:lnTo>
                  <a:pt x="2176" y="448"/>
                </a:lnTo>
                <a:lnTo>
                  <a:pt x="2115" y="464"/>
                </a:lnTo>
                <a:lnTo>
                  <a:pt x="2055" y="480"/>
                </a:lnTo>
                <a:lnTo>
                  <a:pt x="1995" y="480"/>
                </a:lnTo>
                <a:lnTo>
                  <a:pt x="1934" y="480"/>
                </a:lnTo>
                <a:lnTo>
                  <a:pt x="1874" y="448"/>
                </a:lnTo>
                <a:lnTo>
                  <a:pt x="1813" y="432"/>
                </a:lnTo>
                <a:lnTo>
                  <a:pt x="1753" y="432"/>
                </a:lnTo>
                <a:lnTo>
                  <a:pt x="1693" y="432"/>
                </a:lnTo>
                <a:lnTo>
                  <a:pt x="1591" y="416"/>
                </a:lnTo>
                <a:lnTo>
                  <a:pt x="1531" y="416"/>
                </a:lnTo>
                <a:lnTo>
                  <a:pt x="1470" y="448"/>
                </a:lnTo>
                <a:lnTo>
                  <a:pt x="1410" y="480"/>
                </a:lnTo>
                <a:lnTo>
                  <a:pt x="1350" y="512"/>
                </a:lnTo>
                <a:lnTo>
                  <a:pt x="1289" y="528"/>
                </a:lnTo>
                <a:lnTo>
                  <a:pt x="1229" y="528"/>
                </a:lnTo>
                <a:lnTo>
                  <a:pt x="1169" y="512"/>
                </a:lnTo>
                <a:lnTo>
                  <a:pt x="1108" y="496"/>
                </a:lnTo>
                <a:lnTo>
                  <a:pt x="1048" y="496"/>
                </a:lnTo>
                <a:lnTo>
                  <a:pt x="987" y="480"/>
                </a:lnTo>
                <a:lnTo>
                  <a:pt x="927" y="480"/>
                </a:lnTo>
                <a:lnTo>
                  <a:pt x="867" y="480"/>
                </a:lnTo>
                <a:lnTo>
                  <a:pt x="784" y="480"/>
                </a:lnTo>
                <a:lnTo>
                  <a:pt x="705" y="480"/>
                </a:lnTo>
                <a:lnTo>
                  <a:pt x="644" y="480"/>
                </a:lnTo>
                <a:lnTo>
                  <a:pt x="584" y="480"/>
                </a:lnTo>
                <a:lnTo>
                  <a:pt x="524" y="496"/>
                </a:lnTo>
                <a:lnTo>
                  <a:pt x="463" y="496"/>
                </a:lnTo>
                <a:lnTo>
                  <a:pt x="403" y="496"/>
                </a:lnTo>
                <a:lnTo>
                  <a:pt x="342" y="512"/>
                </a:lnTo>
                <a:lnTo>
                  <a:pt x="282" y="528"/>
                </a:lnTo>
                <a:lnTo>
                  <a:pt x="222" y="544"/>
                </a:lnTo>
                <a:lnTo>
                  <a:pt x="140" y="576"/>
                </a:lnTo>
                <a:lnTo>
                  <a:pt x="60" y="592"/>
                </a:lnTo>
                <a:lnTo>
                  <a:pt x="0" y="624"/>
                </a:lnTo>
                <a:lnTo>
                  <a:pt x="0" y="125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438120" y="228600"/>
            <a:ext cx="3924360" cy="299880"/>
          </a:xfrm>
          <a:prstGeom prst="rect">
            <a:avLst/>
          </a:prstGeom>
          <a:solidFill>
            <a:srgbClr val="DDDDDD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FF"/>
                </a:solidFill>
                <a:effectLst/>
                <a:uFillTx/>
                <a:latin typeface="Courier New"/>
                <a:ea typeface="Courier New"/>
              </a:rPr>
              <a:t>Tim   John  </a:t>
            </a:r>
            <a:r>
              <a:rPr lang="en-US" sz="18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Roberts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/>
          <p:nvPr/>
        </p:nvSpPr>
        <p:spPr>
          <a:xfrm>
            <a:off x="4351320" y="495360"/>
            <a:ext cx="159120" cy="228960"/>
          </a:xfrm>
          <a:custGeom>
            <a:avLst/>
            <a:gdLst/>
            <a:ahLst/>
            <a:rect l="0" t="0" r="r" b="b"/>
            <a:pathLst>
              <a:path w="442" h="636">
                <a:moveTo>
                  <a:pt x="0" y="211"/>
                </a:moveTo>
                <a:lnTo>
                  <a:pt x="0" y="423"/>
                </a:lnTo>
                <a:lnTo>
                  <a:pt x="309" y="423"/>
                </a:lnTo>
                <a:lnTo>
                  <a:pt x="309" y="636"/>
                </a:lnTo>
                <a:lnTo>
                  <a:pt x="442" y="317"/>
                </a:lnTo>
                <a:lnTo>
                  <a:pt x="309" y="0"/>
                </a:lnTo>
                <a:lnTo>
                  <a:pt x="309" y="211"/>
                </a:lnTo>
                <a:lnTo>
                  <a:pt x="0" y="211"/>
                </a:lnTo>
                <a:close/>
              </a:path>
            </a:pathLst>
          </a:custGeom>
          <a:solidFill>
            <a:srgbClr val="66FF33"/>
          </a:solidFill>
          <a:ln w="12600">
            <a:solidFill>
              <a:srgbClr val="676767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3095640" y="1743120"/>
            <a:ext cx="1523880" cy="657360"/>
          </a:xfrm>
          <a:prstGeom prst="roundRect">
            <a:avLst/>
          </a:prstGeom>
          <a:solidFill>
            <a:srgbClr val="DDDDDD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2867040" y="723960"/>
            <a:ext cx="1486080" cy="295200"/>
          </a:xfrm>
          <a:prstGeom prst="rect">
            <a:avLst/>
          </a:prstGeom>
          <a:solidFill>
            <a:srgbClr val="DDDDDD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Roberts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 txBox="1"/>
          <p:nvPr/>
        </p:nvSpPr>
        <p:spPr>
          <a:xfrm>
            <a:off x="55440" y="9360"/>
            <a:ext cx="4695840" cy="360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OldName  PIC X(80).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TempName PIC X(16).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UnstrPtr PIC 99 VALUE 1.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NameProcessed VALUE 81.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ProcessName.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ACCEPT OldName.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PERFORM UNTIL NameProcessed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UNSTRING OldName DELIMITED BY ALL SPACES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INTO TempName WITH POINTER UnstrPtr</a:t>
            </a:r>
            <a:br>
              <a:rPr sz="12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END-UNSTRING</a:t>
            </a:r>
            <a:br>
              <a:rPr sz="1200"/>
            </a:br>
            <a:r>
              <a:rPr lang="en-US" sz="12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  Display TempName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END-PERFORM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STOP RUN.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/>
          <p:nvPr/>
        </p:nvSpPr>
        <p:spPr>
          <a:xfrm>
            <a:off x="14400" y="1495440"/>
            <a:ext cx="4737600" cy="495720"/>
          </a:xfrm>
          <a:custGeom>
            <a:avLst/>
            <a:gdLst/>
            <a:ahLst/>
            <a:rect l="0" t="0" r="r" b="b"/>
            <a:pathLst>
              <a:path w="13160" h="1377">
                <a:moveTo>
                  <a:pt x="0" y="125"/>
                </a:moveTo>
                <a:lnTo>
                  <a:pt x="120" y="95"/>
                </a:lnTo>
                <a:lnTo>
                  <a:pt x="222" y="111"/>
                </a:lnTo>
                <a:lnTo>
                  <a:pt x="282" y="111"/>
                </a:lnTo>
                <a:lnTo>
                  <a:pt x="362" y="111"/>
                </a:lnTo>
                <a:lnTo>
                  <a:pt x="422" y="95"/>
                </a:lnTo>
                <a:lnTo>
                  <a:pt x="483" y="79"/>
                </a:lnTo>
                <a:lnTo>
                  <a:pt x="565" y="79"/>
                </a:lnTo>
                <a:lnTo>
                  <a:pt x="644" y="47"/>
                </a:lnTo>
                <a:lnTo>
                  <a:pt x="705" y="47"/>
                </a:lnTo>
                <a:lnTo>
                  <a:pt x="765" y="47"/>
                </a:lnTo>
                <a:lnTo>
                  <a:pt x="845" y="47"/>
                </a:lnTo>
                <a:lnTo>
                  <a:pt x="905" y="47"/>
                </a:lnTo>
                <a:lnTo>
                  <a:pt x="966" y="79"/>
                </a:lnTo>
                <a:lnTo>
                  <a:pt x="1048" y="95"/>
                </a:lnTo>
                <a:lnTo>
                  <a:pt x="1089" y="143"/>
                </a:lnTo>
                <a:lnTo>
                  <a:pt x="1169" y="159"/>
                </a:lnTo>
                <a:lnTo>
                  <a:pt x="1229" y="191"/>
                </a:lnTo>
                <a:lnTo>
                  <a:pt x="1289" y="207"/>
                </a:lnTo>
                <a:lnTo>
                  <a:pt x="1369" y="207"/>
                </a:lnTo>
                <a:lnTo>
                  <a:pt x="1429" y="207"/>
                </a:lnTo>
                <a:lnTo>
                  <a:pt x="1490" y="207"/>
                </a:lnTo>
                <a:lnTo>
                  <a:pt x="1550" y="207"/>
                </a:lnTo>
                <a:lnTo>
                  <a:pt x="1611" y="207"/>
                </a:lnTo>
                <a:lnTo>
                  <a:pt x="1671" y="207"/>
                </a:lnTo>
                <a:lnTo>
                  <a:pt x="1734" y="191"/>
                </a:lnTo>
                <a:lnTo>
                  <a:pt x="1794" y="191"/>
                </a:lnTo>
                <a:lnTo>
                  <a:pt x="1893" y="191"/>
                </a:lnTo>
                <a:lnTo>
                  <a:pt x="1975" y="207"/>
                </a:lnTo>
                <a:lnTo>
                  <a:pt x="2055" y="207"/>
                </a:lnTo>
                <a:lnTo>
                  <a:pt x="2135" y="223"/>
                </a:lnTo>
                <a:lnTo>
                  <a:pt x="2195" y="239"/>
                </a:lnTo>
                <a:lnTo>
                  <a:pt x="2255" y="255"/>
                </a:lnTo>
                <a:lnTo>
                  <a:pt x="2316" y="271"/>
                </a:lnTo>
                <a:lnTo>
                  <a:pt x="2376" y="271"/>
                </a:lnTo>
                <a:lnTo>
                  <a:pt x="2458" y="287"/>
                </a:lnTo>
                <a:lnTo>
                  <a:pt x="2519" y="287"/>
                </a:lnTo>
                <a:lnTo>
                  <a:pt x="2620" y="287"/>
                </a:lnTo>
                <a:lnTo>
                  <a:pt x="2700" y="287"/>
                </a:lnTo>
                <a:lnTo>
                  <a:pt x="2780" y="287"/>
                </a:lnTo>
                <a:lnTo>
                  <a:pt x="2840" y="287"/>
                </a:lnTo>
                <a:lnTo>
                  <a:pt x="2900" y="287"/>
                </a:lnTo>
                <a:lnTo>
                  <a:pt x="3002" y="287"/>
                </a:lnTo>
                <a:lnTo>
                  <a:pt x="3103" y="271"/>
                </a:lnTo>
                <a:lnTo>
                  <a:pt x="3183" y="271"/>
                </a:lnTo>
                <a:lnTo>
                  <a:pt x="3265" y="271"/>
                </a:lnTo>
                <a:lnTo>
                  <a:pt x="3346" y="271"/>
                </a:lnTo>
                <a:lnTo>
                  <a:pt x="3406" y="271"/>
                </a:lnTo>
                <a:lnTo>
                  <a:pt x="3466" y="271"/>
                </a:lnTo>
                <a:lnTo>
                  <a:pt x="3527" y="271"/>
                </a:lnTo>
                <a:lnTo>
                  <a:pt x="3587" y="287"/>
                </a:lnTo>
                <a:lnTo>
                  <a:pt x="3648" y="287"/>
                </a:lnTo>
                <a:lnTo>
                  <a:pt x="3662" y="195"/>
                </a:lnTo>
                <a:lnTo>
                  <a:pt x="3809" y="303"/>
                </a:lnTo>
                <a:lnTo>
                  <a:pt x="3901" y="113"/>
                </a:lnTo>
                <a:lnTo>
                  <a:pt x="3991" y="287"/>
                </a:lnTo>
                <a:lnTo>
                  <a:pt x="4070" y="287"/>
                </a:lnTo>
                <a:lnTo>
                  <a:pt x="4152" y="287"/>
                </a:lnTo>
                <a:lnTo>
                  <a:pt x="4213" y="287"/>
                </a:lnTo>
                <a:lnTo>
                  <a:pt x="4273" y="287"/>
                </a:lnTo>
                <a:lnTo>
                  <a:pt x="4334" y="287"/>
                </a:lnTo>
                <a:lnTo>
                  <a:pt x="4445" y="229"/>
                </a:lnTo>
                <a:lnTo>
                  <a:pt x="4474" y="303"/>
                </a:lnTo>
                <a:lnTo>
                  <a:pt x="4556" y="303"/>
                </a:lnTo>
                <a:lnTo>
                  <a:pt x="4635" y="319"/>
                </a:lnTo>
                <a:lnTo>
                  <a:pt x="4715" y="335"/>
                </a:lnTo>
                <a:lnTo>
                  <a:pt x="4797" y="335"/>
                </a:lnTo>
                <a:lnTo>
                  <a:pt x="4858" y="335"/>
                </a:lnTo>
                <a:lnTo>
                  <a:pt x="4957" y="352"/>
                </a:lnTo>
                <a:lnTo>
                  <a:pt x="5077" y="368"/>
                </a:lnTo>
                <a:lnTo>
                  <a:pt x="5138" y="368"/>
                </a:lnTo>
                <a:lnTo>
                  <a:pt x="5201" y="368"/>
                </a:lnTo>
                <a:lnTo>
                  <a:pt x="5280" y="368"/>
                </a:lnTo>
                <a:lnTo>
                  <a:pt x="5341" y="368"/>
                </a:lnTo>
                <a:lnTo>
                  <a:pt x="5401" y="368"/>
                </a:lnTo>
                <a:lnTo>
                  <a:pt x="5462" y="368"/>
                </a:lnTo>
                <a:lnTo>
                  <a:pt x="5662" y="368"/>
                </a:lnTo>
                <a:lnTo>
                  <a:pt x="5865" y="368"/>
                </a:lnTo>
                <a:lnTo>
                  <a:pt x="6065" y="368"/>
                </a:lnTo>
                <a:lnTo>
                  <a:pt x="6147" y="368"/>
                </a:lnTo>
                <a:lnTo>
                  <a:pt x="6227" y="368"/>
                </a:lnTo>
                <a:lnTo>
                  <a:pt x="6307" y="368"/>
                </a:lnTo>
                <a:lnTo>
                  <a:pt x="6367" y="352"/>
                </a:lnTo>
                <a:lnTo>
                  <a:pt x="6631" y="239"/>
                </a:lnTo>
                <a:lnTo>
                  <a:pt x="6672" y="287"/>
                </a:lnTo>
                <a:lnTo>
                  <a:pt x="6710" y="352"/>
                </a:lnTo>
                <a:lnTo>
                  <a:pt x="6792" y="368"/>
                </a:lnTo>
                <a:lnTo>
                  <a:pt x="6853" y="352"/>
                </a:lnTo>
                <a:lnTo>
                  <a:pt x="6913" y="352"/>
                </a:lnTo>
                <a:lnTo>
                  <a:pt x="6974" y="335"/>
                </a:lnTo>
                <a:lnTo>
                  <a:pt x="7034" y="352"/>
                </a:lnTo>
                <a:lnTo>
                  <a:pt x="7114" y="368"/>
                </a:lnTo>
                <a:lnTo>
                  <a:pt x="7174" y="368"/>
                </a:lnTo>
                <a:lnTo>
                  <a:pt x="7234" y="384"/>
                </a:lnTo>
                <a:lnTo>
                  <a:pt x="7295" y="384"/>
                </a:lnTo>
                <a:lnTo>
                  <a:pt x="7355" y="384"/>
                </a:lnTo>
                <a:lnTo>
                  <a:pt x="7416" y="384"/>
                </a:lnTo>
                <a:lnTo>
                  <a:pt x="7476" y="384"/>
                </a:lnTo>
                <a:lnTo>
                  <a:pt x="7536" y="368"/>
                </a:lnTo>
                <a:lnTo>
                  <a:pt x="7597" y="368"/>
                </a:lnTo>
                <a:lnTo>
                  <a:pt x="7679" y="368"/>
                </a:lnTo>
                <a:lnTo>
                  <a:pt x="7758" y="352"/>
                </a:lnTo>
                <a:lnTo>
                  <a:pt x="7819" y="335"/>
                </a:lnTo>
                <a:lnTo>
                  <a:pt x="7879" y="335"/>
                </a:lnTo>
                <a:lnTo>
                  <a:pt x="7959" y="335"/>
                </a:lnTo>
                <a:lnTo>
                  <a:pt x="8022" y="319"/>
                </a:lnTo>
                <a:lnTo>
                  <a:pt x="8082" y="335"/>
                </a:lnTo>
                <a:lnTo>
                  <a:pt x="8143" y="384"/>
                </a:lnTo>
                <a:lnTo>
                  <a:pt x="8203" y="400"/>
                </a:lnTo>
                <a:lnTo>
                  <a:pt x="8283" y="400"/>
                </a:lnTo>
                <a:lnTo>
                  <a:pt x="8343" y="400"/>
                </a:lnTo>
                <a:lnTo>
                  <a:pt x="8403" y="400"/>
                </a:lnTo>
                <a:lnTo>
                  <a:pt x="8483" y="400"/>
                </a:lnTo>
                <a:lnTo>
                  <a:pt x="8565" y="384"/>
                </a:lnTo>
                <a:lnTo>
                  <a:pt x="8645" y="368"/>
                </a:lnTo>
                <a:lnTo>
                  <a:pt x="8727" y="368"/>
                </a:lnTo>
                <a:lnTo>
                  <a:pt x="8787" y="352"/>
                </a:lnTo>
                <a:lnTo>
                  <a:pt x="8867" y="352"/>
                </a:lnTo>
                <a:lnTo>
                  <a:pt x="8927" y="335"/>
                </a:lnTo>
                <a:lnTo>
                  <a:pt x="8988" y="335"/>
                </a:lnTo>
                <a:lnTo>
                  <a:pt x="9048" y="335"/>
                </a:lnTo>
                <a:lnTo>
                  <a:pt x="9290" y="335"/>
                </a:lnTo>
                <a:lnTo>
                  <a:pt x="9350" y="335"/>
                </a:lnTo>
                <a:lnTo>
                  <a:pt x="9432" y="335"/>
                </a:lnTo>
                <a:lnTo>
                  <a:pt x="9493" y="335"/>
                </a:lnTo>
                <a:lnTo>
                  <a:pt x="9553" y="319"/>
                </a:lnTo>
                <a:lnTo>
                  <a:pt x="9633" y="287"/>
                </a:lnTo>
                <a:lnTo>
                  <a:pt x="9734" y="271"/>
                </a:lnTo>
                <a:lnTo>
                  <a:pt x="9795" y="255"/>
                </a:lnTo>
                <a:lnTo>
                  <a:pt x="9855" y="223"/>
                </a:lnTo>
                <a:lnTo>
                  <a:pt x="9916" y="207"/>
                </a:lnTo>
                <a:lnTo>
                  <a:pt x="9977" y="175"/>
                </a:lnTo>
                <a:lnTo>
                  <a:pt x="10037" y="175"/>
                </a:lnTo>
                <a:lnTo>
                  <a:pt x="10097" y="191"/>
                </a:lnTo>
                <a:lnTo>
                  <a:pt x="10199" y="207"/>
                </a:lnTo>
                <a:lnTo>
                  <a:pt x="10259" y="207"/>
                </a:lnTo>
                <a:lnTo>
                  <a:pt x="10358" y="239"/>
                </a:lnTo>
                <a:lnTo>
                  <a:pt x="10440" y="255"/>
                </a:lnTo>
                <a:lnTo>
                  <a:pt x="10501" y="255"/>
                </a:lnTo>
                <a:lnTo>
                  <a:pt x="10561" y="255"/>
                </a:lnTo>
                <a:lnTo>
                  <a:pt x="10622" y="239"/>
                </a:lnTo>
                <a:lnTo>
                  <a:pt x="10701" y="239"/>
                </a:lnTo>
                <a:lnTo>
                  <a:pt x="10762" y="223"/>
                </a:lnTo>
                <a:lnTo>
                  <a:pt x="10844" y="223"/>
                </a:lnTo>
                <a:lnTo>
                  <a:pt x="10943" y="223"/>
                </a:lnTo>
                <a:lnTo>
                  <a:pt x="11003" y="223"/>
                </a:lnTo>
                <a:lnTo>
                  <a:pt x="11064" y="239"/>
                </a:lnTo>
                <a:lnTo>
                  <a:pt x="11124" y="239"/>
                </a:lnTo>
                <a:lnTo>
                  <a:pt x="11184" y="255"/>
                </a:lnTo>
                <a:lnTo>
                  <a:pt x="11245" y="255"/>
                </a:lnTo>
                <a:lnTo>
                  <a:pt x="11327" y="255"/>
                </a:lnTo>
                <a:lnTo>
                  <a:pt x="11426" y="239"/>
                </a:lnTo>
                <a:lnTo>
                  <a:pt x="11527" y="239"/>
                </a:lnTo>
                <a:lnTo>
                  <a:pt x="11588" y="239"/>
                </a:lnTo>
                <a:lnTo>
                  <a:pt x="11670" y="223"/>
                </a:lnTo>
                <a:lnTo>
                  <a:pt x="11730" y="207"/>
                </a:lnTo>
                <a:lnTo>
                  <a:pt x="11791" y="175"/>
                </a:lnTo>
                <a:lnTo>
                  <a:pt x="11851" y="159"/>
                </a:lnTo>
                <a:lnTo>
                  <a:pt x="11931" y="143"/>
                </a:lnTo>
                <a:lnTo>
                  <a:pt x="12010" y="143"/>
                </a:lnTo>
                <a:lnTo>
                  <a:pt x="12093" y="127"/>
                </a:lnTo>
                <a:lnTo>
                  <a:pt x="12153" y="111"/>
                </a:lnTo>
                <a:lnTo>
                  <a:pt x="12233" y="95"/>
                </a:lnTo>
                <a:lnTo>
                  <a:pt x="12293" y="79"/>
                </a:lnTo>
                <a:lnTo>
                  <a:pt x="12353" y="63"/>
                </a:lnTo>
                <a:lnTo>
                  <a:pt x="12576" y="0"/>
                </a:lnTo>
                <a:lnTo>
                  <a:pt x="12677" y="31"/>
                </a:lnTo>
                <a:lnTo>
                  <a:pt x="12716" y="79"/>
                </a:lnTo>
                <a:lnTo>
                  <a:pt x="12776" y="95"/>
                </a:lnTo>
                <a:lnTo>
                  <a:pt x="12839" y="95"/>
                </a:lnTo>
                <a:lnTo>
                  <a:pt x="12938" y="79"/>
                </a:lnTo>
                <a:lnTo>
                  <a:pt x="12998" y="63"/>
                </a:lnTo>
                <a:lnTo>
                  <a:pt x="13059" y="31"/>
                </a:lnTo>
                <a:lnTo>
                  <a:pt x="13160" y="19"/>
                </a:lnTo>
                <a:lnTo>
                  <a:pt x="13160" y="1377"/>
                </a:lnTo>
                <a:lnTo>
                  <a:pt x="12938" y="1297"/>
                </a:lnTo>
                <a:lnTo>
                  <a:pt x="12899" y="1249"/>
                </a:lnTo>
                <a:lnTo>
                  <a:pt x="12878" y="1201"/>
                </a:lnTo>
                <a:lnTo>
                  <a:pt x="12858" y="1153"/>
                </a:lnTo>
                <a:lnTo>
                  <a:pt x="12798" y="1121"/>
                </a:lnTo>
                <a:lnTo>
                  <a:pt x="12737" y="1121"/>
                </a:lnTo>
                <a:lnTo>
                  <a:pt x="12677" y="1169"/>
                </a:lnTo>
                <a:lnTo>
                  <a:pt x="12617" y="1121"/>
                </a:lnTo>
                <a:lnTo>
                  <a:pt x="12556" y="1137"/>
                </a:lnTo>
                <a:lnTo>
                  <a:pt x="12474" y="1169"/>
                </a:lnTo>
                <a:lnTo>
                  <a:pt x="12436" y="1121"/>
                </a:lnTo>
                <a:lnTo>
                  <a:pt x="12375" y="1105"/>
                </a:lnTo>
                <a:lnTo>
                  <a:pt x="12315" y="1073"/>
                </a:lnTo>
                <a:lnTo>
                  <a:pt x="12274" y="1024"/>
                </a:lnTo>
                <a:lnTo>
                  <a:pt x="12213" y="976"/>
                </a:lnTo>
                <a:lnTo>
                  <a:pt x="12153" y="928"/>
                </a:lnTo>
                <a:lnTo>
                  <a:pt x="12112" y="880"/>
                </a:lnTo>
                <a:lnTo>
                  <a:pt x="12051" y="912"/>
                </a:lnTo>
                <a:lnTo>
                  <a:pt x="11991" y="880"/>
                </a:lnTo>
                <a:lnTo>
                  <a:pt x="11991" y="832"/>
                </a:lnTo>
                <a:lnTo>
                  <a:pt x="11950" y="768"/>
                </a:lnTo>
                <a:lnTo>
                  <a:pt x="11911" y="704"/>
                </a:lnTo>
                <a:lnTo>
                  <a:pt x="11890" y="656"/>
                </a:lnTo>
                <a:lnTo>
                  <a:pt x="11829" y="624"/>
                </a:lnTo>
                <a:lnTo>
                  <a:pt x="11750" y="656"/>
                </a:lnTo>
                <a:lnTo>
                  <a:pt x="11709" y="592"/>
                </a:lnTo>
                <a:lnTo>
                  <a:pt x="11670" y="544"/>
                </a:lnTo>
                <a:lnTo>
                  <a:pt x="11609" y="528"/>
                </a:lnTo>
                <a:lnTo>
                  <a:pt x="11568" y="480"/>
                </a:lnTo>
                <a:lnTo>
                  <a:pt x="11508" y="480"/>
                </a:lnTo>
                <a:lnTo>
                  <a:pt x="11448" y="480"/>
                </a:lnTo>
                <a:lnTo>
                  <a:pt x="11387" y="464"/>
                </a:lnTo>
                <a:lnTo>
                  <a:pt x="11305" y="432"/>
                </a:lnTo>
                <a:lnTo>
                  <a:pt x="11245" y="432"/>
                </a:lnTo>
                <a:lnTo>
                  <a:pt x="11184" y="432"/>
                </a:lnTo>
                <a:lnTo>
                  <a:pt x="11105" y="416"/>
                </a:lnTo>
                <a:lnTo>
                  <a:pt x="11044" y="400"/>
                </a:lnTo>
                <a:lnTo>
                  <a:pt x="11003" y="352"/>
                </a:lnTo>
                <a:lnTo>
                  <a:pt x="10943" y="352"/>
                </a:lnTo>
                <a:lnTo>
                  <a:pt x="10882" y="368"/>
                </a:lnTo>
                <a:lnTo>
                  <a:pt x="10863" y="416"/>
                </a:lnTo>
                <a:lnTo>
                  <a:pt x="10803" y="464"/>
                </a:lnTo>
                <a:lnTo>
                  <a:pt x="10742" y="480"/>
                </a:lnTo>
                <a:lnTo>
                  <a:pt x="10863" y="928"/>
                </a:lnTo>
                <a:lnTo>
                  <a:pt x="10783" y="912"/>
                </a:lnTo>
                <a:lnTo>
                  <a:pt x="10721" y="880"/>
                </a:lnTo>
                <a:lnTo>
                  <a:pt x="10660" y="832"/>
                </a:lnTo>
                <a:lnTo>
                  <a:pt x="10097" y="528"/>
                </a:lnTo>
                <a:lnTo>
                  <a:pt x="10037" y="496"/>
                </a:lnTo>
                <a:lnTo>
                  <a:pt x="9977" y="464"/>
                </a:lnTo>
                <a:lnTo>
                  <a:pt x="9936" y="416"/>
                </a:lnTo>
                <a:lnTo>
                  <a:pt x="9875" y="400"/>
                </a:lnTo>
                <a:lnTo>
                  <a:pt x="9814" y="432"/>
                </a:lnTo>
                <a:lnTo>
                  <a:pt x="9773" y="480"/>
                </a:lnTo>
                <a:lnTo>
                  <a:pt x="9693" y="528"/>
                </a:lnTo>
                <a:lnTo>
                  <a:pt x="9633" y="544"/>
                </a:lnTo>
                <a:lnTo>
                  <a:pt x="9572" y="544"/>
                </a:lnTo>
                <a:lnTo>
                  <a:pt x="9512" y="512"/>
                </a:lnTo>
                <a:lnTo>
                  <a:pt x="9452" y="496"/>
                </a:lnTo>
                <a:lnTo>
                  <a:pt x="9391" y="528"/>
                </a:lnTo>
                <a:lnTo>
                  <a:pt x="9331" y="480"/>
                </a:lnTo>
                <a:lnTo>
                  <a:pt x="9270" y="496"/>
                </a:lnTo>
                <a:lnTo>
                  <a:pt x="9210" y="528"/>
                </a:lnTo>
                <a:lnTo>
                  <a:pt x="9150" y="496"/>
                </a:lnTo>
                <a:lnTo>
                  <a:pt x="9089" y="480"/>
                </a:lnTo>
                <a:lnTo>
                  <a:pt x="9029" y="480"/>
                </a:lnTo>
                <a:lnTo>
                  <a:pt x="8969" y="496"/>
                </a:lnTo>
                <a:lnTo>
                  <a:pt x="8908" y="496"/>
                </a:lnTo>
                <a:lnTo>
                  <a:pt x="8848" y="480"/>
                </a:lnTo>
                <a:lnTo>
                  <a:pt x="8766" y="496"/>
                </a:lnTo>
                <a:lnTo>
                  <a:pt x="8686" y="528"/>
                </a:lnTo>
                <a:lnTo>
                  <a:pt x="8626" y="528"/>
                </a:lnTo>
                <a:lnTo>
                  <a:pt x="8543" y="544"/>
                </a:lnTo>
                <a:lnTo>
                  <a:pt x="8483" y="544"/>
                </a:lnTo>
                <a:lnTo>
                  <a:pt x="8403" y="512"/>
                </a:lnTo>
                <a:lnTo>
                  <a:pt x="8343" y="496"/>
                </a:lnTo>
                <a:lnTo>
                  <a:pt x="8283" y="496"/>
                </a:lnTo>
                <a:lnTo>
                  <a:pt x="8222" y="528"/>
                </a:lnTo>
                <a:lnTo>
                  <a:pt x="8143" y="576"/>
                </a:lnTo>
                <a:lnTo>
                  <a:pt x="8082" y="608"/>
                </a:lnTo>
                <a:lnTo>
                  <a:pt x="8041" y="560"/>
                </a:lnTo>
                <a:lnTo>
                  <a:pt x="7981" y="528"/>
                </a:lnTo>
                <a:lnTo>
                  <a:pt x="7920" y="528"/>
                </a:lnTo>
                <a:lnTo>
                  <a:pt x="7860" y="544"/>
                </a:lnTo>
                <a:lnTo>
                  <a:pt x="7800" y="560"/>
                </a:lnTo>
                <a:lnTo>
                  <a:pt x="7717" y="560"/>
                </a:lnTo>
                <a:lnTo>
                  <a:pt x="7638" y="544"/>
                </a:lnTo>
                <a:lnTo>
                  <a:pt x="7558" y="528"/>
                </a:lnTo>
                <a:lnTo>
                  <a:pt x="7498" y="512"/>
                </a:lnTo>
                <a:lnTo>
                  <a:pt x="7396" y="528"/>
                </a:lnTo>
                <a:lnTo>
                  <a:pt x="7336" y="544"/>
                </a:lnTo>
                <a:lnTo>
                  <a:pt x="7254" y="560"/>
                </a:lnTo>
                <a:lnTo>
                  <a:pt x="7155" y="592"/>
                </a:lnTo>
                <a:lnTo>
                  <a:pt x="7094" y="576"/>
                </a:lnTo>
                <a:lnTo>
                  <a:pt x="7034" y="544"/>
                </a:lnTo>
                <a:lnTo>
                  <a:pt x="6974" y="512"/>
                </a:lnTo>
                <a:lnTo>
                  <a:pt x="6913" y="528"/>
                </a:lnTo>
                <a:lnTo>
                  <a:pt x="6853" y="528"/>
                </a:lnTo>
                <a:lnTo>
                  <a:pt x="6792" y="528"/>
                </a:lnTo>
                <a:lnTo>
                  <a:pt x="6732" y="528"/>
                </a:lnTo>
                <a:lnTo>
                  <a:pt x="6672" y="528"/>
                </a:lnTo>
                <a:lnTo>
                  <a:pt x="6611" y="528"/>
                </a:lnTo>
                <a:lnTo>
                  <a:pt x="6645" y="1083"/>
                </a:lnTo>
                <a:lnTo>
                  <a:pt x="6529" y="496"/>
                </a:lnTo>
                <a:lnTo>
                  <a:pt x="6469" y="496"/>
                </a:lnTo>
                <a:lnTo>
                  <a:pt x="6408" y="496"/>
                </a:lnTo>
                <a:lnTo>
                  <a:pt x="6348" y="512"/>
                </a:lnTo>
                <a:lnTo>
                  <a:pt x="6268" y="512"/>
                </a:lnTo>
                <a:lnTo>
                  <a:pt x="6208" y="512"/>
                </a:lnTo>
                <a:lnTo>
                  <a:pt x="6147" y="528"/>
                </a:lnTo>
                <a:lnTo>
                  <a:pt x="6087" y="560"/>
                </a:lnTo>
                <a:lnTo>
                  <a:pt x="6027" y="560"/>
                </a:lnTo>
                <a:lnTo>
                  <a:pt x="5966" y="560"/>
                </a:lnTo>
                <a:lnTo>
                  <a:pt x="5906" y="560"/>
                </a:lnTo>
                <a:lnTo>
                  <a:pt x="5843" y="560"/>
                </a:lnTo>
                <a:lnTo>
                  <a:pt x="5783" y="528"/>
                </a:lnTo>
                <a:lnTo>
                  <a:pt x="5703" y="512"/>
                </a:lnTo>
                <a:lnTo>
                  <a:pt x="5643" y="512"/>
                </a:lnTo>
                <a:lnTo>
                  <a:pt x="5582" y="512"/>
                </a:lnTo>
                <a:lnTo>
                  <a:pt x="5503" y="528"/>
                </a:lnTo>
                <a:lnTo>
                  <a:pt x="5442" y="528"/>
                </a:lnTo>
                <a:lnTo>
                  <a:pt x="5360" y="528"/>
                </a:lnTo>
                <a:lnTo>
                  <a:pt x="5300" y="544"/>
                </a:lnTo>
                <a:lnTo>
                  <a:pt x="5220" y="544"/>
                </a:lnTo>
                <a:lnTo>
                  <a:pt x="5160" y="528"/>
                </a:lnTo>
                <a:lnTo>
                  <a:pt x="5099" y="528"/>
                </a:lnTo>
                <a:lnTo>
                  <a:pt x="5017" y="512"/>
                </a:lnTo>
                <a:lnTo>
                  <a:pt x="4957" y="496"/>
                </a:lnTo>
                <a:lnTo>
                  <a:pt x="4896" y="496"/>
                </a:lnTo>
                <a:lnTo>
                  <a:pt x="4836" y="496"/>
                </a:lnTo>
                <a:lnTo>
                  <a:pt x="4776" y="512"/>
                </a:lnTo>
                <a:lnTo>
                  <a:pt x="4715" y="528"/>
                </a:lnTo>
                <a:lnTo>
                  <a:pt x="4655" y="528"/>
                </a:lnTo>
                <a:lnTo>
                  <a:pt x="4575" y="528"/>
                </a:lnTo>
                <a:lnTo>
                  <a:pt x="4515" y="528"/>
                </a:lnTo>
                <a:lnTo>
                  <a:pt x="4454" y="496"/>
                </a:lnTo>
                <a:lnTo>
                  <a:pt x="4394" y="464"/>
                </a:lnTo>
                <a:lnTo>
                  <a:pt x="4334" y="432"/>
                </a:lnTo>
                <a:lnTo>
                  <a:pt x="4251" y="416"/>
                </a:lnTo>
                <a:lnTo>
                  <a:pt x="4191" y="416"/>
                </a:lnTo>
                <a:lnTo>
                  <a:pt x="4099" y="442"/>
                </a:lnTo>
                <a:lnTo>
                  <a:pt x="4070" y="368"/>
                </a:lnTo>
                <a:lnTo>
                  <a:pt x="4007" y="476"/>
                </a:lnTo>
                <a:lnTo>
                  <a:pt x="3950" y="352"/>
                </a:lnTo>
                <a:lnTo>
                  <a:pt x="3913" y="442"/>
                </a:lnTo>
                <a:lnTo>
                  <a:pt x="3829" y="368"/>
                </a:lnTo>
                <a:lnTo>
                  <a:pt x="3768" y="400"/>
                </a:lnTo>
                <a:lnTo>
                  <a:pt x="3708" y="400"/>
                </a:lnTo>
                <a:lnTo>
                  <a:pt x="3648" y="432"/>
                </a:lnTo>
                <a:lnTo>
                  <a:pt x="3587" y="432"/>
                </a:lnTo>
                <a:lnTo>
                  <a:pt x="3527" y="400"/>
                </a:lnTo>
                <a:lnTo>
                  <a:pt x="3447" y="384"/>
                </a:lnTo>
                <a:lnTo>
                  <a:pt x="3387" y="384"/>
                </a:lnTo>
                <a:lnTo>
                  <a:pt x="3305" y="352"/>
                </a:lnTo>
                <a:lnTo>
                  <a:pt x="3243" y="352"/>
                </a:lnTo>
                <a:lnTo>
                  <a:pt x="3183" y="368"/>
                </a:lnTo>
                <a:lnTo>
                  <a:pt x="3122" y="384"/>
                </a:lnTo>
                <a:lnTo>
                  <a:pt x="3062" y="400"/>
                </a:lnTo>
                <a:lnTo>
                  <a:pt x="3002" y="416"/>
                </a:lnTo>
                <a:lnTo>
                  <a:pt x="2941" y="432"/>
                </a:lnTo>
                <a:lnTo>
                  <a:pt x="2881" y="432"/>
                </a:lnTo>
                <a:lnTo>
                  <a:pt x="2821" y="432"/>
                </a:lnTo>
                <a:lnTo>
                  <a:pt x="2760" y="432"/>
                </a:lnTo>
                <a:lnTo>
                  <a:pt x="2680" y="432"/>
                </a:lnTo>
                <a:lnTo>
                  <a:pt x="2620" y="432"/>
                </a:lnTo>
                <a:lnTo>
                  <a:pt x="2560" y="416"/>
                </a:lnTo>
                <a:lnTo>
                  <a:pt x="2499" y="416"/>
                </a:lnTo>
                <a:lnTo>
                  <a:pt x="2439" y="416"/>
                </a:lnTo>
                <a:lnTo>
                  <a:pt x="2357" y="416"/>
                </a:lnTo>
                <a:lnTo>
                  <a:pt x="2296" y="416"/>
                </a:lnTo>
                <a:lnTo>
                  <a:pt x="2236" y="416"/>
                </a:lnTo>
                <a:lnTo>
                  <a:pt x="2176" y="448"/>
                </a:lnTo>
                <a:lnTo>
                  <a:pt x="2115" y="464"/>
                </a:lnTo>
                <a:lnTo>
                  <a:pt x="2055" y="480"/>
                </a:lnTo>
                <a:lnTo>
                  <a:pt x="1995" y="480"/>
                </a:lnTo>
                <a:lnTo>
                  <a:pt x="1934" y="480"/>
                </a:lnTo>
                <a:lnTo>
                  <a:pt x="1874" y="448"/>
                </a:lnTo>
                <a:lnTo>
                  <a:pt x="1813" y="432"/>
                </a:lnTo>
                <a:lnTo>
                  <a:pt x="1753" y="432"/>
                </a:lnTo>
                <a:lnTo>
                  <a:pt x="1693" y="432"/>
                </a:lnTo>
                <a:lnTo>
                  <a:pt x="1591" y="416"/>
                </a:lnTo>
                <a:lnTo>
                  <a:pt x="1531" y="416"/>
                </a:lnTo>
                <a:lnTo>
                  <a:pt x="1470" y="448"/>
                </a:lnTo>
                <a:lnTo>
                  <a:pt x="1410" y="480"/>
                </a:lnTo>
                <a:lnTo>
                  <a:pt x="1350" y="512"/>
                </a:lnTo>
                <a:lnTo>
                  <a:pt x="1289" y="528"/>
                </a:lnTo>
                <a:lnTo>
                  <a:pt x="1229" y="528"/>
                </a:lnTo>
                <a:lnTo>
                  <a:pt x="1169" y="512"/>
                </a:lnTo>
                <a:lnTo>
                  <a:pt x="1108" y="496"/>
                </a:lnTo>
                <a:lnTo>
                  <a:pt x="1048" y="496"/>
                </a:lnTo>
                <a:lnTo>
                  <a:pt x="987" y="480"/>
                </a:lnTo>
                <a:lnTo>
                  <a:pt x="927" y="480"/>
                </a:lnTo>
                <a:lnTo>
                  <a:pt x="867" y="480"/>
                </a:lnTo>
                <a:lnTo>
                  <a:pt x="784" y="480"/>
                </a:lnTo>
                <a:lnTo>
                  <a:pt x="705" y="480"/>
                </a:lnTo>
                <a:lnTo>
                  <a:pt x="644" y="480"/>
                </a:lnTo>
                <a:lnTo>
                  <a:pt x="584" y="480"/>
                </a:lnTo>
                <a:lnTo>
                  <a:pt x="524" y="496"/>
                </a:lnTo>
                <a:lnTo>
                  <a:pt x="463" y="496"/>
                </a:lnTo>
                <a:lnTo>
                  <a:pt x="403" y="496"/>
                </a:lnTo>
                <a:lnTo>
                  <a:pt x="342" y="512"/>
                </a:lnTo>
                <a:lnTo>
                  <a:pt x="282" y="528"/>
                </a:lnTo>
                <a:lnTo>
                  <a:pt x="222" y="544"/>
                </a:lnTo>
                <a:lnTo>
                  <a:pt x="140" y="576"/>
                </a:lnTo>
                <a:lnTo>
                  <a:pt x="60" y="592"/>
                </a:lnTo>
                <a:lnTo>
                  <a:pt x="0" y="624"/>
                </a:lnTo>
                <a:lnTo>
                  <a:pt x="0" y="125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438120" y="228600"/>
            <a:ext cx="3924360" cy="299880"/>
          </a:xfrm>
          <a:prstGeom prst="rect">
            <a:avLst/>
          </a:prstGeom>
          <a:solidFill>
            <a:srgbClr val="DDDDDD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FF"/>
                </a:solidFill>
                <a:effectLst/>
                <a:uFillTx/>
                <a:latin typeface="Courier New"/>
                <a:ea typeface="Courier New"/>
              </a:rPr>
              <a:t>Tim   John  </a:t>
            </a:r>
            <a:r>
              <a:rPr lang="en-US" sz="18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Roberts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"/>
          <p:cNvSpPr/>
          <p:nvPr/>
        </p:nvSpPr>
        <p:spPr>
          <a:xfrm>
            <a:off x="4351320" y="495360"/>
            <a:ext cx="159120" cy="228960"/>
          </a:xfrm>
          <a:custGeom>
            <a:avLst/>
            <a:gdLst/>
            <a:ahLst/>
            <a:rect l="0" t="0" r="r" b="b"/>
            <a:pathLst>
              <a:path w="442" h="636">
                <a:moveTo>
                  <a:pt x="0" y="211"/>
                </a:moveTo>
                <a:lnTo>
                  <a:pt x="0" y="423"/>
                </a:lnTo>
                <a:lnTo>
                  <a:pt x="309" y="423"/>
                </a:lnTo>
                <a:lnTo>
                  <a:pt x="309" y="636"/>
                </a:lnTo>
                <a:lnTo>
                  <a:pt x="442" y="317"/>
                </a:lnTo>
                <a:lnTo>
                  <a:pt x="309" y="0"/>
                </a:lnTo>
                <a:lnTo>
                  <a:pt x="309" y="211"/>
                </a:lnTo>
                <a:lnTo>
                  <a:pt x="0" y="211"/>
                </a:lnTo>
                <a:close/>
              </a:path>
            </a:pathLst>
          </a:custGeom>
          <a:solidFill>
            <a:srgbClr val="66FF33"/>
          </a:solidFill>
          <a:ln w="12600">
            <a:solidFill>
              <a:srgbClr val="676767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3095640" y="1743120"/>
            <a:ext cx="1523880" cy="657360"/>
          </a:xfrm>
          <a:prstGeom prst="rect">
            <a:avLst/>
          </a:prstGeom>
          <a:solidFill>
            <a:srgbClr val="DDDDDD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Roberts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2867040" y="723960"/>
            <a:ext cx="1486080" cy="295200"/>
          </a:xfrm>
          <a:prstGeom prst="rect">
            <a:avLst/>
          </a:prstGeom>
          <a:solidFill>
            <a:srgbClr val="DDDDDD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Roberts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"/>
          <p:cNvSpPr txBox="1"/>
          <p:nvPr/>
        </p:nvSpPr>
        <p:spPr>
          <a:xfrm>
            <a:off x="55440" y="9360"/>
            <a:ext cx="4695840" cy="360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OldName  PIC X(80).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TempName PIC X(16).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UnstrPtr PIC 99 VALUE 1.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NameProcessed VALUE 81.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ProcessName.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ACCEPT OldName.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PERFORM UNTIL </a:t>
            </a:r>
            <a:r>
              <a:rPr lang="en-US" sz="12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NameProcessed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UNSTRING OldName DELIMITED BY ALL SPACES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INTO TempName WITH POINTER UnstrPtr</a:t>
            </a:r>
            <a:br>
              <a:rPr sz="12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END-UNSTRING</a:t>
            </a:r>
            <a:br>
              <a:rPr sz="1200"/>
            </a:br>
            <a:r>
              <a:rPr lang="en-US" sz="12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 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Display TempName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END-PERFORM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118587"/>
              </a:spcBef>
            </a:pPr>
            <a:r>
              <a:rPr lang="en-US" sz="12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STOP RUN.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>
            <a:off x="14400" y="1495440"/>
            <a:ext cx="4737600" cy="495720"/>
          </a:xfrm>
          <a:custGeom>
            <a:avLst/>
            <a:gdLst/>
            <a:ahLst/>
            <a:rect l="0" t="0" r="r" b="b"/>
            <a:pathLst>
              <a:path w="13160" h="1377">
                <a:moveTo>
                  <a:pt x="0" y="125"/>
                </a:moveTo>
                <a:lnTo>
                  <a:pt x="120" y="95"/>
                </a:lnTo>
                <a:lnTo>
                  <a:pt x="222" y="111"/>
                </a:lnTo>
                <a:lnTo>
                  <a:pt x="282" y="111"/>
                </a:lnTo>
                <a:lnTo>
                  <a:pt x="362" y="111"/>
                </a:lnTo>
                <a:lnTo>
                  <a:pt x="422" y="95"/>
                </a:lnTo>
                <a:lnTo>
                  <a:pt x="483" y="79"/>
                </a:lnTo>
                <a:lnTo>
                  <a:pt x="565" y="79"/>
                </a:lnTo>
                <a:lnTo>
                  <a:pt x="644" y="47"/>
                </a:lnTo>
                <a:lnTo>
                  <a:pt x="705" y="47"/>
                </a:lnTo>
                <a:lnTo>
                  <a:pt x="765" y="47"/>
                </a:lnTo>
                <a:lnTo>
                  <a:pt x="845" y="47"/>
                </a:lnTo>
                <a:lnTo>
                  <a:pt x="905" y="47"/>
                </a:lnTo>
                <a:lnTo>
                  <a:pt x="966" y="79"/>
                </a:lnTo>
                <a:lnTo>
                  <a:pt x="1048" y="95"/>
                </a:lnTo>
                <a:lnTo>
                  <a:pt x="1089" y="143"/>
                </a:lnTo>
                <a:lnTo>
                  <a:pt x="1169" y="159"/>
                </a:lnTo>
                <a:lnTo>
                  <a:pt x="1229" y="191"/>
                </a:lnTo>
                <a:lnTo>
                  <a:pt x="1289" y="207"/>
                </a:lnTo>
                <a:lnTo>
                  <a:pt x="1369" y="207"/>
                </a:lnTo>
                <a:lnTo>
                  <a:pt x="1429" y="207"/>
                </a:lnTo>
                <a:lnTo>
                  <a:pt x="1490" y="207"/>
                </a:lnTo>
                <a:lnTo>
                  <a:pt x="1550" y="207"/>
                </a:lnTo>
                <a:lnTo>
                  <a:pt x="1611" y="207"/>
                </a:lnTo>
                <a:lnTo>
                  <a:pt x="1671" y="207"/>
                </a:lnTo>
                <a:lnTo>
                  <a:pt x="1734" y="191"/>
                </a:lnTo>
                <a:lnTo>
                  <a:pt x="1794" y="191"/>
                </a:lnTo>
                <a:lnTo>
                  <a:pt x="1893" y="191"/>
                </a:lnTo>
                <a:lnTo>
                  <a:pt x="1975" y="207"/>
                </a:lnTo>
                <a:lnTo>
                  <a:pt x="2055" y="207"/>
                </a:lnTo>
                <a:lnTo>
                  <a:pt x="2135" y="223"/>
                </a:lnTo>
                <a:lnTo>
                  <a:pt x="2195" y="239"/>
                </a:lnTo>
                <a:lnTo>
                  <a:pt x="2255" y="255"/>
                </a:lnTo>
                <a:lnTo>
                  <a:pt x="2316" y="271"/>
                </a:lnTo>
                <a:lnTo>
                  <a:pt x="2376" y="271"/>
                </a:lnTo>
                <a:lnTo>
                  <a:pt x="2458" y="287"/>
                </a:lnTo>
                <a:lnTo>
                  <a:pt x="2519" y="287"/>
                </a:lnTo>
                <a:lnTo>
                  <a:pt x="2620" y="287"/>
                </a:lnTo>
                <a:lnTo>
                  <a:pt x="2700" y="287"/>
                </a:lnTo>
                <a:lnTo>
                  <a:pt x="2780" y="287"/>
                </a:lnTo>
                <a:lnTo>
                  <a:pt x="2840" y="287"/>
                </a:lnTo>
                <a:lnTo>
                  <a:pt x="2900" y="287"/>
                </a:lnTo>
                <a:lnTo>
                  <a:pt x="3002" y="287"/>
                </a:lnTo>
                <a:lnTo>
                  <a:pt x="3103" y="271"/>
                </a:lnTo>
                <a:lnTo>
                  <a:pt x="3183" y="271"/>
                </a:lnTo>
                <a:lnTo>
                  <a:pt x="3265" y="271"/>
                </a:lnTo>
                <a:lnTo>
                  <a:pt x="3346" y="271"/>
                </a:lnTo>
                <a:lnTo>
                  <a:pt x="3406" y="271"/>
                </a:lnTo>
                <a:lnTo>
                  <a:pt x="3466" y="271"/>
                </a:lnTo>
                <a:lnTo>
                  <a:pt x="3527" y="271"/>
                </a:lnTo>
                <a:lnTo>
                  <a:pt x="3587" y="287"/>
                </a:lnTo>
                <a:lnTo>
                  <a:pt x="3648" y="287"/>
                </a:lnTo>
                <a:lnTo>
                  <a:pt x="3662" y="195"/>
                </a:lnTo>
                <a:lnTo>
                  <a:pt x="3809" y="303"/>
                </a:lnTo>
                <a:lnTo>
                  <a:pt x="3901" y="113"/>
                </a:lnTo>
                <a:lnTo>
                  <a:pt x="3991" y="287"/>
                </a:lnTo>
                <a:lnTo>
                  <a:pt x="4070" y="287"/>
                </a:lnTo>
                <a:lnTo>
                  <a:pt x="4152" y="287"/>
                </a:lnTo>
                <a:lnTo>
                  <a:pt x="4213" y="287"/>
                </a:lnTo>
                <a:lnTo>
                  <a:pt x="4273" y="287"/>
                </a:lnTo>
                <a:lnTo>
                  <a:pt x="4334" y="287"/>
                </a:lnTo>
                <a:lnTo>
                  <a:pt x="4445" y="229"/>
                </a:lnTo>
                <a:lnTo>
                  <a:pt x="4474" y="303"/>
                </a:lnTo>
                <a:lnTo>
                  <a:pt x="4556" y="303"/>
                </a:lnTo>
                <a:lnTo>
                  <a:pt x="4635" y="319"/>
                </a:lnTo>
                <a:lnTo>
                  <a:pt x="4715" y="335"/>
                </a:lnTo>
                <a:lnTo>
                  <a:pt x="4797" y="335"/>
                </a:lnTo>
                <a:lnTo>
                  <a:pt x="4858" y="335"/>
                </a:lnTo>
                <a:lnTo>
                  <a:pt x="4957" y="352"/>
                </a:lnTo>
                <a:lnTo>
                  <a:pt x="5077" y="368"/>
                </a:lnTo>
                <a:lnTo>
                  <a:pt x="5138" y="368"/>
                </a:lnTo>
                <a:lnTo>
                  <a:pt x="5201" y="368"/>
                </a:lnTo>
                <a:lnTo>
                  <a:pt x="5280" y="368"/>
                </a:lnTo>
                <a:lnTo>
                  <a:pt x="5341" y="368"/>
                </a:lnTo>
                <a:lnTo>
                  <a:pt x="5401" y="368"/>
                </a:lnTo>
                <a:lnTo>
                  <a:pt x="5462" y="368"/>
                </a:lnTo>
                <a:lnTo>
                  <a:pt x="5662" y="368"/>
                </a:lnTo>
                <a:lnTo>
                  <a:pt x="5865" y="368"/>
                </a:lnTo>
                <a:lnTo>
                  <a:pt x="6065" y="368"/>
                </a:lnTo>
                <a:lnTo>
                  <a:pt x="6147" y="368"/>
                </a:lnTo>
                <a:lnTo>
                  <a:pt x="6227" y="368"/>
                </a:lnTo>
                <a:lnTo>
                  <a:pt x="6307" y="368"/>
                </a:lnTo>
                <a:lnTo>
                  <a:pt x="6367" y="352"/>
                </a:lnTo>
                <a:lnTo>
                  <a:pt x="6631" y="239"/>
                </a:lnTo>
                <a:lnTo>
                  <a:pt x="6672" y="287"/>
                </a:lnTo>
                <a:lnTo>
                  <a:pt x="6710" y="352"/>
                </a:lnTo>
                <a:lnTo>
                  <a:pt x="6792" y="368"/>
                </a:lnTo>
                <a:lnTo>
                  <a:pt x="6853" y="352"/>
                </a:lnTo>
                <a:lnTo>
                  <a:pt x="6913" y="352"/>
                </a:lnTo>
                <a:lnTo>
                  <a:pt x="6974" y="335"/>
                </a:lnTo>
                <a:lnTo>
                  <a:pt x="7034" y="352"/>
                </a:lnTo>
                <a:lnTo>
                  <a:pt x="7114" y="368"/>
                </a:lnTo>
                <a:lnTo>
                  <a:pt x="7174" y="368"/>
                </a:lnTo>
                <a:lnTo>
                  <a:pt x="7234" y="384"/>
                </a:lnTo>
                <a:lnTo>
                  <a:pt x="7295" y="384"/>
                </a:lnTo>
                <a:lnTo>
                  <a:pt x="7355" y="384"/>
                </a:lnTo>
                <a:lnTo>
                  <a:pt x="7416" y="384"/>
                </a:lnTo>
                <a:lnTo>
                  <a:pt x="7476" y="384"/>
                </a:lnTo>
                <a:lnTo>
                  <a:pt x="7536" y="368"/>
                </a:lnTo>
                <a:lnTo>
                  <a:pt x="7597" y="368"/>
                </a:lnTo>
                <a:lnTo>
                  <a:pt x="7679" y="368"/>
                </a:lnTo>
                <a:lnTo>
                  <a:pt x="7758" y="352"/>
                </a:lnTo>
                <a:lnTo>
                  <a:pt x="7819" y="335"/>
                </a:lnTo>
                <a:lnTo>
                  <a:pt x="7879" y="335"/>
                </a:lnTo>
                <a:lnTo>
                  <a:pt x="7959" y="335"/>
                </a:lnTo>
                <a:lnTo>
                  <a:pt x="8022" y="319"/>
                </a:lnTo>
                <a:lnTo>
                  <a:pt x="8082" y="335"/>
                </a:lnTo>
                <a:lnTo>
                  <a:pt x="8143" y="384"/>
                </a:lnTo>
                <a:lnTo>
                  <a:pt x="8203" y="400"/>
                </a:lnTo>
                <a:lnTo>
                  <a:pt x="8283" y="400"/>
                </a:lnTo>
                <a:lnTo>
                  <a:pt x="8343" y="400"/>
                </a:lnTo>
                <a:lnTo>
                  <a:pt x="8403" y="400"/>
                </a:lnTo>
                <a:lnTo>
                  <a:pt x="8483" y="400"/>
                </a:lnTo>
                <a:lnTo>
                  <a:pt x="8565" y="384"/>
                </a:lnTo>
                <a:lnTo>
                  <a:pt x="8645" y="368"/>
                </a:lnTo>
                <a:lnTo>
                  <a:pt x="8727" y="368"/>
                </a:lnTo>
                <a:lnTo>
                  <a:pt x="8787" y="352"/>
                </a:lnTo>
                <a:lnTo>
                  <a:pt x="8867" y="352"/>
                </a:lnTo>
                <a:lnTo>
                  <a:pt x="8927" y="335"/>
                </a:lnTo>
                <a:lnTo>
                  <a:pt x="8988" y="335"/>
                </a:lnTo>
                <a:lnTo>
                  <a:pt x="9048" y="335"/>
                </a:lnTo>
                <a:lnTo>
                  <a:pt x="9290" y="335"/>
                </a:lnTo>
                <a:lnTo>
                  <a:pt x="9350" y="335"/>
                </a:lnTo>
                <a:lnTo>
                  <a:pt x="9432" y="335"/>
                </a:lnTo>
                <a:lnTo>
                  <a:pt x="9493" y="335"/>
                </a:lnTo>
                <a:lnTo>
                  <a:pt x="9553" y="319"/>
                </a:lnTo>
                <a:lnTo>
                  <a:pt x="9633" y="287"/>
                </a:lnTo>
                <a:lnTo>
                  <a:pt x="9734" y="271"/>
                </a:lnTo>
                <a:lnTo>
                  <a:pt x="9795" y="255"/>
                </a:lnTo>
                <a:lnTo>
                  <a:pt x="9855" y="223"/>
                </a:lnTo>
                <a:lnTo>
                  <a:pt x="9916" y="207"/>
                </a:lnTo>
                <a:lnTo>
                  <a:pt x="9977" y="175"/>
                </a:lnTo>
                <a:lnTo>
                  <a:pt x="10037" y="175"/>
                </a:lnTo>
                <a:lnTo>
                  <a:pt x="10097" y="191"/>
                </a:lnTo>
                <a:lnTo>
                  <a:pt x="10199" y="207"/>
                </a:lnTo>
                <a:lnTo>
                  <a:pt x="10259" y="207"/>
                </a:lnTo>
                <a:lnTo>
                  <a:pt x="10358" y="239"/>
                </a:lnTo>
                <a:lnTo>
                  <a:pt x="10440" y="255"/>
                </a:lnTo>
                <a:lnTo>
                  <a:pt x="10501" y="255"/>
                </a:lnTo>
                <a:lnTo>
                  <a:pt x="10561" y="255"/>
                </a:lnTo>
                <a:lnTo>
                  <a:pt x="10622" y="239"/>
                </a:lnTo>
                <a:lnTo>
                  <a:pt x="10701" y="239"/>
                </a:lnTo>
                <a:lnTo>
                  <a:pt x="10762" y="223"/>
                </a:lnTo>
                <a:lnTo>
                  <a:pt x="10844" y="223"/>
                </a:lnTo>
                <a:lnTo>
                  <a:pt x="10943" y="223"/>
                </a:lnTo>
                <a:lnTo>
                  <a:pt x="11003" y="223"/>
                </a:lnTo>
                <a:lnTo>
                  <a:pt x="11064" y="239"/>
                </a:lnTo>
                <a:lnTo>
                  <a:pt x="11124" y="239"/>
                </a:lnTo>
                <a:lnTo>
                  <a:pt x="11184" y="255"/>
                </a:lnTo>
                <a:lnTo>
                  <a:pt x="11245" y="255"/>
                </a:lnTo>
                <a:lnTo>
                  <a:pt x="11327" y="255"/>
                </a:lnTo>
                <a:lnTo>
                  <a:pt x="11426" y="239"/>
                </a:lnTo>
                <a:lnTo>
                  <a:pt x="11527" y="239"/>
                </a:lnTo>
                <a:lnTo>
                  <a:pt x="11588" y="239"/>
                </a:lnTo>
                <a:lnTo>
                  <a:pt x="11670" y="223"/>
                </a:lnTo>
                <a:lnTo>
                  <a:pt x="11730" y="207"/>
                </a:lnTo>
                <a:lnTo>
                  <a:pt x="11791" y="175"/>
                </a:lnTo>
                <a:lnTo>
                  <a:pt x="11851" y="159"/>
                </a:lnTo>
                <a:lnTo>
                  <a:pt x="11931" y="143"/>
                </a:lnTo>
                <a:lnTo>
                  <a:pt x="12010" y="143"/>
                </a:lnTo>
                <a:lnTo>
                  <a:pt x="12093" y="127"/>
                </a:lnTo>
                <a:lnTo>
                  <a:pt x="12153" y="111"/>
                </a:lnTo>
                <a:lnTo>
                  <a:pt x="12233" y="95"/>
                </a:lnTo>
                <a:lnTo>
                  <a:pt x="12293" y="79"/>
                </a:lnTo>
                <a:lnTo>
                  <a:pt x="12353" y="63"/>
                </a:lnTo>
                <a:lnTo>
                  <a:pt x="12576" y="0"/>
                </a:lnTo>
                <a:lnTo>
                  <a:pt x="12677" y="31"/>
                </a:lnTo>
                <a:lnTo>
                  <a:pt x="12716" y="79"/>
                </a:lnTo>
                <a:lnTo>
                  <a:pt x="12776" y="95"/>
                </a:lnTo>
                <a:lnTo>
                  <a:pt x="12839" y="95"/>
                </a:lnTo>
                <a:lnTo>
                  <a:pt x="12938" y="79"/>
                </a:lnTo>
                <a:lnTo>
                  <a:pt x="12998" y="63"/>
                </a:lnTo>
                <a:lnTo>
                  <a:pt x="13059" y="31"/>
                </a:lnTo>
                <a:lnTo>
                  <a:pt x="13160" y="19"/>
                </a:lnTo>
                <a:lnTo>
                  <a:pt x="13160" y="1377"/>
                </a:lnTo>
                <a:lnTo>
                  <a:pt x="12938" y="1297"/>
                </a:lnTo>
                <a:lnTo>
                  <a:pt x="12899" y="1249"/>
                </a:lnTo>
                <a:lnTo>
                  <a:pt x="12878" y="1201"/>
                </a:lnTo>
                <a:lnTo>
                  <a:pt x="12858" y="1153"/>
                </a:lnTo>
                <a:lnTo>
                  <a:pt x="12798" y="1121"/>
                </a:lnTo>
                <a:lnTo>
                  <a:pt x="12737" y="1121"/>
                </a:lnTo>
                <a:lnTo>
                  <a:pt x="12677" y="1169"/>
                </a:lnTo>
                <a:lnTo>
                  <a:pt x="12617" y="1121"/>
                </a:lnTo>
                <a:lnTo>
                  <a:pt x="12556" y="1137"/>
                </a:lnTo>
                <a:lnTo>
                  <a:pt x="12474" y="1169"/>
                </a:lnTo>
                <a:lnTo>
                  <a:pt x="12436" y="1121"/>
                </a:lnTo>
                <a:lnTo>
                  <a:pt x="12375" y="1105"/>
                </a:lnTo>
                <a:lnTo>
                  <a:pt x="12315" y="1073"/>
                </a:lnTo>
                <a:lnTo>
                  <a:pt x="12274" y="1024"/>
                </a:lnTo>
                <a:lnTo>
                  <a:pt x="12213" y="976"/>
                </a:lnTo>
                <a:lnTo>
                  <a:pt x="12153" y="928"/>
                </a:lnTo>
                <a:lnTo>
                  <a:pt x="12112" y="880"/>
                </a:lnTo>
                <a:lnTo>
                  <a:pt x="12051" y="912"/>
                </a:lnTo>
                <a:lnTo>
                  <a:pt x="11991" y="880"/>
                </a:lnTo>
                <a:lnTo>
                  <a:pt x="11991" y="832"/>
                </a:lnTo>
                <a:lnTo>
                  <a:pt x="11950" y="768"/>
                </a:lnTo>
                <a:lnTo>
                  <a:pt x="11911" y="704"/>
                </a:lnTo>
                <a:lnTo>
                  <a:pt x="11890" y="656"/>
                </a:lnTo>
                <a:lnTo>
                  <a:pt x="11829" y="624"/>
                </a:lnTo>
                <a:lnTo>
                  <a:pt x="11750" y="656"/>
                </a:lnTo>
                <a:lnTo>
                  <a:pt x="11709" y="592"/>
                </a:lnTo>
                <a:lnTo>
                  <a:pt x="11670" y="544"/>
                </a:lnTo>
                <a:lnTo>
                  <a:pt x="11609" y="528"/>
                </a:lnTo>
                <a:lnTo>
                  <a:pt x="11568" y="480"/>
                </a:lnTo>
                <a:lnTo>
                  <a:pt x="11508" y="480"/>
                </a:lnTo>
                <a:lnTo>
                  <a:pt x="11448" y="480"/>
                </a:lnTo>
                <a:lnTo>
                  <a:pt x="11387" y="464"/>
                </a:lnTo>
                <a:lnTo>
                  <a:pt x="11305" y="432"/>
                </a:lnTo>
                <a:lnTo>
                  <a:pt x="11245" y="432"/>
                </a:lnTo>
                <a:lnTo>
                  <a:pt x="11184" y="432"/>
                </a:lnTo>
                <a:lnTo>
                  <a:pt x="11105" y="416"/>
                </a:lnTo>
                <a:lnTo>
                  <a:pt x="11044" y="400"/>
                </a:lnTo>
                <a:lnTo>
                  <a:pt x="11003" y="352"/>
                </a:lnTo>
                <a:lnTo>
                  <a:pt x="10943" y="352"/>
                </a:lnTo>
                <a:lnTo>
                  <a:pt x="10882" y="368"/>
                </a:lnTo>
                <a:lnTo>
                  <a:pt x="10863" y="416"/>
                </a:lnTo>
                <a:lnTo>
                  <a:pt x="10803" y="464"/>
                </a:lnTo>
                <a:lnTo>
                  <a:pt x="10742" y="480"/>
                </a:lnTo>
                <a:lnTo>
                  <a:pt x="10863" y="928"/>
                </a:lnTo>
                <a:lnTo>
                  <a:pt x="10783" y="912"/>
                </a:lnTo>
                <a:lnTo>
                  <a:pt x="10721" y="880"/>
                </a:lnTo>
                <a:lnTo>
                  <a:pt x="10660" y="832"/>
                </a:lnTo>
                <a:lnTo>
                  <a:pt x="10097" y="528"/>
                </a:lnTo>
                <a:lnTo>
                  <a:pt x="10037" y="496"/>
                </a:lnTo>
                <a:lnTo>
                  <a:pt x="9977" y="464"/>
                </a:lnTo>
                <a:lnTo>
                  <a:pt x="9936" y="416"/>
                </a:lnTo>
                <a:lnTo>
                  <a:pt x="9875" y="400"/>
                </a:lnTo>
                <a:lnTo>
                  <a:pt x="9814" y="432"/>
                </a:lnTo>
                <a:lnTo>
                  <a:pt x="9773" y="480"/>
                </a:lnTo>
                <a:lnTo>
                  <a:pt x="9693" y="528"/>
                </a:lnTo>
                <a:lnTo>
                  <a:pt x="9633" y="544"/>
                </a:lnTo>
                <a:lnTo>
                  <a:pt x="9572" y="544"/>
                </a:lnTo>
                <a:lnTo>
                  <a:pt x="9512" y="512"/>
                </a:lnTo>
                <a:lnTo>
                  <a:pt x="9452" y="496"/>
                </a:lnTo>
                <a:lnTo>
                  <a:pt x="9391" y="528"/>
                </a:lnTo>
                <a:lnTo>
                  <a:pt x="9331" y="480"/>
                </a:lnTo>
                <a:lnTo>
                  <a:pt x="9270" y="496"/>
                </a:lnTo>
                <a:lnTo>
                  <a:pt x="9210" y="528"/>
                </a:lnTo>
                <a:lnTo>
                  <a:pt x="9150" y="496"/>
                </a:lnTo>
                <a:lnTo>
                  <a:pt x="9089" y="480"/>
                </a:lnTo>
                <a:lnTo>
                  <a:pt x="9029" y="480"/>
                </a:lnTo>
                <a:lnTo>
                  <a:pt x="8969" y="496"/>
                </a:lnTo>
                <a:lnTo>
                  <a:pt x="8908" y="496"/>
                </a:lnTo>
                <a:lnTo>
                  <a:pt x="8848" y="480"/>
                </a:lnTo>
                <a:lnTo>
                  <a:pt x="8766" y="496"/>
                </a:lnTo>
                <a:lnTo>
                  <a:pt x="8686" y="528"/>
                </a:lnTo>
                <a:lnTo>
                  <a:pt x="8626" y="528"/>
                </a:lnTo>
                <a:lnTo>
                  <a:pt x="8543" y="544"/>
                </a:lnTo>
                <a:lnTo>
                  <a:pt x="8483" y="544"/>
                </a:lnTo>
                <a:lnTo>
                  <a:pt x="8403" y="512"/>
                </a:lnTo>
                <a:lnTo>
                  <a:pt x="8343" y="496"/>
                </a:lnTo>
                <a:lnTo>
                  <a:pt x="8283" y="496"/>
                </a:lnTo>
                <a:lnTo>
                  <a:pt x="8222" y="528"/>
                </a:lnTo>
                <a:lnTo>
                  <a:pt x="8143" y="576"/>
                </a:lnTo>
                <a:lnTo>
                  <a:pt x="8082" y="608"/>
                </a:lnTo>
                <a:lnTo>
                  <a:pt x="8041" y="560"/>
                </a:lnTo>
                <a:lnTo>
                  <a:pt x="7981" y="528"/>
                </a:lnTo>
                <a:lnTo>
                  <a:pt x="7920" y="528"/>
                </a:lnTo>
                <a:lnTo>
                  <a:pt x="7860" y="544"/>
                </a:lnTo>
                <a:lnTo>
                  <a:pt x="7800" y="560"/>
                </a:lnTo>
                <a:lnTo>
                  <a:pt x="7717" y="560"/>
                </a:lnTo>
                <a:lnTo>
                  <a:pt x="7638" y="544"/>
                </a:lnTo>
                <a:lnTo>
                  <a:pt x="7558" y="528"/>
                </a:lnTo>
                <a:lnTo>
                  <a:pt x="7498" y="512"/>
                </a:lnTo>
                <a:lnTo>
                  <a:pt x="7396" y="528"/>
                </a:lnTo>
                <a:lnTo>
                  <a:pt x="7336" y="544"/>
                </a:lnTo>
                <a:lnTo>
                  <a:pt x="7254" y="560"/>
                </a:lnTo>
                <a:lnTo>
                  <a:pt x="7155" y="592"/>
                </a:lnTo>
                <a:lnTo>
                  <a:pt x="7094" y="576"/>
                </a:lnTo>
                <a:lnTo>
                  <a:pt x="7034" y="544"/>
                </a:lnTo>
                <a:lnTo>
                  <a:pt x="6974" y="512"/>
                </a:lnTo>
                <a:lnTo>
                  <a:pt x="6913" y="528"/>
                </a:lnTo>
                <a:lnTo>
                  <a:pt x="6853" y="528"/>
                </a:lnTo>
                <a:lnTo>
                  <a:pt x="6792" y="528"/>
                </a:lnTo>
                <a:lnTo>
                  <a:pt x="6732" y="528"/>
                </a:lnTo>
                <a:lnTo>
                  <a:pt x="6672" y="528"/>
                </a:lnTo>
                <a:lnTo>
                  <a:pt x="6611" y="528"/>
                </a:lnTo>
                <a:lnTo>
                  <a:pt x="6645" y="1083"/>
                </a:lnTo>
                <a:lnTo>
                  <a:pt x="6529" y="496"/>
                </a:lnTo>
                <a:lnTo>
                  <a:pt x="6469" y="496"/>
                </a:lnTo>
                <a:lnTo>
                  <a:pt x="6408" y="496"/>
                </a:lnTo>
                <a:lnTo>
                  <a:pt x="6348" y="512"/>
                </a:lnTo>
                <a:lnTo>
                  <a:pt x="6268" y="512"/>
                </a:lnTo>
                <a:lnTo>
                  <a:pt x="6208" y="512"/>
                </a:lnTo>
                <a:lnTo>
                  <a:pt x="6147" y="528"/>
                </a:lnTo>
                <a:lnTo>
                  <a:pt x="6087" y="560"/>
                </a:lnTo>
                <a:lnTo>
                  <a:pt x="6027" y="560"/>
                </a:lnTo>
                <a:lnTo>
                  <a:pt x="5966" y="560"/>
                </a:lnTo>
                <a:lnTo>
                  <a:pt x="5906" y="560"/>
                </a:lnTo>
                <a:lnTo>
                  <a:pt x="5843" y="560"/>
                </a:lnTo>
                <a:lnTo>
                  <a:pt x="5783" y="528"/>
                </a:lnTo>
                <a:lnTo>
                  <a:pt x="5703" y="512"/>
                </a:lnTo>
                <a:lnTo>
                  <a:pt x="5643" y="512"/>
                </a:lnTo>
                <a:lnTo>
                  <a:pt x="5582" y="512"/>
                </a:lnTo>
                <a:lnTo>
                  <a:pt x="5503" y="528"/>
                </a:lnTo>
                <a:lnTo>
                  <a:pt x="5442" y="528"/>
                </a:lnTo>
                <a:lnTo>
                  <a:pt x="5360" y="528"/>
                </a:lnTo>
                <a:lnTo>
                  <a:pt x="5300" y="544"/>
                </a:lnTo>
                <a:lnTo>
                  <a:pt x="5220" y="544"/>
                </a:lnTo>
                <a:lnTo>
                  <a:pt x="5160" y="528"/>
                </a:lnTo>
                <a:lnTo>
                  <a:pt x="5099" y="528"/>
                </a:lnTo>
                <a:lnTo>
                  <a:pt x="5017" y="512"/>
                </a:lnTo>
                <a:lnTo>
                  <a:pt x="4957" y="496"/>
                </a:lnTo>
                <a:lnTo>
                  <a:pt x="4896" y="496"/>
                </a:lnTo>
                <a:lnTo>
                  <a:pt x="4836" y="496"/>
                </a:lnTo>
                <a:lnTo>
                  <a:pt x="4776" y="512"/>
                </a:lnTo>
                <a:lnTo>
                  <a:pt x="4715" y="528"/>
                </a:lnTo>
                <a:lnTo>
                  <a:pt x="4655" y="528"/>
                </a:lnTo>
                <a:lnTo>
                  <a:pt x="4575" y="528"/>
                </a:lnTo>
                <a:lnTo>
                  <a:pt x="4515" y="528"/>
                </a:lnTo>
                <a:lnTo>
                  <a:pt x="4454" y="496"/>
                </a:lnTo>
                <a:lnTo>
                  <a:pt x="4394" y="464"/>
                </a:lnTo>
                <a:lnTo>
                  <a:pt x="4334" y="432"/>
                </a:lnTo>
                <a:lnTo>
                  <a:pt x="4251" y="416"/>
                </a:lnTo>
                <a:lnTo>
                  <a:pt x="4191" y="416"/>
                </a:lnTo>
                <a:lnTo>
                  <a:pt x="4099" y="442"/>
                </a:lnTo>
                <a:lnTo>
                  <a:pt x="4070" y="368"/>
                </a:lnTo>
                <a:lnTo>
                  <a:pt x="4007" y="476"/>
                </a:lnTo>
                <a:lnTo>
                  <a:pt x="3950" y="352"/>
                </a:lnTo>
                <a:lnTo>
                  <a:pt x="3913" y="442"/>
                </a:lnTo>
                <a:lnTo>
                  <a:pt x="3829" y="368"/>
                </a:lnTo>
                <a:lnTo>
                  <a:pt x="3768" y="400"/>
                </a:lnTo>
                <a:lnTo>
                  <a:pt x="3708" y="400"/>
                </a:lnTo>
                <a:lnTo>
                  <a:pt x="3648" y="432"/>
                </a:lnTo>
                <a:lnTo>
                  <a:pt x="3587" y="432"/>
                </a:lnTo>
                <a:lnTo>
                  <a:pt x="3527" y="400"/>
                </a:lnTo>
                <a:lnTo>
                  <a:pt x="3447" y="384"/>
                </a:lnTo>
                <a:lnTo>
                  <a:pt x="3387" y="384"/>
                </a:lnTo>
                <a:lnTo>
                  <a:pt x="3305" y="352"/>
                </a:lnTo>
                <a:lnTo>
                  <a:pt x="3243" y="352"/>
                </a:lnTo>
                <a:lnTo>
                  <a:pt x="3183" y="368"/>
                </a:lnTo>
                <a:lnTo>
                  <a:pt x="3122" y="384"/>
                </a:lnTo>
                <a:lnTo>
                  <a:pt x="3062" y="400"/>
                </a:lnTo>
                <a:lnTo>
                  <a:pt x="3002" y="416"/>
                </a:lnTo>
                <a:lnTo>
                  <a:pt x="2941" y="432"/>
                </a:lnTo>
                <a:lnTo>
                  <a:pt x="2881" y="432"/>
                </a:lnTo>
                <a:lnTo>
                  <a:pt x="2821" y="432"/>
                </a:lnTo>
                <a:lnTo>
                  <a:pt x="2760" y="432"/>
                </a:lnTo>
                <a:lnTo>
                  <a:pt x="2680" y="432"/>
                </a:lnTo>
                <a:lnTo>
                  <a:pt x="2620" y="432"/>
                </a:lnTo>
                <a:lnTo>
                  <a:pt x="2560" y="416"/>
                </a:lnTo>
                <a:lnTo>
                  <a:pt x="2499" y="416"/>
                </a:lnTo>
                <a:lnTo>
                  <a:pt x="2439" y="416"/>
                </a:lnTo>
                <a:lnTo>
                  <a:pt x="2357" y="416"/>
                </a:lnTo>
                <a:lnTo>
                  <a:pt x="2296" y="416"/>
                </a:lnTo>
                <a:lnTo>
                  <a:pt x="2236" y="416"/>
                </a:lnTo>
                <a:lnTo>
                  <a:pt x="2176" y="448"/>
                </a:lnTo>
                <a:lnTo>
                  <a:pt x="2115" y="464"/>
                </a:lnTo>
                <a:lnTo>
                  <a:pt x="2055" y="480"/>
                </a:lnTo>
                <a:lnTo>
                  <a:pt x="1995" y="480"/>
                </a:lnTo>
                <a:lnTo>
                  <a:pt x="1934" y="480"/>
                </a:lnTo>
                <a:lnTo>
                  <a:pt x="1874" y="448"/>
                </a:lnTo>
                <a:lnTo>
                  <a:pt x="1813" y="432"/>
                </a:lnTo>
                <a:lnTo>
                  <a:pt x="1753" y="432"/>
                </a:lnTo>
                <a:lnTo>
                  <a:pt x="1693" y="432"/>
                </a:lnTo>
                <a:lnTo>
                  <a:pt x="1591" y="416"/>
                </a:lnTo>
                <a:lnTo>
                  <a:pt x="1531" y="416"/>
                </a:lnTo>
                <a:lnTo>
                  <a:pt x="1470" y="448"/>
                </a:lnTo>
                <a:lnTo>
                  <a:pt x="1410" y="480"/>
                </a:lnTo>
                <a:lnTo>
                  <a:pt x="1350" y="512"/>
                </a:lnTo>
                <a:lnTo>
                  <a:pt x="1289" y="528"/>
                </a:lnTo>
                <a:lnTo>
                  <a:pt x="1229" y="528"/>
                </a:lnTo>
                <a:lnTo>
                  <a:pt x="1169" y="512"/>
                </a:lnTo>
                <a:lnTo>
                  <a:pt x="1108" y="496"/>
                </a:lnTo>
                <a:lnTo>
                  <a:pt x="1048" y="496"/>
                </a:lnTo>
                <a:lnTo>
                  <a:pt x="987" y="480"/>
                </a:lnTo>
                <a:lnTo>
                  <a:pt x="927" y="480"/>
                </a:lnTo>
                <a:lnTo>
                  <a:pt x="867" y="480"/>
                </a:lnTo>
                <a:lnTo>
                  <a:pt x="784" y="480"/>
                </a:lnTo>
                <a:lnTo>
                  <a:pt x="705" y="480"/>
                </a:lnTo>
                <a:lnTo>
                  <a:pt x="644" y="480"/>
                </a:lnTo>
                <a:lnTo>
                  <a:pt x="584" y="480"/>
                </a:lnTo>
                <a:lnTo>
                  <a:pt x="524" y="496"/>
                </a:lnTo>
                <a:lnTo>
                  <a:pt x="463" y="496"/>
                </a:lnTo>
                <a:lnTo>
                  <a:pt x="403" y="496"/>
                </a:lnTo>
                <a:lnTo>
                  <a:pt x="342" y="512"/>
                </a:lnTo>
                <a:lnTo>
                  <a:pt x="282" y="528"/>
                </a:lnTo>
                <a:lnTo>
                  <a:pt x="222" y="544"/>
                </a:lnTo>
                <a:lnTo>
                  <a:pt x="140" y="576"/>
                </a:lnTo>
                <a:lnTo>
                  <a:pt x="60" y="592"/>
                </a:lnTo>
                <a:lnTo>
                  <a:pt x="0" y="624"/>
                </a:lnTo>
                <a:lnTo>
                  <a:pt x="0" y="125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438120" y="228600"/>
            <a:ext cx="3924360" cy="299880"/>
          </a:xfrm>
          <a:prstGeom prst="rect">
            <a:avLst/>
          </a:prstGeom>
          <a:solidFill>
            <a:srgbClr val="DDDDDD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FF"/>
                </a:solidFill>
                <a:effectLst/>
                <a:uFillTx/>
                <a:latin typeface="Courier New"/>
                <a:ea typeface="Courier New"/>
              </a:rPr>
              <a:t>Tim   John  </a:t>
            </a:r>
            <a:r>
              <a:rPr lang="en-US" sz="18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Roberts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/>
          <p:nvPr/>
        </p:nvSpPr>
        <p:spPr>
          <a:xfrm>
            <a:off x="4351320" y="495360"/>
            <a:ext cx="159120" cy="228960"/>
          </a:xfrm>
          <a:custGeom>
            <a:avLst/>
            <a:gdLst/>
            <a:ahLst/>
            <a:rect l="0" t="0" r="r" b="b"/>
            <a:pathLst>
              <a:path w="442" h="636">
                <a:moveTo>
                  <a:pt x="0" y="211"/>
                </a:moveTo>
                <a:lnTo>
                  <a:pt x="0" y="423"/>
                </a:lnTo>
                <a:lnTo>
                  <a:pt x="309" y="423"/>
                </a:lnTo>
                <a:lnTo>
                  <a:pt x="309" y="636"/>
                </a:lnTo>
                <a:lnTo>
                  <a:pt x="442" y="317"/>
                </a:lnTo>
                <a:lnTo>
                  <a:pt x="309" y="0"/>
                </a:lnTo>
                <a:lnTo>
                  <a:pt x="309" y="211"/>
                </a:lnTo>
                <a:lnTo>
                  <a:pt x="0" y="211"/>
                </a:lnTo>
                <a:close/>
              </a:path>
            </a:pathLst>
          </a:custGeom>
          <a:solidFill>
            <a:srgbClr val="66FF33"/>
          </a:solidFill>
          <a:ln w="12600">
            <a:solidFill>
              <a:srgbClr val="676767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3095640" y="1743120"/>
            <a:ext cx="1523880" cy="657360"/>
          </a:xfrm>
          <a:prstGeom prst="rect">
            <a:avLst/>
          </a:prstGeom>
          <a:solidFill>
            <a:srgbClr val="DDDDDD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Roberts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2867040" y="723960"/>
            <a:ext cx="1486080" cy="295200"/>
          </a:xfrm>
          <a:prstGeom prst="rect">
            <a:avLst/>
          </a:prstGeom>
          <a:solidFill>
            <a:srgbClr val="DDDDDD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Roberts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2857680" y="1095480"/>
            <a:ext cx="1865160" cy="1819440"/>
          </a:xfrm>
          <a:prstGeom prst="rect">
            <a:avLst/>
          </a:prstGeom>
          <a:solidFill>
            <a:srgbClr val="FFFF99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When spaces are encountered at the end of OldName they are treated as a single delimiter.  The unstring pointer jumps over them to point one character past the end of OldName.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click for more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2859120" y="1095480"/>
            <a:ext cx="1865160" cy="1819440"/>
          </a:xfrm>
          <a:prstGeom prst="rect">
            <a:avLst/>
          </a:prstGeom>
          <a:solidFill>
            <a:srgbClr val="FFFF99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Since OldName is 80 characters long, the unstring pointer (UnstrPtr) now has a value of 81 and so NameProcessed is set to TRUE, the PERFORM terminates and the STOP RUN is executed.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"/>
          <p:cNvSpPr txBox="1"/>
          <p:nvPr/>
        </p:nvSpPr>
        <p:spPr>
          <a:xfrm>
            <a:off x="25560" y="1963800"/>
            <a:ext cx="3908520" cy="1844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1 TO StrPtr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STRING DayStr   DELIMITED BY SPACES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      ","      DELIMITED BY SIZE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      INTO DateStr WITH POINTER StrPtr</a:t>
            </a:r>
            <a:br>
              <a:rPr sz="1200"/>
            </a:br>
            <a:r>
              <a:rPr lang="en-US" sz="12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END-STRING.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STRING MonthStr DELIMITED BY SPACES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","      DELIMITED BY SIZE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INTO DateStr WITH POINTER StrPtr</a:t>
            </a:r>
            <a:br>
              <a:rPr sz="12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END-STRING.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STRING YearStr  DELIMITED BY SIZE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INTO DateStr WITH POINTER StrPtr</a:t>
            </a:r>
            <a:br>
              <a:rPr sz="12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END-STRING.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3" name=""/>
          <p:cNvGrpSpPr/>
          <p:nvPr/>
        </p:nvGrpSpPr>
        <p:grpSpPr>
          <a:xfrm>
            <a:off x="2165400" y="671400"/>
            <a:ext cx="2452680" cy="249120"/>
            <a:chOff x="2165400" y="671400"/>
            <a:chExt cx="2452680" cy="249120"/>
          </a:xfrm>
        </p:grpSpPr>
        <p:sp>
          <p:nvSpPr>
            <p:cNvPr id="64" name=""/>
            <p:cNvSpPr/>
            <p:nvPr/>
          </p:nvSpPr>
          <p:spPr>
            <a:xfrm>
              <a:off x="2165400" y="671400"/>
              <a:ext cx="2452680" cy="24912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" name=""/>
            <p:cNvSpPr/>
            <p:nvPr/>
          </p:nvSpPr>
          <p:spPr>
            <a:xfrm>
              <a:off x="2446200" y="676440"/>
              <a:ext cx="0" cy="241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" name=""/>
            <p:cNvSpPr/>
            <p:nvPr/>
          </p:nvSpPr>
          <p:spPr>
            <a:xfrm>
              <a:off x="2711520" y="676440"/>
              <a:ext cx="0" cy="241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" name=""/>
            <p:cNvSpPr/>
            <p:nvPr/>
          </p:nvSpPr>
          <p:spPr>
            <a:xfrm>
              <a:off x="3002040" y="676440"/>
              <a:ext cx="0" cy="241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" name=""/>
            <p:cNvSpPr/>
            <p:nvPr/>
          </p:nvSpPr>
          <p:spPr>
            <a:xfrm>
              <a:off x="3267000" y="676440"/>
              <a:ext cx="0" cy="241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" name=""/>
            <p:cNvSpPr/>
            <p:nvPr/>
          </p:nvSpPr>
          <p:spPr>
            <a:xfrm>
              <a:off x="3524400" y="676440"/>
              <a:ext cx="0" cy="241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" name=""/>
            <p:cNvSpPr/>
            <p:nvPr/>
          </p:nvSpPr>
          <p:spPr>
            <a:xfrm>
              <a:off x="3797280" y="676440"/>
              <a:ext cx="0" cy="241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"/>
            <p:cNvSpPr/>
            <p:nvPr/>
          </p:nvSpPr>
          <p:spPr>
            <a:xfrm>
              <a:off x="4062240" y="676440"/>
              <a:ext cx="0" cy="241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"/>
            <p:cNvSpPr/>
            <p:nvPr/>
          </p:nvSpPr>
          <p:spPr>
            <a:xfrm>
              <a:off x="4336920" y="676440"/>
              <a:ext cx="0" cy="241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3" name=""/>
          <p:cNvGrpSpPr/>
          <p:nvPr/>
        </p:nvGrpSpPr>
        <p:grpSpPr>
          <a:xfrm>
            <a:off x="2165400" y="353880"/>
            <a:ext cx="546120" cy="264960"/>
            <a:chOff x="2165400" y="353880"/>
            <a:chExt cx="546120" cy="264960"/>
          </a:xfrm>
        </p:grpSpPr>
        <p:sp>
          <p:nvSpPr>
            <p:cNvPr id="74" name=""/>
            <p:cNvSpPr/>
            <p:nvPr/>
          </p:nvSpPr>
          <p:spPr>
            <a:xfrm>
              <a:off x="2165400" y="353880"/>
              <a:ext cx="546120" cy="26496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" name=""/>
            <p:cNvSpPr/>
            <p:nvPr/>
          </p:nvSpPr>
          <p:spPr>
            <a:xfrm>
              <a:off x="2446200" y="36828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6" name=""/>
          <p:cNvGrpSpPr/>
          <p:nvPr/>
        </p:nvGrpSpPr>
        <p:grpSpPr>
          <a:xfrm>
            <a:off x="2165400" y="957240"/>
            <a:ext cx="1117440" cy="254160"/>
            <a:chOff x="2165400" y="957240"/>
            <a:chExt cx="1117440" cy="254160"/>
          </a:xfrm>
        </p:grpSpPr>
        <p:sp>
          <p:nvSpPr>
            <p:cNvPr id="77" name=""/>
            <p:cNvSpPr/>
            <p:nvPr/>
          </p:nvSpPr>
          <p:spPr>
            <a:xfrm>
              <a:off x="2165400" y="957240"/>
              <a:ext cx="1117440" cy="25416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" name=""/>
            <p:cNvSpPr/>
            <p:nvPr/>
          </p:nvSpPr>
          <p:spPr>
            <a:xfrm>
              <a:off x="2446200" y="965160"/>
              <a:ext cx="0" cy="241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" name=""/>
            <p:cNvSpPr/>
            <p:nvPr/>
          </p:nvSpPr>
          <p:spPr>
            <a:xfrm>
              <a:off x="2711520" y="965160"/>
              <a:ext cx="0" cy="241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" name=""/>
            <p:cNvSpPr/>
            <p:nvPr/>
          </p:nvSpPr>
          <p:spPr>
            <a:xfrm>
              <a:off x="3002040" y="965160"/>
              <a:ext cx="0" cy="241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1" name=""/>
          <p:cNvGrpSpPr/>
          <p:nvPr/>
        </p:nvGrpSpPr>
        <p:grpSpPr>
          <a:xfrm>
            <a:off x="395280" y="1459080"/>
            <a:ext cx="3755880" cy="247680"/>
            <a:chOff x="395280" y="1459080"/>
            <a:chExt cx="3755880" cy="247680"/>
          </a:xfrm>
        </p:grpSpPr>
        <p:sp>
          <p:nvSpPr>
            <p:cNvPr id="82" name=""/>
            <p:cNvSpPr/>
            <p:nvPr/>
          </p:nvSpPr>
          <p:spPr>
            <a:xfrm>
              <a:off x="395280" y="1459080"/>
              <a:ext cx="3755880" cy="24768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" name=""/>
            <p:cNvSpPr/>
            <p:nvPr/>
          </p:nvSpPr>
          <p:spPr>
            <a:xfrm>
              <a:off x="65880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4" name=""/>
            <p:cNvSpPr/>
            <p:nvPr/>
          </p:nvSpPr>
          <p:spPr>
            <a:xfrm>
              <a:off x="90648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5" name=""/>
            <p:cNvSpPr/>
            <p:nvPr/>
          </p:nvSpPr>
          <p:spPr>
            <a:xfrm>
              <a:off x="117648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6" name=""/>
            <p:cNvSpPr/>
            <p:nvPr/>
          </p:nvSpPr>
          <p:spPr>
            <a:xfrm>
              <a:off x="142416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7" name=""/>
            <p:cNvSpPr/>
            <p:nvPr/>
          </p:nvSpPr>
          <p:spPr>
            <a:xfrm>
              <a:off x="166536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" name=""/>
            <p:cNvSpPr/>
            <p:nvPr/>
          </p:nvSpPr>
          <p:spPr>
            <a:xfrm>
              <a:off x="192096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" name=""/>
            <p:cNvSpPr/>
            <p:nvPr/>
          </p:nvSpPr>
          <p:spPr>
            <a:xfrm>
              <a:off x="216864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" name=""/>
            <p:cNvSpPr/>
            <p:nvPr/>
          </p:nvSpPr>
          <p:spPr>
            <a:xfrm>
              <a:off x="242424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" name=""/>
            <p:cNvSpPr/>
            <p:nvPr/>
          </p:nvSpPr>
          <p:spPr>
            <a:xfrm>
              <a:off x="266400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" name=""/>
            <p:cNvSpPr/>
            <p:nvPr/>
          </p:nvSpPr>
          <p:spPr>
            <a:xfrm>
              <a:off x="291132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"/>
            <p:cNvSpPr/>
            <p:nvPr/>
          </p:nvSpPr>
          <p:spPr>
            <a:xfrm>
              <a:off x="318276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" name=""/>
            <p:cNvSpPr/>
            <p:nvPr/>
          </p:nvSpPr>
          <p:spPr>
            <a:xfrm>
              <a:off x="343044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" name=""/>
            <p:cNvSpPr/>
            <p:nvPr/>
          </p:nvSpPr>
          <p:spPr>
            <a:xfrm>
              <a:off x="367020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" name=""/>
            <p:cNvSpPr/>
            <p:nvPr/>
          </p:nvSpPr>
          <p:spPr>
            <a:xfrm>
              <a:off x="392580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7" name=""/>
          <p:cNvSpPr txBox="1"/>
          <p:nvPr/>
        </p:nvSpPr>
        <p:spPr>
          <a:xfrm>
            <a:off x="380880" y="1389240"/>
            <a:ext cx="379260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5 ,</a:t>
            </a:r>
            <a:r>
              <a:rPr lang="en-US" sz="16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 - - -</a:t>
            </a:r>
            <a:r>
              <a:rPr lang="en-US" sz="18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6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-</a:t>
            </a:r>
            <a:r>
              <a:rPr lang="en-US" sz="18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6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-</a:t>
            </a:r>
            <a:r>
              <a:rPr lang="en-US" sz="18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6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- -</a:t>
            </a:r>
            <a:r>
              <a:rPr lang="en-US" sz="18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6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- -</a:t>
            </a:r>
            <a:r>
              <a:rPr lang="en-US" sz="18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6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- - - -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69840" y="25560"/>
            <a:ext cx="3568680" cy="1460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6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StrPtr    PIC 99.  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6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DayStr    PIC XX.   </a:t>
            </a:r>
            <a:r>
              <a:rPr lang="en-US" sz="12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5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6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MonthStr  PIC X(9). </a:t>
            </a:r>
            <a:r>
              <a:rPr lang="en-US" sz="12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J  U  N  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6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YearStr   PIC X(4). </a:t>
            </a:r>
            <a:r>
              <a:rPr lang="en-US" sz="12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1  9  9  8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6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DateStr   PIC X(15) VALUE ALL "-".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9" name=""/>
          <p:cNvGrpSpPr/>
          <p:nvPr/>
        </p:nvGrpSpPr>
        <p:grpSpPr>
          <a:xfrm>
            <a:off x="2165400" y="49320"/>
            <a:ext cx="546120" cy="264960"/>
            <a:chOff x="2165400" y="49320"/>
            <a:chExt cx="546120" cy="264960"/>
          </a:xfrm>
        </p:grpSpPr>
        <p:sp>
          <p:nvSpPr>
            <p:cNvPr id="100" name=""/>
            <p:cNvSpPr/>
            <p:nvPr/>
          </p:nvSpPr>
          <p:spPr>
            <a:xfrm>
              <a:off x="2165400" y="49320"/>
              <a:ext cx="546120" cy="26496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1" name=""/>
            <p:cNvSpPr/>
            <p:nvPr/>
          </p:nvSpPr>
          <p:spPr>
            <a:xfrm>
              <a:off x="2446200" y="633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2" name=""/>
          <p:cNvSpPr txBox="1"/>
          <p:nvPr/>
        </p:nvSpPr>
        <p:spPr>
          <a:xfrm>
            <a:off x="2247840" y="92160"/>
            <a:ext cx="365040" cy="344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0  3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14400" y="1704960"/>
            <a:ext cx="4739040" cy="651240"/>
          </a:xfrm>
          <a:custGeom>
            <a:avLst/>
            <a:gdLst/>
            <a:ahLst/>
            <a:rect l="0" t="0" r="r" b="b"/>
            <a:pathLst>
              <a:path w="13164" h="1809">
                <a:moveTo>
                  <a:pt x="0" y="165"/>
                </a:moveTo>
                <a:lnTo>
                  <a:pt x="120" y="126"/>
                </a:lnTo>
                <a:lnTo>
                  <a:pt x="222" y="147"/>
                </a:lnTo>
                <a:lnTo>
                  <a:pt x="282" y="147"/>
                </a:lnTo>
                <a:lnTo>
                  <a:pt x="362" y="147"/>
                </a:lnTo>
                <a:lnTo>
                  <a:pt x="422" y="126"/>
                </a:lnTo>
                <a:lnTo>
                  <a:pt x="483" y="105"/>
                </a:lnTo>
                <a:lnTo>
                  <a:pt x="565" y="105"/>
                </a:lnTo>
                <a:lnTo>
                  <a:pt x="645" y="63"/>
                </a:lnTo>
                <a:lnTo>
                  <a:pt x="705" y="63"/>
                </a:lnTo>
                <a:lnTo>
                  <a:pt x="765" y="63"/>
                </a:lnTo>
                <a:lnTo>
                  <a:pt x="845" y="63"/>
                </a:lnTo>
                <a:lnTo>
                  <a:pt x="906" y="63"/>
                </a:lnTo>
                <a:lnTo>
                  <a:pt x="966" y="105"/>
                </a:lnTo>
                <a:lnTo>
                  <a:pt x="1048" y="126"/>
                </a:lnTo>
                <a:lnTo>
                  <a:pt x="1089" y="189"/>
                </a:lnTo>
                <a:lnTo>
                  <a:pt x="1169" y="210"/>
                </a:lnTo>
                <a:lnTo>
                  <a:pt x="1229" y="252"/>
                </a:lnTo>
                <a:lnTo>
                  <a:pt x="1290" y="273"/>
                </a:lnTo>
                <a:lnTo>
                  <a:pt x="1369" y="273"/>
                </a:lnTo>
                <a:lnTo>
                  <a:pt x="1430" y="273"/>
                </a:lnTo>
                <a:lnTo>
                  <a:pt x="1490" y="273"/>
                </a:lnTo>
                <a:lnTo>
                  <a:pt x="1551" y="273"/>
                </a:lnTo>
                <a:lnTo>
                  <a:pt x="1611" y="273"/>
                </a:lnTo>
                <a:lnTo>
                  <a:pt x="1671" y="273"/>
                </a:lnTo>
                <a:lnTo>
                  <a:pt x="1734" y="252"/>
                </a:lnTo>
                <a:lnTo>
                  <a:pt x="1795" y="252"/>
                </a:lnTo>
                <a:lnTo>
                  <a:pt x="1894" y="252"/>
                </a:lnTo>
                <a:lnTo>
                  <a:pt x="1976" y="273"/>
                </a:lnTo>
                <a:lnTo>
                  <a:pt x="2056" y="273"/>
                </a:lnTo>
                <a:lnTo>
                  <a:pt x="2135" y="294"/>
                </a:lnTo>
                <a:lnTo>
                  <a:pt x="2196" y="315"/>
                </a:lnTo>
                <a:lnTo>
                  <a:pt x="2256" y="336"/>
                </a:lnTo>
                <a:lnTo>
                  <a:pt x="2317" y="357"/>
                </a:lnTo>
                <a:lnTo>
                  <a:pt x="2377" y="357"/>
                </a:lnTo>
                <a:lnTo>
                  <a:pt x="2459" y="378"/>
                </a:lnTo>
                <a:lnTo>
                  <a:pt x="2520" y="378"/>
                </a:lnTo>
                <a:lnTo>
                  <a:pt x="2621" y="378"/>
                </a:lnTo>
                <a:lnTo>
                  <a:pt x="2701" y="378"/>
                </a:lnTo>
                <a:lnTo>
                  <a:pt x="2780" y="378"/>
                </a:lnTo>
                <a:lnTo>
                  <a:pt x="2841" y="378"/>
                </a:lnTo>
                <a:lnTo>
                  <a:pt x="2901" y="378"/>
                </a:lnTo>
                <a:lnTo>
                  <a:pt x="3003" y="378"/>
                </a:lnTo>
                <a:lnTo>
                  <a:pt x="3104" y="357"/>
                </a:lnTo>
                <a:lnTo>
                  <a:pt x="3184" y="357"/>
                </a:lnTo>
                <a:lnTo>
                  <a:pt x="3266" y="357"/>
                </a:lnTo>
                <a:lnTo>
                  <a:pt x="3346" y="357"/>
                </a:lnTo>
                <a:lnTo>
                  <a:pt x="3406" y="357"/>
                </a:lnTo>
                <a:lnTo>
                  <a:pt x="3467" y="357"/>
                </a:lnTo>
                <a:lnTo>
                  <a:pt x="3527" y="357"/>
                </a:lnTo>
                <a:lnTo>
                  <a:pt x="3587" y="378"/>
                </a:lnTo>
                <a:lnTo>
                  <a:pt x="3648" y="378"/>
                </a:lnTo>
                <a:lnTo>
                  <a:pt x="3749" y="399"/>
                </a:lnTo>
                <a:lnTo>
                  <a:pt x="3810" y="399"/>
                </a:lnTo>
                <a:lnTo>
                  <a:pt x="3889" y="378"/>
                </a:lnTo>
                <a:lnTo>
                  <a:pt x="3991" y="378"/>
                </a:lnTo>
                <a:lnTo>
                  <a:pt x="4071" y="378"/>
                </a:lnTo>
                <a:lnTo>
                  <a:pt x="4153" y="378"/>
                </a:lnTo>
                <a:lnTo>
                  <a:pt x="4213" y="378"/>
                </a:lnTo>
                <a:lnTo>
                  <a:pt x="4274" y="378"/>
                </a:lnTo>
                <a:lnTo>
                  <a:pt x="4334" y="378"/>
                </a:lnTo>
                <a:lnTo>
                  <a:pt x="4394" y="378"/>
                </a:lnTo>
                <a:lnTo>
                  <a:pt x="4474" y="399"/>
                </a:lnTo>
                <a:lnTo>
                  <a:pt x="4556" y="399"/>
                </a:lnTo>
                <a:lnTo>
                  <a:pt x="4636" y="420"/>
                </a:lnTo>
                <a:lnTo>
                  <a:pt x="4716" y="441"/>
                </a:lnTo>
                <a:lnTo>
                  <a:pt x="4798" y="441"/>
                </a:lnTo>
                <a:lnTo>
                  <a:pt x="4858" y="441"/>
                </a:lnTo>
                <a:lnTo>
                  <a:pt x="4957" y="463"/>
                </a:lnTo>
                <a:lnTo>
                  <a:pt x="5078" y="484"/>
                </a:lnTo>
                <a:lnTo>
                  <a:pt x="5139" y="484"/>
                </a:lnTo>
                <a:lnTo>
                  <a:pt x="5201" y="484"/>
                </a:lnTo>
                <a:lnTo>
                  <a:pt x="5281" y="484"/>
                </a:lnTo>
                <a:lnTo>
                  <a:pt x="5342" y="484"/>
                </a:lnTo>
                <a:lnTo>
                  <a:pt x="5402" y="484"/>
                </a:lnTo>
                <a:lnTo>
                  <a:pt x="5462" y="484"/>
                </a:lnTo>
                <a:lnTo>
                  <a:pt x="5663" y="484"/>
                </a:lnTo>
                <a:lnTo>
                  <a:pt x="5866" y="484"/>
                </a:lnTo>
                <a:lnTo>
                  <a:pt x="6066" y="484"/>
                </a:lnTo>
                <a:lnTo>
                  <a:pt x="6149" y="484"/>
                </a:lnTo>
                <a:lnTo>
                  <a:pt x="6228" y="484"/>
                </a:lnTo>
                <a:lnTo>
                  <a:pt x="6308" y="484"/>
                </a:lnTo>
                <a:lnTo>
                  <a:pt x="6368" y="463"/>
                </a:lnTo>
                <a:lnTo>
                  <a:pt x="6633" y="315"/>
                </a:lnTo>
                <a:lnTo>
                  <a:pt x="6674" y="378"/>
                </a:lnTo>
                <a:lnTo>
                  <a:pt x="6712" y="463"/>
                </a:lnTo>
                <a:lnTo>
                  <a:pt x="6795" y="484"/>
                </a:lnTo>
                <a:lnTo>
                  <a:pt x="6855" y="463"/>
                </a:lnTo>
                <a:lnTo>
                  <a:pt x="6915" y="463"/>
                </a:lnTo>
                <a:lnTo>
                  <a:pt x="6976" y="441"/>
                </a:lnTo>
                <a:lnTo>
                  <a:pt x="7036" y="463"/>
                </a:lnTo>
                <a:lnTo>
                  <a:pt x="7116" y="484"/>
                </a:lnTo>
                <a:lnTo>
                  <a:pt x="7176" y="484"/>
                </a:lnTo>
                <a:lnTo>
                  <a:pt x="7237" y="505"/>
                </a:lnTo>
                <a:lnTo>
                  <a:pt x="7297" y="505"/>
                </a:lnTo>
                <a:lnTo>
                  <a:pt x="7358" y="505"/>
                </a:lnTo>
                <a:lnTo>
                  <a:pt x="7418" y="505"/>
                </a:lnTo>
                <a:lnTo>
                  <a:pt x="7478" y="505"/>
                </a:lnTo>
                <a:lnTo>
                  <a:pt x="7539" y="484"/>
                </a:lnTo>
                <a:lnTo>
                  <a:pt x="7599" y="484"/>
                </a:lnTo>
                <a:lnTo>
                  <a:pt x="7681" y="484"/>
                </a:lnTo>
                <a:lnTo>
                  <a:pt x="7761" y="463"/>
                </a:lnTo>
                <a:lnTo>
                  <a:pt x="7821" y="441"/>
                </a:lnTo>
                <a:lnTo>
                  <a:pt x="7882" y="441"/>
                </a:lnTo>
                <a:lnTo>
                  <a:pt x="7962" y="441"/>
                </a:lnTo>
                <a:lnTo>
                  <a:pt x="8024" y="420"/>
                </a:lnTo>
                <a:lnTo>
                  <a:pt x="8085" y="441"/>
                </a:lnTo>
                <a:lnTo>
                  <a:pt x="8145" y="505"/>
                </a:lnTo>
                <a:lnTo>
                  <a:pt x="8206" y="526"/>
                </a:lnTo>
                <a:lnTo>
                  <a:pt x="8285" y="526"/>
                </a:lnTo>
                <a:lnTo>
                  <a:pt x="8346" y="526"/>
                </a:lnTo>
                <a:lnTo>
                  <a:pt x="8406" y="526"/>
                </a:lnTo>
                <a:lnTo>
                  <a:pt x="8486" y="526"/>
                </a:lnTo>
                <a:lnTo>
                  <a:pt x="8568" y="505"/>
                </a:lnTo>
                <a:lnTo>
                  <a:pt x="8648" y="484"/>
                </a:lnTo>
                <a:lnTo>
                  <a:pt x="8730" y="484"/>
                </a:lnTo>
                <a:lnTo>
                  <a:pt x="8790" y="463"/>
                </a:lnTo>
                <a:lnTo>
                  <a:pt x="8870" y="463"/>
                </a:lnTo>
                <a:lnTo>
                  <a:pt x="8930" y="441"/>
                </a:lnTo>
                <a:lnTo>
                  <a:pt x="8991" y="441"/>
                </a:lnTo>
                <a:lnTo>
                  <a:pt x="9051" y="441"/>
                </a:lnTo>
                <a:lnTo>
                  <a:pt x="9293" y="441"/>
                </a:lnTo>
                <a:lnTo>
                  <a:pt x="9353" y="441"/>
                </a:lnTo>
                <a:lnTo>
                  <a:pt x="9435" y="441"/>
                </a:lnTo>
                <a:lnTo>
                  <a:pt x="9496" y="441"/>
                </a:lnTo>
                <a:lnTo>
                  <a:pt x="9556" y="420"/>
                </a:lnTo>
                <a:lnTo>
                  <a:pt x="9636" y="378"/>
                </a:lnTo>
                <a:lnTo>
                  <a:pt x="9737" y="357"/>
                </a:lnTo>
                <a:lnTo>
                  <a:pt x="9798" y="336"/>
                </a:lnTo>
                <a:lnTo>
                  <a:pt x="9858" y="294"/>
                </a:lnTo>
                <a:lnTo>
                  <a:pt x="9919" y="273"/>
                </a:lnTo>
                <a:lnTo>
                  <a:pt x="9979" y="231"/>
                </a:lnTo>
                <a:lnTo>
                  <a:pt x="10039" y="231"/>
                </a:lnTo>
                <a:lnTo>
                  <a:pt x="10100" y="252"/>
                </a:lnTo>
                <a:lnTo>
                  <a:pt x="10201" y="273"/>
                </a:lnTo>
                <a:lnTo>
                  <a:pt x="10262" y="273"/>
                </a:lnTo>
                <a:lnTo>
                  <a:pt x="10361" y="315"/>
                </a:lnTo>
                <a:lnTo>
                  <a:pt x="10443" y="336"/>
                </a:lnTo>
                <a:lnTo>
                  <a:pt x="10503" y="336"/>
                </a:lnTo>
                <a:lnTo>
                  <a:pt x="10564" y="336"/>
                </a:lnTo>
                <a:lnTo>
                  <a:pt x="10624" y="315"/>
                </a:lnTo>
                <a:lnTo>
                  <a:pt x="10704" y="315"/>
                </a:lnTo>
                <a:lnTo>
                  <a:pt x="10764" y="294"/>
                </a:lnTo>
                <a:lnTo>
                  <a:pt x="10846" y="294"/>
                </a:lnTo>
                <a:lnTo>
                  <a:pt x="10946" y="294"/>
                </a:lnTo>
                <a:lnTo>
                  <a:pt x="11006" y="294"/>
                </a:lnTo>
                <a:lnTo>
                  <a:pt x="11066" y="315"/>
                </a:lnTo>
                <a:lnTo>
                  <a:pt x="11127" y="315"/>
                </a:lnTo>
                <a:lnTo>
                  <a:pt x="11187" y="336"/>
                </a:lnTo>
                <a:lnTo>
                  <a:pt x="11248" y="336"/>
                </a:lnTo>
                <a:lnTo>
                  <a:pt x="11330" y="336"/>
                </a:lnTo>
                <a:lnTo>
                  <a:pt x="11429" y="315"/>
                </a:lnTo>
                <a:lnTo>
                  <a:pt x="11530" y="315"/>
                </a:lnTo>
                <a:lnTo>
                  <a:pt x="11591" y="315"/>
                </a:lnTo>
                <a:lnTo>
                  <a:pt x="11673" y="294"/>
                </a:lnTo>
                <a:lnTo>
                  <a:pt x="11733" y="273"/>
                </a:lnTo>
                <a:lnTo>
                  <a:pt x="11794" y="231"/>
                </a:lnTo>
                <a:lnTo>
                  <a:pt x="11854" y="210"/>
                </a:lnTo>
                <a:lnTo>
                  <a:pt x="11934" y="189"/>
                </a:lnTo>
                <a:lnTo>
                  <a:pt x="12013" y="189"/>
                </a:lnTo>
                <a:lnTo>
                  <a:pt x="12096" y="168"/>
                </a:lnTo>
                <a:lnTo>
                  <a:pt x="12156" y="147"/>
                </a:lnTo>
                <a:lnTo>
                  <a:pt x="12236" y="126"/>
                </a:lnTo>
                <a:lnTo>
                  <a:pt x="12296" y="105"/>
                </a:lnTo>
                <a:lnTo>
                  <a:pt x="12357" y="84"/>
                </a:lnTo>
                <a:lnTo>
                  <a:pt x="12579" y="0"/>
                </a:lnTo>
                <a:lnTo>
                  <a:pt x="12680" y="42"/>
                </a:lnTo>
                <a:lnTo>
                  <a:pt x="12719" y="105"/>
                </a:lnTo>
                <a:lnTo>
                  <a:pt x="12779" y="126"/>
                </a:lnTo>
                <a:lnTo>
                  <a:pt x="12842" y="126"/>
                </a:lnTo>
                <a:lnTo>
                  <a:pt x="12941" y="105"/>
                </a:lnTo>
                <a:lnTo>
                  <a:pt x="13002" y="84"/>
                </a:lnTo>
                <a:lnTo>
                  <a:pt x="13062" y="42"/>
                </a:lnTo>
                <a:lnTo>
                  <a:pt x="13164" y="26"/>
                </a:lnTo>
                <a:lnTo>
                  <a:pt x="13164" y="1809"/>
                </a:lnTo>
                <a:lnTo>
                  <a:pt x="12941" y="1704"/>
                </a:lnTo>
                <a:lnTo>
                  <a:pt x="12903" y="1641"/>
                </a:lnTo>
                <a:lnTo>
                  <a:pt x="12881" y="1578"/>
                </a:lnTo>
                <a:lnTo>
                  <a:pt x="12862" y="1515"/>
                </a:lnTo>
                <a:lnTo>
                  <a:pt x="12801" y="1473"/>
                </a:lnTo>
                <a:lnTo>
                  <a:pt x="12741" y="1473"/>
                </a:lnTo>
                <a:lnTo>
                  <a:pt x="12680" y="1536"/>
                </a:lnTo>
                <a:lnTo>
                  <a:pt x="12620" y="1473"/>
                </a:lnTo>
                <a:lnTo>
                  <a:pt x="12559" y="1494"/>
                </a:lnTo>
                <a:lnTo>
                  <a:pt x="12477" y="1536"/>
                </a:lnTo>
                <a:lnTo>
                  <a:pt x="12439" y="1473"/>
                </a:lnTo>
                <a:lnTo>
                  <a:pt x="12378" y="1452"/>
                </a:lnTo>
                <a:lnTo>
                  <a:pt x="12318" y="1410"/>
                </a:lnTo>
                <a:lnTo>
                  <a:pt x="12277" y="1346"/>
                </a:lnTo>
                <a:lnTo>
                  <a:pt x="12216" y="1283"/>
                </a:lnTo>
                <a:lnTo>
                  <a:pt x="12156" y="1220"/>
                </a:lnTo>
                <a:lnTo>
                  <a:pt x="12115" y="1157"/>
                </a:lnTo>
                <a:lnTo>
                  <a:pt x="12055" y="1199"/>
                </a:lnTo>
                <a:lnTo>
                  <a:pt x="11994" y="1157"/>
                </a:lnTo>
                <a:lnTo>
                  <a:pt x="11994" y="1094"/>
                </a:lnTo>
                <a:lnTo>
                  <a:pt x="11953" y="1010"/>
                </a:lnTo>
                <a:lnTo>
                  <a:pt x="11914" y="926"/>
                </a:lnTo>
                <a:lnTo>
                  <a:pt x="11893" y="862"/>
                </a:lnTo>
                <a:lnTo>
                  <a:pt x="11832" y="820"/>
                </a:lnTo>
                <a:lnTo>
                  <a:pt x="11753" y="862"/>
                </a:lnTo>
                <a:lnTo>
                  <a:pt x="11711" y="778"/>
                </a:lnTo>
                <a:lnTo>
                  <a:pt x="11673" y="715"/>
                </a:lnTo>
                <a:lnTo>
                  <a:pt x="11612" y="694"/>
                </a:lnTo>
                <a:lnTo>
                  <a:pt x="11571" y="631"/>
                </a:lnTo>
                <a:lnTo>
                  <a:pt x="11511" y="631"/>
                </a:lnTo>
                <a:lnTo>
                  <a:pt x="11450" y="631"/>
                </a:lnTo>
                <a:lnTo>
                  <a:pt x="11390" y="610"/>
                </a:lnTo>
                <a:lnTo>
                  <a:pt x="11308" y="568"/>
                </a:lnTo>
                <a:lnTo>
                  <a:pt x="11248" y="568"/>
                </a:lnTo>
                <a:lnTo>
                  <a:pt x="11187" y="568"/>
                </a:lnTo>
                <a:lnTo>
                  <a:pt x="11107" y="547"/>
                </a:lnTo>
                <a:lnTo>
                  <a:pt x="11047" y="526"/>
                </a:lnTo>
                <a:lnTo>
                  <a:pt x="11006" y="463"/>
                </a:lnTo>
                <a:lnTo>
                  <a:pt x="10946" y="463"/>
                </a:lnTo>
                <a:lnTo>
                  <a:pt x="10885" y="484"/>
                </a:lnTo>
                <a:lnTo>
                  <a:pt x="10866" y="547"/>
                </a:lnTo>
                <a:lnTo>
                  <a:pt x="10805" y="610"/>
                </a:lnTo>
                <a:lnTo>
                  <a:pt x="10745" y="631"/>
                </a:lnTo>
                <a:lnTo>
                  <a:pt x="10866" y="1220"/>
                </a:lnTo>
                <a:lnTo>
                  <a:pt x="10786" y="1199"/>
                </a:lnTo>
                <a:lnTo>
                  <a:pt x="10723" y="1157"/>
                </a:lnTo>
                <a:lnTo>
                  <a:pt x="10663" y="1094"/>
                </a:lnTo>
                <a:lnTo>
                  <a:pt x="10100" y="694"/>
                </a:lnTo>
                <a:lnTo>
                  <a:pt x="10039" y="652"/>
                </a:lnTo>
                <a:lnTo>
                  <a:pt x="9979" y="610"/>
                </a:lnTo>
                <a:lnTo>
                  <a:pt x="9938" y="547"/>
                </a:lnTo>
                <a:lnTo>
                  <a:pt x="9878" y="526"/>
                </a:lnTo>
                <a:lnTo>
                  <a:pt x="9817" y="568"/>
                </a:lnTo>
                <a:lnTo>
                  <a:pt x="9776" y="631"/>
                </a:lnTo>
                <a:lnTo>
                  <a:pt x="9696" y="694"/>
                </a:lnTo>
                <a:lnTo>
                  <a:pt x="9636" y="715"/>
                </a:lnTo>
                <a:lnTo>
                  <a:pt x="9576" y="715"/>
                </a:lnTo>
                <a:lnTo>
                  <a:pt x="9515" y="673"/>
                </a:lnTo>
                <a:lnTo>
                  <a:pt x="9455" y="652"/>
                </a:lnTo>
                <a:lnTo>
                  <a:pt x="9394" y="694"/>
                </a:lnTo>
                <a:lnTo>
                  <a:pt x="9334" y="631"/>
                </a:lnTo>
                <a:lnTo>
                  <a:pt x="9274" y="652"/>
                </a:lnTo>
                <a:lnTo>
                  <a:pt x="9213" y="694"/>
                </a:lnTo>
                <a:lnTo>
                  <a:pt x="9153" y="652"/>
                </a:lnTo>
                <a:lnTo>
                  <a:pt x="9092" y="631"/>
                </a:lnTo>
                <a:lnTo>
                  <a:pt x="9032" y="631"/>
                </a:lnTo>
                <a:lnTo>
                  <a:pt x="8972" y="652"/>
                </a:lnTo>
                <a:lnTo>
                  <a:pt x="8911" y="652"/>
                </a:lnTo>
                <a:lnTo>
                  <a:pt x="8851" y="631"/>
                </a:lnTo>
                <a:lnTo>
                  <a:pt x="8769" y="652"/>
                </a:lnTo>
                <a:lnTo>
                  <a:pt x="8689" y="694"/>
                </a:lnTo>
                <a:lnTo>
                  <a:pt x="8628" y="694"/>
                </a:lnTo>
                <a:lnTo>
                  <a:pt x="8546" y="715"/>
                </a:lnTo>
                <a:lnTo>
                  <a:pt x="8486" y="715"/>
                </a:lnTo>
                <a:lnTo>
                  <a:pt x="8406" y="673"/>
                </a:lnTo>
                <a:lnTo>
                  <a:pt x="8346" y="652"/>
                </a:lnTo>
                <a:lnTo>
                  <a:pt x="8285" y="652"/>
                </a:lnTo>
                <a:lnTo>
                  <a:pt x="8225" y="694"/>
                </a:lnTo>
                <a:lnTo>
                  <a:pt x="8145" y="757"/>
                </a:lnTo>
                <a:lnTo>
                  <a:pt x="8085" y="799"/>
                </a:lnTo>
                <a:lnTo>
                  <a:pt x="8044" y="736"/>
                </a:lnTo>
                <a:lnTo>
                  <a:pt x="7983" y="694"/>
                </a:lnTo>
                <a:lnTo>
                  <a:pt x="7923" y="694"/>
                </a:lnTo>
                <a:lnTo>
                  <a:pt x="7863" y="715"/>
                </a:lnTo>
                <a:lnTo>
                  <a:pt x="7802" y="736"/>
                </a:lnTo>
                <a:lnTo>
                  <a:pt x="7720" y="736"/>
                </a:lnTo>
                <a:lnTo>
                  <a:pt x="7640" y="715"/>
                </a:lnTo>
                <a:lnTo>
                  <a:pt x="7561" y="694"/>
                </a:lnTo>
                <a:lnTo>
                  <a:pt x="7500" y="673"/>
                </a:lnTo>
                <a:lnTo>
                  <a:pt x="7399" y="694"/>
                </a:lnTo>
                <a:lnTo>
                  <a:pt x="7338" y="715"/>
                </a:lnTo>
                <a:lnTo>
                  <a:pt x="7256" y="736"/>
                </a:lnTo>
                <a:lnTo>
                  <a:pt x="7157" y="778"/>
                </a:lnTo>
                <a:lnTo>
                  <a:pt x="7097" y="757"/>
                </a:lnTo>
                <a:lnTo>
                  <a:pt x="7036" y="715"/>
                </a:lnTo>
                <a:lnTo>
                  <a:pt x="6976" y="673"/>
                </a:lnTo>
                <a:lnTo>
                  <a:pt x="6915" y="694"/>
                </a:lnTo>
                <a:lnTo>
                  <a:pt x="6855" y="694"/>
                </a:lnTo>
                <a:lnTo>
                  <a:pt x="6795" y="694"/>
                </a:lnTo>
                <a:lnTo>
                  <a:pt x="6734" y="694"/>
                </a:lnTo>
                <a:lnTo>
                  <a:pt x="6674" y="694"/>
                </a:lnTo>
                <a:lnTo>
                  <a:pt x="6613" y="694"/>
                </a:lnTo>
                <a:lnTo>
                  <a:pt x="6248" y="1220"/>
                </a:lnTo>
                <a:lnTo>
                  <a:pt x="6530" y="652"/>
                </a:lnTo>
                <a:lnTo>
                  <a:pt x="6470" y="652"/>
                </a:lnTo>
                <a:lnTo>
                  <a:pt x="6409" y="652"/>
                </a:lnTo>
                <a:lnTo>
                  <a:pt x="6349" y="673"/>
                </a:lnTo>
                <a:lnTo>
                  <a:pt x="6269" y="673"/>
                </a:lnTo>
                <a:lnTo>
                  <a:pt x="6209" y="673"/>
                </a:lnTo>
                <a:lnTo>
                  <a:pt x="6149" y="694"/>
                </a:lnTo>
                <a:lnTo>
                  <a:pt x="6088" y="736"/>
                </a:lnTo>
                <a:lnTo>
                  <a:pt x="6028" y="736"/>
                </a:lnTo>
                <a:lnTo>
                  <a:pt x="5967" y="736"/>
                </a:lnTo>
                <a:lnTo>
                  <a:pt x="5907" y="736"/>
                </a:lnTo>
                <a:lnTo>
                  <a:pt x="5844" y="736"/>
                </a:lnTo>
                <a:lnTo>
                  <a:pt x="5784" y="694"/>
                </a:lnTo>
                <a:lnTo>
                  <a:pt x="5704" y="673"/>
                </a:lnTo>
                <a:lnTo>
                  <a:pt x="5644" y="673"/>
                </a:lnTo>
                <a:lnTo>
                  <a:pt x="5583" y="673"/>
                </a:lnTo>
                <a:lnTo>
                  <a:pt x="5503" y="694"/>
                </a:lnTo>
                <a:lnTo>
                  <a:pt x="5443" y="694"/>
                </a:lnTo>
                <a:lnTo>
                  <a:pt x="5361" y="694"/>
                </a:lnTo>
                <a:lnTo>
                  <a:pt x="5300" y="715"/>
                </a:lnTo>
                <a:lnTo>
                  <a:pt x="5221" y="715"/>
                </a:lnTo>
                <a:lnTo>
                  <a:pt x="5160" y="694"/>
                </a:lnTo>
                <a:lnTo>
                  <a:pt x="5100" y="694"/>
                </a:lnTo>
                <a:lnTo>
                  <a:pt x="5018" y="673"/>
                </a:lnTo>
                <a:lnTo>
                  <a:pt x="4957" y="652"/>
                </a:lnTo>
                <a:lnTo>
                  <a:pt x="4897" y="652"/>
                </a:lnTo>
                <a:lnTo>
                  <a:pt x="4837" y="652"/>
                </a:lnTo>
                <a:lnTo>
                  <a:pt x="4776" y="673"/>
                </a:lnTo>
                <a:lnTo>
                  <a:pt x="4716" y="694"/>
                </a:lnTo>
                <a:lnTo>
                  <a:pt x="4655" y="694"/>
                </a:lnTo>
                <a:lnTo>
                  <a:pt x="4576" y="694"/>
                </a:lnTo>
                <a:lnTo>
                  <a:pt x="4515" y="694"/>
                </a:lnTo>
                <a:lnTo>
                  <a:pt x="4455" y="652"/>
                </a:lnTo>
                <a:lnTo>
                  <a:pt x="4394" y="610"/>
                </a:lnTo>
                <a:lnTo>
                  <a:pt x="4334" y="568"/>
                </a:lnTo>
                <a:lnTo>
                  <a:pt x="4252" y="547"/>
                </a:lnTo>
                <a:lnTo>
                  <a:pt x="4191" y="547"/>
                </a:lnTo>
                <a:lnTo>
                  <a:pt x="4131" y="526"/>
                </a:lnTo>
                <a:lnTo>
                  <a:pt x="4071" y="484"/>
                </a:lnTo>
                <a:lnTo>
                  <a:pt x="4010" y="463"/>
                </a:lnTo>
                <a:lnTo>
                  <a:pt x="3950" y="463"/>
                </a:lnTo>
                <a:lnTo>
                  <a:pt x="3889" y="463"/>
                </a:lnTo>
                <a:lnTo>
                  <a:pt x="3829" y="484"/>
                </a:lnTo>
                <a:lnTo>
                  <a:pt x="3769" y="526"/>
                </a:lnTo>
                <a:lnTo>
                  <a:pt x="3708" y="526"/>
                </a:lnTo>
                <a:lnTo>
                  <a:pt x="3648" y="568"/>
                </a:lnTo>
                <a:lnTo>
                  <a:pt x="3587" y="568"/>
                </a:lnTo>
                <a:lnTo>
                  <a:pt x="3527" y="526"/>
                </a:lnTo>
                <a:lnTo>
                  <a:pt x="3447" y="505"/>
                </a:lnTo>
                <a:lnTo>
                  <a:pt x="3387" y="505"/>
                </a:lnTo>
                <a:lnTo>
                  <a:pt x="3305" y="463"/>
                </a:lnTo>
                <a:lnTo>
                  <a:pt x="3244" y="463"/>
                </a:lnTo>
                <a:lnTo>
                  <a:pt x="3184" y="484"/>
                </a:lnTo>
                <a:lnTo>
                  <a:pt x="3124" y="505"/>
                </a:lnTo>
                <a:lnTo>
                  <a:pt x="3063" y="526"/>
                </a:lnTo>
                <a:lnTo>
                  <a:pt x="3003" y="547"/>
                </a:lnTo>
                <a:lnTo>
                  <a:pt x="2942" y="568"/>
                </a:lnTo>
                <a:lnTo>
                  <a:pt x="2882" y="568"/>
                </a:lnTo>
                <a:lnTo>
                  <a:pt x="2822" y="568"/>
                </a:lnTo>
                <a:lnTo>
                  <a:pt x="2761" y="568"/>
                </a:lnTo>
                <a:lnTo>
                  <a:pt x="2681" y="568"/>
                </a:lnTo>
                <a:lnTo>
                  <a:pt x="2621" y="568"/>
                </a:lnTo>
                <a:lnTo>
                  <a:pt x="2561" y="547"/>
                </a:lnTo>
                <a:lnTo>
                  <a:pt x="2500" y="547"/>
                </a:lnTo>
                <a:lnTo>
                  <a:pt x="2440" y="547"/>
                </a:lnTo>
                <a:lnTo>
                  <a:pt x="2358" y="547"/>
                </a:lnTo>
                <a:lnTo>
                  <a:pt x="2297" y="547"/>
                </a:lnTo>
                <a:lnTo>
                  <a:pt x="2237" y="547"/>
                </a:lnTo>
                <a:lnTo>
                  <a:pt x="2176" y="589"/>
                </a:lnTo>
                <a:lnTo>
                  <a:pt x="2116" y="610"/>
                </a:lnTo>
                <a:lnTo>
                  <a:pt x="2056" y="631"/>
                </a:lnTo>
                <a:lnTo>
                  <a:pt x="1995" y="631"/>
                </a:lnTo>
                <a:lnTo>
                  <a:pt x="1935" y="631"/>
                </a:lnTo>
                <a:lnTo>
                  <a:pt x="1874" y="589"/>
                </a:lnTo>
                <a:lnTo>
                  <a:pt x="1814" y="568"/>
                </a:lnTo>
                <a:lnTo>
                  <a:pt x="1754" y="568"/>
                </a:lnTo>
                <a:lnTo>
                  <a:pt x="1693" y="568"/>
                </a:lnTo>
                <a:lnTo>
                  <a:pt x="1592" y="547"/>
                </a:lnTo>
                <a:lnTo>
                  <a:pt x="1531" y="547"/>
                </a:lnTo>
                <a:lnTo>
                  <a:pt x="1471" y="589"/>
                </a:lnTo>
                <a:lnTo>
                  <a:pt x="1411" y="631"/>
                </a:lnTo>
                <a:lnTo>
                  <a:pt x="1350" y="673"/>
                </a:lnTo>
                <a:lnTo>
                  <a:pt x="1290" y="694"/>
                </a:lnTo>
                <a:lnTo>
                  <a:pt x="1229" y="694"/>
                </a:lnTo>
                <a:lnTo>
                  <a:pt x="1169" y="673"/>
                </a:lnTo>
                <a:lnTo>
                  <a:pt x="1108" y="652"/>
                </a:lnTo>
                <a:lnTo>
                  <a:pt x="1048" y="652"/>
                </a:lnTo>
                <a:lnTo>
                  <a:pt x="988" y="631"/>
                </a:lnTo>
                <a:lnTo>
                  <a:pt x="927" y="631"/>
                </a:lnTo>
                <a:lnTo>
                  <a:pt x="867" y="631"/>
                </a:lnTo>
                <a:lnTo>
                  <a:pt x="785" y="631"/>
                </a:lnTo>
                <a:lnTo>
                  <a:pt x="705" y="631"/>
                </a:lnTo>
                <a:lnTo>
                  <a:pt x="645" y="631"/>
                </a:lnTo>
                <a:lnTo>
                  <a:pt x="584" y="631"/>
                </a:lnTo>
                <a:lnTo>
                  <a:pt x="524" y="652"/>
                </a:lnTo>
                <a:lnTo>
                  <a:pt x="463" y="652"/>
                </a:lnTo>
                <a:lnTo>
                  <a:pt x="403" y="652"/>
                </a:lnTo>
                <a:lnTo>
                  <a:pt x="343" y="673"/>
                </a:lnTo>
                <a:lnTo>
                  <a:pt x="282" y="694"/>
                </a:lnTo>
                <a:lnTo>
                  <a:pt x="222" y="715"/>
                </a:lnTo>
                <a:lnTo>
                  <a:pt x="140" y="757"/>
                </a:lnTo>
                <a:lnTo>
                  <a:pt x="60" y="778"/>
                </a:lnTo>
                <a:lnTo>
                  <a:pt x="0" y="820"/>
                </a:lnTo>
                <a:lnTo>
                  <a:pt x="0" y="165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"/>
          <p:cNvSpPr/>
          <p:nvPr/>
        </p:nvSpPr>
        <p:spPr>
          <a:xfrm>
            <a:off x="965160" y="1704960"/>
            <a:ext cx="159120" cy="228960"/>
          </a:xfrm>
          <a:custGeom>
            <a:avLst/>
            <a:gdLst/>
            <a:ahLst/>
            <a:rect l="0" t="0" r="r" b="b"/>
            <a:pathLst>
              <a:path w="442" h="636">
                <a:moveTo>
                  <a:pt x="0" y="211"/>
                </a:moveTo>
                <a:lnTo>
                  <a:pt x="0" y="423"/>
                </a:lnTo>
                <a:lnTo>
                  <a:pt x="309" y="423"/>
                </a:lnTo>
                <a:lnTo>
                  <a:pt x="309" y="636"/>
                </a:lnTo>
                <a:lnTo>
                  <a:pt x="442" y="317"/>
                </a:lnTo>
                <a:lnTo>
                  <a:pt x="309" y="0"/>
                </a:lnTo>
                <a:lnTo>
                  <a:pt x="309" y="211"/>
                </a:lnTo>
                <a:lnTo>
                  <a:pt x="0" y="211"/>
                </a:lnTo>
                <a:close/>
              </a:path>
            </a:pathLst>
          </a:custGeom>
          <a:solidFill>
            <a:srgbClr val="66FF33"/>
          </a:solidFill>
          <a:ln w="12600">
            <a:solidFill>
              <a:srgbClr val="676767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"/>
          <p:cNvSpPr txBox="1"/>
          <p:nvPr/>
        </p:nvSpPr>
        <p:spPr>
          <a:xfrm>
            <a:off x="25560" y="1963800"/>
            <a:ext cx="3908520" cy="1844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1 TO StrPtr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STRING DayStr   DELIMITED BY SPACES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","      DELIMITED BY SIZE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INTO DateStr WITH POINTER StrPtr</a:t>
            </a:r>
            <a:br>
              <a:rPr sz="12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END-STRING.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STRING MonthStr DELIMITED BY SPACES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      ","      DELIMITED BY SIZE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      INTO DateStr WITH POINTER StrPtr</a:t>
            </a:r>
            <a:br>
              <a:rPr sz="1200"/>
            </a:br>
            <a:r>
              <a:rPr lang="en-US" sz="12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END-STRING.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STRING YearStr  DELIMITED BY SIZE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INTO DateStr WITH POINTER StrPtr</a:t>
            </a:r>
            <a:br>
              <a:rPr sz="12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END-STRING.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6" name=""/>
          <p:cNvGrpSpPr/>
          <p:nvPr/>
        </p:nvGrpSpPr>
        <p:grpSpPr>
          <a:xfrm>
            <a:off x="2165400" y="671400"/>
            <a:ext cx="2452680" cy="249120"/>
            <a:chOff x="2165400" y="671400"/>
            <a:chExt cx="2452680" cy="249120"/>
          </a:xfrm>
        </p:grpSpPr>
        <p:sp>
          <p:nvSpPr>
            <p:cNvPr id="107" name=""/>
            <p:cNvSpPr/>
            <p:nvPr/>
          </p:nvSpPr>
          <p:spPr>
            <a:xfrm>
              <a:off x="2165400" y="671400"/>
              <a:ext cx="2452680" cy="24912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8" name=""/>
            <p:cNvSpPr/>
            <p:nvPr/>
          </p:nvSpPr>
          <p:spPr>
            <a:xfrm>
              <a:off x="2446200" y="676440"/>
              <a:ext cx="0" cy="241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9" name=""/>
            <p:cNvSpPr/>
            <p:nvPr/>
          </p:nvSpPr>
          <p:spPr>
            <a:xfrm>
              <a:off x="2711520" y="676440"/>
              <a:ext cx="0" cy="241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0" name=""/>
            <p:cNvSpPr/>
            <p:nvPr/>
          </p:nvSpPr>
          <p:spPr>
            <a:xfrm>
              <a:off x="3002040" y="676440"/>
              <a:ext cx="0" cy="241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1" name=""/>
            <p:cNvSpPr/>
            <p:nvPr/>
          </p:nvSpPr>
          <p:spPr>
            <a:xfrm>
              <a:off x="3267000" y="676440"/>
              <a:ext cx="0" cy="241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2" name=""/>
            <p:cNvSpPr/>
            <p:nvPr/>
          </p:nvSpPr>
          <p:spPr>
            <a:xfrm>
              <a:off x="3524400" y="676440"/>
              <a:ext cx="0" cy="241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3" name=""/>
            <p:cNvSpPr/>
            <p:nvPr/>
          </p:nvSpPr>
          <p:spPr>
            <a:xfrm>
              <a:off x="3797280" y="676440"/>
              <a:ext cx="0" cy="241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4" name=""/>
            <p:cNvSpPr/>
            <p:nvPr/>
          </p:nvSpPr>
          <p:spPr>
            <a:xfrm>
              <a:off x="4062240" y="676440"/>
              <a:ext cx="0" cy="241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" name=""/>
            <p:cNvSpPr/>
            <p:nvPr/>
          </p:nvSpPr>
          <p:spPr>
            <a:xfrm>
              <a:off x="4336920" y="676440"/>
              <a:ext cx="0" cy="241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16" name=""/>
          <p:cNvGrpSpPr/>
          <p:nvPr/>
        </p:nvGrpSpPr>
        <p:grpSpPr>
          <a:xfrm>
            <a:off x="2165400" y="353880"/>
            <a:ext cx="546120" cy="264960"/>
            <a:chOff x="2165400" y="353880"/>
            <a:chExt cx="546120" cy="264960"/>
          </a:xfrm>
        </p:grpSpPr>
        <p:sp>
          <p:nvSpPr>
            <p:cNvPr id="117" name=""/>
            <p:cNvSpPr/>
            <p:nvPr/>
          </p:nvSpPr>
          <p:spPr>
            <a:xfrm>
              <a:off x="2165400" y="353880"/>
              <a:ext cx="546120" cy="26496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" name=""/>
            <p:cNvSpPr/>
            <p:nvPr/>
          </p:nvSpPr>
          <p:spPr>
            <a:xfrm>
              <a:off x="2446200" y="36828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19" name=""/>
          <p:cNvGrpSpPr/>
          <p:nvPr/>
        </p:nvGrpSpPr>
        <p:grpSpPr>
          <a:xfrm>
            <a:off x="2165400" y="957240"/>
            <a:ext cx="1117440" cy="254160"/>
            <a:chOff x="2165400" y="957240"/>
            <a:chExt cx="1117440" cy="254160"/>
          </a:xfrm>
        </p:grpSpPr>
        <p:sp>
          <p:nvSpPr>
            <p:cNvPr id="120" name=""/>
            <p:cNvSpPr/>
            <p:nvPr/>
          </p:nvSpPr>
          <p:spPr>
            <a:xfrm>
              <a:off x="2165400" y="957240"/>
              <a:ext cx="1117440" cy="25416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" name=""/>
            <p:cNvSpPr/>
            <p:nvPr/>
          </p:nvSpPr>
          <p:spPr>
            <a:xfrm>
              <a:off x="2446200" y="965160"/>
              <a:ext cx="0" cy="241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2" name=""/>
            <p:cNvSpPr/>
            <p:nvPr/>
          </p:nvSpPr>
          <p:spPr>
            <a:xfrm>
              <a:off x="2711520" y="965160"/>
              <a:ext cx="0" cy="241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3" name=""/>
            <p:cNvSpPr/>
            <p:nvPr/>
          </p:nvSpPr>
          <p:spPr>
            <a:xfrm>
              <a:off x="3002040" y="965160"/>
              <a:ext cx="0" cy="241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24" name=""/>
          <p:cNvGrpSpPr/>
          <p:nvPr/>
        </p:nvGrpSpPr>
        <p:grpSpPr>
          <a:xfrm>
            <a:off x="395280" y="1459080"/>
            <a:ext cx="3755880" cy="247680"/>
            <a:chOff x="395280" y="1459080"/>
            <a:chExt cx="3755880" cy="247680"/>
          </a:xfrm>
        </p:grpSpPr>
        <p:sp>
          <p:nvSpPr>
            <p:cNvPr id="125" name=""/>
            <p:cNvSpPr/>
            <p:nvPr/>
          </p:nvSpPr>
          <p:spPr>
            <a:xfrm>
              <a:off x="395280" y="1459080"/>
              <a:ext cx="3755880" cy="24768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" name=""/>
            <p:cNvSpPr/>
            <p:nvPr/>
          </p:nvSpPr>
          <p:spPr>
            <a:xfrm>
              <a:off x="65880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7" name=""/>
            <p:cNvSpPr/>
            <p:nvPr/>
          </p:nvSpPr>
          <p:spPr>
            <a:xfrm>
              <a:off x="90648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8" name=""/>
            <p:cNvSpPr/>
            <p:nvPr/>
          </p:nvSpPr>
          <p:spPr>
            <a:xfrm>
              <a:off x="117648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" name=""/>
            <p:cNvSpPr/>
            <p:nvPr/>
          </p:nvSpPr>
          <p:spPr>
            <a:xfrm>
              <a:off x="142416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0" name=""/>
            <p:cNvSpPr/>
            <p:nvPr/>
          </p:nvSpPr>
          <p:spPr>
            <a:xfrm>
              <a:off x="166536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1" name=""/>
            <p:cNvSpPr/>
            <p:nvPr/>
          </p:nvSpPr>
          <p:spPr>
            <a:xfrm>
              <a:off x="192096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2" name=""/>
            <p:cNvSpPr/>
            <p:nvPr/>
          </p:nvSpPr>
          <p:spPr>
            <a:xfrm>
              <a:off x="216864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3" name=""/>
            <p:cNvSpPr/>
            <p:nvPr/>
          </p:nvSpPr>
          <p:spPr>
            <a:xfrm>
              <a:off x="242424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4" name=""/>
            <p:cNvSpPr/>
            <p:nvPr/>
          </p:nvSpPr>
          <p:spPr>
            <a:xfrm>
              <a:off x="266400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5" name=""/>
            <p:cNvSpPr/>
            <p:nvPr/>
          </p:nvSpPr>
          <p:spPr>
            <a:xfrm>
              <a:off x="291132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6" name=""/>
            <p:cNvSpPr/>
            <p:nvPr/>
          </p:nvSpPr>
          <p:spPr>
            <a:xfrm>
              <a:off x="318276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7" name=""/>
            <p:cNvSpPr/>
            <p:nvPr/>
          </p:nvSpPr>
          <p:spPr>
            <a:xfrm>
              <a:off x="343044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8" name=""/>
            <p:cNvSpPr/>
            <p:nvPr/>
          </p:nvSpPr>
          <p:spPr>
            <a:xfrm>
              <a:off x="367020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9" name=""/>
            <p:cNvSpPr/>
            <p:nvPr/>
          </p:nvSpPr>
          <p:spPr>
            <a:xfrm>
              <a:off x="392580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0" name=""/>
          <p:cNvSpPr txBox="1"/>
          <p:nvPr/>
        </p:nvSpPr>
        <p:spPr>
          <a:xfrm>
            <a:off x="380880" y="1389240"/>
            <a:ext cx="379260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5 , J U N</a:t>
            </a:r>
            <a:r>
              <a:rPr lang="en-US" sz="18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6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E</a:t>
            </a:r>
            <a:r>
              <a:rPr lang="en-US" sz="18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6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,</a:t>
            </a:r>
            <a:r>
              <a:rPr lang="en-US" sz="18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6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- -</a:t>
            </a:r>
            <a:r>
              <a:rPr lang="en-US" sz="18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6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- -</a:t>
            </a:r>
            <a:r>
              <a:rPr lang="en-US" sz="18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6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- - - -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69840" y="25560"/>
            <a:ext cx="3568680" cy="1460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6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StrPtr    PIC 99.  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6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DayStr    PIC XX.   </a:t>
            </a:r>
            <a:r>
              <a:rPr lang="en-US" sz="12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5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6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MonthStr  PIC X(9). </a:t>
            </a:r>
            <a:r>
              <a:rPr lang="en-US" sz="12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J  U  N  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6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YearStr   PIC X(4). </a:t>
            </a:r>
            <a:r>
              <a:rPr lang="en-US" sz="12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1  9  9  8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6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DateStr   PIC X(15) VALUE ALL "-".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2" name=""/>
          <p:cNvGrpSpPr/>
          <p:nvPr/>
        </p:nvGrpSpPr>
        <p:grpSpPr>
          <a:xfrm>
            <a:off x="2165400" y="49320"/>
            <a:ext cx="546120" cy="264960"/>
            <a:chOff x="2165400" y="49320"/>
            <a:chExt cx="546120" cy="264960"/>
          </a:xfrm>
        </p:grpSpPr>
        <p:sp>
          <p:nvSpPr>
            <p:cNvPr id="143" name=""/>
            <p:cNvSpPr/>
            <p:nvPr/>
          </p:nvSpPr>
          <p:spPr>
            <a:xfrm>
              <a:off x="2165400" y="49320"/>
              <a:ext cx="546120" cy="26496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4" name=""/>
            <p:cNvSpPr/>
            <p:nvPr/>
          </p:nvSpPr>
          <p:spPr>
            <a:xfrm>
              <a:off x="2446200" y="633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5" name=""/>
          <p:cNvSpPr txBox="1"/>
          <p:nvPr/>
        </p:nvSpPr>
        <p:spPr>
          <a:xfrm>
            <a:off x="2247840" y="92160"/>
            <a:ext cx="365040" cy="344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0  8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"/>
          <p:cNvSpPr/>
          <p:nvPr/>
        </p:nvSpPr>
        <p:spPr>
          <a:xfrm>
            <a:off x="14400" y="1704960"/>
            <a:ext cx="4739040" cy="651240"/>
          </a:xfrm>
          <a:custGeom>
            <a:avLst/>
            <a:gdLst/>
            <a:ahLst/>
            <a:rect l="0" t="0" r="r" b="b"/>
            <a:pathLst>
              <a:path w="13164" h="1809">
                <a:moveTo>
                  <a:pt x="0" y="165"/>
                </a:moveTo>
                <a:lnTo>
                  <a:pt x="120" y="126"/>
                </a:lnTo>
                <a:lnTo>
                  <a:pt x="222" y="147"/>
                </a:lnTo>
                <a:lnTo>
                  <a:pt x="282" y="147"/>
                </a:lnTo>
                <a:lnTo>
                  <a:pt x="362" y="147"/>
                </a:lnTo>
                <a:lnTo>
                  <a:pt x="422" y="126"/>
                </a:lnTo>
                <a:lnTo>
                  <a:pt x="483" y="105"/>
                </a:lnTo>
                <a:lnTo>
                  <a:pt x="565" y="105"/>
                </a:lnTo>
                <a:lnTo>
                  <a:pt x="645" y="63"/>
                </a:lnTo>
                <a:lnTo>
                  <a:pt x="705" y="63"/>
                </a:lnTo>
                <a:lnTo>
                  <a:pt x="765" y="63"/>
                </a:lnTo>
                <a:lnTo>
                  <a:pt x="845" y="63"/>
                </a:lnTo>
                <a:lnTo>
                  <a:pt x="906" y="63"/>
                </a:lnTo>
                <a:lnTo>
                  <a:pt x="966" y="105"/>
                </a:lnTo>
                <a:lnTo>
                  <a:pt x="1048" y="126"/>
                </a:lnTo>
                <a:lnTo>
                  <a:pt x="1089" y="189"/>
                </a:lnTo>
                <a:lnTo>
                  <a:pt x="1169" y="210"/>
                </a:lnTo>
                <a:lnTo>
                  <a:pt x="1229" y="252"/>
                </a:lnTo>
                <a:lnTo>
                  <a:pt x="1290" y="273"/>
                </a:lnTo>
                <a:lnTo>
                  <a:pt x="1369" y="273"/>
                </a:lnTo>
                <a:lnTo>
                  <a:pt x="1430" y="273"/>
                </a:lnTo>
                <a:lnTo>
                  <a:pt x="1490" y="273"/>
                </a:lnTo>
                <a:lnTo>
                  <a:pt x="1551" y="273"/>
                </a:lnTo>
                <a:lnTo>
                  <a:pt x="1611" y="273"/>
                </a:lnTo>
                <a:lnTo>
                  <a:pt x="1671" y="273"/>
                </a:lnTo>
                <a:lnTo>
                  <a:pt x="1734" y="252"/>
                </a:lnTo>
                <a:lnTo>
                  <a:pt x="1795" y="252"/>
                </a:lnTo>
                <a:lnTo>
                  <a:pt x="1894" y="252"/>
                </a:lnTo>
                <a:lnTo>
                  <a:pt x="1976" y="273"/>
                </a:lnTo>
                <a:lnTo>
                  <a:pt x="2056" y="273"/>
                </a:lnTo>
                <a:lnTo>
                  <a:pt x="2135" y="294"/>
                </a:lnTo>
                <a:lnTo>
                  <a:pt x="2196" y="315"/>
                </a:lnTo>
                <a:lnTo>
                  <a:pt x="2256" y="336"/>
                </a:lnTo>
                <a:lnTo>
                  <a:pt x="2317" y="357"/>
                </a:lnTo>
                <a:lnTo>
                  <a:pt x="2377" y="357"/>
                </a:lnTo>
                <a:lnTo>
                  <a:pt x="2459" y="378"/>
                </a:lnTo>
                <a:lnTo>
                  <a:pt x="2520" y="378"/>
                </a:lnTo>
                <a:lnTo>
                  <a:pt x="2621" y="378"/>
                </a:lnTo>
                <a:lnTo>
                  <a:pt x="2701" y="378"/>
                </a:lnTo>
                <a:lnTo>
                  <a:pt x="2780" y="378"/>
                </a:lnTo>
                <a:lnTo>
                  <a:pt x="2841" y="378"/>
                </a:lnTo>
                <a:lnTo>
                  <a:pt x="2901" y="378"/>
                </a:lnTo>
                <a:lnTo>
                  <a:pt x="3003" y="378"/>
                </a:lnTo>
                <a:lnTo>
                  <a:pt x="3104" y="357"/>
                </a:lnTo>
                <a:lnTo>
                  <a:pt x="3184" y="357"/>
                </a:lnTo>
                <a:lnTo>
                  <a:pt x="3266" y="357"/>
                </a:lnTo>
                <a:lnTo>
                  <a:pt x="3346" y="357"/>
                </a:lnTo>
                <a:lnTo>
                  <a:pt x="3406" y="357"/>
                </a:lnTo>
                <a:lnTo>
                  <a:pt x="3467" y="357"/>
                </a:lnTo>
                <a:lnTo>
                  <a:pt x="3527" y="357"/>
                </a:lnTo>
                <a:lnTo>
                  <a:pt x="3587" y="378"/>
                </a:lnTo>
                <a:lnTo>
                  <a:pt x="3648" y="378"/>
                </a:lnTo>
                <a:lnTo>
                  <a:pt x="3749" y="399"/>
                </a:lnTo>
                <a:lnTo>
                  <a:pt x="3810" y="399"/>
                </a:lnTo>
                <a:lnTo>
                  <a:pt x="3889" y="378"/>
                </a:lnTo>
                <a:lnTo>
                  <a:pt x="3991" y="378"/>
                </a:lnTo>
                <a:lnTo>
                  <a:pt x="4071" y="378"/>
                </a:lnTo>
                <a:lnTo>
                  <a:pt x="4153" y="378"/>
                </a:lnTo>
                <a:lnTo>
                  <a:pt x="4213" y="378"/>
                </a:lnTo>
                <a:lnTo>
                  <a:pt x="4274" y="378"/>
                </a:lnTo>
                <a:lnTo>
                  <a:pt x="4334" y="378"/>
                </a:lnTo>
                <a:lnTo>
                  <a:pt x="4394" y="378"/>
                </a:lnTo>
                <a:lnTo>
                  <a:pt x="4474" y="399"/>
                </a:lnTo>
                <a:lnTo>
                  <a:pt x="4556" y="399"/>
                </a:lnTo>
                <a:lnTo>
                  <a:pt x="4636" y="420"/>
                </a:lnTo>
                <a:lnTo>
                  <a:pt x="4716" y="441"/>
                </a:lnTo>
                <a:lnTo>
                  <a:pt x="4798" y="441"/>
                </a:lnTo>
                <a:lnTo>
                  <a:pt x="4858" y="441"/>
                </a:lnTo>
                <a:lnTo>
                  <a:pt x="4957" y="463"/>
                </a:lnTo>
                <a:lnTo>
                  <a:pt x="5078" y="484"/>
                </a:lnTo>
                <a:lnTo>
                  <a:pt x="5139" y="484"/>
                </a:lnTo>
                <a:lnTo>
                  <a:pt x="5201" y="484"/>
                </a:lnTo>
                <a:lnTo>
                  <a:pt x="5281" y="484"/>
                </a:lnTo>
                <a:lnTo>
                  <a:pt x="5342" y="484"/>
                </a:lnTo>
                <a:lnTo>
                  <a:pt x="5402" y="484"/>
                </a:lnTo>
                <a:lnTo>
                  <a:pt x="5462" y="484"/>
                </a:lnTo>
                <a:lnTo>
                  <a:pt x="5663" y="484"/>
                </a:lnTo>
                <a:lnTo>
                  <a:pt x="5866" y="484"/>
                </a:lnTo>
                <a:lnTo>
                  <a:pt x="6066" y="484"/>
                </a:lnTo>
                <a:lnTo>
                  <a:pt x="6149" y="484"/>
                </a:lnTo>
                <a:lnTo>
                  <a:pt x="6228" y="484"/>
                </a:lnTo>
                <a:lnTo>
                  <a:pt x="6308" y="484"/>
                </a:lnTo>
                <a:lnTo>
                  <a:pt x="6368" y="463"/>
                </a:lnTo>
                <a:lnTo>
                  <a:pt x="6633" y="315"/>
                </a:lnTo>
                <a:lnTo>
                  <a:pt x="6674" y="378"/>
                </a:lnTo>
                <a:lnTo>
                  <a:pt x="6712" y="463"/>
                </a:lnTo>
                <a:lnTo>
                  <a:pt x="6795" y="484"/>
                </a:lnTo>
                <a:lnTo>
                  <a:pt x="6855" y="463"/>
                </a:lnTo>
                <a:lnTo>
                  <a:pt x="6915" y="463"/>
                </a:lnTo>
                <a:lnTo>
                  <a:pt x="6976" y="441"/>
                </a:lnTo>
                <a:lnTo>
                  <a:pt x="7036" y="463"/>
                </a:lnTo>
                <a:lnTo>
                  <a:pt x="7116" y="484"/>
                </a:lnTo>
                <a:lnTo>
                  <a:pt x="7176" y="484"/>
                </a:lnTo>
                <a:lnTo>
                  <a:pt x="7237" y="505"/>
                </a:lnTo>
                <a:lnTo>
                  <a:pt x="7297" y="505"/>
                </a:lnTo>
                <a:lnTo>
                  <a:pt x="7358" y="505"/>
                </a:lnTo>
                <a:lnTo>
                  <a:pt x="7418" y="505"/>
                </a:lnTo>
                <a:lnTo>
                  <a:pt x="7478" y="505"/>
                </a:lnTo>
                <a:lnTo>
                  <a:pt x="7539" y="484"/>
                </a:lnTo>
                <a:lnTo>
                  <a:pt x="7599" y="484"/>
                </a:lnTo>
                <a:lnTo>
                  <a:pt x="7681" y="484"/>
                </a:lnTo>
                <a:lnTo>
                  <a:pt x="7761" y="463"/>
                </a:lnTo>
                <a:lnTo>
                  <a:pt x="7821" y="441"/>
                </a:lnTo>
                <a:lnTo>
                  <a:pt x="7882" y="441"/>
                </a:lnTo>
                <a:lnTo>
                  <a:pt x="7962" y="441"/>
                </a:lnTo>
                <a:lnTo>
                  <a:pt x="8024" y="420"/>
                </a:lnTo>
                <a:lnTo>
                  <a:pt x="8085" y="441"/>
                </a:lnTo>
                <a:lnTo>
                  <a:pt x="8145" y="505"/>
                </a:lnTo>
                <a:lnTo>
                  <a:pt x="8206" y="526"/>
                </a:lnTo>
                <a:lnTo>
                  <a:pt x="8285" y="526"/>
                </a:lnTo>
                <a:lnTo>
                  <a:pt x="8346" y="526"/>
                </a:lnTo>
                <a:lnTo>
                  <a:pt x="8406" y="526"/>
                </a:lnTo>
                <a:lnTo>
                  <a:pt x="8486" y="526"/>
                </a:lnTo>
                <a:lnTo>
                  <a:pt x="8568" y="505"/>
                </a:lnTo>
                <a:lnTo>
                  <a:pt x="8648" y="484"/>
                </a:lnTo>
                <a:lnTo>
                  <a:pt x="8730" y="484"/>
                </a:lnTo>
                <a:lnTo>
                  <a:pt x="8790" y="463"/>
                </a:lnTo>
                <a:lnTo>
                  <a:pt x="8870" y="463"/>
                </a:lnTo>
                <a:lnTo>
                  <a:pt x="8930" y="441"/>
                </a:lnTo>
                <a:lnTo>
                  <a:pt x="8991" y="441"/>
                </a:lnTo>
                <a:lnTo>
                  <a:pt x="9051" y="441"/>
                </a:lnTo>
                <a:lnTo>
                  <a:pt x="9293" y="441"/>
                </a:lnTo>
                <a:lnTo>
                  <a:pt x="9353" y="441"/>
                </a:lnTo>
                <a:lnTo>
                  <a:pt x="9435" y="441"/>
                </a:lnTo>
                <a:lnTo>
                  <a:pt x="9496" y="441"/>
                </a:lnTo>
                <a:lnTo>
                  <a:pt x="9556" y="420"/>
                </a:lnTo>
                <a:lnTo>
                  <a:pt x="9636" y="378"/>
                </a:lnTo>
                <a:lnTo>
                  <a:pt x="9737" y="357"/>
                </a:lnTo>
                <a:lnTo>
                  <a:pt x="9798" y="336"/>
                </a:lnTo>
                <a:lnTo>
                  <a:pt x="9858" y="294"/>
                </a:lnTo>
                <a:lnTo>
                  <a:pt x="9919" y="273"/>
                </a:lnTo>
                <a:lnTo>
                  <a:pt x="9979" y="231"/>
                </a:lnTo>
                <a:lnTo>
                  <a:pt x="10039" y="231"/>
                </a:lnTo>
                <a:lnTo>
                  <a:pt x="10100" y="252"/>
                </a:lnTo>
                <a:lnTo>
                  <a:pt x="10201" y="273"/>
                </a:lnTo>
                <a:lnTo>
                  <a:pt x="10262" y="273"/>
                </a:lnTo>
                <a:lnTo>
                  <a:pt x="10361" y="315"/>
                </a:lnTo>
                <a:lnTo>
                  <a:pt x="10443" y="336"/>
                </a:lnTo>
                <a:lnTo>
                  <a:pt x="10503" y="336"/>
                </a:lnTo>
                <a:lnTo>
                  <a:pt x="10564" y="336"/>
                </a:lnTo>
                <a:lnTo>
                  <a:pt x="10624" y="315"/>
                </a:lnTo>
                <a:lnTo>
                  <a:pt x="10704" y="315"/>
                </a:lnTo>
                <a:lnTo>
                  <a:pt x="10764" y="294"/>
                </a:lnTo>
                <a:lnTo>
                  <a:pt x="10846" y="294"/>
                </a:lnTo>
                <a:lnTo>
                  <a:pt x="10946" y="294"/>
                </a:lnTo>
                <a:lnTo>
                  <a:pt x="11006" y="294"/>
                </a:lnTo>
                <a:lnTo>
                  <a:pt x="11066" y="315"/>
                </a:lnTo>
                <a:lnTo>
                  <a:pt x="11127" y="315"/>
                </a:lnTo>
                <a:lnTo>
                  <a:pt x="11187" y="336"/>
                </a:lnTo>
                <a:lnTo>
                  <a:pt x="11248" y="336"/>
                </a:lnTo>
                <a:lnTo>
                  <a:pt x="11330" y="336"/>
                </a:lnTo>
                <a:lnTo>
                  <a:pt x="11429" y="315"/>
                </a:lnTo>
                <a:lnTo>
                  <a:pt x="11530" y="315"/>
                </a:lnTo>
                <a:lnTo>
                  <a:pt x="11591" y="315"/>
                </a:lnTo>
                <a:lnTo>
                  <a:pt x="11673" y="294"/>
                </a:lnTo>
                <a:lnTo>
                  <a:pt x="11733" y="273"/>
                </a:lnTo>
                <a:lnTo>
                  <a:pt x="11794" y="231"/>
                </a:lnTo>
                <a:lnTo>
                  <a:pt x="11854" y="210"/>
                </a:lnTo>
                <a:lnTo>
                  <a:pt x="11934" y="189"/>
                </a:lnTo>
                <a:lnTo>
                  <a:pt x="12013" y="189"/>
                </a:lnTo>
                <a:lnTo>
                  <a:pt x="12096" y="168"/>
                </a:lnTo>
                <a:lnTo>
                  <a:pt x="12156" y="147"/>
                </a:lnTo>
                <a:lnTo>
                  <a:pt x="12236" y="126"/>
                </a:lnTo>
                <a:lnTo>
                  <a:pt x="12296" y="105"/>
                </a:lnTo>
                <a:lnTo>
                  <a:pt x="12357" y="84"/>
                </a:lnTo>
                <a:lnTo>
                  <a:pt x="12579" y="0"/>
                </a:lnTo>
                <a:lnTo>
                  <a:pt x="12680" y="42"/>
                </a:lnTo>
                <a:lnTo>
                  <a:pt x="12719" y="105"/>
                </a:lnTo>
                <a:lnTo>
                  <a:pt x="12779" y="126"/>
                </a:lnTo>
                <a:lnTo>
                  <a:pt x="12842" y="126"/>
                </a:lnTo>
                <a:lnTo>
                  <a:pt x="12941" y="105"/>
                </a:lnTo>
                <a:lnTo>
                  <a:pt x="13002" y="84"/>
                </a:lnTo>
                <a:lnTo>
                  <a:pt x="13062" y="42"/>
                </a:lnTo>
                <a:lnTo>
                  <a:pt x="13164" y="26"/>
                </a:lnTo>
                <a:lnTo>
                  <a:pt x="13164" y="1809"/>
                </a:lnTo>
                <a:lnTo>
                  <a:pt x="12941" y="1704"/>
                </a:lnTo>
                <a:lnTo>
                  <a:pt x="12903" y="1641"/>
                </a:lnTo>
                <a:lnTo>
                  <a:pt x="12881" y="1578"/>
                </a:lnTo>
                <a:lnTo>
                  <a:pt x="12862" y="1515"/>
                </a:lnTo>
                <a:lnTo>
                  <a:pt x="12801" y="1473"/>
                </a:lnTo>
                <a:lnTo>
                  <a:pt x="12741" y="1473"/>
                </a:lnTo>
                <a:lnTo>
                  <a:pt x="12680" y="1536"/>
                </a:lnTo>
                <a:lnTo>
                  <a:pt x="12620" y="1473"/>
                </a:lnTo>
                <a:lnTo>
                  <a:pt x="12559" y="1494"/>
                </a:lnTo>
                <a:lnTo>
                  <a:pt x="12477" y="1536"/>
                </a:lnTo>
                <a:lnTo>
                  <a:pt x="12439" y="1473"/>
                </a:lnTo>
                <a:lnTo>
                  <a:pt x="12378" y="1452"/>
                </a:lnTo>
                <a:lnTo>
                  <a:pt x="12318" y="1410"/>
                </a:lnTo>
                <a:lnTo>
                  <a:pt x="12277" y="1346"/>
                </a:lnTo>
                <a:lnTo>
                  <a:pt x="12216" y="1283"/>
                </a:lnTo>
                <a:lnTo>
                  <a:pt x="12156" y="1220"/>
                </a:lnTo>
                <a:lnTo>
                  <a:pt x="12115" y="1157"/>
                </a:lnTo>
                <a:lnTo>
                  <a:pt x="12055" y="1199"/>
                </a:lnTo>
                <a:lnTo>
                  <a:pt x="11994" y="1157"/>
                </a:lnTo>
                <a:lnTo>
                  <a:pt x="11994" y="1094"/>
                </a:lnTo>
                <a:lnTo>
                  <a:pt x="11953" y="1010"/>
                </a:lnTo>
                <a:lnTo>
                  <a:pt x="11914" y="926"/>
                </a:lnTo>
                <a:lnTo>
                  <a:pt x="11893" y="862"/>
                </a:lnTo>
                <a:lnTo>
                  <a:pt x="11832" y="820"/>
                </a:lnTo>
                <a:lnTo>
                  <a:pt x="11753" y="862"/>
                </a:lnTo>
                <a:lnTo>
                  <a:pt x="11711" y="778"/>
                </a:lnTo>
                <a:lnTo>
                  <a:pt x="11673" y="715"/>
                </a:lnTo>
                <a:lnTo>
                  <a:pt x="11612" y="694"/>
                </a:lnTo>
                <a:lnTo>
                  <a:pt x="11571" y="631"/>
                </a:lnTo>
                <a:lnTo>
                  <a:pt x="11511" y="631"/>
                </a:lnTo>
                <a:lnTo>
                  <a:pt x="11450" y="631"/>
                </a:lnTo>
                <a:lnTo>
                  <a:pt x="11390" y="610"/>
                </a:lnTo>
                <a:lnTo>
                  <a:pt x="11308" y="568"/>
                </a:lnTo>
                <a:lnTo>
                  <a:pt x="11248" y="568"/>
                </a:lnTo>
                <a:lnTo>
                  <a:pt x="11187" y="568"/>
                </a:lnTo>
                <a:lnTo>
                  <a:pt x="11107" y="547"/>
                </a:lnTo>
                <a:lnTo>
                  <a:pt x="11047" y="526"/>
                </a:lnTo>
                <a:lnTo>
                  <a:pt x="11006" y="463"/>
                </a:lnTo>
                <a:lnTo>
                  <a:pt x="10946" y="463"/>
                </a:lnTo>
                <a:lnTo>
                  <a:pt x="10885" y="484"/>
                </a:lnTo>
                <a:lnTo>
                  <a:pt x="10866" y="547"/>
                </a:lnTo>
                <a:lnTo>
                  <a:pt x="10805" y="610"/>
                </a:lnTo>
                <a:lnTo>
                  <a:pt x="10745" y="631"/>
                </a:lnTo>
                <a:lnTo>
                  <a:pt x="10866" y="1220"/>
                </a:lnTo>
                <a:lnTo>
                  <a:pt x="10786" y="1199"/>
                </a:lnTo>
                <a:lnTo>
                  <a:pt x="10723" y="1157"/>
                </a:lnTo>
                <a:lnTo>
                  <a:pt x="10663" y="1094"/>
                </a:lnTo>
                <a:lnTo>
                  <a:pt x="10100" y="694"/>
                </a:lnTo>
                <a:lnTo>
                  <a:pt x="10039" y="652"/>
                </a:lnTo>
                <a:lnTo>
                  <a:pt x="9979" y="610"/>
                </a:lnTo>
                <a:lnTo>
                  <a:pt x="9938" y="547"/>
                </a:lnTo>
                <a:lnTo>
                  <a:pt x="9878" y="526"/>
                </a:lnTo>
                <a:lnTo>
                  <a:pt x="9817" y="568"/>
                </a:lnTo>
                <a:lnTo>
                  <a:pt x="9776" y="631"/>
                </a:lnTo>
                <a:lnTo>
                  <a:pt x="9696" y="694"/>
                </a:lnTo>
                <a:lnTo>
                  <a:pt x="9636" y="715"/>
                </a:lnTo>
                <a:lnTo>
                  <a:pt x="9576" y="715"/>
                </a:lnTo>
                <a:lnTo>
                  <a:pt x="9515" y="673"/>
                </a:lnTo>
                <a:lnTo>
                  <a:pt x="9455" y="652"/>
                </a:lnTo>
                <a:lnTo>
                  <a:pt x="9394" y="694"/>
                </a:lnTo>
                <a:lnTo>
                  <a:pt x="9334" y="631"/>
                </a:lnTo>
                <a:lnTo>
                  <a:pt x="9274" y="652"/>
                </a:lnTo>
                <a:lnTo>
                  <a:pt x="9213" y="694"/>
                </a:lnTo>
                <a:lnTo>
                  <a:pt x="9153" y="652"/>
                </a:lnTo>
                <a:lnTo>
                  <a:pt x="9092" y="631"/>
                </a:lnTo>
                <a:lnTo>
                  <a:pt x="9032" y="631"/>
                </a:lnTo>
                <a:lnTo>
                  <a:pt x="8972" y="652"/>
                </a:lnTo>
                <a:lnTo>
                  <a:pt x="8911" y="652"/>
                </a:lnTo>
                <a:lnTo>
                  <a:pt x="8851" y="631"/>
                </a:lnTo>
                <a:lnTo>
                  <a:pt x="8769" y="652"/>
                </a:lnTo>
                <a:lnTo>
                  <a:pt x="8689" y="694"/>
                </a:lnTo>
                <a:lnTo>
                  <a:pt x="8628" y="694"/>
                </a:lnTo>
                <a:lnTo>
                  <a:pt x="8546" y="715"/>
                </a:lnTo>
                <a:lnTo>
                  <a:pt x="8486" y="715"/>
                </a:lnTo>
                <a:lnTo>
                  <a:pt x="8406" y="673"/>
                </a:lnTo>
                <a:lnTo>
                  <a:pt x="8346" y="652"/>
                </a:lnTo>
                <a:lnTo>
                  <a:pt x="8285" y="652"/>
                </a:lnTo>
                <a:lnTo>
                  <a:pt x="8225" y="694"/>
                </a:lnTo>
                <a:lnTo>
                  <a:pt x="8145" y="757"/>
                </a:lnTo>
                <a:lnTo>
                  <a:pt x="8085" y="799"/>
                </a:lnTo>
                <a:lnTo>
                  <a:pt x="8044" y="736"/>
                </a:lnTo>
                <a:lnTo>
                  <a:pt x="7983" y="694"/>
                </a:lnTo>
                <a:lnTo>
                  <a:pt x="7923" y="694"/>
                </a:lnTo>
                <a:lnTo>
                  <a:pt x="7863" y="715"/>
                </a:lnTo>
                <a:lnTo>
                  <a:pt x="7802" y="736"/>
                </a:lnTo>
                <a:lnTo>
                  <a:pt x="7720" y="736"/>
                </a:lnTo>
                <a:lnTo>
                  <a:pt x="7640" y="715"/>
                </a:lnTo>
                <a:lnTo>
                  <a:pt x="7561" y="694"/>
                </a:lnTo>
                <a:lnTo>
                  <a:pt x="7500" y="673"/>
                </a:lnTo>
                <a:lnTo>
                  <a:pt x="7399" y="694"/>
                </a:lnTo>
                <a:lnTo>
                  <a:pt x="7338" y="715"/>
                </a:lnTo>
                <a:lnTo>
                  <a:pt x="7256" y="736"/>
                </a:lnTo>
                <a:lnTo>
                  <a:pt x="7157" y="778"/>
                </a:lnTo>
                <a:lnTo>
                  <a:pt x="7097" y="757"/>
                </a:lnTo>
                <a:lnTo>
                  <a:pt x="7036" y="715"/>
                </a:lnTo>
                <a:lnTo>
                  <a:pt x="6976" y="673"/>
                </a:lnTo>
                <a:lnTo>
                  <a:pt x="6915" y="694"/>
                </a:lnTo>
                <a:lnTo>
                  <a:pt x="6855" y="694"/>
                </a:lnTo>
                <a:lnTo>
                  <a:pt x="6795" y="694"/>
                </a:lnTo>
                <a:lnTo>
                  <a:pt x="6734" y="694"/>
                </a:lnTo>
                <a:lnTo>
                  <a:pt x="6674" y="694"/>
                </a:lnTo>
                <a:lnTo>
                  <a:pt x="6613" y="694"/>
                </a:lnTo>
                <a:lnTo>
                  <a:pt x="6248" y="1220"/>
                </a:lnTo>
                <a:lnTo>
                  <a:pt x="6530" y="652"/>
                </a:lnTo>
                <a:lnTo>
                  <a:pt x="6470" y="652"/>
                </a:lnTo>
                <a:lnTo>
                  <a:pt x="6409" y="652"/>
                </a:lnTo>
                <a:lnTo>
                  <a:pt x="6349" y="673"/>
                </a:lnTo>
                <a:lnTo>
                  <a:pt x="6269" y="673"/>
                </a:lnTo>
                <a:lnTo>
                  <a:pt x="6209" y="673"/>
                </a:lnTo>
                <a:lnTo>
                  <a:pt x="6149" y="694"/>
                </a:lnTo>
                <a:lnTo>
                  <a:pt x="6088" y="736"/>
                </a:lnTo>
                <a:lnTo>
                  <a:pt x="6028" y="736"/>
                </a:lnTo>
                <a:lnTo>
                  <a:pt x="5967" y="736"/>
                </a:lnTo>
                <a:lnTo>
                  <a:pt x="5907" y="736"/>
                </a:lnTo>
                <a:lnTo>
                  <a:pt x="5844" y="736"/>
                </a:lnTo>
                <a:lnTo>
                  <a:pt x="5784" y="694"/>
                </a:lnTo>
                <a:lnTo>
                  <a:pt x="5704" y="673"/>
                </a:lnTo>
                <a:lnTo>
                  <a:pt x="5644" y="673"/>
                </a:lnTo>
                <a:lnTo>
                  <a:pt x="5583" y="673"/>
                </a:lnTo>
                <a:lnTo>
                  <a:pt x="5503" y="694"/>
                </a:lnTo>
                <a:lnTo>
                  <a:pt x="5443" y="694"/>
                </a:lnTo>
                <a:lnTo>
                  <a:pt x="5361" y="694"/>
                </a:lnTo>
                <a:lnTo>
                  <a:pt x="5300" y="715"/>
                </a:lnTo>
                <a:lnTo>
                  <a:pt x="5221" y="715"/>
                </a:lnTo>
                <a:lnTo>
                  <a:pt x="5160" y="694"/>
                </a:lnTo>
                <a:lnTo>
                  <a:pt x="5100" y="694"/>
                </a:lnTo>
                <a:lnTo>
                  <a:pt x="5018" y="673"/>
                </a:lnTo>
                <a:lnTo>
                  <a:pt x="4957" y="652"/>
                </a:lnTo>
                <a:lnTo>
                  <a:pt x="4897" y="652"/>
                </a:lnTo>
                <a:lnTo>
                  <a:pt x="4837" y="652"/>
                </a:lnTo>
                <a:lnTo>
                  <a:pt x="4776" y="673"/>
                </a:lnTo>
                <a:lnTo>
                  <a:pt x="4716" y="694"/>
                </a:lnTo>
                <a:lnTo>
                  <a:pt x="4655" y="694"/>
                </a:lnTo>
                <a:lnTo>
                  <a:pt x="4576" y="694"/>
                </a:lnTo>
                <a:lnTo>
                  <a:pt x="4515" y="694"/>
                </a:lnTo>
                <a:lnTo>
                  <a:pt x="4455" y="652"/>
                </a:lnTo>
                <a:lnTo>
                  <a:pt x="4394" y="610"/>
                </a:lnTo>
                <a:lnTo>
                  <a:pt x="4334" y="568"/>
                </a:lnTo>
                <a:lnTo>
                  <a:pt x="4252" y="547"/>
                </a:lnTo>
                <a:lnTo>
                  <a:pt x="4191" y="547"/>
                </a:lnTo>
                <a:lnTo>
                  <a:pt x="4131" y="526"/>
                </a:lnTo>
                <a:lnTo>
                  <a:pt x="4071" y="484"/>
                </a:lnTo>
                <a:lnTo>
                  <a:pt x="4010" y="463"/>
                </a:lnTo>
                <a:lnTo>
                  <a:pt x="3950" y="463"/>
                </a:lnTo>
                <a:lnTo>
                  <a:pt x="3889" y="463"/>
                </a:lnTo>
                <a:lnTo>
                  <a:pt x="3829" y="484"/>
                </a:lnTo>
                <a:lnTo>
                  <a:pt x="3769" y="526"/>
                </a:lnTo>
                <a:lnTo>
                  <a:pt x="3708" y="526"/>
                </a:lnTo>
                <a:lnTo>
                  <a:pt x="3648" y="568"/>
                </a:lnTo>
                <a:lnTo>
                  <a:pt x="3587" y="568"/>
                </a:lnTo>
                <a:lnTo>
                  <a:pt x="3527" y="526"/>
                </a:lnTo>
                <a:lnTo>
                  <a:pt x="3447" y="505"/>
                </a:lnTo>
                <a:lnTo>
                  <a:pt x="3387" y="505"/>
                </a:lnTo>
                <a:lnTo>
                  <a:pt x="3305" y="463"/>
                </a:lnTo>
                <a:lnTo>
                  <a:pt x="3244" y="463"/>
                </a:lnTo>
                <a:lnTo>
                  <a:pt x="3184" y="484"/>
                </a:lnTo>
                <a:lnTo>
                  <a:pt x="3124" y="505"/>
                </a:lnTo>
                <a:lnTo>
                  <a:pt x="3063" y="526"/>
                </a:lnTo>
                <a:lnTo>
                  <a:pt x="3003" y="547"/>
                </a:lnTo>
                <a:lnTo>
                  <a:pt x="2942" y="568"/>
                </a:lnTo>
                <a:lnTo>
                  <a:pt x="2882" y="568"/>
                </a:lnTo>
                <a:lnTo>
                  <a:pt x="2822" y="568"/>
                </a:lnTo>
                <a:lnTo>
                  <a:pt x="2761" y="568"/>
                </a:lnTo>
                <a:lnTo>
                  <a:pt x="2681" y="568"/>
                </a:lnTo>
                <a:lnTo>
                  <a:pt x="2621" y="568"/>
                </a:lnTo>
                <a:lnTo>
                  <a:pt x="2561" y="547"/>
                </a:lnTo>
                <a:lnTo>
                  <a:pt x="2500" y="547"/>
                </a:lnTo>
                <a:lnTo>
                  <a:pt x="2440" y="547"/>
                </a:lnTo>
                <a:lnTo>
                  <a:pt x="2358" y="547"/>
                </a:lnTo>
                <a:lnTo>
                  <a:pt x="2297" y="547"/>
                </a:lnTo>
                <a:lnTo>
                  <a:pt x="2237" y="547"/>
                </a:lnTo>
                <a:lnTo>
                  <a:pt x="2176" y="589"/>
                </a:lnTo>
                <a:lnTo>
                  <a:pt x="2116" y="610"/>
                </a:lnTo>
                <a:lnTo>
                  <a:pt x="2056" y="631"/>
                </a:lnTo>
                <a:lnTo>
                  <a:pt x="1995" y="631"/>
                </a:lnTo>
                <a:lnTo>
                  <a:pt x="1935" y="631"/>
                </a:lnTo>
                <a:lnTo>
                  <a:pt x="1874" y="589"/>
                </a:lnTo>
                <a:lnTo>
                  <a:pt x="1814" y="568"/>
                </a:lnTo>
                <a:lnTo>
                  <a:pt x="1754" y="568"/>
                </a:lnTo>
                <a:lnTo>
                  <a:pt x="1693" y="568"/>
                </a:lnTo>
                <a:lnTo>
                  <a:pt x="1592" y="547"/>
                </a:lnTo>
                <a:lnTo>
                  <a:pt x="1531" y="547"/>
                </a:lnTo>
                <a:lnTo>
                  <a:pt x="1471" y="589"/>
                </a:lnTo>
                <a:lnTo>
                  <a:pt x="1411" y="631"/>
                </a:lnTo>
                <a:lnTo>
                  <a:pt x="1350" y="673"/>
                </a:lnTo>
                <a:lnTo>
                  <a:pt x="1290" y="694"/>
                </a:lnTo>
                <a:lnTo>
                  <a:pt x="1229" y="694"/>
                </a:lnTo>
                <a:lnTo>
                  <a:pt x="1169" y="673"/>
                </a:lnTo>
                <a:lnTo>
                  <a:pt x="1108" y="652"/>
                </a:lnTo>
                <a:lnTo>
                  <a:pt x="1048" y="652"/>
                </a:lnTo>
                <a:lnTo>
                  <a:pt x="988" y="631"/>
                </a:lnTo>
                <a:lnTo>
                  <a:pt x="927" y="631"/>
                </a:lnTo>
                <a:lnTo>
                  <a:pt x="867" y="631"/>
                </a:lnTo>
                <a:lnTo>
                  <a:pt x="785" y="631"/>
                </a:lnTo>
                <a:lnTo>
                  <a:pt x="705" y="631"/>
                </a:lnTo>
                <a:lnTo>
                  <a:pt x="645" y="631"/>
                </a:lnTo>
                <a:lnTo>
                  <a:pt x="584" y="631"/>
                </a:lnTo>
                <a:lnTo>
                  <a:pt x="524" y="652"/>
                </a:lnTo>
                <a:lnTo>
                  <a:pt x="463" y="652"/>
                </a:lnTo>
                <a:lnTo>
                  <a:pt x="403" y="652"/>
                </a:lnTo>
                <a:lnTo>
                  <a:pt x="343" y="673"/>
                </a:lnTo>
                <a:lnTo>
                  <a:pt x="282" y="694"/>
                </a:lnTo>
                <a:lnTo>
                  <a:pt x="222" y="715"/>
                </a:lnTo>
                <a:lnTo>
                  <a:pt x="140" y="757"/>
                </a:lnTo>
                <a:lnTo>
                  <a:pt x="60" y="778"/>
                </a:lnTo>
                <a:lnTo>
                  <a:pt x="0" y="820"/>
                </a:lnTo>
                <a:lnTo>
                  <a:pt x="0" y="165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"/>
          <p:cNvSpPr/>
          <p:nvPr/>
        </p:nvSpPr>
        <p:spPr>
          <a:xfrm>
            <a:off x="2232000" y="1704960"/>
            <a:ext cx="159120" cy="228960"/>
          </a:xfrm>
          <a:custGeom>
            <a:avLst/>
            <a:gdLst/>
            <a:ahLst/>
            <a:rect l="0" t="0" r="r" b="b"/>
            <a:pathLst>
              <a:path w="442" h="636">
                <a:moveTo>
                  <a:pt x="0" y="211"/>
                </a:moveTo>
                <a:lnTo>
                  <a:pt x="0" y="423"/>
                </a:lnTo>
                <a:lnTo>
                  <a:pt x="309" y="423"/>
                </a:lnTo>
                <a:lnTo>
                  <a:pt x="309" y="636"/>
                </a:lnTo>
                <a:lnTo>
                  <a:pt x="442" y="317"/>
                </a:lnTo>
                <a:lnTo>
                  <a:pt x="309" y="0"/>
                </a:lnTo>
                <a:lnTo>
                  <a:pt x="309" y="211"/>
                </a:lnTo>
                <a:lnTo>
                  <a:pt x="0" y="211"/>
                </a:lnTo>
                <a:close/>
              </a:path>
            </a:pathLst>
          </a:custGeom>
          <a:solidFill>
            <a:srgbClr val="66FF33"/>
          </a:solidFill>
          <a:ln w="12600">
            <a:solidFill>
              <a:srgbClr val="676767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"/>
          <p:cNvSpPr txBox="1"/>
          <p:nvPr/>
        </p:nvSpPr>
        <p:spPr>
          <a:xfrm>
            <a:off x="25560" y="1963800"/>
            <a:ext cx="3908520" cy="1844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1 TO StrPtr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STRING DayStr   DELIMITED BY SPACES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","      DELIMITED BY SIZE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INTO DateStr WITH POINTER StrPtr</a:t>
            </a:r>
            <a:br>
              <a:rPr sz="12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END-STRING.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STRING MonthStr DELIMITED BY SPACES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","      DELIMITED BY SIZE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INTO DateStr WITH POINTER StrPtr</a:t>
            </a:r>
            <a:br>
              <a:rPr sz="1200"/>
            </a:b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END-STRING.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STRING YearStr  DELIMITED BY SIZE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      INTO DateStr WITH POINTER StrPtr</a:t>
            </a:r>
            <a:br>
              <a:rPr sz="1200"/>
            </a:br>
            <a:r>
              <a:rPr lang="en-US" sz="12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END-STRING.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9" name=""/>
          <p:cNvGrpSpPr/>
          <p:nvPr/>
        </p:nvGrpSpPr>
        <p:grpSpPr>
          <a:xfrm>
            <a:off x="2165400" y="671400"/>
            <a:ext cx="2452680" cy="249120"/>
            <a:chOff x="2165400" y="671400"/>
            <a:chExt cx="2452680" cy="249120"/>
          </a:xfrm>
        </p:grpSpPr>
        <p:sp>
          <p:nvSpPr>
            <p:cNvPr id="150" name=""/>
            <p:cNvSpPr/>
            <p:nvPr/>
          </p:nvSpPr>
          <p:spPr>
            <a:xfrm>
              <a:off x="2165400" y="671400"/>
              <a:ext cx="2452680" cy="24912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1" name=""/>
            <p:cNvSpPr/>
            <p:nvPr/>
          </p:nvSpPr>
          <p:spPr>
            <a:xfrm>
              <a:off x="2446200" y="676440"/>
              <a:ext cx="0" cy="241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2" name=""/>
            <p:cNvSpPr/>
            <p:nvPr/>
          </p:nvSpPr>
          <p:spPr>
            <a:xfrm>
              <a:off x="2711520" y="676440"/>
              <a:ext cx="0" cy="241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3" name=""/>
            <p:cNvSpPr/>
            <p:nvPr/>
          </p:nvSpPr>
          <p:spPr>
            <a:xfrm>
              <a:off x="3002040" y="676440"/>
              <a:ext cx="0" cy="241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4" name=""/>
            <p:cNvSpPr/>
            <p:nvPr/>
          </p:nvSpPr>
          <p:spPr>
            <a:xfrm>
              <a:off x="3267000" y="676440"/>
              <a:ext cx="0" cy="241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5" name=""/>
            <p:cNvSpPr/>
            <p:nvPr/>
          </p:nvSpPr>
          <p:spPr>
            <a:xfrm>
              <a:off x="3524400" y="676440"/>
              <a:ext cx="0" cy="241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6" name=""/>
            <p:cNvSpPr/>
            <p:nvPr/>
          </p:nvSpPr>
          <p:spPr>
            <a:xfrm>
              <a:off x="3797280" y="676440"/>
              <a:ext cx="0" cy="241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7" name=""/>
            <p:cNvSpPr/>
            <p:nvPr/>
          </p:nvSpPr>
          <p:spPr>
            <a:xfrm>
              <a:off x="4062240" y="676440"/>
              <a:ext cx="0" cy="241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8" name=""/>
            <p:cNvSpPr/>
            <p:nvPr/>
          </p:nvSpPr>
          <p:spPr>
            <a:xfrm>
              <a:off x="4336920" y="676440"/>
              <a:ext cx="0" cy="241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59" name=""/>
          <p:cNvGrpSpPr/>
          <p:nvPr/>
        </p:nvGrpSpPr>
        <p:grpSpPr>
          <a:xfrm>
            <a:off x="2165400" y="353880"/>
            <a:ext cx="546120" cy="264960"/>
            <a:chOff x="2165400" y="353880"/>
            <a:chExt cx="546120" cy="264960"/>
          </a:xfrm>
        </p:grpSpPr>
        <p:sp>
          <p:nvSpPr>
            <p:cNvPr id="160" name=""/>
            <p:cNvSpPr/>
            <p:nvPr/>
          </p:nvSpPr>
          <p:spPr>
            <a:xfrm>
              <a:off x="2165400" y="353880"/>
              <a:ext cx="546120" cy="26496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1" name=""/>
            <p:cNvSpPr/>
            <p:nvPr/>
          </p:nvSpPr>
          <p:spPr>
            <a:xfrm>
              <a:off x="2446200" y="36828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62" name=""/>
          <p:cNvGrpSpPr/>
          <p:nvPr/>
        </p:nvGrpSpPr>
        <p:grpSpPr>
          <a:xfrm>
            <a:off x="2165400" y="957240"/>
            <a:ext cx="1117440" cy="254160"/>
            <a:chOff x="2165400" y="957240"/>
            <a:chExt cx="1117440" cy="254160"/>
          </a:xfrm>
        </p:grpSpPr>
        <p:sp>
          <p:nvSpPr>
            <p:cNvPr id="163" name=""/>
            <p:cNvSpPr/>
            <p:nvPr/>
          </p:nvSpPr>
          <p:spPr>
            <a:xfrm>
              <a:off x="2165400" y="957240"/>
              <a:ext cx="1117440" cy="25416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4" name=""/>
            <p:cNvSpPr/>
            <p:nvPr/>
          </p:nvSpPr>
          <p:spPr>
            <a:xfrm>
              <a:off x="2446200" y="965160"/>
              <a:ext cx="0" cy="241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5" name=""/>
            <p:cNvSpPr/>
            <p:nvPr/>
          </p:nvSpPr>
          <p:spPr>
            <a:xfrm>
              <a:off x="2711520" y="965160"/>
              <a:ext cx="0" cy="241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6" name=""/>
            <p:cNvSpPr/>
            <p:nvPr/>
          </p:nvSpPr>
          <p:spPr>
            <a:xfrm>
              <a:off x="3002040" y="965160"/>
              <a:ext cx="0" cy="241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67" name=""/>
          <p:cNvGrpSpPr/>
          <p:nvPr/>
        </p:nvGrpSpPr>
        <p:grpSpPr>
          <a:xfrm>
            <a:off x="395280" y="1459080"/>
            <a:ext cx="3755880" cy="247680"/>
            <a:chOff x="395280" y="1459080"/>
            <a:chExt cx="3755880" cy="247680"/>
          </a:xfrm>
        </p:grpSpPr>
        <p:sp>
          <p:nvSpPr>
            <p:cNvPr id="168" name=""/>
            <p:cNvSpPr/>
            <p:nvPr/>
          </p:nvSpPr>
          <p:spPr>
            <a:xfrm>
              <a:off x="395280" y="1459080"/>
              <a:ext cx="3755880" cy="24768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9" name=""/>
            <p:cNvSpPr/>
            <p:nvPr/>
          </p:nvSpPr>
          <p:spPr>
            <a:xfrm>
              <a:off x="65880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0" name=""/>
            <p:cNvSpPr/>
            <p:nvPr/>
          </p:nvSpPr>
          <p:spPr>
            <a:xfrm>
              <a:off x="90648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1" name=""/>
            <p:cNvSpPr/>
            <p:nvPr/>
          </p:nvSpPr>
          <p:spPr>
            <a:xfrm>
              <a:off x="117648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2" name=""/>
            <p:cNvSpPr/>
            <p:nvPr/>
          </p:nvSpPr>
          <p:spPr>
            <a:xfrm>
              <a:off x="142416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3" name=""/>
            <p:cNvSpPr/>
            <p:nvPr/>
          </p:nvSpPr>
          <p:spPr>
            <a:xfrm>
              <a:off x="166536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4" name=""/>
            <p:cNvSpPr/>
            <p:nvPr/>
          </p:nvSpPr>
          <p:spPr>
            <a:xfrm>
              <a:off x="192096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5" name=""/>
            <p:cNvSpPr/>
            <p:nvPr/>
          </p:nvSpPr>
          <p:spPr>
            <a:xfrm>
              <a:off x="216864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6" name=""/>
            <p:cNvSpPr/>
            <p:nvPr/>
          </p:nvSpPr>
          <p:spPr>
            <a:xfrm>
              <a:off x="242424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7" name=""/>
            <p:cNvSpPr/>
            <p:nvPr/>
          </p:nvSpPr>
          <p:spPr>
            <a:xfrm>
              <a:off x="266400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8" name=""/>
            <p:cNvSpPr/>
            <p:nvPr/>
          </p:nvSpPr>
          <p:spPr>
            <a:xfrm>
              <a:off x="291132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9" name=""/>
            <p:cNvSpPr/>
            <p:nvPr/>
          </p:nvSpPr>
          <p:spPr>
            <a:xfrm>
              <a:off x="318276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0" name=""/>
            <p:cNvSpPr/>
            <p:nvPr/>
          </p:nvSpPr>
          <p:spPr>
            <a:xfrm>
              <a:off x="343044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1" name=""/>
            <p:cNvSpPr/>
            <p:nvPr/>
          </p:nvSpPr>
          <p:spPr>
            <a:xfrm>
              <a:off x="367020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2" name=""/>
            <p:cNvSpPr/>
            <p:nvPr/>
          </p:nvSpPr>
          <p:spPr>
            <a:xfrm>
              <a:off x="3925800" y="14637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83" name=""/>
          <p:cNvSpPr txBox="1"/>
          <p:nvPr/>
        </p:nvSpPr>
        <p:spPr>
          <a:xfrm>
            <a:off x="380880" y="1389240"/>
            <a:ext cx="3792600" cy="36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5 , J U N</a:t>
            </a:r>
            <a:r>
              <a:rPr lang="en-US" sz="18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6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E</a:t>
            </a:r>
            <a:r>
              <a:rPr lang="en-US" sz="18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6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,</a:t>
            </a:r>
            <a:r>
              <a:rPr lang="en-US" sz="18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6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1 9</a:t>
            </a:r>
            <a:r>
              <a:rPr lang="en-US" sz="18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6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9 8</a:t>
            </a:r>
            <a:r>
              <a:rPr lang="en-US" sz="18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6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- - - -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69840" y="25560"/>
            <a:ext cx="3568680" cy="1460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6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StrPtr    PIC 99.  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6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DayStr    PIC XX.   </a:t>
            </a:r>
            <a:r>
              <a:rPr lang="en-US" sz="12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5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6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MonthStr  PIC X(9). </a:t>
            </a:r>
            <a:r>
              <a:rPr lang="en-US" sz="12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J  U  N  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6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YearStr   PIC X(4). </a:t>
            </a:r>
            <a:r>
              <a:rPr lang="en-US" sz="12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1  9  9  8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6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DateStr   PIC X(15) VALUE ALL "-".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85" name=""/>
          <p:cNvGrpSpPr/>
          <p:nvPr/>
        </p:nvGrpSpPr>
        <p:grpSpPr>
          <a:xfrm>
            <a:off x="2165400" y="49320"/>
            <a:ext cx="546120" cy="264960"/>
            <a:chOff x="2165400" y="49320"/>
            <a:chExt cx="546120" cy="264960"/>
          </a:xfrm>
        </p:grpSpPr>
        <p:sp>
          <p:nvSpPr>
            <p:cNvPr id="186" name=""/>
            <p:cNvSpPr/>
            <p:nvPr/>
          </p:nvSpPr>
          <p:spPr>
            <a:xfrm>
              <a:off x="2165400" y="49320"/>
              <a:ext cx="546120" cy="26496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7" name=""/>
            <p:cNvSpPr/>
            <p:nvPr/>
          </p:nvSpPr>
          <p:spPr>
            <a:xfrm>
              <a:off x="2446200" y="63360"/>
              <a:ext cx="0" cy="23976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88" name=""/>
          <p:cNvSpPr txBox="1"/>
          <p:nvPr/>
        </p:nvSpPr>
        <p:spPr>
          <a:xfrm>
            <a:off x="2247840" y="92160"/>
            <a:ext cx="365040" cy="344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1  2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"/>
          <p:cNvSpPr/>
          <p:nvPr/>
        </p:nvSpPr>
        <p:spPr>
          <a:xfrm>
            <a:off x="14400" y="1704960"/>
            <a:ext cx="4739040" cy="651240"/>
          </a:xfrm>
          <a:custGeom>
            <a:avLst/>
            <a:gdLst/>
            <a:ahLst/>
            <a:rect l="0" t="0" r="r" b="b"/>
            <a:pathLst>
              <a:path w="13164" h="1809">
                <a:moveTo>
                  <a:pt x="0" y="165"/>
                </a:moveTo>
                <a:lnTo>
                  <a:pt x="120" y="126"/>
                </a:lnTo>
                <a:lnTo>
                  <a:pt x="222" y="147"/>
                </a:lnTo>
                <a:lnTo>
                  <a:pt x="282" y="147"/>
                </a:lnTo>
                <a:lnTo>
                  <a:pt x="362" y="147"/>
                </a:lnTo>
                <a:lnTo>
                  <a:pt x="422" y="126"/>
                </a:lnTo>
                <a:lnTo>
                  <a:pt x="483" y="105"/>
                </a:lnTo>
                <a:lnTo>
                  <a:pt x="565" y="105"/>
                </a:lnTo>
                <a:lnTo>
                  <a:pt x="645" y="63"/>
                </a:lnTo>
                <a:lnTo>
                  <a:pt x="705" y="63"/>
                </a:lnTo>
                <a:lnTo>
                  <a:pt x="765" y="63"/>
                </a:lnTo>
                <a:lnTo>
                  <a:pt x="845" y="63"/>
                </a:lnTo>
                <a:lnTo>
                  <a:pt x="906" y="63"/>
                </a:lnTo>
                <a:lnTo>
                  <a:pt x="966" y="105"/>
                </a:lnTo>
                <a:lnTo>
                  <a:pt x="1048" y="126"/>
                </a:lnTo>
                <a:lnTo>
                  <a:pt x="1089" y="189"/>
                </a:lnTo>
                <a:lnTo>
                  <a:pt x="1169" y="210"/>
                </a:lnTo>
                <a:lnTo>
                  <a:pt x="1229" y="252"/>
                </a:lnTo>
                <a:lnTo>
                  <a:pt x="1290" y="273"/>
                </a:lnTo>
                <a:lnTo>
                  <a:pt x="1369" y="273"/>
                </a:lnTo>
                <a:lnTo>
                  <a:pt x="1430" y="273"/>
                </a:lnTo>
                <a:lnTo>
                  <a:pt x="1490" y="273"/>
                </a:lnTo>
                <a:lnTo>
                  <a:pt x="1551" y="273"/>
                </a:lnTo>
                <a:lnTo>
                  <a:pt x="1611" y="273"/>
                </a:lnTo>
                <a:lnTo>
                  <a:pt x="1671" y="273"/>
                </a:lnTo>
                <a:lnTo>
                  <a:pt x="1734" y="252"/>
                </a:lnTo>
                <a:lnTo>
                  <a:pt x="1795" y="252"/>
                </a:lnTo>
                <a:lnTo>
                  <a:pt x="1894" y="252"/>
                </a:lnTo>
                <a:lnTo>
                  <a:pt x="1976" y="273"/>
                </a:lnTo>
                <a:lnTo>
                  <a:pt x="2056" y="273"/>
                </a:lnTo>
                <a:lnTo>
                  <a:pt x="2135" y="294"/>
                </a:lnTo>
                <a:lnTo>
                  <a:pt x="2196" y="315"/>
                </a:lnTo>
                <a:lnTo>
                  <a:pt x="2256" y="336"/>
                </a:lnTo>
                <a:lnTo>
                  <a:pt x="2317" y="357"/>
                </a:lnTo>
                <a:lnTo>
                  <a:pt x="2377" y="357"/>
                </a:lnTo>
                <a:lnTo>
                  <a:pt x="2459" y="378"/>
                </a:lnTo>
                <a:lnTo>
                  <a:pt x="2520" y="378"/>
                </a:lnTo>
                <a:lnTo>
                  <a:pt x="2621" y="378"/>
                </a:lnTo>
                <a:lnTo>
                  <a:pt x="2701" y="378"/>
                </a:lnTo>
                <a:lnTo>
                  <a:pt x="2780" y="378"/>
                </a:lnTo>
                <a:lnTo>
                  <a:pt x="2841" y="378"/>
                </a:lnTo>
                <a:lnTo>
                  <a:pt x="2901" y="378"/>
                </a:lnTo>
                <a:lnTo>
                  <a:pt x="3003" y="378"/>
                </a:lnTo>
                <a:lnTo>
                  <a:pt x="3104" y="357"/>
                </a:lnTo>
                <a:lnTo>
                  <a:pt x="3184" y="357"/>
                </a:lnTo>
                <a:lnTo>
                  <a:pt x="3266" y="357"/>
                </a:lnTo>
                <a:lnTo>
                  <a:pt x="3346" y="357"/>
                </a:lnTo>
                <a:lnTo>
                  <a:pt x="3406" y="357"/>
                </a:lnTo>
                <a:lnTo>
                  <a:pt x="3467" y="357"/>
                </a:lnTo>
                <a:lnTo>
                  <a:pt x="3527" y="357"/>
                </a:lnTo>
                <a:lnTo>
                  <a:pt x="3587" y="378"/>
                </a:lnTo>
                <a:lnTo>
                  <a:pt x="3648" y="378"/>
                </a:lnTo>
                <a:lnTo>
                  <a:pt x="3749" y="399"/>
                </a:lnTo>
                <a:lnTo>
                  <a:pt x="3810" y="399"/>
                </a:lnTo>
                <a:lnTo>
                  <a:pt x="3889" y="378"/>
                </a:lnTo>
                <a:lnTo>
                  <a:pt x="3991" y="378"/>
                </a:lnTo>
                <a:lnTo>
                  <a:pt x="4071" y="378"/>
                </a:lnTo>
                <a:lnTo>
                  <a:pt x="4153" y="378"/>
                </a:lnTo>
                <a:lnTo>
                  <a:pt x="4213" y="378"/>
                </a:lnTo>
                <a:lnTo>
                  <a:pt x="4274" y="378"/>
                </a:lnTo>
                <a:lnTo>
                  <a:pt x="4334" y="378"/>
                </a:lnTo>
                <a:lnTo>
                  <a:pt x="4394" y="378"/>
                </a:lnTo>
                <a:lnTo>
                  <a:pt x="4474" y="399"/>
                </a:lnTo>
                <a:lnTo>
                  <a:pt x="4556" y="399"/>
                </a:lnTo>
                <a:lnTo>
                  <a:pt x="4636" y="420"/>
                </a:lnTo>
                <a:lnTo>
                  <a:pt x="4716" y="441"/>
                </a:lnTo>
                <a:lnTo>
                  <a:pt x="4798" y="441"/>
                </a:lnTo>
                <a:lnTo>
                  <a:pt x="4858" y="441"/>
                </a:lnTo>
                <a:lnTo>
                  <a:pt x="4957" y="463"/>
                </a:lnTo>
                <a:lnTo>
                  <a:pt x="5078" y="484"/>
                </a:lnTo>
                <a:lnTo>
                  <a:pt x="5139" y="484"/>
                </a:lnTo>
                <a:lnTo>
                  <a:pt x="5201" y="484"/>
                </a:lnTo>
                <a:lnTo>
                  <a:pt x="5281" y="484"/>
                </a:lnTo>
                <a:lnTo>
                  <a:pt x="5342" y="484"/>
                </a:lnTo>
                <a:lnTo>
                  <a:pt x="5402" y="484"/>
                </a:lnTo>
                <a:lnTo>
                  <a:pt x="5462" y="484"/>
                </a:lnTo>
                <a:lnTo>
                  <a:pt x="5663" y="484"/>
                </a:lnTo>
                <a:lnTo>
                  <a:pt x="5866" y="484"/>
                </a:lnTo>
                <a:lnTo>
                  <a:pt x="6066" y="484"/>
                </a:lnTo>
                <a:lnTo>
                  <a:pt x="6149" y="484"/>
                </a:lnTo>
                <a:lnTo>
                  <a:pt x="6228" y="484"/>
                </a:lnTo>
                <a:lnTo>
                  <a:pt x="6308" y="484"/>
                </a:lnTo>
                <a:lnTo>
                  <a:pt x="6368" y="463"/>
                </a:lnTo>
                <a:lnTo>
                  <a:pt x="6633" y="315"/>
                </a:lnTo>
                <a:lnTo>
                  <a:pt x="6674" y="378"/>
                </a:lnTo>
                <a:lnTo>
                  <a:pt x="6712" y="463"/>
                </a:lnTo>
                <a:lnTo>
                  <a:pt x="6795" y="484"/>
                </a:lnTo>
                <a:lnTo>
                  <a:pt x="6855" y="463"/>
                </a:lnTo>
                <a:lnTo>
                  <a:pt x="6915" y="463"/>
                </a:lnTo>
                <a:lnTo>
                  <a:pt x="6976" y="441"/>
                </a:lnTo>
                <a:lnTo>
                  <a:pt x="7036" y="463"/>
                </a:lnTo>
                <a:lnTo>
                  <a:pt x="7116" y="484"/>
                </a:lnTo>
                <a:lnTo>
                  <a:pt x="7176" y="484"/>
                </a:lnTo>
                <a:lnTo>
                  <a:pt x="7237" y="505"/>
                </a:lnTo>
                <a:lnTo>
                  <a:pt x="7297" y="505"/>
                </a:lnTo>
                <a:lnTo>
                  <a:pt x="7358" y="505"/>
                </a:lnTo>
                <a:lnTo>
                  <a:pt x="7418" y="505"/>
                </a:lnTo>
                <a:lnTo>
                  <a:pt x="7478" y="505"/>
                </a:lnTo>
                <a:lnTo>
                  <a:pt x="7539" y="484"/>
                </a:lnTo>
                <a:lnTo>
                  <a:pt x="7599" y="484"/>
                </a:lnTo>
                <a:lnTo>
                  <a:pt x="7681" y="484"/>
                </a:lnTo>
                <a:lnTo>
                  <a:pt x="7761" y="463"/>
                </a:lnTo>
                <a:lnTo>
                  <a:pt x="7821" y="441"/>
                </a:lnTo>
                <a:lnTo>
                  <a:pt x="7882" y="441"/>
                </a:lnTo>
                <a:lnTo>
                  <a:pt x="7962" y="441"/>
                </a:lnTo>
                <a:lnTo>
                  <a:pt x="8024" y="420"/>
                </a:lnTo>
                <a:lnTo>
                  <a:pt x="8085" y="441"/>
                </a:lnTo>
                <a:lnTo>
                  <a:pt x="8145" y="505"/>
                </a:lnTo>
                <a:lnTo>
                  <a:pt x="8206" y="526"/>
                </a:lnTo>
                <a:lnTo>
                  <a:pt x="8285" y="526"/>
                </a:lnTo>
                <a:lnTo>
                  <a:pt x="8346" y="526"/>
                </a:lnTo>
                <a:lnTo>
                  <a:pt x="8406" y="526"/>
                </a:lnTo>
                <a:lnTo>
                  <a:pt x="8486" y="526"/>
                </a:lnTo>
                <a:lnTo>
                  <a:pt x="8568" y="505"/>
                </a:lnTo>
                <a:lnTo>
                  <a:pt x="8648" y="484"/>
                </a:lnTo>
                <a:lnTo>
                  <a:pt x="8730" y="484"/>
                </a:lnTo>
                <a:lnTo>
                  <a:pt x="8790" y="463"/>
                </a:lnTo>
                <a:lnTo>
                  <a:pt x="8870" y="463"/>
                </a:lnTo>
                <a:lnTo>
                  <a:pt x="8930" y="441"/>
                </a:lnTo>
                <a:lnTo>
                  <a:pt x="8991" y="441"/>
                </a:lnTo>
                <a:lnTo>
                  <a:pt x="9051" y="441"/>
                </a:lnTo>
                <a:lnTo>
                  <a:pt x="9293" y="441"/>
                </a:lnTo>
                <a:lnTo>
                  <a:pt x="9353" y="441"/>
                </a:lnTo>
                <a:lnTo>
                  <a:pt x="9435" y="441"/>
                </a:lnTo>
                <a:lnTo>
                  <a:pt x="9496" y="441"/>
                </a:lnTo>
                <a:lnTo>
                  <a:pt x="9556" y="420"/>
                </a:lnTo>
                <a:lnTo>
                  <a:pt x="9636" y="378"/>
                </a:lnTo>
                <a:lnTo>
                  <a:pt x="9737" y="357"/>
                </a:lnTo>
                <a:lnTo>
                  <a:pt x="9798" y="336"/>
                </a:lnTo>
                <a:lnTo>
                  <a:pt x="9858" y="294"/>
                </a:lnTo>
                <a:lnTo>
                  <a:pt x="9919" y="273"/>
                </a:lnTo>
                <a:lnTo>
                  <a:pt x="9979" y="231"/>
                </a:lnTo>
                <a:lnTo>
                  <a:pt x="10039" y="231"/>
                </a:lnTo>
                <a:lnTo>
                  <a:pt x="10100" y="252"/>
                </a:lnTo>
                <a:lnTo>
                  <a:pt x="10201" y="273"/>
                </a:lnTo>
                <a:lnTo>
                  <a:pt x="10262" y="273"/>
                </a:lnTo>
                <a:lnTo>
                  <a:pt x="10361" y="315"/>
                </a:lnTo>
                <a:lnTo>
                  <a:pt x="10443" y="336"/>
                </a:lnTo>
                <a:lnTo>
                  <a:pt x="10503" y="336"/>
                </a:lnTo>
                <a:lnTo>
                  <a:pt x="10564" y="336"/>
                </a:lnTo>
                <a:lnTo>
                  <a:pt x="10624" y="315"/>
                </a:lnTo>
                <a:lnTo>
                  <a:pt x="10704" y="315"/>
                </a:lnTo>
                <a:lnTo>
                  <a:pt x="10764" y="294"/>
                </a:lnTo>
                <a:lnTo>
                  <a:pt x="10846" y="294"/>
                </a:lnTo>
                <a:lnTo>
                  <a:pt x="10946" y="294"/>
                </a:lnTo>
                <a:lnTo>
                  <a:pt x="11006" y="294"/>
                </a:lnTo>
                <a:lnTo>
                  <a:pt x="11066" y="315"/>
                </a:lnTo>
                <a:lnTo>
                  <a:pt x="11127" y="315"/>
                </a:lnTo>
                <a:lnTo>
                  <a:pt x="11187" y="336"/>
                </a:lnTo>
                <a:lnTo>
                  <a:pt x="11248" y="336"/>
                </a:lnTo>
                <a:lnTo>
                  <a:pt x="11330" y="336"/>
                </a:lnTo>
                <a:lnTo>
                  <a:pt x="11429" y="315"/>
                </a:lnTo>
                <a:lnTo>
                  <a:pt x="11530" y="315"/>
                </a:lnTo>
                <a:lnTo>
                  <a:pt x="11591" y="315"/>
                </a:lnTo>
                <a:lnTo>
                  <a:pt x="11673" y="294"/>
                </a:lnTo>
                <a:lnTo>
                  <a:pt x="11733" y="273"/>
                </a:lnTo>
                <a:lnTo>
                  <a:pt x="11794" y="231"/>
                </a:lnTo>
                <a:lnTo>
                  <a:pt x="11854" y="210"/>
                </a:lnTo>
                <a:lnTo>
                  <a:pt x="11934" y="189"/>
                </a:lnTo>
                <a:lnTo>
                  <a:pt x="12013" y="189"/>
                </a:lnTo>
                <a:lnTo>
                  <a:pt x="12096" y="168"/>
                </a:lnTo>
                <a:lnTo>
                  <a:pt x="12156" y="147"/>
                </a:lnTo>
                <a:lnTo>
                  <a:pt x="12236" y="126"/>
                </a:lnTo>
                <a:lnTo>
                  <a:pt x="12296" y="105"/>
                </a:lnTo>
                <a:lnTo>
                  <a:pt x="12357" y="84"/>
                </a:lnTo>
                <a:lnTo>
                  <a:pt x="12579" y="0"/>
                </a:lnTo>
                <a:lnTo>
                  <a:pt x="12680" y="42"/>
                </a:lnTo>
                <a:lnTo>
                  <a:pt x="12719" y="105"/>
                </a:lnTo>
                <a:lnTo>
                  <a:pt x="12779" y="126"/>
                </a:lnTo>
                <a:lnTo>
                  <a:pt x="12842" y="126"/>
                </a:lnTo>
                <a:lnTo>
                  <a:pt x="12941" y="105"/>
                </a:lnTo>
                <a:lnTo>
                  <a:pt x="13002" y="84"/>
                </a:lnTo>
                <a:lnTo>
                  <a:pt x="13062" y="42"/>
                </a:lnTo>
                <a:lnTo>
                  <a:pt x="13164" y="26"/>
                </a:lnTo>
                <a:lnTo>
                  <a:pt x="13164" y="1809"/>
                </a:lnTo>
                <a:lnTo>
                  <a:pt x="12941" y="1704"/>
                </a:lnTo>
                <a:lnTo>
                  <a:pt x="12903" y="1641"/>
                </a:lnTo>
                <a:lnTo>
                  <a:pt x="12881" y="1578"/>
                </a:lnTo>
                <a:lnTo>
                  <a:pt x="12862" y="1515"/>
                </a:lnTo>
                <a:lnTo>
                  <a:pt x="12801" y="1473"/>
                </a:lnTo>
                <a:lnTo>
                  <a:pt x="12741" y="1473"/>
                </a:lnTo>
                <a:lnTo>
                  <a:pt x="12680" y="1536"/>
                </a:lnTo>
                <a:lnTo>
                  <a:pt x="12620" y="1473"/>
                </a:lnTo>
                <a:lnTo>
                  <a:pt x="12559" y="1494"/>
                </a:lnTo>
                <a:lnTo>
                  <a:pt x="12477" y="1536"/>
                </a:lnTo>
                <a:lnTo>
                  <a:pt x="12439" y="1473"/>
                </a:lnTo>
                <a:lnTo>
                  <a:pt x="12378" y="1452"/>
                </a:lnTo>
                <a:lnTo>
                  <a:pt x="12318" y="1410"/>
                </a:lnTo>
                <a:lnTo>
                  <a:pt x="12277" y="1346"/>
                </a:lnTo>
                <a:lnTo>
                  <a:pt x="12216" y="1283"/>
                </a:lnTo>
                <a:lnTo>
                  <a:pt x="12156" y="1220"/>
                </a:lnTo>
                <a:lnTo>
                  <a:pt x="12115" y="1157"/>
                </a:lnTo>
                <a:lnTo>
                  <a:pt x="12055" y="1199"/>
                </a:lnTo>
                <a:lnTo>
                  <a:pt x="11994" y="1157"/>
                </a:lnTo>
                <a:lnTo>
                  <a:pt x="11994" y="1094"/>
                </a:lnTo>
                <a:lnTo>
                  <a:pt x="11953" y="1010"/>
                </a:lnTo>
                <a:lnTo>
                  <a:pt x="11914" y="926"/>
                </a:lnTo>
                <a:lnTo>
                  <a:pt x="11893" y="862"/>
                </a:lnTo>
                <a:lnTo>
                  <a:pt x="11832" y="820"/>
                </a:lnTo>
                <a:lnTo>
                  <a:pt x="11753" y="862"/>
                </a:lnTo>
                <a:lnTo>
                  <a:pt x="11711" y="778"/>
                </a:lnTo>
                <a:lnTo>
                  <a:pt x="11673" y="715"/>
                </a:lnTo>
                <a:lnTo>
                  <a:pt x="11612" y="694"/>
                </a:lnTo>
                <a:lnTo>
                  <a:pt x="11571" y="631"/>
                </a:lnTo>
                <a:lnTo>
                  <a:pt x="11511" y="631"/>
                </a:lnTo>
                <a:lnTo>
                  <a:pt x="11450" y="631"/>
                </a:lnTo>
                <a:lnTo>
                  <a:pt x="11390" y="610"/>
                </a:lnTo>
                <a:lnTo>
                  <a:pt x="11308" y="568"/>
                </a:lnTo>
                <a:lnTo>
                  <a:pt x="11248" y="568"/>
                </a:lnTo>
                <a:lnTo>
                  <a:pt x="11187" y="568"/>
                </a:lnTo>
                <a:lnTo>
                  <a:pt x="11107" y="547"/>
                </a:lnTo>
                <a:lnTo>
                  <a:pt x="11047" y="526"/>
                </a:lnTo>
                <a:lnTo>
                  <a:pt x="11006" y="463"/>
                </a:lnTo>
                <a:lnTo>
                  <a:pt x="10946" y="463"/>
                </a:lnTo>
                <a:lnTo>
                  <a:pt x="10885" y="484"/>
                </a:lnTo>
                <a:lnTo>
                  <a:pt x="10866" y="547"/>
                </a:lnTo>
                <a:lnTo>
                  <a:pt x="10805" y="610"/>
                </a:lnTo>
                <a:lnTo>
                  <a:pt x="10745" y="631"/>
                </a:lnTo>
                <a:lnTo>
                  <a:pt x="10866" y="1220"/>
                </a:lnTo>
                <a:lnTo>
                  <a:pt x="10786" y="1199"/>
                </a:lnTo>
                <a:lnTo>
                  <a:pt x="10723" y="1157"/>
                </a:lnTo>
                <a:lnTo>
                  <a:pt x="10663" y="1094"/>
                </a:lnTo>
                <a:lnTo>
                  <a:pt x="10100" y="694"/>
                </a:lnTo>
                <a:lnTo>
                  <a:pt x="10039" y="652"/>
                </a:lnTo>
                <a:lnTo>
                  <a:pt x="9979" y="610"/>
                </a:lnTo>
                <a:lnTo>
                  <a:pt x="9938" y="547"/>
                </a:lnTo>
                <a:lnTo>
                  <a:pt x="9878" y="526"/>
                </a:lnTo>
                <a:lnTo>
                  <a:pt x="9817" y="568"/>
                </a:lnTo>
                <a:lnTo>
                  <a:pt x="9776" y="631"/>
                </a:lnTo>
                <a:lnTo>
                  <a:pt x="9696" y="694"/>
                </a:lnTo>
                <a:lnTo>
                  <a:pt x="9636" y="715"/>
                </a:lnTo>
                <a:lnTo>
                  <a:pt x="9576" y="715"/>
                </a:lnTo>
                <a:lnTo>
                  <a:pt x="9515" y="673"/>
                </a:lnTo>
                <a:lnTo>
                  <a:pt x="9455" y="652"/>
                </a:lnTo>
                <a:lnTo>
                  <a:pt x="9394" y="694"/>
                </a:lnTo>
                <a:lnTo>
                  <a:pt x="9334" y="631"/>
                </a:lnTo>
                <a:lnTo>
                  <a:pt x="9274" y="652"/>
                </a:lnTo>
                <a:lnTo>
                  <a:pt x="9213" y="694"/>
                </a:lnTo>
                <a:lnTo>
                  <a:pt x="9153" y="652"/>
                </a:lnTo>
                <a:lnTo>
                  <a:pt x="9092" y="631"/>
                </a:lnTo>
                <a:lnTo>
                  <a:pt x="9032" y="631"/>
                </a:lnTo>
                <a:lnTo>
                  <a:pt x="8972" y="652"/>
                </a:lnTo>
                <a:lnTo>
                  <a:pt x="8911" y="652"/>
                </a:lnTo>
                <a:lnTo>
                  <a:pt x="8851" y="631"/>
                </a:lnTo>
                <a:lnTo>
                  <a:pt x="8769" y="652"/>
                </a:lnTo>
                <a:lnTo>
                  <a:pt x="8689" y="694"/>
                </a:lnTo>
                <a:lnTo>
                  <a:pt x="8628" y="694"/>
                </a:lnTo>
                <a:lnTo>
                  <a:pt x="8546" y="715"/>
                </a:lnTo>
                <a:lnTo>
                  <a:pt x="8486" y="715"/>
                </a:lnTo>
                <a:lnTo>
                  <a:pt x="8406" y="673"/>
                </a:lnTo>
                <a:lnTo>
                  <a:pt x="8346" y="652"/>
                </a:lnTo>
                <a:lnTo>
                  <a:pt x="8285" y="652"/>
                </a:lnTo>
                <a:lnTo>
                  <a:pt x="8225" y="694"/>
                </a:lnTo>
                <a:lnTo>
                  <a:pt x="8145" y="757"/>
                </a:lnTo>
                <a:lnTo>
                  <a:pt x="8085" y="799"/>
                </a:lnTo>
                <a:lnTo>
                  <a:pt x="8044" y="736"/>
                </a:lnTo>
                <a:lnTo>
                  <a:pt x="7983" y="694"/>
                </a:lnTo>
                <a:lnTo>
                  <a:pt x="7923" y="694"/>
                </a:lnTo>
                <a:lnTo>
                  <a:pt x="7863" y="715"/>
                </a:lnTo>
                <a:lnTo>
                  <a:pt x="7802" y="736"/>
                </a:lnTo>
                <a:lnTo>
                  <a:pt x="7720" y="736"/>
                </a:lnTo>
                <a:lnTo>
                  <a:pt x="7640" y="715"/>
                </a:lnTo>
                <a:lnTo>
                  <a:pt x="7561" y="694"/>
                </a:lnTo>
                <a:lnTo>
                  <a:pt x="7500" y="673"/>
                </a:lnTo>
                <a:lnTo>
                  <a:pt x="7399" y="694"/>
                </a:lnTo>
                <a:lnTo>
                  <a:pt x="7338" y="715"/>
                </a:lnTo>
                <a:lnTo>
                  <a:pt x="7256" y="736"/>
                </a:lnTo>
                <a:lnTo>
                  <a:pt x="7157" y="778"/>
                </a:lnTo>
                <a:lnTo>
                  <a:pt x="7097" y="757"/>
                </a:lnTo>
                <a:lnTo>
                  <a:pt x="7036" y="715"/>
                </a:lnTo>
                <a:lnTo>
                  <a:pt x="6976" y="673"/>
                </a:lnTo>
                <a:lnTo>
                  <a:pt x="6915" y="694"/>
                </a:lnTo>
                <a:lnTo>
                  <a:pt x="6855" y="694"/>
                </a:lnTo>
                <a:lnTo>
                  <a:pt x="6795" y="694"/>
                </a:lnTo>
                <a:lnTo>
                  <a:pt x="6734" y="694"/>
                </a:lnTo>
                <a:lnTo>
                  <a:pt x="6674" y="694"/>
                </a:lnTo>
                <a:lnTo>
                  <a:pt x="6613" y="694"/>
                </a:lnTo>
                <a:lnTo>
                  <a:pt x="6248" y="1220"/>
                </a:lnTo>
                <a:lnTo>
                  <a:pt x="6530" y="652"/>
                </a:lnTo>
                <a:lnTo>
                  <a:pt x="6470" y="652"/>
                </a:lnTo>
                <a:lnTo>
                  <a:pt x="6409" y="652"/>
                </a:lnTo>
                <a:lnTo>
                  <a:pt x="6349" y="673"/>
                </a:lnTo>
                <a:lnTo>
                  <a:pt x="6269" y="673"/>
                </a:lnTo>
                <a:lnTo>
                  <a:pt x="6209" y="673"/>
                </a:lnTo>
                <a:lnTo>
                  <a:pt x="6149" y="694"/>
                </a:lnTo>
                <a:lnTo>
                  <a:pt x="6088" y="736"/>
                </a:lnTo>
                <a:lnTo>
                  <a:pt x="6028" y="736"/>
                </a:lnTo>
                <a:lnTo>
                  <a:pt x="5967" y="736"/>
                </a:lnTo>
                <a:lnTo>
                  <a:pt x="5907" y="736"/>
                </a:lnTo>
                <a:lnTo>
                  <a:pt x="5844" y="736"/>
                </a:lnTo>
                <a:lnTo>
                  <a:pt x="5784" y="694"/>
                </a:lnTo>
                <a:lnTo>
                  <a:pt x="5704" y="673"/>
                </a:lnTo>
                <a:lnTo>
                  <a:pt x="5644" y="673"/>
                </a:lnTo>
                <a:lnTo>
                  <a:pt x="5583" y="673"/>
                </a:lnTo>
                <a:lnTo>
                  <a:pt x="5503" y="694"/>
                </a:lnTo>
                <a:lnTo>
                  <a:pt x="5443" y="694"/>
                </a:lnTo>
                <a:lnTo>
                  <a:pt x="5361" y="694"/>
                </a:lnTo>
                <a:lnTo>
                  <a:pt x="5300" y="715"/>
                </a:lnTo>
                <a:lnTo>
                  <a:pt x="5221" y="715"/>
                </a:lnTo>
                <a:lnTo>
                  <a:pt x="5160" y="694"/>
                </a:lnTo>
                <a:lnTo>
                  <a:pt x="5100" y="694"/>
                </a:lnTo>
                <a:lnTo>
                  <a:pt x="5018" y="673"/>
                </a:lnTo>
                <a:lnTo>
                  <a:pt x="4957" y="652"/>
                </a:lnTo>
                <a:lnTo>
                  <a:pt x="4897" y="652"/>
                </a:lnTo>
                <a:lnTo>
                  <a:pt x="4837" y="652"/>
                </a:lnTo>
                <a:lnTo>
                  <a:pt x="4776" y="673"/>
                </a:lnTo>
                <a:lnTo>
                  <a:pt x="4716" y="694"/>
                </a:lnTo>
                <a:lnTo>
                  <a:pt x="4655" y="694"/>
                </a:lnTo>
                <a:lnTo>
                  <a:pt x="4576" y="694"/>
                </a:lnTo>
                <a:lnTo>
                  <a:pt x="4515" y="694"/>
                </a:lnTo>
                <a:lnTo>
                  <a:pt x="4455" y="652"/>
                </a:lnTo>
                <a:lnTo>
                  <a:pt x="4394" y="610"/>
                </a:lnTo>
                <a:lnTo>
                  <a:pt x="4334" y="568"/>
                </a:lnTo>
                <a:lnTo>
                  <a:pt x="4252" y="547"/>
                </a:lnTo>
                <a:lnTo>
                  <a:pt x="4191" y="547"/>
                </a:lnTo>
                <a:lnTo>
                  <a:pt x="4131" y="526"/>
                </a:lnTo>
                <a:lnTo>
                  <a:pt x="4071" y="484"/>
                </a:lnTo>
                <a:lnTo>
                  <a:pt x="4010" y="463"/>
                </a:lnTo>
                <a:lnTo>
                  <a:pt x="3950" y="463"/>
                </a:lnTo>
                <a:lnTo>
                  <a:pt x="3889" y="463"/>
                </a:lnTo>
                <a:lnTo>
                  <a:pt x="3829" y="484"/>
                </a:lnTo>
                <a:lnTo>
                  <a:pt x="3769" y="526"/>
                </a:lnTo>
                <a:lnTo>
                  <a:pt x="3708" y="526"/>
                </a:lnTo>
                <a:lnTo>
                  <a:pt x="3648" y="568"/>
                </a:lnTo>
                <a:lnTo>
                  <a:pt x="3587" y="568"/>
                </a:lnTo>
                <a:lnTo>
                  <a:pt x="3527" y="526"/>
                </a:lnTo>
                <a:lnTo>
                  <a:pt x="3447" y="505"/>
                </a:lnTo>
                <a:lnTo>
                  <a:pt x="3387" y="505"/>
                </a:lnTo>
                <a:lnTo>
                  <a:pt x="3305" y="463"/>
                </a:lnTo>
                <a:lnTo>
                  <a:pt x="3244" y="463"/>
                </a:lnTo>
                <a:lnTo>
                  <a:pt x="3184" y="484"/>
                </a:lnTo>
                <a:lnTo>
                  <a:pt x="3124" y="505"/>
                </a:lnTo>
                <a:lnTo>
                  <a:pt x="3063" y="526"/>
                </a:lnTo>
                <a:lnTo>
                  <a:pt x="3003" y="547"/>
                </a:lnTo>
                <a:lnTo>
                  <a:pt x="2942" y="568"/>
                </a:lnTo>
                <a:lnTo>
                  <a:pt x="2882" y="568"/>
                </a:lnTo>
                <a:lnTo>
                  <a:pt x="2822" y="568"/>
                </a:lnTo>
                <a:lnTo>
                  <a:pt x="2761" y="568"/>
                </a:lnTo>
                <a:lnTo>
                  <a:pt x="2681" y="568"/>
                </a:lnTo>
                <a:lnTo>
                  <a:pt x="2621" y="568"/>
                </a:lnTo>
                <a:lnTo>
                  <a:pt x="2561" y="547"/>
                </a:lnTo>
                <a:lnTo>
                  <a:pt x="2500" y="547"/>
                </a:lnTo>
                <a:lnTo>
                  <a:pt x="2440" y="547"/>
                </a:lnTo>
                <a:lnTo>
                  <a:pt x="2358" y="547"/>
                </a:lnTo>
                <a:lnTo>
                  <a:pt x="2297" y="547"/>
                </a:lnTo>
                <a:lnTo>
                  <a:pt x="2237" y="547"/>
                </a:lnTo>
                <a:lnTo>
                  <a:pt x="2176" y="589"/>
                </a:lnTo>
                <a:lnTo>
                  <a:pt x="2116" y="610"/>
                </a:lnTo>
                <a:lnTo>
                  <a:pt x="2056" y="631"/>
                </a:lnTo>
                <a:lnTo>
                  <a:pt x="1995" y="631"/>
                </a:lnTo>
                <a:lnTo>
                  <a:pt x="1935" y="631"/>
                </a:lnTo>
                <a:lnTo>
                  <a:pt x="1874" y="589"/>
                </a:lnTo>
                <a:lnTo>
                  <a:pt x="1814" y="568"/>
                </a:lnTo>
                <a:lnTo>
                  <a:pt x="1754" y="568"/>
                </a:lnTo>
                <a:lnTo>
                  <a:pt x="1693" y="568"/>
                </a:lnTo>
                <a:lnTo>
                  <a:pt x="1592" y="547"/>
                </a:lnTo>
                <a:lnTo>
                  <a:pt x="1531" y="547"/>
                </a:lnTo>
                <a:lnTo>
                  <a:pt x="1471" y="589"/>
                </a:lnTo>
                <a:lnTo>
                  <a:pt x="1411" y="631"/>
                </a:lnTo>
                <a:lnTo>
                  <a:pt x="1350" y="673"/>
                </a:lnTo>
                <a:lnTo>
                  <a:pt x="1290" y="694"/>
                </a:lnTo>
                <a:lnTo>
                  <a:pt x="1229" y="694"/>
                </a:lnTo>
                <a:lnTo>
                  <a:pt x="1169" y="673"/>
                </a:lnTo>
                <a:lnTo>
                  <a:pt x="1108" y="652"/>
                </a:lnTo>
                <a:lnTo>
                  <a:pt x="1048" y="652"/>
                </a:lnTo>
                <a:lnTo>
                  <a:pt x="988" y="631"/>
                </a:lnTo>
                <a:lnTo>
                  <a:pt x="927" y="631"/>
                </a:lnTo>
                <a:lnTo>
                  <a:pt x="867" y="631"/>
                </a:lnTo>
                <a:lnTo>
                  <a:pt x="785" y="631"/>
                </a:lnTo>
                <a:lnTo>
                  <a:pt x="705" y="631"/>
                </a:lnTo>
                <a:lnTo>
                  <a:pt x="645" y="631"/>
                </a:lnTo>
                <a:lnTo>
                  <a:pt x="584" y="631"/>
                </a:lnTo>
                <a:lnTo>
                  <a:pt x="524" y="652"/>
                </a:lnTo>
                <a:lnTo>
                  <a:pt x="463" y="652"/>
                </a:lnTo>
                <a:lnTo>
                  <a:pt x="403" y="652"/>
                </a:lnTo>
                <a:lnTo>
                  <a:pt x="343" y="673"/>
                </a:lnTo>
                <a:lnTo>
                  <a:pt x="282" y="694"/>
                </a:lnTo>
                <a:lnTo>
                  <a:pt x="222" y="715"/>
                </a:lnTo>
                <a:lnTo>
                  <a:pt x="140" y="757"/>
                </a:lnTo>
                <a:lnTo>
                  <a:pt x="60" y="778"/>
                </a:lnTo>
                <a:lnTo>
                  <a:pt x="0" y="820"/>
                </a:lnTo>
                <a:lnTo>
                  <a:pt x="0" y="165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"/>
          <p:cNvSpPr/>
          <p:nvPr/>
        </p:nvSpPr>
        <p:spPr>
          <a:xfrm>
            <a:off x="3241800" y="1704960"/>
            <a:ext cx="159120" cy="228960"/>
          </a:xfrm>
          <a:custGeom>
            <a:avLst/>
            <a:gdLst/>
            <a:ahLst/>
            <a:rect l="0" t="0" r="r" b="b"/>
            <a:pathLst>
              <a:path w="442" h="636">
                <a:moveTo>
                  <a:pt x="0" y="211"/>
                </a:moveTo>
                <a:lnTo>
                  <a:pt x="0" y="423"/>
                </a:lnTo>
                <a:lnTo>
                  <a:pt x="309" y="423"/>
                </a:lnTo>
                <a:lnTo>
                  <a:pt x="309" y="636"/>
                </a:lnTo>
                <a:lnTo>
                  <a:pt x="442" y="317"/>
                </a:lnTo>
                <a:lnTo>
                  <a:pt x="309" y="0"/>
                </a:lnTo>
                <a:lnTo>
                  <a:pt x="309" y="211"/>
                </a:lnTo>
                <a:lnTo>
                  <a:pt x="0" y="211"/>
                </a:lnTo>
                <a:close/>
              </a:path>
            </a:pathLst>
          </a:custGeom>
          <a:solidFill>
            <a:srgbClr val="66FF33"/>
          </a:solidFill>
          <a:ln w="12600">
            <a:solidFill>
              <a:srgbClr val="676767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LibreOffice/26.2.2.2$Windows_X86_64 LibreOffice_project/1f77d10d6938fd34972958f64b2bcfa54f8b1ba5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Michael Coughlan</dc:creator>
  <dc:description/>
  <dc:language>en-US</dc:language>
  <cp:lastModifiedBy>Michael Coughlan</cp:lastModifiedBy>
  <cp:revision>0</cp:revision>
  <dc:subject/>
  <dc:title>No Slide Title</dc:title>
</cp:coreProperties>
</file>