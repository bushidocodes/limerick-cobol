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71" r:id="rId2"/>
    <p:sldId id="281" r:id="rId3"/>
    <p:sldId id="284" r:id="rId4"/>
    <p:sldId id="282" r:id="rId5"/>
    <p:sldId id="285" r:id="rId6"/>
    <p:sldId id="283" r:id="rId7"/>
    <p:sldId id="286" r:id="rId8"/>
    <p:sldId id="287" r:id="rId9"/>
    <p:sldId id="256" r:id="rId10"/>
    <p:sldId id="272" r:id="rId11"/>
    <p:sldId id="273" r:id="rId12"/>
  </p:sldIdLst>
  <p:sldSz cx="4762500" cy="3810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rgbClr val="FF3300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FF3300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FF3300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FF3300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FF33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rgbClr val="FF3300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rgbClr val="FF3300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rgbClr val="FF3300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rgbClr val="FF3300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>
          <p15:clr>
            <a:srgbClr val="A4A3A4"/>
          </p15:clr>
        </p15:guide>
        <p15:guide id="2" pos="150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200">
          <p15:clr>
            <a:srgbClr val="A4A3A4"/>
          </p15:clr>
        </p15:guide>
        <p15:guide id="2" pos="15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006633"/>
    <a:srgbClr val="00CC00"/>
    <a:srgbClr val="EAEAEA"/>
    <a:srgbClr val="66FF33"/>
    <a:srgbClr val="FF3300"/>
    <a:srgbClr val="0000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22" d="100"/>
          <a:sy n="222" d="100"/>
        </p:scale>
        <p:origin x="570" y="174"/>
      </p:cViewPr>
      <p:guideLst>
        <p:guide orient="horz" pos="1200"/>
        <p:guide pos="150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0" d="100"/>
          <a:sy n="70" d="100"/>
        </p:scale>
        <p:origin x="-1704" y="-78"/>
      </p:cViewPr>
      <p:guideLst>
        <p:guide orient="horz" pos="1200"/>
        <p:guide pos="15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CAF2F3D-4429-A31E-0164-9840FC7DDE6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i="1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C93C212-2E7B-3866-96FE-B933A91ACA7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i="1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80EFF724-36E3-DAE3-F974-090EFBD52C95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292225" y="692150"/>
            <a:ext cx="427355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55C14E0A-DAF3-3B8F-35D4-B83047A5E7A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616681CE-9347-3899-2969-B3DC990B440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i="1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9204EECB-F436-3013-7E86-87A1A314D1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i="1">
                <a:solidFill>
                  <a:schemeClr val="tx1"/>
                </a:solidFill>
              </a:defRPr>
            </a:lvl1pPr>
          </a:lstStyle>
          <a:p>
            <a:fld id="{1BB0A1AB-A2A8-4D5A-BC5B-AE00DBC85AF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5442C-4730-B867-0137-12B96C9E04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313" y="623888"/>
            <a:ext cx="3571875" cy="1325562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77FCFF-0E3F-EAAB-C5B9-CCA5C71E62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5313" y="2001838"/>
            <a:ext cx="3571875" cy="9191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30126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7043C-37EB-DC00-9C3F-4915F25D7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203200"/>
            <a:ext cx="4108450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6D9BD-E054-45A1-23E8-DBD08AACE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25" y="1014413"/>
            <a:ext cx="4108450" cy="2417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7149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D3F45-22D6-9AB4-39E6-403F25330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949325"/>
            <a:ext cx="4106862" cy="158591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0C9AA-54C3-5BDE-5FA4-26FB78623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5438" y="2549525"/>
            <a:ext cx="4106862" cy="833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3230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FD2EC-C293-A512-97B3-41DD23051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203200"/>
            <a:ext cx="4108450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69D18-0341-A162-4AE8-4EA44785EB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7025" y="1014413"/>
            <a:ext cx="1978025" cy="2417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B6B67-1E51-D9BD-0572-24A135E1A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57450" y="1014413"/>
            <a:ext cx="1978025" cy="2417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9849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9F787-B67F-E666-4B36-7380A296B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203200"/>
            <a:ext cx="4106862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9965C-EB88-23BF-A527-6DDC2CC87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8613" y="933450"/>
            <a:ext cx="2014537" cy="4587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C37BB-9041-4D84-CAFD-53057AAF4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8613" y="1392238"/>
            <a:ext cx="2014537" cy="20462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8592D2-994E-A2E7-4504-9E0F10FB1B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411413" y="933450"/>
            <a:ext cx="2024062" cy="4587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D957B7-28C8-D066-7D6B-2C29D488E2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411413" y="1392238"/>
            <a:ext cx="2024062" cy="20462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97636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132FF-F868-358C-2FE0-AC394D8AC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203200"/>
            <a:ext cx="4108450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2156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386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DAEE4-6769-A014-13CA-90C5AAE6D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254000"/>
            <a:ext cx="1535112" cy="8890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B5AF8-A56D-1794-0345-70E2EA177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4063" y="549275"/>
            <a:ext cx="2411412" cy="27066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B860A3-A35F-252A-FF90-F03E658334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8613" y="1143000"/>
            <a:ext cx="1535112" cy="2117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6575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2E2A4-CAEC-4148-4442-7E50A1A58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254000"/>
            <a:ext cx="1535112" cy="8890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8C5FC8-BA2A-8C6D-7A00-6345FBC5D8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024063" y="549275"/>
            <a:ext cx="2411412" cy="2706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B98385-C1CB-D041-FBED-A6EA42E05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8613" y="1143000"/>
            <a:ext cx="1535112" cy="2117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171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6C5AC-DAC6-7DA6-4251-D1CFF3833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203200"/>
            <a:ext cx="4108450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97534F-35C9-146F-4F49-A461EEA08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27025" y="1014413"/>
            <a:ext cx="4108450" cy="24177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4302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77EA1A-8DAE-AD7B-AE8B-D9D9FE7532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408363" y="203200"/>
            <a:ext cx="1027112" cy="32289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157729-6799-F1EE-C8ED-59F3636079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27025" y="203200"/>
            <a:ext cx="2928938" cy="32289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3025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96EF358-E83B-954D-41D6-2CA814962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" y="17463"/>
            <a:ext cx="4733925" cy="377825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1166180-A248-B14D-77E7-C6EE219CB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3" y="9525"/>
            <a:ext cx="4695825" cy="3767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OldName  PIC X(80).</a:t>
            </a:r>
          </a:p>
          <a:p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</a:p>
          <a:p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TempName PIC X(16).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UnstrPtr PIC 99 VALUE 1.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NameProcessed VALUE 81.</a:t>
            </a:r>
          </a:p>
          <a:p>
            <a:pPr>
              <a:lnSpc>
                <a:spcPct val="85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ProcessName.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en-US" sz="1200" b="1">
                <a:solidFill>
                  <a:srgbClr val="CF0E30"/>
                </a:solidFill>
                <a:latin typeface="Courier New" panose="02070309020205020404" pitchFamily="49" charset="0"/>
              </a:rPr>
              <a:t>ACCEPT OldName.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PERFORM UNTIL NameProcessed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UNSTRING OldName DELIMITED BY ALL SPACES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 INTO TempName WITH POINTER UnstrPtr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END-UNSTRING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Display TempName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END-PERFORM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STOP RUN.</a:t>
            </a:r>
          </a:p>
        </p:txBody>
      </p:sp>
      <p:sp useBgFill="1">
        <p:nvSpPr>
          <p:cNvPr id="3075" name="Freeform 3">
            <a:extLst>
              <a:ext uri="{FF2B5EF4-FFF2-40B4-BE49-F238E27FC236}">
                <a16:creationId xmlns:a16="http://schemas.microsoft.com/office/drawing/2014/main" id="{0FD62F90-8395-A6A9-EB9E-334C865C59AC}"/>
              </a:ext>
            </a:extLst>
          </p:cNvPr>
          <p:cNvSpPr>
            <a:spLocks/>
          </p:cNvSpPr>
          <p:nvPr/>
        </p:nvSpPr>
        <p:spPr bwMode="auto">
          <a:xfrm>
            <a:off x="14288" y="1495425"/>
            <a:ext cx="4738687" cy="496888"/>
          </a:xfrm>
          <a:custGeom>
            <a:avLst/>
            <a:gdLst>
              <a:gd name="T0" fmla="*/ 95 w 2985"/>
              <a:gd name="T1" fmla="*/ 21 h 313"/>
              <a:gd name="T2" fmla="*/ 191 w 2985"/>
              <a:gd name="T3" fmla="*/ 10 h 313"/>
              <a:gd name="T4" fmla="*/ 278 w 2985"/>
              <a:gd name="T5" fmla="*/ 43 h 313"/>
              <a:gd name="T6" fmla="*/ 365 w 2985"/>
              <a:gd name="T7" fmla="*/ 47 h 313"/>
              <a:gd name="T8" fmla="*/ 466 w 2985"/>
              <a:gd name="T9" fmla="*/ 47 h 313"/>
              <a:gd name="T10" fmla="*/ 557 w 2985"/>
              <a:gd name="T11" fmla="*/ 65 h 313"/>
              <a:gd name="T12" fmla="*/ 657 w 2985"/>
              <a:gd name="T13" fmla="*/ 65 h 313"/>
              <a:gd name="T14" fmla="*/ 772 w 2985"/>
              <a:gd name="T15" fmla="*/ 61 h 313"/>
              <a:gd name="T16" fmla="*/ 863 w 2985"/>
              <a:gd name="T17" fmla="*/ 68 h 313"/>
              <a:gd name="T18" fmla="*/ 968 w 2985"/>
              <a:gd name="T19" fmla="*/ 65 h 313"/>
              <a:gd name="T20" fmla="*/ 1069 w 2985"/>
              <a:gd name="T21" fmla="*/ 76 h 313"/>
              <a:gd name="T22" fmla="*/ 1179 w 2985"/>
              <a:gd name="T23" fmla="*/ 83 h 313"/>
              <a:gd name="T24" fmla="*/ 1329 w 2985"/>
              <a:gd name="T25" fmla="*/ 83 h 313"/>
              <a:gd name="T26" fmla="*/ 1503 w 2985"/>
              <a:gd name="T27" fmla="*/ 54 h 313"/>
              <a:gd name="T28" fmla="*/ 1581 w 2985"/>
              <a:gd name="T29" fmla="*/ 76 h 313"/>
              <a:gd name="T30" fmla="*/ 1667 w 2985"/>
              <a:gd name="T31" fmla="*/ 87 h 313"/>
              <a:gd name="T32" fmla="*/ 1759 w 2985"/>
              <a:gd name="T33" fmla="*/ 79 h 313"/>
              <a:gd name="T34" fmla="*/ 1846 w 2985"/>
              <a:gd name="T35" fmla="*/ 87 h 313"/>
              <a:gd name="T36" fmla="*/ 1942 w 2985"/>
              <a:gd name="T37" fmla="*/ 87 h 313"/>
              <a:gd name="T38" fmla="*/ 2038 w 2985"/>
              <a:gd name="T39" fmla="*/ 76 h 313"/>
              <a:gd name="T40" fmla="*/ 2166 w 2985"/>
              <a:gd name="T41" fmla="*/ 72 h 313"/>
              <a:gd name="T42" fmla="*/ 2262 w 2985"/>
              <a:gd name="T43" fmla="*/ 39 h 313"/>
              <a:gd name="T44" fmla="*/ 2367 w 2985"/>
              <a:gd name="T45" fmla="*/ 58 h 313"/>
              <a:gd name="T46" fmla="*/ 2458 w 2985"/>
              <a:gd name="T47" fmla="*/ 50 h 313"/>
              <a:gd name="T48" fmla="*/ 2549 w 2985"/>
              <a:gd name="T49" fmla="*/ 58 h 313"/>
              <a:gd name="T50" fmla="*/ 2659 w 2985"/>
              <a:gd name="T51" fmla="*/ 47 h 313"/>
              <a:gd name="T52" fmla="*/ 2755 w 2985"/>
              <a:gd name="T53" fmla="*/ 25 h 313"/>
              <a:gd name="T54" fmla="*/ 2883 w 2985"/>
              <a:gd name="T55" fmla="*/ 18 h 313"/>
              <a:gd name="T56" fmla="*/ 2984 w 2985"/>
              <a:gd name="T57" fmla="*/ 4 h 313"/>
              <a:gd name="T58" fmla="*/ 2901 w 2985"/>
              <a:gd name="T59" fmla="*/ 253 h 313"/>
              <a:gd name="T60" fmla="*/ 2819 w 2985"/>
              <a:gd name="T61" fmla="*/ 253 h 313"/>
              <a:gd name="T62" fmla="*/ 2746 w 2985"/>
              <a:gd name="T63" fmla="*/ 199 h 313"/>
              <a:gd name="T64" fmla="*/ 2695 w 2985"/>
              <a:gd name="T65" fmla="*/ 148 h 313"/>
              <a:gd name="T66" fmla="*/ 2623 w 2985"/>
              <a:gd name="T67" fmla="*/ 108 h 313"/>
              <a:gd name="T68" fmla="*/ 2535 w 2985"/>
              <a:gd name="T69" fmla="*/ 97 h 313"/>
              <a:gd name="T70" fmla="*/ 2463 w 2985"/>
              <a:gd name="T71" fmla="*/ 94 h 313"/>
              <a:gd name="T72" fmla="*/ 2417 w 2985"/>
              <a:gd name="T73" fmla="*/ 188 h 313"/>
              <a:gd name="T74" fmla="*/ 2225 w 2985"/>
              <a:gd name="T75" fmla="*/ 97 h 313"/>
              <a:gd name="T76" fmla="*/ 2143 w 2985"/>
              <a:gd name="T77" fmla="*/ 112 h 313"/>
              <a:gd name="T78" fmla="*/ 2061 w 2985"/>
              <a:gd name="T79" fmla="*/ 108 h 313"/>
              <a:gd name="T80" fmla="*/ 1969 w 2985"/>
              <a:gd name="T81" fmla="*/ 119 h 313"/>
              <a:gd name="T82" fmla="*/ 1878 w 2985"/>
              <a:gd name="T83" fmla="*/ 112 h 313"/>
              <a:gd name="T84" fmla="*/ 1795 w 2985"/>
              <a:gd name="T85" fmla="*/ 119 h 313"/>
              <a:gd name="T86" fmla="*/ 1700 w 2985"/>
              <a:gd name="T87" fmla="*/ 116 h 313"/>
              <a:gd name="T88" fmla="*/ 1594 w 2985"/>
              <a:gd name="T89" fmla="*/ 123 h 313"/>
              <a:gd name="T90" fmla="*/ 1512 w 2985"/>
              <a:gd name="T91" fmla="*/ 119 h 313"/>
              <a:gd name="T92" fmla="*/ 1439 w 2985"/>
              <a:gd name="T93" fmla="*/ 116 h 313"/>
              <a:gd name="T94" fmla="*/ 1352 w 2985"/>
              <a:gd name="T95" fmla="*/ 126 h 313"/>
              <a:gd name="T96" fmla="*/ 1265 w 2985"/>
              <a:gd name="T97" fmla="*/ 116 h 313"/>
              <a:gd name="T98" fmla="*/ 1169 w 2985"/>
              <a:gd name="T99" fmla="*/ 119 h 313"/>
              <a:gd name="T100" fmla="*/ 1082 w 2985"/>
              <a:gd name="T101" fmla="*/ 116 h 313"/>
              <a:gd name="T102" fmla="*/ 996 w 2985"/>
              <a:gd name="T103" fmla="*/ 105 h 313"/>
              <a:gd name="T104" fmla="*/ 908 w 2985"/>
              <a:gd name="T105" fmla="*/ 107 h 313"/>
              <a:gd name="T106" fmla="*/ 827 w 2985"/>
              <a:gd name="T107" fmla="*/ 97 h 313"/>
              <a:gd name="T108" fmla="*/ 735 w 2985"/>
              <a:gd name="T109" fmla="*/ 79 h 313"/>
              <a:gd name="T110" fmla="*/ 653 w 2985"/>
              <a:gd name="T111" fmla="*/ 97 h 313"/>
              <a:gd name="T112" fmla="*/ 566 w 2985"/>
              <a:gd name="T113" fmla="*/ 94 h 313"/>
              <a:gd name="T114" fmla="*/ 479 w 2985"/>
              <a:gd name="T115" fmla="*/ 105 h 313"/>
              <a:gd name="T116" fmla="*/ 397 w 2985"/>
              <a:gd name="T117" fmla="*/ 97 h 313"/>
              <a:gd name="T118" fmla="*/ 306 w 2985"/>
              <a:gd name="T119" fmla="*/ 116 h 313"/>
              <a:gd name="T120" fmla="*/ 224 w 2985"/>
              <a:gd name="T121" fmla="*/ 108 h 313"/>
              <a:gd name="T122" fmla="*/ 132 w 2985"/>
              <a:gd name="T123" fmla="*/ 108 h 313"/>
              <a:gd name="T124" fmla="*/ 50 w 2985"/>
              <a:gd name="T125" fmla="*/ 123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985" h="313">
                <a:moveTo>
                  <a:pt x="0" y="28"/>
                </a:moveTo>
                <a:lnTo>
                  <a:pt x="27" y="21"/>
                </a:lnTo>
                <a:lnTo>
                  <a:pt x="50" y="25"/>
                </a:lnTo>
                <a:lnTo>
                  <a:pt x="64" y="25"/>
                </a:lnTo>
                <a:lnTo>
                  <a:pt x="82" y="25"/>
                </a:lnTo>
                <a:lnTo>
                  <a:pt x="95" y="21"/>
                </a:lnTo>
                <a:lnTo>
                  <a:pt x="109" y="18"/>
                </a:lnTo>
                <a:lnTo>
                  <a:pt x="128" y="18"/>
                </a:lnTo>
                <a:lnTo>
                  <a:pt x="146" y="10"/>
                </a:lnTo>
                <a:lnTo>
                  <a:pt x="159" y="10"/>
                </a:lnTo>
                <a:lnTo>
                  <a:pt x="173" y="10"/>
                </a:lnTo>
                <a:lnTo>
                  <a:pt x="191" y="10"/>
                </a:lnTo>
                <a:lnTo>
                  <a:pt x="205" y="10"/>
                </a:lnTo>
                <a:lnTo>
                  <a:pt x="219" y="18"/>
                </a:lnTo>
                <a:lnTo>
                  <a:pt x="237" y="21"/>
                </a:lnTo>
                <a:lnTo>
                  <a:pt x="247" y="32"/>
                </a:lnTo>
                <a:lnTo>
                  <a:pt x="265" y="36"/>
                </a:lnTo>
                <a:lnTo>
                  <a:pt x="278" y="43"/>
                </a:lnTo>
                <a:lnTo>
                  <a:pt x="292" y="47"/>
                </a:lnTo>
                <a:lnTo>
                  <a:pt x="310" y="47"/>
                </a:lnTo>
                <a:lnTo>
                  <a:pt x="324" y="47"/>
                </a:lnTo>
                <a:lnTo>
                  <a:pt x="337" y="47"/>
                </a:lnTo>
                <a:lnTo>
                  <a:pt x="351" y="47"/>
                </a:lnTo>
                <a:lnTo>
                  <a:pt x="365" y="47"/>
                </a:lnTo>
                <a:lnTo>
                  <a:pt x="379" y="47"/>
                </a:lnTo>
                <a:lnTo>
                  <a:pt x="393" y="43"/>
                </a:lnTo>
                <a:lnTo>
                  <a:pt x="406" y="43"/>
                </a:lnTo>
                <a:lnTo>
                  <a:pt x="429" y="43"/>
                </a:lnTo>
                <a:lnTo>
                  <a:pt x="448" y="47"/>
                </a:lnTo>
                <a:lnTo>
                  <a:pt x="466" y="47"/>
                </a:lnTo>
                <a:lnTo>
                  <a:pt x="484" y="50"/>
                </a:lnTo>
                <a:lnTo>
                  <a:pt x="497" y="54"/>
                </a:lnTo>
                <a:lnTo>
                  <a:pt x="511" y="58"/>
                </a:lnTo>
                <a:lnTo>
                  <a:pt x="525" y="61"/>
                </a:lnTo>
                <a:lnTo>
                  <a:pt x="538" y="61"/>
                </a:lnTo>
                <a:lnTo>
                  <a:pt x="557" y="65"/>
                </a:lnTo>
                <a:lnTo>
                  <a:pt x="571" y="65"/>
                </a:lnTo>
                <a:lnTo>
                  <a:pt x="594" y="65"/>
                </a:lnTo>
                <a:lnTo>
                  <a:pt x="612" y="65"/>
                </a:lnTo>
                <a:lnTo>
                  <a:pt x="630" y="65"/>
                </a:lnTo>
                <a:lnTo>
                  <a:pt x="644" y="65"/>
                </a:lnTo>
                <a:lnTo>
                  <a:pt x="657" y="65"/>
                </a:lnTo>
                <a:lnTo>
                  <a:pt x="680" y="65"/>
                </a:lnTo>
                <a:lnTo>
                  <a:pt x="703" y="61"/>
                </a:lnTo>
                <a:lnTo>
                  <a:pt x="721" y="61"/>
                </a:lnTo>
                <a:lnTo>
                  <a:pt x="740" y="61"/>
                </a:lnTo>
                <a:lnTo>
                  <a:pt x="758" y="61"/>
                </a:lnTo>
                <a:lnTo>
                  <a:pt x="772" y="61"/>
                </a:lnTo>
                <a:lnTo>
                  <a:pt x="785" y="61"/>
                </a:lnTo>
                <a:lnTo>
                  <a:pt x="799" y="61"/>
                </a:lnTo>
                <a:lnTo>
                  <a:pt x="813" y="65"/>
                </a:lnTo>
                <a:lnTo>
                  <a:pt x="827" y="65"/>
                </a:lnTo>
                <a:lnTo>
                  <a:pt x="830" y="44"/>
                </a:lnTo>
                <a:lnTo>
                  <a:pt x="863" y="68"/>
                </a:lnTo>
                <a:lnTo>
                  <a:pt x="884" y="25"/>
                </a:lnTo>
                <a:lnTo>
                  <a:pt x="904" y="65"/>
                </a:lnTo>
                <a:lnTo>
                  <a:pt x="922" y="65"/>
                </a:lnTo>
                <a:lnTo>
                  <a:pt x="941" y="65"/>
                </a:lnTo>
                <a:lnTo>
                  <a:pt x="955" y="65"/>
                </a:lnTo>
                <a:lnTo>
                  <a:pt x="968" y="65"/>
                </a:lnTo>
                <a:lnTo>
                  <a:pt x="982" y="65"/>
                </a:lnTo>
                <a:lnTo>
                  <a:pt x="1007" y="52"/>
                </a:lnTo>
                <a:lnTo>
                  <a:pt x="1014" y="68"/>
                </a:lnTo>
                <a:lnTo>
                  <a:pt x="1033" y="68"/>
                </a:lnTo>
                <a:lnTo>
                  <a:pt x="1051" y="72"/>
                </a:lnTo>
                <a:lnTo>
                  <a:pt x="1069" y="76"/>
                </a:lnTo>
                <a:lnTo>
                  <a:pt x="1087" y="76"/>
                </a:lnTo>
                <a:lnTo>
                  <a:pt x="1101" y="76"/>
                </a:lnTo>
                <a:lnTo>
                  <a:pt x="1123" y="79"/>
                </a:lnTo>
                <a:lnTo>
                  <a:pt x="1151" y="83"/>
                </a:lnTo>
                <a:lnTo>
                  <a:pt x="1165" y="83"/>
                </a:lnTo>
                <a:lnTo>
                  <a:pt x="1179" y="83"/>
                </a:lnTo>
                <a:lnTo>
                  <a:pt x="1197" y="83"/>
                </a:lnTo>
                <a:lnTo>
                  <a:pt x="1211" y="83"/>
                </a:lnTo>
                <a:lnTo>
                  <a:pt x="1224" y="83"/>
                </a:lnTo>
                <a:lnTo>
                  <a:pt x="1238" y="83"/>
                </a:lnTo>
                <a:lnTo>
                  <a:pt x="1283" y="83"/>
                </a:lnTo>
                <a:lnTo>
                  <a:pt x="1329" y="83"/>
                </a:lnTo>
                <a:lnTo>
                  <a:pt x="1375" y="83"/>
                </a:lnTo>
                <a:lnTo>
                  <a:pt x="1393" y="83"/>
                </a:lnTo>
                <a:lnTo>
                  <a:pt x="1412" y="83"/>
                </a:lnTo>
                <a:lnTo>
                  <a:pt x="1430" y="83"/>
                </a:lnTo>
                <a:lnTo>
                  <a:pt x="1443" y="79"/>
                </a:lnTo>
                <a:lnTo>
                  <a:pt x="1503" y="54"/>
                </a:lnTo>
                <a:lnTo>
                  <a:pt x="1512" y="65"/>
                </a:lnTo>
                <a:lnTo>
                  <a:pt x="1521" y="79"/>
                </a:lnTo>
                <a:lnTo>
                  <a:pt x="1540" y="83"/>
                </a:lnTo>
                <a:lnTo>
                  <a:pt x="1553" y="79"/>
                </a:lnTo>
                <a:lnTo>
                  <a:pt x="1567" y="79"/>
                </a:lnTo>
                <a:lnTo>
                  <a:pt x="1581" y="76"/>
                </a:lnTo>
                <a:lnTo>
                  <a:pt x="1594" y="79"/>
                </a:lnTo>
                <a:lnTo>
                  <a:pt x="1613" y="83"/>
                </a:lnTo>
                <a:lnTo>
                  <a:pt x="1626" y="83"/>
                </a:lnTo>
                <a:lnTo>
                  <a:pt x="1640" y="87"/>
                </a:lnTo>
                <a:lnTo>
                  <a:pt x="1654" y="87"/>
                </a:lnTo>
                <a:lnTo>
                  <a:pt x="1667" y="87"/>
                </a:lnTo>
                <a:lnTo>
                  <a:pt x="1681" y="87"/>
                </a:lnTo>
                <a:lnTo>
                  <a:pt x="1695" y="87"/>
                </a:lnTo>
                <a:lnTo>
                  <a:pt x="1708" y="83"/>
                </a:lnTo>
                <a:lnTo>
                  <a:pt x="1722" y="83"/>
                </a:lnTo>
                <a:lnTo>
                  <a:pt x="1741" y="83"/>
                </a:lnTo>
                <a:lnTo>
                  <a:pt x="1759" y="79"/>
                </a:lnTo>
                <a:lnTo>
                  <a:pt x="1772" y="76"/>
                </a:lnTo>
                <a:lnTo>
                  <a:pt x="1786" y="76"/>
                </a:lnTo>
                <a:lnTo>
                  <a:pt x="1804" y="76"/>
                </a:lnTo>
                <a:lnTo>
                  <a:pt x="1818" y="72"/>
                </a:lnTo>
                <a:lnTo>
                  <a:pt x="1832" y="76"/>
                </a:lnTo>
                <a:lnTo>
                  <a:pt x="1846" y="87"/>
                </a:lnTo>
                <a:lnTo>
                  <a:pt x="1860" y="90"/>
                </a:lnTo>
                <a:lnTo>
                  <a:pt x="1878" y="90"/>
                </a:lnTo>
                <a:lnTo>
                  <a:pt x="1891" y="90"/>
                </a:lnTo>
                <a:lnTo>
                  <a:pt x="1905" y="90"/>
                </a:lnTo>
                <a:lnTo>
                  <a:pt x="1923" y="90"/>
                </a:lnTo>
                <a:lnTo>
                  <a:pt x="1942" y="87"/>
                </a:lnTo>
                <a:lnTo>
                  <a:pt x="1960" y="83"/>
                </a:lnTo>
                <a:lnTo>
                  <a:pt x="1978" y="83"/>
                </a:lnTo>
                <a:lnTo>
                  <a:pt x="1992" y="79"/>
                </a:lnTo>
                <a:lnTo>
                  <a:pt x="2010" y="79"/>
                </a:lnTo>
                <a:lnTo>
                  <a:pt x="2024" y="76"/>
                </a:lnTo>
                <a:lnTo>
                  <a:pt x="2038" y="76"/>
                </a:lnTo>
                <a:lnTo>
                  <a:pt x="2051" y="76"/>
                </a:lnTo>
                <a:lnTo>
                  <a:pt x="2106" y="76"/>
                </a:lnTo>
                <a:lnTo>
                  <a:pt x="2120" y="76"/>
                </a:lnTo>
                <a:lnTo>
                  <a:pt x="2138" y="76"/>
                </a:lnTo>
                <a:lnTo>
                  <a:pt x="2152" y="76"/>
                </a:lnTo>
                <a:lnTo>
                  <a:pt x="2166" y="72"/>
                </a:lnTo>
                <a:lnTo>
                  <a:pt x="2184" y="65"/>
                </a:lnTo>
                <a:lnTo>
                  <a:pt x="2207" y="61"/>
                </a:lnTo>
                <a:lnTo>
                  <a:pt x="2221" y="58"/>
                </a:lnTo>
                <a:lnTo>
                  <a:pt x="2234" y="50"/>
                </a:lnTo>
                <a:lnTo>
                  <a:pt x="2248" y="47"/>
                </a:lnTo>
                <a:lnTo>
                  <a:pt x="2262" y="39"/>
                </a:lnTo>
                <a:lnTo>
                  <a:pt x="2275" y="39"/>
                </a:lnTo>
                <a:lnTo>
                  <a:pt x="2289" y="43"/>
                </a:lnTo>
                <a:lnTo>
                  <a:pt x="2312" y="47"/>
                </a:lnTo>
                <a:lnTo>
                  <a:pt x="2326" y="47"/>
                </a:lnTo>
                <a:lnTo>
                  <a:pt x="2348" y="54"/>
                </a:lnTo>
                <a:lnTo>
                  <a:pt x="2367" y="58"/>
                </a:lnTo>
                <a:lnTo>
                  <a:pt x="2380" y="58"/>
                </a:lnTo>
                <a:lnTo>
                  <a:pt x="2394" y="58"/>
                </a:lnTo>
                <a:lnTo>
                  <a:pt x="2408" y="54"/>
                </a:lnTo>
                <a:lnTo>
                  <a:pt x="2426" y="54"/>
                </a:lnTo>
                <a:lnTo>
                  <a:pt x="2440" y="50"/>
                </a:lnTo>
                <a:lnTo>
                  <a:pt x="2458" y="50"/>
                </a:lnTo>
                <a:lnTo>
                  <a:pt x="2481" y="50"/>
                </a:lnTo>
                <a:lnTo>
                  <a:pt x="2494" y="50"/>
                </a:lnTo>
                <a:lnTo>
                  <a:pt x="2508" y="54"/>
                </a:lnTo>
                <a:lnTo>
                  <a:pt x="2522" y="54"/>
                </a:lnTo>
                <a:lnTo>
                  <a:pt x="2535" y="58"/>
                </a:lnTo>
                <a:lnTo>
                  <a:pt x="2549" y="58"/>
                </a:lnTo>
                <a:lnTo>
                  <a:pt x="2568" y="58"/>
                </a:lnTo>
                <a:lnTo>
                  <a:pt x="2590" y="54"/>
                </a:lnTo>
                <a:lnTo>
                  <a:pt x="2613" y="54"/>
                </a:lnTo>
                <a:lnTo>
                  <a:pt x="2627" y="54"/>
                </a:lnTo>
                <a:lnTo>
                  <a:pt x="2646" y="50"/>
                </a:lnTo>
                <a:lnTo>
                  <a:pt x="2659" y="47"/>
                </a:lnTo>
                <a:lnTo>
                  <a:pt x="2673" y="39"/>
                </a:lnTo>
                <a:lnTo>
                  <a:pt x="2687" y="36"/>
                </a:lnTo>
                <a:lnTo>
                  <a:pt x="2705" y="32"/>
                </a:lnTo>
                <a:lnTo>
                  <a:pt x="2723" y="32"/>
                </a:lnTo>
                <a:lnTo>
                  <a:pt x="2741" y="29"/>
                </a:lnTo>
                <a:lnTo>
                  <a:pt x="2755" y="25"/>
                </a:lnTo>
                <a:lnTo>
                  <a:pt x="2773" y="21"/>
                </a:lnTo>
                <a:lnTo>
                  <a:pt x="2787" y="18"/>
                </a:lnTo>
                <a:lnTo>
                  <a:pt x="2801" y="14"/>
                </a:lnTo>
                <a:lnTo>
                  <a:pt x="2851" y="0"/>
                </a:lnTo>
                <a:lnTo>
                  <a:pt x="2874" y="7"/>
                </a:lnTo>
                <a:lnTo>
                  <a:pt x="2883" y="18"/>
                </a:lnTo>
                <a:lnTo>
                  <a:pt x="2896" y="21"/>
                </a:lnTo>
                <a:lnTo>
                  <a:pt x="2911" y="21"/>
                </a:lnTo>
                <a:lnTo>
                  <a:pt x="2933" y="18"/>
                </a:lnTo>
                <a:lnTo>
                  <a:pt x="2947" y="14"/>
                </a:lnTo>
                <a:lnTo>
                  <a:pt x="2960" y="7"/>
                </a:lnTo>
                <a:lnTo>
                  <a:pt x="2984" y="4"/>
                </a:lnTo>
                <a:lnTo>
                  <a:pt x="2984" y="312"/>
                </a:lnTo>
                <a:lnTo>
                  <a:pt x="2933" y="293"/>
                </a:lnTo>
                <a:lnTo>
                  <a:pt x="2924" y="282"/>
                </a:lnTo>
                <a:lnTo>
                  <a:pt x="2919" y="272"/>
                </a:lnTo>
                <a:lnTo>
                  <a:pt x="2915" y="261"/>
                </a:lnTo>
                <a:lnTo>
                  <a:pt x="2901" y="253"/>
                </a:lnTo>
                <a:lnTo>
                  <a:pt x="2888" y="253"/>
                </a:lnTo>
                <a:lnTo>
                  <a:pt x="2874" y="264"/>
                </a:lnTo>
                <a:lnTo>
                  <a:pt x="2860" y="253"/>
                </a:lnTo>
                <a:lnTo>
                  <a:pt x="2847" y="257"/>
                </a:lnTo>
                <a:lnTo>
                  <a:pt x="2828" y="264"/>
                </a:lnTo>
                <a:lnTo>
                  <a:pt x="2819" y="253"/>
                </a:lnTo>
                <a:lnTo>
                  <a:pt x="2805" y="250"/>
                </a:lnTo>
                <a:lnTo>
                  <a:pt x="2792" y="243"/>
                </a:lnTo>
                <a:lnTo>
                  <a:pt x="2782" y="232"/>
                </a:lnTo>
                <a:lnTo>
                  <a:pt x="2769" y="221"/>
                </a:lnTo>
                <a:lnTo>
                  <a:pt x="2755" y="210"/>
                </a:lnTo>
                <a:lnTo>
                  <a:pt x="2746" y="199"/>
                </a:lnTo>
                <a:lnTo>
                  <a:pt x="2732" y="206"/>
                </a:lnTo>
                <a:lnTo>
                  <a:pt x="2718" y="199"/>
                </a:lnTo>
                <a:lnTo>
                  <a:pt x="2718" y="188"/>
                </a:lnTo>
                <a:lnTo>
                  <a:pt x="2709" y="174"/>
                </a:lnTo>
                <a:lnTo>
                  <a:pt x="2700" y="159"/>
                </a:lnTo>
                <a:lnTo>
                  <a:pt x="2695" y="148"/>
                </a:lnTo>
                <a:lnTo>
                  <a:pt x="2682" y="141"/>
                </a:lnTo>
                <a:lnTo>
                  <a:pt x="2664" y="148"/>
                </a:lnTo>
                <a:lnTo>
                  <a:pt x="2654" y="134"/>
                </a:lnTo>
                <a:lnTo>
                  <a:pt x="2646" y="123"/>
                </a:lnTo>
                <a:lnTo>
                  <a:pt x="2632" y="119"/>
                </a:lnTo>
                <a:lnTo>
                  <a:pt x="2623" y="108"/>
                </a:lnTo>
                <a:lnTo>
                  <a:pt x="2609" y="108"/>
                </a:lnTo>
                <a:lnTo>
                  <a:pt x="2595" y="108"/>
                </a:lnTo>
                <a:lnTo>
                  <a:pt x="2581" y="105"/>
                </a:lnTo>
                <a:lnTo>
                  <a:pt x="2563" y="97"/>
                </a:lnTo>
                <a:lnTo>
                  <a:pt x="2549" y="97"/>
                </a:lnTo>
                <a:lnTo>
                  <a:pt x="2535" y="97"/>
                </a:lnTo>
                <a:lnTo>
                  <a:pt x="2517" y="94"/>
                </a:lnTo>
                <a:lnTo>
                  <a:pt x="2504" y="90"/>
                </a:lnTo>
                <a:lnTo>
                  <a:pt x="2494" y="79"/>
                </a:lnTo>
                <a:lnTo>
                  <a:pt x="2481" y="79"/>
                </a:lnTo>
                <a:lnTo>
                  <a:pt x="2467" y="83"/>
                </a:lnTo>
                <a:lnTo>
                  <a:pt x="2463" y="94"/>
                </a:lnTo>
                <a:lnTo>
                  <a:pt x="2449" y="105"/>
                </a:lnTo>
                <a:lnTo>
                  <a:pt x="2435" y="108"/>
                </a:lnTo>
                <a:lnTo>
                  <a:pt x="2463" y="210"/>
                </a:lnTo>
                <a:lnTo>
                  <a:pt x="2445" y="206"/>
                </a:lnTo>
                <a:lnTo>
                  <a:pt x="2430" y="199"/>
                </a:lnTo>
                <a:lnTo>
                  <a:pt x="2417" y="188"/>
                </a:lnTo>
                <a:lnTo>
                  <a:pt x="2289" y="119"/>
                </a:lnTo>
                <a:lnTo>
                  <a:pt x="2275" y="112"/>
                </a:lnTo>
                <a:lnTo>
                  <a:pt x="2262" y="105"/>
                </a:lnTo>
                <a:lnTo>
                  <a:pt x="2252" y="94"/>
                </a:lnTo>
                <a:lnTo>
                  <a:pt x="2239" y="90"/>
                </a:lnTo>
                <a:lnTo>
                  <a:pt x="2225" y="97"/>
                </a:lnTo>
                <a:lnTo>
                  <a:pt x="2216" y="108"/>
                </a:lnTo>
                <a:lnTo>
                  <a:pt x="2198" y="119"/>
                </a:lnTo>
                <a:lnTo>
                  <a:pt x="2184" y="123"/>
                </a:lnTo>
                <a:lnTo>
                  <a:pt x="2170" y="123"/>
                </a:lnTo>
                <a:lnTo>
                  <a:pt x="2156" y="116"/>
                </a:lnTo>
                <a:lnTo>
                  <a:pt x="2143" y="112"/>
                </a:lnTo>
                <a:lnTo>
                  <a:pt x="2129" y="119"/>
                </a:lnTo>
                <a:lnTo>
                  <a:pt x="2115" y="108"/>
                </a:lnTo>
                <a:lnTo>
                  <a:pt x="2102" y="112"/>
                </a:lnTo>
                <a:lnTo>
                  <a:pt x="2088" y="119"/>
                </a:lnTo>
                <a:lnTo>
                  <a:pt x="2074" y="112"/>
                </a:lnTo>
                <a:lnTo>
                  <a:pt x="2061" y="108"/>
                </a:lnTo>
                <a:lnTo>
                  <a:pt x="2047" y="108"/>
                </a:lnTo>
                <a:lnTo>
                  <a:pt x="2033" y="112"/>
                </a:lnTo>
                <a:lnTo>
                  <a:pt x="2020" y="112"/>
                </a:lnTo>
                <a:lnTo>
                  <a:pt x="2006" y="108"/>
                </a:lnTo>
                <a:lnTo>
                  <a:pt x="1987" y="112"/>
                </a:lnTo>
                <a:lnTo>
                  <a:pt x="1969" y="119"/>
                </a:lnTo>
                <a:lnTo>
                  <a:pt x="1955" y="119"/>
                </a:lnTo>
                <a:lnTo>
                  <a:pt x="1937" y="123"/>
                </a:lnTo>
                <a:lnTo>
                  <a:pt x="1923" y="123"/>
                </a:lnTo>
                <a:lnTo>
                  <a:pt x="1905" y="116"/>
                </a:lnTo>
                <a:lnTo>
                  <a:pt x="1891" y="112"/>
                </a:lnTo>
                <a:lnTo>
                  <a:pt x="1878" y="112"/>
                </a:lnTo>
                <a:lnTo>
                  <a:pt x="1864" y="119"/>
                </a:lnTo>
                <a:lnTo>
                  <a:pt x="1846" y="130"/>
                </a:lnTo>
                <a:lnTo>
                  <a:pt x="1832" y="137"/>
                </a:lnTo>
                <a:lnTo>
                  <a:pt x="1823" y="126"/>
                </a:lnTo>
                <a:lnTo>
                  <a:pt x="1809" y="119"/>
                </a:lnTo>
                <a:lnTo>
                  <a:pt x="1795" y="119"/>
                </a:lnTo>
                <a:lnTo>
                  <a:pt x="1782" y="123"/>
                </a:lnTo>
                <a:lnTo>
                  <a:pt x="1768" y="126"/>
                </a:lnTo>
                <a:lnTo>
                  <a:pt x="1749" y="126"/>
                </a:lnTo>
                <a:lnTo>
                  <a:pt x="1731" y="123"/>
                </a:lnTo>
                <a:lnTo>
                  <a:pt x="1713" y="119"/>
                </a:lnTo>
                <a:lnTo>
                  <a:pt x="1700" y="116"/>
                </a:lnTo>
                <a:lnTo>
                  <a:pt x="1677" y="119"/>
                </a:lnTo>
                <a:lnTo>
                  <a:pt x="1663" y="123"/>
                </a:lnTo>
                <a:lnTo>
                  <a:pt x="1644" y="126"/>
                </a:lnTo>
                <a:lnTo>
                  <a:pt x="1622" y="134"/>
                </a:lnTo>
                <a:lnTo>
                  <a:pt x="1608" y="130"/>
                </a:lnTo>
                <a:lnTo>
                  <a:pt x="1594" y="123"/>
                </a:lnTo>
                <a:lnTo>
                  <a:pt x="1581" y="116"/>
                </a:lnTo>
                <a:lnTo>
                  <a:pt x="1567" y="119"/>
                </a:lnTo>
                <a:lnTo>
                  <a:pt x="1553" y="119"/>
                </a:lnTo>
                <a:lnTo>
                  <a:pt x="1540" y="119"/>
                </a:lnTo>
                <a:lnTo>
                  <a:pt x="1526" y="119"/>
                </a:lnTo>
                <a:lnTo>
                  <a:pt x="1512" y="119"/>
                </a:lnTo>
                <a:lnTo>
                  <a:pt x="1499" y="119"/>
                </a:lnTo>
                <a:lnTo>
                  <a:pt x="1506" y="245"/>
                </a:lnTo>
                <a:lnTo>
                  <a:pt x="1480" y="112"/>
                </a:lnTo>
                <a:lnTo>
                  <a:pt x="1466" y="112"/>
                </a:lnTo>
                <a:lnTo>
                  <a:pt x="1453" y="112"/>
                </a:lnTo>
                <a:lnTo>
                  <a:pt x="1439" y="116"/>
                </a:lnTo>
                <a:lnTo>
                  <a:pt x="1421" y="116"/>
                </a:lnTo>
                <a:lnTo>
                  <a:pt x="1407" y="116"/>
                </a:lnTo>
                <a:lnTo>
                  <a:pt x="1393" y="119"/>
                </a:lnTo>
                <a:lnTo>
                  <a:pt x="1380" y="126"/>
                </a:lnTo>
                <a:lnTo>
                  <a:pt x="1366" y="126"/>
                </a:lnTo>
                <a:lnTo>
                  <a:pt x="1352" y="126"/>
                </a:lnTo>
                <a:lnTo>
                  <a:pt x="1339" y="126"/>
                </a:lnTo>
                <a:lnTo>
                  <a:pt x="1324" y="126"/>
                </a:lnTo>
                <a:lnTo>
                  <a:pt x="1311" y="119"/>
                </a:lnTo>
                <a:lnTo>
                  <a:pt x="1293" y="116"/>
                </a:lnTo>
                <a:lnTo>
                  <a:pt x="1279" y="116"/>
                </a:lnTo>
                <a:lnTo>
                  <a:pt x="1265" y="116"/>
                </a:lnTo>
                <a:lnTo>
                  <a:pt x="1247" y="119"/>
                </a:lnTo>
                <a:lnTo>
                  <a:pt x="1234" y="119"/>
                </a:lnTo>
                <a:lnTo>
                  <a:pt x="1215" y="119"/>
                </a:lnTo>
                <a:lnTo>
                  <a:pt x="1201" y="123"/>
                </a:lnTo>
                <a:lnTo>
                  <a:pt x="1183" y="123"/>
                </a:lnTo>
                <a:lnTo>
                  <a:pt x="1169" y="119"/>
                </a:lnTo>
                <a:lnTo>
                  <a:pt x="1156" y="119"/>
                </a:lnTo>
                <a:lnTo>
                  <a:pt x="1137" y="116"/>
                </a:lnTo>
                <a:lnTo>
                  <a:pt x="1123" y="112"/>
                </a:lnTo>
                <a:lnTo>
                  <a:pt x="1110" y="112"/>
                </a:lnTo>
                <a:lnTo>
                  <a:pt x="1096" y="112"/>
                </a:lnTo>
                <a:lnTo>
                  <a:pt x="1082" y="116"/>
                </a:lnTo>
                <a:lnTo>
                  <a:pt x="1069" y="119"/>
                </a:lnTo>
                <a:lnTo>
                  <a:pt x="1055" y="119"/>
                </a:lnTo>
                <a:lnTo>
                  <a:pt x="1037" y="119"/>
                </a:lnTo>
                <a:lnTo>
                  <a:pt x="1023" y="119"/>
                </a:lnTo>
                <a:lnTo>
                  <a:pt x="1010" y="112"/>
                </a:lnTo>
                <a:lnTo>
                  <a:pt x="996" y="105"/>
                </a:lnTo>
                <a:lnTo>
                  <a:pt x="982" y="97"/>
                </a:lnTo>
                <a:lnTo>
                  <a:pt x="963" y="94"/>
                </a:lnTo>
                <a:lnTo>
                  <a:pt x="950" y="94"/>
                </a:lnTo>
                <a:lnTo>
                  <a:pt x="929" y="100"/>
                </a:lnTo>
                <a:lnTo>
                  <a:pt x="922" y="83"/>
                </a:lnTo>
                <a:lnTo>
                  <a:pt x="908" y="107"/>
                </a:lnTo>
                <a:lnTo>
                  <a:pt x="895" y="79"/>
                </a:lnTo>
                <a:lnTo>
                  <a:pt x="887" y="100"/>
                </a:lnTo>
                <a:lnTo>
                  <a:pt x="868" y="83"/>
                </a:lnTo>
                <a:lnTo>
                  <a:pt x="854" y="90"/>
                </a:lnTo>
                <a:lnTo>
                  <a:pt x="840" y="90"/>
                </a:lnTo>
                <a:lnTo>
                  <a:pt x="827" y="97"/>
                </a:lnTo>
                <a:lnTo>
                  <a:pt x="813" y="97"/>
                </a:lnTo>
                <a:lnTo>
                  <a:pt x="799" y="90"/>
                </a:lnTo>
                <a:lnTo>
                  <a:pt x="781" y="87"/>
                </a:lnTo>
                <a:lnTo>
                  <a:pt x="767" y="87"/>
                </a:lnTo>
                <a:lnTo>
                  <a:pt x="749" y="79"/>
                </a:lnTo>
                <a:lnTo>
                  <a:pt x="735" y="79"/>
                </a:lnTo>
                <a:lnTo>
                  <a:pt x="721" y="83"/>
                </a:lnTo>
                <a:lnTo>
                  <a:pt x="708" y="87"/>
                </a:lnTo>
                <a:lnTo>
                  <a:pt x="694" y="90"/>
                </a:lnTo>
                <a:lnTo>
                  <a:pt x="680" y="94"/>
                </a:lnTo>
                <a:lnTo>
                  <a:pt x="667" y="97"/>
                </a:lnTo>
                <a:lnTo>
                  <a:pt x="653" y="97"/>
                </a:lnTo>
                <a:lnTo>
                  <a:pt x="639" y="97"/>
                </a:lnTo>
                <a:lnTo>
                  <a:pt x="626" y="97"/>
                </a:lnTo>
                <a:lnTo>
                  <a:pt x="607" y="97"/>
                </a:lnTo>
                <a:lnTo>
                  <a:pt x="594" y="97"/>
                </a:lnTo>
                <a:lnTo>
                  <a:pt x="580" y="94"/>
                </a:lnTo>
                <a:lnTo>
                  <a:pt x="566" y="94"/>
                </a:lnTo>
                <a:lnTo>
                  <a:pt x="553" y="94"/>
                </a:lnTo>
                <a:lnTo>
                  <a:pt x="534" y="94"/>
                </a:lnTo>
                <a:lnTo>
                  <a:pt x="520" y="94"/>
                </a:lnTo>
                <a:lnTo>
                  <a:pt x="507" y="94"/>
                </a:lnTo>
                <a:lnTo>
                  <a:pt x="493" y="101"/>
                </a:lnTo>
                <a:lnTo>
                  <a:pt x="479" y="105"/>
                </a:lnTo>
                <a:lnTo>
                  <a:pt x="466" y="108"/>
                </a:lnTo>
                <a:lnTo>
                  <a:pt x="452" y="108"/>
                </a:lnTo>
                <a:lnTo>
                  <a:pt x="438" y="108"/>
                </a:lnTo>
                <a:lnTo>
                  <a:pt x="425" y="101"/>
                </a:lnTo>
                <a:lnTo>
                  <a:pt x="411" y="97"/>
                </a:lnTo>
                <a:lnTo>
                  <a:pt x="397" y="97"/>
                </a:lnTo>
                <a:lnTo>
                  <a:pt x="383" y="97"/>
                </a:lnTo>
                <a:lnTo>
                  <a:pt x="360" y="94"/>
                </a:lnTo>
                <a:lnTo>
                  <a:pt x="347" y="94"/>
                </a:lnTo>
                <a:lnTo>
                  <a:pt x="333" y="101"/>
                </a:lnTo>
                <a:lnTo>
                  <a:pt x="319" y="108"/>
                </a:lnTo>
                <a:lnTo>
                  <a:pt x="306" y="116"/>
                </a:lnTo>
                <a:lnTo>
                  <a:pt x="292" y="119"/>
                </a:lnTo>
                <a:lnTo>
                  <a:pt x="278" y="119"/>
                </a:lnTo>
                <a:lnTo>
                  <a:pt x="265" y="116"/>
                </a:lnTo>
                <a:lnTo>
                  <a:pt x="251" y="112"/>
                </a:lnTo>
                <a:lnTo>
                  <a:pt x="237" y="112"/>
                </a:lnTo>
                <a:lnTo>
                  <a:pt x="224" y="108"/>
                </a:lnTo>
                <a:lnTo>
                  <a:pt x="210" y="108"/>
                </a:lnTo>
                <a:lnTo>
                  <a:pt x="196" y="108"/>
                </a:lnTo>
                <a:lnTo>
                  <a:pt x="178" y="108"/>
                </a:lnTo>
                <a:lnTo>
                  <a:pt x="159" y="108"/>
                </a:lnTo>
                <a:lnTo>
                  <a:pt x="146" y="108"/>
                </a:lnTo>
                <a:lnTo>
                  <a:pt x="132" y="108"/>
                </a:lnTo>
                <a:lnTo>
                  <a:pt x="118" y="112"/>
                </a:lnTo>
                <a:lnTo>
                  <a:pt x="105" y="112"/>
                </a:lnTo>
                <a:lnTo>
                  <a:pt x="91" y="112"/>
                </a:lnTo>
                <a:lnTo>
                  <a:pt x="77" y="116"/>
                </a:lnTo>
                <a:lnTo>
                  <a:pt x="64" y="119"/>
                </a:lnTo>
                <a:lnTo>
                  <a:pt x="50" y="123"/>
                </a:lnTo>
                <a:lnTo>
                  <a:pt x="31" y="130"/>
                </a:lnTo>
                <a:lnTo>
                  <a:pt x="13" y="134"/>
                </a:lnTo>
                <a:lnTo>
                  <a:pt x="0" y="141"/>
                </a:lnTo>
                <a:lnTo>
                  <a:pt x="0" y="28"/>
                </a:lnTo>
              </a:path>
            </a:pathLst>
          </a:custGeom>
          <a:ln w="12700" cap="rnd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22492A9-CAB8-B1D5-9E8A-F01DD42C4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0" y="234950"/>
            <a:ext cx="3911600" cy="28733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lIns="90488" tIns="0" rIns="90488" bIns="0" anchor="ctr">
            <a:spAutoFit/>
          </a:bodyPr>
          <a:lstStyle/>
          <a:p>
            <a:r>
              <a:rPr lang="en-US" altLang="en-US" sz="18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Tim   John  Roberts</a:t>
            </a:r>
          </a:p>
        </p:txBody>
      </p:sp>
      <p:sp>
        <p:nvSpPr>
          <p:cNvPr id="3077" name="AutoShape 5">
            <a:extLst>
              <a:ext uri="{FF2B5EF4-FFF2-40B4-BE49-F238E27FC236}">
                <a16:creationId xmlns:a16="http://schemas.microsoft.com/office/drawing/2014/main" id="{0272F51D-81DE-45C9-0C54-74B47B670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163" y="501650"/>
            <a:ext cx="146050" cy="215900"/>
          </a:xfrm>
          <a:prstGeom prst="upArrow">
            <a:avLst>
              <a:gd name="adj1" fmla="val 50000"/>
              <a:gd name="adj2" fmla="val 73906"/>
            </a:avLst>
          </a:prstGeom>
          <a:solidFill>
            <a:srgbClr val="66FF33"/>
          </a:solidFill>
          <a:ln w="12700">
            <a:solidFill>
              <a:srgbClr val="67676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8" name="AutoShape 6">
            <a:extLst>
              <a:ext uri="{FF2B5EF4-FFF2-40B4-BE49-F238E27FC236}">
                <a16:creationId xmlns:a16="http://schemas.microsoft.com/office/drawing/2014/main" id="{AF259CBB-2226-F3B3-36C0-9446264F2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1975" y="1749425"/>
            <a:ext cx="1511300" cy="644525"/>
          </a:xfrm>
          <a:prstGeom prst="roundRect">
            <a:avLst>
              <a:gd name="adj" fmla="val 12486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91735AB0-56D9-719F-EB17-EDCDE34C4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730250"/>
            <a:ext cx="1473200" cy="2825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44E6A77-BC28-1708-B1F1-95BC820B8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3" y="9525"/>
            <a:ext cx="4695825" cy="3767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OldName  PIC X(80).</a:t>
            </a:r>
          </a:p>
          <a:p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</a:p>
          <a:p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TempName PIC X(16).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UnstrPtr PIC 99 VALUE 1.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NameProcessed VALUE 81.</a:t>
            </a:r>
          </a:p>
          <a:p>
            <a:pPr>
              <a:lnSpc>
                <a:spcPct val="85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ProcessName.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ACCEPT OldName.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PERFORM UNTIL NameProcessed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CF0E30"/>
                </a:solidFill>
                <a:latin typeface="Courier New" panose="02070309020205020404" pitchFamily="49" charset="0"/>
              </a:rPr>
              <a:t>      UNSTRING OldName DELIMITED BY ALL SPACES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CF0E30"/>
                </a:solidFill>
                <a:latin typeface="Courier New" panose="02070309020205020404" pitchFamily="49" charset="0"/>
              </a:rPr>
              <a:t>         INTO TempName WITH POINTER UnstrPtr</a:t>
            </a:r>
            <a:br>
              <a:rPr lang="en-US" altLang="en-US" sz="1200" b="1">
                <a:solidFill>
                  <a:srgbClr val="CF0E3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CF0E30"/>
                </a:solidFill>
                <a:latin typeface="Courier New" panose="02070309020205020404" pitchFamily="49" charset="0"/>
              </a:rPr>
              <a:t>      END-UNSTRING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Display TempName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END-PERFORM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STOP RUN.</a:t>
            </a:r>
          </a:p>
        </p:txBody>
      </p:sp>
      <p:sp useBgFill="1">
        <p:nvSpPr>
          <p:cNvPr id="4099" name="Freeform 3">
            <a:extLst>
              <a:ext uri="{FF2B5EF4-FFF2-40B4-BE49-F238E27FC236}">
                <a16:creationId xmlns:a16="http://schemas.microsoft.com/office/drawing/2014/main" id="{38102528-DC9F-EBDD-E07B-E64EF4353A02}"/>
              </a:ext>
            </a:extLst>
          </p:cNvPr>
          <p:cNvSpPr>
            <a:spLocks/>
          </p:cNvSpPr>
          <p:nvPr/>
        </p:nvSpPr>
        <p:spPr bwMode="auto">
          <a:xfrm>
            <a:off x="14288" y="1495425"/>
            <a:ext cx="4738687" cy="496888"/>
          </a:xfrm>
          <a:custGeom>
            <a:avLst/>
            <a:gdLst>
              <a:gd name="T0" fmla="*/ 95 w 2985"/>
              <a:gd name="T1" fmla="*/ 21 h 313"/>
              <a:gd name="T2" fmla="*/ 191 w 2985"/>
              <a:gd name="T3" fmla="*/ 10 h 313"/>
              <a:gd name="T4" fmla="*/ 278 w 2985"/>
              <a:gd name="T5" fmla="*/ 43 h 313"/>
              <a:gd name="T6" fmla="*/ 365 w 2985"/>
              <a:gd name="T7" fmla="*/ 47 h 313"/>
              <a:gd name="T8" fmla="*/ 466 w 2985"/>
              <a:gd name="T9" fmla="*/ 47 h 313"/>
              <a:gd name="T10" fmla="*/ 557 w 2985"/>
              <a:gd name="T11" fmla="*/ 65 h 313"/>
              <a:gd name="T12" fmla="*/ 657 w 2985"/>
              <a:gd name="T13" fmla="*/ 65 h 313"/>
              <a:gd name="T14" fmla="*/ 772 w 2985"/>
              <a:gd name="T15" fmla="*/ 61 h 313"/>
              <a:gd name="T16" fmla="*/ 863 w 2985"/>
              <a:gd name="T17" fmla="*/ 68 h 313"/>
              <a:gd name="T18" fmla="*/ 968 w 2985"/>
              <a:gd name="T19" fmla="*/ 65 h 313"/>
              <a:gd name="T20" fmla="*/ 1069 w 2985"/>
              <a:gd name="T21" fmla="*/ 76 h 313"/>
              <a:gd name="T22" fmla="*/ 1179 w 2985"/>
              <a:gd name="T23" fmla="*/ 83 h 313"/>
              <a:gd name="T24" fmla="*/ 1329 w 2985"/>
              <a:gd name="T25" fmla="*/ 83 h 313"/>
              <a:gd name="T26" fmla="*/ 1503 w 2985"/>
              <a:gd name="T27" fmla="*/ 54 h 313"/>
              <a:gd name="T28" fmla="*/ 1581 w 2985"/>
              <a:gd name="T29" fmla="*/ 76 h 313"/>
              <a:gd name="T30" fmla="*/ 1667 w 2985"/>
              <a:gd name="T31" fmla="*/ 87 h 313"/>
              <a:gd name="T32" fmla="*/ 1759 w 2985"/>
              <a:gd name="T33" fmla="*/ 79 h 313"/>
              <a:gd name="T34" fmla="*/ 1846 w 2985"/>
              <a:gd name="T35" fmla="*/ 87 h 313"/>
              <a:gd name="T36" fmla="*/ 1942 w 2985"/>
              <a:gd name="T37" fmla="*/ 87 h 313"/>
              <a:gd name="T38" fmla="*/ 2038 w 2985"/>
              <a:gd name="T39" fmla="*/ 76 h 313"/>
              <a:gd name="T40" fmla="*/ 2166 w 2985"/>
              <a:gd name="T41" fmla="*/ 72 h 313"/>
              <a:gd name="T42" fmla="*/ 2262 w 2985"/>
              <a:gd name="T43" fmla="*/ 39 h 313"/>
              <a:gd name="T44" fmla="*/ 2367 w 2985"/>
              <a:gd name="T45" fmla="*/ 58 h 313"/>
              <a:gd name="T46" fmla="*/ 2458 w 2985"/>
              <a:gd name="T47" fmla="*/ 50 h 313"/>
              <a:gd name="T48" fmla="*/ 2549 w 2985"/>
              <a:gd name="T49" fmla="*/ 58 h 313"/>
              <a:gd name="T50" fmla="*/ 2659 w 2985"/>
              <a:gd name="T51" fmla="*/ 47 h 313"/>
              <a:gd name="T52" fmla="*/ 2755 w 2985"/>
              <a:gd name="T53" fmla="*/ 25 h 313"/>
              <a:gd name="T54" fmla="*/ 2883 w 2985"/>
              <a:gd name="T55" fmla="*/ 18 h 313"/>
              <a:gd name="T56" fmla="*/ 2984 w 2985"/>
              <a:gd name="T57" fmla="*/ 4 h 313"/>
              <a:gd name="T58" fmla="*/ 2901 w 2985"/>
              <a:gd name="T59" fmla="*/ 253 h 313"/>
              <a:gd name="T60" fmla="*/ 2819 w 2985"/>
              <a:gd name="T61" fmla="*/ 253 h 313"/>
              <a:gd name="T62" fmla="*/ 2746 w 2985"/>
              <a:gd name="T63" fmla="*/ 199 h 313"/>
              <a:gd name="T64" fmla="*/ 2695 w 2985"/>
              <a:gd name="T65" fmla="*/ 148 h 313"/>
              <a:gd name="T66" fmla="*/ 2623 w 2985"/>
              <a:gd name="T67" fmla="*/ 108 h 313"/>
              <a:gd name="T68" fmla="*/ 2535 w 2985"/>
              <a:gd name="T69" fmla="*/ 97 h 313"/>
              <a:gd name="T70" fmla="*/ 2463 w 2985"/>
              <a:gd name="T71" fmla="*/ 94 h 313"/>
              <a:gd name="T72" fmla="*/ 2417 w 2985"/>
              <a:gd name="T73" fmla="*/ 188 h 313"/>
              <a:gd name="T74" fmla="*/ 2225 w 2985"/>
              <a:gd name="T75" fmla="*/ 97 h 313"/>
              <a:gd name="T76" fmla="*/ 2143 w 2985"/>
              <a:gd name="T77" fmla="*/ 112 h 313"/>
              <a:gd name="T78" fmla="*/ 2061 w 2985"/>
              <a:gd name="T79" fmla="*/ 108 h 313"/>
              <a:gd name="T80" fmla="*/ 1969 w 2985"/>
              <a:gd name="T81" fmla="*/ 119 h 313"/>
              <a:gd name="T82" fmla="*/ 1878 w 2985"/>
              <a:gd name="T83" fmla="*/ 112 h 313"/>
              <a:gd name="T84" fmla="*/ 1795 w 2985"/>
              <a:gd name="T85" fmla="*/ 119 h 313"/>
              <a:gd name="T86" fmla="*/ 1700 w 2985"/>
              <a:gd name="T87" fmla="*/ 116 h 313"/>
              <a:gd name="T88" fmla="*/ 1594 w 2985"/>
              <a:gd name="T89" fmla="*/ 123 h 313"/>
              <a:gd name="T90" fmla="*/ 1512 w 2985"/>
              <a:gd name="T91" fmla="*/ 119 h 313"/>
              <a:gd name="T92" fmla="*/ 1439 w 2985"/>
              <a:gd name="T93" fmla="*/ 116 h 313"/>
              <a:gd name="T94" fmla="*/ 1352 w 2985"/>
              <a:gd name="T95" fmla="*/ 126 h 313"/>
              <a:gd name="T96" fmla="*/ 1265 w 2985"/>
              <a:gd name="T97" fmla="*/ 116 h 313"/>
              <a:gd name="T98" fmla="*/ 1169 w 2985"/>
              <a:gd name="T99" fmla="*/ 119 h 313"/>
              <a:gd name="T100" fmla="*/ 1082 w 2985"/>
              <a:gd name="T101" fmla="*/ 116 h 313"/>
              <a:gd name="T102" fmla="*/ 996 w 2985"/>
              <a:gd name="T103" fmla="*/ 105 h 313"/>
              <a:gd name="T104" fmla="*/ 908 w 2985"/>
              <a:gd name="T105" fmla="*/ 107 h 313"/>
              <a:gd name="T106" fmla="*/ 827 w 2985"/>
              <a:gd name="T107" fmla="*/ 97 h 313"/>
              <a:gd name="T108" fmla="*/ 735 w 2985"/>
              <a:gd name="T109" fmla="*/ 79 h 313"/>
              <a:gd name="T110" fmla="*/ 653 w 2985"/>
              <a:gd name="T111" fmla="*/ 97 h 313"/>
              <a:gd name="T112" fmla="*/ 566 w 2985"/>
              <a:gd name="T113" fmla="*/ 94 h 313"/>
              <a:gd name="T114" fmla="*/ 479 w 2985"/>
              <a:gd name="T115" fmla="*/ 105 h 313"/>
              <a:gd name="T116" fmla="*/ 397 w 2985"/>
              <a:gd name="T117" fmla="*/ 97 h 313"/>
              <a:gd name="T118" fmla="*/ 306 w 2985"/>
              <a:gd name="T119" fmla="*/ 116 h 313"/>
              <a:gd name="T120" fmla="*/ 224 w 2985"/>
              <a:gd name="T121" fmla="*/ 108 h 313"/>
              <a:gd name="T122" fmla="*/ 132 w 2985"/>
              <a:gd name="T123" fmla="*/ 108 h 313"/>
              <a:gd name="T124" fmla="*/ 50 w 2985"/>
              <a:gd name="T125" fmla="*/ 123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985" h="313">
                <a:moveTo>
                  <a:pt x="0" y="28"/>
                </a:moveTo>
                <a:lnTo>
                  <a:pt x="27" y="21"/>
                </a:lnTo>
                <a:lnTo>
                  <a:pt x="50" y="25"/>
                </a:lnTo>
                <a:lnTo>
                  <a:pt x="64" y="25"/>
                </a:lnTo>
                <a:lnTo>
                  <a:pt x="82" y="25"/>
                </a:lnTo>
                <a:lnTo>
                  <a:pt x="95" y="21"/>
                </a:lnTo>
                <a:lnTo>
                  <a:pt x="109" y="18"/>
                </a:lnTo>
                <a:lnTo>
                  <a:pt x="128" y="18"/>
                </a:lnTo>
                <a:lnTo>
                  <a:pt x="146" y="10"/>
                </a:lnTo>
                <a:lnTo>
                  <a:pt x="159" y="10"/>
                </a:lnTo>
                <a:lnTo>
                  <a:pt x="173" y="10"/>
                </a:lnTo>
                <a:lnTo>
                  <a:pt x="191" y="10"/>
                </a:lnTo>
                <a:lnTo>
                  <a:pt x="205" y="10"/>
                </a:lnTo>
                <a:lnTo>
                  <a:pt x="219" y="18"/>
                </a:lnTo>
                <a:lnTo>
                  <a:pt x="237" y="21"/>
                </a:lnTo>
                <a:lnTo>
                  <a:pt x="247" y="32"/>
                </a:lnTo>
                <a:lnTo>
                  <a:pt x="265" y="36"/>
                </a:lnTo>
                <a:lnTo>
                  <a:pt x="278" y="43"/>
                </a:lnTo>
                <a:lnTo>
                  <a:pt x="292" y="47"/>
                </a:lnTo>
                <a:lnTo>
                  <a:pt x="310" y="47"/>
                </a:lnTo>
                <a:lnTo>
                  <a:pt x="324" y="47"/>
                </a:lnTo>
                <a:lnTo>
                  <a:pt x="337" y="47"/>
                </a:lnTo>
                <a:lnTo>
                  <a:pt x="351" y="47"/>
                </a:lnTo>
                <a:lnTo>
                  <a:pt x="365" y="47"/>
                </a:lnTo>
                <a:lnTo>
                  <a:pt x="379" y="47"/>
                </a:lnTo>
                <a:lnTo>
                  <a:pt x="393" y="43"/>
                </a:lnTo>
                <a:lnTo>
                  <a:pt x="406" y="43"/>
                </a:lnTo>
                <a:lnTo>
                  <a:pt x="429" y="43"/>
                </a:lnTo>
                <a:lnTo>
                  <a:pt x="448" y="47"/>
                </a:lnTo>
                <a:lnTo>
                  <a:pt x="466" y="47"/>
                </a:lnTo>
                <a:lnTo>
                  <a:pt x="484" y="50"/>
                </a:lnTo>
                <a:lnTo>
                  <a:pt x="497" y="54"/>
                </a:lnTo>
                <a:lnTo>
                  <a:pt x="511" y="58"/>
                </a:lnTo>
                <a:lnTo>
                  <a:pt x="525" y="61"/>
                </a:lnTo>
                <a:lnTo>
                  <a:pt x="538" y="61"/>
                </a:lnTo>
                <a:lnTo>
                  <a:pt x="557" y="65"/>
                </a:lnTo>
                <a:lnTo>
                  <a:pt x="571" y="65"/>
                </a:lnTo>
                <a:lnTo>
                  <a:pt x="594" y="65"/>
                </a:lnTo>
                <a:lnTo>
                  <a:pt x="612" y="65"/>
                </a:lnTo>
                <a:lnTo>
                  <a:pt x="630" y="65"/>
                </a:lnTo>
                <a:lnTo>
                  <a:pt x="644" y="65"/>
                </a:lnTo>
                <a:lnTo>
                  <a:pt x="657" y="65"/>
                </a:lnTo>
                <a:lnTo>
                  <a:pt x="680" y="65"/>
                </a:lnTo>
                <a:lnTo>
                  <a:pt x="703" y="61"/>
                </a:lnTo>
                <a:lnTo>
                  <a:pt x="721" y="61"/>
                </a:lnTo>
                <a:lnTo>
                  <a:pt x="740" y="61"/>
                </a:lnTo>
                <a:lnTo>
                  <a:pt x="758" y="61"/>
                </a:lnTo>
                <a:lnTo>
                  <a:pt x="772" y="61"/>
                </a:lnTo>
                <a:lnTo>
                  <a:pt x="785" y="61"/>
                </a:lnTo>
                <a:lnTo>
                  <a:pt x="799" y="61"/>
                </a:lnTo>
                <a:lnTo>
                  <a:pt x="813" y="65"/>
                </a:lnTo>
                <a:lnTo>
                  <a:pt x="827" y="65"/>
                </a:lnTo>
                <a:lnTo>
                  <a:pt x="830" y="44"/>
                </a:lnTo>
                <a:lnTo>
                  <a:pt x="863" y="68"/>
                </a:lnTo>
                <a:lnTo>
                  <a:pt x="884" y="25"/>
                </a:lnTo>
                <a:lnTo>
                  <a:pt x="904" y="65"/>
                </a:lnTo>
                <a:lnTo>
                  <a:pt x="922" y="65"/>
                </a:lnTo>
                <a:lnTo>
                  <a:pt x="941" y="65"/>
                </a:lnTo>
                <a:lnTo>
                  <a:pt x="955" y="65"/>
                </a:lnTo>
                <a:lnTo>
                  <a:pt x="968" y="65"/>
                </a:lnTo>
                <a:lnTo>
                  <a:pt x="982" y="65"/>
                </a:lnTo>
                <a:lnTo>
                  <a:pt x="1007" y="52"/>
                </a:lnTo>
                <a:lnTo>
                  <a:pt x="1014" y="68"/>
                </a:lnTo>
                <a:lnTo>
                  <a:pt x="1033" y="68"/>
                </a:lnTo>
                <a:lnTo>
                  <a:pt x="1051" y="72"/>
                </a:lnTo>
                <a:lnTo>
                  <a:pt x="1069" y="76"/>
                </a:lnTo>
                <a:lnTo>
                  <a:pt x="1087" y="76"/>
                </a:lnTo>
                <a:lnTo>
                  <a:pt x="1101" y="76"/>
                </a:lnTo>
                <a:lnTo>
                  <a:pt x="1123" y="79"/>
                </a:lnTo>
                <a:lnTo>
                  <a:pt x="1151" y="83"/>
                </a:lnTo>
                <a:lnTo>
                  <a:pt x="1165" y="83"/>
                </a:lnTo>
                <a:lnTo>
                  <a:pt x="1179" y="83"/>
                </a:lnTo>
                <a:lnTo>
                  <a:pt x="1197" y="83"/>
                </a:lnTo>
                <a:lnTo>
                  <a:pt x="1211" y="83"/>
                </a:lnTo>
                <a:lnTo>
                  <a:pt x="1224" y="83"/>
                </a:lnTo>
                <a:lnTo>
                  <a:pt x="1238" y="83"/>
                </a:lnTo>
                <a:lnTo>
                  <a:pt x="1283" y="83"/>
                </a:lnTo>
                <a:lnTo>
                  <a:pt x="1329" y="83"/>
                </a:lnTo>
                <a:lnTo>
                  <a:pt x="1375" y="83"/>
                </a:lnTo>
                <a:lnTo>
                  <a:pt x="1393" y="83"/>
                </a:lnTo>
                <a:lnTo>
                  <a:pt x="1412" y="83"/>
                </a:lnTo>
                <a:lnTo>
                  <a:pt x="1430" y="83"/>
                </a:lnTo>
                <a:lnTo>
                  <a:pt x="1443" y="79"/>
                </a:lnTo>
                <a:lnTo>
                  <a:pt x="1503" y="54"/>
                </a:lnTo>
                <a:lnTo>
                  <a:pt x="1512" y="65"/>
                </a:lnTo>
                <a:lnTo>
                  <a:pt x="1521" y="79"/>
                </a:lnTo>
                <a:lnTo>
                  <a:pt x="1540" y="83"/>
                </a:lnTo>
                <a:lnTo>
                  <a:pt x="1553" y="79"/>
                </a:lnTo>
                <a:lnTo>
                  <a:pt x="1567" y="79"/>
                </a:lnTo>
                <a:lnTo>
                  <a:pt x="1581" y="76"/>
                </a:lnTo>
                <a:lnTo>
                  <a:pt x="1594" y="79"/>
                </a:lnTo>
                <a:lnTo>
                  <a:pt x="1613" y="83"/>
                </a:lnTo>
                <a:lnTo>
                  <a:pt x="1626" y="83"/>
                </a:lnTo>
                <a:lnTo>
                  <a:pt x="1640" y="87"/>
                </a:lnTo>
                <a:lnTo>
                  <a:pt x="1654" y="87"/>
                </a:lnTo>
                <a:lnTo>
                  <a:pt x="1667" y="87"/>
                </a:lnTo>
                <a:lnTo>
                  <a:pt x="1681" y="87"/>
                </a:lnTo>
                <a:lnTo>
                  <a:pt x="1695" y="87"/>
                </a:lnTo>
                <a:lnTo>
                  <a:pt x="1708" y="83"/>
                </a:lnTo>
                <a:lnTo>
                  <a:pt x="1722" y="83"/>
                </a:lnTo>
                <a:lnTo>
                  <a:pt x="1741" y="83"/>
                </a:lnTo>
                <a:lnTo>
                  <a:pt x="1759" y="79"/>
                </a:lnTo>
                <a:lnTo>
                  <a:pt x="1772" y="76"/>
                </a:lnTo>
                <a:lnTo>
                  <a:pt x="1786" y="76"/>
                </a:lnTo>
                <a:lnTo>
                  <a:pt x="1804" y="76"/>
                </a:lnTo>
                <a:lnTo>
                  <a:pt x="1818" y="72"/>
                </a:lnTo>
                <a:lnTo>
                  <a:pt x="1832" y="76"/>
                </a:lnTo>
                <a:lnTo>
                  <a:pt x="1846" y="87"/>
                </a:lnTo>
                <a:lnTo>
                  <a:pt x="1860" y="90"/>
                </a:lnTo>
                <a:lnTo>
                  <a:pt x="1878" y="90"/>
                </a:lnTo>
                <a:lnTo>
                  <a:pt x="1891" y="90"/>
                </a:lnTo>
                <a:lnTo>
                  <a:pt x="1905" y="90"/>
                </a:lnTo>
                <a:lnTo>
                  <a:pt x="1923" y="90"/>
                </a:lnTo>
                <a:lnTo>
                  <a:pt x="1942" y="87"/>
                </a:lnTo>
                <a:lnTo>
                  <a:pt x="1960" y="83"/>
                </a:lnTo>
                <a:lnTo>
                  <a:pt x="1978" y="83"/>
                </a:lnTo>
                <a:lnTo>
                  <a:pt x="1992" y="79"/>
                </a:lnTo>
                <a:lnTo>
                  <a:pt x="2010" y="79"/>
                </a:lnTo>
                <a:lnTo>
                  <a:pt x="2024" y="76"/>
                </a:lnTo>
                <a:lnTo>
                  <a:pt x="2038" y="76"/>
                </a:lnTo>
                <a:lnTo>
                  <a:pt x="2051" y="76"/>
                </a:lnTo>
                <a:lnTo>
                  <a:pt x="2106" y="76"/>
                </a:lnTo>
                <a:lnTo>
                  <a:pt x="2120" y="76"/>
                </a:lnTo>
                <a:lnTo>
                  <a:pt x="2138" y="76"/>
                </a:lnTo>
                <a:lnTo>
                  <a:pt x="2152" y="76"/>
                </a:lnTo>
                <a:lnTo>
                  <a:pt x="2166" y="72"/>
                </a:lnTo>
                <a:lnTo>
                  <a:pt x="2184" y="65"/>
                </a:lnTo>
                <a:lnTo>
                  <a:pt x="2207" y="61"/>
                </a:lnTo>
                <a:lnTo>
                  <a:pt x="2221" y="58"/>
                </a:lnTo>
                <a:lnTo>
                  <a:pt x="2234" y="50"/>
                </a:lnTo>
                <a:lnTo>
                  <a:pt x="2248" y="47"/>
                </a:lnTo>
                <a:lnTo>
                  <a:pt x="2262" y="39"/>
                </a:lnTo>
                <a:lnTo>
                  <a:pt x="2275" y="39"/>
                </a:lnTo>
                <a:lnTo>
                  <a:pt x="2289" y="43"/>
                </a:lnTo>
                <a:lnTo>
                  <a:pt x="2312" y="47"/>
                </a:lnTo>
                <a:lnTo>
                  <a:pt x="2326" y="47"/>
                </a:lnTo>
                <a:lnTo>
                  <a:pt x="2348" y="54"/>
                </a:lnTo>
                <a:lnTo>
                  <a:pt x="2367" y="58"/>
                </a:lnTo>
                <a:lnTo>
                  <a:pt x="2380" y="58"/>
                </a:lnTo>
                <a:lnTo>
                  <a:pt x="2394" y="58"/>
                </a:lnTo>
                <a:lnTo>
                  <a:pt x="2408" y="54"/>
                </a:lnTo>
                <a:lnTo>
                  <a:pt x="2426" y="54"/>
                </a:lnTo>
                <a:lnTo>
                  <a:pt x="2440" y="50"/>
                </a:lnTo>
                <a:lnTo>
                  <a:pt x="2458" y="50"/>
                </a:lnTo>
                <a:lnTo>
                  <a:pt x="2481" y="50"/>
                </a:lnTo>
                <a:lnTo>
                  <a:pt x="2494" y="50"/>
                </a:lnTo>
                <a:lnTo>
                  <a:pt x="2508" y="54"/>
                </a:lnTo>
                <a:lnTo>
                  <a:pt x="2522" y="54"/>
                </a:lnTo>
                <a:lnTo>
                  <a:pt x="2535" y="58"/>
                </a:lnTo>
                <a:lnTo>
                  <a:pt x="2549" y="58"/>
                </a:lnTo>
                <a:lnTo>
                  <a:pt x="2568" y="58"/>
                </a:lnTo>
                <a:lnTo>
                  <a:pt x="2590" y="54"/>
                </a:lnTo>
                <a:lnTo>
                  <a:pt x="2613" y="54"/>
                </a:lnTo>
                <a:lnTo>
                  <a:pt x="2627" y="54"/>
                </a:lnTo>
                <a:lnTo>
                  <a:pt x="2646" y="50"/>
                </a:lnTo>
                <a:lnTo>
                  <a:pt x="2659" y="47"/>
                </a:lnTo>
                <a:lnTo>
                  <a:pt x="2673" y="39"/>
                </a:lnTo>
                <a:lnTo>
                  <a:pt x="2687" y="36"/>
                </a:lnTo>
                <a:lnTo>
                  <a:pt x="2705" y="32"/>
                </a:lnTo>
                <a:lnTo>
                  <a:pt x="2723" y="32"/>
                </a:lnTo>
                <a:lnTo>
                  <a:pt x="2741" y="29"/>
                </a:lnTo>
                <a:lnTo>
                  <a:pt x="2755" y="25"/>
                </a:lnTo>
                <a:lnTo>
                  <a:pt x="2773" y="21"/>
                </a:lnTo>
                <a:lnTo>
                  <a:pt x="2787" y="18"/>
                </a:lnTo>
                <a:lnTo>
                  <a:pt x="2801" y="14"/>
                </a:lnTo>
                <a:lnTo>
                  <a:pt x="2851" y="0"/>
                </a:lnTo>
                <a:lnTo>
                  <a:pt x="2874" y="7"/>
                </a:lnTo>
                <a:lnTo>
                  <a:pt x="2883" y="18"/>
                </a:lnTo>
                <a:lnTo>
                  <a:pt x="2896" y="21"/>
                </a:lnTo>
                <a:lnTo>
                  <a:pt x="2911" y="21"/>
                </a:lnTo>
                <a:lnTo>
                  <a:pt x="2933" y="18"/>
                </a:lnTo>
                <a:lnTo>
                  <a:pt x="2947" y="14"/>
                </a:lnTo>
                <a:lnTo>
                  <a:pt x="2960" y="7"/>
                </a:lnTo>
                <a:lnTo>
                  <a:pt x="2984" y="4"/>
                </a:lnTo>
                <a:lnTo>
                  <a:pt x="2984" y="312"/>
                </a:lnTo>
                <a:lnTo>
                  <a:pt x="2933" y="293"/>
                </a:lnTo>
                <a:lnTo>
                  <a:pt x="2924" y="282"/>
                </a:lnTo>
                <a:lnTo>
                  <a:pt x="2919" y="272"/>
                </a:lnTo>
                <a:lnTo>
                  <a:pt x="2915" y="261"/>
                </a:lnTo>
                <a:lnTo>
                  <a:pt x="2901" y="253"/>
                </a:lnTo>
                <a:lnTo>
                  <a:pt x="2888" y="253"/>
                </a:lnTo>
                <a:lnTo>
                  <a:pt x="2874" y="264"/>
                </a:lnTo>
                <a:lnTo>
                  <a:pt x="2860" y="253"/>
                </a:lnTo>
                <a:lnTo>
                  <a:pt x="2847" y="257"/>
                </a:lnTo>
                <a:lnTo>
                  <a:pt x="2828" y="264"/>
                </a:lnTo>
                <a:lnTo>
                  <a:pt x="2819" y="253"/>
                </a:lnTo>
                <a:lnTo>
                  <a:pt x="2805" y="250"/>
                </a:lnTo>
                <a:lnTo>
                  <a:pt x="2792" y="243"/>
                </a:lnTo>
                <a:lnTo>
                  <a:pt x="2782" y="232"/>
                </a:lnTo>
                <a:lnTo>
                  <a:pt x="2769" y="221"/>
                </a:lnTo>
                <a:lnTo>
                  <a:pt x="2755" y="210"/>
                </a:lnTo>
                <a:lnTo>
                  <a:pt x="2746" y="199"/>
                </a:lnTo>
                <a:lnTo>
                  <a:pt x="2732" y="206"/>
                </a:lnTo>
                <a:lnTo>
                  <a:pt x="2718" y="199"/>
                </a:lnTo>
                <a:lnTo>
                  <a:pt x="2718" y="188"/>
                </a:lnTo>
                <a:lnTo>
                  <a:pt x="2709" y="174"/>
                </a:lnTo>
                <a:lnTo>
                  <a:pt x="2700" y="159"/>
                </a:lnTo>
                <a:lnTo>
                  <a:pt x="2695" y="148"/>
                </a:lnTo>
                <a:lnTo>
                  <a:pt x="2682" y="141"/>
                </a:lnTo>
                <a:lnTo>
                  <a:pt x="2664" y="148"/>
                </a:lnTo>
                <a:lnTo>
                  <a:pt x="2654" y="134"/>
                </a:lnTo>
                <a:lnTo>
                  <a:pt x="2646" y="123"/>
                </a:lnTo>
                <a:lnTo>
                  <a:pt x="2632" y="119"/>
                </a:lnTo>
                <a:lnTo>
                  <a:pt x="2623" y="108"/>
                </a:lnTo>
                <a:lnTo>
                  <a:pt x="2609" y="108"/>
                </a:lnTo>
                <a:lnTo>
                  <a:pt x="2595" y="108"/>
                </a:lnTo>
                <a:lnTo>
                  <a:pt x="2581" y="105"/>
                </a:lnTo>
                <a:lnTo>
                  <a:pt x="2563" y="97"/>
                </a:lnTo>
                <a:lnTo>
                  <a:pt x="2549" y="97"/>
                </a:lnTo>
                <a:lnTo>
                  <a:pt x="2535" y="97"/>
                </a:lnTo>
                <a:lnTo>
                  <a:pt x="2517" y="94"/>
                </a:lnTo>
                <a:lnTo>
                  <a:pt x="2504" y="90"/>
                </a:lnTo>
                <a:lnTo>
                  <a:pt x="2494" y="79"/>
                </a:lnTo>
                <a:lnTo>
                  <a:pt x="2481" y="79"/>
                </a:lnTo>
                <a:lnTo>
                  <a:pt x="2467" y="83"/>
                </a:lnTo>
                <a:lnTo>
                  <a:pt x="2463" y="94"/>
                </a:lnTo>
                <a:lnTo>
                  <a:pt x="2449" y="105"/>
                </a:lnTo>
                <a:lnTo>
                  <a:pt x="2435" y="108"/>
                </a:lnTo>
                <a:lnTo>
                  <a:pt x="2463" y="210"/>
                </a:lnTo>
                <a:lnTo>
                  <a:pt x="2445" y="206"/>
                </a:lnTo>
                <a:lnTo>
                  <a:pt x="2430" y="199"/>
                </a:lnTo>
                <a:lnTo>
                  <a:pt x="2417" y="188"/>
                </a:lnTo>
                <a:lnTo>
                  <a:pt x="2289" y="119"/>
                </a:lnTo>
                <a:lnTo>
                  <a:pt x="2275" y="112"/>
                </a:lnTo>
                <a:lnTo>
                  <a:pt x="2262" y="105"/>
                </a:lnTo>
                <a:lnTo>
                  <a:pt x="2252" y="94"/>
                </a:lnTo>
                <a:lnTo>
                  <a:pt x="2239" y="90"/>
                </a:lnTo>
                <a:lnTo>
                  <a:pt x="2225" y="97"/>
                </a:lnTo>
                <a:lnTo>
                  <a:pt x="2216" y="108"/>
                </a:lnTo>
                <a:lnTo>
                  <a:pt x="2198" y="119"/>
                </a:lnTo>
                <a:lnTo>
                  <a:pt x="2184" y="123"/>
                </a:lnTo>
                <a:lnTo>
                  <a:pt x="2170" y="123"/>
                </a:lnTo>
                <a:lnTo>
                  <a:pt x="2156" y="116"/>
                </a:lnTo>
                <a:lnTo>
                  <a:pt x="2143" y="112"/>
                </a:lnTo>
                <a:lnTo>
                  <a:pt x="2129" y="119"/>
                </a:lnTo>
                <a:lnTo>
                  <a:pt x="2115" y="108"/>
                </a:lnTo>
                <a:lnTo>
                  <a:pt x="2102" y="112"/>
                </a:lnTo>
                <a:lnTo>
                  <a:pt x="2088" y="119"/>
                </a:lnTo>
                <a:lnTo>
                  <a:pt x="2074" y="112"/>
                </a:lnTo>
                <a:lnTo>
                  <a:pt x="2061" y="108"/>
                </a:lnTo>
                <a:lnTo>
                  <a:pt x="2047" y="108"/>
                </a:lnTo>
                <a:lnTo>
                  <a:pt x="2033" y="112"/>
                </a:lnTo>
                <a:lnTo>
                  <a:pt x="2020" y="112"/>
                </a:lnTo>
                <a:lnTo>
                  <a:pt x="2006" y="108"/>
                </a:lnTo>
                <a:lnTo>
                  <a:pt x="1987" y="112"/>
                </a:lnTo>
                <a:lnTo>
                  <a:pt x="1969" y="119"/>
                </a:lnTo>
                <a:lnTo>
                  <a:pt x="1955" y="119"/>
                </a:lnTo>
                <a:lnTo>
                  <a:pt x="1937" y="123"/>
                </a:lnTo>
                <a:lnTo>
                  <a:pt x="1923" y="123"/>
                </a:lnTo>
                <a:lnTo>
                  <a:pt x="1905" y="116"/>
                </a:lnTo>
                <a:lnTo>
                  <a:pt x="1891" y="112"/>
                </a:lnTo>
                <a:lnTo>
                  <a:pt x="1878" y="112"/>
                </a:lnTo>
                <a:lnTo>
                  <a:pt x="1864" y="119"/>
                </a:lnTo>
                <a:lnTo>
                  <a:pt x="1846" y="130"/>
                </a:lnTo>
                <a:lnTo>
                  <a:pt x="1832" y="137"/>
                </a:lnTo>
                <a:lnTo>
                  <a:pt x="1823" y="126"/>
                </a:lnTo>
                <a:lnTo>
                  <a:pt x="1809" y="119"/>
                </a:lnTo>
                <a:lnTo>
                  <a:pt x="1795" y="119"/>
                </a:lnTo>
                <a:lnTo>
                  <a:pt x="1782" y="123"/>
                </a:lnTo>
                <a:lnTo>
                  <a:pt x="1768" y="126"/>
                </a:lnTo>
                <a:lnTo>
                  <a:pt x="1749" y="126"/>
                </a:lnTo>
                <a:lnTo>
                  <a:pt x="1731" y="123"/>
                </a:lnTo>
                <a:lnTo>
                  <a:pt x="1713" y="119"/>
                </a:lnTo>
                <a:lnTo>
                  <a:pt x="1700" y="116"/>
                </a:lnTo>
                <a:lnTo>
                  <a:pt x="1677" y="119"/>
                </a:lnTo>
                <a:lnTo>
                  <a:pt x="1663" y="123"/>
                </a:lnTo>
                <a:lnTo>
                  <a:pt x="1644" y="126"/>
                </a:lnTo>
                <a:lnTo>
                  <a:pt x="1622" y="134"/>
                </a:lnTo>
                <a:lnTo>
                  <a:pt x="1608" y="130"/>
                </a:lnTo>
                <a:lnTo>
                  <a:pt x="1594" y="123"/>
                </a:lnTo>
                <a:lnTo>
                  <a:pt x="1581" y="116"/>
                </a:lnTo>
                <a:lnTo>
                  <a:pt x="1567" y="119"/>
                </a:lnTo>
                <a:lnTo>
                  <a:pt x="1553" y="119"/>
                </a:lnTo>
                <a:lnTo>
                  <a:pt x="1540" y="119"/>
                </a:lnTo>
                <a:lnTo>
                  <a:pt x="1526" y="119"/>
                </a:lnTo>
                <a:lnTo>
                  <a:pt x="1512" y="119"/>
                </a:lnTo>
                <a:lnTo>
                  <a:pt x="1499" y="119"/>
                </a:lnTo>
                <a:lnTo>
                  <a:pt x="1506" y="245"/>
                </a:lnTo>
                <a:lnTo>
                  <a:pt x="1480" y="112"/>
                </a:lnTo>
                <a:lnTo>
                  <a:pt x="1466" y="112"/>
                </a:lnTo>
                <a:lnTo>
                  <a:pt x="1453" y="112"/>
                </a:lnTo>
                <a:lnTo>
                  <a:pt x="1439" y="116"/>
                </a:lnTo>
                <a:lnTo>
                  <a:pt x="1421" y="116"/>
                </a:lnTo>
                <a:lnTo>
                  <a:pt x="1407" y="116"/>
                </a:lnTo>
                <a:lnTo>
                  <a:pt x="1393" y="119"/>
                </a:lnTo>
                <a:lnTo>
                  <a:pt x="1380" y="126"/>
                </a:lnTo>
                <a:lnTo>
                  <a:pt x="1366" y="126"/>
                </a:lnTo>
                <a:lnTo>
                  <a:pt x="1352" y="126"/>
                </a:lnTo>
                <a:lnTo>
                  <a:pt x="1339" y="126"/>
                </a:lnTo>
                <a:lnTo>
                  <a:pt x="1324" y="126"/>
                </a:lnTo>
                <a:lnTo>
                  <a:pt x="1311" y="119"/>
                </a:lnTo>
                <a:lnTo>
                  <a:pt x="1293" y="116"/>
                </a:lnTo>
                <a:lnTo>
                  <a:pt x="1279" y="116"/>
                </a:lnTo>
                <a:lnTo>
                  <a:pt x="1265" y="116"/>
                </a:lnTo>
                <a:lnTo>
                  <a:pt x="1247" y="119"/>
                </a:lnTo>
                <a:lnTo>
                  <a:pt x="1234" y="119"/>
                </a:lnTo>
                <a:lnTo>
                  <a:pt x="1215" y="119"/>
                </a:lnTo>
                <a:lnTo>
                  <a:pt x="1201" y="123"/>
                </a:lnTo>
                <a:lnTo>
                  <a:pt x="1183" y="123"/>
                </a:lnTo>
                <a:lnTo>
                  <a:pt x="1169" y="119"/>
                </a:lnTo>
                <a:lnTo>
                  <a:pt x="1156" y="119"/>
                </a:lnTo>
                <a:lnTo>
                  <a:pt x="1137" y="116"/>
                </a:lnTo>
                <a:lnTo>
                  <a:pt x="1123" y="112"/>
                </a:lnTo>
                <a:lnTo>
                  <a:pt x="1110" y="112"/>
                </a:lnTo>
                <a:lnTo>
                  <a:pt x="1096" y="112"/>
                </a:lnTo>
                <a:lnTo>
                  <a:pt x="1082" y="116"/>
                </a:lnTo>
                <a:lnTo>
                  <a:pt x="1069" y="119"/>
                </a:lnTo>
                <a:lnTo>
                  <a:pt x="1055" y="119"/>
                </a:lnTo>
                <a:lnTo>
                  <a:pt x="1037" y="119"/>
                </a:lnTo>
                <a:lnTo>
                  <a:pt x="1023" y="119"/>
                </a:lnTo>
                <a:lnTo>
                  <a:pt x="1010" y="112"/>
                </a:lnTo>
                <a:lnTo>
                  <a:pt x="996" y="105"/>
                </a:lnTo>
                <a:lnTo>
                  <a:pt x="982" y="97"/>
                </a:lnTo>
                <a:lnTo>
                  <a:pt x="963" y="94"/>
                </a:lnTo>
                <a:lnTo>
                  <a:pt x="950" y="94"/>
                </a:lnTo>
                <a:lnTo>
                  <a:pt x="929" y="100"/>
                </a:lnTo>
                <a:lnTo>
                  <a:pt x="922" y="83"/>
                </a:lnTo>
                <a:lnTo>
                  <a:pt x="908" y="107"/>
                </a:lnTo>
                <a:lnTo>
                  <a:pt x="895" y="79"/>
                </a:lnTo>
                <a:lnTo>
                  <a:pt x="887" y="100"/>
                </a:lnTo>
                <a:lnTo>
                  <a:pt x="868" y="83"/>
                </a:lnTo>
                <a:lnTo>
                  <a:pt x="854" y="90"/>
                </a:lnTo>
                <a:lnTo>
                  <a:pt x="840" y="90"/>
                </a:lnTo>
                <a:lnTo>
                  <a:pt x="827" y="97"/>
                </a:lnTo>
                <a:lnTo>
                  <a:pt x="813" y="97"/>
                </a:lnTo>
                <a:lnTo>
                  <a:pt x="799" y="90"/>
                </a:lnTo>
                <a:lnTo>
                  <a:pt x="781" y="87"/>
                </a:lnTo>
                <a:lnTo>
                  <a:pt x="767" y="87"/>
                </a:lnTo>
                <a:lnTo>
                  <a:pt x="749" y="79"/>
                </a:lnTo>
                <a:lnTo>
                  <a:pt x="735" y="79"/>
                </a:lnTo>
                <a:lnTo>
                  <a:pt x="721" y="83"/>
                </a:lnTo>
                <a:lnTo>
                  <a:pt x="708" y="87"/>
                </a:lnTo>
                <a:lnTo>
                  <a:pt x="694" y="90"/>
                </a:lnTo>
                <a:lnTo>
                  <a:pt x="680" y="94"/>
                </a:lnTo>
                <a:lnTo>
                  <a:pt x="667" y="97"/>
                </a:lnTo>
                <a:lnTo>
                  <a:pt x="653" y="97"/>
                </a:lnTo>
                <a:lnTo>
                  <a:pt x="639" y="97"/>
                </a:lnTo>
                <a:lnTo>
                  <a:pt x="626" y="97"/>
                </a:lnTo>
                <a:lnTo>
                  <a:pt x="607" y="97"/>
                </a:lnTo>
                <a:lnTo>
                  <a:pt x="594" y="97"/>
                </a:lnTo>
                <a:lnTo>
                  <a:pt x="580" y="94"/>
                </a:lnTo>
                <a:lnTo>
                  <a:pt x="566" y="94"/>
                </a:lnTo>
                <a:lnTo>
                  <a:pt x="553" y="94"/>
                </a:lnTo>
                <a:lnTo>
                  <a:pt x="534" y="94"/>
                </a:lnTo>
                <a:lnTo>
                  <a:pt x="520" y="94"/>
                </a:lnTo>
                <a:lnTo>
                  <a:pt x="507" y="94"/>
                </a:lnTo>
                <a:lnTo>
                  <a:pt x="493" y="101"/>
                </a:lnTo>
                <a:lnTo>
                  <a:pt x="479" y="105"/>
                </a:lnTo>
                <a:lnTo>
                  <a:pt x="466" y="108"/>
                </a:lnTo>
                <a:lnTo>
                  <a:pt x="452" y="108"/>
                </a:lnTo>
                <a:lnTo>
                  <a:pt x="438" y="108"/>
                </a:lnTo>
                <a:lnTo>
                  <a:pt x="425" y="101"/>
                </a:lnTo>
                <a:lnTo>
                  <a:pt x="411" y="97"/>
                </a:lnTo>
                <a:lnTo>
                  <a:pt x="397" y="97"/>
                </a:lnTo>
                <a:lnTo>
                  <a:pt x="383" y="97"/>
                </a:lnTo>
                <a:lnTo>
                  <a:pt x="360" y="94"/>
                </a:lnTo>
                <a:lnTo>
                  <a:pt x="347" y="94"/>
                </a:lnTo>
                <a:lnTo>
                  <a:pt x="333" y="101"/>
                </a:lnTo>
                <a:lnTo>
                  <a:pt x="319" y="108"/>
                </a:lnTo>
                <a:lnTo>
                  <a:pt x="306" y="116"/>
                </a:lnTo>
                <a:lnTo>
                  <a:pt x="292" y="119"/>
                </a:lnTo>
                <a:lnTo>
                  <a:pt x="278" y="119"/>
                </a:lnTo>
                <a:lnTo>
                  <a:pt x="265" y="116"/>
                </a:lnTo>
                <a:lnTo>
                  <a:pt x="251" y="112"/>
                </a:lnTo>
                <a:lnTo>
                  <a:pt x="237" y="112"/>
                </a:lnTo>
                <a:lnTo>
                  <a:pt x="224" y="108"/>
                </a:lnTo>
                <a:lnTo>
                  <a:pt x="210" y="108"/>
                </a:lnTo>
                <a:lnTo>
                  <a:pt x="196" y="108"/>
                </a:lnTo>
                <a:lnTo>
                  <a:pt x="178" y="108"/>
                </a:lnTo>
                <a:lnTo>
                  <a:pt x="159" y="108"/>
                </a:lnTo>
                <a:lnTo>
                  <a:pt x="146" y="108"/>
                </a:lnTo>
                <a:lnTo>
                  <a:pt x="132" y="108"/>
                </a:lnTo>
                <a:lnTo>
                  <a:pt x="118" y="112"/>
                </a:lnTo>
                <a:lnTo>
                  <a:pt x="105" y="112"/>
                </a:lnTo>
                <a:lnTo>
                  <a:pt x="91" y="112"/>
                </a:lnTo>
                <a:lnTo>
                  <a:pt x="77" y="116"/>
                </a:lnTo>
                <a:lnTo>
                  <a:pt x="64" y="119"/>
                </a:lnTo>
                <a:lnTo>
                  <a:pt x="50" y="123"/>
                </a:lnTo>
                <a:lnTo>
                  <a:pt x="31" y="130"/>
                </a:lnTo>
                <a:lnTo>
                  <a:pt x="13" y="134"/>
                </a:lnTo>
                <a:lnTo>
                  <a:pt x="0" y="141"/>
                </a:lnTo>
                <a:lnTo>
                  <a:pt x="0" y="28"/>
                </a:lnTo>
              </a:path>
            </a:pathLst>
          </a:custGeom>
          <a:ln w="12700" cap="rnd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5A505709-CB53-2487-BCB1-189AD1FF2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0" y="234950"/>
            <a:ext cx="3911600" cy="28733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lIns="90488" tIns="0" rIns="90488" bIns="0" anchor="ctr">
            <a:spAutoFit/>
          </a:bodyPr>
          <a:lstStyle/>
          <a:p>
            <a:r>
              <a:rPr lang="en-US" altLang="en-US" sz="1800" b="1"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Tim</a:t>
            </a:r>
            <a:r>
              <a:rPr lang="en-US" altLang="en-US" sz="18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   John  Roberts</a:t>
            </a:r>
          </a:p>
        </p:txBody>
      </p:sp>
      <p:sp>
        <p:nvSpPr>
          <p:cNvPr id="4101" name="AutoShape 5">
            <a:extLst>
              <a:ext uri="{FF2B5EF4-FFF2-40B4-BE49-F238E27FC236}">
                <a16:creationId xmlns:a16="http://schemas.microsoft.com/office/drawing/2014/main" id="{5B219E33-3A26-7454-195B-E3A6DBBAA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501650"/>
            <a:ext cx="146050" cy="215900"/>
          </a:xfrm>
          <a:prstGeom prst="upArrow">
            <a:avLst>
              <a:gd name="adj1" fmla="val 50000"/>
              <a:gd name="adj2" fmla="val 73906"/>
            </a:avLst>
          </a:prstGeom>
          <a:solidFill>
            <a:srgbClr val="66FF33"/>
          </a:solidFill>
          <a:ln w="12700">
            <a:solidFill>
              <a:srgbClr val="67676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2" name="AutoShape 6">
            <a:extLst>
              <a:ext uri="{FF2B5EF4-FFF2-40B4-BE49-F238E27FC236}">
                <a16:creationId xmlns:a16="http://schemas.microsoft.com/office/drawing/2014/main" id="{0B2939CB-8F31-5CE4-F0EE-5C50CE0D8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1975" y="1749425"/>
            <a:ext cx="1511300" cy="644525"/>
          </a:xfrm>
          <a:prstGeom prst="roundRect">
            <a:avLst>
              <a:gd name="adj" fmla="val 12486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C72B5685-2F12-A1C6-0EBD-6FF5A1DB7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730250"/>
            <a:ext cx="1473200" cy="2825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 lIns="38100" tIns="0" rIns="38100" bIns="0" anchor="ctr"/>
          <a:lstStyle/>
          <a:p>
            <a:r>
              <a:rPr lang="en-US" altLang="en-US" sz="1800" b="1"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Tim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880E2BB-A1A9-EF92-0FE9-67366F834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350" y="269875"/>
            <a:ext cx="307975" cy="215900"/>
          </a:xfrm>
          <a:prstGeom prst="rect">
            <a:avLst/>
          </a:prstGeom>
          <a:solidFill>
            <a:srgbClr val="037C03"/>
          </a:solidFill>
          <a:ln w="25400">
            <a:solidFill>
              <a:srgbClr val="037C0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B11EE61-3378-6EF8-651E-C70328F18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3" y="9525"/>
            <a:ext cx="4695825" cy="3767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OldName  PIC X(80).</a:t>
            </a:r>
          </a:p>
          <a:p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</a:p>
          <a:p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TempName PIC X(16).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UnstrPtr PIC 99 VALUE 1.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NameProcessed VALUE 81.</a:t>
            </a:r>
          </a:p>
          <a:p>
            <a:pPr>
              <a:lnSpc>
                <a:spcPct val="85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ProcessName.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ACCEPT OldName.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PERFORM UNTIL NameProcessed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UNSTRING OldName DELIMITED BY ALL SPACES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 INTO TempName WITH POINTER UnstrPtr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END-UNSTRING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CF0E30"/>
                </a:solidFill>
                <a:latin typeface="Courier New" panose="02070309020205020404" pitchFamily="49" charset="0"/>
              </a:rPr>
              <a:t>      Display TempName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END-PERFORM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STOP RUN.</a:t>
            </a:r>
          </a:p>
        </p:txBody>
      </p:sp>
      <p:sp useBgFill="1">
        <p:nvSpPr>
          <p:cNvPr id="5123" name="Freeform 3">
            <a:extLst>
              <a:ext uri="{FF2B5EF4-FFF2-40B4-BE49-F238E27FC236}">
                <a16:creationId xmlns:a16="http://schemas.microsoft.com/office/drawing/2014/main" id="{0F447B04-4541-F7A8-6398-2500E8F4C1B4}"/>
              </a:ext>
            </a:extLst>
          </p:cNvPr>
          <p:cNvSpPr>
            <a:spLocks/>
          </p:cNvSpPr>
          <p:nvPr/>
        </p:nvSpPr>
        <p:spPr bwMode="auto">
          <a:xfrm>
            <a:off x="14288" y="1495425"/>
            <a:ext cx="4738687" cy="496888"/>
          </a:xfrm>
          <a:custGeom>
            <a:avLst/>
            <a:gdLst>
              <a:gd name="T0" fmla="*/ 95 w 2985"/>
              <a:gd name="T1" fmla="*/ 21 h 313"/>
              <a:gd name="T2" fmla="*/ 191 w 2985"/>
              <a:gd name="T3" fmla="*/ 10 h 313"/>
              <a:gd name="T4" fmla="*/ 278 w 2985"/>
              <a:gd name="T5" fmla="*/ 43 h 313"/>
              <a:gd name="T6" fmla="*/ 365 w 2985"/>
              <a:gd name="T7" fmla="*/ 47 h 313"/>
              <a:gd name="T8" fmla="*/ 466 w 2985"/>
              <a:gd name="T9" fmla="*/ 47 h 313"/>
              <a:gd name="T10" fmla="*/ 557 w 2985"/>
              <a:gd name="T11" fmla="*/ 65 h 313"/>
              <a:gd name="T12" fmla="*/ 657 w 2985"/>
              <a:gd name="T13" fmla="*/ 65 h 313"/>
              <a:gd name="T14" fmla="*/ 772 w 2985"/>
              <a:gd name="T15" fmla="*/ 61 h 313"/>
              <a:gd name="T16" fmla="*/ 863 w 2985"/>
              <a:gd name="T17" fmla="*/ 68 h 313"/>
              <a:gd name="T18" fmla="*/ 968 w 2985"/>
              <a:gd name="T19" fmla="*/ 65 h 313"/>
              <a:gd name="T20" fmla="*/ 1069 w 2985"/>
              <a:gd name="T21" fmla="*/ 76 h 313"/>
              <a:gd name="T22" fmla="*/ 1179 w 2985"/>
              <a:gd name="T23" fmla="*/ 83 h 313"/>
              <a:gd name="T24" fmla="*/ 1329 w 2985"/>
              <a:gd name="T25" fmla="*/ 83 h 313"/>
              <a:gd name="T26" fmla="*/ 1503 w 2985"/>
              <a:gd name="T27" fmla="*/ 54 h 313"/>
              <a:gd name="T28" fmla="*/ 1581 w 2985"/>
              <a:gd name="T29" fmla="*/ 76 h 313"/>
              <a:gd name="T30" fmla="*/ 1667 w 2985"/>
              <a:gd name="T31" fmla="*/ 87 h 313"/>
              <a:gd name="T32" fmla="*/ 1759 w 2985"/>
              <a:gd name="T33" fmla="*/ 79 h 313"/>
              <a:gd name="T34" fmla="*/ 1846 w 2985"/>
              <a:gd name="T35" fmla="*/ 87 h 313"/>
              <a:gd name="T36" fmla="*/ 1942 w 2985"/>
              <a:gd name="T37" fmla="*/ 87 h 313"/>
              <a:gd name="T38" fmla="*/ 2038 w 2985"/>
              <a:gd name="T39" fmla="*/ 76 h 313"/>
              <a:gd name="T40" fmla="*/ 2166 w 2985"/>
              <a:gd name="T41" fmla="*/ 72 h 313"/>
              <a:gd name="T42" fmla="*/ 2262 w 2985"/>
              <a:gd name="T43" fmla="*/ 39 h 313"/>
              <a:gd name="T44" fmla="*/ 2367 w 2985"/>
              <a:gd name="T45" fmla="*/ 58 h 313"/>
              <a:gd name="T46" fmla="*/ 2458 w 2985"/>
              <a:gd name="T47" fmla="*/ 50 h 313"/>
              <a:gd name="T48" fmla="*/ 2549 w 2985"/>
              <a:gd name="T49" fmla="*/ 58 h 313"/>
              <a:gd name="T50" fmla="*/ 2659 w 2985"/>
              <a:gd name="T51" fmla="*/ 47 h 313"/>
              <a:gd name="T52" fmla="*/ 2755 w 2985"/>
              <a:gd name="T53" fmla="*/ 25 h 313"/>
              <a:gd name="T54" fmla="*/ 2883 w 2985"/>
              <a:gd name="T55" fmla="*/ 18 h 313"/>
              <a:gd name="T56" fmla="*/ 2984 w 2985"/>
              <a:gd name="T57" fmla="*/ 4 h 313"/>
              <a:gd name="T58" fmla="*/ 2901 w 2985"/>
              <a:gd name="T59" fmla="*/ 253 h 313"/>
              <a:gd name="T60" fmla="*/ 2819 w 2985"/>
              <a:gd name="T61" fmla="*/ 253 h 313"/>
              <a:gd name="T62" fmla="*/ 2746 w 2985"/>
              <a:gd name="T63" fmla="*/ 199 h 313"/>
              <a:gd name="T64" fmla="*/ 2695 w 2985"/>
              <a:gd name="T65" fmla="*/ 148 h 313"/>
              <a:gd name="T66" fmla="*/ 2623 w 2985"/>
              <a:gd name="T67" fmla="*/ 108 h 313"/>
              <a:gd name="T68" fmla="*/ 2535 w 2985"/>
              <a:gd name="T69" fmla="*/ 97 h 313"/>
              <a:gd name="T70" fmla="*/ 2463 w 2985"/>
              <a:gd name="T71" fmla="*/ 94 h 313"/>
              <a:gd name="T72" fmla="*/ 2417 w 2985"/>
              <a:gd name="T73" fmla="*/ 188 h 313"/>
              <a:gd name="T74" fmla="*/ 2225 w 2985"/>
              <a:gd name="T75" fmla="*/ 97 h 313"/>
              <a:gd name="T76" fmla="*/ 2143 w 2985"/>
              <a:gd name="T77" fmla="*/ 112 h 313"/>
              <a:gd name="T78" fmla="*/ 2061 w 2985"/>
              <a:gd name="T79" fmla="*/ 108 h 313"/>
              <a:gd name="T80" fmla="*/ 1969 w 2985"/>
              <a:gd name="T81" fmla="*/ 119 h 313"/>
              <a:gd name="T82" fmla="*/ 1878 w 2985"/>
              <a:gd name="T83" fmla="*/ 112 h 313"/>
              <a:gd name="T84" fmla="*/ 1795 w 2985"/>
              <a:gd name="T85" fmla="*/ 119 h 313"/>
              <a:gd name="T86" fmla="*/ 1700 w 2985"/>
              <a:gd name="T87" fmla="*/ 116 h 313"/>
              <a:gd name="T88" fmla="*/ 1594 w 2985"/>
              <a:gd name="T89" fmla="*/ 123 h 313"/>
              <a:gd name="T90" fmla="*/ 1512 w 2985"/>
              <a:gd name="T91" fmla="*/ 119 h 313"/>
              <a:gd name="T92" fmla="*/ 1439 w 2985"/>
              <a:gd name="T93" fmla="*/ 116 h 313"/>
              <a:gd name="T94" fmla="*/ 1352 w 2985"/>
              <a:gd name="T95" fmla="*/ 126 h 313"/>
              <a:gd name="T96" fmla="*/ 1265 w 2985"/>
              <a:gd name="T97" fmla="*/ 116 h 313"/>
              <a:gd name="T98" fmla="*/ 1169 w 2985"/>
              <a:gd name="T99" fmla="*/ 119 h 313"/>
              <a:gd name="T100" fmla="*/ 1082 w 2985"/>
              <a:gd name="T101" fmla="*/ 116 h 313"/>
              <a:gd name="T102" fmla="*/ 996 w 2985"/>
              <a:gd name="T103" fmla="*/ 105 h 313"/>
              <a:gd name="T104" fmla="*/ 908 w 2985"/>
              <a:gd name="T105" fmla="*/ 107 h 313"/>
              <a:gd name="T106" fmla="*/ 827 w 2985"/>
              <a:gd name="T107" fmla="*/ 97 h 313"/>
              <a:gd name="T108" fmla="*/ 735 w 2985"/>
              <a:gd name="T109" fmla="*/ 79 h 313"/>
              <a:gd name="T110" fmla="*/ 653 w 2985"/>
              <a:gd name="T111" fmla="*/ 97 h 313"/>
              <a:gd name="T112" fmla="*/ 566 w 2985"/>
              <a:gd name="T113" fmla="*/ 94 h 313"/>
              <a:gd name="T114" fmla="*/ 479 w 2985"/>
              <a:gd name="T115" fmla="*/ 105 h 313"/>
              <a:gd name="T116" fmla="*/ 397 w 2985"/>
              <a:gd name="T117" fmla="*/ 97 h 313"/>
              <a:gd name="T118" fmla="*/ 306 w 2985"/>
              <a:gd name="T119" fmla="*/ 116 h 313"/>
              <a:gd name="T120" fmla="*/ 224 w 2985"/>
              <a:gd name="T121" fmla="*/ 108 h 313"/>
              <a:gd name="T122" fmla="*/ 132 w 2985"/>
              <a:gd name="T123" fmla="*/ 108 h 313"/>
              <a:gd name="T124" fmla="*/ 50 w 2985"/>
              <a:gd name="T125" fmla="*/ 123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985" h="313">
                <a:moveTo>
                  <a:pt x="0" y="28"/>
                </a:moveTo>
                <a:lnTo>
                  <a:pt x="27" y="21"/>
                </a:lnTo>
                <a:lnTo>
                  <a:pt x="50" y="25"/>
                </a:lnTo>
                <a:lnTo>
                  <a:pt x="64" y="25"/>
                </a:lnTo>
                <a:lnTo>
                  <a:pt x="82" y="25"/>
                </a:lnTo>
                <a:lnTo>
                  <a:pt x="95" y="21"/>
                </a:lnTo>
                <a:lnTo>
                  <a:pt x="109" y="18"/>
                </a:lnTo>
                <a:lnTo>
                  <a:pt x="128" y="18"/>
                </a:lnTo>
                <a:lnTo>
                  <a:pt x="146" y="10"/>
                </a:lnTo>
                <a:lnTo>
                  <a:pt x="159" y="10"/>
                </a:lnTo>
                <a:lnTo>
                  <a:pt x="173" y="10"/>
                </a:lnTo>
                <a:lnTo>
                  <a:pt x="191" y="10"/>
                </a:lnTo>
                <a:lnTo>
                  <a:pt x="205" y="10"/>
                </a:lnTo>
                <a:lnTo>
                  <a:pt x="219" y="18"/>
                </a:lnTo>
                <a:lnTo>
                  <a:pt x="237" y="21"/>
                </a:lnTo>
                <a:lnTo>
                  <a:pt x="247" y="32"/>
                </a:lnTo>
                <a:lnTo>
                  <a:pt x="265" y="36"/>
                </a:lnTo>
                <a:lnTo>
                  <a:pt x="278" y="43"/>
                </a:lnTo>
                <a:lnTo>
                  <a:pt x="292" y="47"/>
                </a:lnTo>
                <a:lnTo>
                  <a:pt x="310" y="47"/>
                </a:lnTo>
                <a:lnTo>
                  <a:pt x="324" y="47"/>
                </a:lnTo>
                <a:lnTo>
                  <a:pt x="337" y="47"/>
                </a:lnTo>
                <a:lnTo>
                  <a:pt x="351" y="47"/>
                </a:lnTo>
                <a:lnTo>
                  <a:pt x="365" y="47"/>
                </a:lnTo>
                <a:lnTo>
                  <a:pt x="379" y="47"/>
                </a:lnTo>
                <a:lnTo>
                  <a:pt x="393" y="43"/>
                </a:lnTo>
                <a:lnTo>
                  <a:pt x="406" y="43"/>
                </a:lnTo>
                <a:lnTo>
                  <a:pt x="429" y="43"/>
                </a:lnTo>
                <a:lnTo>
                  <a:pt x="448" y="47"/>
                </a:lnTo>
                <a:lnTo>
                  <a:pt x="466" y="47"/>
                </a:lnTo>
                <a:lnTo>
                  <a:pt x="484" y="50"/>
                </a:lnTo>
                <a:lnTo>
                  <a:pt x="497" y="54"/>
                </a:lnTo>
                <a:lnTo>
                  <a:pt x="511" y="58"/>
                </a:lnTo>
                <a:lnTo>
                  <a:pt x="525" y="61"/>
                </a:lnTo>
                <a:lnTo>
                  <a:pt x="538" y="61"/>
                </a:lnTo>
                <a:lnTo>
                  <a:pt x="557" y="65"/>
                </a:lnTo>
                <a:lnTo>
                  <a:pt x="571" y="65"/>
                </a:lnTo>
                <a:lnTo>
                  <a:pt x="594" y="65"/>
                </a:lnTo>
                <a:lnTo>
                  <a:pt x="612" y="65"/>
                </a:lnTo>
                <a:lnTo>
                  <a:pt x="630" y="65"/>
                </a:lnTo>
                <a:lnTo>
                  <a:pt x="644" y="65"/>
                </a:lnTo>
                <a:lnTo>
                  <a:pt x="657" y="65"/>
                </a:lnTo>
                <a:lnTo>
                  <a:pt x="680" y="65"/>
                </a:lnTo>
                <a:lnTo>
                  <a:pt x="703" y="61"/>
                </a:lnTo>
                <a:lnTo>
                  <a:pt x="721" y="61"/>
                </a:lnTo>
                <a:lnTo>
                  <a:pt x="740" y="61"/>
                </a:lnTo>
                <a:lnTo>
                  <a:pt x="758" y="61"/>
                </a:lnTo>
                <a:lnTo>
                  <a:pt x="772" y="61"/>
                </a:lnTo>
                <a:lnTo>
                  <a:pt x="785" y="61"/>
                </a:lnTo>
                <a:lnTo>
                  <a:pt x="799" y="61"/>
                </a:lnTo>
                <a:lnTo>
                  <a:pt x="813" y="65"/>
                </a:lnTo>
                <a:lnTo>
                  <a:pt x="827" y="65"/>
                </a:lnTo>
                <a:lnTo>
                  <a:pt x="830" y="44"/>
                </a:lnTo>
                <a:lnTo>
                  <a:pt x="863" y="68"/>
                </a:lnTo>
                <a:lnTo>
                  <a:pt x="884" y="25"/>
                </a:lnTo>
                <a:lnTo>
                  <a:pt x="904" y="65"/>
                </a:lnTo>
                <a:lnTo>
                  <a:pt x="922" y="65"/>
                </a:lnTo>
                <a:lnTo>
                  <a:pt x="941" y="65"/>
                </a:lnTo>
                <a:lnTo>
                  <a:pt x="955" y="65"/>
                </a:lnTo>
                <a:lnTo>
                  <a:pt x="968" y="65"/>
                </a:lnTo>
                <a:lnTo>
                  <a:pt x="982" y="65"/>
                </a:lnTo>
                <a:lnTo>
                  <a:pt x="1007" y="52"/>
                </a:lnTo>
                <a:lnTo>
                  <a:pt x="1014" y="68"/>
                </a:lnTo>
                <a:lnTo>
                  <a:pt x="1033" y="68"/>
                </a:lnTo>
                <a:lnTo>
                  <a:pt x="1051" y="72"/>
                </a:lnTo>
                <a:lnTo>
                  <a:pt x="1069" y="76"/>
                </a:lnTo>
                <a:lnTo>
                  <a:pt x="1087" y="76"/>
                </a:lnTo>
                <a:lnTo>
                  <a:pt x="1101" y="76"/>
                </a:lnTo>
                <a:lnTo>
                  <a:pt x="1123" y="79"/>
                </a:lnTo>
                <a:lnTo>
                  <a:pt x="1151" y="83"/>
                </a:lnTo>
                <a:lnTo>
                  <a:pt x="1165" y="83"/>
                </a:lnTo>
                <a:lnTo>
                  <a:pt x="1179" y="83"/>
                </a:lnTo>
                <a:lnTo>
                  <a:pt x="1197" y="83"/>
                </a:lnTo>
                <a:lnTo>
                  <a:pt x="1211" y="83"/>
                </a:lnTo>
                <a:lnTo>
                  <a:pt x="1224" y="83"/>
                </a:lnTo>
                <a:lnTo>
                  <a:pt x="1238" y="83"/>
                </a:lnTo>
                <a:lnTo>
                  <a:pt x="1283" y="83"/>
                </a:lnTo>
                <a:lnTo>
                  <a:pt x="1329" y="83"/>
                </a:lnTo>
                <a:lnTo>
                  <a:pt x="1375" y="83"/>
                </a:lnTo>
                <a:lnTo>
                  <a:pt x="1393" y="83"/>
                </a:lnTo>
                <a:lnTo>
                  <a:pt x="1412" y="83"/>
                </a:lnTo>
                <a:lnTo>
                  <a:pt x="1430" y="83"/>
                </a:lnTo>
                <a:lnTo>
                  <a:pt x="1443" y="79"/>
                </a:lnTo>
                <a:lnTo>
                  <a:pt x="1503" y="54"/>
                </a:lnTo>
                <a:lnTo>
                  <a:pt x="1512" y="65"/>
                </a:lnTo>
                <a:lnTo>
                  <a:pt x="1521" y="79"/>
                </a:lnTo>
                <a:lnTo>
                  <a:pt x="1540" y="83"/>
                </a:lnTo>
                <a:lnTo>
                  <a:pt x="1553" y="79"/>
                </a:lnTo>
                <a:lnTo>
                  <a:pt x="1567" y="79"/>
                </a:lnTo>
                <a:lnTo>
                  <a:pt x="1581" y="76"/>
                </a:lnTo>
                <a:lnTo>
                  <a:pt x="1594" y="79"/>
                </a:lnTo>
                <a:lnTo>
                  <a:pt x="1613" y="83"/>
                </a:lnTo>
                <a:lnTo>
                  <a:pt x="1626" y="83"/>
                </a:lnTo>
                <a:lnTo>
                  <a:pt x="1640" y="87"/>
                </a:lnTo>
                <a:lnTo>
                  <a:pt x="1654" y="87"/>
                </a:lnTo>
                <a:lnTo>
                  <a:pt x="1667" y="87"/>
                </a:lnTo>
                <a:lnTo>
                  <a:pt x="1681" y="87"/>
                </a:lnTo>
                <a:lnTo>
                  <a:pt x="1695" y="87"/>
                </a:lnTo>
                <a:lnTo>
                  <a:pt x="1708" y="83"/>
                </a:lnTo>
                <a:lnTo>
                  <a:pt x="1722" y="83"/>
                </a:lnTo>
                <a:lnTo>
                  <a:pt x="1741" y="83"/>
                </a:lnTo>
                <a:lnTo>
                  <a:pt x="1759" y="79"/>
                </a:lnTo>
                <a:lnTo>
                  <a:pt x="1772" y="76"/>
                </a:lnTo>
                <a:lnTo>
                  <a:pt x="1786" y="76"/>
                </a:lnTo>
                <a:lnTo>
                  <a:pt x="1804" y="76"/>
                </a:lnTo>
                <a:lnTo>
                  <a:pt x="1818" y="72"/>
                </a:lnTo>
                <a:lnTo>
                  <a:pt x="1832" y="76"/>
                </a:lnTo>
                <a:lnTo>
                  <a:pt x="1846" y="87"/>
                </a:lnTo>
                <a:lnTo>
                  <a:pt x="1860" y="90"/>
                </a:lnTo>
                <a:lnTo>
                  <a:pt x="1878" y="90"/>
                </a:lnTo>
                <a:lnTo>
                  <a:pt x="1891" y="90"/>
                </a:lnTo>
                <a:lnTo>
                  <a:pt x="1905" y="90"/>
                </a:lnTo>
                <a:lnTo>
                  <a:pt x="1923" y="90"/>
                </a:lnTo>
                <a:lnTo>
                  <a:pt x="1942" y="87"/>
                </a:lnTo>
                <a:lnTo>
                  <a:pt x="1960" y="83"/>
                </a:lnTo>
                <a:lnTo>
                  <a:pt x="1978" y="83"/>
                </a:lnTo>
                <a:lnTo>
                  <a:pt x="1992" y="79"/>
                </a:lnTo>
                <a:lnTo>
                  <a:pt x="2010" y="79"/>
                </a:lnTo>
                <a:lnTo>
                  <a:pt x="2024" y="76"/>
                </a:lnTo>
                <a:lnTo>
                  <a:pt x="2038" y="76"/>
                </a:lnTo>
                <a:lnTo>
                  <a:pt x="2051" y="76"/>
                </a:lnTo>
                <a:lnTo>
                  <a:pt x="2106" y="76"/>
                </a:lnTo>
                <a:lnTo>
                  <a:pt x="2120" y="76"/>
                </a:lnTo>
                <a:lnTo>
                  <a:pt x="2138" y="76"/>
                </a:lnTo>
                <a:lnTo>
                  <a:pt x="2152" y="76"/>
                </a:lnTo>
                <a:lnTo>
                  <a:pt x="2166" y="72"/>
                </a:lnTo>
                <a:lnTo>
                  <a:pt x="2184" y="65"/>
                </a:lnTo>
                <a:lnTo>
                  <a:pt x="2207" y="61"/>
                </a:lnTo>
                <a:lnTo>
                  <a:pt x="2221" y="58"/>
                </a:lnTo>
                <a:lnTo>
                  <a:pt x="2234" y="50"/>
                </a:lnTo>
                <a:lnTo>
                  <a:pt x="2248" y="47"/>
                </a:lnTo>
                <a:lnTo>
                  <a:pt x="2262" y="39"/>
                </a:lnTo>
                <a:lnTo>
                  <a:pt x="2275" y="39"/>
                </a:lnTo>
                <a:lnTo>
                  <a:pt x="2289" y="43"/>
                </a:lnTo>
                <a:lnTo>
                  <a:pt x="2312" y="47"/>
                </a:lnTo>
                <a:lnTo>
                  <a:pt x="2326" y="47"/>
                </a:lnTo>
                <a:lnTo>
                  <a:pt x="2348" y="54"/>
                </a:lnTo>
                <a:lnTo>
                  <a:pt x="2367" y="58"/>
                </a:lnTo>
                <a:lnTo>
                  <a:pt x="2380" y="58"/>
                </a:lnTo>
                <a:lnTo>
                  <a:pt x="2394" y="58"/>
                </a:lnTo>
                <a:lnTo>
                  <a:pt x="2408" y="54"/>
                </a:lnTo>
                <a:lnTo>
                  <a:pt x="2426" y="54"/>
                </a:lnTo>
                <a:lnTo>
                  <a:pt x="2440" y="50"/>
                </a:lnTo>
                <a:lnTo>
                  <a:pt x="2458" y="50"/>
                </a:lnTo>
                <a:lnTo>
                  <a:pt x="2481" y="50"/>
                </a:lnTo>
                <a:lnTo>
                  <a:pt x="2494" y="50"/>
                </a:lnTo>
                <a:lnTo>
                  <a:pt x="2508" y="54"/>
                </a:lnTo>
                <a:lnTo>
                  <a:pt x="2522" y="54"/>
                </a:lnTo>
                <a:lnTo>
                  <a:pt x="2535" y="58"/>
                </a:lnTo>
                <a:lnTo>
                  <a:pt x="2549" y="58"/>
                </a:lnTo>
                <a:lnTo>
                  <a:pt x="2568" y="58"/>
                </a:lnTo>
                <a:lnTo>
                  <a:pt x="2590" y="54"/>
                </a:lnTo>
                <a:lnTo>
                  <a:pt x="2613" y="54"/>
                </a:lnTo>
                <a:lnTo>
                  <a:pt x="2627" y="54"/>
                </a:lnTo>
                <a:lnTo>
                  <a:pt x="2646" y="50"/>
                </a:lnTo>
                <a:lnTo>
                  <a:pt x="2659" y="47"/>
                </a:lnTo>
                <a:lnTo>
                  <a:pt x="2673" y="39"/>
                </a:lnTo>
                <a:lnTo>
                  <a:pt x="2687" y="36"/>
                </a:lnTo>
                <a:lnTo>
                  <a:pt x="2705" y="32"/>
                </a:lnTo>
                <a:lnTo>
                  <a:pt x="2723" y="32"/>
                </a:lnTo>
                <a:lnTo>
                  <a:pt x="2741" y="29"/>
                </a:lnTo>
                <a:lnTo>
                  <a:pt x="2755" y="25"/>
                </a:lnTo>
                <a:lnTo>
                  <a:pt x="2773" y="21"/>
                </a:lnTo>
                <a:lnTo>
                  <a:pt x="2787" y="18"/>
                </a:lnTo>
                <a:lnTo>
                  <a:pt x="2801" y="14"/>
                </a:lnTo>
                <a:lnTo>
                  <a:pt x="2851" y="0"/>
                </a:lnTo>
                <a:lnTo>
                  <a:pt x="2874" y="7"/>
                </a:lnTo>
                <a:lnTo>
                  <a:pt x="2883" y="18"/>
                </a:lnTo>
                <a:lnTo>
                  <a:pt x="2896" y="21"/>
                </a:lnTo>
                <a:lnTo>
                  <a:pt x="2911" y="21"/>
                </a:lnTo>
                <a:lnTo>
                  <a:pt x="2933" y="18"/>
                </a:lnTo>
                <a:lnTo>
                  <a:pt x="2947" y="14"/>
                </a:lnTo>
                <a:lnTo>
                  <a:pt x="2960" y="7"/>
                </a:lnTo>
                <a:lnTo>
                  <a:pt x="2984" y="4"/>
                </a:lnTo>
                <a:lnTo>
                  <a:pt x="2984" y="312"/>
                </a:lnTo>
                <a:lnTo>
                  <a:pt x="2933" y="293"/>
                </a:lnTo>
                <a:lnTo>
                  <a:pt x="2924" y="282"/>
                </a:lnTo>
                <a:lnTo>
                  <a:pt x="2919" y="272"/>
                </a:lnTo>
                <a:lnTo>
                  <a:pt x="2915" y="261"/>
                </a:lnTo>
                <a:lnTo>
                  <a:pt x="2901" y="253"/>
                </a:lnTo>
                <a:lnTo>
                  <a:pt x="2888" y="253"/>
                </a:lnTo>
                <a:lnTo>
                  <a:pt x="2874" y="264"/>
                </a:lnTo>
                <a:lnTo>
                  <a:pt x="2860" y="253"/>
                </a:lnTo>
                <a:lnTo>
                  <a:pt x="2847" y="257"/>
                </a:lnTo>
                <a:lnTo>
                  <a:pt x="2828" y="264"/>
                </a:lnTo>
                <a:lnTo>
                  <a:pt x="2819" y="253"/>
                </a:lnTo>
                <a:lnTo>
                  <a:pt x="2805" y="250"/>
                </a:lnTo>
                <a:lnTo>
                  <a:pt x="2792" y="243"/>
                </a:lnTo>
                <a:lnTo>
                  <a:pt x="2782" y="232"/>
                </a:lnTo>
                <a:lnTo>
                  <a:pt x="2769" y="221"/>
                </a:lnTo>
                <a:lnTo>
                  <a:pt x="2755" y="210"/>
                </a:lnTo>
                <a:lnTo>
                  <a:pt x="2746" y="199"/>
                </a:lnTo>
                <a:lnTo>
                  <a:pt x="2732" y="206"/>
                </a:lnTo>
                <a:lnTo>
                  <a:pt x="2718" y="199"/>
                </a:lnTo>
                <a:lnTo>
                  <a:pt x="2718" y="188"/>
                </a:lnTo>
                <a:lnTo>
                  <a:pt x="2709" y="174"/>
                </a:lnTo>
                <a:lnTo>
                  <a:pt x="2700" y="159"/>
                </a:lnTo>
                <a:lnTo>
                  <a:pt x="2695" y="148"/>
                </a:lnTo>
                <a:lnTo>
                  <a:pt x="2682" y="141"/>
                </a:lnTo>
                <a:lnTo>
                  <a:pt x="2664" y="148"/>
                </a:lnTo>
                <a:lnTo>
                  <a:pt x="2654" y="134"/>
                </a:lnTo>
                <a:lnTo>
                  <a:pt x="2646" y="123"/>
                </a:lnTo>
                <a:lnTo>
                  <a:pt x="2632" y="119"/>
                </a:lnTo>
                <a:lnTo>
                  <a:pt x="2623" y="108"/>
                </a:lnTo>
                <a:lnTo>
                  <a:pt x="2609" y="108"/>
                </a:lnTo>
                <a:lnTo>
                  <a:pt x="2595" y="108"/>
                </a:lnTo>
                <a:lnTo>
                  <a:pt x="2581" y="105"/>
                </a:lnTo>
                <a:lnTo>
                  <a:pt x="2563" y="97"/>
                </a:lnTo>
                <a:lnTo>
                  <a:pt x="2549" y="97"/>
                </a:lnTo>
                <a:lnTo>
                  <a:pt x="2535" y="97"/>
                </a:lnTo>
                <a:lnTo>
                  <a:pt x="2517" y="94"/>
                </a:lnTo>
                <a:lnTo>
                  <a:pt x="2504" y="90"/>
                </a:lnTo>
                <a:lnTo>
                  <a:pt x="2494" y="79"/>
                </a:lnTo>
                <a:lnTo>
                  <a:pt x="2481" y="79"/>
                </a:lnTo>
                <a:lnTo>
                  <a:pt x="2467" y="83"/>
                </a:lnTo>
                <a:lnTo>
                  <a:pt x="2463" y="94"/>
                </a:lnTo>
                <a:lnTo>
                  <a:pt x="2449" y="105"/>
                </a:lnTo>
                <a:lnTo>
                  <a:pt x="2435" y="108"/>
                </a:lnTo>
                <a:lnTo>
                  <a:pt x="2463" y="210"/>
                </a:lnTo>
                <a:lnTo>
                  <a:pt x="2445" y="206"/>
                </a:lnTo>
                <a:lnTo>
                  <a:pt x="2430" y="199"/>
                </a:lnTo>
                <a:lnTo>
                  <a:pt x="2417" y="188"/>
                </a:lnTo>
                <a:lnTo>
                  <a:pt x="2289" y="119"/>
                </a:lnTo>
                <a:lnTo>
                  <a:pt x="2275" y="112"/>
                </a:lnTo>
                <a:lnTo>
                  <a:pt x="2262" y="105"/>
                </a:lnTo>
                <a:lnTo>
                  <a:pt x="2252" y="94"/>
                </a:lnTo>
                <a:lnTo>
                  <a:pt x="2239" y="90"/>
                </a:lnTo>
                <a:lnTo>
                  <a:pt x="2225" y="97"/>
                </a:lnTo>
                <a:lnTo>
                  <a:pt x="2216" y="108"/>
                </a:lnTo>
                <a:lnTo>
                  <a:pt x="2198" y="119"/>
                </a:lnTo>
                <a:lnTo>
                  <a:pt x="2184" y="123"/>
                </a:lnTo>
                <a:lnTo>
                  <a:pt x="2170" y="123"/>
                </a:lnTo>
                <a:lnTo>
                  <a:pt x="2156" y="116"/>
                </a:lnTo>
                <a:lnTo>
                  <a:pt x="2143" y="112"/>
                </a:lnTo>
                <a:lnTo>
                  <a:pt x="2129" y="119"/>
                </a:lnTo>
                <a:lnTo>
                  <a:pt x="2115" y="108"/>
                </a:lnTo>
                <a:lnTo>
                  <a:pt x="2102" y="112"/>
                </a:lnTo>
                <a:lnTo>
                  <a:pt x="2088" y="119"/>
                </a:lnTo>
                <a:lnTo>
                  <a:pt x="2074" y="112"/>
                </a:lnTo>
                <a:lnTo>
                  <a:pt x="2061" y="108"/>
                </a:lnTo>
                <a:lnTo>
                  <a:pt x="2047" y="108"/>
                </a:lnTo>
                <a:lnTo>
                  <a:pt x="2033" y="112"/>
                </a:lnTo>
                <a:lnTo>
                  <a:pt x="2020" y="112"/>
                </a:lnTo>
                <a:lnTo>
                  <a:pt x="2006" y="108"/>
                </a:lnTo>
                <a:lnTo>
                  <a:pt x="1987" y="112"/>
                </a:lnTo>
                <a:lnTo>
                  <a:pt x="1969" y="119"/>
                </a:lnTo>
                <a:lnTo>
                  <a:pt x="1955" y="119"/>
                </a:lnTo>
                <a:lnTo>
                  <a:pt x="1937" y="123"/>
                </a:lnTo>
                <a:lnTo>
                  <a:pt x="1923" y="123"/>
                </a:lnTo>
                <a:lnTo>
                  <a:pt x="1905" y="116"/>
                </a:lnTo>
                <a:lnTo>
                  <a:pt x="1891" y="112"/>
                </a:lnTo>
                <a:lnTo>
                  <a:pt x="1878" y="112"/>
                </a:lnTo>
                <a:lnTo>
                  <a:pt x="1864" y="119"/>
                </a:lnTo>
                <a:lnTo>
                  <a:pt x="1846" y="130"/>
                </a:lnTo>
                <a:lnTo>
                  <a:pt x="1832" y="137"/>
                </a:lnTo>
                <a:lnTo>
                  <a:pt x="1823" y="126"/>
                </a:lnTo>
                <a:lnTo>
                  <a:pt x="1809" y="119"/>
                </a:lnTo>
                <a:lnTo>
                  <a:pt x="1795" y="119"/>
                </a:lnTo>
                <a:lnTo>
                  <a:pt x="1782" y="123"/>
                </a:lnTo>
                <a:lnTo>
                  <a:pt x="1768" y="126"/>
                </a:lnTo>
                <a:lnTo>
                  <a:pt x="1749" y="126"/>
                </a:lnTo>
                <a:lnTo>
                  <a:pt x="1731" y="123"/>
                </a:lnTo>
                <a:lnTo>
                  <a:pt x="1713" y="119"/>
                </a:lnTo>
                <a:lnTo>
                  <a:pt x="1700" y="116"/>
                </a:lnTo>
                <a:lnTo>
                  <a:pt x="1677" y="119"/>
                </a:lnTo>
                <a:lnTo>
                  <a:pt x="1663" y="123"/>
                </a:lnTo>
                <a:lnTo>
                  <a:pt x="1644" y="126"/>
                </a:lnTo>
                <a:lnTo>
                  <a:pt x="1622" y="134"/>
                </a:lnTo>
                <a:lnTo>
                  <a:pt x="1608" y="130"/>
                </a:lnTo>
                <a:lnTo>
                  <a:pt x="1594" y="123"/>
                </a:lnTo>
                <a:lnTo>
                  <a:pt x="1581" y="116"/>
                </a:lnTo>
                <a:lnTo>
                  <a:pt x="1567" y="119"/>
                </a:lnTo>
                <a:lnTo>
                  <a:pt x="1553" y="119"/>
                </a:lnTo>
                <a:lnTo>
                  <a:pt x="1540" y="119"/>
                </a:lnTo>
                <a:lnTo>
                  <a:pt x="1526" y="119"/>
                </a:lnTo>
                <a:lnTo>
                  <a:pt x="1512" y="119"/>
                </a:lnTo>
                <a:lnTo>
                  <a:pt x="1499" y="119"/>
                </a:lnTo>
                <a:lnTo>
                  <a:pt x="1506" y="245"/>
                </a:lnTo>
                <a:lnTo>
                  <a:pt x="1480" y="112"/>
                </a:lnTo>
                <a:lnTo>
                  <a:pt x="1466" y="112"/>
                </a:lnTo>
                <a:lnTo>
                  <a:pt x="1453" y="112"/>
                </a:lnTo>
                <a:lnTo>
                  <a:pt x="1439" y="116"/>
                </a:lnTo>
                <a:lnTo>
                  <a:pt x="1421" y="116"/>
                </a:lnTo>
                <a:lnTo>
                  <a:pt x="1407" y="116"/>
                </a:lnTo>
                <a:lnTo>
                  <a:pt x="1393" y="119"/>
                </a:lnTo>
                <a:lnTo>
                  <a:pt x="1380" y="126"/>
                </a:lnTo>
                <a:lnTo>
                  <a:pt x="1366" y="126"/>
                </a:lnTo>
                <a:lnTo>
                  <a:pt x="1352" y="126"/>
                </a:lnTo>
                <a:lnTo>
                  <a:pt x="1339" y="126"/>
                </a:lnTo>
                <a:lnTo>
                  <a:pt x="1324" y="126"/>
                </a:lnTo>
                <a:lnTo>
                  <a:pt x="1311" y="119"/>
                </a:lnTo>
                <a:lnTo>
                  <a:pt x="1293" y="116"/>
                </a:lnTo>
                <a:lnTo>
                  <a:pt x="1279" y="116"/>
                </a:lnTo>
                <a:lnTo>
                  <a:pt x="1265" y="116"/>
                </a:lnTo>
                <a:lnTo>
                  <a:pt x="1247" y="119"/>
                </a:lnTo>
                <a:lnTo>
                  <a:pt x="1234" y="119"/>
                </a:lnTo>
                <a:lnTo>
                  <a:pt x="1215" y="119"/>
                </a:lnTo>
                <a:lnTo>
                  <a:pt x="1201" y="123"/>
                </a:lnTo>
                <a:lnTo>
                  <a:pt x="1183" y="123"/>
                </a:lnTo>
                <a:lnTo>
                  <a:pt x="1169" y="119"/>
                </a:lnTo>
                <a:lnTo>
                  <a:pt x="1156" y="119"/>
                </a:lnTo>
                <a:lnTo>
                  <a:pt x="1137" y="116"/>
                </a:lnTo>
                <a:lnTo>
                  <a:pt x="1123" y="112"/>
                </a:lnTo>
                <a:lnTo>
                  <a:pt x="1110" y="112"/>
                </a:lnTo>
                <a:lnTo>
                  <a:pt x="1096" y="112"/>
                </a:lnTo>
                <a:lnTo>
                  <a:pt x="1082" y="116"/>
                </a:lnTo>
                <a:lnTo>
                  <a:pt x="1069" y="119"/>
                </a:lnTo>
                <a:lnTo>
                  <a:pt x="1055" y="119"/>
                </a:lnTo>
                <a:lnTo>
                  <a:pt x="1037" y="119"/>
                </a:lnTo>
                <a:lnTo>
                  <a:pt x="1023" y="119"/>
                </a:lnTo>
                <a:lnTo>
                  <a:pt x="1010" y="112"/>
                </a:lnTo>
                <a:lnTo>
                  <a:pt x="996" y="105"/>
                </a:lnTo>
                <a:lnTo>
                  <a:pt x="982" y="97"/>
                </a:lnTo>
                <a:lnTo>
                  <a:pt x="963" y="94"/>
                </a:lnTo>
                <a:lnTo>
                  <a:pt x="950" y="94"/>
                </a:lnTo>
                <a:lnTo>
                  <a:pt x="929" y="100"/>
                </a:lnTo>
                <a:lnTo>
                  <a:pt x="922" y="83"/>
                </a:lnTo>
                <a:lnTo>
                  <a:pt x="908" y="107"/>
                </a:lnTo>
                <a:lnTo>
                  <a:pt x="895" y="79"/>
                </a:lnTo>
                <a:lnTo>
                  <a:pt x="887" y="100"/>
                </a:lnTo>
                <a:lnTo>
                  <a:pt x="868" y="83"/>
                </a:lnTo>
                <a:lnTo>
                  <a:pt x="854" y="90"/>
                </a:lnTo>
                <a:lnTo>
                  <a:pt x="840" y="90"/>
                </a:lnTo>
                <a:lnTo>
                  <a:pt x="827" y="97"/>
                </a:lnTo>
                <a:lnTo>
                  <a:pt x="813" y="97"/>
                </a:lnTo>
                <a:lnTo>
                  <a:pt x="799" y="90"/>
                </a:lnTo>
                <a:lnTo>
                  <a:pt x="781" y="87"/>
                </a:lnTo>
                <a:lnTo>
                  <a:pt x="767" y="87"/>
                </a:lnTo>
                <a:lnTo>
                  <a:pt x="749" y="79"/>
                </a:lnTo>
                <a:lnTo>
                  <a:pt x="735" y="79"/>
                </a:lnTo>
                <a:lnTo>
                  <a:pt x="721" y="83"/>
                </a:lnTo>
                <a:lnTo>
                  <a:pt x="708" y="87"/>
                </a:lnTo>
                <a:lnTo>
                  <a:pt x="694" y="90"/>
                </a:lnTo>
                <a:lnTo>
                  <a:pt x="680" y="94"/>
                </a:lnTo>
                <a:lnTo>
                  <a:pt x="667" y="97"/>
                </a:lnTo>
                <a:lnTo>
                  <a:pt x="653" y="97"/>
                </a:lnTo>
                <a:lnTo>
                  <a:pt x="639" y="97"/>
                </a:lnTo>
                <a:lnTo>
                  <a:pt x="626" y="97"/>
                </a:lnTo>
                <a:lnTo>
                  <a:pt x="607" y="97"/>
                </a:lnTo>
                <a:lnTo>
                  <a:pt x="594" y="97"/>
                </a:lnTo>
                <a:lnTo>
                  <a:pt x="580" y="94"/>
                </a:lnTo>
                <a:lnTo>
                  <a:pt x="566" y="94"/>
                </a:lnTo>
                <a:lnTo>
                  <a:pt x="553" y="94"/>
                </a:lnTo>
                <a:lnTo>
                  <a:pt x="534" y="94"/>
                </a:lnTo>
                <a:lnTo>
                  <a:pt x="520" y="94"/>
                </a:lnTo>
                <a:lnTo>
                  <a:pt x="507" y="94"/>
                </a:lnTo>
                <a:lnTo>
                  <a:pt x="493" y="101"/>
                </a:lnTo>
                <a:lnTo>
                  <a:pt x="479" y="105"/>
                </a:lnTo>
                <a:lnTo>
                  <a:pt x="466" y="108"/>
                </a:lnTo>
                <a:lnTo>
                  <a:pt x="452" y="108"/>
                </a:lnTo>
                <a:lnTo>
                  <a:pt x="438" y="108"/>
                </a:lnTo>
                <a:lnTo>
                  <a:pt x="425" y="101"/>
                </a:lnTo>
                <a:lnTo>
                  <a:pt x="411" y="97"/>
                </a:lnTo>
                <a:lnTo>
                  <a:pt x="397" y="97"/>
                </a:lnTo>
                <a:lnTo>
                  <a:pt x="383" y="97"/>
                </a:lnTo>
                <a:lnTo>
                  <a:pt x="360" y="94"/>
                </a:lnTo>
                <a:lnTo>
                  <a:pt x="347" y="94"/>
                </a:lnTo>
                <a:lnTo>
                  <a:pt x="333" y="101"/>
                </a:lnTo>
                <a:lnTo>
                  <a:pt x="319" y="108"/>
                </a:lnTo>
                <a:lnTo>
                  <a:pt x="306" y="116"/>
                </a:lnTo>
                <a:lnTo>
                  <a:pt x="292" y="119"/>
                </a:lnTo>
                <a:lnTo>
                  <a:pt x="278" y="119"/>
                </a:lnTo>
                <a:lnTo>
                  <a:pt x="265" y="116"/>
                </a:lnTo>
                <a:lnTo>
                  <a:pt x="251" y="112"/>
                </a:lnTo>
                <a:lnTo>
                  <a:pt x="237" y="112"/>
                </a:lnTo>
                <a:lnTo>
                  <a:pt x="224" y="108"/>
                </a:lnTo>
                <a:lnTo>
                  <a:pt x="210" y="108"/>
                </a:lnTo>
                <a:lnTo>
                  <a:pt x="196" y="108"/>
                </a:lnTo>
                <a:lnTo>
                  <a:pt x="178" y="108"/>
                </a:lnTo>
                <a:lnTo>
                  <a:pt x="159" y="108"/>
                </a:lnTo>
                <a:lnTo>
                  <a:pt x="146" y="108"/>
                </a:lnTo>
                <a:lnTo>
                  <a:pt x="132" y="108"/>
                </a:lnTo>
                <a:lnTo>
                  <a:pt x="118" y="112"/>
                </a:lnTo>
                <a:lnTo>
                  <a:pt x="105" y="112"/>
                </a:lnTo>
                <a:lnTo>
                  <a:pt x="91" y="112"/>
                </a:lnTo>
                <a:lnTo>
                  <a:pt x="77" y="116"/>
                </a:lnTo>
                <a:lnTo>
                  <a:pt x="64" y="119"/>
                </a:lnTo>
                <a:lnTo>
                  <a:pt x="50" y="123"/>
                </a:lnTo>
                <a:lnTo>
                  <a:pt x="31" y="130"/>
                </a:lnTo>
                <a:lnTo>
                  <a:pt x="13" y="134"/>
                </a:lnTo>
                <a:lnTo>
                  <a:pt x="0" y="141"/>
                </a:lnTo>
                <a:lnTo>
                  <a:pt x="0" y="28"/>
                </a:lnTo>
              </a:path>
            </a:pathLst>
          </a:custGeom>
          <a:ln w="12700" cap="rnd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5D29C6AA-7CAE-D2F0-B261-52C4CBEB5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0" y="234950"/>
            <a:ext cx="3911600" cy="28733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lIns="90488" tIns="0" rIns="90488" bIns="0" anchor="ctr">
            <a:spAutoFit/>
          </a:bodyPr>
          <a:lstStyle/>
          <a:p>
            <a:r>
              <a:rPr lang="en-US" altLang="en-US" sz="1800" b="1"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Tim</a:t>
            </a:r>
            <a:r>
              <a:rPr lang="en-US" altLang="en-US" sz="18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   John  Roberts</a:t>
            </a:r>
          </a:p>
        </p:txBody>
      </p:sp>
      <p:sp>
        <p:nvSpPr>
          <p:cNvPr id="5125" name="AutoShape 5">
            <a:extLst>
              <a:ext uri="{FF2B5EF4-FFF2-40B4-BE49-F238E27FC236}">
                <a16:creationId xmlns:a16="http://schemas.microsoft.com/office/drawing/2014/main" id="{14DFDAB5-D06B-74B7-A9C0-C9A4DBAB6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501650"/>
            <a:ext cx="146050" cy="215900"/>
          </a:xfrm>
          <a:prstGeom prst="upArrow">
            <a:avLst>
              <a:gd name="adj1" fmla="val 50000"/>
              <a:gd name="adj2" fmla="val 73906"/>
            </a:avLst>
          </a:prstGeom>
          <a:solidFill>
            <a:srgbClr val="66FF33"/>
          </a:solidFill>
          <a:ln w="12700">
            <a:solidFill>
              <a:srgbClr val="67676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6" name="AutoShape 6">
            <a:extLst>
              <a:ext uri="{FF2B5EF4-FFF2-40B4-BE49-F238E27FC236}">
                <a16:creationId xmlns:a16="http://schemas.microsoft.com/office/drawing/2014/main" id="{7B15A9A9-EFE1-3505-565F-D46FD93B2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1975" y="1749425"/>
            <a:ext cx="1511300" cy="644525"/>
          </a:xfrm>
          <a:prstGeom prst="roundRect">
            <a:avLst>
              <a:gd name="adj" fmla="val 12486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Tim</a:t>
            </a:r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01BB6DC2-9523-20F7-319E-21170507F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730250"/>
            <a:ext cx="1473200" cy="2825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 lIns="38100" tIns="0" rIns="38100" bIns="0" anchor="ctr"/>
          <a:lstStyle/>
          <a:p>
            <a:r>
              <a:rPr lang="en-US" altLang="en-US" sz="1800" b="1"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Tim</a:t>
            </a:r>
          </a:p>
        </p:txBody>
      </p:sp>
      <p:sp>
        <p:nvSpPr>
          <p:cNvPr id="5128" name="Rectangle 8">
            <a:extLst>
              <a:ext uri="{FF2B5EF4-FFF2-40B4-BE49-F238E27FC236}">
                <a16:creationId xmlns:a16="http://schemas.microsoft.com/office/drawing/2014/main" id="{3D7AE3CF-B0E0-5A02-8308-A69DE8E6B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350" y="269875"/>
            <a:ext cx="307975" cy="215900"/>
          </a:xfrm>
          <a:prstGeom prst="rect">
            <a:avLst/>
          </a:prstGeom>
          <a:solidFill>
            <a:srgbClr val="037C03"/>
          </a:solidFill>
          <a:ln w="25400">
            <a:solidFill>
              <a:srgbClr val="037C0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C713958-5EF0-940B-2C5B-7F48010DB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3" y="9525"/>
            <a:ext cx="4695825" cy="3767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OldName  PIC X(80).</a:t>
            </a:r>
          </a:p>
          <a:p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</a:p>
          <a:p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TempName PIC X(16).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UnstrPtr PIC 99 VALUE 1.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NameProcessed VALUE 81.</a:t>
            </a:r>
          </a:p>
          <a:p>
            <a:pPr>
              <a:lnSpc>
                <a:spcPct val="85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ProcessName.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ACCEPT OldName.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PERFORM UNTIL NameProcessed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CF0E30"/>
                </a:solidFill>
                <a:latin typeface="Courier New" panose="02070309020205020404" pitchFamily="49" charset="0"/>
              </a:rPr>
              <a:t>      UNSTRING OldName DELIMITED BY ALL SPACES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CF0E30"/>
                </a:solidFill>
                <a:latin typeface="Courier New" panose="02070309020205020404" pitchFamily="49" charset="0"/>
              </a:rPr>
              <a:t>         INTO TempName WITH POINTER UnstrPtr</a:t>
            </a:r>
            <a:br>
              <a:rPr lang="en-US" altLang="en-US" sz="1200" b="1">
                <a:solidFill>
                  <a:srgbClr val="CF0E3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CF0E30"/>
                </a:solidFill>
                <a:latin typeface="Courier New" panose="02070309020205020404" pitchFamily="49" charset="0"/>
              </a:rPr>
              <a:t>      END-UNSTRING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Display TempName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END-PERFORM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STOP RUN.</a:t>
            </a:r>
          </a:p>
        </p:txBody>
      </p:sp>
      <p:sp useBgFill="1">
        <p:nvSpPr>
          <p:cNvPr id="6147" name="Freeform 3">
            <a:extLst>
              <a:ext uri="{FF2B5EF4-FFF2-40B4-BE49-F238E27FC236}">
                <a16:creationId xmlns:a16="http://schemas.microsoft.com/office/drawing/2014/main" id="{63E6BBBD-80B5-C463-BB92-ABF4CB0077D3}"/>
              </a:ext>
            </a:extLst>
          </p:cNvPr>
          <p:cNvSpPr>
            <a:spLocks/>
          </p:cNvSpPr>
          <p:nvPr/>
        </p:nvSpPr>
        <p:spPr bwMode="auto">
          <a:xfrm>
            <a:off x="14288" y="1495425"/>
            <a:ext cx="4738687" cy="496888"/>
          </a:xfrm>
          <a:custGeom>
            <a:avLst/>
            <a:gdLst>
              <a:gd name="T0" fmla="*/ 95 w 2985"/>
              <a:gd name="T1" fmla="*/ 21 h 313"/>
              <a:gd name="T2" fmla="*/ 191 w 2985"/>
              <a:gd name="T3" fmla="*/ 10 h 313"/>
              <a:gd name="T4" fmla="*/ 278 w 2985"/>
              <a:gd name="T5" fmla="*/ 43 h 313"/>
              <a:gd name="T6" fmla="*/ 365 w 2985"/>
              <a:gd name="T7" fmla="*/ 47 h 313"/>
              <a:gd name="T8" fmla="*/ 466 w 2985"/>
              <a:gd name="T9" fmla="*/ 47 h 313"/>
              <a:gd name="T10" fmla="*/ 557 w 2985"/>
              <a:gd name="T11" fmla="*/ 65 h 313"/>
              <a:gd name="T12" fmla="*/ 657 w 2985"/>
              <a:gd name="T13" fmla="*/ 65 h 313"/>
              <a:gd name="T14" fmla="*/ 772 w 2985"/>
              <a:gd name="T15" fmla="*/ 61 h 313"/>
              <a:gd name="T16" fmla="*/ 863 w 2985"/>
              <a:gd name="T17" fmla="*/ 68 h 313"/>
              <a:gd name="T18" fmla="*/ 968 w 2985"/>
              <a:gd name="T19" fmla="*/ 65 h 313"/>
              <a:gd name="T20" fmla="*/ 1069 w 2985"/>
              <a:gd name="T21" fmla="*/ 76 h 313"/>
              <a:gd name="T22" fmla="*/ 1179 w 2985"/>
              <a:gd name="T23" fmla="*/ 83 h 313"/>
              <a:gd name="T24" fmla="*/ 1329 w 2985"/>
              <a:gd name="T25" fmla="*/ 83 h 313"/>
              <a:gd name="T26" fmla="*/ 1503 w 2985"/>
              <a:gd name="T27" fmla="*/ 54 h 313"/>
              <a:gd name="T28" fmla="*/ 1581 w 2985"/>
              <a:gd name="T29" fmla="*/ 76 h 313"/>
              <a:gd name="T30" fmla="*/ 1667 w 2985"/>
              <a:gd name="T31" fmla="*/ 87 h 313"/>
              <a:gd name="T32" fmla="*/ 1759 w 2985"/>
              <a:gd name="T33" fmla="*/ 79 h 313"/>
              <a:gd name="T34" fmla="*/ 1846 w 2985"/>
              <a:gd name="T35" fmla="*/ 87 h 313"/>
              <a:gd name="T36" fmla="*/ 1942 w 2985"/>
              <a:gd name="T37" fmla="*/ 87 h 313"/>
              <a:gd name="T38" fmla="*/ 2038 w 2985"/>
              <a:gd name="T39" fmla="*/ 76 h 313"/>
              <a:gd name="T40" fmla="*/ 2166 w 2985"/>
              <a:gd name="T41" fmla="*/ 72 h 313"/>
              <a:gd name="T42" fmla="*/ 2262 w 2985"/>
              <a:gd name="T43" fmla="*/ 39 h 313"/>
              <a:gd name="T44" fmla="*/ 2367 w 2985"/>
              <a:gd name="T45" fmla="*/ 58 h 313"/>
              <a:gd name="T46" fmla="*/ 2458 w 2985"/>
              <a:gd name="T47" fmla="*/ 50 h 313"/>
              <a:gd name="T48" fmla="*/ 2549 w 2985"/>
              <a:gd name="T49" fmla="*/ 58 h 313"/>
              <a:gd name="T50" fmla="*/ 2659 w 2985"/>
              <a:gd name="T51" fmla="*/ 47 h 313"/>
              <a:gd name="T52" fmla="*/ 2755 w 2985"/>
              <a:gd name="T53" fmla="*/ 25 h 313"/>
              <a:gd name="T54" fmla="*/ 2883 w 2985"/>
              <a:gd name="T55" fmla="*/ 18 h 313"/>
              <a:gd name="T56" fmla="*/ 2984 w 2985"/>
              <a:gd name="T57" fmla="*/ 4 h 313"/>
              <a:gd name="T58" fmla="*/ 2901 w 2985"/>
              <a:gd name="T59" fmla="*/ 253 h 313"/>
              <a:gd name="T60" fmla="*/ 2819 w 2985"/>
              <a:gd name="T61" fmla="*/ 253 h 313"/>
              <a:gd name="T62" fmla="*/ 2746 w 2985"/>
              <a:gd name="T63" fmla="*/ 199 h 313"/>
              <a:gd name="T64" fmla="*/ 2695 w 2985"/>
              <a:gd name="T65" fmla="*/ 148 h 313"/>
              <a:gd name="T66" fmla="*/ 2623 w 2985"/>
              <a:gd name="T67" fmla="*/ 108 h 313"/>
              <a:gd name="T68" fmla="*/ 2535 w 2985"/>
              <a:gd name="T69" fmla="*/ 97 h 313"/>
              <a:gd name="T70" fmla="*/ 2463 w 2985"/>
              <a:gd name="T71" fmla="*/ 94 h 313"/>
              <a:gd name="T72" fmla="*/ 2417 w 2985"/>
              <a:gd name="T73" fmla="*/ 188 h 313"/>
              <a:gd name="T74" fmla="*/ 2225 w 2985"/>
              <a:gd name="T75" fmla="*/ 97 h 313"/>
              <a:gd name="T76" fmla="*/ 2143 w 2985"/>
              <a:gd name="T77" fmla="*/ 112 h 313"/>
              <a:gd name="T78" fmla="*/ 2061 w 2985"/>
              <a:gd name="T79" fmla="*/ 108 h 313"/>
              <a:gd name="T80" fmla="*/ 1969 w 2985"/>
              <a:gd name="T81" fmla="*/ 119 h 313"/>
              <a:gd name="T82" fmla="*/ 1878 w 2985"/>
              <a:gd name="T83" fmla="*/ 112 h 313"/>
              <a:gd name="T84" fmla="*/ 1795 w 2985"/>
              <a:gd name="T85" fmla="*/ 119 h 313"/>
              <a:gd name="T86" fmla="*/ 1700 w 2985"/>
              <a:gd name="T87" fmla="*/ 116 h 313"/>
              <a:gd name="T88" fmla="*/ 1594 w 2985"/>
              <a:gd name="T89" fmla="*/ 123 h 313"/>
              <a:gd name="T90" fmla="*/ 1512 w 2985"/>
              <a:gd name="T91" fmla="*/ 119 h 313"/>
              <a:gd name="T92" fmla="*/ 1439 w 2985"/>
              <a:gd name="T93" fmla="*/ 116 h 313"/>
              <a:gd name="T94" fmla="*/ 1352 w 2985"/>
              <a:gd name="T95" fmla="*/ 126 h 313"/>
              <a:gd name="T96" fmla="*/ 1265 w 2985"/>
              <a:gd name="T97" fmla="*/ 116 h 313"/>
              <a:gd name="T98" fmla="*/ 1169 w 2985"/>
              <a:gd name="T99" fmla="*/ 119 h 313"/>
              <a:gd name="T100" fmla="*/ 1082 w 2985"/>
              <a:gd name="T101" fmla="*/ 116 h 313"/>
              <a:gd name="T102" fmla="*/ 996 w 2985"/>
              <a:gd name="T103" fmla="*/ 105 h 313"/>
              <a:gd name="T104" fmla="*/ 908 w 2985"/>
              <a:gd name="T105" fmla="*/ 107 h 313"/>
              <a:gd name="T106" fmla="*/ 827 w 2985"/>
              <a:gd name="T107" fmla="*/ 97 h 313"/>
              <a:gd name="T108" fmla="*/ 735 w 2985"/>
              <a:gd name="T109" fmla="*/ 79 h 313"/>
              <a:gd name="T110" fmla="*/ 653 w 2985"/>
              <a:gd name="T111" fmla="*/ 97 h 313"/>
              <a:gd name="T112" fmla="*/ 566 w 2985"/>
              <a:gd name="T113" fmla="*/ 94 h 313"/>
              <a:gd name="T114" fmla="*/ 479 w 2985"/>
              <a:gd name="T115" fmla="*/ 105 h 313"/>
              <a:gd name="T116" fmla="*/ 397 w 2985"/>
              <a:gd name="T117" fmla="*/ 97 h 313"/>
              <a:gd name="T118" fmla="*/ 306 w 2985"/>
              <a:gd name="T119" fmla="*/ 116 h 313"/>
              <a:gd name="T120" fmla="*/ 224 w 2985"/>
              <a:gd name="T121" fmla="*/ 108 h 313"/>
              <a:gd name="T122" fmla="*/ 132 w 2985"/>
              <a:gd name="T123" fmla="*/ 108 h 313"/>
              <a:gd name="T124" fmla="*/ 50 w 2985"/>
              <a:gd name="T125" fmla="*/ 123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985" h="313">
                <a:moveTo>
                  <a:pt x="0" y="28"/>
                </a:moveTo>
                <a:lnTo>
                  <a:pt x="27" y="21"/>
                </a:lnTo>
                <a:lnTo>
                  <a:pt x="50" y="25"/>
                </a:lnTo>
                <a:lnTo>
                  <a:pt x="64" y="25"/>
                </a:lnTo>
                <a:lnTo>
                  <a:pt x="82" y="25"/>
                </a:lnTo>
                <a:lnTo>
                  <a:pt x="95" y="21"/>
                </a:lnTo>
                <a:lnTo>
                  <a:pt x="109" y="18"/>
                </a:lnTo>
                <a:lnTo>
                  <a:pt x="128" y="18"/>
                </a:lnTo>
                <a:lnTo>
                  <a:pt x="146" y="10"/>
                </a:lnTo>
                <a:lnTo>
                  <a:pt x="159" y="10"/>
                </a:lnTo>
                <a:lnTo>
                  <a:pt x="173" y="10"/>
                </a:lnTo>
                <a:lnTo>
                  <a:pt x="191" y="10"/>
                </a:lnTo>
                <a:lnTo>
                  <a:pt x="205" y="10"/>
                </a:lnTo>
                <a:lnTo>
                  <a:pt x="219" y="18"/>
                </a:lnTo>
                <a:lnTo>
                  <a:pt x="237" y="21"/>
                </a:lnTo>
                <a:lnTo>
                  <a:pt x="247" y="32"/>
                </a:lnTo>
                <a:lnTo>
                  <a:pt x="265" y="36"/>
                </a:lnTo>
                <a:lnTo>
                  <a:pt x="278" y="43"/>
                </a:lnTo>
                <a:lnTo>
                  <a:pt x="292" y="47"/>
                </a:lnTo>
                <a:lnTo>
                  <a:pt x="310" y="47"/>
                </a:lnTo>
                <a:lnTo>
                  <a:pt x="324" y="47"/>
                </a:lnTo>
                <a:lnTo>
                  <a:pt x="337" y="47"/>
                </a:lnTo>
                <a:lnTo>
                  <a:pt x="351" y="47"/>
                </a:lnTo>
                <a:lnTo>
                  <a:pt x="365" y="47"/>
                </a:lnTo>
                <a:lnTo>
                  <a:pt x="379" y="47"/>
                </a:lnTo>
                <a:lnTo>
                  <a:pt x="393" y="43"/>
                </a:lnTo>
                <a:lnTo>
                  <a:pt x="406" y="43"/>
                </a:lnTo>
                <a:lnTo>
                  <a:pt x="429" y="43"/>
                </a:lnTo>
                <a:lnTo>
                  <a:pt x="448" y="47"/>
                </a:lnTo>
                <a:lnTo>
                  <a:pt x="466" y="47"/>
                </a:lnTo>
                <a:lnTo>
                  <a:pt x="484" y="50"/>
                </a:lnTo>
                <a:lnTo>
                  <a:pt x="497" y="54"/>
                </a:lnTo>
                <a:lnTo>
                  <a:pt x="511" y="58"/>
                </a:lnTo>
                <a:lnTo>
                  <a:pt x="525" y="61"/>
                </a:lnTo>
                <a:lnTo>
                  <a:pt x="538" y="61"/>
                </a:lnTo>
                <a:lnTo>
                  <a:pt x="557" y="65"/>
                </a:lnTo>
                <a:lnTo>
                  <a:pt x="571" y="65"/>
                </a:lnTo>
                <a:lnTo>
                  <a:pt x="594" y="65"/>
                </a:lnTo>
                <a:lnTo>
                  <a:pt x="612" y="65"/>
                </a:lnTo>
                <a:lnTo>
                  <a:pt x="630" y="65"/>
                </a:lnTo>
                <a:lnTo>
                  <a:pt x="644" y="65"/>
                </a:lnTo>
                <a:lnTo>
                  <a:pt x="657" y="65"/>
                </a:lnTo>
                <a:lnTo>
                  <a:pt x="680" y="65"/>
                </a:lnTo>
                <a:lnTo>
                  <a:pt x="703" y="61"/>
                </a:lnTo>
                <a:lnTo>
                  <a:pt x="721" y="61"/>
                </a:lnTo>
                <a:lnTo>
                  <a:pt x="740" y="61"/>
                </a:lnTo>
                <a:lnTo>
                  <a:pt x="758" y="61"/>
                </a:lnTo>
                <a:lnTo>
                  <a:pt x="772" y="61"/>
                </a:lnTo>
                <a:lnTo>
                  <a:pt x="785" y="61"/>
                </a:lnTo>
                <a:lnTo>
                  <a:pt x="799" y="61"/>
                </a:lnTo>
                <a:lnTo>
                  <a:pt x="813" y="65"/>
                </a:lnTo>
                <a:lnTo>
                  <a:pt x="827" y="65"/>
                </a:lnTo>
                <a:lnTo>
                  <a:pt x="830" y="44"/>
                </a:lnTo>
                <a:lnTo>
                  <a:pt x="863" y="68"/>
                </a:lnTo>
                <a:lnTo>
                  <a:pt x="884" y="25"/>
                </a:lnTo>
                <a:lnTo>
                  <a:pt x="904" y="65"/>
                </a:lnTo>
                <a:lnTo>
                  <a:pt x="922" y="65"/>
                </a:lnTo>
                <a:lnTo>
                  <a:pt x="941" y="65"/>
                </a:lnTo>
                <a:lnTo>
                  <a:pt x="955" y="65"/>
                </a:lnTo>
                <a:lnTo>
                  <a:pt x="968" y="65"/>
                </a:lnTo>
                <a:lnTo>
                  <a:pt x="982" y="65"/>
                </a:lnTo>
                <a:lnTo>
                  <a:pt x="1007" y="52"/>
                </a:lnTo>
                <a:lnTo>
                  <a:pt x="1014" y="68"/>
                </a:lnTo>
                <a:lnTo>
                  <a:pt x="1033" y="68"/>
                </a:lnTo>
                <a:lnTo>
                  <a:pt x="1051" y="72"/>
                </a:lnTo>
                <a:lnTo>
                  <a:pt x="1069" y="76"/>
                </a:lnTo>
                <a:lnTo>
                  <a:pt x="1087" y="76"/>
                </a:lnTo>
                <a:lnTo>
                  <a:pt x="1101" y="76"/>
                </a:lnTo>
                <a:lnTo>
                  <a:pt x="1123" y="79"/>
                </a:lnTo>
                <a:lnTo>
                  <a:pt x="1151" y="83"/>
                </a:lnTo>
                <a:lnTo>
                  <a:pt x="1165" y="83"/>
                </a:lnTo>
                <a:lnTo>
                  <a:pt x="1179" y="83"/>
                </a:lnTo>
                <a:lnTo>
                  <a:pt x="1197" y="83"/>
                </a:lnTo>
                <a:lnTo>
                  <a:pt x="1211" y="83"/>
                </a:lnTo>
                <a:lnTo>
                  <a:pt x="1224" y="83"/>
                </a:lnTo>
                <a:lnTo>
                  <a:pt x="1238" y="83"/>
                </a:lnTo>
                <a:lnTo>
                  <a:pt x="1283" y="83"/>
                </a:lnTo>
                <a:lnTo>
                  <a:pt x="1329" y="83"/>
                </a:lnTo>
                <a:lnTo>
                  <a:pt x="1375" y="83"/>
                </a:lnTo>
                <a:lnTo>
                  <a:pt x="1393" y="83"/>
                </a:lnTo>
                <a:lnTo>
                  <a:pt x="1412" y="83"/>
                </a:lnTo>
                <a:lnTo>
                  <a:pt x="1430" y="83"/>
                </a:lnTo>
                <a:lnTo>
                  <a:pt x="1443" y="79"/>
                </a:lnTo>
                <a:lnTo>
                  <a:pt x="1503" y="54"/>
                </a:lnTo>
                <a:lnTo>
                  <a:pt x="1512" y="65"/>
                </a:lnTo>
                <a:lnTo>
                  <a:pt x="1521" y="79"/>
                </a:lnTo>
                <a:lnTo>
                  <a:pt x="1540" y="83"/>
                </a:lnTo>
                <a:lnTo>
                  <a:pt x="1553" y="79"/>
                </a:lnTo>
                <a:lnTo>
                  <a:pt x="1567" y="79"/>
                </a:lnTo>
                <a:lnTo>
                  <a:pt x="1581" y="76"/>
                </a:lnTo>
                <a:lnTo>
                  <a:pt x="1594" y="79"/>
                </a:lnTo>
                <a:lnTo>
                  <a:pt x="1613" y="83"/>
                </a:lnTo>
                <a:lnTo>
                  <a:pt x="1626" y="83"/>
                </a:lnTo>
                <a:lnTo>
                  <a:pt x="1640" y="87"/>
                </a:lnTo>
                <a:lnTo>
                  <a:pt x="1654" y="87"/>
                </a:lnTo>
                <a:lnTo>
                  <a:pt x="1667" y="87"/>
                </a:lnTo>
                <a:lnTo>
                  <a:pt x="1681" y="87"/>
                </a:lnTo>
                <a:lnTo>
                  <a:pt x="1695" y="87"/>
                </a:lnTo>
                <a:lnTo>
                  <a:pt x="1708" y="83"/>
                </a:lnTo>
                <a:lnTo>
                  <a:pt x="1722" y="83"/>
                </a:lnTo>
                <a:lnTo>
                  <a:pt x="1741" y="83"/>
                </a:lnTo>
                <a:lnTo>
                  <a:pt x="1759" y="79"/>
                </a:lnTo>
                <a:lnTo>
                  <a:pt x="1772" y="76"/>
                </a:lnTo>
                <a:lnTo>
                  <a:pt x="1786" y="76"/>
                </a:lnTo>
                <a:lnTo>
                  <a:pt x="1804" y="76"/>
                </a:lnTo>
                <a:lnTo>
                  <a:pt x="1818" y="72"/>
                </a:lnTo>
                <a:lnTo>
                  <a:pt x="1832" y="76"/>
                </a:lnTo>
                <a:lnTo>
                  <a:pt x="1846" y="87"/>
                </a:lnTo>
                <a:lnTo>
                  <a:pt x="1860" y="90"/>
                </a:lnTo>
                <a:lnTo>
                  <a:pt x="1878" y="90"/>
                </a:lnTo>
                <a:lnTo>
                  <a:pt x="1891" y="90"/>
                </a:lnTo>
                <a:lnTo>
                  <a:pt x="1905" y="90"/>
                </a:lnTo>
                <a:lnTo>
                  <a:pt x="1923" y="90"/>
                </a:lnTo>
                <a:lnTo>
                  <a:pt x="1942" y="87"/>
                </a:lnTo>
                <a:lnTo>
                  <a:pt x="1960" y="83"/>
                </a:lnTo>
                <a:lnTo>
                  <a:pt x="1978" y="83"/>
                </a:lnTo>
                <a:lnTo>
                  <a:pt x="1992" y="79"/>
                </a:lnTo>
                <a:lnTo>
                  <a:pt x="2010" y="79"/>
                </a:lnTo>
                <a:lnTo>
                  <a:pt x="2024" y="76"/>
                </a:lnTo>
                <a:lnTo>
                  <a:pt x="2038" y="76"/>
                </a:lnTo>
                <a:lnTo>
                  <a:pt x="2051" y="76"/>
                </a:lnTo>
                <a:lnTo>
                  <a:pt x="2106" y="76"/>
                </a:lnTo>
                <a:lnTo>
                  <a:pt x="2120" y="76"/>
                </a:lnTo>
                <a:lnTo>
                  <a:pt x="2138" y="76"/>
                </a:lnTo>
                <a:lnTo>
                  <a:pt x="2152" y="76"/>
                </a:lnTo>
                <a:lnTo>
                  <a:pt x="2166" y="72"/>
                </a:lnTo>
                <a:lnTo>
                  <a:pt x="2184" y="65"/>
                </a:lnTo>
                <a:lnTo>
                  <a:pt x="2207" y="61"/>
                </a:lnTo>
                <a:lnTo>
                  <a:pt x="2221" y="58"/>
                </a:lnTo>
                <a:lnTo>
                  <a:pt x="2234" y="50"/>
                </a:lnTo>
                <a:lnTo>
                  <a:pt x="2248" y="47"/>
                </a:lnTo>
                <a:lnTo>
                  <a:pt x="2262" y="39"/>
                </a:lnTo>
                <a:lnTo>
                  <a:pt x="2275" y="39"/>
                </a:lnTo>
                <a:lnTo>
                  <a:pt x="2289" y="43"/>
                </a:lnTo>
                <a:lnTo>
                  <a:pt x="2312" y="47"/>
                </a:lnTo>
                <a:lnTo>
                  <a:pt x="2326" y="47"/>
                </a:lnTo>
                <a:lnTo>
                  <a:pt x="2348" y="54"/>
                </a:lnTo>
                <a:lnTo>
                  <a:pt x="2367" y="58"/>
                </a:lnTo>
                <a:lnTo>
                  <a:pt x="2380" y="58"/>
                </a:lnTo>
                <a:lnTo>
                  <a:pt x="2394" y="58"/>
                </a:lnTo>
                <a:lnTo>
                  <a:pt x="2408" y="54"/>
                </a:lnTo>
                <a:lnTo>
                  <a:pt x="2426" y="54"/>
                </a:lnTo>
                <a:lnTo>
                  <a:pt x="2440" y="50"/>
                </a:lnTo>
                <a:lnTo>
                  <a:pt x="2458" y="50"/>
                </a:lnTo>
                <a:lnTo>
                  <a:pt x="2481" y="50"/>
                </a:lnTo>
                <a:lnTo>
                  <a:pt x="2494" y="50"/>
                </a:lnTo>
                <a:lnTo>
                  <a:pt x="2508" y="54"/>
                </a:lnTo>
                <a:lnTo>
                  <a:pt x="2522" y="54"/>
                </a:lnTo>
                <a:lnTo>
                  <a:pt x="2535" y="58"/>
                </a:lnTo>
                <a:lnTo>
                  <a:pt x="2549" y="58"/>
                </a:lnTo>
                <a:lnTo>
                  <a:pt x="2568" y="58"/>
                </a:lnTo>
                <a:lnTo>
                  <a:pt x="2590" y="54"/>
                </a:lnTo>
                <a:lnTo>
                  <a:pt x="2613" y="54"/>
                </a:lnTo>
                <a:lnTo>
                  <a:pt x="2627" y="54"/>
                </a:lnTo>
                <a:lnTo>
                  <a:pt x="2646" y="50"/>
                </a:lnTo>
                <a:lnTo>
                  <a:pt x="2659" y="47"/>
                </a:lnTo>
                <a:lnTo>
                  <a:pt x="2673" y="39"/>
                </a:lnTo>
                <a:lnTo>
                  <a:pt x="2687" y="36"/>
                </a:lnTo>
                <a:lnTo>
                  <a:pt x="2705" y="32"/>
                </a:lnTo>
                <a:lnTo>
                  <a:pt x="2723" y="32"/>
                </a:lnTo>
                <a:lnTo>
                  <a:pt x="2741" y="29"/>
                </a:lnTo>
                <a:lnTo>
                  <a:pt x="2755" y="25"/>
                </a:lnTo>
                <a:lnTo>
                  <a:pt x="2773" y="21"/>
                </a:lnTo>
                <a:lnTo>
                  <a:pt x="2787" y="18"/>
                </a:lnTo>
                <a:lnTo>
                  <a:pt x="2801" y="14"/>
                </a:lnTo>
                <a:lnTo>
                  <a:pt x="2851" y="0"/>
                </a:lnTo>
                <a:lnTo>
                  <a:pt x="2874" y="7"/>
                </a:lnTo>
                <a:lnTo>
                  <a:pt x="2883" y="18"/>
                </a:lnTo>
                <a:lnTo>
                  <a:pt x="2896" y="21"/>
                </a:lnTo>
                <a:lnTo>
                  <a:pt x="2911" y="21"/>
                </a:lnTo>
                <a:lnTo>
                  <a:pt x="2933" y="18"/>
                </a:lnTo>
                <a:lnTo>
                  <a:pt x="2947" y="14"/>
                </a:lnTo>
                <a:lnTo>
                  <a:pt x="2960" y="7"/>
                </a:lnTo>
                <a:lnTo>
                  <a:pt x="2984" y="4"/>
                </a:lnTo>
                <a:lnTo>
                  <a:pt x="2984" y="312"/>
                </a:lnTo>
                <a:lnTo>
                  <a:pt x="2933" y="293"/>
                </a:lnTo>
                <a:lnTo>
                  <a:pt x="2924" y="282"/>
                </a:lnTo>
                <a:lnTo>
                  <a:pt x="2919" y="272"/>
                </a:lnTo>
                <a:lnTo>
                  <a:pt x="2915" y="261"/>
                </a:lnTo>
                <a:lnTo>
                  <a:pt x="2901" y="253"/>
                </a:lnTo>
                <a:lnTo>
                  <a:pt x="2888" y="253"/>
                </a:lnTo>
                <a:lnTo>
                  <a:pt x="2874" y="264"/>
                </a:lnTo>
                <a:lnTo>
                  <a:pt x="2860" y="253"/>
                </a:lnTo>
                <a:lnTo>
                  <a:pt x="2847" y="257"/>
                </a:lnTo>
                <a:lnTo>
                  <a:pt x="2828" y="264"/>
                </a:lnTo>
                <a:lnTo>
                  <a:pt x="2819" y="253"/>
                </a:lnTo>
                <a:lnTo>
                  <a:pt x="2805" y="250"/>
                </a:lnTo>
                <a:lnTo>
                  <a:pt x="2792" y="243"/>
                </a:lnTo>
                <a:lnTo>
                  <a:pt x="2782" y="232"/>
                </a:lnTo>
                <a:lnTo>
                  <a:pt x="2769" y="221"/>
                </a:lnTo>
                <a:lnTo>
                  <a:pt x="2755" y="210"/>
                </a:lnTo>
                <a:lnTo>
                  <a:pt x="2746" y="199"/>
                </a:lnTo>
                <a:lnTo>
                  <a:pt x="2732" y="206"/>
                </a:lnTo>
                <a:lnTo>
                  <a:pt x="2718" y="199"/>
                </a:lnTo>
                <a:lnTo>
                  <a:pt x="2718" y="188"/>
                </a:lnTo>
                <a:lnTo>
                  <a:pt x="2709" y="174"/>
                </a:lnTo>
                <a:lnTo>
                  <a:pt x="2700" y="159"/>
                </a:lnTo>
                <a:lnTo>
                  <a:pt x="2695" y="148"/>
                </a:lnTo>
                <a:lnTo>
                  <a:pt x="2682" y="141"/>
                </a:lnTo>
                <a:lnTo>
                  <a:pt x="2664" y="148"/>
                </a:lnTo>
                <a:lnTo>
                  <a:pt x="2654" y="134"/>
                </a:lnTo>
                <a:lnTo>
                  <a:pt x="2646" y="123"/>
                </a:lnTo>
                <a:lnTo>
                  <a:pt x="2632" y="119"/>
                </a:lnTo>
                <a:lnTo>
                  <a:pt x="2623" y="108"/>
                </a:lnTo>
                <a:lnTo>
                  <a:pt x="2609" y="108"/>
                </a:lnTo>
                <a:lnTo>
                  <a:pt x="2595" y="108"/>
                </a:lnTo>
                <a:lnTo>
                  <a:pt x="2581" y="105"/>
                </a:lnTo>
                <a:lnTo>
                  <a:pt x="2563" y="97"/>
                </a:lnTo>
                <a:lnTo>
                  <a:pt x="2549" y="97"/>
                </a:lnTo>
                <a:lnTo>
                  <a:pt x="2535" y="97"/>
                </a:lnTo>
                <a:lnTo>
                  <a:pt x="2517" y="94"/>
                </a:lnTo>
                <a:lnTo>
                  <a:pt x="2504" y="90"/>
                </a:lnTo>
                <a:lnTo>
                  <a:pt x="2494" y="79"/>
                </a:lnTo>
                <a:lnTo>
                  <a:pt x="2481" y="79"/>
                </a:lnTo>
                <a:lnTo>
                  <a:pt x="2467" y="83"/>
                </a:lnTo>
                <a:lnTo>
                  <a:pt x="2463" y="94"/>
                </a:lnTo>
                <a:lnTo>
                  <a:pt x="2449" y="105"/>
                </a:lnTo>
                <a:lnTo>
                  <a:pt x="2435" y="108"/>
                </a:lnTo>
                <a:lnTo>
                  <a:pt x="2463" y="210"/>
                </a:lnTo>
                <a:lnTo>
                  <a:pt x="2445" y="206"/>
                </a:lnTo>
                <a:lnTo>
                  <a:pt x="2430" y="199"/>
                </a:lnTo>
                <a:lnTo>
                  <a:pt x="2417" y="188"/>
                </a:lnTo>
                <a:lnTo>
                  <a:pt x="2289" y="119"/>
                </a:lnTo>
                <a:lnTo>
                  <a:pt x="2275" y="112"/>
                </a:lnTo>
                <a:lnTo>
                  <a:pt x="2262" y="105"/>
                </a:lnTo>
                <a:lnTo>
                  <a:pt x="2252" y="94"/>
                </a:lnTo>
                <a:lnTo>
                  <a:pt x="2239" y="90"/>
                </a:lnTo>
                <a:lnTo>
                  <a:pt x="2225" y="97"/>
                </a:lnTo>
                <a:lnTo>
                  <a:pt x="2216" y="108"/>
                </a:lnTo>
                <a:lnTo>
                  <a:pt x="2198" y="119"/>
                </a:lnTo>
                <a:lnTo>
                  <a:pt x="2184" y="123"/>
                </a:lnTo>
                <a:lnTo>
                  <a:pt x="2170" y="123"/>
                </a:lnTo>
                <a:lnTo>
                  <a:pt x="2156" y="116"/>
                </a:lnTo>
                <a:lnTo>
                  <a:pt x="2143" y="112"/>
                </a:lnTo>
                <a:lnTo>
                  <a:pt x="2129" y="119"/>
                </a:lnTo>
                <a:lnTo>
                  <a:pt x="2115" y="108"/>
                </a:lnTo>
                <a:lnTo>
                  <a:pt x="2102" y="112"/>
                </a:lnTo>
                <a:lnTo>
                  <a:pt x="2088" y="119"/>
                </a:lnTo>
                <a:lnTo>
                  <a:pt x="2074" y="112"/>
                </a:lnTo>
                <a:lnTo>
                  <a:pt x="2061" y="108"/>
                </a:lnTo>
                <a:lnTo>
                  <a:pt x="2047" y="108"/>
                </a:lnTo>
                <a:lnTo>
                  <a:pt x="2033" y="112"/>
                </a:lnTo>
                <a:lnTo>
                  <a:pt x="2020" y="112"/>
                </a:lnTo>
                <a:lnTo>
                  <a:pt x="2006" y="108"/>
                </a:lnTo>
                <a:lnTo>
                  <a:pt x="1987" y="112"/>
                </a:lnTo>
                <a:lnTo>
                  <a:pt x="1969" y="119"/>
                </a:lnTo>
                <a:lnTo>
                  <a:pt x="1955" y="119"/>
                </a:lnTo>
                <a:lnTo>
                  <a:pt x="1937" y="123"/>
                </a:lnTo>
                <a:lnTo>
                  <a:pt x="1923" y="123"/>
                </a:lnTo>
                <a:lnTo>
                  <a:pt x="1905" y="116"/>
                </a:lnTo>
                <a:lnTo>
                  <a:pt x="1891" y="112"/>
                </a:lnTo>
                <a:lnTo>
                  <a:pt x="1878" y="112"/>
                </a:lnTo>
                <a:lnTo>
                  <a:pt x="1864" y="119"/>
                </a:lnTo>
                <a:lnTo>
                  <a:pt x="1846" y="130"/>
                </a:lnTo>
                <a:lnTo>
                  <a:pt x="1832" y="137"/>
                </a:lnTo>
                <a:lnTo>
                  <a:pt x="1823" y="126"/>
                </a:lnTo>
                <a:lnTo>
                  <a:pt x="1809" y="119"/>
                </a:lnTo>
                <a:lnTo>
                  <a:pt x="1795" y="119"/>
                </a:lnTo>
                <a:lnTo>
                  <a:pt x="1782" y="123"/>
                </a:lnTo>
                <a:lnTo>
                  <a:pt x="1768" y="126"/>
                </a:lnTo>
                <a:lnTo>
                  <a:pt x="1749" y="126"/>
                </a:lnTo>
                <a:lnTo>
                  <a:pt x="1731" y="123"/>
                </a:lnTo>
                <a:lnTo>
                  <a:pt x="1713" y="119"/>
                </a:lnTo>
                <a:lnTo>
                  <a:pt x="1700" y="116"/>
                </a:lnTo>
                <a:lnTo>
                  <a:pt x="1677" y="119"/>
                </a:lnTo>
                <a:lnTo>
                  <a:pt x="1663" y="123"/>
                </a:lnTo>
                <a:lnTo>
                  <a:pt x="1644" y="126"/>
                </a:lnTo>
                <a:lnTo>
                  <a:pt x="1622" y="134"/>
                </a:lnTo>
                <a:lnTo>
                  <a:pt x="1608" y="130"/>
                </a:lnTo>
                <a:lnTo>
                  <a:pt x="1594" y="123"/>
                </a:lnTo>
                <a:lnTo>
                  <a:pt x="1581" y="116"/>
                </a:lnTo>
                <a:lnTo>
                  <a:pt x="1567" y="119"/>
                </a:lnTo>
                <a:lnTo>
                  <a:pt x="1553" y="119"/>
                </a:lnTo>
                <a:lnTo>
                  <a:pt x="1540" y="119"/>
                </a:lnTo>
                <a:lnTo>
                  <a:pt x="1526" y="119"/>
                </a:lnTo>
                <a:lnTo>
                  <a:pt x="1512" y="119"/>
                </a:lnTo>
                <a:lnTo>
                  <a:pt x="1499" y="119"/>
                </a:lnTo>
                <a:lnTo>
                  <a:pt x="1506" y="245"/>
                </a:lnTo>
                <a:lnTo>
                  <a:pt x="1480" y="112"/>
                </a:lnTo>
                <a:lnTo>
                  <a:pt x="1466" y="112"/>
                </a:lnTo>
                <a:lnTo>
                  <a:pt x="1453" y="112"/>
                </a:lnTo>
                <a:lnTo>
                  <a:pt x="1439" y="116"/>
                </a:lnTo>
                <a:lnTo>
                  <a:pt x="1421" y="116"/>
                </a:lnTo>
                <a:lnTo>
                  <a:pt x="1407" y="116"/>
                </a:lnTo>
                <a:lnTo>
                  <a:pt x="1393" y="119"/>
                </a:lnTo>
                <a:lnTo>
                  <a:pt x="1380" y="126"/>
                </a:lnTo>
                <a:lnTo>
                  <a:pt x="1366" y="126"/>
                </a:lnTo>
                <a:lnTo>
                  <a:pt x="1352" y="126"/>
                </a:lnTo>
                <a:lnTo>
                  <a:pt x="1339" y="126"/>
                </a:lnTo>
                <a:lnTo>
                  <a:pt x="1324" y="126"/>
                </a:lnTo>
                <a:lnTo>
                  <a:pt x="1311" y="119"/>
                </a:lnTo>
                <a:lnTo>
                  <a:pt x="1293" y="116"/>
                </a:lnTo>
                <a:lnTo>
                  <a:pt x="1279" y="116"/>
                </a:lnTo>
                <a:lnTo>
                  <a:pt x="1265" y="116"/>
                </a:lnTo>
                <a:lnTo>
                  <a:pt x="1247" y="119"/>
                </a:lnTo>
                <a:lnTo>
                  <a:pt x="1234" y="119"/>
                </a:lnTo>
                <a:lnTo>
                  <a:pt x="1215" y="119"/>
                </a:lnTo>
                <a:lnTo>
                  <a:pt x="1201" y="123"/>
                </a:lnTo>
                <a:lnTo>
                  <a:pt x="1183" y="123"/>
                </a:lnTo>
                <a:lnTo>
                  <a:pt x="1169" y="119"/>
                </a:lnTo>
                <a:lnTo>
                  <a:pt x="1156" y="119"/>
                </a:lnTo>
                <a:lnTo>
                  <a:pt x="1137" y="116"/>
                </a:lnTo>
                <a:lnTo>
                  <a:pt x="1123" y="112"/>
                </a:lnTo>
                <a:lnTo>
                  <a:pt x="1110" y="112"/>
                </a:lnTo>
                <a:lnTo>
                  <a:pt x="1096" y="112"/>
                </a:lnTo>
                <a:lnTo>
                  <a:pt x="1082" y="116"/>
                </a:lnTo>
                <a:lnTo>
                  <a:pt x="1069" y="119"/>
                </a:lnTo>
                <a:lnTo>
                  <a:pt x="1055" y="119"/>
                </a:lnTo>
                <a:lnTo>
                  <a:pt x="1037" y="119"/>
                </a:lnTo>
                <a:lnTo>
                  <a:pt x="1023" y="119"/>
                </a:lnTo>
                <a:lnTo>
                  <a:pt x="1010" y="112"/>
                </a:lnTo>
                <a:lnTo>
                  <a:pt x="996" y="105"/>
                </a:lnTo>
                <a:lnTo>
                  <a:pt x="982" y="97"/>
                </a:lnTo>
                <a:lnTo>
                  <a:pt x="963" y="94"/>
                </a:lnTo>
                <a:lnTo>
                  <a:pt x="950" y="94"/>
                </a:lnTo>
                <a:lnTo>
                  <a:pt x="929" y="100"/>
                </a:lnTo>
                <a:lnTo>
                  <a:pt x="922" y="83"/>
                </a:lnTo>
                <a:lnTo>
                  <a:pt x="908" y="107"/>
                </a:lnTo>
                <a:lnTo>
                  <a:pt x="895" y="79"/>
                </a:lnTo>
                <a:lnTo>
                  <a:pt x="887" y="100"/>
                </a:lnTo>
                <a:lnTo>
                  <a:pt x="868" y="83"/>
                </a:lnTo>
                <a:lnTo>
                  <a:pt x="854" y="90"/>
                </a:lnTo>
                <a:lnTo>
                  <a:pt x="840" y="90"/>
                </a:lnTo>
                <a:lnTo>
                  <a:pt x="827" y="97"/>
                </a:lnTo>
                <a:lnTo>
                  <a:pt x="813" y="97"/>
                </a:lnTo>
                <a:lnTo>
                  <a:pt x="799" y="90"/>
                </a:lnTo>
                <a:lnTo>
                  <a:pt x="781" y="87"/>
                </a:lnTo>
                <a:lnTo>
                  <a:pt x="767" y="87"/>
                </a:lnTo>
                <a:lnTo>
                  <a:pt x="749" y="79"/>
                </a:lnTo>
                <a:lnTo>
                  <a:pt x="735" y="79"/>
                </a:lnTo>
                <a:lnTo>
                  <a:pt x="721" y="83"/>
                </a:lnTo>
                <a:lnTo>
                  <a:pt x="708" y="87"/>
                </a:lnTo>
                <a:lnTo>
                  <a:pt x="694" y="90"/>
                </a:lnTo>
                <a:lnTo>
                  <a:pt x="680" y="94"/>
                </a:lnTo>
                <a:lnTo>
                  <a:pt x="667" y="97"/>
                </a:lnTo>
                <a:lnTo>
                  <a:pt x="653" y="97"/>
                </a:lnTo>
                <a:lnTo>
                  <a:pt x="639" y="97"/>
                </a:lnTo>
                <a:lnTo>
                  <a:pt x="626" y="97"/>
                </a:lnTo>
                <a:lnTo>
                  <a:pt x="607" y="97"/>
                </a:lnTo>
                <a:lnTo>
                  <a:pt x="594" y="97"/>
                </a:lnTo>
                <a:lnTo>
                  <a:pt x="580" y="94"/>
                </a:lnTo>
                <a:lnTo>
                  <a:pt x="566" y="94"/>
                </a:lnTo>
                <a:lnTo>
                  <a:pt x="553" y="94"/>
                </a:lnTo>
                <a:lnTo>
                  <a:pt x="534" y="94"/>
                </a:lnTo>
                <a:lnTo>
                  <a:pt x="520" y="94"/>
                </a:lnTo>
                <a:lnTo>
                  <a:pt x="507" y="94"/>
                </a:lnTo>
                <a:lnTo>
                  <a:pt x="493" y="101"/>
                </a:lnTo>
                <a:lnTo>
                  <a:pt x="479" y="105"/>
                </a:lnTo>
                <a:lnTo>
                  <a:pt x="466" y="108"/>
                </a:lnTo>
                <a:lnTo>
                  <a:pt x="452" y="108"/>
                </a:lnTo>
                <a:lnTo>
                  <a:pt x="438" y="108"/>
                </a:lnTo>
                <a:lnTo>
                  <a:pt x="425" y="101"/>
                </a:lnTo>
                <a:lnTo>
                  <a:pt x="411" y="97"/>
                </a:lnTo>
                <a:lnTo>
                  <a:pt x="397" y="97"/>
                </a:lnTo>
                <a:lnTo>
                  <a:pt x="383" y="97"/>
                </a:lnTo>
                <a:lnTo>
                  <a:pt x="360" y="94"/>
                </a:lnTo>
                <a:lnTo>
                  <a:pt x="347" y="94"/>
                </a:lnTo>
                <a:lnTo>
                  <a:pt x="333" y="101"/>
                </a:lnTo>
                <a:lnTo>
                  <a:pt x="319" y="108"/>
                </a:lnTo>
                <a:lnTo>
                  <a:pt x="306" y="116"/>
                </a:lnTo>
                <a:lnTo>
                  <a:pt x="292" y="119"/>
                </a:lnTo>
                <a:lnTo>
                  <a:pt x="278" y="119"/>
                </a:lnTo>
                <a:lnTo>
                  <a:pt x="265" y="116"/>
                </a:lnTo>
                <a:lnTo>
                  <a:pt x="251" y="112"/>
                </a:lnTo>
                <a:lnTo>
                  <a:pt x="237" y="112"/>
                </a:lnTo>
                <a:lnTo>
                  <a:pt x="224" y="108"/>
                </a:lnTo>
                <a:lnTo>
                  <a:pt x="210" y="108"/>
                </a:lnTo>
                <a:lnTo>
                  <a:pt x="196" y="108"/>
                </a:lnTo>
                <a:lnTo>
                  <a:pt x="178" y="108"/>
                </a:lnTo>
                <a:lnTo>
                  <a:pt x="159" y="108"/>
                </a:lnTo>
                <a:lnTo>
                  <a:pt x="146" y="108"/>
                </a:lnTo>
                <a:lnTo>
                  <a:pt x="132" y="108"/>
                </a:lnTo>
                <a:lnTo>
                  <a:pt x="118" y="112"/>
                </a:lnTo>
                <a:lnTo>
                  <a:pt x="105" y="112"/>
                </a:lnTo>
                <a:lnTo>
                  <a:pt x="91" y="112"/>
                </a:lnTo>
                <a:lnTo>
                  <a:pt x="77" y="116"/>
                </a:lnTo>
                <a:lnTo>
                  <a:pt x="64" y="119"/>
                </a:lnTo>
                <a:lnTo>
                  <a:pt x="50" y="123"/>
                </a:lnTo>
                <a:lnTo>
                  <a:pt x="31" y="130"/>
                </a:lnTo>
                <a:lnTo>
                  <a:pt x="13" y="134"/>
                </a:lnTo>
                <a:lnTo>
                  <a:pt x="0" y="141"/>
                </a:lnTo>
                <a:lnTo>
                  <a:pt x="0" y="28"/>
                </a:lnTo>
              </a:path>
            </a:pathLst>
          </a:custGeom>
          <a:ln w="12700" cap="rnd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897B2A31-15AB-2F83-9B91-DA4FAC4A4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0" y="234950"/>
            <a:ext cx="3911600" cy="28733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lIns="90488" tIns="0" rIns="90488" bIns="0" anchor="ctr">
            <a:spAutoFit/>
          </a:bodyPr>
          <a:lstStyle/>
          <a:p>
            <a:r>
              <a:rPr lang="en-US" altLang="en-US" sz="18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Tim   </a:t>
            </a:r>
            <a:r>
              <a:rPr lang="en-US" altLang="en-US" sz="1800" b="1"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John</a:t>
            </a:r>
            <a:r>
              <a:rPr lang="en-US" altLang="en-US" sz="18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  Roberts</a:t>
            </a:r>
          </a:p>
        </p:txBody>
      </p:sp>
      <p:sp>
        <p:nvSpPr>
          <p:cNvPr id="6149" name="AutoShape 5">
            <a:extLst>
              <a:ext uri="{FF2B5EF4-FFF2-40B4-BE49-F238E27FC236}">
                <a16:creationId xmlns:a16="http://schemas.microsoft.com/office/drawing/2014/main" id="{9927BFBF-E120-F368-5C60-C6D823D0D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501650"/>
            <a:ext cx="146050" cy="215900"/>
          </a:xfrm>
          <a:prstGeom prst="upArrow">
            <a:avLst>
              <a:gd name="adj1" fmla="val 50000"/>
              <a:gd name="adj2" fmla="val 73906"/>
            </a:avLst>
          </a:prstGeom>
          <a:solidFill>
            <a:srgbClr val="66FF33"/>
          </a:solidFill>
          <a:ln w="12700">
            <a:solidFill>
              <a:srgbClr val="67676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0" name="AutoShape 6">
            <a:extLst>
              <a:ext uri="{FF2B5EF4-FFF2-40B4-BE49-F238E27FC236}">
                <a16:creationId xmlns:a16="http://schemas.microsoft.com/office/drawing/2014/main" id="{5AEDD614-3A5B-6571-3BEA-ADA793BC0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1975" y="1749425"/>
            <a:ext cx="1511300" cy="644525"/>
          </a:xfrm>
          <a:prstGeom prst="roundRect">
            <a:avLst>
              <a:gd name="adj" fmla="val 12486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AD599C97-9927-B4DB-3A2D-98294E91D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730250"/>
            <a:ext cx="1473200" cy="2825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 lIns="38100" tIns="0" rIns="38100" bIns="0" anchor="ctr"/>
          <a:lstStyle/>
          <a:p>
            <a:r>
              <a:rPr lang="en-US" altLang="en-US" sz="1800" b="1"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John</a:t>
            </a:r>
          </a:p>
        </p:txBody>
      </p:sp>
      <p:sp>
        <p:nvSpPr>
          <p:cNvPr id="6152" name="Rectangle 8">
            <a:extLst>
              <a:ext uri="{FF2B5EF4-FFF2-40B4-BE49-F238E27FC236}">
                <a16:creationId xmlns:a16="http://schemas.microsoft.com/office/drawing/2014/main" id="{F311CA0F-7B50-D5EC-5F2D-72F684BE1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800" y="269875"/>
            <a:ext cx="193675" cy="215900"/>
          </a:xfrm>
          <a:prstGeom prst="rect">
            <a:avLst/>
          </a:prstGeom>
          <a:solidFill>
            <a:srgbClr val="037C03"/>
          </a:solidFill>
          <a:ln w="25400">
            <a:solidFill>
              <a:srgbClr val="037C0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219CFE8-6320-B3A7-3DB9-838B72DF7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3" y="9525"/>
            <a:ext cx="4695825" cy="3767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OldName  PIC X(80).</a:t>
            </a:r>
          </a:p>
          <a:p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</a:p>
          <a:p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TempName PIC X(16).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UnstrPtr PIC 99 VALUE 1.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NameProcessed VALUE 81.</a:t>
            </a:r>
          </a:p>
          <a:p>
            <a:pPr>
              <a:lnSpc>
                <a:spcPct val="85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ProcessName.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ACCEPT OldName.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PERFORM UNTIL NameProcessed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UNSTRING OldName DELIMITED BY ALL SPACES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 INTO TempName WITH POINTER UnstrPtr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END-UNSTRING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CF0E30"/>
                </a:solidFill>
                <a:latin typeface="Courier New" panose="02070309020205020404" pitchFamily="49" charset="0"/>
              </a:rPr>
              <a:t>      Display TempName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END-PERFORM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STOP RUN.</a:t>
            </a:r>
          </a:p>
        </p:txBody>
      </p:sp>
      <p:sp useBgFill="1">
        <p:nvSpPr>
          <p:cNvPr id="7171" name="Freeform 3">
            <a:extLst>
              <a:ext uri="{FF2B5EF4-FFF2-40B4-BE49-F238E27FC236}">
                <a16:creationId xmlns:a16="http://schemas.microsoft.com/office/drawing/2014/main" id="{CA76474E-26A4-A714-CA72-A299B09612FD}"/>
              </a:ext>
            </a:extLst>
          </p:cNvPr>
          <p:cNvSpPr>
            <a:spLocks/>
          </p:cNvSpPr>
          <p:nvPr/>
        </p:nvSpPr>
        <p:spPr bwMode="auto">
          <a:xfrm>
            <a:off x="14288" y="1495425"/>
            <a:ext cx="4738687" cy="496888"/>
          </a:xfrm>
          <a:custGeom>
            <a:avLst/>
            <a:gdLst>
              <a:gd name="T0" fmla="*/ 95 w 2985"/>
              <a:gd name="T1" fmla="*/ 21 h 313"/>
              <a:gd name="T2" fmla="*/ 191 w 2985"/>
              <a:gd name="T3" fmla="*/ 10 h 313"/>
              <a:gd name="T4" fmla="*/ 278 w 2985"/>
              <a:gd name="T5" fmla="*/ 43 h 313"/>
              <a:gd name="T6" fmla="*/ 365 w 2985"/>
              <a:gd name="T7" fmla="*/ 47 h 313"/>
              <a:gd name="T8" fmla="*/ 466 w 2985"/>
              <a:gd name="T9" fmla="*/ 47 h 313"/>
              <a:gd name="T10" fmla="*/ 557 w 2985"/>
              <a:gd name="T11" fmla="*/ 65 h 313"/>
              <a:gd name="T12" fmla="*/ 657 w 2985"/>
              <a:gd name="T13" fmla="*/ 65 h 313"/>
              <a:gd name="T14" fmla="*/ 772 w 2985"/>
              <a:gd name="T15" fmla="*/ 61 h 313"/>
              <a:gd name="T16" fmla="*/ 863 w 2985"/>
              <a:gd name="T17" fmla="*/ 68 h 313"/>
              <a:gd name="T18" fmla="*/ 968 w 2985"/>
              <a:gd name="T19" fmla="*/ 65 h 313"/>
              <a:gd name="T20" fmla="*/ 1069 w 2985"/>
              <a:gd name="T21" fmla="*/ 76 h 313"/>
              <a:gd name="T22" fmla="*/ 1179 w 2985"/>
              <a:gd name="T23" fmla="*/ 83 h 313"/>
              <a:gd name="T24" fmla="*/ 1329 w 2985"/>
              <a:gd name="T25" fmla="*/ 83 h 313"/>
              <a:gd name="T26" fmla="*/ 1503 w 2985"/>
              <a:gd name="T27" fmla="*/ 54 h 313"/>
              <a:gd name="T28" fmla="*/ 1581 w 2985"/>
              <a:gd name="T29" fmla="*/ 76 h 313"/>
              <a:gd name="T30" fmla="*/ 1667 w 2985"/>
              <a:gd name="T31" fmla="*/ 87 h 313"/>
              <a:gd name="T32" fmla="*/ 1759 w 2985"/>
              <a:gd name="T33" fmla="*/ 79 h 313"/>
              <a:gd name="T34" fmla="*/ 1846 w 2985"/>
              <a:gd name="T35" fmla="*/ 87 h 313"/>
              <a:gd name="T36" fmla="*/ 1942 w 2985"/>
              <a:gd name="T37" fmla="*/ 87 h 313"/>
              <a:gd name="T38" fmla="*/ 2038 w 2985"/>
              <a:gd name="T39" fmla="*/ 76 h 313"/>
              <a:gd name="T40" fmla="*/ 2166 w 2985"/>
              <a:gd name="T41" fmla="*/ 72 h 313"/>
              <a:gd name="T42" fmla="*/ 2262 w 2985"/>
              <a:gd name="T43" fmla="*/ 39 h 313"/>
              <a:gd name="T44" fmla="*/ 2367 w 2985"/>
              <a:gd name="T45" fmla="*/ 58 h 313"/>
              <a:gd name="T46" fmla="*/ 2458 w 2985"/>
              <a:gd name="T47" fmla="*/ 50 h 313"/>
              <a:gd name="T48" fmla="*/ 2549 w 2985"/>
              <a:gd name="T49" fmla="*/ 58 h 313"/>
              <a:gd name="T50" fmla="*/ 2659 w 2985"/>
              <a:gd name="T51" fmla="*/ 47 h 313"/>
              <a:gd name="T52" fmla="*/ 2755 w 2985"/>
              <a:gd name="T53" fmla="*/ 25 h 313"/>
              <a:gd name="T54" fmla="*/ 2883 w 2985"/>
              <a:gd name="T55" fmla="*/ 18 h 313"/>
              <a:gd name="T56" fmla="*/ 2984 w 2985"/>
              <a:gd name="T57" fmla="*/ 4 h 313"/>
              <a:gd name="T58" fmla="*/ 2901 w 2985"/>
              <a:gd name="T59" fmla="*/ 253 h 313"/>
              <a:gd name="T60" fmla="*/ 2819 w 2985"/>
              <a:gd name="T61" fmla="*/ 253 h 313"/>
              <a:gd name="T62" fmla="*/ 2746 w 2985"/>
              <a:gd name="T63" fmla="*/ 199 h 313"/>
              <a:gd name="T64" fmla="*/ 2695 w 2985"/>
              <a:gd name="T65" fmla="*/ 148 h 313"/>
              <a:gd name="T66" fmla="*/ 2623 w 2985"/>
              <a:gd name="T67" fmla="*/ 108 h 313"/>
              <a:gd name="T68" fmla="*/ 2535 w 2985"/>
              <a:gd name="T69" fmla="*/ 97 h 313"/>
              <a:gd name="T70" fmla="*/ 2463 w 2985"/>
              <a:gd name="T71" fmla="*/ 94 h 313"/>
              <a:gd name="T72" fmla="*/ 2417 w 2985"/>
              <a:gd name="T73" fmla="*/ 188 h 313"/>
              <a:gd name="T74" fmla="*/ 2225 w 2985"/>
              <a:gd name="T75" fmla="*/ 97 h 313"/>
              <a:gd name="T76" fmla="*/ 2143 w 2985"/>
              <a:gd name="T77" fmla="*/ 112 h 313"/>
              <a:gd name="T78" fmla="*/ 2061 w 2985"/>
              <a:gd name="T79" fmla="*/ 108 h 313"/>
              <a:gd name="T80" fmla="*/ 1969 w 2985"/>
              <a:gd name="T81" fmla="*/ 119 h 313"/>
              <a:gd name="T82" fmla="*/ 1878 w 2985"/>
              <a:gd name="T83" fmla="*/ 112 h 313"/>
              <a:gd name="T84" fmla="*/ 1795 w 2985"/>
              <a:gd name="T85" fmla="*/ 119 h 313"/>
              <a:gd name="T86" fmla="*/ 1700 w 2985"/>
              <a:gd name="T87" fmla="*/ 116 h 313"/>
              <a:gd name="T88" fmla="*/ 1594 w 2985"/>
              <a:gd name="T89" fmla="*/ 123 h 313"/>
              <a:gd name="T90" fmla="*/ 1512 w 2985"/>
              <a:gd name="T91" fmla="*/ 119 h 313"/>
              <a:gd name="T92" fmla="*/ 1439 w 2985"/>
              <a:gd name="T93" fmla="*/ 116 h 313"/>
              <a:gd name="T94" fmla="*/ 1352 w 2985"/>
              <a:gd name="T95" fmla="*/ 126 h 313"/>
              <a:gd name="T96" fmla="*/ 1265 w 2985"/>
              <a:gd name="T97" fmla="*/ 116 h 313"/>
              <a:gd name="T98" fmla="*/ 1169 w 2985"/>
              <a:gd name="T99" fmla="*/ 119 h 313"/>
              <a:gd name="T100" fmla="*/ 1082 w 2985"/>
              <a:gd name="T101" fmla="*/ 116 h 313"/>
              <a:gd name="T102" fmla="*/ 996 w 2985"/>
              <a:gd name="T103" fmla="*/ 105 h 313"/>
              <a:gd name="T104" fmla="*/ 908 w 2985"/>
              <a:gd name="T105" fmla="*/ 107 h 313"/>
              <a:gd name="T106" fmla="*/ 827 w 2985"/>
              <a:gd name="T107" fmla="*/ 97 h 313"/>
              <a:gd name="T108" fmla="*/ 735 w 2985"/>
              <a:gd name="T109" fmla="*/ 79 h 313"/>
              <a:gd name="T110" fmla="*/ 653 w 2985"/>
              <a:gd name="T111" fmla="*/ 97 h 313"/>
              <a:gd name="T112" fmla="*/ 566 w 2985"/>
              <a:gd name="T113" fmla="*/ 94 h 313"/>
              <a:gd name="T114" fmla="*/ 479 w 2985"/>
              <a:gd name="T115" fmla="*/ 105 h 313"/>
              <a:gd name="T116" fmla="*/ 397 w 2985"/>
              <a:gd name="T117" fmla="*/ 97 h 313"/>
              <a:gd name="T118" fmla="*/ 306 w 2985"/>
              <a:gd name="T119" fmla="*/ 116 h 313"/>
              <a:gd name="T120" fmla="*/ 224 w 2985"/>
              <a:gd name="T121" fmla="*/ 108 h 313"/>
              <a:gd name="T122" fmla="*/ 132 w 2985"/>
              <a:gd name="T123" fmla="*/ 108 h 313"/>
              <a:gd name="T124" fmla="*/ 50 w 2985"/>
              <a:gd name="T125" fmla="*/ 123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985" h="313">
                <a:moveTo>
                  <a:pt x="0" y="28"/>
                </a:moveTo>
                <a:lnTo>
                  <a:pt x="27" y="21"/>
                </a:lnTo>
                <a:lnTo>
                  <a:pt x="50" y="25"/>
                </a:lnTo>
                <a:lnTo>
                  <a:pt x="64" y="25"/>
                </a:lnTo>
                <a:lnTo>
                  <a:pt x="82" y="25"/>
                </a:lnTo>
                <a:lnTo>
                  <a:pt x="95" y="21"/>
                </a:lnTo>
                <a:lnTo>
                  <a:pt x="109" y="18"/>
                </a:lnTo>
                <a:lnTo>
                  <a:pt x="128" y="18"/>
                </a:lnTo>
                <a:lnTo>
                  <a:pt x="146" y="10"/>
                </a:lnTo>
                <a:lnTo>
                  <a:pt x="159" y="10"/>
                </a:lnTo>
                <a:lnTo>
                  <a:pt x="173" y="10"/>
                </a:lnTo>
                <a:lnTo>
                  <a:pt x="191" y="10"/>
                </a:lnTo>
                <a:lnTo>
                  <a:pt x="205" y="10"/>
                </a:lnTo>
                <a:lnTo>
                  <a:pt x="219" y="18"/>
                </a:lnTo>
                <a:lnTo>
                  <a:pt x="237" y="21"/>
                </a:lnTo>
                <a:lnTo>
                  <a:pt x="247" y="32"/>
                </a:lnTo>
                <a:lnTo>
                  <a:pt x="265" y="36"/>
                </a:lnTo>
                <a:lnTo>
                  <a:pt x="278" y="43"/>
                </a:lnTo>
                <a:lnTo>
                  <a:pt x="292" y="47"/>
                </a:lnTo>
                <a:lnTo>
                  <a:pt x="310" y="47"/>
                </a:lnTo>
                <a:lnTo>
                  <a:pt x="324" y="47"/>
                </a:lnTo>
                <a:lnTo>
                  <a:pt x="337" y="47"/>
                </a:lnTo>
                <a:lnTo>
                  <a:pt x="351" y="47"/>
                </a:lnTo>
                <a:lnTo>
                  <a:pt x="365" y="47"/>
                </a:lnTo>
                <a:lnTo>
                  <a:pt x="379" y="47"/>
                </a:lnTo>
                <a:lnTo>
                  <a:pt x="393" y="43"/>
                </a:lnTo>
                <a:lnTo>
                  <a:pt x="406" y="43"/>
                </a:lnTo>
                <a:lnTo>
                  <a:pt x="429" y="43"/>
                </a:lnTo>
                <a:lnTo>
                  <a:pt x="448" y="47"/>
                </a:lnTo>
                <a:lnTo>
                  <a:pt x="466" y="47"/>
                </a:lnTo>
                <a:lnTo>
                  <a:pt x="484" y="50"/>
                </a:lnTo>
                <a:lnTo>
                  <a:pt x="497" y="54"/>
                </a:lnTo>
                <a:lnTo>
                  <a:pt x="511" y="58"/>
                </a:lnTo>
                <a:lnTo>
                  <a:pt x="525" y="61"/>
                </a:lnTo>
                <a:lnTo>
                  <a:pt x="538" y="61"/>
                </a:lnTo>
                <a:lnTo>
                  <a:pt x="557" y="65"/>
                </a:lnTo>
                <a:lnTo>
                  <a:pt x="571" y="65"/>
                </a:lnTo>
                <a:lnTo>
                  <a:pt x="594" y="65"/>
                </a:lnTo>
                <a:lnTo>
                  <a:pt x="612" y="65"/>
                </a:lnTo>
                <a:lnTo>
                  <a:pt x="630" y="65"/>
                </a:lnTo>
                <a:lnTo>
                  <a:pt x="644" y="65"/>
                </a:lnTo>
                <a:lnTo>
                  <a:pt x="657" y="65"/>
                </a:lnTo>
                <a:lnTo>
                  <a:pt x="680" y="65"/>
                </a:lnTo>
                <a:lnTo>
                  <a:pt x="703" y="61"/>
                </a:lnTo>
                <a:lnTo>
                  <a:pt x="721" y="61"/>
                </a:lnTo>
                <a:lnTo>
                  <a:pt x="740" y="61"/>
                </a:lnTo>
                <a:lnTo>
                  <a:pt x="758" y="61"/>
                </a:lnTo>
                <a:lnTo>
                  <a:pt x="772" y="61"/>
                </a:lnTo>
                <a:lnTo>
                  <a:pt x="785" y="61"/>
                </a:lnTo>
                <a:lnTo>
                  <a:pt x="799" y="61"/>
                </a:lnTo>
                <a:lnTo>
                  <a:pt x="813" y="65"/>
                </a:lnTo>
                <a:lnTo>
                  <a:pt x="827" y="65"/>
                </a:lnTo>
                <a:lnTo>
                  <a:pt x="830" y="44"/>
                </a:lnTo>
                <a:lnTo>
                  <a:pt x="863" y="68"/>
                </a:lnTo>
                <a:lnTo>
                  <a:pt x="884" y="25"/>
                </a:lnTo>
                <a:lnTo>
                  <a:pt x="904" y="65"/>
                </a:lnTo>
                <a:lnTo>
                  <a:pt x="922" y="65"/>
                </a:lnTo>
                <a:lnTo>
                  <a:pt x="941" y="65"/>
                </a:lnTo>
                <a:lnTo>
                  <a:pt x="955" y="65"/>
                </a:lnTo>
                <a:lnTo>
                  <a:pt x="968" y="65"/>
                </a:lnTo>
                <a:lnTo>
                  <a:pt x="982" y="65"/>
                </a:lnTo>
                <a:lnTo>
                  <a:pt x="1007" y="52"/>
                </a:lnTo>
                <a:lnTo>
                  <a:pt x="1014" y="68"/>
                </a:lnTo>
                <a:lnTo>
                  <a:pt x="1033" y="68"/>
                </a:lnTo>
                <a:lnTo>
                  <a:pt x="1051" y="72"/>
                </a:lnTo>
                <a:lnTo>
                  <a:pt x="1069" y="76"/>
                </a:lnTo>
                <a:lnTo>
                  <a:pt x="1087" y="76"/>
                </a:lnTo>
                <a:lnTo>
                  <a:pt x="1101" y="76"/>
                </a:lnTo>
                <a:lnTo>
                  <a:pt x="1123" y="79"/>
                </a:lnTo>
                <a:lnTo>
                  <a:pt x="1151" y="83"/>
                </a:lnTo>
                <a:lnTo>
                  <a:pt x="1165" y="83"/>
                </a:lnTo>
                <a:lnTo>
                  <a:pt x="1179" y="83"/>
                </a:lnTo>
                <a:lnTo>
                  <a:pt x="1197" y="83"/>
                </a:lnTo>
                <a:lnTo>
                  <a:pt x="1211" y="83"/>
                </a:lnTo>
                <a:lnTo>
                  <a:pt x="1224" y="83"/>
                </a:lnTo>
                <a:lnTo>
                  <a:pt x="1238" y="83"/>
                </a:lnTo>
                <a:lnTo>
                  <a:pt x="1283" y="83"/>
                </a:lnTo>
                <a:lnTo>
                  <a:pt x="1329" y="83"/>
                </a:lnTo>
                <a:lnTo>
                  <a:pt x="1375" y="83"/>
                </a:lnTo>
                <a:lnTo>
                  <a:pt x="1393" y="83"/>
                </a:lnTo>
                <a:lnTo>
                  <a:pt x="1412" y="83"/>
                </a:lnTo>
                <a:lnTo>
                  <a:pt x="1430" y="83"/>
                </a:lnTo>
                <a:lnTo>
                  <a:pt x="1443" y="79"/>
                </a:lnTo>
                <a:lnTo>
                  <a:pt x="1503" y="54"/>
                </a:lnTo>
                <a:lnTo>
                  <a:pt x="1512" y="65"/>
                </a:lnTo>
                <a:lnTo>
                  <a:pt x="1521" y="79"/>
                </a:lnTo>
                <a:lnTo>
                  <a:pt x="1540" y="83"/>
                </a:lnTo>
                <a:lnTo>
                  <a:pt x="1553" y="79"/>
                </a:lnTo>
                <a:lnTo>
                  <a:pt x="1567" y="79"/>
                </a:lnTo>
                <a:lnTo>
                  <a:pt x="1581" y="76"/>
                </a:lnTo>
                <a:lnTo>
                  <a:pt x="1594" y="79"/>
                </a:lnTo>
                <a:lnTo>
                  <a:pt x="1613" y="83"/>
                </a:lnTo>
                <a:lnTo>
                  <a:pt x="1626" y="83"/>
                </a:lnTo>
                <a:lnTo>
                  <a:pt x="1640" y="87"/>
                </a:lnTo>
                <a:lnTo>
                  <a:pt x="1654" y="87"/>
                </a:lnTo>
                <a:lnTo>
                  <a:pt x="1667" y="87"/>
                </a:lnTo>
                <a:lnTo>
                  <a:pt x="1681" y="87"/>
                </a:lnTo>
                <a:lnTo>
                  <a:pt x="1695" y="87"/>
                </a:lnTo>
                <a:lnTo>
                  <a:pt x="1708" y="83"/>
                </a:lnTo>
                <a:lnTo>
                  <a:pt x="1722" y="83"/>
                </a:lnTo>
                <a:lnTo>
                  <a:pt x="1741" y="83"/>
                </a:lnTo>
                <a:lnTo>
                  <a:pt x="1759" y="79"/>
                </a:lnTo>
                <a:lnTo>
                  <a:pt x="1772" y="76"/>
                </a:lnTo>
                <a:lnTo>
                  <a:pt x="1786" y="76"/>
                </a:lnTo>
                <a:lnTo>
                  <a:pt x="1804" y="76"/>
                </a:lnTo>
                <a:lnTo>
                  <a:pt x="1818" y="72"/>
                </a:lnTo>
                <a:lnTo>
                  <a:pt x="1832" y="76"/>
                </a:lnTo>
                <a:lnTo>
                  <a:pt x="1846" y="87"/>
                </a:lnTo>
                <a:lnTo>
                  <a:pt x="1860" y="90"/>
                </a:lnTo>
                <a:lnTo>
                  <a:pt x="1878" y="90"/>
                </a:lnTo>
                <a:lnTo>
                  <a:pt x="1891" y="90"/>
                </a:lnTo>
                <a:lnTo>
                  <a:pt x="1905" y="90"/>
                </a:lnTo>
                <a:lnTo>
                  <a:pt x="1923" y="90"/>
                </a:lnTo>
                <a:lnTo>
                  <a:pt x="1942" y="87"/>
                </a:lnTo>
                <a:lnTo>
                  <a:pt x="1960" y="83"/>
                </a:lnTo>
                <a:lnTo>
                  <a:pt x="1978" y="83"/>
                </a:lnTo>
                <a:lnTo>
                  <a:pt x="1992" y="79"/>
                </a:lnTo>
                <a:lnTo>
                  <a:pt x="2010" y="79"/>
                </a:lnTo>
                <a:lnTo>
                  <a:pt x="2024" y="76"/>
                </a:lnTo>
                <a:lnTo>
                  <a:pt x="2038" y="76"/>
                </a:lnTo>
                <a:lnTo>
                  <a:pt x="2051" y="76"/>
                </a:lnTo>
                <a:lnTo>
                  <a:pt x="2106" y="76"/>
                </a:lnTo>
                <a:lnTo>
                  <a:pt x="2120" y="76"/>
                </a:lnTo>
                <a:lnTo>
                  <a:pt x="2138" y="76"/>
                </a:lnTo>
                <a:lnTo>
                  <a:pt x="2152" y="76"/>
                </a:lnTo>
                <a:lnTo>
                  <a:pt x="2166" y="72"/>
                </a:lnTo>
                <a:lnTo>
                  <a:pt x="2184" y="65"/>
                </a:lnTo>
                <a:lnTo>
                  <a:pt x="2207" y="61"/>
                </a:lnTo>
                <a:lnTo>
                  <a:pt x="2221" y="58"/>
                </a:lnTo>
                <a:lnTo>
                  <a:pt x="2234" y="50"/>
                </a:lnTo>
                <a:lnTo>
                  <a:pt x="2248" y="47"/>
                </a:lnTo>
                <a:lnTo>
                  <a:pt x="2262" y="39"/>
                </a:lnTo>
                <a:lnTo>
                  <a:pt x="2275" y="39"/>
                </a:lnTo>
                <a:lnTo>
                  <a:pt x="2289" y="43"/>
                </a:lnTo>
                <a:lnTo>
                  <a:pt x="2312" y="47"/>
                </a:lnTo>
                <a:lnTo>
                  <a:pt x="2326" y="47"/>
                </a:lnTo>
                <a:lnTo>
                  <a:pt x="2348" y="54"/>
                </a:lnTo>
                <a:lnTo>
                  <a:pt x="2367" y="58"/>
                </a:lnTo>
                <a:lnTo>
                  <a:pt x="2380" y="58"/>
                </a:lnTo>
                <a:lnTo>
                  <a:pt x="2394" y="58"/>
                </a:lnTo>
                <a:lnTo>
                  <a:pt x="2408" y="54"/>
                </a:lnTo>
                <a:lnTo>
                  <a:pt x="2426" y="54"/>
                </a:lnTo>
                <a:lnTo>
                  <a:pt x="2440" y="50"/>
                </a:lnTo>
                <a:lnTo>
                  <a:pt x="2458" y="50"/>
                </a:lnTo>
                <a:lnTo>
                  <a:pt x="2481" y="50"/>
                </a:lnTo>
                <a:lnTo>
                  <a:pt x="2494" y="50"/>
                </a:lnTo>
                <a:lnTo>
                  <a:pt x="2508" y="54"/>
                </a:lnTo>
                <a:lnTo>
                  <a:pt x="2522" y="54"/>
                </a:lnTo>
                <a:lnTo>
                  <a:pt x="2535" y="58"/>
                </a:lnTo>
                <a:lnTo>
                  <a:pt x="2549" y="58"/>
                </a:lnTo>
                <a:lnTo>
                  <a:pt x="2568" y="58"/>
                </a:lnTo>
                <a:lnTo>
                  <a:pt x="2590" y="54"/>
                </a:lnTo>
                <a:lnTo>
                  <a:pt x="2613" y="54"/>
                </a:lnTo>
                <a:lnTo>
                  <a:pt x="2627" y="54"/>
                </a:lnTo>
                <a:lnTo>
                  <a:pt x="2646" y="50"/>
                </a:lnTo>
                <a:lnTo>
                  <a:pt x="2659" y="47"/>
                </a:lnTo>
                <a:lnTo>
                  <a:pt x="2673" y="39"/>
                </a:lnTo>
                <a:lnTo>
                  <a:pt x="2687" y="36"/>
                </a:lnTo>
                <a:lnTo>
                  <a:pt x="2705" y="32"/>
                </a:lnTo>
                <a:lnTo>
                  <a:pt x="2723" y="32"/>
                </a:lnTo>
                <a:lnTo>
                  <a:pt x="2741" y="29"/>
                </a:lnTo>
                <a:lnTo>
                  <a:pt x="2755" y="25"/>
                </a:lnTo>
                <a:lnTo>
                  <a:pt x="2773" y="21"/>
                </a:lnTo>
                <a:lnTo>
                  <a:pt x="2787" y="18"/>
                </a:lnTo>
                <a:lnTo>
                  <a:pt x="2801" y="14"/>
                </a:lnTo>
                <a:lnTo>
                  <a:pt x="2851" y="0"/>
                </a:lnTo>
                <a:lnTo>
                  <a:pt x="2874" y="7"/>
                </a:lnTo>
                <a:lnTo>
                  <a:pt x="2883" y="18"/>
                </a:lnTo>
                <a:lnTo>
                  <a:pt x="2896" y="21"/>
                </a:lnTo>
                <a:lnTo>
                  <a:pt x="2911" y="21"/>
                </a:lnTo>
                <a:lnTo>
                  <a:pt x="2933" y="18"/>
                </a:lnTo>
                <a:lnTo>
                  <a:pt x="2947" y="14"/>
                </a:lnTo>
                <a:lnTo>
                  <a:pt x="2960" y="7"/>
                </a:lnTo>
                <a:lnTo>
                  <a:pt x="2984" y="4"/>
                </a:lnTo>
                <a:lnTo>
                  <a:pt x="2984" y="312"/>
                </a:lnTo>
                <a:lnTo>
                  <a:pt x="2933" y="293"/>
                </a:lnTo>
                <a:lnTo>
                  <a:pt x="2924" y="282"/>
                </a:lnTo>
                <a:lnTo>
                  <a:pt x="2919" y="272"/>
                </a:lnTo>
                <a:lnTo>
                  <a:pt x="2915" y="261"/>
                </a:lnTo>
                <a:lnTo>
                  <a:pt x="2901" y="253"/>
                </a:lnTo>
                <a:lnTo>
                  <a:pt x="2888" y="253"/>
                </a:lnTo>
                <a:lnTo>
                  <a:pt x="2874" y="264"/>
                </a:lnTo>
                <a:lnTo>
                  <a:pt x="2860" y="253"/>
                </a:lnTo>
                <a:lnTo>
                  <a:pt x="2847" y="257"/>
                </a:lnTo>
                <a:lnTo>
                  <a:pt x="2828" y="264"/>
                </a:lnTo>
                <a:lnTo>
                  <a:pt x="2819" y="253"/>
                </a:lnTo>
                <a:lnTo>
                  <a:pt x="2805" y="250"/>
                </a:lnTo>
                <a:lnTo>
                  <a:pt x="2792" y="243"/>
                </a:lnTo>
                <a:lnTo>
                  <a:pt x="2782" y="232"/>
                </a:lnTo>
                <a:lnTo>
                  <a:pt x="2769" y="221"/>
                </a:lnTo>
                <a:lnTo>
                  <a:pt x="2755" y="210"/>
                </a:lnTo>
                <a:lnTo>
                  <a:pt x="2746" y="199"/>
                </a:lnTo>
                <a:lnTo>
                  <a:pt x="2732" y="206"/>
                </a:lnTo>
                <a:lnTo>
                  <a:pt x="2718" y="199"/>
                </a:lnTo>
                <a:lnTo>
                  <a:pt x="2718" y="188"/>
                </a:lnTo>
                <a:lnTo>
                  <a:pt x="2709" y="174"/>
                </a:lnTo>
                <a:lnTo>
                  <a:pt x="2700" y="159"/>
                </a:lnTo>
                <a:lnTo>
                  <a:pt x="2695" y="148"/>
                </a:lnTo>
                <a:lnTo>
                  <a:pt x="2682" y="141"/>
                </a:lnTo>
                <a:lnTo>
                  <a:pt x="2664" y="148"/>
                </a:lnTo>
                <a:lnTo>
                  <a:pt x="2654" y="134"/>
                </a:lnTo>
                <a:lnTo>
                  <a:pt x="2646" y="123"/>
                </a:lnTo>
                <a:lnTo>
                  <a:pt x="2632" y="119"/>
                </a:lnTo>
                <a:lnTo>
                  <a:pt x="2623" y="108"/>
                </a:lnTo>
                <a:lnTo>
                  <a:pt x="2609" y="108"/>
                </a:lnTo>
                <a:lnTo>
                  <a:pt x="2595" y="108"/>
                </a:lnTo>
                <a:lnTo>
                  <a:pt x="2581" y="105"/>
                </a:lnTo>
                <a:lnTo>
                  <a:pt x="2563" y="97"/>
                </a:lnTo>
                <a:lnTo>
                  <a:pt x="2549" y="97"/>
                </a:lnTo>
                <a:lnTo>
                  <a:pt x="2535" y="97"/>
                </a:lnTo>
                <a:lnTo>
                  <a:pt x="2517" y="94"/>
                </a:lnTo>
                <a:lnTo>
                  <a:pt x="2504" y="90"/>
                </a:lnTo>
                <a:lnTo>
                  <a:pt x="2494" y="79"/>
                </a:lnTo>
                <a:lnTo>
                  <a:pt x="2481" y="79"/>
                </a:lnTo>
                <a:lnTo>
                  <a:pt x="2467" y="83"/>
                </a:lnTo>
                <a:lnTo>
                  <a:pt x="2463" y="94"/>
                </a:lnTo>
                <a:lnTo>
                  <a:pt x="2449" y="105"/>
                </a:lnTo>
                <a:lnTo>
                  <a:pt x="2435" y="108"/>
                </a:lnTo>
                <a:lnTo>
                  <a:pt x="2463" y="210"/>
                </a:lnTo>
                <a:lnTo>
                  <a:pt x="2445" y="206"/>
                </a:lnTo>
                <a:lnTo>
                  <a:pt x="2430" y="199"/>
                </a:lnTo>
                <a:lnTo>
                  <a:pt x="2417" y="188"/>
                </a:lnTo>
                <a:lnTo>
                  <a:pt x="2289" y="119"/>
                </a:lnTo>
                <a:lnTo>
                  <a:pt x="2275" y="112"/>
                </a:lnTo>
                <a:lnTo>
                  <a:pt x="2262" y="105"/>
                </a:lnTo>
                <a:lnTo>
                  <a:pt x="2252" y="94"/>
                </a:lnTo>
                <a:lnTo>
                  <a:pt x="2239" y="90"/>
                </a:lnTo>
                <a:lnTo>
                  <a:pt x="2225" y="97"/>
                </a:lnTo>
                <a:lnTo>
                  <a:pt x="2216" y="108"/>
                </a:lnTo>
                <a:lnTo>
                  <a:pt x="2198" y="119"/>
                </a:lnTo>
                <a:lnTo>
                  <a:pt x="2184" y="123"/>
                </a:lnTo>
                <a:lnTo>
                  <a:pt x="2170" y="123"/>
                </a:lnTo>
                <a:lnTo>
                  <a:pt x="2156" y="116"/>
                </a:lnTo>
                <a:lnTo>
                  <a:pt x="2143" y="112"/>
                </a:lnTo>
                <a:lnTo>
                  <a:pt x="2129" y="119"/>
                </a:lnTo>
                <a:lnTo>
                  <a:pt x="2115" y="108"/>
                </a:lnTo>
                <a:lnTo>
                  <a:pt x="2102" y="112"/>
                </a:lnTo>
                <a:lnTo>
                  <a:pt x="2088" y="119"/>
                </a:lnTo>
                <a:lnTo>
                  <a:pt x="2074" y="112"/>
                </a:lnTo>
                <a:lnTo>
                  <a:pt x="2061" y="108"/>
                </a:lnTo>
                <a:lnTo>
                  <a:pt x="2047" y="108"/>
                </a:lnTo>
                <a:lnTo>
                  <a:pt x="2033" y="112"/>
                </a:lnTo>
                <a:lnTo>
                  <a:pt x="2020" y="112"/>
                </a:lnTo>
                <a:lnTo>
                  <a:pt x="2006" y="108"/>
                </a:lnTo>
                <a:lnTo>
                  <a:pt x="1987" y="112"/>
                </a:lnTo>
                <a:lnTo>
                  <a:pt x="1969" y="119"/>
                </a:lnTo>
                <a:lnTo>
                  <a:pt x="1955" y="119"/>
                </a:lnTo>
                <a:lnTo>
                  <a:pt x="1937" y="123"/>
                </a:lnTo>
                <a:lnTo>
                  <a:pt x="1923" y="123"/>
                </a:lnTo>
                <a:lnTo>
                  <a:pt x="1905" y="116"/>
                </a:lnTo>
                <a:lnTo>
                  <a:pt x="1891" y="112"/>
                </a:lnTo>
                <a:lnTo>
                  <a:pt x="1878" y="112"/>
                </a:lnTo>
                <a:lnTo>
                  <a:pt x="1864" y="119"/>
                </a:lnTo>
                <a:lnTo>
                  <a:pt x="1846" y="130"/>
                </a:lnTo>
                <a:lnTo>
                  <a:pt x="1832" y="137"/>
                </a:lnTo>
                <a:lnTo>
                  <a:pt x="1823" y="126"/>
                </a:lnTo>
                <a:lnTo>
                  <a:pt x="1809" y="119"/>
                </a:lnTo>
                <a:lnTo>
                  <a:pt x="1795" y="119"/>
                </a:lnTo>
                <a:lnTo>
                  <a:pt x="1782" y="123"/>
                </a:lnTo>
                <a:lnTo>
                  <a:pt x="1768" y="126"/>
                </a:lnTo>
                <a:lnTo>
                  <a:pt x="1749" y="126"/>
                </a:lnTo>
                <a:lnTo>
                  <a:pt x="1731" y="123"/>
                </a:lnTo>
                <a:lnTo>
                  <a:pt x="1713" y="119"/>
                </a:lnTo>
                <a:lnTo>
                  <a:pt x="1700" y="116"/>
                </a:lnTo>
                <a:lnTo>
                  <a:pt x="1677" y="119"/>
                </a:lnTo>
                <a:lnTo>
                  <a:pt x="1663" y="123"/>
                </a:lnTo>
                <a:lnTo>
                  <a:pt x="1644" y="126"/>
                </a:lnTo>
                <a:lnTo>
                  <a:pt x="1622" y="134"/>
                </a:lnTo>
                <a:lnTo>
                  <a:pt x="1608" y="130"/>
                </a:lnTo>
                <a:lnTo>
                  <a:pt x="1594" y="123"/>
                </a:lnTo>
                <a:lnTo>
                  <a:pt x="1581" y="116"/>
                </a:lnTo>
                <a:lnTo>
                  <a:pt x="1567" y="119"/>
                </a:lnTo>
                <a:lnTo>
                  <a:pt x="1553" y="119"/>
                </a:lnTo>
                <a:lnTo>
                  <a:pt x="1540" y="119"/>
                </a:lnTo>
                <a:lnTo>
                  <a:pt x="1526" y="119"/>
                </a:lnTo>
                <a:lnTo>
                  <a:pt x="1512" y="119"/>
                </a:lnTo>
                <a:lnTo>
                  <a:pt x="1499" y="119"/>
                </a:lnTo>
                <a:lnTo>
                  <a:pt x="1506" y="245"/>
                </a:lnTo>
                <a:lnTo>
                  <a:pt x="1480" y="112"/>
                </a:lnTo>
                <a:lnTo>
                  <a:pt x="1466" y="112"/>
                </a:lnTo>
                <a:lnTo>
                  <a:pt x="1453" y="112"/>
                </a:lnTo>
                <a:lnTo>
                  <a:pt x="1439" y="116"/>
                </a:lnTo>
                <a:lnTo>
                  <a:pt x="1421" y="116"/>
                </a:lnTo>
                <a:lnTo>
                  <a:pt x="1407" y="116"/>
                </a:lnTo>
                <a:lnTo>
                  <a:pt x="1393" y="119"/>
                </a:lnTo>
                <a:lnTo>
                  <a:pt x="1380" y="126"/>
                </a:lnTo>
                <a:lnTo>
                  <a:pt x="1366" y="126"/>
                </a:lnTo>
                <a:lnTo>
                  <a:pt x="1352" y="126"/>
                </a:lnTo>
                <a:lnTo>
                  <a:pt x="1339" y="126"/>
                </a:lnTo>
                <a:lnTo>
                  <a:pt x="1324" y="126"/>
                </a:lnTo>
                <a:lnTo>
                  <a:pt x="1311" y="119"/>
                </a:lnTo>
                <a:lnTo>
                  <a:pt x="1293" y="116"/>
                </a:lnTo>
                <a:lnTo>
                  <a:pt x="1279" y="116"/>
                </a:lnTo>
                <a:lnTo>
                  <a:pt x="1265" y="116"/>
                </a:lnTo>
                <a:lnTo>
                  <a:pt x="1247" y="119"/>
                </a:lnTo>
                <a:lnTo>
                  <a:pt x="1234" y="119"/>
                </a:lnTo>
                <a:lnTo>
                  <a:pt x="1215" y="119"/>
                </a:lnTo>
                <a:lnTo>
                  <a:pt x="1201" y="123"/>
                </a:lnTo>
                <a:lnTo>
                  <a:pt x="1183" y="123"/>
                </a:lnTo>
                <a:lnTo>
                  <a:pt x="1169" y="119"/>
                </a:lnTo>
                <a:lnTo>
                  <a:pt x="1156" y="119"/>
                </a:lnTo>
                <a:lnTo>
                  <a:pt x="1137" y="116"/>
                </a:lnTo>
                <a:lnTo>
                  <a:pt x="1123" y="112"/>
                </a:lnTo>
                <a:lnTo>
                  <a:pt x="1110" y="112"/>
                </a:lnTo>
                <a:lnTo>
                  <a:pt x="1096" y="112"/>
                </a:lnTo>
                <a:lnTo>
                  <a:pt x="1082" y="116"/>
                </a:lnTo>
                <a:lnTo>
                  <a:pt x="1069" y="119"/>
                </a:lnTo>
                <a:lnTo>
                  <a:pt x="1055" y="119"/>
                </a:lnTo>
                <a:lnTo>
                  <a:pt x="1037" y="119"/>
                </a:lnTo>
                <a:lnTo>
                  <a:pt x="1023" y="119"/>
                </a:lnTo>
                <a:lnTo>
                  <a:pt x="1010" y="112"/>
                </a:lnTo>
                <a:lnTo>
                  <a:pt x="996" y="105"/>
                </a:lnTo>
                <a:lnTo>
                  <a:pt x="982" y="97"/>
                </a:lnTo>
                <a:lnTo>
                  <a:pt x="963" y="94"/>
                </a:lnTo>
                <a:lnTo>
                  <a:pt x="950" y="94"/>
                </a:lnTo>
                <a:lnTo>
                  <a:pt x="929" y="100"/>
                </a:lnTo>
                <a:lnTo>
                  <a:pt x="922" y="83"/>
                </a:lnTo>
                <a:lnTo>
                  <a:pt x="908" y="107"/>
                </a:lnTo>
                <a:lnTo>
                  <a:pt x="895" y="79"/>
                </a:lnTo>
                <a:lnTo>
                  <a:pt x="887" y="100"/>
                </a:lnTo>
                <a:lnTo>
                  <a:pt x="868" y="83"/>
                </a:lnTo>
                <a:lnTo>
                  <a:pt x="854" y="90"/>
                </a:lnTo>
                <a:lnTo>
                  <a:pt x="840" y="90"/>
                </a:lnTo>
                <a:lnTo>
                  <a:pt x="827" y="97"/>
                </a:lnTo>
                <a:lnTo>
                  <a:pt x="813" y="97"/>
                </a:lnTo>
                <a:lnTo>
                  <a:pt x="799" y="90"/>
                </a:lnTo>
                <a:lnTo>
                  <a:pt x="781" y="87"/>
                </a:lnTo>
                <a:lnTo>
                  <a:pt x="767" y="87"/>
                </a:lnTo>
                <a:lnTo>
                  <a:pt x="749" y="79"/>
                </a:lnTo>
                <a:lnTo>
                  <a:pt x="735" y="79"/>
                </a:lnTo>
                <a:lnTo>
                  <a:pt x="721" y="83"/>
                </a:lnTo>
                <a:lnTo>
                  <a:pt x="708" y="87"/>
                </a:lnTo>
                <a:lnTo>
                  <a:pt x="694" y="90"/>
                </a:lnTo>
                <a:lnTo>
                  <a:pt x="680" y="94"/>
                </a:lnTo>
                <a:lnTo>
                  <a:pt x="667" y="97"/>
                </a:lnTo>
                <a:lnTo>
                  <a:pt x="653" y="97"/>
                </a:lnTo>
                <a:lnTo>
                  <a:pt x="639" y="97"/>
                </a:lnTo>
                <a:lnTo>
                  <a:pt x="626" y="97"/>
                </a:lnTo>
                <a:lnTo>
                  <a:pt x="607" y="97"/>
                </a:lnTo>
                <a:lnTo>
                  <a:pt x="594" y="97"/>
                </a:lnTo>
                <a:lnTo>
                  <a:pt x="580" y="94"/>
                </a:lnTo>
                <a:lnTo>
                  <a:pt x="566" y="94"/>
                </a:lnTo>
                <a:lnTo>
                  <a:pt x="553" y="94"/>
                </a:lnTo>
                <a:lnTo>
                  <a:pt x="534" y="94"/>
                </a:lnTo>
                <a:lnTo>
                  <a:pt x="520" y="94"/>
                </a:lnTo>
                <a:lnTo>
                  <a:pt x="507" y="94"/>
                </a:lnTo>
                <a:lnTo>
                  <a:pt x="493" y="101"/>
                </a:lnTo>
                <a:lnTo>
                  <a:pt x="479" y="105"/>
                </a:lnTo>
                <a:lnTo>
                  <a:pt x="466" y="108"/>
                </a:lnTo>
                <a:lnTo>
                  <a:pt x="452" y="108"/>
                </a:lnTo>
                <a:lnTo>
                  <a:pt x="438" y="108"/>
                </a:lnTo>
                <a:lnTo>
                  <a:pt x="425" y="101"/>
                </a:lnTo>
                <a:lnTo>
                  <a:pt x="411" y="97"/>
                </a:lnTo>
                <a:lnTo>
                  <a:pt x="397" y="97"/>
                </a:lnTo>
                <a:lnTo>
                  <a:pt x="383" y="97"/>
                </a:lnTo>
                <a:lnTo>
                  <a:pt x="360" y="94"/>
                </a:lnTo>
                <a:lnTo>
                  <a:pt x="347" y="94"/>
                </a:lnTo>
                <a:lnTo>
                  <a:pt x="333" y="101"/>
                </a:lnTo>
                <a:lnTo>
                  <a:pt x="319" y="108"/>
                </a:lnTo>
                <a:lnTo>
                  <a:pt x="306" y="116"/>
                </a:lnTo>
                <a:lnTo>
                  <a:pt x="292" y="119"/>
                </a:lnTo>
                <a:lnTo>
                  <a:pt x="278" y="119"/>
                </a:lnTo>
                <a:lnTo>
                  <a:pt x="265" y="116"/>
                </a:lnTo>
                <a:lnTo>
                  <a:pt x="251" y="112"/>
                </a:lnTo>
                <a:lnTo>
                  <a:pt x="237" y="112"/>
                </a:lnTo>
                <a:lnTo>
                  <a:pt x="224" y="108"/>
                </a:lnTo>
                <a:lnTo>
                  <a:pt x="210" y="108"/>
                </a:lnTo>
                <a:lnTo>
                  <a:pt x="196" y="108"/>
                </a:lnTo>
                <a:lnTo>
                  <a:pt x="178" y="108"/>
                </a:lnTo>
                <a:lnTo>
                  <a:pt x="159" y="108"/>
                </a:lnTo>
                <a:lnTo>
                  <a:pt x="146" y="108"/>
                </a:lnTo>
                <a:lnTo>
                  <a:pt x="132" y="108"/>
                </a:lnTo>
                <a:lnTo>
                  <a:pt x="118" y="112"/>
                </a:lnTo>
                <a:lnTo>
                  <a:pt x="105" y="112"/>
                </a:lnTo>
                <a:lnTo>
                  <a:pt x="91" y="112"/>
                </a:lnTo>
                <a:lnTo>
                  <a:pt x="77" y="116"/>
                </a:lnTo>
                <a:lnTo>
                  <a:pt x="64" y="119"/>
                </a:lnTo>
                <a:lnTo>
                  <a:pt x="50" y="123"/>
                </a:lnTo>
                <a:lnTo>
                  <a:pt x="31" y="130"/>
                </a:lnTo>
                <a:lnTo>
                  <a:pt x="13" y="134"/>
                </a:lnTo>
                <a:lnTo>
                  <a:pt x="0" y="141"/>
                </a:lnTo>
                <a:lnTo>
                  <a:pt x="0" y="28"/>
                </a:lnTo>
              </a:path>
            </a:pathLst>
          </a:custGeom>
          <a:ln w="12700" cap="rnd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93A67D9D-F3CA-E67E-2FC1-345752AF9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0" y="234950"/>
            <a:ext cx="3911600" cy="28733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lIns="90488" tIns="0" rIns="90488" bIns="0" anchor="ctr">
            <a:spAutoFit/>
          </a:bodyPr>
          <a:lstStyle/>
          <a:p>
            <a:r>
              <a:rPr lang="en-US" altLang="en-US" sz="18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Tim   </a:t>
            </a:r>
            <a:r>
              <a:rPr lang="en-US" altLang="en-US" sz="1800" b="1"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John</a:t>
            </a:r>
            <a:r>
              <a:rPr lang="en-US" altLang="en-US" sz="18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  Roberts</a:t>
            </a:r>
          </a:p>
        </p:txBody>
      </p:sp>
      <p:sp>
        <p:nvSpPr>
          <p:cNvPr id="7173" name="AutoShape 5">
            <a:extLst>
              <a:ext uri="{FF2B5EF4-FFF2-40B4-BE49-F238E27FC236}">
                <a16:creationId xmlns:a16="http://schemas.microsoft.com/office/drawing/2014/main" id="{45575537-48D2-82B0-B4CD-5E3DCB3EB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501650"/>
            <a:ext cx="146050" cy="215900"/>
          </a:xfrm>
          <a:prstGeom prst="upArrow">
            <a:avLst>
              <a:gd name="adj1" fmla="val 50000"/>
              <a:gd name="adj2" fmla="val 73906"/>
            </a:avLst>
          </a:prstGeom>
          <a:solidFill>
            <a:srgbClr val="66FF33"/>
          </a:solidFill>
          <a:ln w="12700">
            <a:solidFill>
              <a:srgbClr val="67676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4" name="AutoShape 6">
            <a:extLst>
              <a:ext uri="{FF2B5EF4-FFF2-40B4-BE49-F238E27FC236}">
                <a16:creationId xmlns:a16="http://schemas.microsoft.com/office/drawing/2014/main" id="{00B99AE6-F40D-3F42-9840-D1F6C876C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1975" y="1749425"/>
            <a:ext cx="1511300" cy="644525"/>
          </a:xfrm>
          <a:prstGeom prst="roundRect">
            <a:avLst>
              <a:gd name="adj" fmla="val 12486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John</a:t>
            </a:r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B6CD3122-2BA2-D4F3-64E2-65C640839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730250"/>
            <a:ext cx="1473200" cy="2825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 lIns="38100" tIns="0" rIns="38100" bIns="0" anchor="ctr"/>
          <a:lstStyle/>
          <a:p>
            <a:r>
              <a:rPr lang="en-US" altLang="en-US" sz="1800" b="1"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John</a:t>
            </a:r>
          </a:p>
        </p:txBody>
      </p:sp>
      <p:sp>
        <p:nvSpPr>
          <p:cNvPr id="7176" name="Rectangle 8">
            <a:extLst>
              <a:ext uri="{FF2B5EF4-FFF2-40B4-BE49-F238E27FC236}">
                <a16:creationId xmlns:a16="http://schemas.microsoft.com/office/drawing/2014/main" id="{FBC7F078-6F75-568E-FAC7-5869E48AF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5800" y="269875"/>
            <a:ext cx="193675" cy="215900"/>
          </a:xfrm>
          <a:prstGeom prst="rect">
            <a:avLst/>
          </a:prstGeom>
          <a:solidFill>
            <a:srgbClr val="037C03"/>
          </a:solidFill>
          <a:ln w="25400">
            <a:solidFill>
              <a:srgbClr val="037C0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875FD63-9257-339F-02F0-EC29DC356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3" y="9525"/>
            <a:ext cx="4695825" cy="3767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OldName  PIC X(80).</a:t>
            </a:r>
          </a:p>
          <a:p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</a:p>
          <a:p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TempName PIC X(16).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UnstrPtr PIC 99 VALUE 1.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NameProcessed VALUE 81.</a:t>
            </a:r>
          </a:p>
          <a:p>
            <a:pPr>
              <a:lnSpc>
                <a:spcPct val="85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ProcessName.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ACCEPT OldName.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PERFORM UNTIL NameProcessed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CF0E30"/>
                </a:solidFill>
                <a:latin typeface="Courier New" panose="02070309020205020404" pitchFamily="49" charset="0"/>
              </a:rPr>
              <a:t>      UNSTRING OldName DELIMITED BY ALL SPACES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CF0E30"/>
                </a:solidFill>
                <a:latin typeface="Courier New" panose="02070309020205020404" pitchFamily="49" charset="0"/>
              </a:rPr>
              <a:t>         INTO TempName WITH POINTER UnstrPtr</a:t>
            </a:r>
            <a:br>
              <a:rPr lang="en-US" altLang="en-US" sz="1200" b="1">
                <a:solidFill>
                  <a:srgbClr val="CF0E3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CF0E30"/>
                </a:solidFill>
                <a:latin typeface="Courier New" panose="02070309020205020404" pitchFamily="49" charset="0"/>
              </a:rPr>
              <a:t>      END-UNSTRING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Display TempName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END-PERFORM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STOP RUN.</a:t>
            </a:r>
          </a:p>
        </p:txBody>
      </p:sp>
      <p:sp useBgFill="1">
        <p:nvSpPr>
          <p:cNvPr id="8195" name="Freeform 3">
            <a:extLst>
              <a:ext uri="{FF2B5EF4-FFF2-40B4-BE49-F238E27FC236}">
                <a16:creationId xmlns:a16="http://schemas.microsoft.com/office/drawing/2014/main" id="{477F5B77-4FCA-B366-D8AB-7C59B8FE34E2}"/>
              </a:ext>
            </a:extLst>
          </p:cNvPr>
          <p:cNvSpPr>
            <a:spLocks/>
          </p:cNvSpPr>
          <p:nvPr/>
        </p:nvSpPr>
        <p:spPr bwMode="auto">
          <a:xfrm>
            <a:off x="14288" y="1495425"/>
            <a:ext cx="4738687" cy="496888"/>
          </a:xfrm>
          <a:custGeom>
            <a:avLst/>
            <a:gdLst>
              <a:gd name="T0" fmla="*/ 95 w 2985"/>
              <a:gd name="T1" fmla="*/ 21 h 313"/>
              <a:gd name="T2" fmla="*/ 191 w 2985"/>
              <a:gd name="T3" fmla="*/ 10 h 313"/>
              <a:gd name="T4" fmla="*/ 278 w 2985"/>
              <a:gd name="T5" fmla="*/ 43 h 313"/>
              <a:gd name="T6" fmla="*/ 365 w 2985"/>
              <a:gd name="T7" fmla="*/ 47 h 313"/>
              <a:gd name="T8" fmla="*/ 466 w 2985"/>
              <a:gd name="T9" fmla="*/ 47 h 313"/>
              <a:gd name="T10" fmla="*/ 557 w 2985"/>
              <a:gd name="T11" fmla="*/ 65 h 313"/>
              <a:gd name="T12" fmla="*/ 657 w 2985"/>
              <a:gd name="T13" fmla="*/ 65 h 313"/>
              <a:gd name="T14" fmla="*/ 772 w 2985"/>
              <a:gd name="T15" fmla="*/ 61 h 313"/>
              <a:gd name="T16" fmla="*/ 863 w 2985"/>
              <a:gd name="T17" fmla="*/ 68 h 313"/>
              <a:gd name="T18" fmla="*/ 968 w 2985"/>
              <a:gd name="T19" fmla="*/ 65 h 313"/>
              <a:gd name="T20" fmla="*/ 1069 w 2985"/>
              <a:gd name="T21" fmla="*/ 76 h 313"/>
              <a:gd name="T22" fmla="*/ 1179 w 2985"/>
              <a:gd name="T23" fmla="*/ 83 h 313"/>
              <a:gd name="T24" fmla="*/ 1329 w 2985"/>
              <a:gd name="T25" fmla="*/ 83 h 313"/>
              <a:gd name="T26" fmla="*/ 1503 w 2985"/>
              <a:gd name="T27" fmla="*/ 54 h 313"/>
              <a:gd name="T28" fmla="*/ 1581 w 2985"/>
              <a:gd name="T29" fmla="*/ 76 h 313"/>
              <a:gd name="T30" fmla="*/ 1667 w 2985"/>
              <a:gd name="T31" fmla="*/ 87 h 313"/>
              <a:gd name="T32" fmla="*/ 1759 w 2985"/>
              <a:gd name="T33" fmla="*/ 79 h 313"/>
              <a:gd name="T34" fmla="*/ 1846 w 2985"/>
              <a:gd name="T35" fmla="*/ 87 h 313"/>
              <a:gd name="T36" fmla="*/ 1942 w 2985"/>
              <a:gd name="T37" fmla="*/ 87 h 313"/>
              <a:gd name="T38" fmla="*/ 2038 w 2985"/>
              <a:gd name="T39" fmla="*/ 76 h 313"/>
              <a:gd name="T40" fmla="*/ 2166 w 2985"/>
              <a:gd name="T41" fmla="*/ 72 h 313"/>
              <a:gd name="T42" fmla="*/ 2262 w 2985"/>
              <a:gd name="T43" fmla="*/ 39 h 313"/>
              <a:gd name="T44" fmla="*/ 2367 w 2985"/>
              <a:gd name="T45" fmla="*/ 58 h 313"/>
              <a:gd name="T46" fmla="*/ 2458 w 2985"/>
              <a:gd name="T47" fmla="*/ 50 h 313"/>
              <a:gd name="T48" fmla="*/ 2549 w 2985"/>
              <a:gd name="T49" fmla="*/ 58 h 313"/>
              <a:gd name="T50" fmla="*/ 2659 w 2985"/>
              <a:gd name="T51" fmla="*/ 47 h 313"/>
              <a:gd name="T52" fmla="*/ 2755 w 2985"/>
              <a:gd name="T53" fmla="*/ 25 h 313"/>
              <a:gd name="T54" fmla="*/ 2883 w 2985"/>
              <a:gd name="T55" fmla="*/ 18 h 313"/>
              <a:gd name="T56" fmla="*/ 2984 w 2985"/>
              <a:gd name="T57" fmla="*/ 4 h 313"/>
              <a:gd name="T58" fmla="*/ 2901 w 2985"/>
              <a:gd name="T59" fmla="*/ 253 h 313"/>
              <a:gd name="T60" fmla="*/ 2819 w 2985"/>
              <a:gd name="T61" fmla="*/ 253 h 313"/>
              <a:gd name="T62" fmla="*/ 2746 w 2985"/>
              <a:gd name="T63" fmla="*/ 199 h 313"/>
              <a:gd name="T64" fmla="*/ 2695 w 2985"/>
              <a:gd name="T65" fmla="*/ 148 h 313"/>
              <a:gd name="T66" fmla="*/ 2623 w 2985"/>
              <a:gd name="T67" fmla="*/ 108 h 313"/>
              <a:gd name="T68" fmla="*/ 2535 w 2985"/>
              <a:gd name="T69" fmla="*/ 97 h 313"/>
              <a:gd name="T70" fmla="*/ 2463 w 2985"/>
              <a:gd name="T71" fmla="*/ 94 h 313"/>
              <a:gd name="T72" fmla="*/ 2417 w 2985"/>
              <a:gd name="T73" fmla="*/ 188 h 313"/>
              <a:gd name="T74" fmla="*/ 2225 w 2985"/>
              <a:gd name="T75" fmla="*/ 97 h 313"/>
              <a:gd name="T76" fmla="*/ 2143 w 2985"/>
              <a:gd name="T77" fmla="*/ 112 h 313"/>
              <a:gd name="T78" fmla="*/ 2061 w 2985"/>
              <a:gd name="T79" fmla="*/ 108 h 313"/>
              <a:gd name="T80" fmla="*/ 1969 w 2985"/>
              <a:gd name="T81" fmla="*/ 119 h 313"/>
              <a:gd name="T82" fmla="*/ 1878 w 2985"/>
              <a:gd name="T83" fmla="*/ 112 h 313"/>
              <a:gd name="T84" fmla="*/ 1795 w 2985"/>
              <a:gd name="T85" fmla="*/ 119 h 313"/>
              <a:gd name="T86" fmla="*/ 1700 w 2985"/>
              <a:gd name="T87" fmla="*/ 116 h 313"/>
              <a:gd name="T88" fmla="*/ 1594 w 2985"/>
              <a:gd name="T89" fmla="*/ 123 h 313"/>
              <a:gd name="T90" fmla="*/ 1512 w 2985"/>
              <a:gd name="T91" fmla="*/ 119 h 313"/>
              <a:gd name="T92" fmla="*/ 1439 w 2985"/>
              <a:gd name="T93" fmla="*/ 116 h 313"/>
              <a:gd name="T94" fmla="*/ 1352 w 2985"/>
              <a:gd name="T95" fmla="*/ 126 h 313"/>
              <a:gd name="T96" fmla="*/ 1265 w 2985"/>
              <a:gd name="T97" fmla="*/ 116 h 313"/>
              <a:gd name="T98" fmla="*/ 1169 w 2985"/>
              <a:gd name="T99" fmla="*/ 119 h 313"/>
              <a:gd name="T100" fmla="*/ 1082 w 2985"/>
              <a:gd name="T101" fmla="*/ 116 h 313"/>
              <a:gd name="T102" fmla="*/ 996 w 2985"/>
              <a:gd name="T103" fmla="*/ 105 h 313"/>
              <a:gd name="T104" fmla="*/ 908 w 2985"/>
              <a:gd name="T105" fmla="*/ 107 h 313"/>
              <a:gd name="T106" fmla="*/ 827 w 2985"/>
              <a:gd name="T107" fmla="*/ 97 h 313"/>
              <a:gd name="T108" fmla="*/ 735 w 2985"/>
              <a:gd name="T109" fmla="*/ 79 h 313"/>
              <a:gd name="T110" fmla="*/ 653 w 2985"/>
              <a:gd name="T111" fmla="*/ 97 h 313"/>
              <a:gd name="T112" fmla="*/ 566 w 2985"/>
              <a:gd name="T113" fmla="*/ 94 h 313"/>
              <a:gd name="T114" fmla="*/ 479 w 2985"/>
              <a:gd name="T115" fmla="*/ 105 h 313"/>
              <a:gd name="T116" fmla="*/ 397 w 2985"/>
              <a:gd name="T117" fmla="*/ 97 h 313"/>
              <a:gd name="T118" fmla="*/ 306 w 2985"/>
              <a:gd name="T119" fmla="*/ 116 h 313"/>
              <a:gd name="T120" fmla="*/ 224 w 2985"/>
              <a:gd name="T121" fmla="*/ 108 h 313"/>
              <a:gd name="T122" fmla="*/ 132 w 2985"/>
              <a:gd name="T123" fmla="*/ 108 h 313"/>
              <a:gd name="T124" fmla="*/ 50 w 2985"/>
              <a:gd name="T125" fmla="*/ 123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985" h="313">
                <a:moveTo>
                  <a:pt x="0" y="28"/>
                </a:moveTo>
                <a:lnTo>
                  <a:pt x="27" y="21"/>
                </a:lnTo>
                <a:lnTo>
                  <a:pt x="50" y="25"/>
                </a:lnTo>
                <a:lnTo>
                  <a:pt x="64" y="25"/>
                </a:lnTo>
                <a:lnTo>
                  <a:pt x="82" y="25"/>
                </a:lnTo>
                <a:lnTo>
                  <a:pt x="95" y="21"/>
                </a:lnTo>
                <a:lnTo>
                  <a:pt x="109" y="18"/>
                </a:lnTo>
                <a:lnTo>
                  <a:pt x="128" y="18"/>
                </a:lnTo>
                <a:lnTo>
                  <a:pt x="146" y="10"/>
                </a:lnTo>
                <a:lnTo>
                  <a:pt x="159" y="10"/>
                </a:lnTo>
                <a:lnTo>
                  <a:pt x="173" y="10"/>
                </a:lnTo>
                <a:lnTo>
                  <a:pt x="191" y="10"/>
                </a:lnTo>
                <a:lnTo>
                  <a:pt x="205" y="10"/>
                </a:lnTo>
                <a:lnTo>
                  <a:pt x="219" y="18"/>
                </a:lnTo>
                <a:lnTo>
                  <a:pt x="237" y="21"/>
                </a:lnTo>
                <a:lnTo>
                  <a:pt x="247" y="32"/>
                </a:lnTo>
                <a:lnTo>
                  <a:pt x="265" y="36"/>
                </a:lnTo>
                <a:lnTo>
                  <a:pt x="278" y="43"/>
                </a:lnTo>
                <a:lnTo>
                  <a:pt x="292" y="47"/>
                </a:lnTo>
                <a:lnTo>
                  <a:pt x="310" y="47"/>
                </a:lnTo>
                <a:lnTo>
                  <a:pt x="324" y="47"/>
                </a:lnTo>
                <a:lnTo>
                  <a:pt x="337" y="47"/>
                </a:lnTo>
                <a:lnTo>
                  <a:pt x="351" y="47"/>
                </a:lnTo>
                <a:lnTo>
                  <a:pt x="365" y="47"/>
                </a:lnTo>
                <a:lnTo>
                  <a:pt x="379" y="47"/>
                </a:lnTo>
                <a:lnTo>
                  <a:pt x="393" y="43"/>
                </a:lnTo>
                <a:lnTo>
                  <a:pt x="406" y="43"/>
                </a:lnTo>
                <a:lnTo>
                  <a:pt x="429" y="43"/>
                </a:lnTo>
                <a:lnTo>
                  <a:pt x="448" y="47"/>
                </a:lnTo>
                <a:lnTo>
                  <a:pt x="466" y="47"/>
                </a:lnTo>
                <a:lnTo>
                  <a:pt x="484" y="50"/>
                </a:lnTo>
                <a:lnTo>
                  <a:pt x="497" y="54"/>
                </a:lnTo>
                <a:lnTo>
                  <a:pt x="511" y="58"/>
                </a:lnTo>
                <a:lnTo>
                  <a:pt x="525" y="61"/>
                </a:lnTo>
                <a:lnTo>
                  <a:pt x="538" y="61"/>
                </a:lnTo>
                <a:lnTo>
                  <a:pt x="557" y="65"/>
                </a:lnTo>
                <a:lnTo>
                  <a:pt x="571" y="65"/>
                </a:lnTo>
                <a:lnTo>
                  <a:pt x="594" y="65"/>
                </a:lnTo>
                <a:lnTo>
                  <a:pt x="612" y="65"/>
                </a:lnTo>
                <a:lnTo>
                  <a:pt x="630" y="65"/>
                </a:lnTo>
                <a:lnTo>
                  <a:pt x="644" y="65"/>
                </a:lnTo>
                <a:lnTo>
                  <a:pt x="657" y="65"/>
                </a:lnTo>
                <a:lnTo>
                  <a:pt x="680" y="65"/>
                </a:lnTo>
                <a:lnTo>
                  <a:pt x="703" y="61"/>
                </a:lnTo>
                <a:lnTo>
                  <a:pt x="721" y="61"/>
                </a:lnTo>
                <a:lnTo>
                  <a:pt x="740" y="61"/>
                </a:lnTo>
                <a:lnTo>
                  <a:pt x="758" y="61"/>
                </a:lnTo>
                <a:lnTo>
                  <a:pt x="772" y="61"/>
                </a:lnTo>
                <a:lnTo>
                  <a:pt x="785" y="61"/>
                </a:lnTo>
                <a:lnTo>
                  <a:pt x="799" y="61"/>
                </a:lnTo>
                <a:lnTo>
                  <a:pt x="813" y="65"/>
                </a:lnTo>
                <a:lnTo>
                  <a:pt x="827" y="65"/>
                </a:lnTo>
                <a:lnTo>
                  <a:pt x="830" y="44"/>
                </a:lnTo>
                <a:lnTo>
                  <a:pt x="863" y="68"/>
                </a:lnTo>
                <a:lnTo>
                  <a:pt x="884" y="25"/>
                </a:lnTo>
                <a:lnTo>
                  <a:pt x="904" y="65"/>
                </a:lnTo>
                <a:lnTo>
                  <a:pt x="922" y="65"/>
                </a:lnTo>
                <a:lnTo>
                  <a:pt x="941" y="65"/>
                </a:lnTo>
                <a:lnTo>
                  <a:pt x="955" y="65"/>
                </a:lnTo>
                <a:lnTo>
                  <a:pt x="968" y="65"/>
                </a:lnTo>
                <a:lnTo>
                  <a:pt x="982" y="65"/>
                </a:lnTo>
                <a:lnTo>
                  <a:pt x="1007" y="52"/>
                </a:lnTo>
                <a:lnTo>
                  <a:pt x="1014" y="68"/>
                </a:lnTo>
                <a:lnTo>
                  <a:pt x="1033" y="68"/>
                </a:lnTo>
                <a:lnTo>
                  <a:pt x="1051" y="72"/>
                </a:lnTo>
                <a:lnTo>
                  <a:pt x="1069" y="76"/>
                </a:lnTo>
                <a:lnTo>
                  <a:pt x="1087" y="76"/>
                </a:lnTo>
                <a:lnTo>
                  <a:pt x="1101" y="76"/>
                </a:lnTo>
                <a:lnTo>
                  <a:pt x="1123" y="79"/>
                </a:lnTo>
                <a:lnTo>
                  <a:pt x="1151" y="83"/>
                </a:lnTo>
                <a:lnTo>
                  <a:pt x="1165" y="83"/>
                </a:lnTo>
                <a:lnTo>
                  <a:pt x="1179" y="83"/>
                </a:lnTo>
                <a:lnTo>
                  <a:pt x="1197" y="83"/>
                </a:lnTo>
                <a:lnTo>
                  <a:pt x="1211" y="83"/>
                </a:lnTo>
                <a:lnTo>
                  <a:pt x="1224" y="83"/>
                </a:lnTo>
                <a:lnTo>
                  <a:pt x="1238" y="83"/>
                </a:lnTo>
                <a:lnTo>
                  <a:pt x="1283" y="83"/>
                </a:lnTo>
                <a:lnTo>
                  <a:pt x="1329" y="83"/>
                </a:lnTo>
                <a:lnTo>
                  <a:pt x="1375" y="83"/>
                </a:lnTo>
                <a:lnTo>
                  <a:pt x="1393" y="83"/>
                </a:lnTo>
                <a:lnTo>
                  <a:pt x="1412" y="83"/>
                </a:lnTo>
                <a:lnTo>
                  <a:pt x="1430" y="83"/>
                </a:lnTo>
                <a:lnTo>
                  <a:pt x="1443" y="79"/>
                </a:lnTo>
                <a:lnTo>
                  <a:pt x="1503" y="54"/>
                </a:lnTo>
                <a:lnTo>
                  <a:pt x="1512" y="65"/>
                </a:lnTo>
                <a:lnTo>
                  <a:pt x="1521" y="79"/>
                </a:lnTo>
                <a:lnTo>
                  <a:pt x="1540" y="83"/>
                </a:lnTo>
                <a:lnTo>
                  <a:pt x="1553" y="79"/>
                </a:lnTo>
                <a:lnTo>
                  <a:pt x="1567" y="79"/>
                </a:lnTo>
                <a:lnTo>
                  <a:pt x="1581" y="76"/>
                </a:lnTo>
                <a:lnTo>
                  <a:pt x="1594" y="79"/>
                </a:lnTo>
                <a:lnTo>
                  <a:pt x="1613" y="83"/>
                </a:lnTo>
                <a:lnTo>
                  <a:pt x="1626" y="83"/>
                </a:lnTo>
                <a:lnTo>
                  <a:pt x="1640" y="87"/>
                </a:lnTo>
                <a:lnTo>
                  <a:pt x="1654" y="87"/>
                </a:lnTo>
                <a:lnTo>
                  <a:pt x="1667" y="87"/>
                </a:lnTo>
                <a:lnTo>
                  <a:pt x="1681" y="87"/>
                </a:lnTo>
                <a:lnTo>
                  <a:pt x="1695" y="87"/>
                </a:lnTo>
                <a:lnTo>
                  <a:pt x="1708" y="83"/>
                </a:lnTo>
                <a:lnTo>
                  <a:pt x="1722" y="83"/>
                </a:lnTo>
                <a:lnTo>
                  <a:pt x="1741" y="83"/>
                </a:lnTo>
                <a:lnTo>
                  <a:pt x="1759" y="79"/>
                </a:lnTo>
                <a:lnTo>
                  <a:pt x="1772" y="76"/>
                </a:lnTo>
                <a:lnTo>
                  <a:pt x="1786" y="76"/>
                </a:lnTo>
                <a:lnTo>
                  <a:pt x="1804" y="76"/>
                </a:lnTo>
                <a:lnTo>
                  <a:pt x="1818" y="72"/>
                </a:lnTo>
                <a:lnTo>
                  <a:pt x="1832" y="76"/>
                </a:lnTo>
                <a:lnTo>
                  <a:pt x="1846" y="87"/>
                </a:lnTo>
                <a:lnTo>
                  <a:pt x="1860" y="90"/>
                </a:lnTo>
                <a:lnTo>
                  <a:pt x="1878" y="90"/>
                </a:lnTo>
                <a:lnTo>
                  <a:pt x="1891" y="90"/>
                </a:lnTo>
                <a:lnTo>
                  <a:pt x="1905" y="90"/>
                </a:lnTo>
                <a:lnTo>
                  <a:pt x="1923" y="90"/>
                </a:lnTo>
                <a:lnTo>
                  <a:pt x="1942" y="87"/>
                </a:lnTo>
                <a:lnTo>
                  <a:pt x="1960" y="83"/>
                </a:lnTo>
                <a:lnTo>
                  <a:pt x="1978" y="83"/>
                </a:lnTo>
                <a:lnTo>
                  <a:pt x="1992" y="79"/>
                </a:lnTo>
                <a:lnTo>
                  <a:pt x="2010" y="79"/>
                </a:lnTo>
                <a:lnTo>
                  <a:pt x="2024" y="76"/>
                </a:lnTo>
                <a:lnTo>
                  <a:pt x="2038" y="76"/>
                </a:lnTo>
                <a:lnTo>
                  <a:pt x="2051" y="76"/>
                </a:lnTo>
                <a:lnTo>
                  <a:pt x="2106" y="76"/>
                </a:lnTo>
                <a:lnTo>
                  <a:pt x="2120" y="76"/>
                </a:lnTo>
                <a:lnTo>
                  <a:pt x="2138" y="76"/>
                </a:lnTo>
                <a:lnTo>
                  <a:pt x="2152" y="76"/>
                </a:lnTo>
                <a:lnTo>
                  <a:pt x="2166" y="72"/>
                </a:lnTo>
                <a:lnTo>
                  <a:pt x="2184" y="65"/>
                </a:lnTo>
                <a:lnTo>
                  <a:pt x="2207" y="61"/>
                </a:lnTo>
                <a:lnTo>
                  <a:pt x="2221" y="58"/>
                </a:lnTo>
                <a:lnTo>
                  <a:pt x="2234" y="50"/>
                </a:lnTo>
                <a:lnTo>
                  <a:pt x="2248" y="47"/>
                </a:lnTo>
                <a:lnTo>
                  <a:pt x="2262" y="39"/>
                </a:lnTo>
                <a:lnTo>
                  <a:pt x="2275" y="39"/>
                </a:lnTo>
                <a:lnTo>
                  <a:pt x="2289" y="43"/>
                </a:lnTo>
                <a:lnTo>
                  <a:pt x="2312" y="47"/>
                </a:lnTo>
                <a:lnTo>
                  <a:pt x="2326" y="47"/>
                </a:lnTo>
                <a:lnTo>
                  <a:pt x="2348" y="54"/>
                </a:lnTo>
                <a:lnTo>
                  <a:pt x="2367" y="58"/>
                </a:lnTo>
                <a:lnTo>
                  <a:pt x="2380" y="58"/>
                </a:lnTo>
                <a:lnTo>
                  <a:pt x="2394" y="58"/>
                </a:lnTo>
                <a:lnTo>
                  <a:pt x="2408" y="54"/>
                </a:lnTo>
                <a:lnTo>
                  <a:pt x="2426" y="54"/>
                </a:lnTo>
                <a:lnTo>
                  <a:pt x="2440" y="50"/>
                </a:lnTo>
                <a:lnTo>
                  <a:pt x="2458" y="50"/>
                </a:lnTo>
                <a:lnTo>
                  <a:pt x="2481" y="50"/>
                </a:lnTo>
                <a:lnTo>
                  <a:pt x="2494" y="50"/>
                </a:lnTo>
                <a:lnTo>
                  <a:pt x="2508" y="54"/>
                </a:lnTo>
                <a:lnTo>
                  <a:pt x="2522" y="54"/>
                </a:lnTo>
                <a:lnTo>
                  <a:pt x="2535" y="58"/>
                </a:lnTo>
                <a:lnTo>
                  <a:pt x="2549" y="58"/>
                </a:lnTo>
                <a:lnTo>
                  <a:pt x="2568" y="58"/>
                </a:lnTo>
                <a:lnTo>
                  <a:pt x="2590" y="54"/>
                </a:lnTo>
                <a:lnTo>
                  <a:pt x="2613" y="54"/>
                </a:lnTo>
                <a:lnTo>
                  <a:pt x="2627" y="54"/>
                </a:lnTo>
                <a:lnTo>
                  <a:pt x="2646" y="50"/>
                </a:lnTo>
                <a:lnTo>
                  <a:pt x="2659" y="47"/>
                </a:lnTo>
                <a:lnTo>
                  <a:pt x="2673" y="39"/>
                </a:lnTo>
                <a:lnTo>
                  <a:pt x="2687" y="36"/>
                </a:lnTo>
                <a:lnTo>
                  <a:pt x="2705" y="32"/>
                </a:lnTo>
                <a:lnTo>
                  <a:pt x="2723" y="32"/>
                </a:lnTo>
                <a:lnTo>
                  <a:pt x="2741" y="29"/>
                </a:lnTo>
                <a:lnTo>
                  <a:pt x="2755" y="25"/>
                </a:lnTo>
                <a:lnTo>
                  <a:pt x="2773" y="21"/>
                </a:lnTo>
                <a:lnTo>
                  <a:pt x="2787" y="18"/>
                </a:lnTo>
                <a:lnTo>
                  <a:pt x="2801" y="14"/>
                </a:lnTo>
                <a:lnTo>
                  <a:pt x="2851" y="0"/>
                </a:lnTo>
                <a:lnTo>
                  <a:pt x="2874" y="7"/>
                </a:lnTo>
                <a:lnTo>
                  <a:pt x="2883" y="18"/>
                </a:lnTo>
                <a:lnTo>
                  <a:pt x="2896" y="21"/>
                </a:lnTo>
                <a:lnTo>
                  <a:pt x="2911" y="21"/>
                </a:lnTo>
                <a:lnTo>
                  <a:pt x="2933" y="18"/>
                </a:lnTo>
                <a:lnTo>
                  <a:pt x="2947" y="14"/>
                </a:lnTo>
                <a:lnTo>
                  <a:pt x="2960" y="7"/>
                </a:lnTo>
                <a:lnTo>
                  <a:pt x="2984" y="4"/>
                </a:lnTo>
                <a:lnTo>
                  <a:pt x="2984" y="312"/>
                </a:lnTo>
                <a:lnTo>
                  <a:pt x="2933" y="293"/>
                </a:lnTo>
                <a:lnTo>
                  <a:pt x="2924" y="282"/>
                </a:lnTo>
                <a:lnTo>
                  <a:pt x="2919" y="272"/>
                </a:lnTo>
                <a:lnTo>
                  <a:pt x="2915" y="261"/>
                </a:lnTo>
                <a:lnTo>
                  <a:pt x="2901" y="253"/>
                </a:lnTo>
                <a:lnTo>
                  <a:pt x="2888" y="253"/>
                </a:lnTo>
                <a:lnTo>
                  <a:pt x="2874" y="264"/>
                </a:lnTo>
                <a:lnTo>
                  <a:pt x="2860" y="253"/>
                </a:lnTo>
                <a:lnTo>
                  <a:pt x="2847" y="257"/>
                </a:lnTo>
                <a:lnTo>
                  <a:pt x="2828" y="264"/>
                </a:lnTo>
                <a:lnTo>
                  <a:pt x="2819" y="253"/>
                </a:lnTo>
                <a:lnTo>
                  <a:pt x="2805" y="250"/>
                </a:lnTo>
                <a:lnTo>
                  <a:pt x="2792" y="243"/>
                </a:lnTo>
                <a:lnTo>
                  <a:pt x="2782" y="232"/>
                </a:lnTo>
                <a:lnTo>
                  <a:pt x="2769" y="221"/>
                </a:lnTo>
                <a:lnTo>
                  <a:pt x="2755" y="210"/>
                </a:lnTo>
                <a:lnTo>
                  <a:pt x="2746" y="199"/>
                </a:lnTo>
                <a:lnTo>
                  <a:pt x="2732" y="206"/>
                </a:lnTo>
                <a:lnTo>
                  <a:pt x="2718" y="199"/>
                </a:lnTo>
                <a:lnTo>
                  <a:pt x="2718" y="188"/>
                </a:lnTo>
                <a:lnTo>
                  <a:pt x="2709" y="174"/>
                </a:lnTo>
                <a:lnTo>
                  <a:pt x="2700" y="159"/>
                </a:lnTo>
                <a:lnTo>
                  <a:pt x="2695" y="148"/>
                </a:lnTo>
                <a:lnTo>
                  <a:pt x="2682" y="141"/>
                </a:lnTo>
                <a:lnTo>
                  <a:pt x="2664" y="148"/>
                </a:lnTo>
                <a:lnTo>
                  <a:pt x="2654" y="134"/>
                </a:lnTo>
                <a:lnTo>
                  <a:pt x="2646" y="123"/>
                </a:lnTo>
                <a:lnTo>
                  <a:pt x="2632" y="119"/>
                </a:lnTo>
                <a:lnTo>
                  <a:pt x="2623" y="108"/>
                </a:lnTo>
                <a:lnTo>
                  <a:pt x="2609" y="108"/>
                </a:lnTo>
                <a:lnTo>
                  <a:pt x="2595" y="108"/>
                </a:lnTo>
                <a:lnTo>
                  <a:pt x="2581" y="105"/>
                </a:lnTo>
                <a:lnTo>
                  <a:pt x="2563" y="97"/>
                </a:lnTo>
                <a:lnTo>
                  <a:pt x="2549" y="97"/>
                </a:lnTo>
                <a:lnTo>
                  <a:pt x="2535" y="97"/>
                </a:lnTo>
                <a:lnTo>
                  <a:pt x="2517" y="94"/>
                </a:lnTo>
                <a:lnTo>
                  <a:pt x="2504" y="90"/>
                </a:lnTo>
                <a:lnTo>
                  <a:pt x="2494" y="79"/>
                </a:lnTo>
                <a:lnTo>
                  <a:pt x="2481" y="79"/>
                </a:lnTo>
                <a:lnTo>
                  <a:pt x="2467" y="83"/>
                </a:lnTo>
                <a:lnTo>
                  <a:pt x="2463" y="94"/>
                </a:lnTo>
                <a:lnTo>
                  <a:pt x="2449" y="105"/>
                </a:lnTo>
                <a:lnTo>
                  <a:pt x="2435" y="108"/>
                </a:lnTo>
                <a:lnTo>
                  <a:pt x="2463" y="210"/>
                </a:lnTo>
                <a:lnTo>
                  <a:pt x="2445" y="206"/>
                </a:lnTo>
                <a:lnTo>
                  <a:pt x="2430" y="199"/>
                </a:lnTo>
                <a:lnTo>
                  <a:pt x="2417" y="188"/>
                </a:lnTo>
                <a:lnTo>
                  <a:pt x="2289" y="119"/>
                </a:lnTo>
                <a:lnTo>
                  <a:pt x="2275" y="112"/>
                </a:lnTo>
                <a:lnTo>
                  <a:pt x="2262" y="105"/>
                </a:lnTo>
                <a:lnTo>
                  <a:pt x="2252" y="94"/>
                </a:lnTo>
                <a:lnTo>
                  <a:pt x="2239" y="90"/>
                </a:lnTo>
                <a:lnTo>
                  <a:pt x="2225" y="97"/>
                </a:lnTo>
                <a:lnTo>
                  <a:pt x="2216" y="108"/>
                </a:lnTo>
                <a:lnTo>
                  <a:pt x="2198" y="119"/>
                </a:lnTo>
                <a:lnTo>
                  <a:pt x="2184" y="123"/>
                </a:lnTo>
                <a:lnTo>
                  <a:pt x="2170" y="123"/>
                </a:lnTo>
                <a:lnTo>
                  <a:pt x="2156" y="116"/>
                </a:lnTo>
                <a:lnTo>
                  <a:pt x="2143" y="112"/>
                </a:lnTo>
                <a:lnTo>
                  <a:pt x="2129" y="119"/>
                </a:lnTo>
                <a:lnTo>
                  <a:pt x="2115" y="108"/>
                </a:lnTo>
                <a:lnTo>
                  <a:pt x="2102" y="112"/>
                </a:lnTo>
                <a:lnTo>
                  <a:pt x="2088" y="119"/>
                </a:lnTo>
                <a:lnTo>
                  <a:pt x="2074" y="112"/>
                </a:lnTo>
                <a:lnTo>
                  <a:pt x="2061" y="108"/>
                </a:lnTo>
                <a:lnTo>
                  <a:pt x="2047" y="108"/>
                </a:lnTo>
                <a:lnTo>
                  <a:pt x="2033" y="112"/>
                </a:lnTo>
                <a:lnTo>
                  <a:pt x="2020" y="112"/>
                </a:lnTo>
                <a:lnTo>
                  <a:pt x="2006" y="108"/>
                </a:lnTo>
                <a:lnTo>
                  <a:pt x="1987" y="112"/>
                </a:lnTo>
                <a:lnTo>
                  <a:pt x="1969" y="119"/>
                </a:lnTo>
                <a:lnTo>
                  <a:pt x="1955" y="119"/>
                </a:lnTo>
                <a:lnTo>
                  <a:pt x="1937" y="123"/>
                </a:lnTo>
                <a:lnTo>
                  <a:pt x="1923" y="123"/>
                </a:lnTo>
                <a:lnTo>
                  <a:pt x="1905" y="116"/>
                </a:lnTo>
                <a:lnTo>
                  <a:pt x="1891" y="112"/>
                </a:lnTo>
                <a:lnTo>
                  <a:pt x="1878" y="112"/>
                </a:lnTo>
                <a:lnTo>
                  <a:pt x="1864" y="119"/>
                </a:lnTo>
                <a:lnTo>
                  <a:pt x="1846" y="130"/>
                </a:lnTo>
                <a:lnTo>
                  <a:pt x="1832" y="137"/>
                </a:lnTo>
                <a:lnTo>
                  <a:pt x="1823" y="126"/>
                </a:lnTo>
                <a:lnTo>
                  <a:pt x="1809" y="119"/>
                </a:lnTo>
                <a:lnTo>
                  <a:pt x="1795" y="119"/>
                </a:lnTo>
                <a:lnTo>
                  <a:pt x="1782" y="123"/>
                </a:lnTo>
                <a:lnTo>
                  <a:pt x="1768" y="126"/>
                </a:lnTo>
                <a:lnTo>
                  <a:pt x="1749" y="126"/>
                </a:lnTo>
                <a:lnTo>
                  <a:pt x="1731" y="123"/>
                </a:lnTo>
                <a:lnTo>
                  <a:pt x="1713" y="119"/>
                </a:lnTo>
                <a:lnTo>
                  <a:pt x="1700" y="116"/>
                </a:lnTo>
                <a:lnTo>
                  <a:pt x="1677" y="119"/>
                </a:lnTo>
                <a:lnTo>
                  <a:pt x="1663" y="123"/>
                </a:lnTo>
                <a:lnTo>
                  <a:pt x="1644" y="126"/>
                </a:lnTo>
                <a:lnTo>
                  <a:pt x="1622" y="134"/>
                </a:lnTo>
                <a:lnTo>
                  <a:pt x="1608" y="130"/>
                </a:lnTo>
                <a:lnTo>
                  <a:pt x="1594" y="123"/>
                </a:lnTo>
                <a:lnTo>
                  <a:pt x="1581" y="116"/>
                </a:lnTo>
                <a:lnTo>
                  <a:pt x="1567" y="119"/>
                </a:lnTo>
                <a:lnTo>
                  <a:pt x="1553" y="119"/>
                </a:lnTo>
                <a:lnTo>
                  <a:pt x="1540" y="119"/>
                </a:lnTo>
                <a:lnTo>
                  <a:pt x="1526" y="119"/>
                </a:lnTo>
                <a:lnTo>
                  <a:pt x="1512" y="119"/>
                </a:lnTo>
                <a:lnTo>
                  <a:pt x="1499" y="119"/>
                </a:lnTo>
                <a:lnTo>
                  <a:pt x="1506" y="245"/>
                </a:lnTo>
                <a:lnTo>
                  <a:pt x="1480" y="112"/>
                </a:lnTo>
                <a:lnTo>
                  <a:pt x="1466" y="112"/>
                </a:lnTo>
                <a:lnTo>
                  <a:pt x="1453" y="112"/>
                </a:lnTo>
                <a:lnTo>
                  <a:pt x="1439" y="116"/>
                </a:lnTo>
                <a:lnTo>
                  <a:pt x="1421" y="116"/>
                </a:lnTo>
                <a:lnTo>
                  <a:pt x="1407" y="116"/>
                </a:lnTo>
                <a:lnTo>
                  <a:pt x="1393" y="119"/>
                </a:lnTo>
                <a:lnTo>
                  <a:pt x="1380" y="126"/>
                </a:lnTo>
                <a:lnTo>
                  <a:pt x="1366" y="126"/>
                </a:lnTo>
                <a:lnTo>
                  <a:pt x="1352" y="126"/>
                </a:lnTo>
                <a:lnTo>
                  <a:pt x="1339" y="126"/>
                </a:lnTo>
                <a:lnTo>
                  <a:pt x="1324" y="126"/>
                </a:lnTo>
                <a:lnTo>
                  <a:pt x="1311" y="119"/>
                </a:lnTo>
                <a:lnTo>
                  <a:pt x="1293" y="116"/>
                </a:lnTo>
                <a:lnTo>
                  <a:pt x="1279" y="116"/>
                </a:lnTo>
                <a:lnTo>
                  <a:pt x="1265" y="116"/>
                </a:lnTo>
                <a:lnTo>
                  <a:pt x="1247" y="119"/>
                </a:lnTo>
                <a:lnTo>
                  <a:pt x="1234" y="119"/>
                </a:lnTo>
                <a:lnTo>
                  <a:pt x="1215" y="119"/>
                </a:lnTo>
                <a:lnTo>
                  <a:pt x="1201" y="123"/>
                </a:lnTo>
                <a:lnTo>
                  <a:pt x="1183" y="123"/>
                </a:lnTo>
                <a:lnTo>
                  <a:pt x="1169" y="119"/>
                </a:lnTo>
                <a:lnTo>
                  <a:pt x="1156" y="119"/>
                </a:lnTo>
                <a:lnTo>
                  <a:pt x="1137" y="116"/>
                </a:lnTo>
                <a:lnTo>
                  <a:pt x="1123" y="112"/>
                </a:lnTo>
                <a:lnTo>
                  <a:pt x="1110" y="112"/>
                </a:lnTo>
                <a:lnTo>
                  <a:pt x="1096" y="112"/>
                </a:lnTo>
                <a:lnTo>
                  <a:pt x="1082" y="116"/>
                </a:lnTo>
                <a:lnTo>
                  <a:pt x="1069" y="119"/>
                </a:lnTo>
                <a:lnTo>
                  <a:pt x="1055" y="119"/>
                </a:lnTo>
                <a:lnTo>
                  <a:pt x="1037" y="119"/>
                </a:lnTo>
                <a:lnTo>
                  <a:pt x="1023" y="119"/>
                </a:lnTo>
                <a:lnTo>
                  <a:pt x="1010" y="112"/>
                </a:lnTo>
                <a:lnTo>
                  <a:pt x="996" y="105"/>
                </a:lnTo>
                <a:lnTo>
                  <a:pt x="982" y="97"/>
                </a:lnTo>
                <a:lnTo>
                  <a:pt x="963" y="94"/>
                </a:lnTo>
                <a:lnTo>
                  <a:pt x="950" y="94"/>
                </a:lnTo>
                <a:lnTo>
                  <a:pt x="929" y="100"/>
                </a:lnTo>
                <a:lnTo>
                  <a:pt x="922" y="83"/>
                </a:lnTo>
                <a:lnTo>
                  <a:pt x="908" y="107"/>
                </a:lnTo>
                <a:lnTo>
                  <a:pt x="895" y="79"/>
                </a:lnTo>
                <a:lnTo>
                  <a:pt x="887" y="100"/>
                </a:lnTo>
                <a:lnTo>
                  <a:pt x="868" y="83"/>
                </a:lnTo>
                <a:lnTo>
                  <a:pt x="854" y="90"/>
                </a:lnTo>
                <a:lnTo>
                  <a:pt x="840" y="90"/>
                </a:lnTo>
                <a:lnTo>
                  <a:pt x="827" y="97"/>
                </a:lnTo>
                <a:lnTo>
                  <a:pt x="813" y="97"/>
                </a:lnTo>
                <a:lnTo>
                  <a:pt x="799" y="90"/>
                </a:lnTo>
                <a:lnTo>
                  <a:pt x="781" y="87"/>
                </a:lnTo>
                <a:lnTo>
                  <a:pt x="767" y="87"/>
                </a:lnTo>
                <a:lnTo>
                  <a:pt x="749" y="79"/>
                </a:lnTo>
                <a:lnTo>
                  <a:pt x="735" y="79"/>
                </a:lnTo>
                <a:lnTo>
                  <a:pt x="721" y="83"/>
                </a:lnTo>
                <a:lnTo>
                  <a:pt x="708" y="87"/>
                </a:lnTo>
                <a:lnTo>
                  <a:pt x="694" y="90"/>
                </a:lnTo>
                <a:lnTo>
                  <a:pt x="680" y="94"/>
                </a:lnTo>
                <a:lnTo>
                  <a:pt x="667" y="97"/>
                </a:lnTo>
                <a:lnTo>
                  <a:pt x="653" y="97"/>
                </a:lnTo>
                <a:lnTo>
                  <a:pt x="639" y="97"/>
                </a:lnTo>
                <a:lnTo>
                  <a:pt x="626" y="97"/>
                </a:lnTo>
                <a:lnTo>
                  <a:pt x="607" y="97"/>
                </a:lnTo>
                <a:lnTo>
                  <a:pt x="594" y="97"/>
                </a:lnTo>
                <a:lnTo>
                  <a:pt x="580" y="94"/>
                </a:lnTo>
                <a:lnTo>
                  <a:pt x="566" y="94"/>
                </a:lnTo>
                <a:lnTo>
                  <a:pt x="553" y="94"/>
                </a:lnTo>
                <a:lnTo>
                  <a:pt x="534" y="94"/>
                </a:lnTo>
                <a:lnTo>
                  <a:pt x="520" y="94"/>
                </a:lnTo>
                <a:lnTo>
                  <a:pt x="507" y="94"/>
                </a:lnTo>
                <a:lnTo>
                  <a:pt x="493" y="101"/>
                </a:lnTo>
                <a:lnTo>
                  <a:pt x="479" y="105"/>
                </a:lnTo>
                <a:lnTo>
                  <a:pt x="466" y="108"/>
                </a:lnTo>
                <a:lnTo>
                  <a:pt x="452" y="108"/>
                </a:lnTo>
                <a:lnTo>
                  <a:pt x="438" y="108"/>
                </a:lnTo>
                <a:lnTo>
                  <a:pt x="425" y="101"/>
                </a:lnTo>
                <a:lnTo>
                  <a:pt x="411" y="97"/>
                </a:lnTo>
                <a:lnTo>
                  <a:pt x="397" y="97"/>
                </a:lnTo>
                <a:lnTo>
                  <a:pt x="383" y="97"/>
                </a:lnTo>
                <a:lnTo>
                  <a:pt x="360" y="94"/>
                </a:lnTo>
                <a:lnTo>
                  <a:pt x="347" y="94"/>
                </a:lnTo>
                <a:lnTo>
                  <a:pt x="333" y="101"/>
                </a:lnTo>
                <a:lnTo>
                  <a:pt x="319" y="108"/>
                </a:lnTo>
                <a:lnTo>
                  <a:pt x="306" y="116"/>
                </a:lnTo>
                <a:lnTo>
                  <a:pt x="292" y="119"/>
                </a:lnTo>
                <a:lnTo>
                  <a:pt x="278" y="119"/>
                </a:lnTo>
                <a:lnTo>
                  <a:pt x="265" y="116"/>
                </a:lnTo>
                <a:lnTo>
                  <a:pt x="251" y="112"/>
                </a:lnTo>
                <a:lnTo>
                  <a:pt x="237" y="112"/>
                </a:lnTo>
                <a:lnTo>
                  <a:pt x="224" y="108"/>
                </a:lnTo>
                <a:lnTo>
                  <a:pt x="210" y="108"/>
                </a:lnTo>
                <a:lnTo>
                  <a:pt x="196" y="108"/>
                </a:lnTo>
                <a:lnTo>
                  <a:pt x="178" y="108"/>
                </a:lnTo>
                <a:lnTo>
                  <a:pt x="159" y="108"/>
                </a:lnTo>
                <a:lnTo>
                  <a:pt x="146" y="108"/>
                </a:lnTo>
                <a:lnTo>
                  <a:pt x="132" y="108"/>
                </a:lnTo>
                <a:lnTo>
                  <a:pt x="118" y="112"/>
                </a:lnTo>
                <a:lnTo>
                  <a:pt x="105" y="112"/>
                </a:lnTo>
                <a:lnTo>
                  <a:pt x="91" y="112"/>
                </a:lnTo>
                <a:lnTo>
                  <a:pt x="77" y="116"/>
                </a:lnTo>
                <a:lnTo>
                  <a:pt x="64" y="119"/>
                </a:lnTo>
                <a:lnTo>
                  <a:pt x="50" y="123"/>
                </a:lnTo>
                <a:lnTo>
                  <a:pt x="31" y="130"/>
                </a:lnTo>
                <a:lnTo>
                  <a:pt x="13" y="134"/>
                </a:lnTo>
                <a:lnTo>
                  <a:pt x="0" y="141"/>
                </a:lnTo>
                <a:lnTo>
                  <a:pt x="0" y="28"/>
                </a:lnTo>
              </a:path>
            </a:pathLst>
          </a:custGeom>
          <a:ln w="12700" cap="rnd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F36FD03D-7896-8160-CB0D-9C32FD42B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0" y="234950"/>
            <a:ext cx="3911600" cy="28733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lIns="90488" tIns="0" rIns="90488" bIns="0" anchor="ctr">
            <a:spAutoFit/>
          </a:bodyPr>
          <a:lstStyle/>
          <a:p>
            <a:r>
              <a:rPr lang="en-US" altLang="en-US" sz="18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Tim   John  </a:t>
            </a:r>
            <a:r>
              <a:rPr lang="en-US" altLang="en-US" sz="1800" b="1"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Roberts</a:t>
            </a:r>
          </a:p>
        </p:txBody>
      </p:sp>
      <p:sp>
        <p:nvSpPr>
          <p:cNvPr id="8197" name="AutoShape 5">
            <a:extLst>
              <a:ext uri="{FF2B5EF4-FFF2-40B4-BE49-F238E27FC236}">
                <a16:creationId xmlns:a16="http://schemas.microsoft.com/office/drawing/2014/main" id="{121C597E-58D0-F14A-B570-76AF98713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7688" y="501650"/>
            <a:ext cx="146050" cy="215900"/>
          </a:xfrm>
          <a:prstGeom prst="upArrow">
            <a:avLst>
              <a:gd name="adj1" fmla="val 50000"/>
              <a:gd name="adj2" fmla="val 73906"/>
            </a:avLst>
          </a:prstGeom>
          <a:solidFill>
            <a:srgbClr val="66FF33"/>
          </a:solidFill>
          <a:ln w="12700">
            <a:solidFill>
              <a:srgbClr val="67676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8" name="AutoShape 6">
            <a:extLst>
              <a:ext uri="{FF2B5EF4-FFF2-40B4-BE49-F238E27FC236}">
                <a16:creationId xmlns:a16="http://schemas.microsoft.com/office/drawing/2014/main" id="{44B7815F-F121-2B1F-05BF-4DD28D597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1975" y="1749425"/>
            <a:ext cx="1511300" cy="644525"/>
          </a:xfrm>
          <a:prstGeom prst="roundRect">
            <a:avLst>
              <a:gd name="adj" fmla="val 12486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57AB13A0-665B-A9EF-375D-0659A46BA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730250"/>
            <a:ext cx="1473200" cy="2825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 lIns="38100" tIns="0" rIns="38100" bIns="0" anchor="ctr"/>
          <a:lstStyle/>
          <a:p>
            <a:r>
              <a:rPr lang="en-US" altLang="en-US" sz="1800" b="1"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Roberts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11B96ECB-A127-509C-45A6-4690DDE62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3" y="9525"/>
            <a:ext cx="4695825" cy="3767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OldName  PIC X(80).</a:t>
            </a:r>
          </a:p>
          <a:p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</a:p>
          <a:p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TempName PIC X(16).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UnstrPtr PIC 99 VALUE 1.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NameProcessed VALUE 81.</a:t>
            </a:r>
          </a:p>
          <a:p>
            <a:pPr>
              <a:lnSpc>
                <a:spcPct val="85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ProcessName.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ACCEPT OldName.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PERFORM UNTIL NameProcessed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UNSTRING OldName DELIMITED BY ALL SPACES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 INTO TempName WITH POINTER UnstrPtr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END-UNSTRING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CF0E30"/>
                </a:solidFill>
                <a:latin typeface="Courier New" panose="02070309020205020404" pitchFamily="49" charset="0"/>
              </a:rPr>
              <a:t>      Display TempName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END-PERFORM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STOP RUN.</a:t>
            </a:r>
          </a:p>
        </p:txBody>
      </p:sp>
      <p:sp useBgFill="1">
        <p:nvSpPr>
          <p:cNvPr id="9219" name="Freeform 3">
            <a:extLst>
              <a:ext uri="{FF2B5EF4-FFF2-40B4-BE49-F238E27FC236}">
                <a16:creationId xmlns:a16="http://schemas.microsoft.com/office/drawing/2014/main" id="{5D055F62-BD6B-FC23-C33E-F6637427D820}"/>
              </a:ext>
            </a:extLst>
          </p:cNvPr>
          <p:cNvSpPr>
            <a:spLocks/>
          </p:cNvSpPr>
          <p:nvPr/>
        </p:nvSpPr>
        <p:spPr bwMode="auto">
          <a:xfrm>
            <a:off x="14288" y="1495425"/>
            <a:ext cx="4738687" cy="496888"/>
          </a:xfrm>
          <a:custGeom>
            <a:avLst/>
            <a:gdLst>
              <a:gd name="T0" fmla="*/ 95 w 2985"/>
              <a:gd name="T1" fmla="*/ 21 h 313"/>
              <a:gd name="T2" fmla="*/ 191 w 2985"/>
              <a:gd name="T3" fmla="*/ 10 h 313"/>
              <a:gd name="T4" fmla="*/ 278 w 2985"/>
              <a:gd name="T5" fmla="*/ 43 h 313"/>
              <a:gd name="T6" fmla="*/ 365 w 2985"/>
              <a:gd name="T7" fmla="*/ 47 h 313"/>
              <a:gd name="T8" fmla="*/ 466 w 2985"/>
              <a:gd name="T9" fmla="*/ 47 h 313"/>
              <a:gd name="T10" fmla="*/ 557 w 2985"/>
              <a:gd name="T11" fmla="*/ 65 h 313"/>
              <a:gd name="T12" fmla="*/ 657 w 2985"/>
              <a:gd name="T13" fmla="*/ 65 h 313"/>
              <a:gd name="T14" fmla="*/ 772 w 2985"/>
              <a:gd name="T15" fmla="*/ 61 h 313"/>
              <a:gd name="T16" fmla="*/ 863 w 2985"/>
              <a:gd name="T17" fmla="*/ 68 h 313"/>
              <a:gd name="T18" fmla="*/ 968 w 2985"/>
              <a:gd name="T19" fmla="*/ 65 h 313"/>
              <a:gd name="T20" fmla="*/ 1069 w 2985"/>
              <a:gd name="T21" fmla="*/ 76 h 313"/>
              <a:gd name="T22" fmla="*/ 1179 w 2985"/>
              <a:gd name="T23" fmla="*/ 83 h 313"/>
              <a:gd name="T24" fmla="*/ 1329 w 2985"/>
              <a:gd name="T25" fmla="*/ 83 h 313"/>
              <a:gd name="T26" fmla="*/ 1503 w 2985"/>
              <a:gd name="T27" fmla="*/ 54 h 313"/>
              <a:gd name="T28" fmla="*/ 1581 w 2985"/>
              <a:gd name="T29" fmla="*/ 76 h 313"/>
              <a:gd name="T30" fmla="*/ 1667 w 2985"/>
              <a:gd name="T31" fmla="*/ 87 h 313"/>
              <a:gd name="T32" fmla="*/ 1759 w 2985"/>
              <a:gd name="T33" fmla="*/ 79 h 313"/>
              <a:gd name="T34" fmla="*/ 1846 w 2985"/>
              <a:gd name="T35" fmla="*/ 87 h 313"/>
              <a:gd name="T36" fmla="*/ 1942 w 2985"/>
              <a:gd name="T37" fmla="*/ 87 h 313"/>
              <a:gd name="T38" fmla="*/ 2038 w 2985"/>
              <a:gd name="T39" fmla="*/ 76 h 313"/>
              <a:gd name="T40" fmla="*/ 2166 w 2985"/>
              <a:gd name="T41" fmla="*/ 72 h 313"/>
              <a:gd name="T42" fmla="*/ 2262 w 2985"/>
              <a:gd name="T43" fmla="*/ 39 h 313"/>
              <a:gd name="T44" fmla="*/ 2367 w 2985"/>
              <a:gd name="T45" fmla="*/ 58 h 313"/>
              <a:gd name="T46" fmla="*/ 2458 w 2985"/>
              <a:gd name="T47" fmla="*/ 50 h 313"/>
              <a:gd name="T48" fmla="*/ 2549 w 2985"/>
              <a:gd name="T49" fmla="*/ 58 h 313"/>
              <a:gd name="T50" fmla="*/ 2659 w 2985"/>
              <a:gd name="T51" fmla="*/ 47 h 313"/>
              <a:gd name="T52" fmla="*/ 2755 w 2985"/>
              <a:gd name="T53" fmla="*/ 25 h 313"/>
              <a:gd name="T54" fmla="*/ 2883 w 2985"/>
              <a:gd name="T55" fmla="*/ 18 h 313"/>
              <a:gd name="T56" fmla="*/ 2984 w 2985"/>
              <a:gd name="T57" fmla="*/ 4 h 313"/>
              <a:gd name="T58" fmla="*/ 2901 w 2985"/>
              <a:gd name="T59" fmla="*/ 253 h 313"/>
              <a:gd name="T60" fmla="*/ 2819 w 2985"/>
              <a:gd name="T61" fmla="*/ 253 h 313"/>
              <a:gd name="T62" fmla="*/ 2746 w 2985"/>
              <a:gd name="T63" fmla="*/ 199 h 313"/>
              <a:gd name="T64" fmla="*/ 2695 w 2985"/>
              <a:gd name="T65" fmla="*/ 148 h 313"/>
              <a:gd name="T66" fmla="*/ 2623 w 2985"/>
              <a:gd name="T67" fmla="*/ 108 h 313"/>
              <a:gd name="T68" fmla="*/ 2535 w 2985"/>
              <a:gd name="T69" fmla="*/ 97 h 313"/>
              <a:gd name="T70" fmla="*/ 2463 w 2985"/>
              <a:gd name="T71" fmla="*/ 94 h 313"/>
              <a:gd name="T72" fmla="*/ 2417 w 2985"/>
              <a:gd name="T73" fmla="*/ 188 h 313"/>
              <a:gd name="T74" fmla="*/ 2225 w 2985"/>
              <a:gd name="T75" fmla="*/ 97 h 313"/>
              <a:gd name="T76" fmla="*/ 2143 w 2985"/>
              <a:gd name="T77" fmla="*/ 112 h 313"/>
              <a:gd name="T78" fmla="*/ 2061 w 2985"/>
              <a:gd name="T79" fmla="*/ 108 h 313"/>
              <a:gd name="T80" fmla="*/ 1969 w 2985"/>
              <a:gd name="T81" fmla="*/ 119 h 313"/>
              <a:gd name="T82" fmla="*/ 1878 w 2985"/>
              <a:gd name="T83" fmla="*/ 112 h 313"/>
              <a:gd name="T84" fmla="*/ 1795 w 2985"/>
              <a:gd name="T85" fmla="*/ 119 h 313"/>
              <a:gd name="T86" fmla="*/ 1700 w 2985"/>
              <a:gd name="T87" fmla="*/ 116 h 313"/>
              <a:gd name="T88" fmla="*/ 1594 w 2985"/>
              <a:gd name="T89" fmla="*/ 123 h 313"/>
              <a:gd name="T90" fmla="*/ 1512 w 2985"/>
              <a:gd name="T91" fmla="*/ 119 h 313"/>
              <a:gd name="T92" fmla="*/ 1439 w 2985"/>
              <a:gd name="T93" fmla="*/ 116 h 313"/>
              <a:gd name="T94" fmla="*/ 1352 w 2985"/>
              <a:gd name="T95" fmla="*/ 126 h 313"/>
              <a:gd name="T96" fmla="*/ 1265 w 2985"/>
              <a:gd name="T97" fmla="*/ 116 h 313"/>
              <a:gd name="T98" fmla="*/ 1169 w 2985"/>
              <a:gd name="T99" fmla="*/ 119 h 313"/>
              <a:gd name="T100" fmla="*/ 1082 w 2985"/>
              <a:gd name="T101" fmla="*/ 116 h 313"/>
              <a:gd name="T102" fmla="*/ 996 w 2985"/>
              <a:gd name="T103" fmla="*/ 105 h 313"/>
              <a:gd name="T104" fmla="*/ 908 w 2985"/>
              <a:gd name="T105" fmla="*/ 107 h 313"/>
              <a:gd name="T106" fmla="*/ 827 w 2985"/>
              <a:gd name="T107" fmla="*/ 97 h 313"/>
              <a:gd name="T108" fmla="*/ 735 w 2985"/>
              <a:gd name="T109" fmla="*/ 79 h 313"/>
              <a:gd name="T110" fmla="*/ 653 w 2985"/>
              <a:gd name="T111" fmla="*/ 97 h 313"/>
              <a:gd name="T112" fmla="*/ 566 w 2985"/>
              <a:gd name="T113" fmla="*/ 94 h 313"/>
              <a:gd name="T114" fmla="*/ 479 w 2985"/>
              <a:gd name="T115" fmla="*/ 105 h 313"/>
              <a:gd name="T116" fmla="*/ 397 w 2985"/>
              <a:gd name="T117" fmla="*/ 97 h 313"/>
              <a:gd name="T118" fmla="*/ 306 w 2985"/>
              <a:gd name="T119" fmla="*/ 116 h 313"/>
              <a:gd name="T120" fmla="*/ 224 w 2985"/>
              <a:gd name="T121" fmla="*/ 108 h 313"/>
              <a:gd name="T122" fmla="*/ 132 w 2985"/>
              <a:gd name="T123" fmla="*/ 108 h 313"/>
              <a:gd name="T124" fmla="*/ 50 w 2985"/>
              <a:gd name="T125" fmla="*/ 123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985" h="313">
                <a:moveTo>
                  <a:pt x="0" y="28"/>
                </a:moveTo>
                <a:lnTo>
                  <a:pt x="27" y="21"/>
                </a:lnTo>
                <a:lnTo>
                  <a:pt x="50" y="25"/>
                </a:lnTo>
                <a:lnTo>
                  <a:pt x="64" y="25"/>
                </a:lnTo>
                <a:lnTo>
                  <a:pt x="82" y="25"/>
                </a:lnTo>
                <a:lnTo>
                  <a:pt x="95" y="21"/>
                </a:lnTo>
                <a:lnTo>
                  <a:pt x="109" y="18"/>
                </a:lnTo>
                <a:lnTo>
                  <a:pt x="128" y="18"/>
                </a:lnTo>
                <a:lnTo>
                  <a:pt x="146" y="10"/>
                </a:lnTo>
                <a:lnTo>
                  <a:pt x="159" y="10"/>
                </a:lnTo>
                <a:lnTo>
                  <a:pt x="173" y="10"/>
                </a:lnTo>
                <a:lnTo>
                  <a:pt x="191" y="10"/>
                </a:lnTo>
                <a:lnTo>
                  <a:pt x="205" y="10"/>
                </a:lnTo>
                <a:lnTo>
                  <a:pt x="219" y="18"/>
                </a:lnTo>
                <a:lnTo>
                  <a:pt x="237" y="21"/>
                </a:lnTo>
                <a:lnTo>
                  <a:pt x="247" y="32"/>
                </a:lnTo>
                <a:lnTo>
                  <a:pt x="265" y="36"/>
                </a:lnTo>
                <a:lnTo>
                  <a:pt x="278" y="43"/>
                </a:lnTo>
                <a:lnTo>
                  <a:pt x="292" y="47"/>
                </a:lnTo>
                <a:lnTo>
                  <a:pt x="310" y="47"/>
                </a:lnTo>
                <a:lnTo>
                  <a:pt x="324" y="47"/>
                </a:lnTo>
                <a:lnTo>
                  <a:pt x="337" y="47"/>
                </a:lnTo>
                <a:lnTo>
                  <a:pt x="351" y="47"/>
                </a:lnTo>
                <a:lnTo>
                  <a:pt x="365" y="47"/>
                </a:lnTo>
                <a:lnTo>
                  <a:pt x="379" y="47"/>
                </a:lnTo>
                <a:lnTo>
                  <a:pt x="393" y="43"/>
                </a:lnTo>
                <a:lnTo>
                  <a:pt x="406" y="43"/>
                </a:lnTo>
                <a:lnTo>
                  <a:pt x="429" y="43"/>
                </a:lnTo>
                <a:lnTo>
                  <a:pt x="448" y="47"/>
                </a:lnTo>
                <a:lnTo>
                  <a:pt x="466" y="47"/>
                </a:lnTo>
                <a:lnTo>
                  <a:pt x="484" y="50"/>
                </a:lnTo>
                <a:lnTo>
                  <a:pt x="497" y="54"/>
                </a:lnTo>
                <a:lnTo>
                  <a:pt x="511" y="58"/>
                </a:lnTo>
                <a:lnTo>
                  <a:pt x="525" y="61"/>
                </a:lnTo>
                <a:lnTo>
                  <a:pt x="538" y="61"/>
                </a:lnTo>
                <a:lnTo>
                  <a:pt x="557" y="65"/>
                </a:lnTo>
                <a:lnTo>
                  <a:pt x="571" y="65"/>
                </a:lnTo>
                <a:lnTo>
                  <a:pt x="594" y="65"/>
                </a:lnTo>
                <a:lnTo>
                  <a:pt x="612" y="65"/>
                </a:lnTo>
                <a:lnTo>
                  <a:pt x="630" y="65"/>
                </a:lnTo>
                <a:lnTo>
                  <a:pt x="644" y="65"/>
                </a:lnTo>
                <a:lnTo>
                  <a:pt x="657" y="65"/>
                </a:lnTo>
                <a:lnTo>
                  <a:pt x="680" y="65"/>
                </a:lnTo>
                <a:lnTo>
                  <a:pt x="703" y="61"/>
                </a:lnTo>
                <a:lnTo>
                  <a:pt x="721" y="61"/>
                </a:lnTo>
                <a:lnTo>
                  <a:pt x="740" y="61"/>
                </a:lnTo>
                <a:lnTo>
                  <a:pt x="758" y="61"/>
                </a:lnTo>
                <a:lnTo>
                  <a:pt x="772" y="61"/>
                </a:lnTo>
                <a:lnTo>
                  <a:pt x="785" y="61"/>
                </a:lnTo>
                <a:lnTo>
                  <a:pt x="799" y="61"/>
                </a:lnTo>
                <a:lnTo>
                  <a:pt x="813" y="65"/>
                </a:lnTo>
                <a:lnTo>
                  <a:pt x="827" y="65"/>
                </a:lnTo>
                <a:lnTo>
                  <a:pt x="830" y="44"/>
                </a:lnTo>
                <a:lnTo>
                  <a:pt x="863" y="68"/>
                </a:lnTo>
                <a:lnTo>
                  <a:pt x="884" y="25"/>
                </a:lnTo>
                <a:lnTo>
                  <a:pt x="904" y="65"/>
                </a:lnTo>
                <a:lnTo>
                  <a:pt x="922" y="65"/>
                </a:lnTo>
                <a:lnTo>
                  <a:pt x="941" y="65"/>
                </a:lnTo>
                <a:lnTo>
                  <a:pt x="955" y="65"/>
                </a:lnTo>
                <a:lnTo>
                  <a:pt x="968" y="65"/>
                </a:lnTo>
                <a:lnTo>
                  <a:pt x="982" y="65"/>
                </a:lnTo>
                <a:lnTo>
                  <a:pt x="1007" y="52"/>
                </a:lnTo>
                <a:lnTo>
                  <a:pt x="1014" y="68"/>
                </a:lnTo>
                <a:lnTo>
                  <a:pt x="1033" y="68"/>
                </a:lnTo>
                <a:lnTo>
                  <a:pt x="1051" y="72"/>
                </a:lnTo>
                <a:lnTo>
                  <a:pt x="1069" y="76"/>
                </a:lnTo>
                <a:lnTo>
                  <a:pt x="1087" y="76"/>
                </a:lnTo>
                <a:lnTo>
                  <a:pt x="1101" y="76"/>
                </a:lnTo>
                <a:lnTo>
                  <a:pt x="1123" y="79"/>
                </a:lnTo>
                <a:lnTo>
                  <a:pt x="1151" y="83"/>
                </a:lnTo>
                <a:lnTo>
                  <a:pt x="1165" y="83"/>
                </a:lnTo>
                <a:lnTo>
                  <a:pt x="1179" y="83"/>
                </a:lnTo>
                <a:lnTo>
                  <a:pt x="1197" y="83"/>
                </a:lnTo>
                <a:lnTo>
                  <a:pt x="1211" y="83"/>
                </a:lnTo>
                <a:lnTo>
                  <a:pt x="1224" y="83"/>
                </a:lnTo>
                <a:lnTo>
                  <a:pt x="1238" y="83"/>
                </a:lnTo>
                <a:lnTo>
                  <a:pt x="1283" y="83"/>
                </a:lnTo>
                <a:lnTo>
                  <a:pt x="1329" y="83"/>
                </a:lnTo>
                <a:lnTo>
                  <a:pt x="1375" y="83"/>
                </a:lnTo>
                <a:lnTo>
                  <a:pt x="1393" y="83"/>
                </a:lnTo>
                <a:lnTo>
                  <a:pt x="1412" y="83"/>
                </a:lnTo>
                <a:lnTo>
                  <a:pt x="1430" y="83"/>
                </a:lnTo>
                <a:lnTo>
                  <a:pt x="1443" y="79"/>
                </a:lnTo>
                <a:lnTo>
                  <a:pt x="1503" y="54"/>
                </a:lnTo>
                <a:lnTo>
                  <a:pt x="1512" y="65"/>
                </a:lnTo>
                <a:lnTo>
                  <a:pt x="1521" y="79"/>
                </a:lnTo>
                <a:lnTo>
                  <a:pt x="1540" y="83"/>
                </a:lnTo>
                <a:lnTo>
                  <a:pt x="1553" y="79"/>
                </a:lnTo>
                <a:lnTo>
                  <a:pt x="1567" y="79"/>
                </a:lnTo>
                <a:lnTo>
                  <a:pt x="1581" y="76"/>
                </a:lnTo>
                <a:lnTo>
                  <a:pt x="1594" y="79"/>
                </a:lnTo>
                <a:lnTo>
                  <a:pt x="1613" y="83"/>
                </a:lnTo>
                <a:lnTo>
                  <a:pt x="1626" y="83"/>
                </a:lnTo>
                <a:lnTo>
                  <a:pt x="1640" y="87"/>
                </a:lnTo>
                <a:lnTo>
                  <a:pt x="1654" y="87"/>
                </a:lnTo>
                <a:lnTo>
                  <a:pt x="1667" y="87"/>
                </a:lnTo>
                <a:lnTo>
                  <a:pt x="1681" y="87"/>
                </a:lnTo>
                <a:lnTo>
                  <a:pt x="1695" y="87"/>
                </a:lnTo>
                <a:lnTo>
                  <a:pt x="1708" y="83"/>
                </a:lnTo>
                <a:lnTo>
                  <a:pt x="1722" y="83"/>
                </a:lnTo>
                <a:lnTo>
                  <a:pt x="1741" y="83"/>
                </a:lnTo>
                <a:lnTo>
                  <a:pt x="1759" y="79"/>
                </a:lnTo>
                <a:lnTo>
                  <a:pt x="1772" y="76"/>
                </a:lnTo>
                <a:lnTo>
                  <a:pt x="1786" y="76"/>
                </a:lnTo>
                <a:lnTo>
                  <a:pt x="1804" y="76"/>
                </a:lnTo>
                <a:lnTo>
                  <a:pt x="1818" y="72"/>
                </a:lnTo>
                <a:lnTo>
                  <a:pt x="1832" y="76"/>
                </a:lnTo>
                <a:lnTo>
                  <a:pt x="1846" y="87"/>
                </a:lnTo>
                <a:lnTo>
                  <a:pt x="1860" y="90"/>
                </a:lnTo>
                <a:lnTo>
                  <a:pt x="1878" y="90"/>
                </a:lnTo>
                <a:lnTo>
                  <a:pt x="1891" y="90"/>
                </a:lnTo>
                <a:lnTo>
                  <a:pt x="1905" y="90"/>
                </a:lnTo>
                <a:lnTo>
                  <a:pt x="1923" y="90"/>
                </a:lnTo>
                <a:lnTo>
                  <a:pt x="1942" y="87"/>
                </a:lnTo>
                <a:lnTo>
                  <a:pt x="1960" y="83"/>
                </a:lnTo>
                <a:lnTo>
                  <a:pt x="1978" y="83"/>
                </a:lnTo>
                <a:lnTo>
                  <a:pt x="1992" y="79"/>
                </a:lnTo>
                <a:lnTo>
                  <a:pt x="2010" y="79"/>
                </a:lnTo>
                <a:lnTo>
                  <a:pt x="2024" y="76"/>
                </a:lnTo>
                <a:lnTo>
                  <a:pt x="2038" y="76"/>
                </a:lnTo>
                <a:lnTo>
                  <a:pt x="2051" y="76"/>
                </a:lnTo>
                <a:lnTo>
                  <a:pt x="2106" y="76"/>
                </a:lnTo>
                <a:lnTo>
                  <a:pt x="2120" y="76"/>
                </a:lnTo>
                <a:lnTo>
                  <a:pt x="2138" y="76"/>
                </a:lnTo>
                <a:lnTo>
                  <a:pt x="2152" y="76"/>
                </a:lnTo>
                <a:lnTo>
                  <a:pt x="2166" y="72"/>
                </a:lnTo>
                <a:lnTo>
                  <a:pt x="2184" y="65"/>
                </a:lnTo>
                <a:lnTo>
                  <a:pt x="2207" y="61"/>
                </a:lnTo>
                <a:lnTo>
                  <a:pt x="2221" y="58"/>
                </a:lnTo>
                <a:lnTo>
                  <a:pt x="2234" y="50"/>
                </a:lnTo>
                <a:lnTo>
                  <a:pt x="2248" y="47"/>
                </a:lnTo>
                <a:lnTo>
                  <a:pt x="2262" y="39"/>
                </a:lnTo>
                <a:lnTo>
                  <a:pt x="2275" y="39"/>
                </a:lnTo>
                <a:lnTo>
                  <a:pt x="2289" y="43"/>
                </a:lnTo>
                <a:lnTo>
                  <a:pt x="2312" y="47"/>
                </a:lnTo>
                <a:lnTo>
                  <a:pt x="2326" y="47"/>
                </a:lnTo>
                <a:lnTo>
                  <a:pt x="2348" y="54"/>
                </a:lnTo>
                <a:lnTo>
                  <a:pt x="2367" y="58"/>
                </a:lnTo>
                <a:lnTo>
                  <a:pt x="2380" y="58"/>
                </a:lnTo>
                <a:lnTo>
                  <a:pt x="2394" y="58"/>
                </a:lnTo>
                <a:lnTo>
                  <a:pt x="2408" y="54"/>
                </a:lnTo>
                <a:lnTo>
                  <a:pt x="2426" y="54"/>
                </a:lnTo>
                <a:lnTo>
                  <a:pt x="2440" y="50"/>
                </a:lnTo>
                <a:lnTo>
                  <a:pt x="2458" y="50"/>
                </a:lnTo>
                <a:lnTo>
                  <a:pt x="2481" y="50"/>
                </a:lnTo>
                <a:lnTo>
                  <a:pt x="2494" y="50"/>
                </a:lnTo>
                <a:lnTo>
                  <a:pt x="2508" y="54"/>
                </a:lnTo>
                <a:lnTo>
                  <a:pt x="2522" y="54"/>
                </a:lnTo>
                <a:lnTo>
                  <a:pt x="2535" y="58"/>
                </a:lnTo>
                <a:lnTo>
                  <a:pt x="2549" y="58"/>
                </a:lnTo>
                <a:lnTo>
                  <a:pt x="2568" y="58"/>
                </a:lnTo>
                <a:lnTo>
                  <a:pt x="2590" y="54"/>
                </a:lnTo>
                <a:lnTo>
                  <a:pt x="2613" y="54"/>
                </a:lnTo>
                <a:lnTo>
                  <a:pt x="2627" y="54"/>
                </a:lnTo>
                <a:lnTo>
                  <a:pt x="2646" y="50"/>
                </a:lnTo>
                <a:lnTo>
                  <a:pt x="2659" y="47"/>
                </a:lnTo>
                <a:lnTo>
                  <a:pt x="2673" y="39"/>
                </a:lnTo>
                <a:lnTo>
                  <a:pt x="2687" y="36"/>
                </a:lnTo>
                <a:lnTo>
                  <a:pt x="2705" y="32"/>
                </a:lnTo>
                <a:lnTo>
                  <a:pt x="2723" y="32"/>
                </a:lnTo>
                <a:lnTo>
                  <a:pt x="2741" y="29"/>
                </a:lnTo>
                <a:lnTo>
                  <a:pt x="2755" y="25"/>
                </a:lnTo>
                <a:lnTo>
                  <a:pt x="2773" y="21"/>
                </a:lnTo>
                <a:lnTo>
                  <a:pt x="2787" y="18"/>
                </a:lnTo>
                <a:lnTo>
                  <a:pt x="2801" y="14"/>
                </a:lnTo>
                <a:lnTo>
                  <a:pt x="2851" y="0"/>
                </a:lnTo>
                <a:lnTo>
                  <a:pt x="2874" y="7"/>
                </a:lnTo>
                <a:lnTo>
                  <a:pt x="2883" y="18"/>
                </a:lnTo>
                <a:lnTo>
                  <a:pt x="2896" y="21"/>
                </a:lnTo>
                <a:lnTo>
                  <a:pt x="2911" y="21"/>
                </a:lnTo>
                <a:lnTo>
                  <a:pt x="2933" y="18"/>
                </a:lnTo>
                <a:lnTo>
                  <a:pt x="2947" y="14"/>
                </a:lnTo>
                <a:lnTo>
                  <a:pt x="2960" y="7"/>
                </a:lnTo>
                <a:lnTo>
                  <a:pt x="2984" y="4"/>
                </a:lnTo>
                <a:lnTo>
                  <a:pt x="2984" y="312"/>
                </a:lnTo>
                <a:lnTo>
                  <a:pt x="2933" y="293"/>
                </a:lnTo>
                <a:lnTo>
                  <a:pt x="2924" y="282"/>
                </a:lnTo>
                <a:lnTo>
                  <a:pt x="2919" y="272"/>
                </a:lnTo>
                <a:lnTo>
                  <a:pt x="2915" y="261"/>
                </a:lnTo>
                <a:lnTo>
                  <a:pt x="2901" y="253"/>
                </a:lnTo>
                <a:lnTo>
                  <a:pt x="2888" y="253"/>
                </a:lnTo>
                <a:lnTo>
                  <a:pt x="2874" y="264"/>
                </a:lnTo>
                <a:lnTo>
                  <a:pt x="2860" y="253"/>
                </a:lnTo>
                <a:lnTo>
                  <a:pt x="2847" y="257"/>
                </a:lnTo>
                <a:lnTo>
                  <a:pt x="2828" y="264"/>
                </a:lnTo>
                <a:lnTo>
                  <a:pt x="2819" y="253"/>
                </a:lnTo>
                <a:lnTo>
                  <a:pt x="2805" y="250"/>
                </a:lnTo>
                <a:lnTo>
                  <a:pt x="2792" y="243"/>
                </a:lnTo>
                <a:lnTo>
                  <a:pt x="2782" y="232"/>
                </a:lnTo>
                <a:lnTo>
                  <a:pt x="2769" y="221"/>
                </a:lnTo>
                <a:lnTo>
                  <a:pt x="2755" y="210"/>
                </a:lnTo>
                <a:lnTo>
                  <a:pt x="2746" y="199"/>
                </a:lnTo>
                <a:lnTo>
                  <a:pt x="2732" y="206"/>
                </a:lnTo>
                <a:lnTo>
                  <a:pt x="2718" y="199"/>
                </a:lnTo>
                <a:lnTo>
                  <a:pt x="2718" y="188"/>
                </a:lnTo>
                <a:lnTo>
                  <a:pt x="2709" y="174"/>
                </a:lnTo>
                <a:lnTo>
                  <a:pt x="2700" y="159"/>
                </a:lnTo>
                <a:lnTo>
                  <a:pt x="2695" y="148"/>
                </a:lnTo>
                <a:lnTo>
                  <a:pt x="2682" y="141"/>
                </a:lnTo>
                <a:lnTo>
                  <a:pt x="2664" y="148"/>
                </a:lnTo>
                <a:lnTo>
                  <a:pt x="2654" y="134"/>
                </a:lnTo>
                <a:lnTo>
                  <a:pt x="2646" y="123"/>
                </a:lnTo>
                <a:lnTo>
                  <a:pt x="2632" y="119"/>
                </a:lnTo>
                <a:lnTo>
                  <a:pt x="2623" y="108"/>
                </a:lnTo>
                <a:lnTo>
                  <a:pt x="2609" y="108"/>
                </a:lnTo>
                <a:lnTo>
                  <a:pt x="2595" y="108"/>
                </a:lnTo>
                <a:lnTo>
                  <a:pt x="2581" y="105"/>
                </a:lnTo>
                <a:lnTo>
                  <a:pt x="2563" y="97"/>
                </a:lnTo>
                <a:lnTo>
                  <a:pt x="2549" y="97"/>
                </a:lnTo>
                <a:lnTo>
                  <a:pt x="2535" y="97"/>
                </a:lnTo>
                <a:lnTo>
                  <a:pt x="2517" y="94"/>
                </a:lnTo>
                <a:lnTo>
                  <a:pt x="2504" y="90"/>
                </a:lnTo>
                <a:lnTo>
                  <a:pt x="2494" y="79"/>
                </a:lnTo>
                <a:lnTo>
                  <a:pt x="2481" y="79"/>
                </a:lnTo>
                <a:lnTo>
                  <a:pt x="2467" y="83"/>
                </a:lnTo>
                <a:lnTo>
                  <a:pt x="2463" y="94"/>
                </a:lnTo>
                <a:lnTo>
                  <a:pt x="2449" y="105"/>
                </a:lnTo>
                <a:lnTo>
                  <a:pt x="2435" y="108"/>
                </a:lnTo>
                <a:lnTo>
                  <a:pt x="2463" y="210"/>
                </a:lnTo>
                <a:lnTo>
                  <a:pt x="2445" y="206"/>
                </a:lnTo>
                <a:lnTo>
                  <a:pt x="2430" y="199"/>
                </a:lnTo>
                <a:lnTo>
                  <a:pt x="2417" y="188"/>
                </a:lnTo>
                <a:lnTo>
                  <a:pt x="2289" y="119"/>
                </a:lnTo>
                <a:lnTo>
                  <a:pt x="2275" y="112"/>
                </a:lnTo>
                <a:lnTo>
                  <a:pt x="2262" y="105"/>
                </a:lnTo>
                <a:lnTo>
                  <a:pt x="2252" y="94"/>
                </a:lnTo>
                <a:lnTo>
                  <a:pt x="2239" y="90"/>
                </a:lnTo>
                <a:lnTo>
                  <a:pt x="2225" y="97"/>
                </a:lnTo>
                <a:lnTo>
                  <a:pt x="2216" y="108"/>
                </a:lnTo>
                <a:lnTo>
                  <a:pt x="2198" y="119"/>
                </a:lnTo>
                <a:lnTo>
                  <a:pt x="2184" y="123"/>
                </a:lnTo>
                <a:lnTo>
                  <a:pt x="2170" y="123"/>
                </a:lnTo>
                <a:lnTo>
                  <a:pt x="2156" y="116"/>
                </a:lnTo>
                <a:lnTo>
                  <a:pt x="2143" y="112"/>
                </a:lnTo>
                <a:lnTo>
                  <a:pt x="2129" y="119"/>
                </a:lnTo>
                <a:lnTo>
                  <a:pt x="2115" y="108"/>
                </a:lnTo>
                <a:lnTo>
                  <a:pt x="2102" y="112"/>
                </a:lnTo>
                <a:lnTo>
                  <a:pt x="2088" y="119"/>
                </a:lnTo>
                <a:lnTo>
                  <a:pt x="2074" y="112"/>
                </a:lnTo>
                <a:lnTo>
                  <a:pt x="2061" y="108"/>
                </a:lnTo>
                <a:lnTo>
                  <a:pt x="2047" y="108"/>
                </a:lnTo>
                <a:lnTo>
                  <a:pt x="2033" y="112"/>
                </a:lnTo>
                <a:lnTo>
                  <a:pt x="2020" y="112"/>
                </a:lnTo>
                <a:lnTo>
                  <a:pt x="2006" y="108"/>
                </a:lnTo>
                <a:lnTo>
                  <a:pt x="1987" y="112"/>
                </a:lnTo>
                <a:lnTo>
                  <a:pt x="1969" y="119"/>
                </a:lnTo>
                <a:lnTo>
                  <a:pt x="1955" y="119"/>
                </a:lnTo>
                <a:lnTo>
                  <a:pt x="1937" y="123"/>
                </a:lnTo>
                <a:lnTo>
                  <a:pt x="1923" y="123"/>
                </a:lnTo>
                <a:lnTo>
                  <a:pt x="1905" y="116"/>
                </a:lnTo>
                <a:lnTo>
                  <a:pt x="1891" y="112"/>
                </a:lnTo>
                <a:lnTo>
                  <a:pt x="1878" y="112"/>
                </a:lnTo>
                <a:lnTo>
                  <a:pt x="1864" y="119"/>
                </a:lnTo>
                <a:lnTo>
                  <a:pt x="1846" y="130"/>
                </a:lnTo>
                <a:lnTo>
                  <a:pt x="1832" y="137"/>
                </a:lnTo>
                <a:lnTo>
                  <a:pt x="1823" y="126"/>
                </a:lnTo>
                <a:lnTo>
                  <a:pt x="1809" y="119"/>
                </a:lnTo>
                <a:lnTo>
                  <a:pt x="1795" y="119"/>
                </a:lnTo>
                <a:lnTo>
                  <a:pt x="1782" y="123"/>
                </a:lnTo>
                <a:lnTo>
                  <a:pt x="1768" y="126"/>
                </a:lnTo>
                <a:lnTo>
                  <a:pt x="1749" y="126"/>
                </a:lnTo>
                <a:lnTo>
                  <a:pt x="1731" y="123"/>
                </a:lnTo>
                <a:lnTo>
                  <a:pt x="1713" y="119"/>
                </a:lnTo>
                <a:lnTo>
                  <a:pt x="1700" y="116"/>
                </a:lnTo>
                <a:lnTo>
                  <a:pt x="1677" y="119"/>
                </a:lnTo>
                <a:lnTo>
                  <a:pt x="1663" y="123"/>
                </a:lnTo>
                <a:lnTo>
                  <a:pt x="1644" y="126"/>
                </a:lnTo>
                <a:lnTo>
                  <a:pt x="1622" y="134"/>
                </a:lnTo>
                <a:lnTo>
                  <a:pt x="1608" y="130"/>
                </a:lnTo>
                <a:lnTo>
                  <a:pt x="1594" y="123"/>
                </a:lnTo>
                <a:lnTo>
                  <a:pt x="1581" y="116"/>
                </a:lnTo>
                <a:lnTo>
                  <a:pt x="1567" y="119"/>
                </a:lnTo>
                <a:lnTo>
                  <a:pt x="1553" y="119"/>
                </a:lnTo>
                <a:lnTo>
                  <a:pt x="1540" y="119"/>
                </a:lnTo>
                <a:lnTo>
                  <a:pt x="1526" y="119"/>
                </a:lnTo>
                <a:lnTo>
                  <a:pt x="1512" y="119"/>
                </a:lnTo>
                <a:lnTo>
                  <a:pt x="1499" y="119"/>
                </a:lnTo>
                <a:lnTo>
                  <a:pt x="1506" y="245"/>
                </a:lnTo>
                <a:lnTo>
                  <a:pt x="1480" y="112"/>
                </a:lnTo>
                <a:lnTo>
                  <a:pt x="1466" y="112"/>
                </a:lnTo>
                <a:lnTo>
                  <a:pt x="1453" y="112"/>
                </a:lnTo>
                <a:lnTo>
                  <a:pt x="1439" y="116"/>
                </a:lnTo>
                <a:lnTo>
                  <a:pt x="1421" y="116"/>
                </a:lnTo>
                <a:lnTo>
                  <a:pt x="1407" y="116"/>
                </a:lnTo>
                <a:lnTo>
                  <a:pt x="1393" y="119"/>
                </a:lnTo>
                <a:lnTo>
                  <a:pt x="1380" y="126"/>
                </a:lnTo>
                <a:lnTo>
                  <a:pt x="1366" y="126"/>
                </a:lnTo>
                <a:lnTo>
                  <a:pt x="1352" y="126"/>
                </a:lnTo>
                <a:lnTo>
                  <a:pt x="1339" y="126"/>
                </a:lnTo>
                <a:lnTo>
                  <a:pt x="1324" y="126"/>
                </a:lnTo>
                <a:lnTo>
                  <a:pt x="1311" y="119"/>
                </a:lnTo>
                <a:lnTo>
                  <a:pt x="1293" y="116"/>
                </a:lnTo>
                <a:lnTo>
                  <a:pt x="1279" y="116"/>
                </a:lnTo>
                <a:lnTo>
                  <a:pt x="1265" y="116"/>
                </a:lnTo>
                <a:lnTo>
                  <a:pt x="1247" y="119"/>
                </a:lnTo>
                <a:lnTo>
                  <a:pt x="1234" y="119"/>
                </a:lnTo>
                <a:lnTo>
                  <a:pt x="1215" y="119"/>
                </a:lnTo>
                <a:lnTo>
                  <a:pt x="1201" y="123"/>
                </a:lnTo>
                <a:lnTo>
                  <a:pt x="1183" y="123"/>
                </a:lnTo>
                <a:lnTo>
                  <a:pt x="1169" y="119"/>
                </a:lnTo>
                <a:lnTo>
                  <a:pt x="1156" y="119"/>
                </a:lnTo>
                <a:lnTo>
                  <a:pt x="1137" y="116"/>
                </a:lnTo>
                <a:lnTo>
                  <a:pt x="1123" y="112"/>
                </a:lnTo>
                <a:lnTo>
                  <a:pt x="1110" y="112"/>
                </a:lnTo>
                <a:lnTo>
                  <a:pt x="1096" y="112"/>
                </a:lnTo>
                <a:lnTo>
                  <a:pt x="1082" y="116"/>
                </a:lnTo>
                <a:lnTo>
                  <a:pt x="1069" y="119"/>
                </a:lnTo>
                <a:lnTo>
                  <a:pt x="1055" y="119"/>
                </a:lnTo>
                <a:lnTo>
                  <a:pt x="1037" y="119"/>
                </a:lnTo>
                <a:lnTo>
                  <a:pt x="1023" y="119"/>
                </a:lnTo>
                <a:lnTo>
                  <a:pt x="1010" y="112"/>
                </a:lnTo>
                <a:lnTo>
                  <a:pt x="996" y="105"/>
                </a:lnTo>
                <a:lnTo>
                  <a:pt x="982" y="97"/>
                </a:lnTo>
                <a:lnTo>
                  <a:pt x="963" y="94"/>
                </a:lnTo>
                <a:lnTo>
                  <a:pt x="950" y="94"/>
                </a:lnTo>
                <a:lnTo>
                  <a:pt x="929" y="100"/>
                </a:lnTo>
                <a:lnTo>
                  <a:pt x="922" y="83"/>
                </a:lnTo>
                <a:lnTo>
                  <a:pt x="908" y="107"/>
                </a:lnTo>
                <a:lnTo>
                  <a:pt x="895" y="79"/>
                </a:lnTo>
                <a:lnTo>
                  <a:pt x="887" y="100"/>
                </a:lnTo>
                <a:lnTo>
                  <a:pt x="868" y="83"/>
                </a:lnTo>
                <a:lnTo>
                  <a:pt x="854" y="90"/>
                </a:lnTo>
                <a:lnTo>
                  <a:pt x="840" y="90"/>
                </a:lnTo>
                <a:lnTo>
                  <a:pt x="827" y="97"/>
                </a:lnTo>
                <a:lnTo>
                  <a:pt x="813" y="97"/>
                </a:lnTo>
                <a:lnTo>
                  <a:pt x="799" y="90"/>
                </a:lnTo>
                <a:lnTo>
                  <a:pt x="781" y="87"/>
                </a:lnTo>
                <a:lnTo>
                  <a:pt x="767" y="87"/>
                </a:lnTo>
                <a:lnTo>
                  <a:pt x="749" y="79"/>
                </a:lnTo>
                <a:lnTo>
                  <a:pt x="735" y="79"/>
                </a:lnTo>
                <a:lnTo>
                  <a:pt x="721" y="83"/>
                </a:lnTo>
                <a:lnTo>
                  <a:pt x="708" y="87"/>
                </a:lnTo>
                <a:lnTo>
                  <a:pt x="694" y="90"/>
                </a:lnTo>
                <a:lnTo>
                  <a:pt x="680" y="94"/>
                </a:lnTo>
                <a:lnTo>
                  <a:pt x="667" y="97"/>
                </a:lnTo>
                <a:lnTo>
                  <a:pt x="653" y="97"/>
                </a:lnTo>
                <a:lnTo>
                  <a:pt x="639" y="97"/>
                </a:lnTo>
                <a:lnTo>
                  <a:pt x="626" y="97"/>
                </a:lnTo>
                <a:lnTo>
                  <a:pt x="607" y="97"/>
                </a:lnTo>
                <a:lnTo>
                  <a:pt x="594" y="97"/>
                </a:lnTo>
                <a:lnTo>
                  <a:pt x="580" y="94"/>
                </a:lnTo>
                <a:lnTo>
                  <a:pt x="566" y="94"/>
                </a:lnTo>
                <a:lnTo>
                  <a:pt x="553" y="94"/>
                </a:lnTo>
                <a:lnTo>
                  <a:pt x="534" y="94"/>
                </a:lnTo>
                <a:lnTo>
                  <a:pt x="520" y="94"/>
                </a:lnTo>
                <a:lnTo>
                  <a:pt x="507" y="94"/>
                </a:lnTo>
                <a:lnTo>
                  <a:pt x="493" y="101"/>
                </a:lnTo>
                <a:lnTo>
                  <a:pt x="479" y="105"/>
                </a:lnTo>
                <a:lnTo>
                  <a:pt x="466" y="108"/>
                </a:lnTo>
                <a:lnTo>
                  <a:pt x="452" y="108"/>
                </a:lnTo>
                <a:lnTo>
                  <a:pt x="438" y="108"/>
                </a:lnTo>
                <a:lnTo>
                  <a:pt x="425" y="101"/>
                </a:lnTo>
                <a:lnTo>
                  <a:pt x="411" y="97"/>
                </a:lnTo>
                <a:lnTo>
                  <a:pt x="397" y="97"/>
                </a:lnTo>
                <a:lnTo>
                  <a:pt x="383" y="97"/>
                </a:lnTo>
                <a:lnTo>
                  <a:pt x="360" y="94"/>
                </a:lnTo>
                <a:lnTo>
                  <a:pt x="347" y="94"/>
                </a:lnTo>
                <a:lnTo>
                  <a:pt x="333" y="101"/>
                </a:lnTo>
                <a:lnTo>
                  <a:pt x="319" y="108"/>
                </a:lnTo>
                <a:lnTo>
                  <a:pt x="306" y="116"/>
                </a:lnTo>
                <a:lnTo>
                  <a:pt x="292" y="119"/>
                </a:lnTo>
                <a:lnTo>
                  <a:pt x="278" y="119"/>
                </a:lnTo>
                <a:lnTo>
                  <a:pt x="265" y="116"/>
                </a:lnTo>
                <a:lnTo>
                  <a:pt x="251" y="112"/>
                </a:lnTo>
                <a:lnTo>
                  <a:pt x="237" y="112"/>
                </a:lnTo>
                <a:lnTo>
                  <a:pt x="224" y="108"/>
                </a:lnTo>
                <a:lnTo>
                  <a:pt x="210" y="108"/>
                </a:lnTo>
                <a:lnTo>
                  <a:pt x="196" y="108"/>
                </a:lnTo>
                <a:lnTo>
                  <a:pt x="178" y="108"/>
                </a:lnTo>
                <a:lnTo>
                  <a:pt x="159" y="108"/>
                </a:lnTo>
                <a:lnTo>
                  <a:pt x="146" y="108"/>
                </a:lnTo>
                <a:lnTo>
                  <a:pt x="132" y="108"/>
                </a:lnTo>
                <a:lnTo>
                  <a:pt x="118" y="112"/>
                </a:lnTo>
                <a:lnTo>
                  <a:pt x="105" y="112"/>
                </a:lnTo>
                <a:lnTo>
                  <a:pt x="91" y="112"/>
                </a:lnTo>
                <a:lnTo>
                  <a:pt x="77" y="116"/>
                </a:lnTo>
                <a:lnTo>
                  <a:pt x="64" y="119"/>
                </a:lnTo>
                <a:lnTo>
                  <a:pt x="50" y="123"/>
                </a:lnTo>
                <a:lnTo>
                  <a:pt x="31" y="130"/>
                </a:lnTo>
                <a:lnTo>
                  <a:pt x="13" y="134"/>
                </a:lnTo>
                <a:lnTo>
                  <a:pt x="0" y="141"/>
                </a:lnTo>
                <a:lnTo>
                  <a:pt x="0" y="28"/>
                </a:lnTo>
              </a:path>
            </a:pathLst>
          </a:custGeom>
          <a:ln w="12700" cap="rnd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84B425C4-FA33-CEF7-0D31-DC73B0433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0" y="234950"/>
            <a:ext cx="3911600" cy="28733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lIns="90488" tIns="0" rIns="90488" bIns="0" anchor="ctr">
            <a:spAutoFit/>
          </a:bodyPr>
          <a:lstStyle/>
          <a:p>
            <a:r>
              <a:rPr lang="en-US" altLang="en-US" sz="18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Tim   John  </a:t>
            </a:r>
            <a:r>
              <a:rPr lang="en-US" altLang="en-US" sz="1800" b="1"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Roberts</a:t>
            </a:r>
          </a:p>
        </p:txBody>
      </p:sp>
      <p:sp>
        <p:nvSpPr>
          <p:cNvPr id="9221" name="AutoShape 5">
            <a:extLst>
              <a:ext uri="{FF2B5EF4-FFF2-40B4-BE49-F238E27FC236}">
                <a16:creationId xmlns:a16="http://schemas.microsoft.com/office/drawing/2014/main" id="{2A8F7A18-6525-49E5-090B-BA3FD109C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7688" y="501650"/>
            <a:ext cx="146050" cy="215900"/>
          </a:xfrm>
          <a:prstGeom prst="upArrow">
            <a:avLst>
              <a:gd name="adj1" fmla="val 50000"/>
              <a:gd name="adj2" fmla="val 73906"/>
            </a:avLst>
          </a:prstGeom>
          <a:solidFill>
            <a:srgbClr val="66FF33"/>
          </a:solidFill>
          <a:ln w="12700">
            <a:solidFill>
              <a:srgbClr val="67676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2" name="AutoShape 6">
            <a:extLst>
              <a:ext uri="{FF2B5EF4-FFF2-40B4-BE49-F238E27FC236}">
                <a16:creationId xmlns:a16="http://schemas.microsoft.com/office/drawing/2014/main" id="{ABCC83B8-A710-A977-9661-7C9399445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1975" y="1749425"/>
            <a:ext cx="1511300" cy="644525"/>
          </a:xfrm>
          <a:prstGeom prst="roundRect">
            <a:avLst>
              <a:gd name="adj" fmla="val 12486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2000" b="1"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Roberts</a:t>
            </a:r>
          </a:p>
        </p:txBody>
      </p:sp>
      <p:sp>
        <p:nvSpPr>
          <p:cNvPr id="9223" name="Rectangle 7">
            <a:extLst>
              <a:ext uri="{FF2B5EF4-FFF2-40B4-BE49-F238E27FC236}">
                <a16:creationId xmlns:a16="http://schemas.microsoft.com/office/drawing/2014/main" id="{69E94FC5-7D6E-8778-7760-43C22EB7D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730250"/>
            <a:ext cx="1473200" cy="2825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 lIns="38100" tIns="0" rIns="38100" bIns="0" anchor="ctr"/>
          <a:lstStyle/>
          <a:p>
            <a:r>
              <a:rPr lang="en-US" altLang="en-US" sz="1800" b="1"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Roberts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614C258-1A96-3347-0EBC-3BF813AA2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3" y="9525"/>
            <a:ext cx="4695825" cy="3767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OldName  PIC X(80).</a:t>
            </a:r>
          </a:p>
          <a:p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</a:p>
          <a:p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TempName PIC X(16).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UnstrPtr PIC 99 VALUE 1.</a:t>
            </a:r>
          </a:p>
          <a:p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88 NameProcessed VALUE 81.</a:t>
            </a:r>
          </a:p>
          <a:p>
            <a:pPr>
              <a:lnSpc>
                <a:spcPct val="85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ProcessName.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ACCEPT OldName.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PERFORM UNTIL </a:t>
            </a:r>
            <a:r>
              <a:rPr lang="en-US" altLang="en-US" sz="1200" b="1">
                <a:solidFill>
                  <a:srgbClr val="CF0E30"/>
                </a:solidFill>
                <a:latin typeface="Courier New" panose="02070309020205020404" pitchFamily="49" charset="0"/>
              </a:rPr>
              <a:t>NameProcessed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UNSTRING OldName DELIMITED BY ALL SPACES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 INTO TempName WITH POINTER UnstrPtr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END-UNSTRING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CF0E30"/>
                </a:solidFill>
                <a:latin typeface="Courier New" panose="02070309020205020404" pitchFamily="49" charset="0"/>
              </a:rPr>
              <a:t>      </a:t>
            </a: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Display TempName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END-PERFORM</a:t>
            </a:r>
          </a:p>
          <a:p>
            <a:pPr>
              <a:lnSpc>
                <a:spcPct val="95000"/>
              </a:lnSpc>
            </a:pPr>
            <a:r>
              <a:rPr lang="en-US" altLang="en-US" sz="1200" b="1">
                <a:solidFill>
                  <a:srgbClr val="CF0E30"/>
                </a:solidFill>
                <a:latin typeface="Courier New" panose="02070309020205020404" pitchFamily="49" charset="0"/>
              </a:rPr>
              <a:t>   STOP RUN.</a:t>
            </a:r>
          </a:p>
        </p:txBody>
      </p:sp>
      <p:sp useBgFill="1">
        <p:nvSpPr>
          <p:cNvPr id="10243" name="Freeform 3">
            <a:extLst>
              <a:ext uri="{FF2B5EF4-FFF2-40B4-BE49-F238E27FC236}">
                <a16:creationId xmlns:a16="http://schemas.microsoft.com/office/drawing/2014/main" id="{7351FCB5-0438-CF1A-EB57-21916AD7E249}"/>
              </a:ext>
            </a:extLst>
          </p:cNvPr>
          <p:cNvSpPr>
            <a:spLocks/>
          </p:cNvSpPr>
          <p:nvPr/>
        </p:nvSpPr>
        <p:spPr bwMode="auto">
          <a:xfrm>
            <a:off x="14288" y="1495425"/>
            <a:ext cx="4738687" cy="496888"/>
          </a:xfrm>
          <a:custGeom>
            <a:avLst/>
            <a:gdLst>
              <a:gd name="T0" fmla="*/ 95 w 2985"/>
              <a:gd name="T1" fmla="*/ 21 h 313"/>
              <a:gd name="T2" fmla="*/ 191 w 2985"/>
              <a:gd name="T3" fmla="*/ 10 h 313"/>
              <a:gd name="T4" fmla="*/ 278 w 2985"/>
              <a:gd name="T5" fmla="*/ 43 h 313"/>
              <a:gd name="T6" fmla="*/ 365 w 2985"/>
              <a:gd name="T7" fmla="*/ 47 h 313"/>
              <a:gd name="T8" fmla="*/ 466 w 2985"/>
              <a:gd name="T9" fmla="*/ 47 h 313"/>
              <a:gd name="T10" fmla="*/ 557 w 2985"/>
              <a:gd name="T11" fmla="*/ 65 h 313"/>
              <a:gd name="T12" fmla="*/ 657 w 2985"/>
              <a:gd name="T13" fmla="*/ 65 h 313"/>
              <a:gd name="T14" fmla="*/ 772 w 2985"/>
              <a:gd name="T15" fmla="*/ 61 h 313"/>
              <a:gd name="T16" fmla="*/ 863 w 2985"/>
              <a:gd name="T17" fmla="*/ 68 h 313"/>
              <a:gd name="T18" fmla="*/ 968 w 2985"/>
              <a:gd name="T19" fmla="*/ 65 h 313"/>
              <a:gd name="T20" fmla="*/ 1069 w 2985"/>
              <a:gd name="T21" fmla="*/ 76 h 313"/>
              <a:gd name="T22" fmla="*/ 1179 w 2985"/>
              <a:gd name="T23" fmla="*/ 83 h 313"/>
              <a:gd name="T24" fmla="*/ 1329 w 2985"/>
              <a:gd name="T25" fmla="*/ 83 h 313"/>
              <a:gd name="T26" fmla="*/ 1503 w 2985"/>
              <a:gd name="T27" fmla="*/ 54 h 313"/>
              <a:gd name="T28" fmla="*/ 1581 w 2985"/>
              <a:gd name="T29" fmla="*/ 76 h 313"/>
              <a:gd name="T30" fmla="*/ 1667 w 2985"/>
              <a:gd name="T31" fmla="*/ 87 h 313"/>
              <a:gd name="T32" fmla="*/ 1759 w 2985"/>
              <a:gd name="T33" fmla="*/ 79 h 313"/>
              <a:gd name="T34" fmla="*/ 1846 w 2985"/>
              <a:gd name="T35" fmla="*/ 87 h 313"/>
              <a:gd name="T36" fmla="*/ 1942 w 2985"/>
              <a:gd name="T37" fmla="*/ 87 h 313"/>
              <a:gd name="T38" fmla="*/ 2038 w 2985"/>
              <a:gd name="T39" fmla="*/ 76 h 313"/>
              <a:gd name="T40" fmla="*/ 2166 w 2985"/>
              <a:gd name="T41" fmla="*/ 72 h 313"/>
              <a:gd name="T42" fmla="*/ 2262 w 2985"/>
              <a:gd name="T43" fmla="*/ 39 h 313"/>
              <a:gd name="T44" fmla="*/ 2367 w 2985"/>
              <a:gd name="T45" fmla="*/ 58 h 313"/>
              <a:gd name="T46" fmla="*/ 2458 w 2985"/>
              <a:gd name="T47" fmla="*/ 50 h 313"/>
              <a:gd name="T48" fmla="*/ 2549 w 2985"/>
              <a:gd name="T49" fmla="*/ 58 h 313"/>
              <a:gd name="T50" fmla="*/ 2659 w 2985"/>
              <a:gd name="T51" fmla="*/ 47 h 313"/>
              <a:gd name="T52" fmla="*/ 2755 w 2985"/>
              <a:gd name="T53" fmla="*/ 25 h 313"/>
              <a:gd name="T54" fmla="*/ 2883 w 2985"/>
              <a:gd name="T55" fmla="*/ 18 h 313"/>
              <a:gd name="T56" fmla="*/ 2984 w 2985"/>
              <a:gd name="T57" fmla="*/ 4 h 313"/>
              <a:gd name="T58" fmla="*/ 2901 w 2985"/>
              <a:gd name="T59" fmla="*/ 253 h 313"/>
              <a:gd name="T60" fmla="*/ 2819 w 2985"/>
              <a:gd name="T61" fmla="*/ 253 h 313"/>
              <a:gd name="T62" fmla="*/ 2746 w 2985"/>
              <a:gd name="T63" fmla="*/ 199 h 313"/>
              <a:gd name="T64" fmla="*/ 2695 w 2985"/>
              <a:gd name="T65" fmla="*/ 148 h 313"/>
              <a:gd name="T66" fmla="*/ 2623 w 2985"/>
              <a:gd name="T67" fmla="*/ 108 h 313"/>
              <a:gd name="T68" fmla="*/ 2535 w 2985"/>
              <a:gd name="T69" fmla="*/ 97 h 313"/>
              <a:gd name="T70" fmla="*/ 2463 w 2985"/>
              <a:gd name="T71" fmla="*/ 94 h 313"/>
              <a:gd name="T72" fmla="*/ 2417 w 2985"/>
              <a:gd name="T73" fmla="*/ 188 h 313"/>
              <a:gd name="T74" fmla="*/ 2225 w 2985"/>
              <a:gd name="T75" fmla="*/ 97 h 313"/>
              <a:gd name="T76" fmla="*/ 2143 w 2985"/>
              <a:gd name="T77" fmla="*/ 112 h 313"/>
              <a:gd name="T78" fmla="*/ 2061 w 2985"/>
              <a:gd name="T79" fmla="*/ 108 h 313"/>
              <a:gd name="T80" fmla="*/ 1969 w 2985"/>
              <a:gd name="T81" fmla="*/ 119 h 313"/>
              <a:gd name="T82" fmla="*/ 1878 w 2985"/>
              <a:gd name="T83" fmla="*/ 112 h 313"/>
              <a:gd name="T84" fmla="*/ 1795 w 2985"/>
              <a:gd name="T85" fmla="*/ 119 h 313"/>
              <a:gd name="T86" fmla="*/ 1700 w 2985"/>
              <a:gd name="T87" fmla="*/ 116 h 313"/>
              <a:gd name="T88" fmla="*/ 1594 w 2985"/>
              <a:gd name="T89" fmla="*/ 123 h 313"/>
              <a:gd name="T90" fmla="*/ 1512 w 2985"/>
              <a:gd name="T91" fmla="*/ 119 h 313"/>
              <a:gd name="T92" fmla="*/ 1439 w 2985"/>
              <a:gd name="T93" fmla="*/ 116 h 313"/>
              <a:gd name="T94" fmla="*/ 1352 w 2985"/>
              <a:gd name="T95" fmla="*/ 126 h 313"/>
              <a:gd name="T96" fmla="*/ 1265 w 2985"/>
              <a:gd name="T97" fmla="*/ 116 h 313"/>
              <a:gd name="T98" fmla="*/ 1169 w 2985"/>
              <a:gd name="T99" fmla="*/ 119 h 313"/>
              <a:gd name="T100" fmla="*/ 1082 w 2985"/>
              <a:gd name="T101" fmla="*/ 116 h 313"/>
              <a:gd name="T102" fmla="*/ 996 w 2985"/>
              <a:gd name="T103" fmla="*/ 105 h 313"/>
              <a:gd name="T104" fmla="*/ 908 w 2985"/>
              <a:gd name="T105" fmla="*/ 107 h 313"/>
              <a:gd name="T106" fmla="*/ 827 w 2985"/>
              <a:gd name="T107" fmla="*/ 97 h 313"/>
              <a:gd name="T108" fmla="*/ 735 w 2985"/>
              <a:gd name="T109" fmla="*/ 79 h 313"/>
              <a:gd name="T110" fmla="*/ 653 w 2985"/>
              <a:gd name="T111" fmla="*/ 97 h 313"/>
              <a:gd name="T112" fmla="*/ 566 w 2985"/>
              <a:gd name="T113" fmla="*/ 94 h 313"/>
              <a:gd name="T114" fmla="*/ 479 w 2985"/>
              <a:gd name="T115" fmla="*/ 105 h 313"/>
              <a:gd name="T116" fmla="*/ 397 w 2985"/>
              <a:gd name="T117" fmla="*/ 97 h 313"/>
              <a:gd name="T118" fmla="*/ 306 w 2985"/>
              <a:gd name="T119" fmla="*/ 116 h 313"/>
              <a:gd name="T120" fmla="*/ 224 w 2985"/>
              <a:gd name="T121" fmla="*/ 108 h 313"/>
              <a:gd name="T122" fmla="*/ 132 w 2985"/>
              <a:gd name="T123" fmla="*/ 108 h 313"/>
              <a:gd name="T124" fmla="*/ 50 w 2985"/>
              <a:gd name="T125" fmla="*/ 123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985" h="313">
                <a:moveTo>
                  <a:pt x="0" y="28"/>
                </a:moveTo>
                <a:lnTo>
                  <a:pt x="27" y="21"/>
                </a:lnTo>
                <a:lnTo>
                  <a:pt x="50" y="25"/>
                </a:lnTo>
                <a:lnTo>
                  <a:pt x="64" y="25"/>
                </a:lnTo>
                <a:lnTo>
                  <a:pt x="82" y="25"/>
                </a:lnTo>
                <a:lnTo>
                  <a:pt x="95" y="21"/>
                </a:lnTo>
                <a:lnTo>
                  <a:pt x="109" y="18"/>
                </a:lnTo>
                <a:lnTo>
                  <a:pt x="128" y="18"/>
                </a:lnTo>
                <a:lnTo>
                  <a:pt x="146" y="10"/>
                </a:lnTo>
                <a:lnTo>
                  <a:pt x="159" y="10"/>
                </a:lnTo>
                <a:lnTo>
                  <a:pt x="173" y="10"/>
                </a:lnTo>
                <a:lnTo>
                  <a:pt x="191" y="10"/>
                </a:lnTo>
                <a:lnTo>
                  <a:pt x="205" y="10"/>
                </a:lnTo>
                <a:lnTo>
                  <a:pt x="219" y="18"/>
                </a:lnTo>
                <a:lnTo>
                  <a:pt x="237" y="21"/>
                </a:lnTo>
                <a:lnTo>
                  <a:pt x="247" y="32"/>
                </a:lnTo>
                <a:lnTo>
                  <a:pt x="265" y="36"/>
                </a:lnTo>
                <a:lnTo>
                  <a:pt x="278" y="43"/>
                </a:lnTo>
                <a:lnTo>
                  <a:pt x="292" y="47"/>
                </a:lnTo>
                <a:lnTo>
                  <a:pt x="310" y="47"/>
                </a:lnTo>
                <a:lnTo>
                  <a:pt x="324" y="47"/>
                </a:lnTo>
                <a:lnTo>
                  <a:pt x="337" y="47"/>
                </a:lnTo>
                <a:lnTo>
                  <a:pt x="351" y="47"/>
                </a:lnTo>
                <a:lnTo>
                  <a:pt x="365" y="47"/>
                </a:lnTo>
                <a:lnTo>
                  <a:pt x="379" y="47"/>
                </a:lnTo>
                <a:lnTo>
                  <a:pt x="393" y="43"/>
                </a:lnTo>
                <a:lnTo>
                  <a:pt x="406" y="43"/>
                </a:lnTo>
                <a:lnTo>
                  <a:pt x="429" y="43"/>
                </a:lnTo>
                <a:lnTo>
                  <a:pt x="448" y="47"/>
                </a:lnTo>
                <a:lnTo>
                  <a:pt x="466" y="47"/>
                </a:lnTo>
                <a:lnTo>
                  <a:pt x="484" y="50"/>
                </a:lnTo>
                <a:lnTo>
                  <a:pt x="497" y="54"/>
                </a:lnTo>
                <a:lnTo>
                  <a:pt x="511" y="58"/>
                </a:lnTo>
                <a:lnTo>
                  <a:pt x="525" y="61"/>
                </a:lnTo>
                <a:lnTo>
                  <a:pt x="538" y="61"/>
                </a:lnTo>
                <a:lnTo>
                  <a:pt x="557" y="65"/>
                </a:lnTo>
                <a:lnTo>
                  <a:pt x="571" y="65"/>
                </a:lnTo>
                <a:lnTo>
                  <a:pt x="594" y="65"/>
                </a:lnTo>
                <a:lnTo>
                  <a:pt x="612" y="65"/>
                </a:lnTo>
                <a:lnTo>
                  <a:pt x="630" y="65"/>
                </a:lnTo>
                <a:lnTo>
                  <a:pt x="644" y="65"/>
                </a:lnTo>
                <a:lnTo>
                  <a:pt x="657" y="65"/>
                </a:lnTo>
                <a:lnTo>
                  <a:pt x="680" y="65"/>
                </a:lnTo>
                <a:lnTo>
                  <a:pt x="703" y="61"/>
                </a:lnTo>
                <a:lnTo>
                  <a:pt x="721" y="61"/>
                </a:lnTo>
                <a:lnTo>
                  <a:pt x="740" y="61"/>
                </a:lnTo>
                <a:lnTo>
                  <a:pt x="758" y="61"/>
                </a:lnTo>
                <a:lnTo>
                  <a:pt x="772" y="61"/>
                </a:lnTo>
                <a:lnTo>
                  <a:pt x="785" y="61"/>
                </a:lnTo>
                <a:lnTo>
                  <a:pt x="799" y="61"/>
                </a:lnTo>
                <a:lnTo>
                  <a:pt x="813" y="65"/>
                </a:lnTo>
                <a:lnTo>
                  <a:pt x="827" y="65"/>
                </a:lnTo>
                <a:lnTo>
                  <a:pt x="830" y="44"/>
                </a:lnTo>
                <a:lnTo>
                  <a:pt x="863" y="68"/>
                </a:lnTo>
                <a:lnTo>
                  <a:pt x="884" y="25"/>
                </a:lnTo>
                <a:lnTo>
                  <a:pt x="904" y="65"/>
                </a:lnTo>
                <a:lnTo>
                  <a:pt x="922" y="65"/>
                </a:lnTo>
                <a:lnTo>
                  <a:pt x="941" y="65"/>
                </a:lnTo>
                <a:lnTo>
                  <a:pt x="955" y="65"/>
                </a:lnTo>
                <a:lnTo>
                  <a:pt x="968" y="65"/>
                </a:lnTo>
                <a:lnTo>
                  <a:pt x="982" y="65"/>
                </a:lnTo>
                <a:lnTo>
                  <a:pt x="1007" y="52"/>
                </a:lnTo>
                <a:lnTo>
                  <a:pt x="1014" y="68"/>
                </a:lnTo>
                <a:lnTo>
                  <a:pt x="1033" y="68"/>
                </a:lnTo>
                <a:lnTo>
                  <a:pt x="1051" y="72"/>
                </a:lnTo>
                <a:lnTo>
                  <a:pt x="1069" y="76"/>
                </a:lnTo>
                <a:lnTo>
                  <a:pt x="1087" y="76"/>
                </a:lnTo>
                <a:lnTo>
                  <a:pt x="1101" y="76"/>
                </a:lnTo>
                <a:lnTo>
                  <a:pt x="1123" y="79"/>
                </a:lnTo>
                <a:lnTo>
                  <a:pt x="1151" y="83"/>
                </a:lnTo>
                <a:lnTo>
                  <a:pt x="1165" y="83"/>
                </a:lnTo>
                <a:lnTo>
                  <a:pt x="1179" y="83"/>
                </a:lnTo>
                <a:lnTo>
                  <a:pt x="1197" y="83"/>
                </a:lnTo>
                <a:lnTo>
                  <a:pt x="1211" y="83"/>
                </a:lnTo>
                <a:lnTo>
                  <a:pt x="1224" y="83"/>
                </a:lnTo>
                <a:lnTo>
                  <a:pt x="1238" y="83"/>
                </a:lnTo>
                <a:lnTo>
                  <a:pt x="1283" y="83"/>
                </a:lnTo>
                <a:lnTo>
                  <a:pt x="1329" y="83"/>
                </a:lnTo>
                <a:lnTo>
                  <a:pt x="1375" y="83"/>
                </a:lnTo>
                <a:lnTo>
                  <a:pt x="1393" y="83"/>
                </a:lnTo>
                <a:lnTo>
                  <a:pt x="1412" y="83"/>
                </a:lnTo>
                <a:lnTo>
                  <a:pt x="1430" y="83"/>
                </a:lnTo>
                <a:lnTo>
                  <a:pt x="1443" y="79"/>
                </a:lnTo>
                <a:lnTo>
                  <a:pt x="1503" y="54"/>
                </a:lnTo>
                <a:lnTo>
                  <a:pt x="1512" y="65"/>
                </a:lnTo>
                <a:lnTo>
                  <a:pt x="1521" y="79"/>
                </a:lnTo>
                <a:lnTo>
                  <a:pt x="1540" y="83"/>
                </a:lnTo>
                <a:lnTo>
                  <a:pt x="1553" y="79"/>
                </a:lnTo>
                <a:lnTo>
                  <a:pt x="1567" y="79"/>
                </a:lnTo>
                <a:lnTo>
                  <a:pt x="1581" y="76"/>
                </a:lnTo>
                <a:lnTo>
                  <a:pt x="1594" y="79"/>
                </a:lnTo>
                <a:lnTo>
                  <a:pt x="1613" y="83"/>
                </a:lnTo>
                <a:lnTo>
                  <a:pt x="1626" y="83"/>
                </a:lnTo>
                <a:lnTo>
                  <a:pt x="1640" y="87"/>
                </a:lnTo>
                <a:lnTo>
                  <a:pt x="1654" y="87"/>
                </a:lnTo>
                <a:lnTo>
                  <a:pt x="1667" y="87"/>
                </a:lnTo>
                <a:lnTo>
                  <a:pt x="1681" y="87"/>
                </a:lnTo>
                <a:lnTo>
                  <a:pt x="1695" y="87"/>
                </a:lnTo>
                <a:lnTo>
                  <a:pt x="1708" y="83"/>
                </a:lnTo>
                <a:lnTo>
                  <a:pt x="1722" y="83"/>
                </a:lnTo>
                <a:lnTo>
                  <a:pt x="1741" y="83"/>
                </a:lnTo>
                <a:lnTo>
                  <a:pt x="1759" y="79"/>
                </a:lnTo>
                <a:lnTo>
                  <a:pt x="1772" y="76"/>
                </a:lnTo>
                <a:lnTo>
                  <a:pt x="1786" y="76"/>
                </a:lnTo>
                <a:lnTo>
                  <a:pt x="1804" y="76"/>
                </a:lnTo>
                <a:lnTo>
                  <a:pt x="1818" y="72"/>
                </a:lnTo>
                <a:lnTo>
                  <a:pt x="1832" y="76"/>
                </a:lnTo>
                <a:lnTo>
                  <a:pt x="1846" y="87"/>
                </a:lnTo>
                <a:lnTo>
                  <a:pt x="1860" y="90"/>
                </a:lnTo>
                <a:lnTo>
                  <a:pt x="1878" y="90"/>
                </a:lnTo>
                <a:lnTo>
                  <a:pt x="1891" y="90"/>
                </a:lnTo>
                <a:lnTo>
                  <a:pt x="1905" y="90"/>
                </a:lnTo>
                <a:lnTo>
                  <a:pt x="1923" y="90"/>
                </a:lnTo>
                <a:lnTo>
                  <a:pt x="1942" y="87"/>
                </a:lnTo>
                <a:lnTo>
                  <a:pt x="1960" y="83"/>
                </a:lnTo>
                <a:lnTo>
                  <a:pt x="1978" y="83"/>
                </a:lnTo>
                <a:lnTo>
                  <a:pt x="1992" y="79"/>
                </a:lnTo>
                <a:lnTo>
                  <a:pt x="2010" y="79"/>
                </a:lnTo>
                <a:lnTo>
                  <a:pt x="2024" y="76"/>
                </a:lnTo>
                <a:lnTo>
                  <a:pt x="2038" y="76"/>
                </a:lnTo>
                <a:lnTo>
                  <a:pt x="2051" y="76"/>
                </a:lnTo>
                <a:lnTo>
                  <a:pt x="2106" y="76"/>
                </a:lnTo>
                <a:lnTo>
                  <a:pt x="2120" y="76"/>
                </a:lnTo>
                <a:lnTo>
                  <a:pt x="2138" y="76"/>
                </a:lnTo>
                <a:lnTo>
                  <a:pt x="2152" y="76"/>
                </a:lnTo>
                <a:lnTo>
                  <a:pt x="2166" y="72"/>
                </a:lnTo>
                <a:lnTo>
                  <a:pt x="2184" y="65"/>
                </a:lnTo>
                <a:lnTo>
                  <a:pt x="2207" y="61"/>
                </a:lnTo>
                <a:lnTo>
                  <a:pt x="2221" y="58"/>
                </a:lnTo>
                <a:lnTo>
                  <a:pt x="2234" y="50"/>
                </a:lnTo>
                <a:lnTo>
                  <a:pt x="2248" y="47"/>
                </a:lnTo>
                <a:lnTo>
                  <a:pt x="2262" y="39"/>
                </a:lnTo>
                <a:lnTo>
                  <a:pt x="2275" y="39"/>
                </a:lnTo>
                <a:lnTo>
                  <a:pt x="2289" y="43"/>
                </a:lnTo>
                <a:lnTo>
                  <a:pt x="2312" y="47"/>
                </a:lnTo>
                <a:lnTo>
                  <a:pt x="2326" y="47"/>
                </a:lnTo>
                <a:lnTo>
                  <a:pt x="2348" y="54"/>
                </a:lnTo>
                <a:lnTo>
                  <a:pt x="2367" y="58"/>
                </a:lnTo>
                <a:lnTo>
                  <a:pt x="2380" y="58"/>
                </a:lnTo>
                <a:lnTo>
                  <a:pt x="2394" y="58"/>
                </a:lnTo>
                <a:lnTo>
                  <a:pt x="2408" y="54"/>
                </a:lnTo>
                <a:lnTo>
                  <a:pt x="2426" y="54"/>
                </a:lnTo>
                <a:lnTo>
                  <a:pt x="2440" y="50"/>
                </a:lnTo>
                <a:lnTo>
                  <a:pt x="2458" y="50"/>
                </a:lnTo>
                <a:lnTo>
                  <a:pt x="2481" y="50"/>
                </a:lnTo>
                <a:lnTo>
                  <a:pt x="2494" y="50"/>
                </a:lnTo>
                <a:lnTo>
                  <a:pt x="2508" y="54"/>
                </a:lnTo>
                <a:lnTo>
                  <a:pt x="2522" y="54"/>
                </a:lnTo>
                <a:lnTo>
                  <a:pt x="2535" y="58"/>
                </a:lnTo>
                <a:lnTo>
                  <a:pt x="2549" y="58"/>
                </a:lnTo>
                <a:lnTo>
                  <a:pt x="2568" y="58"/>
                </a:lnTo>
                <a:lnTo>
                  <a:pt x="2590" y="54"/>
                </a:lnTo>
                <a:lnTo>
                  <a:pt x="2613" y="54"/>
                </a:lnTo>
                <a:lnTo>
                  <a:pt x="2627" y="54"/>
                </a:lnTo>
                <a:lnTo>
                  <a:pt x="2646" y="50"/>
                </a:lnTo>
                <a:lnTo>
                  <a:pt x="2659" y="47"/>
                </a:lnTo>
                <a:lnTo>
                  <a:pt x="2673" y="39"/>
                </a:lnTo>
                <a:lnTo>
                  <a:pt x="2687" y="36"/>
                </a:lnTo>
                <a:lnTo>
                  <a:pt x="2705" y="32"/>
                </a:lnTo>
                <a:lnTo>
                  <a:pt x="2723" y="32"/>
                </a:lnTo>
                <a:lnTo>
                  <a:pt x="2741" y="29"/>
                </a:lnTo>
                <a:lnTo>
                  <a:pt x="2755" y="25"/>
                </a:lnTo>
                <a:lnTo>
                  <a:pt x="2773" y="21"/>
                </a:lnTo>
                <a:lnTo>
                  <a:pt x="2787" y="18"/>
                </a:lnTo>
                <a:lnTo>
                  <a:pt x="2801" y="14"/>
                </a:lnTo>
                <a:lnTo>
                  <a:pt x="2851" y="0"/>
                </a:lnTo>
                <a:lnTo>
                  <a:pt x="2874" y="7"/>
                </a:lnTo>
                <a:lnTo>
                  <a:pt x="2883" y="18"/>
                </a:lnTo>
                <a:lnTo>
                  <a:pt x="2896" y="21"/>
                </a:lnTo>
                <a:lnTo>
                  <a:pt x="2911" y="21"/>
                </a:lnTo>
                <a:lnTo>
                  <a:pt x="2933" y="18"/>
                </a:lnTo>
                <a:lnTo>
                  <a:pt x="2947" y="14"/>
                </a:lnTo>
                <a:lnTo>
                  <a:pt x="2960" y="7"/>
                </a:lnTo>
                <a:lnTo>
                  <a:pt x="2984" y="4"/>
                </a:lnTo>
                <a:lnTo>
                  <a:pt x="2984" y="312"/>
                </a:lnTo>
                <a:lnTo>
                  <a:pt x="2933" y="293"/>
                </a:lnTo>
                <a:lnTo>
                  <a:pt x="2924" y="282"/>
                </a:lnTo>
                <a:lnTo>
                  <a:pt x="2919" y="272"/>
                </a:lnTo>
                <a:lnTo>
                  <a:pt x="2915" y="261"/>
                </a:lnTo>
                <a:lnTo>
                  <a:pt x="2901" y="253"/>
                </a:lnTo>
                <a:lnTo>
                  <a:pt x="2888" y="253"/>
                </a:lnTo>
                <a:lnTo>
                  <a:pt x="2874" y="264"/>
                </a:lnTo>
                <a:lnTo>
                  <a:pt x="2860" y="253"/>
                </a:lnTo>
                <a:lnTo>
                  <a:pt x="2847" y="257"/>
                </a:lnTo>
                <a:lnTo>
                  <a:pt x="2828" y="264"/>
                </a:lnTo>
                <a:lnTo>
                  <a:pt x="2819" y="253"/>
                </a:lnTo>
                <a:lnTo>
                  <a:pt x="2805" y="250"/>
                </a:lnTo>
                <a:lnTo>
                  <a:pt x="2792" y="243"/>
                </a:lnTo>
                <a:lnTo>
                  <a:pt x="2782" y="232"/>
                </a:lnTo>
                <a:lnTo>
                  <a:pt x="2769" y="221"/>
                </a:lnTo>
                <a:lnTo>
                  <a:pt x="2755" y="210"/>
                </a:lnTo>
                <a:lnTo>
                  <a:pt x="2746" y="199"/>
                </a:lnTo>
                <a:lnTo>
                  <a:pt x="2732" y="206"/>
                </a:lnTo>
                <a:lnTo>
                  <a:pt x="2718" y="199"/>
                </a:lnTo>
                <a:lnTo>
                  <a:pt x="2718" y="188"/>
                </a:lnTo>
                <a:lnTo>
                  <a:pt x="2709" y="174"/>
                </a:lnTo>
                <a:lnTo>
                  <a:pt x="2700" y="159"/>
                </a:lnTo>
                <a:lnTo>
                  <a:pt x="2695" y="148"/>
                </a:lnTo>
                <a:lnTo>
                  <a:pt x="2682" y="141"/>
                </a:lnTo>
                <a:lnTo>
                  <a:pt x="2664" y="148"/>
                </a:lnTo>
                <a:lnTo>
                  <a:pt x="2654" y="134"/>
                </a:lnTo>
                <a:lnTo>
                  <a:pt x="2646" y="123"/>
                </a:lnTo>
                <a:lnTo>
                  <a:pt x="2632" y="119"/>
                </a:lnTo>
                <a:lnTo>
                  <a:pt x="2623" y="108"/>
                </a:lnTo>
                <a:lnTo>
                  <a:pt x="2609" y="108"/>
                </a:lnTo>
                <a:lnTo>
                  <a:pt x="2595" y="108"/>
                </a:lnTo>
                <a:lnTo>
                  <a:pt x="2581" y="105"/>
                </a:lnTo>
                <a:lnTo>
                  <a:pt x="2563" y="97"/>
                </a:lnTo>
                <a:lnTo>
                  <a:pt x="2549" y="97"/>
                </a:lnTo>
                <a:lnTo>
                  <a:pt x="2535" y="97"/>
                </a:lnTo>
                <a:lnTo>
                  <a:pt x="2517" y="94"/>
                </a:lnTo>
                <a:lnTo>
                  <a:pt x="2504" y="90"/>
                </a:lnTo>
                <a:lnTo>
                  <a:pt x="2494" y="79"/>
                </a:lnTo>
                <a:lnTo>
                  <a:pt x="2481" y="79"/>
                </a:lnTo>
                <a:lnTo>
                  <a:pt x="2467" y="83"/>
                </a:lnTo>
                <a:lnTo>
                  <a:pt x="2463" y="94"/>
                </a:lnTo>
                <a:lnTo>
                  <a:pt x="2449" y="105"/>
                </a:lnTo>
                <a:lnTo>
                  <a:pt x="2435" y="108"/>
                </a:lnTo>
                <a:lnTo>
                  <a:pt x="2463" y="210"/>
                </a:lnTo>
                <a:lnTo>
                  <a:pt x="2445" y="206"/>
                </a:lnTo>
                <a:lnTo>
                  <a:pt x="2430" y="199"/>
                </a:lnTo>
                <a:lnTo>
                  <a:pt x="2417" y="188"/>
                </a:lnTo>
                <a:lnTo>
                  <a:pt x="2289" y="119"/>
                </a:lnTo>
                <a:lnTo>
                  <a:pt x="2275" y="112"/>
                </a:lnTo>
                <a:lnTo>
                  <a:pt x="2262" y="105"/>
                </a:lnTo>
                <a:lnTo>
                  <a:pt x="2252" y="94"/>
                </a:lnTo>
                <a:lnTo>
                  <a:pt x="2239" y="90"/>
                </a:lnTo>
                <a:lnTo>
                  <a:pt x="2225" y="97"/>
                </a:lnTo>
                <a:lnTo>
                  <a:pt x="2216" y="108"/>
                </a:lnTo>
                <a:lnTo>
                  <a:pt x="2198" y="119"/>
                </a:lnTo>
                <a:lnTo>
                  <a:pt x="2184" y="123"/>
                </a:lnTo>
                <a:lnTo>
                  <a:pt x="2170" y="123"/>
                </a:lnTo>
                <a:lnTo>
                  <a:pt x="2156" y="116"/>
                </a:lnTo>
                <a:lnTo>
                  <a:pt x="2143" y="112"/>
                </a:lnTo>
                <a:lnTo>
                  <a:pt x="2129" y="119"/>
                </a:lnTo>
                <a:lnTo>
                  <a:pt x="2115" y="108"/>
                </a:lnTo>
                <a:lnTo>
                  <a:pt x="2102" y="112"/>
                </a:lnTo>
                <a:lnTo>
                  <a:pt x="2088" y="119"/>
                </a:lnTo>
                <a:lnTo>
                  <a:pt x="2074" y="112"/>
                </a:lnTo>
                <a:lnTo>
                  <a:pt x="2061" y="108"/>
                </a:lnTo>
                <a:lnTo>
                  <a:pt x="2047" y="108"/>
                </a:lnTo>
                <a:lnTo>
                  <a:pt x="2033" y="112"/>
                </a:lnTo>
                <a:lnTo>
                  <a:pt x="2020" y="112"/>
                </a:lnTo>
                <a:lnTo>
                  <a:pt x="2006" y="108"/>
                </a:lnTo>
                <a:lnTo>
                  <a:pt x="1987" y="112"/>
                </a:lnTo>
                <a:lnTo>
                  <a:pt x="1969" y="119"/>
                </a:lnTo>
                <a:lnTo>
                  <a:pt x="1955" y="119"/>
                </a:lnTo>
                <a:lnTo>
                  <a:pt x="1937" y="123"/>
                </a:lnTo>
                <a:lnTo>
                  <a:pt x="1923" y="123"/>
                </a:lnTo>
                <a:lnTo>
                  <a:pt x="1905" y="116"/>
                </a:lnTo>
                <a:lnTo>
                  <a:pt x="1891" y="112"/>
                </a:lnTo>
                <a:lnTo>
                  <a:pt x="1878" y="112"/>
                </a:lnTo>
                <a:lnTo>
                  <a:pt x="1864" y="119"/>
                </a:lnTo>
                <a:lnTo>
                  <a:pt x="1846" y="130"/>
                </a:lnTo>
                <a:lnTo>
                  <a:pt x="1832" y="137"/>
                </a:lnTo>
                <a:lnTo>
                  <a:pt x="1823" y="126"/>
                </a:lnTo>
                <a:lnTo>
                  <a:pt x="1809" y="119"/>
                </a:lnTo>
                <a:lnTo>
                  <a:pt x="1795" y="119"/>
                </a:lnTo>
                <a:lnTo>
                  <a:pt x="1782" y="123"/>
                </a:lnTo>
                <a:lnTo>
                  <a:pt x="1768" y="126"/>
                </a:lnTo>
                <a:lnTo>
                  <a:pt x="1749" y="126"/>
                </a:lnTo>
                <a:lnTo>
                  <a:pt x="1731" y="123"/>
                </a:lnTo>
                <a:lnTo>
                  <a:pt x="1713" y="119"/>
                </a:lnTo>
                <a:lnTo>
                  <a:pt x="1700" y="116"/>
                </a:lnTo>
                <a:lnTo>
                  <a:pt x="1677" y="119"/>
                </a:lnTo>
                <a:lnTo>
                  <a:pt x="1663" y="123"/>
                </a:lnTo>
                <a:lnTo>
                  <a:pt x="1644" y="126"/>
                </a:lnTo>
                <a:lnTo>
                  <a:pt x="1622" y="134"/>
                </a:lnTo>
                <a:lnTo>
                  <a:pt x="1608" y="130"/>
                </a:lnTo>
                <a:lnTo>
                  <a:pt x="1594" y="123"/>
                </a:lnTo>
                <a:lnTo>
                  <a:pt x="1581" y="116"/>
                </a:lnTo>
                <a:lnTo>
                  <a:pt x="1567" y="119"/>
                </a:lnTo>
                <a:lnTo>
                  <a:pt x="1553" y="119"/>
                </a:lnTo>
                <a:lnTo>
                  <a:pt x="1540" y="119"/>
                </a:lnTo>
                <a:lnTo>
                  <a:pt x="1526" y="119"/>
                </a:lnTo>
                <a:lnTo>
                  <a:pt x="1512" y="119"/>
                </a:lnTo>
                <a:lnTo>
                  <a:pt x="1499" y="119"/>
                </a:lnTo>
                <a:lnTo>
                  <a:pt x="1506" y="245"/>
                </a:lnTo>
                <a:lnTo>
                  <a:pt x="1480" y="112"/>
                </a:lnTo>
                <a:lnTo>
                  <a:pt x="1466" y="112"/>
                </a:lnTo>
                <a:lnTo>
                  <a:pt x="1453" y="112"/>
                </a:lnTo>
                <a:lnTo>
                  <a:pt x="1439" y="116"/>
                </a:lnTo>
                <a:lnTo>
                  <a:pt x="1421" y="116"/>
                </a:lnTo>
                <a:lnTo>
                  <a:pt x="1407" y="116"/>
                </a:lnTo>
                <a:lnTo>
                  <a:pt x="1393" y="119"/>
                </a:lnTo>
                <a:lnTo>
                  <a:pt x="1380" y="126"/>
                </a:lnTo>
                <a:lnTo>
                  <a:pt x="1366" y="126"/>
                </a:lnTo>
                <a:lnTo>
                  <a:pt x="1352" y="126"/>
                </a:lnTo>
                <a:lnTo>
                  <a:pt x="1339" y="126"/>
                </a:lnTo>
                <a:lnTo>
                  <a:pt x="1324" y="126"/>
                </a:lnTo>
                <a:lnTo>
                  <a:pt x="1311" y="119"/>
                </a:lnTo>
                <a:lnTo>
                  <a:pt x="1293" y="116"/>
                </a:lnTo>
                <a:lnTo>
                  <a:pt x="1279" y="116"/>
                </a:lnTo>
                <a:lnTo>
                  <a:pt x="1265" y="116"/>
                </a:lnTo>
                <a:lnTo>
                  <a:pt x="1247" y="119"/>
                </a:lnTo>
                <a:lnTo>
                  <a:pt x="1234" y="119"/>
                </a:lnTo>
                <a:lnTo>
                  <a:pt x="1215" y="119"/>
                </a:lnTo>
                <a:lnTo>
                  <a:pt x="1201" y="123"/>
                </a:lnTo>
                <a:lnTo>
                  <a:pt x="1183" y="123"/>
                </a:lnTo>
                <a:lnTo>
                  <a:pt x="1169" y="119"/>
                </a:lnTo>
                <a:lnTo>
                  <a:pt x="1156" y="119"/>
                </a:lnTo>
                <a:lnTo>
                  <a:pt x="1137" y="116"/>
                </a:lnTo>
                <a:lnTo>
                  <a:pt x="1123" y="112"/>
                </a:lnTo>
                <a:lnTo>
                  <a:pt x="1110" y="112"/>
                </a:lnTo>
                <a:lnTo>
                  <a:pt x="1096" y="112"/>
                </a:lnTo>
                <a:lnTo>
                  <a:pt x="1082" y="116"/>
                </a:lnTo>
                <a:lnTo>
                  <a:pt x="1069" y="119"/>
                </a:lnTo>
                <a:lnTo>
                  <a:pt x="1055" y="119"/>
                </a:lnTo>
                <a:lnTo>
                  <a:pt x="1037" y="119"/>
                </a:lnTo>
                <a:lnTo>
                  <a:pt x="1023" y="119"/>
                </a:lnTo>
                <a:lnTo>
                  <a:pt x="1010" y="112"/>
                </a:lnTo>
                <a:lnTo>
                  <a:pt x="996" y="105"/>
                </a:lnTo>
                <a:lnTo>
                  <a:pt x="982" y="97"/>
                </a:lnTo>
                <a:lnTo>
                  <a:pt x="963" y="94"/>
                </a:lnTo>
                <a:lnTo>
                  <a:pt x="950" y="94"/>
                </a:lnTo>
                <a:lnTo>
                  <a:pt x="929" y="100"/>
                </a:lnTo>
                <a:lnTo>
                  <a:pt x="922" y="83"/>
                </a:lnTo>
                <a:lnTo>
                  <a:pt x="908" y="107"/>
                </a:lnTo>
                <a:lnTo>
                  <a:pt x="895" y="79"/>
                </a:lnTo>
                <a:lnTo>
                  <a:pt x="887" y="100"/>
                </a:lnTo>
                <a:lnTo>
                  <a:pt x="868" y="83"/>
                </a:lnTo>
                <a:lnTo>
                  <a:pt x="854" y="90"/>
                </a:lnTo>
                <a:lnTo>
                  <a:pt x="840" y="90"/>
                </a:lnTo>
                <a:lnTo>
                  <a:pt x="827" y="97"/>
                </a:lnTo>
                <a:lnTo>
                  <a:pt x="813" y="97"/>
                </a:lnTo>
                <a:lnTo>
                  <a:pt x="799" y="90"/>
                </a:lnTo>
                <a:lnTo>
                  <a:pt x="781" y="87"/>
                </a:lnTo>
                <a:lnTo>
                  <a:pt x="767" y="87"/>
                </a:lnTo>
                <a:lnTo>
                  <a:pt x="749" y="79"/>
                </a:lnTo>
                <a:lnTo>
                  <a:pt x="735" y="79"/>
                </a:lnTo>
                <a:lnTo>
                  <a:pt x="721" y="83"/>
                </a:lnTo>
                <a:lnTo>
                  <a:pt x="708" y="87"/>
                </a:lnTo>
                <a:lnTo>
                  <a:pt x="694" y="90"/>
                </a:lnTo>
                <a:lnTo>
                  <a:pt x="680" y="94"/>
                </a:lnTo>
                <a:lnTo>
                  <a:pt x="667" y="97"/>
                </a:lnTo>
                <a:lnTo>
                  <a:pt x="653" y="97"/>
                </a:lnTo>
                <a:lnTo>
                  <a:pt x="639" y="97"/>
                </a:lnTo>
                <a:lnTo>
                  <a:pt x="626" y="97"/>
                </a:lnTo>
                <a:lnTo>
                  <a:pt x="607" y="97"/>
                </a:lnTo>
                <a:lnTo>
                  <a:pt x="594" y="97"/>
                </a:lnTo>
                <a:lnTo>
                  <a:pt x="580" y="94"/>
                </a:lnTo>
                <a:lnTo>
                  <a:pt x="566" y="94"/>
                </a:lnTo>
                <a:lnTo>
                  <a:pt x="553" y="94"/>
                </a:lnTo>
                <a:lnTo>
                  <a:pt x="534" y="94"/>
                </a:lnTo>
                <a:lnTo>
                  <a:pt x="520" y="94"/>
                </a:lnTo>
                <a:lnTo>
                  <a:pt x="507" y="94"/>
                </a:lnTo>
                <a:lnTo>
                  <a:pt x="493" y="101"/>
                </a:lnTo>
                <a:lnTo>
                  <a:pt x="479" y="105"/>
                </a:lnTo>
                <a:lnTo>
                  <a:pt x="466" y="108"/>
                </a:lnTo>
                <a:lnTo>
                  <a:pt x="452" y="108"/>
                </a:lnTo>
                <a:lnTo>
                  <a:pt x="438" y="108"/>
                </a:lnTo>
                <a:lnTo>
                  <a:pt x="425" y="101"/>
                </a:lnTo>
                <a:lnTo>
                  <a:pt x="411" y="97"/>
                </a:lnTo>
                <a:lnTo>
                  <a:pt x="397" y="97"/>
                </a:lnTo>
                <a:lnTo>
                  <a:pt x="383" y="97"/>
                </a:lnTo>
                <a:lnTo>
                  <a:pt x="360" y="94"/>
                </a:lnTo>
                <a:lnTo>
                  <a:pt x="347" y="94"/>
                </a:lnTo>
                <a:lnTo>
                  <a:pt x="333" y="101"/>
                </a:lnTo>
                <a:lnTo>
                  <a:pt x="319" y="108"/>
                </a:lnTo>
                <a:lnTo>
                  <a:pt x="306" y="116"/>
                </a:lnTo>
                <a:lnTo>
                  <a:pt x="292" y="119"/>
                </a:lnTo>
                <a:lnTo>
                  <a:pt x="278" y="119"/>
                </a:lnTo>
                <a:lnTo>
                  <a:pt x="265" y="116"/>
                </a:lnTo>
                <a:lnTo>
                  <a:pt x="251" y="112"/>
                </a:lnTo>
                <a:lnTo>
                  <a:pt x="237" y="112"/>
                </a:lnTo>
                <a:lnTo>
                  <a:pt x="224" y="108"/>
                </a:lnTo>
                <a:lnTo>
                  <a:pt x="210" y="108"/>
                </a:lnTo>
                <a:lnTo>
                  <a:pt x="196" y="108"/>
                </a:lnTo>
                <a:lnTo>
                  <a:pt x="178" y="108"/>
                </a:lnTo>
                <a:lnTo>
                  <a:pt x="159" y="108"/>
                </a:lnTo>
                <a:lnTo>
                  <a:pt x="146" y="108"/>
                </a:lnTo>
                <a:lnTo>
                  <a:pt x="132" y="108"/>
                </a:lnTo>
                <a:lnTo>
                  <a:pt x="118" y="112"/>
                </a:lnTo>
                <a:lnTo>
                  <a:pt x="105" y="112"/>
                </a:lnTo>
                <a:lnTo>
                  <a:pt x="91" y="112"/>
                </a:lnTo>
                <a:lnTo>
                  <a:pt x="77" y="116"/>
                </a:lnTo>
                <a:lnTo>
                  <a:pt x="64" y="119"/>
                </a:lnTo>
                <a:lnTo>
                  <a:pt x="50" y="123"/>
                </a:lnTo>
                <a:lnTo>
                  <a:pt x="31" y="130"/>
                </a:lnTo>
                <a:lnTo>
                  <a:pt x="13" y="134"/>
                </a:lnTo>
                <a:lnTo>
                  <a:pt x="0" y="141"/>
                </a:lnTo>
                <a:lnTo>
                  <a:pt x="0" y="28"/>
                </a:lnTo>
              </a:path>
            </a:pathLst>
          </a:custGeom>
          <a:ln w="12700" cap="rnd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A6B2101E-45F4-6978-81D3-2D62F8DF9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0" y="234950"/>
            <a:ext cx="3911600" cy="28733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lIns="90488" tIns="0" rIns="90488" bIns="0" anchor="ctr">
            <a:spAutoFit/>
          </a:bodyPr>
          <a:lstStyle/>
          <a:p>
            <a:r>
              <a:rPr lang="en-US" altLang="en-US" sz="18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Tim   John  </a:t>
            </a:r>
            <a:r>
              <a:rPr lang="en-US" altLang="en-US" sz="1800" b="1"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Roberts</a:t>
            </a:r>
          </a:p>
        </p:txBody>
      </p:sp>
      <p:sp>
        <p:nvSpPr>
          <p:cNvPr id="10245" name="AutoShape 5">
            <a:extLst>
              <a:ext uri="{FF2B5EF4-FFF2-40B4-BE49-F238E27FC236}">
                <a16:creationId xmlns:a16="http://schemas.microsoft.com/office/drawing/2014/main" id="{A3EC6D3F-4BAB-0556-DCAD-D2EE78470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7688" y="501650"/>
            <a:ext cx="146050" cy="215900"/>
          </a:xfrm>
          <a:prstGeom prst="upArrow">
            <a:avLst>
              <a:gd name="adj1" fmla="val 50000"/>
              <a:gd name="adj2" fmla="val 73906"/>
            </a:avLst>
          </a:prstGeom>
          <a:solidFill>
            <a:srgbClr val="66FF33"/>
          </a:solidFill>
          <a:ln w="12700">
            <a:solidFill>
              <a:srgbClr val="67676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6" name="AutoShape 6">
            <a:extLst>
              <a:ext uri="{FF2B5EF4-FFF2-40B4-BE49-F238E27FC236}">
                <a16:creationId xmlns:a16="http://schemas.microsoft.com/office/drawing/2014/main" id="{17668D72-CA94-597E-CE01-6A1846A64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1975" y="1749425"/>
            <a:ext cx="1511300" cy="644525"/>
          </a:xfrm>
          <a:prstGeom prst="roundRect">
            <a:avLst>
              <a:gd name="adj" fmla="val 12486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2000" b="1"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Roberts</a:t>
            </a:r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5EB0FBAE-FA79-0E2A-D868-1C930A17E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730250"/>
            <a:ext cx="1473200" cy="2825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 lIns="38100" tIns="0" rIns="38100" bIns="0" anchor="ctr"/>
          <a:lstStyle/>
          <a:p>
            <a:r>
              <a:rPr lang="en-US" altLang="en-US" sz="1800" b="1"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Roberts</a:t>
            </a:r>
          </a:p>
        </p:txBody>
      </p:sp>
      <p:sp>
        <p:nvSpPr>
          <p:cNvPr id="10248" name="AutoShape 8">
            <a:extLst>
              <a:ext uri="{FF2B5EF4-FFF2-40B4-BE49-F238E27FC236}">
                <a16:creationId xmlns:a16="http://schemas.microsoft.com/office/drawing/2014/main" id="{C624CD64-2585-5856-8B82-6F9A78D0E1D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863850" y="1101725"/>
            <a:ext cx="1852613" cy="1505479"/>
          </a:xfrm>
          <a:prstGeom prst="wedgeRoundRectCallout">
            <a:avLst>
              <a:gd name="adj1" fmla="val -48171"/>
              <a:gd name="adj2" fmla="val 66667"/>
              <a:gd name="adj3" fmla="val 16667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/>
            <a:r>
              <a:rPr lang="en-US" altLang="en-US" sz="1000">
                <a:solidFill>
                  <a:schemeClr val="tx1"/>
                </a:solidFill>
              </a:rPr>
              <a:t>When spaces are encountered at the end of OldName they are treated as a single delimiter.  The unstring pointer jumps over them to point one character past the end of OldName. </a:t>
            </a:r>
          </a:p>
          <a:p>
            <a:pPr algn="ctr"/>
            <a:r>
              <a:rPr lang="en-US" altLang="en-US" sz="100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altLang="en-US" sz="1000" b="1">
                <a:solidFill>
                  <a:schemeClr val="tx1"/>
                </a:solidFill>
              </a:rPr>
              <a:t>click for more</a:t>
            </a:r>
          </a:p>
        </p:txBody>
      </p:sp>
      <p:sp>
        <p:nvSpPr>
          <p:cNvPr id="10249" name="AutoShape 9">
            <a:extLst>
              <a:ext uri="{FF2B5EF4-FFF2-40B4-BE49-F238E27FC236}">
                <a16:creationId xmlns:a16="http://schemas.microsoft.com/office/drawing/2014/main" id="{1295278A-5D60-5FB0-4EE6-9E0102F3E39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865438" y="1101725"/>
            <a:ext cx="1852612" cy="1505479"/>
          </a:xfrm>
          <a:prstGeom prst="wedgeRoundRectCallout">
            <a:avLst>
              <a:gd name="adj1" fmla="val -48171"/>
              <a:gd name="adj2" fmla="val 66667"/>
              <a:gd name="adj3" fmla="val 16667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/>
            <a:r>
              <a:rPr lang="en-US" altLang="en-US" sz="1000">
                <a:solidFill>
                  <a:schemeClr val="tx1"/>
                </a:solidFill>
              </a:rPr>
              <a:t>Since OldName is 80 characters long, the unstring pointer (UnstrPtr) now has a value of 81 and so NameProcessed is set to TRUE, the PERFORM terminates and the STOP RUN is executed.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9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0AF19E5-E9E8-BF67-274B-2879FA675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" y="1963738"/>
            <a:ext cx="3908425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MOVE 1 TO StrPtr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STRING DayStr   DELIMITED BY SPACES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       ","      DELIMITED BY SIZE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       INTO DateStr WITH POINTER StrPtr</a:t>
            </a:r>
            <a:br>
              <a:rPr lang="en-US" altLang="en-US" sz="1200" b="1">
                <a:latin typeface="Courier New" panose="02070309020205020404" pitchFamily="49" charset="0"/>
              </a:rPr>
            </a:br>
            <a:r>
              <a:rPr lang="en-US" altLang="en-US" sz="1200" b="1">
                <a:latin typeface="Courier New" panose="02070309020205020404" pitchFamily="49" charset="0"/>
              </a:rPr>
              <a:t>END-STRING.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STRING MonthStr DELIMITED BY SPACES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","      DELIMITED BY SIZE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INTO DateStr WITH POINTER StrPtr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END-STRING.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STRING YearStr  DELIMITED BY SIZE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INTO DateStr WITH POINTER StrPtr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END-STRING.</a:t>
            </a:r>
          </a:p>
        </p:txBody>
      </p:sp>
      <p:grpSp>
        <p:nvGrpSpPr>
          <p:cNvPr id="11276" name="Group 12">
            <a:extLst>
              <a:ext uri="{FF2B5EF4-FFF2-40B4-BE49-F238E27FC236}">
                <a16:creationId xmlns:a16="http://schemas.microsoft.com/office/drawing/2014/main" id="{47D1C2AD-68C5-B3BD-E623-496C81C73B11}"/>
              </a:ext>
            </a:extLst>
          </p:cNvPr>
          <p:cNvGrpSpPr>
            <a:grpSpLocks/>
          </p:cNvGrpSpPr>
          <p:nvPr/>
        </p:nvGrpSpPr>
        <p:grpSpPr bwMode="auto">
          <a:xfrm>
            <a:off x="2178050" y="676275"/>
            <a:ext cx="2427288" cy="241300"/>
            <a:chOff x="1372" y="426"/>
            <a:chExt cx="1529" cy="152"/>
          </a:xfrm>
        </p:grpSpPr>
        <p:sp>
          <p:nvSpPr>
            <p:cNvPr id="11267" name="Rectangle 3">
              <a:extLst>
                <a:ext uri="{FF2B5EF4-FFF2-40B4-BE49-F238E27FC236}">
                  <a16:creationId xmlns:a16="http://schemas.microsoft.com/office/drawing/2014/main" id="{EA30D0FB-90C4-4A6C-CA35-5A30547A8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2" y="431"/>
              <a:ext cx="1529" cy="141"/>
            </a:xfrm>
            <a:prstGeom prst="rect">
              <a:avLst/>
            </a:prstGeom>
            <a:noFill/>
            <a:ln w="25400">
              <a:solidFill>
                <a:srgbClr val="676767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68" name="Line 4">
              <a:extLst>
                <a:ext uri="{FF2B5EF4-FFF2-40B4-BE49-F238E27FC236}">
                  <a16:creationId xmlns:a16="http://schemas.microsoft.com/office/drawing/2014/main" id="{C6EB4080-EF20-8DAF-7EAB-1E08A166F5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1" y="426"/>
              <a:ext cx="0" cy="152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9" name="Line 5">
              <a:extLst>
                <a:ext uri="{FF2B5EF4-FFF2-40B4-BE49-F238E27FC236}">
                  <a16:creationId xmlns:a16="http://schemas.microsoft.com/office/drawing/2014/main" id="{964EE7C8-12E5-E67B-6C03-FF27CA3FFF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8" y="426"/>
              <a:ext cx="0" cy="152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0" name="Line 6">
              <a:extLst>
                <a:ext uri="{FF2B5EF4-FFF2-40B4-BE49-F238E27FC236}">
                  <a16:creationId xmlns:a16="http://schemas.microsoft.com/office/drawing/2014/main" id="{489E1EC7-CD5C-1936-44C2-22483DACB6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1" y="426"/>
              <a:ext cx="0" cy="152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1" name="Line 7">
              <a:extLst>
                <a:ext uri="{FF2B5EF4-FFF2-40B4-BE49-F238E27FC236}">
                  <a16:creationId xmlns:a16="http://schemas.microsoft.com/office/drawing/2014/main" id="{DB734818-C1BF-FD04-FD8B-F5BDBE8D77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8" y="426"/>
              <a:ext cx="0" cy="152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2" name="Line 8">
              <a:extLst>
                <a:ext uri="{FF2B5EF4-FFF2-40B4-BE49-F238E27FC236}">
                  <a16:creationId xmlns:a16="http://schemas.microsoft.com/office/drawing/2014/main" id="{75B507CD-CC72-FE77-379C-847B5D848D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0" y="426"/>
              <a:ext cx="0" cy="152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3" name="Line 9">
              <a:extLst>
                <a:ext uri="{FF2B5EF4-FFF2-40B4-BE49-F238E27FC236}">
                  <a16:creationId xmlns:a16="http://schemas.microsoft.com/office/drawing/2014/main" id="{3ACC947E-2AD0-47BA-1966-7DF1321F53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2" y="426"/>
              <a:ext cx="0" cy="152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4" name="Line 10">
              <a:extLst>
                <a:ext uri="{FF2B5EF4-FFF2-40B4-BE49-F238E27FC236}">
                  <a16:creationId xmlns:a16="http://schemas.microsoft.com/office/drawing/2014/main" id="{ECCB500C-137A-2E80-AE7A-24BA5BAB27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9" y="426"/>
              <a:ext cx="0" cy="152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5" name="Line 11">
              <a:extLst>
                <a:ext uri="{FF2B5EF4-FFF2-40B4-BE49-F238E27FC236}">
                  <a16:creationId xmlns:a16="http://schemas.microsoft.com/office/drawing/2014/main" id="{177B6012-0E41-D359-3CEC-F610D17A42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2" y="426"/>
              <a:ext cx="0" cy="152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279" name="Group 15">
            <a:extLst>
              <a:ext uri="{FF2B5EF4-FFF2-40B4-BE49-F238E27FC236}">
                <a16:creationId xmlns:a16="http://schemas.microsoft.com/office/drawing/2014/main" id="{A9D1B3C8-201A-D3AC-B678-A0D4889F5191}"/>
              </a:ext>
            </a:extLst>
          </p:cNvPr>
          <p:cNvGrpSpPr>
            <a:grpSpLocks/>
          </p:cNvGrpSpPr>
          <p:nvPr/>
        </p:nvGrpSpPr>
        <p:grpSpPr bwMode="auto">
          <a:xfrm>
            <a:off x="2178050" y="366713"/>
            <a:ext cx="520700" cy="241300"/>
            <a:chOff x="1372" y="231"/>
            <a:chExt cx="328" cy="152"/>
          </a:xfrm>
        </p:grpSpPr>
        <p:sp>
          <p:nvSpPr>
            <p:cNvPr id="11277" name="Rectangle 13">
              <a:extLst>
                <a:ext uri="{FF2B5EF4-FFF2-40B4-BE49-F238E27FC236}">
                  <a16:creationId xmlns:a16="http://schemas.microsoft.com/office/drawing/2014/main" id="{F4FC8A1B-529C-1EC3-0E2D-EF6F2FAF3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2" y="231"/>
              <a:ext cx="328" cy="151"/>
            </a:xfrm>
            <a:prstGeom prst="rect">
              <a:avLst/>
            </a:prstGeom>
            <a:noFill/>
            <a:ln w="25400">
              <a:solidFill>
                <a:srgbClr val="676767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8" name="Line 14">
              <a:extLst>
                <a:ext uri="{FF2B5EF4-FFF2-40B4-BE49-F238E27FC236}">
                  <a16:creationId xmlns:a16="http://schemas.microsoft.com/office/drawing/2014/main" id="{04BD90B0-6234-229D-67A5-3609B32FA7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1" y="23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284" name="Group 20">
            <a:extLst>
              <a:ext uri="{FF2B5EF4-FFF2-40B4-BE49-F238E27FC236}">
                <a16:creationId xmlns:a16="http://schemas.microsoft.com/office/drawing/2014/main" id="{3B65A1BF-0213-E5E3-2604-BE60F177AF19}"/>
              </a:ext>
            </a:extLst>
          </p:cNvPr>
          <p:cNvGrpSpPr>
            <a:grpSpLocks/>
          </p:cNvGrpSpPr>
          <p:nvPr/>
        </p:nvGrpSpPr>
        <p:grpSpPr bwMode="auto">
          <a:xfrm>
            <a:off x="2178050" y="965200"/>
            <a:ext cx="1092200" cy="241300"/>
            <a:chOff x="1372" y="608"/>
            <a:chExt cx="688" cy="152"/>
          </a:xfrm>
        </p:grpSpPr>
        <p:sp>
          <p:nvSpPr>
            <p:cNvPr id="11280" name="Rectangle 16">
              <a:extLst>
                <a:ext uri="{FF2B5EF4-FFF2-40B4-BE49-F238E27FC236}">
                  <a16:creationId xmlns:a16="http://schemas.microsoft.com/office/drawing/2014/main" id="{E1E57042-8C0E-A7FD-A67C-116F7516A8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2" y="611"/>
              <a:ext cx="688" cy="144"/>
            </a:xfrm>
            <a:prstGeom prst="rect">
              <a:avLst/>
            </a:prstGeom>
            <a:noFill/>
            <a:ln w="25400">
              <a:solidFill>
                <a:srgbClr val="676767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1" name="Line 17">
              <a:extLst>
                <a:ext uri="{FF2B5EF4-FFF2-40B4-BE49-F238E27FC236}">
                  <a16:creationId xmlns:a16="http://schemas.microsoft.com/office/drawing/2014/main" id="{3CF2D33E-BB34-ABD1-C1E0-7C0EB6E8BC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1" y="608"/>
              <a:ext cx="0" cy="152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2" name="Line 18">
              <a:extLst>
                <a:ext uri="{FF2B5EF4-FFF2-40B4-BE49-F238E27FC236}">
                  <a16:creationId xmlns:a16="http://schemas.microsoft.com/office/drawing/2014/main" id="{FFD98305-C955-F831-2B80-91A1EDAE67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8" y="608"/>
              <a:ext cx="0" cy="152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3" name="Line 19">
              <a:extLst>
                <a:ext uri="{FF2B5EF4-FFF2-40B4-BE49-F238E27FC236}">
                  <a16:creationId xmlns:a16="http://schemas.microsoft.com/office/drawing/2014/main" id="{27613066-9665-965F-C840-D3AC6BD68C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1" y="608"/>
              <a:ext cx="0" cy="152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300" name="Group 36">
            <a:extLst>
              <a:ext uri="{FF2B5EF4-FFF2-40B4-BE49-F238E27FC236}">
                <a16:creationId xmlns:a16="http://schemas.microsoft.com/office/drawing/2014/main" id="{B32C80B4-C889-750B-9199-73E1ABB015DA}"/>
              </a:ext>
            </a:extLst>
          </p:cNvPr>
          <p:cNvGrpSpPr>
            <a:grpSpLocks/>
          </p:cNvGrpSpPr>
          <p:nvPr/>
        </p:nvGrpSpPr>
        <p:grpSpPr bwMode="auto">
          <a:xfrm>
            <a:off x="407988" y="1463675"/>
            <a:ext cx="3730625" cy="239713"/>
            <a:chOff x="257" y="922"/>
            <a:chExt cx="2350" cy="151"/>
          </a:xfrm>
        </p:grpSpPr>
        <p:sp>
          <p:nvSpPr>
            <p:cNvPr id="11285" name="Rectangle 21">
              <a:extLst>
                <a:ext uri="{FF2B5EF4-FFF2-40B4-BE49-F238E27FC236}">
                  <a16:creationId xmlns:a16="http://schemas.microsoft.com/office/drawing/2014/main" id="{E52AF2E9-3BB6-DD7C-BFB6-53638BB51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" y="927"/>
              <a:ext cx="2350" cy="140"/>
            </a:xfrm>
            <a:prstGeom prst="rect">
              <a:avLst/>
            </a:prstGeom>
            <a:noFill/>
            <a:ln w="25400">
              <a:solidFill>
                <a:srgbClr val="676767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6" name="Line 22">
              <a:extLst>
                <a:ext uri="{FF2B5EF4-FFF2-40B4-BE49-F238E27FC236}">
                  <a16:creationId xmlns:a16="http://schemas.microsoft.com/office/drawing/2014/main" id="{0DE769D6-7E6B-BD9C-5E41-EA22BCA1C9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7" name="Line 23">
              <a:extLst>
                <a:ext uri="{FF2B5EF4-FFF2-40B4-BE49-F238E27FC236}">
                  <a16:creationId xmlns:a16="http://schemas.microsoft.com/office/drawing/2014/main" id="{631767C6-5D5F-9FAE-AF77-750B0A0099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1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8" name="Line 24">
              <a:extLst>
                <a:ext uri="{FF2B5EF4-FFF2-40B4-BE49-F238E27FC236}">
                  <a16:creationId xmlns:a16="http://schemas.microsoft.com/office/drawing/2014/main" id="{E075DBB5-240A-1454-1918-51D4C511E8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1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9" name="Line 25">
              <a:extLst>
                <a:ext uri="{FF2B5EF4-FFF2-40B4-BE49-F238E27FC236}">
                  <a16:creationId xmlns:a16="http://schemas.microsoft.com/office/drawing/2014/main" id="{41593B2B-E15B-EAAE-69DC-559735A1B9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7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0" name="Line 26">
              <a:extLst>
                <a:ext uri="{FF2B5EF4-FFF2-40B4-BE49-F238E27FC236}">
                  <a16:creationId xmlns:a16="http://schemas.microsoft.com/office/drawing/2014/main" id="{02830A4A-AEC6-B09E-8B3F-D84E0D4679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9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1" name="Line 27">
              <a:extLst>
                <a:ext uri="{FF2B5EF4-FFF2-40B4-BE49-F238E27FC236}">
                  <a16:creationId xmlns:a16="http://schemas.microsoft.com/office/drawing/2014/main" id="{AA0362B2-F00F-C509-636F-FBDD1E5D2E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0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2" name="Line 28">
              <a:extLst>
                <a:ext uri="{FF2B5EF4-FFF2-40B4-BE49-F238E27FC236}">
                  <a16:creationId xmlns:a16="http://schemas.microsoft.com/office/drawing/2014/main" id="{7FED0DAB-5712-2414-BDBE-6114E2A9EE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6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3" name="Line 29">
              <a:extLst>
                <a:ext uri="{FF2B5EF4-FFF2-40B4-BE49-F238E27FC236}">
                  <a16:creationId xmlns:a16="http://schemas.microsoft.com/office/drawing/2014/main" id="{9A179AE7-A133-FECC-F207-8A76CC7894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7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4" name="Line 30">
              <a:extLst>
                <a:ext uri="{FF2B5EF4-FFF2-40B4-BE49-F238E27FC236}">
                  <a16:creationId xmlns:a16="http://schemas.microsoft.com/office/drawing/2014/main" id="{E949942C-D8EA-EEDA-5700-22E0E684EB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8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5" name="Line 31">
              <a:extLst>
                <a:ext uri="{FF2B5EF4-FFF2-40B4-BE49-F238E27FC236}">
                  <a16:creationId xmlns:a16="http://schemas.microsoft.com/office/drawing/2014/main" id="{250BF7E1-AFF4-179A-F205-7D9FE23020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4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6" name="Line 32">
              <a:extLst>
                <a:ext uri="{FF2B5EF4-FFF2-40B4-BE49-F238E27FC236}">
                  <a16:creationId xmlns:a16="http://schemas.microsoft.com/office/drawing/2014/main" id="{FE280B98-3118-2C7F-1FD6-9C0E2D1C9B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5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7" name="Line 33">
              <a:extLst>
                <a:ext uri="{FF2B5EF4-FFF2-40B4-BE49-F238E27FC236}">
                  <a16:creationId xmlns:a16="http://schemas.microsoft.com/office/drawing/2014/main" id="{4F30400D-F00B-87BC-B0C1-DC2E3F648E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1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8" name="Line 34">
              <a:extLst>
                <a:ext uri="{FF2B5EF4-FFF2-40B4-BE49-F238E27FC236}">
                  <a16:creationId xmlns:a16="http://schemas.microsoft.com/office/drawing/2014/main" id="{177F3F24-4499-BDC1-DB05-6AFF852731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2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9" name="Line 35">
              <a:extLst>
                <a:ext uri="{FF2B5EF4-FFF2-40B4-BE49-F238E27FC236}">
                  <a16:creationId xmlns:a16="http://schemas.microsoft.com/office/drawing/2014/main" id="{DC515C8F-DE61-BCCC-E59B-24AED802C9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3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301" name="Rectangle 37">
            <a:extLst>
              <a:ext uri="{FF2B5EF4-FFF2-40B4-BE49-F238E27FC236}">
                <a16:creationId xmlns:a16="http://schemas.microsoft.com/office/drawing/2014/main" id="{DEAF7D09-C90F-9821-D07D-137DBA37B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389063"/>
            <a:ext cx="3792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5 ,</a:t>
            </a:r>
            <a:r>
              <a:rPr lang="en-US" altLang="en-US" sz="16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- - -</a:t>
            </a:r>
            <a:r>
              <a:rPr lang="en-US" altLang="en-US" sz="18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  <a:r>
              <a:rPr lang="en-US" altLang="en-US" sz="16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-</a:t>
            </a:r>
            <a:r>
              <a:rPr lang="en-US" altLang="en-US" sz="18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  <a:r>
              <a:rPr lang="en-US" altLang="en-US" sz="16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-</a:t>
            </a:r>
            <a:r>
              <a:rPr lang="en-US" altLang="en-US" sz="18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  <a:r>
              <a:rPr lang="en-US" altLang="en-US" sz="16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- -</a:t>
            </a:r>
            <a:r>
              <a:rPr lang="en-US" altLang="en-US" sz="18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  <a:r>
              <a:rPr lang="en-US" altLang="en-US" sz="16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- -</a:t>
            </a:r>
            <a:r>
              <a:rPr lang="en-US" altLang="en-US" sz="18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  <a:r>
              <a:rPr lang="en-US" altLang="en-US" sz="16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- - - -</a:t>
            </a:r>
          </a:p>
        </p:txBody>
      </p:sp>
      <p:sp>
        <p:nvSpPr>
          <p:cNvPr id="11302" name="Rectangle 38">
            <a:extLst>
              <a:ext uri="{FF2B5EF4-FFF2-40B4-BE49-F238E27FC236}">
                <a16:creationId xmlns:a16="http://schemas.microsoft.com/office/drawing/2014/main" id="{2C43FF5F-67F6-172F-5D99-13D22FE18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" y="25400"/>
            <a:ext cx="3568700" cy="146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StrPtr    PIC 99.   </a:t>
            </a:r>
          </a:p>
          <a:p>
            <a:pPr>
              <a:lnSpc>
                <a:spcPct val="16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DayStr    PIC XX.   </a:t>
            </a:r>
            <a:r>
              <a:rPr lang="en-US" altLang="en-US" sz="12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5</a:t>
            </a:r>
            <a:r>
              <a:rPr lang="en-US" altLang="en-US" sz="12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</a:p>
          <a:p>
            <a:pPr>
              <a:lnSpc>
                <a:spcPct val="16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MonthStr  PIC X(9). </a:t>
            </a:r>
            <a:r>
              <a:rPr lang="en-US" altLang="en-US" sz="12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J  U  N  E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6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YearStr   PIC X(4). </a:t>
            </a:r>
            <a:r>
              <a:rPr lang="en-US" altLang="en-US" sz="12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1  9  9  8</a:t>
            </a:r>
            <a:endParaRPr lang="en-US" altLang="en-US" sz="1200" b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anose="02070309020205020404" pitchFamily="49" charset="0"/>
            </a:endParaRPr>
          </a:p>
          <a:p>
            <a:pPr>
              <a:lnSpc>
                <a:spcPct val="16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DateStr   PIC X(15) VALUE ALL "-".</a:t>
            </a:r>
          </a:p>
        </p:txBody>
      </p:sp>
      <p:grpSp>
        <p:nvGrpSpPr>
          <p:cNvPr id="11305" name="Group 41">
            <a:extLst>
              <a:ext uri="{FF2B5EF4-FFF2-40B4-BE49-F238E27FC236}">
                <a16:creationId xmlns:a16="http://schemas.microsoft.com/office/drawing/2014/main" id="{C617A882-10E9-6A12-0C55-8E6FBA3AF3BE}"/>
              </a:ext>
            </a:extLst>
          </p:cNvPr>
          <p:cNvGrpSpPr>
            <a:grpSpLocks/>
          </p:cNvGrpSpPr>
          <p:nvPr/>
        </p:nvGrpSpPr>
        <p:grpSpPr bwMode="auto">
          <a:xfrm>
            <a:off x="2178050" y="61913"/>
            <a:ext cx="520700" cy="241300"/>
            <a:chOff x="1372" y="39"/>
            <a:chExt cx="328" cy="152"/>
          </a:xfrm>
        </p:grpSpPr>
        <p:sp>
          <p:nvSpPr>
            <p:cNvPr id="11303" name="Rectangle 39">
              <a:extLst>
                <a:ext uri="{FF2B5EF4-FFF2-40B4-BE49-F238E27FC236}">
                  <a16:creationId xmlns:a16="http://schemas.microsoft.com/office/drawing/2014/main" id="{793E3D85-E7B8-5706-03CE-2A0B3447E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2" y="39"/>
              <a:ext cx="328" cy="151"/>
            </a:xfrm>
            <a:prstGeom prst="rect">
              <a:avLst/>
            </a:prstGeom>
            <a:noFill/>
            <a:ln w="25400">
              <a:solidFill>
                <a:srgbClr val="676767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4" name="Line 40">
              <a:extLst>
                <a:ext uri="{FF2B5EF4-FFF2-40B4-BE49-F238E27FC236}">
                  <a16:creationId xmlns:a16="http://schemas.microsoft.com/office/drawing/2014/main" id="{B8640FB1-1691-6D70-7862-C48A882524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1" y="40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306" name="Rectangle 42">
            <a:extLst>
              <a:ext uri="{FF2B5EF4-FFF2-40B4-BE49-F238E27FC236}">
                <a16:creationId xmlns:a16="http://schemas.microsoft.com/office/drawing/2014/main" id="{61C65555-573A-4A10-B641-3689A23A2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7900" y="92075"/>
            <a:ext cx="3651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2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0  3</a:t>
            </a:r>
          </a:p>
        </p:txBody>
      </p:sp>
      <p:sp useBgFill="1">
        <p:nvSpPr>
          <p:cNvPr id="11307" name="Freeform 43">
            <a:extLst>
              <a:ext uri="{FF2B5EF4-FFF2-40B4-BE49-F238E27FC236}">
                <a16:creationId xmlns:a16="http://schemas.microsoft.com/office/drawing/2014/main" id="{7216BF1B-6498-046C-31DC-3870E7FF9D05}"/>
              </a:ext>
            </a:extLst>
          </p:cNvPr>
          <p:cNvSpPr>
            <a:spLocks/>
          </p:cNvSpPr>
          <p:nvPr/>
        </p:nvSpPr>
        <p:spPr bwMode="auto">
          <a:xfrm>
            <a:off x="14288" y="1704975"/>
            <a:ext cx="4740275" cy="652463"/>
          </a:xfrm>
          <a:custGeom>
            <a:avLst/>
            <a:gdLst>
              <a:gd name="T0" fmla="*/ 95 w 2986"/>
              <a:gd name="T1" fmla="*/ 28 h 411"/>
              <a:gd name="T2" fmla="*/ 191 w 2986"/>
              <a:gd name="T3" fmla="*/ 14 h 411"/>
              <a:gd name="T4" fmla="*/ 278 w 2986"/>
              <a:gd name="T5" fmla="*/ 57 h 411"/>
              <a:gd name="T6" fmla="*/ 365 w 2986"/>
              <a:gd name="T7" fmla="*/ 61 h 411"/>
              <a:gd name="T8" fmla="*/ 466 w 2986"/>
              <a:gd name="T9" fmla="*/ 61 h 411"/>
              <a:gd name="T10" fmla="*/ 557 w 2986"/>
              <a:gd name="T11" fmla="*/ 85 h 411"/>
              <a:gd name="T12" fmla="*/ 658 w 2986"/>
              <a:gd name="T13" fmla="*/ 85 h 411"/>
              <a:gd name="T14" fmla="*/ 772 w 2986"/>
              <a:gd name="T15" fmla="*/ 81 h 411"/>
              <a:gd name="T16" fmla="*/ 864 w 2986"/>
              <a:gd name="T17" fmla="*/ 90 h 411"/>
              <a:gd name="T18" fmla="*/ 969 w 2986"/>
              <a:gd name="T19" fmla="*/ 85 h 411"/>
              <a:gd name="T20" fmla="*/ 1069 w 2986"/>
              <a:gd name="T21" fmla="*/ 100 h 411"/>
              <a:gd name="T22" fmla="*/ 1179 w 2986"/>
              <a:gd name="T23" fmla="*/ 109 h 411"/>
              <a:gd name="T24" fmla="*/ 1330 w 2986"/>
              <a:gd name="T25" fmla="*/ 109 h 411"/>
              <a:gd name="T26" fmla="*/ 1504 w 2986"/>
              <a:gd name="T27" fmla="*/ 71 h 411"/>
              <a:gd name="T28" fmla="*/ 1581 w 2986"/>
              <a:gd name="T29" fmla="*/ 100 h 411"/>
              <a:gd name="T30" fmla="*/ 1668 w 2986"/>
              <a:gd name="T31" fmla="*/ 114 h 411"/>
              <a:gd name="T32" fmla="*/ 1759 w 2986"/>
              <a:gd name="T33" fmla="*/ 104 h 411"/>
              <a:gd name="T34" fmla="*/ 1846 w 2986"/>
              <a:gd name="T35" fmla="*/ 114 h 411"/>
              <a:gd name="T36" fmla="*/ 1942 w 2986"/>
              <a:gd name="T37" fmla="*/ 114 h 411"/>
              <a:gd name="T38" fmla="*/ 2038 w 2986"/>
              <a:gd name="T39" fmla="*/ 100 h 411"/>
              <a:gd name="T40" fmla="*/ 2166 w 2986"/>
              <a:gd name="T41" fmla="*/ 95 h 411"/>
              <a:gd name="T42" fmla="*/ 2262 w 2986"/>
              <a:gd name="T43" fmla="*/ 52 h 411"/>
              <a:gd name="T44" fmla="*/ 2368 w 2986"/>
              <a:gd name="T45" fmla="*/ 76 h 411"/>
              <a:gd name="T46" fmla="*/ 2459 w 2986"/>
              <a:gd name="T47" fmla="*/ 66 h 411"/>
              <a:gd name="T48" fmla="*/ 2550 w 2986"/>
              <a:gd name="T49" fmla="*/ 76 h 411"/>
              <a:gd name="T50" fmla="*/ 2660 w 2986"/>
              <a:gd name="T51" fmla="*/ 61 h 411"/>
              <a:gd name="T52" fmla="*/ 2756 w 2986"/>
              <a:gd name="T53" fmla="*/ 33 h 411"/>
              <a:gd name="T54" fmla="*/ 2884 w 2986"/>
              <a:gd name="T55" fmla="*/ 23 h 411"/>
              <a:gd name="T56" fmla="*/ 2985 w 2986"/>
              <a:gd name="T57" fmla="*/ 5 h 411"/>
              <a:gd name="T58" fmla="*/ 2902 w 2986"/>
              <a:gd name="T59" fmla="*/ 333 h 411"/>
              <a:gd name="T60" fmla="*/ 2820 w 2986"/>
              <a:gd name="T61" fmla="*/ 333 h 411"/>
              <a:gd name="T62" fmla="*/ 2747 w 2986"/>
              <a:gd name="T63" fmla="*/ 262 h 411"/>
              <a:gd name="T64" fmla="*/ 2696 w 2986"/>
              <a:gd name="T65" fmla="*/ 195 h 411"/>
              <a:gd name="T66" fmla="*/ 2623 w 2986"/>
              <a:gd name="T67" fmla="*/ 143 h 411"/>
              <a:gd name="T68" fmla="*/ 2536 w 2986"/>
              <a:gd name="T69" fmla="*/ 128 h 411"/>
              <a:gd name="T70" fmla="*/ 2463 w 2986"/>
              <a:gd name="T71" fmla="*/ 123 h 411"/>
              <a:gd name="T72" fmla="*/ 2417 w 2986"/>
              <a:gd name="T73" fmla="*/ 247 h 411"/>
              <a:gd name="T74" fmla="*/ 2226 w 2986"/>
              <a:gd name="T75" fmla="*/ 128 h 411"/>
              <a:gd name="T76" fmla="*/ 2143 w 2986"/>
              <a:gd name="T77" fmla="*/ 147 h 411"/>
              <a:gd name="T78" fmla="*/ 2061 w 2986"/>
              <a:gd name="T79" fmla="*/ 143 h 411"/>
              <a:gd name="T80" fmla="*/ 1970 w 2986"/>
              <a:gd name="T81" fmla="*/ 157 h 411"/>
              <a:gd name="T82" fmla="*/ 1878 w 2986"/>
              <a:gd name="T83" fmla="*/ 147 h 411"/>
              <a:gd name="T84" fmla="*/ 1796 w 2986"/>
              <a:gd name="T85" fmla="*/ 157 h 411"/>
              <a:gd name="T86" fmla="*/ 1700 w 2986"/>
              <a:gd name="T87" fmla="*/ 152 h 411"/>
              <a:gd name="T88" fmla="*/ 1595 w 2986"/>
              <a:gd name="T89" fmla="*/ 162 h 411"/>
              <a:gd name="T90" fmla="*/ 1513 w 2986"/>
              <a:gd name="T91" fmla="*/ 157 h 411"/>
              <a:gd name="T92" fmla="*/ 1439 w 2986"/>
              <a:gd name="T93" fmla="*/ 152 h 411"/>
              <a:gd name="T94" fmla="*/ 1353 w 2986"/>
              <a:gd name="T95" fmla="*/ 166 h 411"/>
              <a:gd name="T96" fmla="*/ 1266 w 2986"/>
              <a:gd name="T97" fmla="*/ 152 h 411"/>
              <a:gd name="T98" fmla="*/ 1170 w 2986"/>
              <a:gd name="T99" fmla="*/ 157 h 411"/>
              <a:gd name="T100" fmla="*/ 1083 w 2986"/>
              <a:gd name="T101" fmla="*/ 152 h 411"/>
              <a:gd name="T102" fmla="*/ 996 w 2986"/>
              <a:gd name="T103" fmla="*/ 138 h 411"/>
              <a:gd name="T104" fmla="*/ 909 w 2986"/>
              <a:gd name="T105" fmla="*/ 104 h 411"/>
              <a:gd name="T106" fmla="*/ 827 w 2986"/>
              <a:gd name="T107" fmla="*/ 128 h 411"/>
              <a:gd name="T108" fmla="*/ 735 w 2986"/>
              <a:gd name="T109" fmla="*/ 104 h 411"/>
              <a:gd name="T110" fmla="*/ 653 w 2986"/>
              <a:gd name="T111" fmla="*/ 128 h 411"/>
              <a:gd name="T112" fmla="*/ 567 w 2986"/>
              <a:gd name="T113" fmla="*/ 123 h 411"/>
              <a:gd name="T114" fmla="*/ 479 w 2986"/>
              <a:gd name="T115" fmla="*/ 138 h 411"/>
              <a:gd name="T116" fmla="*/ 397 w 2986"/>
              <a:gd name="T117" fmla="*/ 128 h 411"/>
              <a:gd name="T118" fmla="*/ 306 w 2986"/>
              <a:gd name="T119" fmla="*/ 152 h 411"/>
              <a:gd name="T120" fmla="*/ 224 w 2986"/>
              <a:gd name="T121" fmla="*/ 143 h 411"/>
              <a:gd name="T122" fmla="*/ 132 w 2986"/>
              <a:gd name="T123" fmla="*/ 143 h 411"/>
              <a:gd name="T124" fmla="*/ 50 w 2986"/>
              <a:gd name="T125" fmla="*/ 162 h 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986" h="411">
                <a:moveTo>
                  <a:pt x="0" y="37"/>
                </a:moveTo>
                <a:lnTo>
                  <a:pt x="27" y="28"/>
                </a:lnTo>
                <a:lnTo>
                  <a:pt x="50" y="33"/>
                </a:lnTo>
                <a:lnTo>
                  <a:pt x="64" y="33"/>
                </a:lnTo>
                <a:lnTo>
                  <a:pt x="82" y="33"/>
                </a:lnTo>
                <a:lnTo>
                  <a:pt x="95" y="28"/>
                </a:lnTo>
                <a:lnTo>
                  <a:pt x="109" y="23"/>
                </a:lnTo>
                <a:lnTo>
                  <a:pt x="128" y="23"/>
                </a:lnTo>
                <a:lnTo>
                  <a:pt x="146" y="14"/>
                </a:lnTo>
                <a:lnTo>
                  <a:pt x="159" y="14"/>
                </a:lnTo>
                <a:lnTo>
                  <a:pt x="173" y="14"/>
                </a:lnTo>
                <a:lnTo>
                  <a:pt x="191" y="14"/>
                </a:lnTo>
                <a:lnTo>
                  <a:pt x="205" y="14"/>
                </a:lnTo>
                <a:lnTo>
                  <a:pt x="219" y="23"/>
                </a:lnTo>
                <a:lnTo>
                  <a:pt x="237" y="28"/>
                </a:lnTo>
                <a:lnTo>
                  <a:pt x="247" y="42"/>
                </a:lnTo>
                <a:lnTo>
                  <a:pt x="265" y="47"/>
                </a:lnTo>
                <a:lnTo>
                  <a:pt x="278" y="57"/>
                </a:lnTo>
                <a:lnTo>
                  <a:pt x="292" y="61"/>
                </a:lnTo>
                <a:lnTo>
                  <a:pt x="310" y="61"/>
                </a:lnTo>
                <a:lnTo>
                  <a:pt x="324" y="61"/>
                </a:lnTo>
                <a:lnTo>
                  <a:pt x="338" y="61"/>
                </a:lnTo>
                <a:lnTo>
                  <a:pt x="351" y="61"/>
                </a:lnTo>
                <a:lnTo>
                  <a:pt x="365" y="61"/>
                </a:lnTo>
                <a:lnTo>
                  <a:pt x="379" y="61"/>
                </a:lnTo>
                <a:lnTo>
                  <a:pt x="393" y="57"/>
                </a:lnTo>
                <a:lnTo>
                  <a:pt x="407" y="57"/>
                </a:lnTo>
                <a:lnTo>
                  <a:pt x="429" y="57"/>
                </a:lnTo>
                <a:lnTo>
                  <a:pt x="448" y="61"/>
                </a:lnTo>
                <a:lnTo>
                  <a:pt x="466" y="61"/>
                </a:lnTo>
                <a:lnTo>
                  <a:pt x="484" y="66"/>
                </a:lnTo>
                <a:lnTo>
                  <a:pt x="498" y="71"/>
                </a:lnTo>
                <a:lnTo>
                  <a:pt x="511" y="76"/>
                </a:lnTo>
                <a:lnTo>
                  <a:pt x="525" y="81"/>
                </a:lnTo>
                <a:lnTo>
                  <a:pt x="539" y="81"/>
                </a:lnTo>
                <a:lnTo>
                  <a:pt x="557" y="85"/>
                </a:lnTo>
                <a:lnTo>
                  <a:pt x="571" y="85"/>
                </a:lnTo>
                <a:lnTo>
                  <a:pt x="594" y="85"/>
                </a:lnTo>
                <a:lnTo>
                  <a:pt x="612" y="85"/>
                </a:lnTo>
                <a:lnTo>
                  <a:pt x="630" y="85"/>
                </a:lnTo>
                <a:lnTo>
                  <a:pt x="644" y="85"/>
                </a:lnTo>
                <a:lnTo>
                  <a:pt x="658" y="85"/>
                </a:lnTo>
                <a:lnTo>
                  <a:pt x="681" y="85"/>
                </a:lnTo>
                <a:lnTo>
                  <a:pt x="704" y="81"/>
                </a:lnTo>
                <a:lnTo>
                  <a:pt x="722" y="81"/>
                </a:lnTo>
                <a:lnTo>
                  <a:pt x="740" y="81"/>
                </a:lnTo>
                <a:lnTo>
                  <a:pt x="758" y="81"/>
                </a:lnTo>
                <a:lnTo>
                  <a:pt x="772" y="81"/>
                </a:lnTo>
                <a:lnTo>
                  <a:pt x="786" y="81"/>
                </a:lnTo>
                <a:lnTo>
                  <a:pt x="799" y="81"/>
                </a:lnTo>
                <a:lnTo>
                  <a:pt x="813" y="85"/>
                </a:lnTo>
                <a:lnTo>
                  <a:pt x="827" y="85"/>
                </a:lnTo>
                <a:lnTo>
                  <a:pt x="850" y="90"/>
                </a:lnTo>
                <a:lnTo>
                  <a:pt x="864" y="90"/>
                </a:lnTo>
                <a:lnTo>
                  <a:pt x="882" y="85"/>
                </a:lnTo>
                <a:lnTo>
                  <a:pt x="905" y="85"/>
                </a:lnTo>
                <a:lnTo>
                  <a:pt x="923" y="85"/>
                </a:lnTo>
                <a:lnTo>
                  <a:pt x="941" y="85"/>
                </a:lnTo>
                <a:lnTo>
                  <a:pt x="955" y="85"/>
                </a:lnTo>
                <a:lnTo>
                  <a:pt x="969" y="85"/>
                </a:lnTo>
                <a:lnTo>
                  <a:pt x="982" y="85"/>
                </a:lnTo>
                <a:lnTo>
                  <a:pt x="996" y="85"/>
                </a:lnTo>
                <a:lnTo>
                  <a:pt x="1014" y="90"/>
                </a:lnTo>
                <a:lnTo>
                  <a:pt x="1033" y="90"/>
                </a:lnTo>
                <a:lnTo>
                  <a:pt x="1051" y="95"/>
                </a:lnTo>
                <a:lnTo>
                  <a:pt x="1069" y="100"/>
                </a:lnTo>
                <a:lnTo>
                  <a:pt x="1088" y="100"/>
                </a:lnTo>
                <a:lnTo>
                  <a:pt x="1101" y="100"/>
                </a:lnTo>
                <a:lnTo>
                  <a:pt x="1124" y="104"/>
                </a:lnTo>
                <a:lnTo>
                  <a:pt x="1151" y="109"/>
                </a:lnTo>
                <a:lnTo>
                  <a:pt x="1165" y="109"/>
                </a:lnTo>
                <a:lnTo>
                  <a:pt x="1179" y="109"/>
                </a:lnTo>
                <a:lnTo>
                  <a:pt x="1197" y="109"/>
                </a:lnTo>
                <a:lnTo>
                  <a:pt x="1211" y="109"/>
                </a:lnTo>
                <a:lnTo>
                  <a:pt x="1225" y="109"/>
                </a:lnTo>
                <a:lnTo>
                  <a:pt x="1238" y="109"/>
                </a:lnTo>
                <a:lnTo>
                  <a:pt x="1284" y="109"/>
                </a:lnTo>
                <a:lnTo>
                  <a:pt x="1330" y="109"/>
                </a:lnTo>
                <a:lnTo>
                  <a:pt x="1375" y="109"/>
                </a:lnTo>
                <a:lnTo>
                  <a:pt x="1394" y="109"/>
                </a:lnTo>
                <a:lnTo>
                  <a:pt x="1412" y="109"/>
                </a:lnTo>
                <a:lnTo>
                  <a:pt x="1430" y="109"/>
                </a:lnTo>
                <a:lnTo>
                  <a:pt x="1444" y="104"/>
                </a:lnTo>
                <a:lnTo>
                  <a:pt x="1504" y="71"/>
                </a:lnTo>
                <a:lnTo>
                  <a:pt x="1513" y="85"/>
                </a:lnTo>
                <a:lnTo>
                  <a:pt x="1522" y="104"/>
                </a:lnTo>
                <a:lnTo>
                  <a:pt x="1540" y="109"/>
                </a:lnTo>
                <a:lnTo>
                  <a:pt x="1554" y="104"/>
                </a:lnTo>
                <a:lnTo>
                  <a:pt x="1568" y="104"/>
                </a:lnTo>
                <a:lnTo>
                  <a:pt x="1581" y="100"/>
                </a:lnTo>
                <a:lnTo>
                  <a:pt x="1595" y="104"/>
                </a:lnTo>
                <a:lnTo>
                  <a:pt x="1613" y="109"/>
                </a:lnTo>
                <a:lnTo>
                  <a:pt x="1627" y="109"/>
                </a:lnTo>
                <a:lnTo>
                  <a:pt x="1640" y="114"/>
                </a:lnTo>
                <a:lnTo>
                  <a:pt x="1654" y="114"/>
                </a:lnTo>
                <a:lnTo>
                  <a:pt x="1668" y="114"/>
                </a:lnTo>
                <a:lnTo>
                  <a:pt x="1682" y="114"/>
                </a:lnTo>
                <a:lnTo>
                  <a:pt x="1695" y="114"/>
                </a:lnTo>
                <a:lnTo>
                  <a:pt x="1709" y="109"/>
                </a:lnTo>
                <a:lnTo>
                  <a:pt x="1723" y="109"/>
                </a:lnTo>
                <a:lnTo>
                  <a:pt x="1741" y="109"/>
                </a:lnTo>
                <a:lnTo>
                  <a:pt x="1759" y="104"/>
                </a:lnTo>
                <a:lnTo>
                  <a:pt x="1773" y="100"/>
                </a:lnTo>
                <a:lnTo>
                  <a:pt x="1787" y="100"/>
                </a:lnTo>
                <a:lnTo>
                  <a:pt x="1805" y="100"/>
                </a:lnTo>
                <a:lnTo>
                  <a:pt x="1819" y="95"/>
                </a:lnTo>
                <a:lnTo>
                  <a:pt x="1833" y="100"/>
                </a:lnTo>
                <a:lnTo>
                  <a:pt x="1846" y="114"/>
                </a:lnTo>
                <a:lnTo>
                  <a:pt x="1860" y="119"/>
                </a:lnTo>
                <a:lnTo>
                  <a:pt x="1878" y="119"/>
                </a:lnTo>
                <a:lnTo>
                  <a:pt x="1892" y="119"/>
                </a:lnTo>
                <a:lnTo>
                  <a:pt x="1906" y="119"/>
                </a:lnTo>
                <a:lnTo>
                  <a:pt x="1924" y="119"/>
                </a:lnTo>
                <a:lnTo>
                  <a:pt x="1942" y="114"/>
                </a:lnTo>
                <a:lnTo>
                  <a:pt x="1960" y="109"/>
                </a:lnTo>
                <a:lnTo>
                  <a:pt x="1979" y="109"/>
                </a:lnTo>
                <a:lnTo>
                  <a:pt x="1993" y="104"/>
                </a:lnTo>
                <a:lnTo>
                  <a:pt x="2011" y="104"/>
                </a:lnTo>
                <a:lnTo>
                  <a:pt x="2025" y="100"/>
                </a:lnTo>
                <a:lnTo>
                  <a:pt x="2038" y="100"/>
                </a:lnTo>
                <a:lnTo>
                  <a:pt x="2052" y="100"/>
                </a:lnTo>
                <a:lnTo>
                  <a:pt x="2107" y="100"/>
                </a:lnTo>
                <a:lnTo>
                  <a:pt x="2120" y="100"/>
                </a:lnTo>
                <a:lnTo>
                  <a:pt x="2139" y="100"/>
                </a:lnTo>
                <a:lnTo>
                  <a:pt x="2153" y="100"/>
                </a:lnTo>
                <a:lnTo>
                  <a:pt x="2166" y="95"/>
                </a:lnTo>
                <a:lnTo>
                  <a:pt x="2185" y="85"/>
                </a:lnTo>
                <a:lnTo>
                  <a:pt x="2208" y="81"/>
                </a:lnTo>
                <a:lnTo>
                  <a:pt x="2221" y="76"/>
                </a:lnTo>
                <a:lnTo>
                  <a:pt x="2235" y="66"/>
                </a:lnTo>
                <a:lnTo>
                  <a:pt x="2249" y="61"/>
                </a:lnTo>
                <a:lnTo>
                  <a:pt x="2262" y="52"/>
                </a:lnTo>
                <a:lnTo>
                  <a:pt x="2276" y="52"/>
                </a:lnTo>
                <a:lnTo>
                  <a:pt x="2290" y="57"/>
                </a:lnTo>
                <a:lnTo>
                  <a:pt x="2313" y="61"/>
                </a:lnTo>
                <a:lnTo>
                  <a:pt x="2326" y="61"/>
                </a:lnTo>
                <a:lnTo>
                  <a:pt x="2349" y="71"/>
                </a:lnTo>
                <a:lnTo>
                  <a:pt x="2368" y="76"/>
                </a:lnTo>
                <a:lnTo>
                  <a:pt x="2381" y="76"/>
                </a:lnTo>
                <a:lnTo>
                  <a:pt x="2395" y="76"/>
                </a:lnTo>
                <a:lnTo>
                  <a:pt x="2409" y="71"/>
                </a:lnTo>
                <a:lnTo>
                  <a:pt x="2427" y="71"/>
                </a:lnTo>
                <a:lnTo>
                  <a:pt x="2440" y="66"/>
                </a:lnTo>
                <a:lnTo>
                  <a:pt x="2459" y="66"/>
                </a:lnTo>
                <a:lnTo>
                  <a:pt x="2482" y="66"/>
                </a:lnTo>
                <a:lnTo>
                  <a:pt x="2495" y="66"/>
                </a:lnTo>
                <a:lnTo>
                  <a:pt x="2509" y="71"/>
                </a:lnTo>
                <a:lnTo>
                  <a:pt x="2523" y="71"/>
                </a:lnTo>
                <a:lnTo>
                  <a:pt x="2536" y="76"/>
                </a:lnTo>
                <a:lnTo>
                  <a:pt x="2550" y="76"/>
                </a:lnTo>
                <a:lnTo>
                  <a:pt x="2569" y="76"/>
                </a:lnTo>
                <a:lnTo>
                  <a:pt x="2591" y="71"/>
                </a:lnTo>
                <a:lnTo>
                  <a:pt x="2614" y="71"/>
                </a:lnTo>
                <a:lnTo>
                  <a:pt x="2628" y="71"/>
                </a:lnTo>
                <a:lnTo>
                  <a:pt x="2646" y="66"/>
                </a:lnTo>
                <a:lnTo>
                  <a:pt x="2660" y="61"/>
                </a:lnTo>
                <a:lnTo>
                  <a:pt x="2674" y="52"/>
                </a:lnTo>
                <a:lnTo>
                  <a:pt x="2688" y="47"/>
                </a:lnTo>
                <a:lnTo>
                  <a:pt x="2706" y="42"/>
                </a:lnTo>
                <a:lnTo>
                  <a:pt x="2724" y="42"/>
                </a:lnTo>
                <a:lnTo>
                  <a:pt x="2742" y="38"/>
                </a:lnTo>
                <a:lnTo>
                  <a:pt x="2756" y="33"/>
                </a:lnTo>
                <a:lnTo>
                  <a:pt x="2774" y="28"/>
                </a:lnTo>
                <a:lnTo>
                  <a:pt x="2788" y="23"/>
                </a:lnTo>
                <a:lnTo>
                  <a:pt x="2801" y="19"/>
                </a:lnTo>
                <a:lnTo>
                  <a:pt x="2852" y="0"/>
                </a:lnTo>
                <a:lnTo>
                  <a:pt x="2875" y="9"/>
                </a:lnTo>
                <a:lnTo>
                  <a:pt x="2884" y="23"/>
                </a:lnTo>
                <a:lnTo>
                  <a:pt x="2897" y="28"/>
                </a:lnTo>
                <a:lnTo>
                  <a:pt x="2912" y="28"/>
                </a:lnTo>
                <a:lnTo>
                  <a:pt x="2934" y="23"/>
                </a:lnTo>
                <a:lnTo>
                  <a:pt x="2948" y="19"/>
                </a:lnTo>
                <a:lnTo>
                  <a:pt x="2961" y="9"/>
                </a:lnTo>
                <a:lnTo>
                  <a:pt x="2985" y="5"/>
                </a:lnTo>
                <a:lnTo>
                  <a:pt x="2985" y="410"/>
                </a:lnTo>
                <a:lnTo>
                  <a:pt x="2934" y="386"/>
                </a:lnTo>
                <a:lnTo>
                  <a:pt x="2925" y="371"/>
                </a:lnTo>
                <a:lnTo>
                  <a:pt x="2920" y="357"/>
                </a:lnTo>
                <a:lnTo>
                  <a:pt x="2916" y="343"/>
                </a:lnTo>
                <a:lnTo>
                  <a:pt x="2902" y="333"/>
                </a:lnTo>
                <a:lnTo>
                  <a:pt x="2889" y="333"/>
                </a:lnTo>
                <a:lnTo>
                  <a:pt x="2875" y="348"/>
                </a:lnTo>
                <a:lnTo>
                  <a:pt x="2861" y="333"/>
                </a:lnTo>
                <a:lnTo>
                  <a:pt x="2848" y="338"/>
                </a:lnTo>
                <a:lnTo>
                  <a:pt x="2829" y="348"/>
                </a:lnTo>
                <a:lnTo>
                  <a:pt x="2820" y="333"/>
                </a:lnTo>
                <a:lnTo>
                  <a:pt x="2806" y="328"/>
                </a:lnTo>
                <a:lnTo>
                  <a:pt x="2793" y="319"/>
                </a:lnTo>
                <a:lnTo>
                  <a:pt x="2783" y="305"/>
                </a:lnTo>
                <a:lnTo>
                  <a:pt x="2770" y="290"/>
                </a:lnTo>
                <a:lnTo>
                  <a:pt x="2756" y="276"/>
                </a:lnTo>
                <a:lnTo>
                  <a:pt x="2747" y="262"/>
                </a:lnTo>
                <a:lnTo>
                  <a:pt x="2733" y="271"/>
                </a:lnTo>
                <a:lnTo>
                  <a:pt x="2719" y="262"/>
                </a:lnTo>
                <a:lnTo>
                  <a:pt x="2719" y="247"/>
                </a:lnTo>
                <a:lnTo>
                  <a:pt x="2710" y="228"/>
                </a:lnTo>
                <a:lnTo>
                  <a:pt x="2701" y="209"/>
                </a:lnTo>
                <a:lnTo>
                  <a:pt x="2696" y="195"/>
                </a:lnTo>
                <a:lnTo>
                  <a:pt x="2683" y="185"/>
                </a:lnTo>
                <a:lnTo>
                  <a:pt x="2665" y="195"/>
                </a:lnTo>
                <a:lnTo>
                  <a:pt x="2655" y="176"/>
                </a:lnTo>
                <a:lnTo>
                  <a:pt x="2646" y="162"/>
                </a:lnTo>
                <a:lnTo>
                  <a:pt x="2633" y="157"/>
                </a:lnTo>
                <a:lnTo>
                  <a:pt x="2623" y="143"/>
                </a:lnTo>
                <a:lnTo>
                  <a:pt x="2610" y="143"/>
                </a:lnTo>
                <a:lnTo>
                  <a:pt x="2596" y="143"/>
                </a:lnTo>
                <a:lnTo>
                  <a:pt x="2582" y="138"/>
                </a:lnTo>
                <a:lnTo>
                  <a:pt x="2564" y="128"/>
                </a:lnTo>
                <a:lnTo>
                  <a:pt x="2550" y="128"/>
                </a:lnTo>
                <a:lnTo>
                  <a:pt x="2536" y="128"/>
                </a:lnTo>
                <a:lnTo>
                  <a:pt x="2518" y="123"/>
                </a:lnTo>
                <a:lnTo>
                  <a:pt x="2505" y="119"/>
                </a:lnTo>
                <a:lnTo>
                  <a:pt x="2495" y="104"/>
                </a:lnTo>
                <a:lnTo>
                  <a:pt x="2482" y="104"/>
                </a:lnTo>
                <a:lnTo>
                  <a:pt x="2468" y="109"/>
                </a:lnTo>
                <a:lnTo>
                  <a:pt x="2463" y="123"/>
                </a:lnTo>
                <a:lnTo>
                  <a:pt x="2450" y="138"/>
                </a:lnTo>
                <a:lnTo>
                  <a:pt x="2436" y="143"/>
                </a:lnTo>
                <a:lnTo>
                  <a:pt x="2463" y="276"/>
                </a:lnTo>
                <a:lnTo>
                  <a:pt x="2445" y="271"/>
                </a:lnTo>
                <a:lnTo>
                  <a:pt x="2431" y="262"/>
                </a:lnTo>
                <a:lnTo>
                  <a:pt x="2417" y="247"/>
                </a:lnTo>
                <a:lnTo>
                  <a:pt x="2290" y="157"/>
                </a:lnTo>
                <a:lnTo>
                  <a:pt x="2276" y="147"/>
                </a:lnTo>
                <a:lnTo>
                  <a:pt x="2262" y="138"/>
                </a:lnTo>
                <a:lnTo>
                  <a:pt x="2253" y="123"/>
                </a:lnTo>
                <a:lnTo>
                  <a:pt x="2239" y="119"/>
                </a:lnTo>
                <a:lnTo>
                  <a:pt x="2226" y="128"/>
                </a:lnTo>
                <a:lnTo>
                  <a:pt x="2216" y="143"/>
                </a:lnTo>
                <a:lnTo>
                  <a:pt x="2198" y="157"/>
                </a:lnTo>
                <a:lnTo>
                  <a:pt x="2185" y="162"/>
                </a:lnTo>
                <a:lnTo>
                  <a:pt x="2171" y="162"/>
                </a:lnTo>
                <a:lnTo>
                  <a:pt x="2157" y="152"/>
                </a:lnTo>
                <a:lnTo>
                  <a:pt x="2143" y="147"/>
                </a:lnTo>
                <a:lnTo>
                  <a:pt x="2130" y="157"/>
                </a:lnTo>
                <a:lnTo>
                  <a:pt x="2116" y="143"/>
                </a:lnTo>
                <a:lnTo>
                  <a:pt x="2102" y="147"/>
                </a:lnTo>
                <a:lnTo>
                  <a:pt x="2089" y="157"/>
                </a:lnTo>
                <a:lnTo>
                  <a:pt x="2075" y="147"/>
                </a:lnTo>
                <a:lnTo>
                  <a:pt x="2061" y="143"/>
                </a:lnTo>
                <a:lnTo>
                  <a:pt x="2048" y="143"/>
                </a:lnTo>
                <a:lnTo>
                  <a:pt x="2034" y="147"/>
                </a:lnTo>
                <a:lnTo>
                  <a:pt x="2020" y="147"/>
                </a:lnTo>
                <a:lnTo>
                  <a:pt x="2006" y="143"/>
                </a:lnTo>
                <a:lnTo>
                  <a:pt x="1988" y="147"/>
                </a:lnTo>
                <a:lnTo>
                  <a:pt x="1970" y="157"/>
                </a:lnTo>
                <a:lnTo>
                  <a:pt x="1956" y="157"/>
                </a:lnTo>
                <a:lnTo>
                  <a:pt x="1937" y="162"/>
                </a:lnTo>
                <a:lnTo>
                  <a:pt x="1924" y="162"/>
                </a:lnTo>
                <a:lnTo>
                  <a:pt x="1906" y="152"/>
                </a:lnTo>
                <a:lnTo>
                  <a:pt x="1892" y="147"/>
                </a:lnTo>
                <a:lnTo>
                  <a:pt x="1878" y="147"/>
                </a:lnTo>
                <a:lnTo>
                  <a:pt x="1865" y="157"/>
                </a:lnTo>
                <a:lnTo>
                  <a:pt x="1846" y="171"/>
                </a:lnTo>
                <a:lnTo>
                  <a:pt x="1833" y="181"/>
                </a:lnTo>
                <a:lnTo>
                  <a:pt x="1823" y="166"/>
                </a:lnTo>
                <a:lnTo>
                  <a:pt x="1810" y="157"/>
                </a:lnTo>
                <a:lnTo>
                  <a:pt x="1796" y="157"/>
                </a:lnTo>
                <a:lnTo>
                  <a:pt x="1782" y="162"/>
                </a:lnTo>
                <a:lnTo>
                  <a:pt x="1769" y="166"/>
                </a:lnTo>
                <a:lnTo>
                  <a:pt x="1750" y="166"/>
                </a:lnTo>
                <a:lnTo>
                  <a:pt x="1732" y="162"/>
                </a:lnTo>
                <a:lnTo>
                  <a:pt x="1714" y="157"/>
                </a:lnTo>
                <a:lnTo>
                  <a:pt x="1700" y="152"/>
                </a:lnTo>
                <a:lnTo>
                  <a:pt x="1677" y="157"/>
                </a:lnTo>
                <a:lnTo>
                  <a:pt x="1663" y="162"/>
                </a:lnTo>
                <a:lnTo>
                  <a:pt x="1645" y="166"/>
                </a:lnTo>
                <a:lnTo>
                  <a:pt x="1622" y="176"/>
                </a:lnTo>
                <a:lnTo>
                  <a:pt x="1609" y="171"/>
                </a:lnTo>
                <a:lnTo>
                  <a:pt x="1595" y="162"/>
                </a:lnTo>
                <a:lnTo>
                  <a:pt x="1581" y="152"/>
                </a:lnTo>
                <a:lnTo>
                  <a:pt x="1568" y="157"/>
                </a:lnTo>
                <a:lnTo>
                  <a:pt x="1554" y="157"/>
                </a:lnTo>
                <a:lnTo>
                  <a:pt x="1540" y="157"/>
                </a:lnTo>
                <a:lnTo>
                  <a:pt x="1527" y="157"/>
                </a:lnTo>
                <a:lnTo>
                  <a:pt x="1513" y="157"/>
                </a:lnTo>
                <a:lnTo>
                  <a:pt x="1499" y="157"/>
                </a:lnTo>
                <a:lnTo>
                  <a:pt x="1416" y="276"/>
                </a:lnTo>
                <a:lnTo>
                  <a:pt x="1480" y="147"/>
                </a:lnTo>
                <a:lnTo>
                  <a:pt x="1467" y="147"/>
                </a:lnTo>
                <a:lnTo>
                  <a:pt x="1453" y="147"/>
                </a:lnTo>
                <a:lnTo>
                  <a:pt x="1439" y="152"/>
                </a:lnTo>
                <a:lnTo>
                  <a:pt x="1421" y="152"/>
                </a:lnTo>
                <a:lnTo>
                  <a:pt x="1408" y="152"/>
                </a:lnTo>
                <a:lnTo>
                  <a:pt x="1394" y="157"/>
                </a:lnTo>
                <a:lnTo>
                  <a:pt x="1380" y="166"/>
                </a:lnTo>
                <a:lnTo>
                  <a:pt x="1367" y="166"/>
                </a:lnTo>
                <a:lnTo>
                  <a:pt x="1353" y="166"/>
                </a:lnTo>
                <a:lnTo>
                  <a:pt x="1339" y="166"/>
                </a:lnTo>
                <a:lnTo>
                  <a:pt x="1325" y="166"/>
                </a:lnTo>
                <a:lnTo>
                  <a:pt x="1311" y="157"/>
                </a:lnTo>
                <a:lnTo>
                  <a:pt x="1293" y="152"/>
                </a:lnTo>
                <a:lnTo>
                  <a:pt x="1279" y="152"/>
                </a:lnTo>
                <a:lnTo>
                  <a:pt x="1266" y="152"/>
                </a:lnTo>
                <a:lnTo>
                  <a:pt x="1248" y="157"/>
                </a:lnTo>
                <a:lnTo>
                  <a:pt x="1234" y="157"/>
                </a:lnTo>
                <a:lnTo>
                  <a:pt x="1215" y="157"/>
                </a:lnTo>
                <a:lnTo>
                  <a:pt x="1202" y="162"/>
                </a:lnTo>
                <a:lnTo>
                  <a:pt x="1184" y="162"/>
                </a:lnTo>
                <a:lnTo>
                  <a:pt x="1170" y="157"/>
                </a:lnTo>
                <a:lnTo>
                  <a:pt x="1156" y="157"/>
                </a:lnTo>
                <a:lnTo>
                  <a:pt x="1138" y="152"/>
                </a:lnTo>
                <a:lnTo>
                  <a:pt x="1124" y="147"/>
                </a:lnTo>
                <a:lnTo>
                  <a:pt x="1110" y="147"/>
                </a:lnTo>
                <a:lnTo>
                  <a:pt x="1096" y="147"/>
                </a:lnTo>
                <a:lnTo>
                  <a:pt x="1083" y="152"/>
                </a:lnTo>
                <a:lnTo>
                  <a:pt x="1069" y="157"/>
                </a:lnTo>
                <a:lnTo>
                  <a:pt x="1055" y="157"/>
                </a:lnTo>
                <a:lnTo>
                  <a:pt x="1037" y="157"/>
                </a:lnTo>
                <a:lnTo>
                  <a:pt x="1024" y="157"/>
                </a:lnTo>
                <a:lnTo>
                  <a:pt x="1010" y="147"/>
                </a:lnTo>
                <a:lnTo>
                  <a:pt x="996" y="138"/>
                </a:lnTo>
                <a:lnTo>
                  <a:pt x="982" y="128"/>
                </a:lnTo>
                <a:lnTo>
                  <a:pt x="964" y="123"/>
                </a:lnTo>
                <a:lnTo>
                  <a:pt x="950" y="123"/>
                </a:lnTo>
                <a:lnTo>
                  <a:pt x="936" y="119"/>
                </a:lnTo>
                <a:lnTo>
                  <a:pt x="923" y="109"/>
                </a:lnTo>
                <a:lnTo>
                  <a:pt x="909" y="104"/>
                </a:lnTo>
                <a:lnTo>
                  <a:pt x="895" y="104"/>
                </a:lnTo>
                <a:lnTo>
                  <a:pt x="882" y="104"/>
                </a:lnTo>
                <a:lnTo>
                  <a:pt x="868" y="109"/>
                </a:lnTo>
                <a:lnTo>
                  <a:pt x="854" y="119"/>
                </a:lnTo>
                <a:lnTo>
                  <a:pt x="841" y="119"/>
                </a:lnTo>
                <a:lnTo>
                  <a:pt x="827" y="128"/>
                </a:lnTo>
                <a:lnTo>
                  <a:pt x="813" y="128"/>
                </a:lnTo>
                <a:lnTo>
                  <a:pt x="799" y="119"/>
                </a:lnTo>
                <a:lnTo>
                  <a:pt x="781" y="114"/>
                </a:lnTo>
                <a:lnTo>
                  <a:pt x="768" y="114"/>
                </a:lnTo>
                <a:lnTo>
                  <a:pt x="749" y="104"/>
                </a:lnTo>
                <a:lnTo>
                  <a:pt x="735" y="104"/>
                </a:lnTo>
                <a:lnTo>
                  <a:pt x="722" y="109"/>
                </a:lnTo>
                <a:lnTo>
                  <a:pt x="708" y="114"/>
                </a:lnTo>
                <a:lnTo>
                  <a:pt x="694" y="119"/>
                </a:lnTo>
                <a:lnTo>
                  <a:pt x="681" y="123"/>
                </a:lnTo>
                <a:lnTo>
                  <a:pt x="667" y="128"/>
                </a:lnTo>
                <a:lnTo>
                  <a:pt x="653" y="128"/>
                </a:lnTo>
                <a:lnTo>
                  <a:pt x="639" y="128"/>
                </a:lnTo>
                <a:lnTo>
                  <a:pt x="626" y="128"/>
                </a:lnTo>
                <a:lnTo>
                  <a:pt x="608" y="128"/>
                </a:lnTo>
                <a:lnTo>
                  <a:pt x="594" y="128"/>
                </a:lnTo>
                <a:lnTo>
                  <a:pt x="580" y="123"/>
                </a:lnTo>
                <a:lnTo>
                  <a:pt x="567" y="123"/>
                </a:lnTo>
                <a:lnTo>
                  <a:pt x="553" y="123"/>
                </a:lnTo>
                <a:lnTo>
                  <a:pt x="534" y="123"/>
                </a:lnTo>
                <a:lnTo>
                  <a:pt x="521" y="123"/>
                </a:lnTo>
                <a:lnTo>
                  <a:pt x="507" y="123"/>
                </a:lnTo>
                <a:lnTo>
                  <a:pt x="493" y="133"/>
                </a:lnTo>
                <a:lnTo>
                  <a:pt x="479" y="138"/>
                </a:lnTo>
                <a:lnTo>
                  <a:pt x="466" y="143"/>
                </a:lnTo>
                <a:lnTo>
                  <a:pt x="452" y="143"/>
                </a:lnTo>
                <a:lnTo>
                  <a:pt x="438" y="143"/>
                </a:lnTo>
                <a:lnTo>
                  <a:pt x="425" y="133"/>
                </a:lnTo>
                <a:lnTo>
                  <a:pt x="411" y="128"/>
                </a:lnTo>
                <a:lnTo>
                  <a:pt x="397" y="128"/>
                </a:lnTo>
                <a:lnTo>
                  <a:pt x="384" y="128"/>
                </a:lnTo>
                <a:lnTo>
                  <a:pt x="361" y="123"/>
                </a:lnTo>
                <a:lnTo>
                  <a:pt x="347" y="123"/>
                </a:lnTo>
                <a:lnTo>
                  <a:pt x="333" y="133"/>
                </a:lnTo>
                <a:lnTo>
                  <a:pt x="319" y="143"/>
                </a:lnTo>
                <a:lnTo>
                  <a:pt x="306" y="152"/>
                </a:lnTo>
                <a:lnTo>
                  <a:pt x="292" y="157"/>
                </a:lnTo>
                <a:lnTo>
                  <a:pt x="278" y="157"/>
                </a:lnTo>
                <a:lnTo>
                  <a:pt x="265" y="152"/>
                </a:lnTo>
                <a:lnTo>
                  <a:pt x="251" y="147"/>
                </a:lnTo>
                <a:lnTo>
                  <a:pt x="237" y="147"/>
                </a:lnTo>
                <a:lnTo>
                  <a:pt x="224" y="143"/>
                </a:lnTo>
                <a:lnTo>
                  <a:pt x="210" y="143"/>
                </a:lnTo>
                <a:lnTo>
                  <a:pt x="196" y="143"/>
                </a:lnTo>
                <a:lnTo>
                  <a:pt x="178" y="143"/>
                </a:lnTo>
                <a:lnTo>
                  <a:pt x="159" y="143"/>
                </a:lnTo>
                <a:lnTo>
                  <a:pt x="146" y="143"/>
                </a:lnTo>
                <a:lnTo>
                  <a:pt x="132" y="143"/>
                </a:lnTo>
                <a:lnTo>
                  <a:pt x="118" y="147"/>
                </a:lnTo>
                <a:lnTo>
                  <a:pt x="105" y="147"/>
                </a:lnTo>
                <a:lnTo>
                  <a:pt x="91" y="147"/>
                </a:lnTo>
                <a:lnTo>
                  <a:pt x="77" y="152"/>
                </a:lnTo>
                <a:lnTo>
                  <a:pt x="64" y="157"/>
                </a:lnTo>
                <a:lnTo>
                  <a:pt x="50" y="162"/>
                </a:lnTo>
                <a:lnTo>
                  <a:pt x="31" y="171"/>
                </a:lnTo>
                <a:lnTo>
                  <a:pt x="13" y="176"/>
                </a:lnTo>
                <a:lnTo>
                  <a:pt x="0" y="185"/>
                </a:lnTo>
                <a:lnTo>
                  <a:pt x="0" y="37"/>
                </a:lnTo>
              </a:path>
            </a:pathLst>
          </a:custGeom>
          <a:ln w="12700" cap="rnd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08" name="AutoShape 44">
            <a:extLst>
              <a:ext uri="{FF2B5EF4-FFF2-40B4-BE49-F238E27FC236}">
                <a16:creationId xmlns:a16="http://schemas.microsoft.com/office/drawing/2014/main" id="{570B52A4-078E-754E-29EB-53F0AB786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711325"/>
            <a:ext cx="146050" cy="215900"/>
          </a:xfrm>
          <a:prstGeom prst="upArrow">
            <a:avLst>
              <a:gd name="adj1" fmla="val 50000"/>
              <a:gd name="adj2" fmla="val 73906"/>
            </a:avLst>
          </a:prstGeom>
          <a:solidFill>
            <a:srgbClr val="66FF33"/>
          </a:solidFill>
          <a:ln w="12700">
            <a:solidFill>
              <a:srgbClr val="67676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92DA206-FB1A-8C25-3D24-BEB703065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" y="1963738"/>
            <a:ext cx="3908425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MOVE 1 TO StrPtr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STRING DayStr   DELIMITED BY SPACES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","      DELIMITED BY SIZE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INTO DateStr WITH POINTER StrPtr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END-STRING.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STRING MonthStr DELIMITED BY SPACES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       ","      DELIMITED BY SIZE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       INTO DateStr WITH POINTER StrPtr</a:t>
            </a:r>
            <a:br>
              <a:rPr lang="en-US" altLang="en-US" sz="1200" b="1">
                <a:latin typeface="Courier New" panose="02070309020205020404" pitchFamily="49" charset="0"/>
              </a:rPr>
            </a:br>
            <a:r>
              <a:rPr lang="en-US" altLang="en-US" sz="1200" b="1">
                <a:latin typeface="Courier New" panose="02070309020205020404" pitchFamily="49" charset="0"/>
              </a:rPr>
              <a:t>END-STRING.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STRING YearStr  DELIMITED BY SIZE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INTO DateStr WITH POINTER StrPtr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END-STRING.</a:t>
            </a:r>
          </a:p>
        </p:txBody>
      </p:sp>
      <p:grpSp>
        <p:nvGrpSpPr>
          <p:cNvPr id="12300" name="Group 12">
            <a:extLst>
              <a:ext uri="{FF2B5EF4-FFF2-40B4-BE49-F238E27FC236}">
                <a16:creationId xmlns:a16="http://schemas.microsoft.com/office/drawing/2014/main" id="{74196930-BC56-6CDB-DD68-18256E409CB3}"/>
              </a:ext>
            </a:extLst>
          </p:cNvPr>
          <p:cNvGrpSpPr>
            <a:grpSpLocks/>
          </p:cNvGrpSpPr>
          <p:nvPr/>
        </p:nvGrpSpPr>
        <p:grpSpPr bwMode="auto">
          <a:xfrm>
            <a:off x="2178050" y="676275"/>
            <a:ext cx="2427288" cy="241300"/>
            <a:chOff x="1372" y="426"/>
            <a:chExt cx="1529" cy="152"/>
          </a:xfrm>
        </p:grpSpPr>
        <p:sp>
          <p:nvSpPr>
            <p:cNvPr id="12291" name="Rectangle 3">
              <a:extLst>
                <a:ext uri="{FF2B5EF4-FFF2-40B4-BE49-F238E27FC236}">
                  <a16:creationId xmlns:a16="http://schemas.microsoft.com/office/drawing/2014/main" id="{54C53B28-7B91-5584-C02F-DD9C189A0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2" y="431"/>
              <a:ext cx="1529" cy="141"/>
            </a:xfrm>
            <a:prstGeom prst="rect">
              <a:avLst/>
            </a:prstGeom>
            <a:noFill/>
            <a:ln w="25400">
              <a:solidFill>
                <a:srgbClr val="676767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92" name="Line 4">
              <a:extLst>
                <a:ext uri="{FF2B5EF4-FFF2-40B4-BE49-F238E27FC236}">
                  <a16:creationId xmlns:a16="http://schemas.microsoft.com/office/drawing/2014/main" id="{367A2A67-3DD1-1605-711D-68F29CD69F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1" y="426"/>
              <a:ext cx="0" cy="152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3" name="Line 5">
              <a:extLst>
                <a:ext uri="{FF2B5EF4-FFF2-40B4-BE49-F238E27FC236}">
                  <a16:creationId xmlns:a16="http://schemas.microsoft.com/office/drawing/2014/main" id="{17C63B99-2327-C4F8-C5AF-1E77C35204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8" y="426"/>
              <a:ext cx="0" cy="152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4" name="Line 6">
              <a:extLst>
                <a:ext uri="{FF2B5EF4-FFF2-40B4-BE49-F238E27FC236}">
                  <a16:creationId xmlns:a16="http://schemas.microsoft.com/office/drawing/2014/main" id="{7AD3E74D-E322-5A77-3F33-FE6C14CD48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1" y="426"/>
              <a:ext cx="0" cy="152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5" name="Line 7">
              <a:extLst>
                <a:ext uri="{FF2B5EF4-FFF2-40B4-BE49-F238E27FC236}">
                  <a16:creationId xmlns:a16="http://schemas.microsoft.com/office/drawing/2014/main" id="{029FA1D1-9AA0-D0BA-170F-B02C4B9991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8" y="426"/>
              <a:ext cx="0" cy="152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6" name="Line 8">
              <a:extLst>
                <a:ext uri="{FF2B5EF4-FFF2-40B4-BE49-F238E27FC236}">
                  <a16:creationId xmlns:a16="http://schemas.microsoft.com/office/drawing/2014/main" id="{AE4B489D-8ABA-DABD-758C-4DF138BA1B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0" y="426"/>
              <a:ext cx="0" cy="152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7" name="Line 9">
              <a:extLst>
                <a:ext uri="{FF2B5EF4-FFF2-40B4-BE49-F238E27FC236}">
                  <a16:creationId xmlns:a16="http://schemas.microsoft.com/office/drawing/2014/main" id="{54F324A2-F2B9-476F-7F24-3554AD2C0B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2" y="426"/>
              <a:ext cx="0" cy="152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8" name="Line 10">
              <a:extLst>
                <a:ext uri="{FF2B5EF4-FFF2-40B4-BE49-F238E27FC236}">
                  <a16:creationId xmlns:a16="http://schemas.microsoft.com/office/drawing/2014/main" id="{09A92BC2-E67F-BA41-70FC-43C858E234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9" y="426"/>
              <a:ext cx="0" cy="152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9" name="Line 11">
              <a:extLst>
                <a:ext uri="{FF2B5EF4-FFF2-40B4-BE49-F238E27FC236}">
                  <a16:creationId xmlns:a16="http://schemas.microsoft.com/office/drawing/2014/main" id="{8926AE43-0C7C-4064-85BE-E2040926CB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2" y="426"/>
              <a:ext cx="0" cy="152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303" name="Group 15">
            <a:extLst>
              <a:ext uri="{FF2B5EF4-FFF2-40B4-BE49-F238E27FC236}">
                <a16:creationId xmlns:a16="http://schemas.microsoft.com/office/drawing/2014/main" id="{72B16F91-7358-DDD6-6255-330BCE4036C3}"/>
              </a:ext>
            </a:extLst>
          </p:cNvPr>
          <p:cNvGrpSpPr>
            <a:grpSpLocks/>
          </p:cNvGrpSpPr>
          <p:nvPr/>
        </p:nvGrpSpPr>
        <p:grpSpPr bwMode="auto">
          <a:xfrm>
            <a:off x="2178050" y="366713"/>
            <a:ext cx="520700" cy="241300"/>
            <a:chOff x="1372" y="231"/>
            <a:chExt cx="328" cy="152"/>
          </a:xfrm>
        </p:grpSpPr>
        <p:sp>
          <p:nvSpPr>
            <p:cNvPr id="12301" name="Rectangle 13">
              <a:extLst>
                <a:ext uri="{FF2B5EF4-FFF2-40B4-BE49-F238E27FC236}">
                  <a16:creationId xmlns:a16="http://schemas.microsoft.com/office/drawing/2014/main" id="{2DB52217-4CFF-ECEB-58E6-F1E52F690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2" y="231"/>
              <a:ext cx="328" cy="151"/>
            </a:xfrm>
            <a:prstGeom prst="rect">
              <a:avLst/>
            </a:prstGeom>
            <a:noFill/>
            <a:ln w="25400">
              <a:solidFill>
                <a:srgbClr val="676767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2" name="Line 14">
              <a:extLst>
                <a:ext uri="{FF2B5EF4-FFF2-40B4-BE49-F238E27FC236}">
                  <a16:creationId xmlns:a16="http://schemas.microsoft.com/office/drawing/2014/main" id="{98C08B1D-CC06-8A99-1E23-9BB3E4BB73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1" y="23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308" name="Group 20">
            <a:extLst>
              <a:ext uri="{FF2B5EF4-FFF2-40B4-BE49-F238E27FC236}">
                <a16:creationId xmlns:a16="http://schemas.microsoft.com/office/drawing/2014/main" id="{2C9E4701-26C1-0791-75CB-A380CF81D2DC}"/>
              </a:ext>
            </a:extLst>
          </p:cNvPr>
          <p:cNvGrpSpPr>
            <a:grpSpLocks/>
          </p:cNvGrpSpPr>
          <p:nvPr/>
        </p:nvGrpSpPr>
        <p:grpSpPr bwMode="auto">
          <a:xfrm>
            <a:off x="2178050" y="965200"/>
            <a:ext cx="1092200" cy="241300"/>
            <a:chOff x="1372" y="608"/>
            <a:chExt cx="688" cy="152"/>
          </a:xfrm>
        </p:grpSpPr>
        <p:sp>
          <p:nvSpPr>
            <p:cNvPr id="12304" name="Rectangle 16">
              <a:extLst>
                <a:ext uri="{FF2B5EF4-FFF2-40B4-BE49-F238E27FC236}">
                  <a16:creationId xmlns:a16="http://schemas.microsoft.com/office/drawing/2014/main" id="{51497A58-75FD-3136-243E-9DE901F3A8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2" y="611"/>
              <a:ext cx="688" cy="144"/>
            </a:xfrm>
            <a:prstGeom prst="rect">
              <a:avLst/>
            </a:prstGeom>
            <a:noFill/>
            <a:ln w="25400">
              <a:solidFill>
                <a:srgbClr val="676767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5" name="Line 17">
              <a:extLst>
                <a:ext uri="{FF2B5EF4-FFF2-40B4-BE49-F238E27FC236}">
                  <a16:creationId xmlns:a16="http://schemas.microsoft.com/office/drawing/2014/main" id="{ABC43BDC-BC1F-A1B3-680C-F88D82DDAE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1" y="608"/>
              <a:ext cx="0" cy="152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6" name="Line 18">
              <a:extLst>
                <a:ext uri="{FF2B5EF4-FFF2-40B4-BE49-F238E27FC236}">
                  <a16:creationId xmlns:a16="http://schemas.microsoft.com/office/drawing/2014/main" id="{E92ACDD6-D255-824D-6E89-4A72C9D1D4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8" y="608"/>
              <a:ext cx="0" cy="152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7" name="Line 19">
              <a:extLst>
                <a:ext uri="{FF2B5EF4-FFF2-40B4-BE49-F238E27FC236}">
                  <a16:creationId xmlns:a16="http://schemas.microsoft.com/office/drawing/2014/main" id="{443A45BB-2363-BC7A-386E-81139F621C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1" y="608"/>
              <a:ext cx="0" cy="152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324" name="Group 36">
            <a:extLst>
              <a:ext uri="{FF2B5EF4-FFF2-40B4-BE49-F238E27FC236}">
                <a16:creationId xmlns:a16="http://schemas.microsoft.com/office/drawing/2014/main" id="{EB1C5975-88E2-2D07-AA9C-56BA05B76034}"/>
              </a:ext>
            </a:extLst>
          </p:cNvPr>
          <p:cNvGrpSpPr>
            <a:grpSpLocks/>
          </p:cNvGrpSpPr>
          <p:nvPr/>
        </p:nvGrpSpPr>
        <p:grpSpPr bwMode="auto">
          <a:xfrm>
            <a:off x="407988" y="1463675"/>
            <a:ext cx="3730625" cy="239713"/>
            <a:chOff x="257" y="922"/>
            <a:chExt cx="2350" cy="151"/>
          </a:xfrm>
        </p:grpSpPr>
        <p:sp>
          <p:nvSpPr>
            <p:cNvPr id="12309" name="Rectangle 21">
              <a:extLst>
                <a:ext uri="{FF2B5EF4-FFF2-40B4-BE49-F238E27FC236}">
                  <a16:creationId xmlns:a16="http://schemas.microsoft.com/office/drawing/2014/main" id="{F2919B7D-CE06-6147-B26E-B59AB9932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" y="927"/>
              <a:ext cx="2350" cy="140"/>
            </a:xfrm>
            <a:prstGeom prst="rect">
              <a:avLst/>
            </a:prstGeom>
            <a:noFill/>
            <a:ln w="25400">
              <a:solidFill>
                <a:srgbClr val="676767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0" name="Line 22">
              <a:extLst>
                <a:ext uri="{FF2B5EF4-FFF2-40B4-BE49-F238E27FC236}">
                  <a16:creationId xmlns:a16="http://schemas.microsoft.com/office/drawing/2014/main" id="{A7854617-EB18-DD79-ABC0-A0E001B778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1" name="Line 23">
              <a:extLst>
                <a:ext uri="{FF2B5EF4-FFF2-40B4-BE49-F238E27FC236}">
                  <a16:creationId xmlns:a16="http://schemas.microsoft.com/office/drawing/2014/main" id="{E0AFFE32-0624-C489-3B9B-E294A35FA9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1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2" name="Line 24">
              <a:extLst>
                <a:ext uri="{FF2B5EF4-FFF2-40B4-BE49-F238E27FC236}">
                  <a16:creationId xmlns:a16="http://schemas.microsoft.com/office/drawing/2014/main" id="{6C700E7D-5A16-75BC-279C-2BC5B55DD0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1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3" name="Line 25">
              <a:extLst>
                <a:ext uri="{FF2B5EF4-FFF2-40B4-BE49-F238E27FC236}">
                  <a16:creationId xmlns:a16="http://schemas.microsoft.com/office/drawing/2014/main" id="{0067A4EC-F25F-DB63-9930-7C7936DA0B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7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4" name="Line 26">
              <a:extLst>
                <a:ext uri="{FF2B5EF4-FFF2-40B4-BE49-F238E27FC236}">
                  <a16:creationId xmlns:a16="http://schemas.microsoft.com/office/drawing/2014/main" id="{1A9A994F-D31B-8D4B-3910-0F235DF37D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9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5" name="Line 27">
              <a:extLst>
                <a:ext uri="{FF2B5EF4-FFF2-40B4-BE49-F238E27FC236}">
                  <a16:creationId xmlns:a16="http://schemas.microsoft.com/office/drawing/2014/main" id="{52818B35-A997-F82F-A8C5-410B59754E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0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6" name="Line 28">
              <a:extLst>
                <a:ext uri="{FF2B5EF4-FFF2-40B4-BE49-F238E27FC236}">
                  <a16:creationId xmlns:a16="http://schemas.microsoft.com/office/drawing/2014/main" id="{304D201F-53F6-E70A-4294-56102E7C3D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6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7" name="Line 29">
              <a:extLst>
                <a:ext uri="{FF2B5EF4-FFF2-40B4-BE49-F238E27FC236}">
                  <a16:creationId xmlns:a16="http://schemas.microsoft.com/office/drawing/2014/main" id="{C8EA80F2-4D77-19ED-281C-8115AFB1E0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7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8" name="Line 30">
              <a:extLst>
                <a:ext uri="{FF2B5EF4-FFF2-40B4-BE49-F238E27FC236}">
                  <a16:creationId xmlns:a16="http://schemas.microsoft.com/office/drawing/2014/main" id="{649ABC4C-210C-868A-A7A0-E794C920AA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8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9" name="Line 31">
              <a:extLst>
                <a:ext uri="{FF2B5EF4-FFF2-40B4-BE49-F238E27FC236}">
                  <a16:creationId xmlns:a16="http://schemas.microsoft.com/office/drawing/2014/main" id="{059E79F3-E365-454F-A75D-C7F72E60C6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4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0" name="Line 32">
              <a:extLst>
                <a:ext uri="{FF2B5EF4-FFF2-40B4-BE49-F238E27FC236}">
                  <a16:creationId xmlns:a16="http://schemas.microsoft.com/office/drawing/2014/main" id="{54AC549E-7378-823F-5608-5BDFC2D5F8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5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1" name="Line 33">
              <a:extLst>
                <a:ext uri="{FF2B5EF4-FFF2-40B4-BE49-F238E27FC236}">
                  <a16:creationId xmlns:a16="http://schemas.microsoft.com/office/drawing/2014/main" id="{6BF497EE-A97D-45A0-347F-27A766B6EC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1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2" name="Line 34">
              <a:extLst>
                <a:ext uri="{FF2B5EF4-FFF2-40B4-BE49-F238E27FC236}">
                  <a16:creationId xmlns:a16="http://schemas.microsoft.com/office/drawing/2014/main" id="{0C4088E7-2887-DE96-B2C1-778CA81C5C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2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3" name="Line 35">
              <a:extLst>
                <a:ext uri="{FF2B5EF4-FFF2-40B4-BE49-F238E27FC236}">
                  <a16:creationId xmlns:a16="http://schemas.microsoft.com/office/drawing/2014/main" id="{7FA2CE7C-0BC9-86ED-CF9B-845C518E30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3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325" name="Rectangle 37">
            <a:extLst>
              <a:ext uri="{FF2B5EF4-FFF2-40B4-BE49-F238E27FC236}">
                <a16:creationId xmlns:a16="http://schemas.microsoft.com/office/drawing/2014/main" id="{F9270084-0C07-E038-13B6-0F674C800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389063"/>
            <a:ext cx="3792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6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5 , J U N</a:t>
            </a:r>
            <a:r>
              <a:rPr lang="en-US" altLang="en-US" sz="18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  <a:r>
              <a:rPr lang="en-US" altLang="en-US" sz="16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E</a:t>
            </a:r>
            <a:r>
              <a:rPr lang="en-US" altLang="en-US" sz="18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  <a:r>
              <a:rPr lang="en-US" altLang="en-US" sz="16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,</a:t>
            </a:r>
            <a:r>
              <a:rPr lang="en-US" altLang="en-US" sz="18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  <a:r>
              <a:rPr lang="en-US" altLang="en-US" sz="16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- -</a:t>
            </a:r>
            <a:r>
              <a:rPr lang="en-US" altLang="en-US" sz="18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  <a:r>
              <a:rPr lang="en-US" altLang="en-US" sz="16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- -</a:t>
            </a:r>
            <a:r>
              <a:rPr lang="en-US" altLang="en-US" sz="18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  <a:r>
              <a:rPr lang="en-US" altLang="en-US" sz="16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- - - -</a:t>
            </a:r>
          </a:p>
        </p:txBody>
      </p:sp>
      <p:sp>
        <p:nvSpPr>
          <p:cNvPr id="12326" name="Rectangle 38">
            <a:extLst>
              <a:ext uri="{FF2B5EF4-FFF2-40B4-BE49-F238E27FC236}">
                <a16:creationId xmlns:a16="http://schemas.microsoft.com/office/drawing/2014/main" id="{8A34918E-E821-5108-1CC3-5985D3C9B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" y="25400"/>
            <a:ext cx="3568700" cy="146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StrPtr    PIC 99.   </a:t>
            </a:r>
          </a:p>
          <a:p>
            <a:pPr>
              <a:lnSpc>
                <a:spcPct val="16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DayStr    PIC XX.   </a:t>
            </a:r>
            <a:r>
              <a:rPr lang="en-US" altLang="en-US" sz="12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5</a:t>
            </a:r>
            <a:r>
              <a:rPr lang="en-US" altLang="en-US" sz="12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</a:p>
          <a:p>
            <a:pPr>
              <a:lnSpc>
                <a:spcPct val="16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MonthStr  PIC X(9). </a:t>
            </a:r>
            <a:r>
              <a:rPr lang="en-US" altLang="en-US" sz="12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J  U  N  E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6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YearStr   PIC X(4). </a:t>
            </a:r>
            <a:r>
              <a:rPr lang="en-US" altLang="en-US" sz="12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1  9  9  8</a:t>
            </a:r>
            <a:endParaRPr lang="en-US" altLang="en-US" sz="1200" b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anose="02070309020205020404" pitchFamily="49" charset="0"/>
            </a:endParaRPr>
          </a:p>
          <a:p>
            <a:pPr>
              <a:lnSpc>
                <a:spcPct val="16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DateStr   PIC X(15) VALUE ALL "-".</a:t>
            </a:r>
          </a:p>
        </p:txBody>
      </p:sp>
      <p:grpSp>
        <p:nvGrpSpPr>
          <p:cNvPr id="12329" name="Group 41">
            <a:extLst>
              <a:ext uri="{FF2B5EF4-FFF2-40B4-BE49-F238E27FC236}">
                <a16:creationId xmlns:a16="http://schemas.microsoft.com/office/drawing/2014/main" id="{1D4552BF-6EC6-8E02-9D88-EB09198858E0}"/>
              </a:ext>
            </a:extLst>
          </p:cNvPr>
          <p:cNvGrpSpPr>
            <a:grpSpLocks/>
          </p:cNvGrpSpPr>
          <p:nvPr/>
        </p:nvGrpSpPr>
        <p:grpSpPr bwMode="auto">
          <a:xfrm>
            <a:off x="2178050" y="61913"/>
            <a:ext cx="520700" cy="241300"/>
            <a:chOff x="1372" y="39"/>
            <a:chExt cx="328" cy="152"/>
          </a:xfrm>
        </p:grpSpPr>
        <p:sp>
          <p:nvSpPr>
            <p:cNvPr id="12327" name="Rectangle 39">
              <a:extLst>
                <a:ext uri="{FF2B5EF4-FFF2-40B4-BE49-F238E27FC236}">
                  <a16:creationId xmlns:a16="http://schemas.microsoft.com/office/drawing/2014/main" id="{6EFD82FE-1CE4-95D4-D12B-03BD1CF85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2" y="39"/>
              <a:ext cx="328" cy="151"/>
            </a:xfrm>
            <a:prstGeom prst="rect">
              <a:avLst/>
            </a:prstGeom>
            <a:noFill/>
            <a:ln w="25400">
              <a:solidFill>
                <a:srgbClr val="676767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8" name="Line 40">
              <a:extLst>
                <a:ext uri="{FF2B5EF4-FFF2-40B4-BE49-F238E27FC236}">
                  <a16:creationId xmlns:a16="http://schemas.microsoft.com/office/drawing/2014/main" id="{E432F319-07C2-0204-529F-22D80E676E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1" y="40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330" name="Rectangle 42">
            <a:extLst>
              <a:ext uri="{FF2B5EF4-FFF2-40B4-BE49-F238E27FC236}">
                <a16:creationId xmlns:a16="http://schemas.microsoft.com/office/drawing/2014/main" id="{374A4504-599E-124C-CAE5-C24F66AE4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7900" y="92075"/>
            <a:ext cx="3651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2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0  8</a:t>
            </a:r>
          </a:p>
        </p:txBody>
      </p:sp>
      <p:sp useBgFill="1">
        <p:nvSpPr>
          <p:cNvPr id="12331" name="Freeform 43">
            <a:extLst>
              <a:ext uri="{FF2B5EF4-FFF2-40B4-BE49-F238E27FC236}">
                <a16:creationId xmlns:a16="http://schemas.microsoft.com/office/drawing/2014/main" id="{30E77DA8-BD76-C768-186C-6320DA6B8B2F}"/>
              </a:ext>
            </a:extLst>
          </p:cNvPr>
          <p:cNvSpPr>
            <a:spLocks/>
          </p:cNvSpPr>
          <p:nvPr/>
        </p:nvSpPr>
        <p:spPr bwMode="auto">
          <a:xfrm>
            <a:off x="14288" y="1704975"/>
            <a:ext cx="4740275" cy="652463"/>
          </a:xfrm>
          <a:custGeom>
            <a:avLst/>
            <a:gdLst>
              <a:gd name="T0" fmla="*/ 95 w 2986"/>
              <a:gd name="T1" fmla="*/ 28 h 411"/>
              <a:gd name="T2" fmla="*/ 191 w 2986"/>
              <a:gd name="T3" fmla="*/ 14 h 411"/>
              <a:gd name="T4" fmla="*/ 278 w 2986"/>
              <a:gd name="T5" fmla="*/ 57 h 411"/>
              <a:gd name="T6" fmla="*/ 365 w 2986"/>
              <a:gd name="T7" fmla="*/ 61 h 411"/>
              <a:gd name="T8" fmla="*/ 466 w 2986"/>
              <a:gd name="T9" fmla="*/ 61 h 411"/>
              <a:gd name="T10" fmla="*/ 557 w 2986"/>
              <a:gd name="T11" fmla="*/ 85 h 411"/>
              <a:gd name="T12" fmla="*/ 658 w 2986"/>
              <a:gd name="T13" fmla="*/ 85 h 411"/>
              <a:gd name="T14" fmla="*/ 772 w 2986"/>
              <a:gd name="T15" fmla="*/ 81 h 411"/>
              <a:gd name="T16" fmla="*/ 864 w 2986"/>
              <a:gd name="T17" fmla="*/ 90 h 411"/>
              <a:gd name="T18" fmla="*/ 969 w 2986"/>
              <a:gd name="T19" fmla="*/ 85 h 411"/>
              <a:gd name="T20" fmla="*/ 1069 w 2986"/>
              <a:gd name="T21" fmla="*/ 100 h 411"/>
              <a:gd name="T22" fmla="*/ 1179 w 2986"/>
              <a:gd name="T23" fmla="*/ 109 h 411"/>
              <a:gd name="T24" fmla="*/ 1330 w 2986"/>
              <a:gd name="T25" fmla="*/ 109 h 411"/>
              <a:gd name="T26" fmla="*/ 1504 w 2986"/>
              <a:gd name="T27" fmla="*/ 71 h 411"/>
              <a:gd name="T28" fmla="*/ 1581 w 2986"/>
              <a:gd name="T29" fmla="*/ 100 h 411"/>
              <a:gd name="T30" fmla="*/ 1668 w 2986"/>
              <a:gd name="T31" fmla="*/ 114 h 411"/>
              <a:gd name="T32" fmla="*/ 1759 w 2986"/>
              <a:gd name="T33" fmla="*/ 104 h 411"/>
              <a:gd name="T34" fmla="*/ 1846 w 2986"/>
              <a:gd name="T35" fmla="*/ 114 h 411"/>
              <a:gd name="T36" fmla="*/ 1942 w 2986"/>
              <a:gd name="T37" fmla="*/ 114 h 411"/>
              <a:gd name="T38" fmla="*/ 2038 w 2986"/>
              <a:gd name="T39" fmla="*/ 100 h 411"/>
              <a:gd name="T40" fmla="*/ 2166 w 2986"/>
              <a:gd name="T41" fmla="*/ 95 h 411"/>
              <a:gd name="T42" fmla="*/ 2262 w 2986"/>
              <a:gd name="T43" fmla="*/ 52 h 411"/>
              <a:gd name="T44" fmla="*/ 2368 w 2986"/>
              <a:gd name="T45" fmla="*/ 76 h 411"/>
              <a:gd name="T46" fmla="*/ 2459 w 2986"/>
              <a:gd name="T47" fmla="*/ 66 h 411"/>
              <a:gd name="T48" fmla="*/ 2550 w 2986"/>
              <a:gd name="T49" fmla="*/ 76 h 411"/>
              <a:gd name="T50" fmla="*/ 2660 w 2986"/>
              <a:gd name="T51" fmla="*/ 61 h 411"/>
              <a:gd name="T52" fmla="*/ 2756 w 2986"/>
              <a:gd name="T53" fmla="*/ 33 h 411"/>
              <a:gd name="T54" fmla="*/ 2884 w 2986"/>
              <a:gd name="T55" fmla="*/ 23 h 411"/>
              <a:gd name="T56" fmla="*/ 2985 w 2986"/>
              <a:gd name="T57" fmla="*/ 5 h 411"/>
              <a:gd name="T58" fmla="*/ 2902 w 2986"/>
              <a:gd name="T59" fmla="*/ 333 h 411"/>
              <a:gd name="T60" fmla="*/ 2820 w 2986"/>
              <a:gd name="T61" fmla="*/ 333 h 411"/>
              <a:gd name="T62" fmla="*/ 2747 w 2986"/>
              <a:gd name="T63" fmla="*/ 262 h 411"/>
              <a:gd name="T64" fmla="*/ 2696 w 2986"/>
              <a:gd name="T65" fmla="*/ 195 h 411"/>
              <a:gd name="T66" fmla="*/ 2623 w 2986"/>
              <a:gd name="T67" fmla="*/ 143 h 411"/>
              <a:gd name="T68" fmla="*/ 2536 w 2986"/>
              <a:gd name="T69" fmla="*/ 128 h 411"/>
              <a:gd name="T70" fmla="*/ 2463 w 2986"/>
              <a:gd name="T71" fmla="*/ 123 h 411"/>
              <a:gd name="T72" fmla="*/ 2417 w 2986"/>
              <a:gd name="T73" fmla="*/ 247 h 411"/>
              <a:gd name="T74" fmla="*/ 2226 w 2986"/>
              <a:gd name="T75" fmla="*/ 128 h 411"/>
              <a:gd name="T76" fmla="*/ 2143 w 2986"/>
              <a:gd name="T77" fmla="*/ 147 h 411"/>
              <a:gd name="T78" fmla="*/ 2061 w 2986"/>
              <a:gd name="T79" fmla="*/ 143 h 411"/>
              <a:gd name="T80" fmla="*/ 1970 w 2986"/>
              <a:gd name="T81" fmla="*/ 157 h 411"/>
              <a:gd name="T82" fmla="*/ 1878 w 2986"/>
              <a:gd name="T83" fmla="*/ 147 h 411"/>
              <a:gd name="T84" fmla="*/ 1796 w 2986"/>
              <a:gd name="T85" fmla="*/ 157 h 411"/>
              <a:gd name="T86" fmla="*/ 1700 w 2986"/>
              <a:gd name="T87" fmla="*/ 152 h 411"/>
              <a:gd name="T88" fmla="*/ 1595 w 2986"/>
              <a:gd name="T89" fmla="*/ 162 h 411"/>
              <a:gd name="T90" fmla="*/ 1513 w 2986"/>
              <a:gd name="T91" fmla="*/ 157 h 411"/>
              <a:gd name="T92" fmla="*/ 1439 w 2986"/>
              <a:gd name="T93" fmla="*/ 152 h 411"/>
              <a:gd name="T94" fmla="*/ 1353 w 2986"/>
              <a:gd name="T95" fmla="*/ 166 h 411"/>
              <a:gd name="T96" fmla="*/ 1266 w 2986"/>
              <a:gd name="T97" fmla="*/ 152 h 411"/>
              <a:gd name="T98" fmla="*/ 1170 w 2986"/>
              <a:gd name="T99" fmla="*/ 157 h 411"/>
              <a:gd name="T100" fmla="*/ 1083 w 2986"/>
              <a:gd name="T101" fmla="*/ 152 h 411"/>
              <a:gd name="T102" fmla="*/ 996 w 2986"/>
              <a:gd name="T103" fmla="*/ 138 h 411"/>
              <a:gd name="T104" fmla="*/ 909 w 2986"/>
              <a:gd name="T105" fmla="*/ 104 h 411"/>
              <a:gd name="T106" fmla="*/ 827 w 2986"/>
              <a:gd name="T107" fmla="*/ 128 h 411"/>
              <a:gd name="T108" fmla="*/ 735 w 2986"/>
              <a:gd name="T109" fmla="*/ 104 h 411"/>
              <a:gd name="T110" fmla="*/ 653 w 2986"/>
              <a:gd name="T111" fmla="*/ 128 h 411"/>
              <a:gd name="T112" fmla="*/ 567 w 2986"/>
              <a:gd name="T113" fmla="*/ 123 h 411"/>
              <a:gd name="T114" fmla="*/ 479 w 2986"/>
              <a:gd name="T115" fmla="*/ 138 h 411"/>
              <a:gd name="T116" fmla="*/ 397 w 2986"/>
              <a:gd name="T117" fmla="*/ 128 h 411"/>
              <a:gd name="T118" fmla="*/ 306 w 2986"/>
              <a:gd name="T119" fmla="*/ 152 h 411"/>
              <a:gd name="T120" fmla="*/ 224 w 2986"/>
              <a:gd name="T121" fmla="*/ 143 h 411"/>
              <a:gd name="T122" fmla="*/ 132 w 2986"/>
              <a:gd name="T123" fmla="*/ 143 h 411"/>
              <a:gd name="T124" fmla="*/ 50 w 2986"/>
              <a:gd name="T125" fmla="*/ 162 h 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986" h="411">
                <a:moveTo>
                  <a:pt x="0" y="37"/>
                </a:moveTo>
                <a:lnTo>
                  <a:pt x="27" y="28"/>
                </a:lnTo>
                <a:lnTo>
                  <a:pt x="50" y="33"/>
                </a:lnTo>
                <a:lnTo>
                  <a:pt x="64" y="33"/>
                </a:lnTo>
                <a:lnTo>
                  <a:pt x="82" y="33"/>
                </a:lnTo>
                <a:lnTo>
                  <a:pt x="95" y="28"/>
                </a:lnTo>
                <a:lnTo>
                  <a:pt x="109" y="23"/>
                </a:lnTo>
                <a:lnTo>
                  <a:pt x="128" y="23"/>
                </a:lnTo>
                <a:lnTo>
                  <a:pt x="146" y="14"/>
                </a:lnTo>
                <a:lnTo>
                  <a:pt x="159" y="14"/>
                </a:lnTo>
                <a:lnTo>
                  <a:pt x="173" y="14"/>
                </a:lnTo>
                <a:lnTo>
                  <a:pt x="191" y="14"/>
                </a:lnTo>
                <a:lnTo>
                  <a:pt x="205" y="14"/>
                </a:lnTo>
                <a:lnTo>
                  <a:pt x="219" y="23"/>
                </a:lnTo>
                <a:lnTo>
                  <a:pt x="237" y="28"/>
                </a:lnTo>
                <a:lnTo>
                  <a:pt x="247" y="42"/>
                </a:lnTo>
                <a:lnTo>
                  <a:pt x="265" y="47"/>
                </a:lnTo>
                <a:lnTo>
                  <a:pt x="278" y="57"/>
                </a:lnTo>
                <a:lnTo>
                  <a:pt x="292" y="61"/>
                </a:lnTo>
                <a:lnTo>
                  <a:pt x="310" y="61"/>
                </a:lnTo>
                <a:lnTo>
                  <a:pt x="324" y="61"/>
                </a:lnTo>
                <a:lnTo>
                  <a:pt x="338" y="61"/>
                </a:lnTo>
                <a:lnTo>
                  <a:pt x="351" y="61"/>
                </a:lnTo>
                <a:lnTo>
                  <a:pt x="365" y="61"/>
                </a:lnTo>
                <a:lnTo>
                  <a:pt x="379" y="61"/>
                </a:lnTo>
                <a:lnTo>
                  <a:pt x="393" y="57"/>
                </a:lnTo>
                <a:lnTo>
                  <a:pt x="407" y="57"/>
                </a:lnTo>
                <a:lnTo>
                  <a:pt x="429" y="57"/>
                </a:lnTo>
                <a:lnTo>
                  <a:pt x="448" y="61"/>
                </a:lnTo>
                <a:lnTo>
                  <a:pt x="466" y="61"/>
                </a:lnTo>
                <a:lnTo>
                  <a:pt x="484" y="66"/>
                </a:lnTo>
                <a:lnTo>
                  <a:pt x="498" y="71"/>
                </a:lnTo>
                <a:lnTo>
                  <a:pt x="511" y="76"/>
                </a:lnTo>
                <a:lnTo>
                  <a:pt x="525" y="81"/>
                </a:lnTo>
                <a:lnTo>
                  <a:pt x="539" y="81"/>
                </a:lnTo>
                <a:lnTo>
                  <a:pt x="557" y="85"/>
                </a:lnTo>
                <a:lnTo>
                  <a:pt x="571" y="85"/>
                </a:lnTo>
                <a:lnTo>
                  <a:pt x="594" y="85"/>
                </a:lnTo>
                <a:lnTo>
                  <a:pt x="612" y="85"/>
                </a:lnTo>
                <a:lnTo>
                  <a:pt x="630" y="85"/>
                </a:lnTo>
                <a:lnTo>
                  <a:pt x="644" y="85"/>
                </a:lnTo>
                <a:lnTo>
                  <a:pt x="658" y="85"/>
                </a:lnTo>
                <a:lnTo>
                  <a:pt x="681" y="85"/>
                </a:lnTo>
                <a:lnTo>
                  <a:pt x="704" y="81"/>
                </a:lnTo>
                <a:lnTo>
                  <a:pt x="722" y="81"/>
                </a:lnTo>
                <a:lnTo>
                  <a:pt x="740" y="81"/>
                </a:lnTo>
                <a:lnTo>
                  <a:pt x="758" y="81"/>
                </a:lnTo>
                <a:lnTo>
                  <a:pt x="772" y="81"/>
                </a:lnTo>
                <a:lnTo>
                  <a:pt x="786" y="81"/>
                </a:lnTo>
                <a:lnTo>
                  <a:pt x="799" y="81"/>
                </a:lnTo>
                <a:lnTo>
                  <a:pt x="813" y="85"/>
                </a:lnTo>
                <a:lnTo>
                  <a:pt x="827" y="85"/>
                </a:lnTo>
                <a:lnTo>
                  <a:pt x="850" y="90"/>
                </a:lnTo>
                <a:lnTo>
                  <a:pt x="864" y="90"/>
                </a:lnTo>
                <a:lnTo>
                  <a:pt x="882" y="85"/>
                </a:lnTo>
                <a:lnTo>
                  <a:pt x="905" y="85"/>
                </a:lnTo>
                <a:lnTo>
                  <a:pt x="923" y="85"/>
                </a:lnTo>
                <a:lnTo>
                  <a:pt x="941" y="85"/>
                </a:lnTo>
                <a:lnTo>
                  <a:pt x="955" y="85"/>
                </a:lnTo>
                <a:lnTo>
                  <a:pt x="969" y="85"/>
                </a:lnTo>
                <a:lnTo>
                  <a:pt x="982" y="85"/>
                </a:lnTo>
                <a:lnTo>
                  <a:pt x="996" y="85"/>
                </a:lnTo>
                <a:lnTo>
                  <a:pt x="1014" y="90"/>
                </a:lnTo>
                <a:lnTo>
                  <a:pt x="1033" y="90"/>
                </a:lnTo>
                <a:lnTo>
                  <a:pt x="1051" y="95"/>
                </a:lnTo>
                <a:lnTo>
                  <a:pt x="1069" y="100"/>
                </a:lnTo>
                <a:lnTo>
                  <a:pt x="1088" y="100"/>
                </a:lnTo>
                <a:lnTo>
                  <a:pt x="1101" y="100"/>
                </a:lnTo>
                <a:lnTo>
                  <a:pt x="1124" y="104"/>
                </a:lnTo>
                <a:lnTo>
                  <a:pt x="1151" y="109"/>
                </a:lnTo>
                <a:lnTo>
                  <a:pt x="1165" y="109"/>
                </a:lnTo>
                <a:lnTo>
                  <a:pt x="1179" y="109"/>
                </a:lnTo>
                <a:lnTo>
                  <a:pt x="1197" y="109"/>
                </a:lnTo>
                <a:lnTo>
                  <a:pt x="1211" y="109"/>
                </a:lnTo>
                <a:lnTo>
                  <a:pt x="1225" y="109"/>
                </a:lnTo>
                <a:lnTo>
                  <a:pt x="1238" y="109"/>
                </a:lnTo>
                <a:lnTo>
                  <a:pt x="1284" y="109"/>
                </a:lnTo>
                <a:lnTo>
                  <a:pt x="1330" y="109"/>
                </a:lnTo>
                <a:lnTo>
                  <a:pt x="1375" y="109"/>
                </a:lnTo>
                <a:lnTo>
                  <a:pt x="1394" y="109"/>
                </a:lnTo>
                <a:lnTo>
                  <a:pt x="1412" y="109"/>
                </a:lnTo>
                <a:lnTo>
                  <a:pt x="1430" y="109"/>
                </a:lnTo>
                <a:lnTo>
                  <a:pt x="1444" y="104"/>
                </a:lnTo>
                <a:lnTo>
                  <a:pt x="1504" y="71"/>
                </a:lnTo>
                <a:lnTo>
                  <a:pt x="1513" y="85"/>
                </a:lnTo>
                <a:lnTo>
                  <a:pt x="1522" y="104"/>
                </a:lnTo>
                <a:lnTo>
                  <a:pt x="1540" y="109"/>
                </a:lnTo>
                <a:lnTo>
                  <a:pt x="1554" y="104"/>
                </a:lnTo>
                <a:lnTo>
                  <a:pt x="1568" y="104"/>
                </a:lnTo>
                <a:lnTo>
                  <a:pt x="1581" y="100"/>
                </a:lnTo>
                <a:lnTo>
                  <a:pt x="1595" y="104"/>
                </a:lnTo>
                <a:lnTo>
                  <a:pt x="1613" y="109"/>
                </a:lnTo>
                <a:lnTo>
                  <a:pt x="1627" y="109"/>
                </a:lnTo>
                <a:lnTo>
                  <a:pt x="1640" y="114"/>
                </a:lnTo>
                <a:lnTo>
                  <a:pt x="1654" y="114"/>
                </a:lnTo>
                <a:lnTo>
                  <a:pt x="1668" y="114"/>
                </a:lnTo>
                <a:lnTo>
                  <a:pt x="1682" y="114"/>
                </a:lnTo>
                <a:lnTo>
                  <a:pt x="1695" y="114"/>
                </a:lnTo>
                <a:lnTo>
                  <a:pt x="1709" y="109"/>
                </a:lnTo>
                <a:lnTo>
                  <a:pt x="1723" y="109"/>
                </a:lnTo>
                <a:lnTo>
                  <a:pt x="1741" y="109"/>
                </a:lnTo>
                <a:lnTo>
                  <a:pt x="1759" y="104"/>
                </a:lnTo>
                <a:lnTo>
                  <a:pt x="1773" y="100"/>
                </a:lnTo>
                <a:lnTo>
                  <a:pt x="1787" y="100"/>
                </a:lnTo>
                <a:lnTo>
                  <a:pt x="1805" y="100"/>
                </a:lnTo>
                <a:lnTo>
                  <a:pt x="1819" y="95"/>
                </a:lnTo>
                <a:lnTo>
                  <a:pt x="1833" y="100"/>
                </a:lnTo>
                <a:lnTo>
                  <a:pt x="1846" y="114"/>
                </a:lnTo>
                <a:lnTo>
                  <a:pt x="1860" y="119"/>
                </a:lnTo>
                <a:lnTo>
                  <a:pt x="1878" y="119"/>
                </a:lnTo>
                <a:lnTo>
                  <a:pt x="1892" y="119"/>
                </a:lnTo>
                <a:lnTo>
                  <a:pt x="1906" y="119"/>
                </a:lnTo>
                <a:lnTo>
                  <a:pt x="1924" y="119"/>
                </a:lnTo>
                <a:lnTo>
                  <a:pt x="1942" y="114"/>
                </a:lnTo>
                <a:lnTo>
                  <a:pt x="1960" y="109"/>
                </a:lnTo>
                <a:lnTo>
                  <a:pt x="1979" y="109"/>
                </a:lnTo>
                <a:lnTo>
                  <a:pt x="1993" y="104"/>
                </a:lnTo>
                <a:lnTo>
                  <a:pt x="2011" y="104"/>
                </a:lnTo>
                <a:lnTo>
                  <a:pt x="2025" y="100"/>
                </a:lnTo>
                <a:lnTo>
                  <a:pt x="2038" y="100"/>
                </a:lnTo>
                <a:lnTo>
                  <a:pt x="2052" y="100"/>
                </a:lnTo>
                <a:lnTo>
                  <a:pt x="2107" y="100"/>
                </a:lnTo>
                <a:lnTo>
                  <a:pt x="2120" y="100"/>
                </a:lnTo>
                <a:lnTo>
                  <a:pt x="2139" y="100"/>
                </a:lnTo>
                <a:lnTo>
                  <a:pt x="2153" y="100"/>
                </a:lnTo>
                <a:lnTo>
                  <a:pt x="2166" y="95"/>
                </a:lnTo>
                <a:lnTo>
                  <a:pt x="2185" y="85"/>
                </a:lnTo>
                <a:lnTo>
                  <a:pt x="2208" y="81"/>
                </a:lnTo>
                <a:lnTo>
                  <a:pt x="2221" y="76"/>
                </a:lnTo>
                <a:lnTo>
                  <a:pt x="2235" y="66"/>
                </a:lnTo>
                <a:lnTo>
                  <a:pt x="2249" y="61"/>
                </a:lnTo>
                <a:lnTo>
                  <a:pt x="2262" y="52"/>
                </a:lnTo>
                <a:lnTo>
                  <a:pt x="2276" y="52"/>
                </a:lnTo>
                <a:lnTo>
                  <a:pt x="2290" y="57"/>
                </a:lnTo>
                <a:lnTo>
                  <a:pt x="2313" y="61"/>
                </a:lnTo>
                <a:lnTo>
                  <a:pt x="2326" y="61"/>
                </a:lnTo>
                <a:lnTo>
                  <a:pt x="2349" y="71"/>
                </a:lnTo>
                <a:lnTo>
                  <a:pt x="2368" y="76"/>
                </a:lnTo>
                <a:lnTo>
                  <a:pt x="2381" y="76"/>
                </a:lnTo>
                <a:lnTo>
                  <a:pt x="2395" y="76"/>
                </a:lnTo>
                <a:lnTo>
                  <a:pt x="2409" y="71"/>
                </a:lnTo>
                <a:lnTo>
                  <a:pt x="2427" y="71"/>
                </a:lnTo>
                <a:lnTo>
                  <a:pt x="2440" y="66"/>
                </a:lnTo>
                <a:lnTo>
                  <a:pt x="2459" y="66"/>
                </a:lnTo>
                <a:lnTo>
                  <a:pt x="2482" y="66"/>
                </a:lnTo>
                <a:lnTo>
                  <a:pt x="2495" y="66"/>
                </a:lnTo>
                <a:lnTo>
                  <a:pt x="2509" y="71"/>
                </a:lnTo>
                <a:lnTo>
                  <a:pt x="2523" y="71"/>
                </a:lnTo>
                <a:lnTo>
                  <a:pt x="2536" y="76"/>
                </a:lnTo>
                <a:lnTo>
                  <a:pt x="2550" y="76"/>
                </a:lnTo>
                <a:lnTo>
                  <a:pt x="2569" y="76"/>
                </a:lnTo>
                <a:lnTo>
                  <a:pt x="2591" y="71"/>
                </a:lnTo>
                <a:lnTo>
                  <a:pt x="2614" y="71"/>
                </a:lnTo>
                <a:lnTo>
                  <a:pt x="2628" y="71"/>
                </a:lnTo>
                <a:lnTo>
                  <a:pt x="2646" y="66"/>
                </a:lnTo>
                <a:lnTo>
                  <a:pt x="2660" y="61"/>
                </a:lnTo>
                <a:lnTo>
                  <a:pt x="2674" y="52"/>
                </a:lnTo>
                <a:lnTo>
                  <a:pt x="2688" y="47"/>
                </a:lnTo>
                <a:lnTo>
                  <a:pt x="2706" y="42"/>
                </a:lnTo>
                <a:lnTo>
                  <a:pt x="2724" y="42"/>
                </a:lnTo>
                <a:lnTo>
                  <a:pt x="2742" y="38"/>
                </a:lnTo>
                <a:lnTo>
                  <a:pt x="2756" y="33"/>
                </a:lnTo>
                <a:lnTo>
                  <a:pt x="2774" y="28"/>
                </a:lnTo>
                <a:lnTo>
                  <a:pt x="2788" y="23"/>
                </a:lnTo>
                <a:lnTo>
                  <a:pt x="2801" y="19"/>
                </a:lnTo>
                <a:lnTo>
                  <a:pt x="2852" y="0"/>
                </a:lnTo>
                <a:lnTo>
                  <a:pt x="2875" y="9"/>
                </a:lnTo>
                <a:lnTo>
                  <a:pt x="2884" y="23"/>
                </a:lnTo>
                <a:lnTo>
                  <a:pt x="2897" y="28"/>
                </a:lnTo>
                <a:lnTo>
                  <a:pt x="2912" y="28"/>
                </a:lnTo>
                <a:lnTo>
                  <a:pt x="2934" y="23"/>
                </a:lnTo>
                <a:lnTo>
                  <a:pt x="2948" y="19"/>
                </a:lnTo>
                <a:lnTo>
                  <a:pt x="2961" y="9"/>
                </a:lnTo>
                <a:lnTo>
                  <a:pt x="2985" y="5"/>
                </a:lnTo>
                <a:lnTo>
                  <a:pt x="2985" y="410"/>
                </a:lnTo>
                <a:lnTo>
                  <a:pt x="2934" y="386"/>
                </a:lnTo>
                <a:lnTo>
                  <a:pt x="2925" y="371"/>
                </a:lnTo>
                <a:lnTo>
                  <a:pt x="2920" y="357"/>
                </a:lnTo>
                <a:lnTo>
                  <a:pt x="2916" y="343"/>
                </a:lnTo>
                <a:lnTo>
                  <a:pt x="2902" y="333"/>
                </a:lnTo>
                <a:lnTo>
                  <a:pt x="2889" y="333"/>
                </a:lnTo>
                <a:lnTo>
                  <a:pt x="2875" y="348"/>
                </a:lnTo>
                <a:lnTo>
                  <a:pt x="2861" y="333"/>
                </a:lnTo>
                <a:lnTo>
                  <a:pt x="2848" y="338"/>
                </a:lnTo>
                <a:lnTo>
                  <a:pt x="2829" y="348"/>
                </a:lnTo>
                <a:lnTo>
                  <a:pt x="2820" y="333"/>
                </a:lnTo>
                <a:lnTo>
                  <a:pt x="2806" y="328"/>
                </a:lnTo>
                <a:lnTo>
                  <a:pt x="2793" y="319"/>
                </a:lnTo>
                <a:lnTo>
                  <a:pt x="2783" y="305"/>
                </a:lnTo>
                <a:lnTo>
                  <a:pt x="2770" y="290"/>
                </a:lnTo>
                <a:lnTo>
                  <a:pt x="2756" y="276"/>
                </a:lnTo>
                <a:lnTo>
                  <a:pt x="2747" y="262"/>
                </a:lnTo>
                <a:lnTo>
                  <a:pt x="2733" y="271"/>
                </a:lnTo>
                <a:lnTo>
                  <a:pt x="2719" y="262"/>
                </a:lnTo>
                <a:lnTo>
                  <a:pt x="2719" y="247"/>
                </a:lnTo>
                <a:lnTo>
                  <a:pt x="2710" y="228"/>
                </a:lnTo>
                <a:lnTo>
                  <a:pt x="2701" y="209"/>
                </a:lnTo>
                <a:lnTo>
                  <a:pt x="2696" y="195"/>
                </a:lnTo>
                <a:lnTo>
                  <a:pt x="2683" y="185"/>
                </a:lnTo>
                <a:lnTo>
                  <a:pt x="2665" y="195"/>
                </a:lnTo>
                <a:lnTo>
                  <a:pt x="2655" y="176"/>
                </a:lnTo>
                <a:lnTo>
                  <a:pt x="2646" y="162"/>
                </a:lnTo>
                <a:lnTo>
                  <a:pt x="2633" y="157"/>
                </a:lnTo>
                <a:lnTo>
                  <a:pt x="2623" y="143"/>
                </a:lnTo>
                <a:lnTo>
                  <a:pt x="2610" y="143"/>
                </a:lnTo>
                <a:lnTo>
                  <a:pt x="2596" y="143"/>
                </a:lnTo>
                <a:lnTo>
                  <a:pt x="2582" y="138"/>
                </a:lnTo>
                <a:lnTo>
                  <a:pt x="2564" y="128"/>
                </a:lnTo>
                <a:lnTo>
                  <a:pt x="2550" y="128"/>
                </a:lnTo>
                <a:lnTo>
                  <a:pt x="2536" y="128"/>
                </a:lnTo>
                <a:lnTo>
                  <a:pt x="2518" y="123"/>
                </a:lnTo>
                <a:lnTo>
                  <a:pt x="2505" y="119"/>
                </a:lnTo>
                <a:lnTo>
                  <a:pt x="2495" y="104"/>
                </a:lnTo>
                <a:lnTo>
                  <a:pt x="2482" y="104"/>
                </a:lnTo>
                <a:lnTo>
                  <a:pt x="2468" y="109"/>
                </a:lnTo>
                <a:lnTo>
                  <a:pt x="2463" y="123"/>
                </a:lnTo>
                <a:lnTo>
                  <a:pt x="2450" y="138"/>
                </a:lnTo>
                <a:lnTo>
                  <a:pt x="2436" y="143"/>
                </a:lnTo>
                <a:lnTo>
                  <a:pt x="2463" y="276"/>
                </a:lnTo>
                <a:lnTo>
                  <a:pt x="2445" y="271"/>
                </a:lnTo>
                <a:lnTo>
                  <a:pt x="2431" y="262"/>
                </a:lnTo>
                <a:lnTo>
                  <a:pt x="2417" y="247"/>
                </a:lnTo>
                <a:lnTo>
                  <a:pt x="2290" y="157"/>
                </a:lnTo>
                <a:lnTo>
                  <a:pt x="2276" y="147"/>
                </a:lnTo>
                <a:lnTo>
                  <a:pt x="2262" y="138"/>
                </a:lnTo>
                <a:lnTo>
                  <a:pt x="2253" y="123"/>
                </a:lnTo>
                <a:lnTo>
                  <a:pt x="2239" y="119"/>
                </a:lnTo>
                <a:lnTo>
                  <a:pt x="2226" y="128"/>
                </a:lnTo>
                <a:lnTo>
                  <a:pt x="2216" y="143"/>
                </a:lnTo>
                <a:lnTo>
                  <a:pt x="2198" y="157"/>
                </a:lnTo>
                <a:lnTo>
                  <a:pt x="2185" y="162"/>
                </a:lnTo>
                <a:lnTo>
                  <a:pt x="2171" y="162"/>
                </a:lnTo>
                <a:lnTo>
                  <a:pt x="2157" y="152"/>
                </a:lnTo>
                <a:lnTo>
                  <a:pt x="2143" y="147"/>
                </a:lnTo>
                <a:lnTo>
                  <a:pt x="2130" y="157"/>
                </a:lnTo>
                <a:lnTo>
                  <a:pt x="2116" y="143"/>
                </a:lnTo>
                <a:lnTo>
                  <a:pt x="2102" y="147"/>
                </a:lnTo>
                <a:lnTo>
                  <a:pt x="2089" y="157"/>
                </a:lnTo>
                <a:lnTo>
                  <a:pt x="2075" y="147"/>
                </a:lnTo>
                <a:lnTo>
                  <a:pt x="2061" y="143"/>
                </a:lnTo>
                <a:lnTo>
                  <a:pt x="2048" y="143"/>
                </a:lnTo>
                <a:lnTo>
                  <a:pt x="2034" y="147"/>
                </a:lnTo>
                <a:lnTo>
                  <a:pt x="2020" y="147"/>
                </a:lnTo>
                <a:lnTo>
                  <a:pt x="2006" y="143"/>
                </a:lnTo>
                <a:lnTo>
                  <a:pt x="1988" y="147"/>
                </a:lnTo>
                <a:lnTo>
                  <a:pt x="1970" y="157"/>
                </a:lnTo>
                <a:lnTo>
                  <a:pt x="1956" y="157"/>
                </a:lnTo>
                <a:lnTo>
                  <a:pt x="1937" y="162"/>
                </a:lnTo>
                <a:lnTo>
                  <a:pt x="1924" y="162"/>
                </a:lnTo>
                <a:lnTo>
                  <a:pt x="1906" y="152"/>
                </a:lnTo>
                <a:lnTo>
                  <a:pt x="1892" y="147"/>
                </a:lnTo>
                <a:lnTo>
                  <a:pt x="1878" y="147"/>
                </a:lnTo>
                <a:lnTo>
                  <a:pt x="1865" y="157"/>
                </a:lnTo>
                <a:lnTo>
                  <a:pt x="1846" y="171"/>
                </a:lnTo>
                <a:lnTo>
                  <a:pt x="1833" y="181"/>
                </a:lnTo>
                <a:lnTo>
                  <a:pt x="1823" y="166"/>
                </a:lnTo>
                <a:lnTo>
                  <a:pt x="1810" y="157"/>
                </a:lnTo>
                <a:lnTo>
                  <a:pt x="1796" y="157"/>
                </a:lnTo>
                <a:lnTo>
                  <a:pt x="1782" y="162"/>
                </a:lnTo>
                <a:lnTo>
                  <a:pt x="1769" y="166"/>
                </a:lnTo>
                <a:lnTo>
                  <a:pt x="1750" y="166"/>
                </a:lnTo>
                <a:lnTo>
                  <a:pt x="1732" y="162"/>
                </a:lnTo>
                <a:lnTo>
                  <a:pt x="1714" y="157"/>
                </a:lnTo>
                <a:lnTo>
                  <a:pt x="1700" y="152"/>
                </a:lnTo>
                <a:lnTo>
                  <a:pt x="1677" y="157"/>
                </a:lnTo>
                <a:lnTo>
                  <a:pt x="1663" y="162"/>
                </a:lnTo>
                <a:lnTo>
                  <a:pt x="1645" y="166"/>
                </a:lnTo>
                <a:lnTo>
                  <a:pt x="1622" y="176"/>
                </a:lnTo>
                <a:lnTo>
                  <a:pt x="1609" y="171"/>
                </a:lnTo>
                <a:lnTo>
                  <a:pt x="1595" y="162"/>
                </a:lnTo>
                <a:lnTo>
                  <a:pt x="1581" y="152"/>
                </a:lnTo>
                <a:lnTo>
                  <a:pt x="1568" y="157"/>
                </a:lnTo>
                <a:lnTo>
                  <a:pt x="1554" y="157"/>
                </a:lnTo>
                <a:lnTo>
                  <a:pt x="1540" y="157"/>
                </a:lnTo>
                <a:lnTo>
                  <a:pt x="1527" y="157"/>
                </a:lnTo>
                <a:lnTo>
                  <a:pt x="1513" y="157"/>
                </a:lnTo>
                <a:lnTo>
                  <a:pt x="1499" y="157"/>
                </a:lnTo>
                <a:lnTo>
                  <a:pt x="1416" y="276"/>
                </a:lnTo>
                <a:lnTo>
                  <a:pt x="1480" y="147"/>
                </a:lnTo>
                <a:lnTo>
                  <a:pt x="1467" y="147"/>
                </a:lnTo>
                <a:lnTo>
                  <a:pt x="1453" y="147"/>
                </a:lnTo>
                <a:lnTo>
                  <a:pt x="1439" y="152"/>
                </a:lnTo>
                <a:lnTo>
                  <a:pt x="1421" y="152"/>
                </a:lnTo>
                <a:lnTo>
                  <a:pt x="1408" y="152"/>
                </a:lnTo>
                <a:lnTo>
                  <a:pt x="1394" y="157"/>
                </a:lnTo>
                <a:lnTo>
                  <a:pt x="1380" y="166"/>
                </a:lnTo>
                <a:lnTo>
                  <a:pt x="1367" y="166"/>
                </a:lnTo>
                <a:lnTo>
                  <a:pt x="1353" y="166"/>
                </a:lnTo>
                <a:lnTo>
                  <a:pt x="1339" y="166"/>
                </a:lnTo>
                <a:lnTo>
                  <a:pt x="1325" y="166"/>
                </a:lnTo>
                <a:lnTo>
                  <a:pt x="1311" y="157"/>
                </a:lnTo>
                <a:lnTo>
                  <a:pt x="1293" y="152"/>
                </a:lnTo>
                <a:lnTo>
                  <a:pt x="1279" y="152"/>
                </a:lnTo>
                <a:lnTo>
                  <a:pt x="1266" y="152"/>
                </a:lnTo>
                <a:lnTo>
                  <a:pt x="1248" y="157"/>
                </a:lnTo>
                <a:lnTo>
                  <a:pt x="1234" y="157"/>
                </a:lnTo>
                <a:lnTo>
                  <a:pt x="1215" y="157"/>
                </a:lnTo>
                <a:lnTo>
                  <a:pt x="1202" y="162"/>
                </a:lnTo>
                <a:lnTo>
                  <a:pt x="1184" y="162"/>
                </a:lnTo>
                <a:lnTo>
                  <a:pt x="1170" y="157"/>
                </a:lnTo>
                <a:lnTo>
                  <a:pt x="1156" y="157"/>
                </a:lnTo>
                <a:lnTo>
                  <a:pt x="1138" y="152"/>
                </a:lnTo>
                <a:lnTo>
                  <a:pt x="1124" y="147"/>
                </a:lnTo>
                <a:lnTo>
                  <a:pt x="1110" y="147"/>
                </a:lnTo>
                <a:lnTo>
                  <a:pt x="1096" y="147"/>
                </a:lnTo>
                <a:lnTo>
                  <a:pt x="1083" y="152"/>
                </a:lnTo>
                <a:lnTo>
                  <a:pt x="1069" y="157"/>
                </a:lnTo>
                <a:lnTo>
                  <a:pt x="1055" y="157"/>
                </a:lnTo>
                <a:lnTo>
                  <a:pt x="1037" y="157"/>
                </a:lnTo>
                <a:lnTo>
                  <a:pt x="1024" y="157"/>
                </a:lnTo>
                <a:lnTo>
                  <a:pt x="1010" y="147"/>
                </a:lnTo>
                <a:lnTo>
                  <a:pt x="996" y="138"/>
                </a:lnTo>
                <a:lnTo>
                  <a:pt x="982" y="128"/>
                </a:lnTo>
                <a:lnTo>
                  <a:pt x="964" y="123"/>
                </a:lnTo>
                <a:lnTo>
                  <a:pt x="950" y="123"/>
                </a:lnTo>
                <a:lnTo>
                  <a:pt x="936" y="119"/>
                </a:lnTo>
                <a:lnTo>
                  <a:pt x="923" y="109"/>
                </a:lnTo>
                <a:lnTo>
                  <a:pt x="909" y="104"/>
                </a:lnTo>
                <a:lnTo>
                  <a:pt x="895" y="104"/>
                </a:lnTo>
                <a:lnTo>
                  <a:pt x="882" y="104"/>
                </a:lnTo>
                <a:lnTo>
                  <a:pt x="868" y="109"/>
                </a:lnTo>
                <a:lnTo>
                  <a:pt x="854" y="119"/>
                </a:lnTo>
                <a:lnTo>
                  <a:pt x="841" y="119"/>
                </a:lnTo>
                <a:lnTo>
                  <a:pt x="827" y="128"/>
                </a:lnTo>
                <a:lnTo>
                  <a:pt x="813" y="128"/>
                </a:lnTo>
                <a:lnTo>
                  <a:pt x="799" y="119"/>
                </a:lnTo>
                <a:lnTo>
                  <a:pt x="781" y="114"/>
                </a:lnTo>
                <a:lnTo>
                  <a:pt x="768" y="114"/>
                </a:lnTo>
                <a:lnTo>
                  <a:pt x="749" y="104"/>
                </a:lnTo>
                <a:lnTo>
                  <a:pt x="735" y="104"/>
                </a:lnTo>
                <a:lnTo>
                  <a:pt x="722" y="109"/>
                </a:lnTo>
                <a:lnTo>
                  <a:pt x="708" y="114"/>
                </a:lnTo>
                <a:lnTo>
                  <a:pt x="694" y="119"/>
                </a:lnTo>
                <a:lnTo>
                  <a:pt x="681" y="123"/>
                </a:lnTo>
                <a:lnTo>
                  <a:pt x="667" y="128"/>
                </a:lnTo>
                <a:lnTo>
                  <a:pt x="653" y="128"/>
                </a:lnTo>
                <a:lnTo>
                  <a:pt x="639" y="128"/>
                </a:lnTo>
                <a:lnTo>
                  <a:pt x="626" y="128"/>
                </a:lnTo>
                <a:lnTo>
                  <a:pt x="608" y="128"/>
                </a:lnTo>
                <a:lnTo>
                  <a:pt x="594" y="128"/>
                </a:lnTo>
                <a:lnTo>
                  <a:pt x="580" y="123"/>
                </a:lnTo>
                <a:lnTo>
                  <a:pt x="567" y="123"/>
                </a:lnTo>
                <a:lnTo>
                  <a:pt x="553" y="123"/>
                </a:lnTo>
                <a:lnTo>
                  <a:pt x="534" y="123"/>
                </a:lnTo>
                <a:lnTo>
                  <a:pt x="521" y="123"/>
                </a:lnTo>
                <a:lnTo>
                  <a:pt x="507" y="123"/>
                </a:lnTo>
                <a:lnTo>
                  <a:pt x="493" y="133"/>
                </a:lnTo>
                <a:lnTo>
                  <a:pt x="479" y="138"/>
                </a:lnTo>
                <a:lnTo>
                  <a:pt x="466" y="143"/>
                </a:lnTo>
                <a:lnTo>
                  <a:pt x="452" y="143"/>
                </a:lnTo>
                <a:lnTo>
                  <a:pt x="438" y="143"/>
                </a:lnTo>
                <a:lnTo>
                  <a:pt x="425" y="133"/>
                </a:lnTo>
                <a:lnTo>
                  <a:pt x="411" y="128"/>
                </a:lnTo>
                <a:lnTo>
                  <a:pt x="397" y="128"/>
                </a:lnTo>
                <a:lnTo>
                  <a:pt x="384" y="128"/>
                </a:lnTo>
                <a:lnTo>
                  <a:pt x="361" y="123"/>
                </a:lnTo>
                <a:lnTo>
                  <a:pt x="347" y="123"/>
                </a:lnTo>
                <a:lnTo>
                  <a:pt x="333" y="133"/>
                </a:lnTo>
                <a:lnTo>
                  <a:pt x="319" y="143"/>
                </a:lnTo>
                <a:lnTo>
                  <a:pt x="306" y="152"/>
                </a:lnTo>
                <a:lnTo>
                  <a:pt x="292" y="157"/>
                </a:lnTo>
                <a:lnTo>
                  <a:pt x="278" y="157"/>
                </a:lnTo>
                <a:lnTo>
                  <a:pt x="265" y="152"/>
                </a:lnTo>
                <a:lnTo>
                  <a:pt x="251" y="147"/>
                </a:lnTo>
                <a:lnTo>
                  <a:pt x="237" y="147"/>
                </a:lnTo>
                <a:lnTo>
                  <a:pt x="224" y="143"/>
                </a:lnTo>
                <a:lnTo>
                  <a:pt x="210" y="143"/>
                </a:lnTo>
                <a:lnTo>
                  <a:pt x="196" y="143"/>
                </a:lnTo>
                <a:lnTo>
                  <a:pt x="178" y="143"/>
                </a:lnTo>
                <a:lnTo>
                  <a:pt x="159" y="143"/>
                </a:lnTo>
                <a:lnTo>
                  <a:pt x="146" y="143"/>
                </a:lnTo>
                <a:lnTo>
                  <a:pt x="132" y="143"/>
                </a:lnTo>
                <a:lnTo>
                  <a:pt x="118" y="147"/>
                </a:lnTo>
                <a:lnTo>
                  <a:pt x="105" y="147"/>
                </a:lnTo>
                <a:lnTo>
                  <a:pt x="91" y="147"/>
                </a:lnTo>
                <a:lnTo>
                  <a:pt x="77" y="152"/>
                </a:lnTo>
                <a:lnTo>
                  <a:pt x="64" y="157"/>
                </a:lnTo>
                <a:lnTo>
                  <a:pt x="50" y="162"/>
                </a:lnTo>
                <a:lnTo>
                  <a:pt x="31" y="171"/>
                </a:lnTo>
                <a:lnTo>
                  <a:pt x="13" y="176"/>
                </a:lnTo>
                <a:lnTo>
                  <a:pt x="0" y="185"/>
                </a:lnTo>
                <a:lnTo>
                  <a:pt x="0" y="37"/>
                </a:lnTo>
              </a:path>
            </a:pathLst>
          </a:custGeom>
          <a:ln w="12700" cap="rnd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32" name="AutoShape 44">
            <a:extLst>
              <a:ext uri="{FF2B5EF4-FFF2-40B4-BE49-F238E27FC236}">
                <a16:creationId xmlns:a16="http://schemas.microsoft.com/office/drawing/2014/main" id="{E43D0B03-9561-152C-2463-BDC4F4B35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8375" y="1711325"/>
            <a:ext cx="146050" cy="215900"/>
          </a:xfrm>
          <a:prstGeom prst="upArrow">
            <a:avLst>
              <a:gd name="adj1" fmla="val 50000"/>
              <a:gd name="adj2" fmla="val 73906"/>
            </a:avLst>
          </a:prstGeom>
          <a:solidFill>
            <a:srgbClr val="66FF33"/>
          </a:solidFill>
          <a:ln w="12700">
            <a:solidFill>
              <a:srgbClr val="67676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453DEA2-365D-874D-7048-D60425AA1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" y="1963738"/>
            <a:ext cx="3908425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MOVE 1 TO StrPtr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STRING DayStr   DELIMITED BY SPACES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","      DELIMITED BY SIZE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INTO DateStr WITH POINTER StrPtr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END-STRING.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STRING MonthStr DELIMITED BY SPACES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","      DELIMITED BY SIZE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INTO DateStr WITH POINTER StrPtr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END-STRING.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STRING YearStr  DELIMITED BY SIZE</a:t>
            </a:r>
          </a:p>
          <a:p>
            <a:pPr>
              <a:lnSpc>
                <a:spcPct val="80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       INTO DateStr WITH POINTER StrPtr</a:t>
            </a:r>
            <a:br>
              <a:rPr lang="en-US" altLang="en-US" sz="1200" b="1">
                <a:latin typeface="Courier New" panose="02070309020205020404" pitchFamily="49" charset="0"/>
              </a:rPr>
            </a:br>
            <a:r>
              <a:rPr lang="en-US" altLang="en-US" sz="1200" b="1">
                <a:latin typeface="Courier New" panose="02070309020205020404" pitchFamily="49" charset="0"/>
              </a:rPr>
              <a:t>END-STRING.</a:t>
            </a:r>
          </a:p>
        </p:txBody>
      </p:sp>
      <p:grpSp>
        <p:nvGrpSpPr>
          <p:cNvPr id="13324" name="Group 12">
            <a:extLst>
              <a:ext uri="{FF2B5EF4-FFF2-40B4-BE49-F238E27FC236}">
                <a16:creationId xmlns:a16="http://schemas.microsoft.com/office/drawing/2014/main" id="{39537E24-E854-7BA0-8127-7D696E79BBEC}"/>
              </a:ext>
            </a:extLst>
          </p:cNvPr>
          <p:cNvGrpSpPr>
            <a:grpSpLocks/>
          </p:cNvGrpSpPr>
          <p:nvPr/>
        </p:nvGrpSpPr>
        <p:grpSpPr bwMode="auto">
          <a:xfrm>
            <a:off x="2178050" y="676275"/>
            <a:ext cx="2427288" cy="241300"/>
            <a:chOff x="1372" y="426"/>
            <a:chExt cx="1529" cy="152"/>
          </a:xfrm>
        </p:grpSpPr>
        <p:sp>
          <p:nvSpPr>
            <p:cNvPr id="13315" name="Rectangle 3">
              <a:extLst>
                <a:ext uri="{FF2B5EF4-FFF2-40B4-BE49-F238E27FC236}">
                  <a16:creationId xmlns:a16="http://schemas.microsoft.com/office/drawing/2014/main" id="{1F4FEE47-1C3B-CA80-45A5-7E15DB5A8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2" y="431"/>
              <a:ext cx="1529" cy="141"/>
            </a:xfrm>
            <a:prstGeom prst="rect">
              <a:avLst/>
            </a:prstGeom>
            <a:noFill/>
            <a:ln w="25400">
              <a:solidFill>
                <a:srgbClr val="676767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6" name="Line 4">
              <a:extLst>
                <a:ext uri="{FF2B5EF4-FFF2-40B4-BE49-F238E27FC236}">
                  <a16:creationId xmlns:a16="http://schemas.microsoft.com/office/drawing/2014/main" id="{82CF7814-ABE9-2052-A286-E08D572673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1" y="426"/>
              <a:ext cx="0" cy="152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17" name="Line 5">
              <a:extLst>
                <a:ext uri="{FF2B5EF4-FFF2-40B4-BE49-F238E27FC236}">
                  <a16:creationId xmlns:a16="http://schemas.microsoft.com/office/drawing/2014/main" id="{F0608447-9EED-75E2-0079-62DD7E8192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8" y="426"/>
              <a:ext cx="0" cy="152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18" name="Line 6">
              <a:extLst>
                <a:ext uri="{FF2B5EF4-FFF2-40B4-BE49-F238E27FC236}">
                  <a16:creationId xmlns:a16="http://schemas.microsoft.com/office/drawing/2014/main" id="{5F7C8585-ABAD-E657-A99B-B04A3A20CF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1" y="426"/>
              <a:ext cx="0" cy="152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19" name="Line 7">
              <a:extLst>
                <a:ext uri="{FF2B5EF4-FFF2-40B4-BE49-F238E27FC236}">
                  <a16:creationId xmlns:a16="http://schemas.microsoft.com/office/drawing/2014/main" id="{F203696F-78B5-9E5F-B588-37BA4EA17C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8" y="426"/>
              <a:ext cx="0" cy="152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0" name="Line 8">
              <a:extLst>
                <a:ext uri="{FF2B5EF4-FFF2-40B4-BE49-F238E27FC236}">
                  <a16:creationId xmlns:a16="http://schemas.microsoft.com/office/drawing/2014/main" id="{5D12148E-74BC-12A9-45E0-30574E37C5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0" y="426"/>
              <a:ext cx="0" cy="152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1" name="Line 9">
              <a:extLst>
                <a:ext uri="{FF2B5EF4-FFF2-40B4-BE49-F238E27FC236}">
                  <a16:creationId xmlns:a16="http://schemas.microsoft.com/office/drawing/2014/main" id="{4CD49E44-DB0B-AFD5-FD74-37BD4AF989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2" y="426"/>
              <a:ext cx="0" cy="152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2" name="Line 10">
              <a:extLst>
                <a:ext uri="{FF2B5EF4-FFF2-40B4-BE49-F238E27FC236}">
                  <a16:creationId xmlns:a16="http://schemas.microsoft.com/office/drawing/2014/main" id="{F2FB0B0B-7CB9-FC9D-EE7C-61BB6D5DB1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9" y="426"/>
              <a:ext cx="0" cy="152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3" name="Line 11">
              <a:extLst>
                <a:ext uri="{FF2B5EF4-FFF2-40B4-BE49-F238E27FC236}">
                  <a16:creationId xmlns:a16="http://schemas.microsoft.com/office/drawing/2014/main" id="{0F4411F3-C131-B2CF-5BB4-8D75F15D02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2" y="426"/>
              <a:ext cx="0" cy="152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7" name="Group 15">
            <a:extLst>
              <a:ext uri="{FF2B5EF4-FFF2-40B4-BE49-F238E27FC236}">
                <a16:creationId xmlns:a16="http://schemas.microsoft.com/office/drawing/2014/main" id="{F6E6558D-E600-763C-32FD-843C1F8BC9B7}"/>
              </a:ext>
            </a:extLst>
          </p:cNvPr>
          <p:cNvGrpSpPr>
            <a:grpSpLocks/>
          </p:cNvGrpSpPr>
          <p:nvPr/>
        </p:nvGrpSpPr>
        <p:grpSpPr bwMode="auto">
          <a:xfrm>
            <a:off x="2178050" y="366713"/>
            <a:ext cx="520700" cy="241300"/>
            <a:chOff x="1372" y="231"/>
            <a:chExt cx="328" cy="152"/>
          </a:xfrm>
        </p:grpSpPr>
        <p:sp>
          <p:nvSpPr>
            <p:cNvPr id="13325" name="Rectangle 13">
              <a:extLst>
                <a:ext uri="{FF2B5EF4-FFF2-40B4-BE49-F238E27FC236}">
                  <a16:creationId xmlns:a16="http://schemas.microsoft.com/office/drawing/2014/main" id="{772EEF66-2CF6-610D-4122-4893D322D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2" y="231"/>
              <a:ext cx="328" cy="151"/>
            </a:xfrm>
            <a:prstGeom prst="rect">
              <a:avLst/>
            </a:prstGeom>
            <a:noFill/>
            <a:ln w="25400">
              <a:solidFill>
                <a:srgbClr val="676767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6" name="Line 14">
              <a:extLst>
                <a:ext uri="{FF2B5EF4-FFF2-40B4-BE49-F238E27FC236}">
                  <a16:creationId xmlns:a16="http://schemas.microsoft.com/office/drawing/2014/main" id="{FED62E56-D838-6C85-EFBC-C815274D9E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1" y="23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32" name="Group 20">
            <a:extLst>
              <a:ext uri="{FF2B5EF4-FFF2-40B4-BE49-F238E27FC236}">
                <a16:creationId xmlns:a16="http://schemas.microsoft.com/office/drawing/2014/main" id="{322C7C9A-9D3B-BD88-9962-173C6C8C4D2E}"/>
              </a:ext>
            </a:extLst>
          </p:cNvPr>
          <p:cNvGrpSpPr>
            <a:grpSpLocks/>
          </p:cNvGrpSpPr>
          <p:nvPr/>
        </p:nvGrpSpPr>
        <p:grpSpPr bwMode="auto">
          <a:xfrm>
            <a:off x="2178050" y="965200"/>
            <a:ext cx="1092200" cy="241300"/>
            <a:chOff x="1372" y="608"/>
            <a:chExt cx="688" cy="152"/>
          </a:xfrm>
        </p:grpSpPr>
        <p:sp>
          <p:nvSpPr>
            <p:cNvPr id="13328" name="Rectangle 16">
              <a:extLst>
                <a:ext uri="{FF2B5EF4-FFF2-40B4-BE49-F238E27FC236}">
                  <a16:creationId xmlns:a16="http://schemas.microsoft.com/office/drawing/2014/main" id="{33BA5E7B-0DC3-755F-C7A3-41A41C7B5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2" y="611"/>
              <a:ext cx="688" cy="144"/>
            </a:xfrm>
            <a:prstGeom prst="rect">
              <a:avLst/>
            </a:prstGeom>
            <a:noFill/>
            <a:ln w="25400">
              <a:solidFill>
                <a:srgbClr val="676767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9" name="Line 17">
              <a:extLst>
                <a:ext uri="{FF2B5EF4-FFF2-40B4-BE49-F238E27FC236}">
                  <a16:creationId xmlns:a16="http://schemas.microsoft.com/office/drawing/2014/main" id="{4EE50685-2AC5-B194-169E-1148AB4FA0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1" y="608"/>
              <a:ext cx="0" cy="152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0" name="Line 18">
              <a:extLst>
                <a:ext uri="{FF2B5EF4-FFF2-40B4-BE49-F238E27FC236}">
                  <a16:creationId xmlns:a16="http://schemas.microsoft.com/office/drawing/2014/main" id="{550D00F2-50BA-2F07-7EA7-6F6E9DC7DB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8" y="608"/>
              <a:ext cx="0" cy="152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1" name="Line 19">
              <a:extLst>
                <a:ext uri="{FF2B5EF4-FFF2-40B4-BE49-F238E27FC236}">
                  <a16:creationId xmlns:a16="http://schemas.microsoft.com/office/drawing/2014/main" id="{BA3A769A-97C1-269D-B9DA-427EFEAC55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1" y="608"/>
              <a:ext cx="0" cy="152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48" name="Group 36">
            <a:extLst>
              <a:ext uri="{FF2B5EF4-FFF2-40B4-BE49-F238E27FC236}">
                <a16:creationId xmlns:a16="http://schemas.microsoft.com/office/drawing/2014/main" id="{D08539BB-D8B3-54EC-5596-F085427BF056}"/>
              </a:ext>
            </a:extLst>
          </p:cNvPr>
          <p:cNvGrpSpPr>
            <a:grpSpLocks/>
          </p:cNvGrpSpPr>
          <p:nvPr/>
        </p:nvGrpSpPr>
        <p:grpSpPr bwMode="auto">
          <a:xfrm>
            <a:off x="407988" y="1463675"/>
            <a:ext cx="3730625" cy="239713"/>
            <a:chOff x="257" y="922"/>
            <a:chExt cx="2350" cy="151"/>
          </a:xfrm>
        </p:grpSpPr>
        <p:sp>
          <p:nvSpPr>
            <p:cNvPr id="13333" name="Rectangle 21">
              <a:extLst>
                <a:ext uri="{FF2B5EF4-FFF2-40B4-BE49-F238E27FC236}">
                  <a16:creationId xmlns:a16="http://schemas.microsoft.com/office/drawing/2014/main" id="{F8B393F3-2BC9-C1F2-7E08-051539216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" y="927"/>
              <a:ext cx="2350" cy="140"/>
            </a:xfrm>
            <a:prstGeom prst="rect">
              <a:avLst/>
            </a:prstGeom>
            <a:noFill/>
            <a:ln w="25400">
              <a:solidFill>
                <a:srgbClr val="676767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4" name="Line 22">
              <a:extLst>
                <a:ext uri="{FF2B5EF4-FFF2-40B4-BE49-F238E27FC236}">
                  <a16:creationId xmlns:a16="http://schemas.microsoft.com/office/drawing/2014/main" id="{AB5208EE-2BA2-A882-1FC2-FBA44C37E9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5" name="Line 23">
              <a:extLst>
                <a:ext uri="{FF2B5EF4-FFF2-40B4-BE49-F238E27FC236}">
                  <a16:creationId xmlns:a16="http://schemas.microsoft.com/office/drawing/2014/main" id="{4AC50F18-B716-FF68-5766-1E20405A91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1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6" name="Line 24">
              <a:extLst>
                <a:ext uri="{FF2B5EF4-FFF2-40B4-BE49-F238E27FC236}">
                  <a16:creationId xmlns:a16="http://schemas.microsoft.com/office/drawing/2014/main" id="{BC47D6A7-3EF1-083E-A641-5D14B8E308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1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7" name="Line 25">
              <a:extLst>
                <a:ext uri="{FF2B5EF4-FFF2-40B4-BE49-F238E27FC236}">
                  <a16:creationId xmlns:a16="http://schemas.microsoft.com/office/drawing/2014/main" id="{413C66CF-195F-0A95-10AB-D6BC6A1FC0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7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8" name="Line 26">
              <a:extLst>
                <a:ext uri="{FF2B5EF4-FFF2-40B4-BE49-F238E27FC236}">
                  <a16:creationId xmlns:a16="http://schemas.microsoft.com/office/drawing/2014/main" id="{670E8036-6706-432C-8ACB-F9C6186602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9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9" name="Line 27">
              <a:extLst>
                <a:ext uri="{FF2B5EF4-FFF2-40B4-BE49-F238E27FC236}">
                  <a16:creationId xmlns:a16="http://schemas.microsoft.com/office/drawing/2014/main" id="{35794F75-F97D-1BD9-C1DE-F3133287AA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0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0" name="Line 28">
              <a:extLst>
                <a:ext uri="{FF2B5EF4-FFF2-40B4-BE49-F238E27FC236}">
                  <a16:creationId xmlns:a16="http://schemas.microsoft.com/office/drawing/2014/main" id="{2D50A046-8409-261B-58E4-E308F201E1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6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1" name="Line 29">
              <a:extLst>
                <a:ext uri="{FF2B5EF4-FFF2-40B4-BE49-F238E27FC236}">
                  <a16:creationId xmlns:a16="http://schemas.microsoft.com/office/drawing/2014/main" id="{75453A72-9535-2325-6B6A-CC8940B170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7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2" name="Line 30">
              <a:extLst>
                <a:ext uri="{FF2B5EF4-FFF2-40B4-BE49-F238E27FC236}">
                  <a16:creationId xmlns:a16="http://schemas.microsoft.com/office/drawing/2014/main" id="{DECB8CD3-DA38-7C56-40AD-7DC0E3DB7E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8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3" name="Line 31">
              <a:extLst>
                <a:ext uri="{FF2B5EF4-FFF2-40B4-BE49-F238E27FC236}">
                  <a16:creationId xmlns:a16="http://schemas.microsoft.com/office/drawing/2014/main" id="{5EC7E03A-0D1E-0079-1C05-CA47F78308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4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4" name="Line 32">
              <a:extLst>
                <a:ext uri="{FF2B5EF4-FFF2-40B4-BE49-F238E27FC236}">
                  <a16:creationId xmlns:a16="http://schemas.microsoft.com/office/drawing/2014/main" id="{B72A113D-E940-F0C9-F023-711D302729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5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5" name="Line 33">
              <a:extLst>
                <a:ext uri="{FF2B5EF4-FFF2-40B4-BE49-F238E27FC236}">
                  <a16:creationId xmlns:a16="http://schemas.microsoft.com/office/drawing/2014/main" id="{D3535E52-F640-9A29-BE68-9FD8C06D82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1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6" name="Line 34">
              <a:extLst>
                <a:ext uri="{FF2B5EF4-FFF2-40B4-BE49-F238E27FC236}">
                  <a16:creationId xmlns:a16="http://schemas.microsoft.com/office/drawing/2014/main" id="{0064EE78-B03D-C5ED-C334-1548A5B0D1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2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7" name="Line 35">
              <a:extLst>
                <a:ext uri="{FF2B5EF4-FFF2-40B4-BE49-F238E27FC236}">
                  <a16:creationId xmlns:a16="http://schemas.microsoft.com/office/drawing/2014/main" id="{C5F77FAD-2694-DDCD-B2BE-334C1D6FC6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3" y="922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349" name="Rectangle 37">
            <a:extLst>
              <a:ext uri="{FF2B5EF4-FFF2-40B4-BE49-F238E27FC236}">
                <a16:creationId xmlns:a16="http://schemas.microsoft.com/office/drawing/2014/main" id="{C6BF2867-8677-FDDD-BCBA-9E4084C08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389063"/>
            <a:ext cx="3792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5 , J U N</a:t>
            </a:r>
            <a:r>
              <a:rPr lang="en-US" altLang="en-US" sz="1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  <a:r>
              <a:rPr lang="en-US" altLang="en-US" sz="1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E</a:t>
            </a:r>
            <a:r>
              <a:rPr lang="en-US" altLang="en-US" sz="1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  <a:r>
              <a:rPr lang="en-US" altLang="en-US" sz="1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,</a:t>
            </a:r>
            <a:r>
              <a:rPr lang="en-US" altLang="en-US" sz="1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  <a:r>
              <a:rPr lang="en-US" altLang="en-US" sz="1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1 9</a:t>
            </a:r>
            <a:r>
              <a:rPr lang="en-US" altLang="en-US" sz="1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  <a:r>
              <a:rPr lang="en-US" altLang="en-US" sz="1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9 8</a:t>
            </a:r>
            <a:r>
              <a:rPr lang="en-US" altLang="en-US" sz="18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  <a:r>
              <a:rPr lang="en-US" altLang="en-US" sz="16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- - - -</a:t>
            </a:r>
          </a:p>
        </p:txBody>
      </p:sp>
      <p:sp>
        <p:nvSpPr>
          <p:cNvPr id="13350" name="Rectangle 38">
            <a:extLst>
              <a:ext uri="{FF2B5EF4-FFF2-40B4-BE49-F238E27FC236}">
                <a16:creationId xmlns:a16="http://schemas.microsoft.com/office/drawing/2014/main" id="{0CF81A24-CE76-5C7C-6B7A-F6934E951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" y="25400"/>
            <a:ext cx="3568700" cy="146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StrPtr    PIC 99.   </a:t>
            </a:r>
          </a:p>
          <a:p>
            <a:pPr>
              <a:lnSpc>
                <a:spcPct val="16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DayStr    PIC XX.   </a:t>
            </a:r>
            <a:r>
              <a:rPr lang="en-US" altLang="en-US" sz="12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5</a:t>
            </a:r>
            <a:r>
              <a:rPr lang="en-US" altLang="en-US" sz="12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 </a:t>
            </a: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</a:p>
          <a:p>
            <a:pPr>
              <a:lnSpc>
                <a:spcPct val="16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MonthStr  PIC X(9). </a:t>
            </a:r>
            <a:r>
              <a:rPr lang="en-US" altLang="en-US" sz="12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J  U  N  E</a:t>
            </a: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6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YearStr   PIC X(4). </a:t>
            </a:r>
            <a:r>
              <a:rPr lang="en-US" altLang="en-US" sz="12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1  9  9  8</a:t>
            </a:r>
            <a:endParaRPr lang="en-US" altLang="en-US" sz="1200" b="1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anose="02070309020205020404" pitchFamily="49" charset="0"/>
            </a:endParaRPr>
          </a:p>
          <a:p>
            <a:pPr>
              <a:lnSpc>
                <a:spcPct val="160000"/>
              </a:lnSpc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01 DateStr   PIC X(15) VALUE ALL "-".</a:t>
            </a:r>
          </a:p>
        </p:txBody>
      </p:sp>
      <p:grpSp>
        <p:nvGrpSpPr>
          <p:cNvPr id="13353" name="Group 41">
            <a:extLst>
              <a:ext uri="{FF2B5EF4-FFF2-40B4-BE49-F238E27FC236}">
                <a16:creationId xmlns:a16="http://schemas.microsoft.com/office/drawing/2014/main" id="{B528F701-DCF1-CD93-B32C-A268706D1464}"/>
              </a:ext>
            </a:extLst>
          </p:cNvPr>
          <p:cNvGrpSpPr>
            <a:grpSpLocks/>
          </p:cNvGrpSpPr>
          <p:nvPr/>
        </p:nvGrpSpPr>
        <p:grpSpPr bwMode="auto">
          <a:xfrm>
            <a:off x="2178050" y="61913"/>
            <a:ext cx="520700" cy="241300"/>
            <a:chOff x="1372" y="39"/>
            <a:chExt cx="328" cy="152"/>
          </a:xfrm>
        </p:grpSpPr>
        <p:sp>
          <p:nvSpPr>
            <p:cNvPr id="13351" name="Rectangle 39">
              <a:extLst>
                <a:ext uri="{FF2B5EF4-FFF2-40B4-BE49-F238E27FC236}">
                  <a16:creationId xmlns:a16="http://schemas.microsoft.com/office/drawing/2014/main" id="{B60B0751-E4F1-1323-C1C0-EA26E9F396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2" y="39"/>
              <a:ext cx="328" cy="151"/>
            </a:xfrm>
            <a:prstGeom prst="rect">
              <a:avLst/>
            </a:prstGeom>
            <a:noFill/>
            <a:ln w="25400">
              <a:solidFill>
                <a:srgbClr val="676767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2" name="Line 40">
              <a:extLst>
                <a:ext uri="{FF2B5EF4-FFF2-40B4-BE49-F238E27FC236}">
                  <a16:creationId xmlns:a16="http://schemas.microsoft.com/office/drawing/2014/main" id="{85681B5A-63D7-BCFB-4F24-237384F8A5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1" y="40"/>
              <a:ext cx="0" cy="151"/>
            </a:xfrm>
            <a:prstGeom prst="line">
              <a:avLst/>
            </a:prstGeom>
            <a:noFill/>
            <a:ln w="12700">
              <a:solidFill>
                <a:srgbClr val="676767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354" name="Rectangle 42">
            <a:extLst>
              <a:ext uri="{FF2B5EF4-FFF2-40B4-BE49-F238E27FC236}">
                <a16:creationId xmlns:a16="http://schemas.microsoft.com/office/drawing/2014/main" id="{4D36011D-A406-5D30-C76B-5C4D3C45A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7900" y="92075"/>
            <a:ext cx="3651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2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1  2</a:t>
            </a:r>
          </a:p>
        </p:txBody>
      </p:sp>
      <p:sp useBgFill="1">
        <p:nvSpPr>
          <p:cNvPr id="13355" name="Freeform 43">
            <a:extLst>
              <a:ext uri="{FF2B5EF4-FFF2-40B4-BE49-F238E27FC236}">
                <a16:creationId xmlns:a16="http://schemas.microsoft.com/office/drawing/2014/main" id="{1576998B-271D-0804-D27C-B2A4B71CC9C0}"/>
              </a:ext>
            </a:extLst>
          </p:cNvPr>
          <p:cNvSpPr>
            <a:spLocks/>
          </p:cNvSpPr>
          <p:nvPr/>
        </p:nvSpPr>
        <p:spPr bwMode="auto">
          <a:xfrm>
            <a:off x="14288" y="1704975"/>
            <a:ext cx="4740275" cy="652463"/>
          </a:xfrm>
          <a:custGeom>
            <a:avLst/>
            <a:gdLst>
              <a:gd name="T0" fmla="*/ 95 w 2986"/>
              <a:gd name="T1" fmla="*/ 28 h 411"/>
              <a:gd name="T2" fmla="*/ 191 w 2986"/>
              <a:gd name="T3" fmla="*/ 14 h 411"/>
              <a:gd name="T4" fmla="*/ 278 w 2986"/>
              <a:gd name="T5" fmla="*/ 57 h 411"/>
              <a:gd name="T6" fmla="*/ 365 w 2986"/>
              <a:gd name="T7" fmla="*/ 61 h 411"/>
              <a:gd name="T8" fmla="*/ 466 w 2986"/>
              <a:gd name="T9" fmla="*/ 61 h 411"/>
              <a:gd name="T10" fmla="*/ 557 w 2986"/>
              <a:gd name="T11" fmla="*/ 85 h 411"/>
              <a:gd name="T12" fmla="*/ 658 w 2986"/>
              <a:gd name="T13" fmla="*/ 85 h 411"/>
              <a:gd name="T14" fmla="*/ 772 w 2986"/>
              <a:gd name="T15" fmla="*/ 81 h 411"/>
              <a:gd name="T16" fmla="*/ 864 w 2986"/>
              <a:gd name="T17" fmla="*/ 90 h 411"/>
              <a:gd name="T18" fmla="*/ 969 w 2986"/>
              <a:gd name="T19" fmla="*/ 85 h 411"/>
              <a:gd name="T20" fmla="*/ 1069 w 2986"/>
              <a:gd name="T21" fmla="*/ 100 h 411"/>
              <a:gd name="T22" fmla="*/ 1179 w 2986"/>
              <a:gd name="T23" fmla="*/ 109 h 411"/>
              <a:gd name="T24" fmla="*/ 1330 w 2986"/>
              <a:gd name="T25" fmla="*/ 109 h 411"/>
              <a:gd name="T26" fmla="*/ 1504 w 2986"/>
              <a:gd name="T27" fmla="*/ 71 h 411"/>
              <a:gd name="T28" fmla="*/ 1581 w 2986"/>
              <a:gd name="T29" fmla="*/ 100 h 411"/>
              <a:gd name="T30" fmla="*/ 1668 w 2986"/>
              <a:gd name="T31" fmla="*/ 114 h 411"/>
              <a:gd name="T32" fmla="*/ 1759 w 2986"/>
              <a:gd name="T33" fmla="*/ 104 h 411"/>
              <a:gd name="T34" fmla="*/ 1846 w 2986"/>
              <a:gd name="T35" fmla="*/ 114 h 411"/>
              <a:gd name="T36" fmla="*/ 1942 w 2986"/>
              <a:gd name="T37" fmla="*/ 114 h 411"/>
              <a:gd name="T38" fmla="*/ 2038 w 2986"/>
              <a:gd name="T39" fmla="*/ 100 h 411"/>
              <a:gd name="T40" fmla="*/ 2166 w 2986"/>
              <a:gd name="T41" fmla="*/ 95 h 411"/>
              <a:gd name="T42" fmla="*/ 2262 w 2986"/>
              <a:gd name="T43" fmla="*/ 52 h 411"/>
              <a:gd name="T44" fmla="*/ 2368 w 2986"/>
              <a:gd name="T45" fmla="*/ 76 h 411"/>
              <a:gd name="T46" fmla="*/ 2459 w 2986"/>
              <a:gd name="T47" fmla="*/ 66 h 411"/>
              <a:gd name="T48" fmla="*/ 2550 w 2986"/>
              <a:gd name="T49" fmla="*/ 76 h 411"/>
              <a:gd name="T50" fmla="*/ 2660 w 2986"/>
              <a:gd name="T51" fmla="*/ 61 h 411"/>
              <a:gd name="T52" fmla="*/ 2756 w 2986"/>
              <a:gd name="T53" fmla="*/ 33 h 411"/>
              <a:gd name="T54" fmla="*/ 2884 w 2986"/>
              <a:gd name="T55" fmla="*/ 23 h 411"/>
              <a:gd name="T56" fmla="*/ 2985 w 2986"/>
              <a:gd name="T57" fmla="*/ 5 h 411"/>
              <a:gd name="T58" fmla="*/ 2902 w 2986"/>
              <a:gd name="T59" fmla="*/ 333 h 411"/>
              <a:gd name="T60" fmla="*/ 2820 w 2986"/>
              <a:gd name="T61" fmla="*/ 333 h 411"/>
              <a:gd name="T62" fmla="*/ 2747 w 2986"/>
              <a:gd name="T63" fmla="*/ 262 h 411"/>
              <a:gd name="T64" fmla="*/ 2696 w 2986"/>
              <a:gd name="T65" fmla="*/ 195 h 411"/>
              <a:gd name="T66" fmla="*/ 2623 w 2986"/>
              <a:gd name="T67" fmla="*/ 143 h 411"/>
              <a:gd name="T68" fmla="*/ 2536 w 2986"/>
              <a:gd name="T69" fmla="*/ 128 h 411"/>
              <a:gd name="T70" fmla="*/ 2463 w 2986"/>
              <a:gd name="T71" fmla="*/ 123 h 411"/>
              <a:gd name="T72" fmla="*/ 2417 w 2986"/>
              <a:gd name="T73" fmla="*/ 247 h 411"/>
              <a:gd name="T74" fmla="*/ 2226 w 2986"/>
              <a:gd name="T75" fmla="*/ 128 h 411"/>
              <a:gd name="T76" fmla="*/ 2143 w 2986"/>
              <a:gd name="T77" fmla="*/ 147 h 411"/>
              <a:gd name="T78" fmla="*/ 2061 w 2986"/>
              <a:gd name="T79" fmla="*/ 143 h 411"/>
              <a:gd name="T80" fmla="*/ 1970 w 2986"/>
              <a:gd name="T81" fmla="*/ 157 h 411"/>
              <a:gd name="T82" fmla="*/ 1878 w 2986"/>
              <a:gd name="T83" fmla="*/ 147 h 411"/>
              <a:gd name="T84" fmla="*/ 1796 w 2986"/>
              <a:gd name="T85" fmla="*/ 157 h 411"/>
              <a:gd name="T86" fmla="*/ 1700 w 2986"/>
              <a:gd name="T87" fmla="*/ 152 h 411"/>
              <a:gd name="T88" fmla="*/ 1595 w 2986"/>
              <a:gd name="T89" fmla="*/ 162 h 411"/>
              <a:gd name="T90" fmla="*/ 1513 w 2986"/>
              <a:gd name="T91" fmla="*/ 157 h 411"/>
              <a:gd name="T92" fmla="*/ 1439 w 2986"/>
              <a:gd name="T93" fmla="*/ 152 h 411"/>
              <a:gd name="T94" fmla="*/ 1353 w 2986"/>
              <a:gd name="T95" fmla="*/ 166 h 411"/>
              <a:gd name="T96" fmla="*/ 1266 w 2986"/>
              <a:gd name="T97" fmla="*/ 152 h 411"/>
              <a:gd name="T98" fmla="*/ 1170 w 2986"/>
              <a:gd name="T99" fmla="*/ 157 h 411"/>
              <a:gd name="T100" fmla="*/ 1083 w 2986"/>
              <a:gd name="T101" fmla="*/ 152 h 411"/>
              <a:gd name="T102" fmla="*/ 996 w 2986"/>
              <a:gd name="T103" fmla="*/ 138 h 411"/>
              <a:gd name="T104" fmla="*/ 909 w 2986"/>
              <a:gd name="T105" fmla="*/ 104 h 411"/>
              <a:gd name="T106" fmla="*/ 827 w 2986"/>
              <a:gd name="T107" fmla="*/ 128 h 411"/>
              <a:gd name="T108" fmla="*/ 735 w 2986"/>
              <a:gd name="T109" fmla="*/ 104 h 411"/>
              <a:gd name="T110" fmla="*/ 653 w 2986"/>
              <a:gd name="T111" fmla="*/ 128 h 411"/>
              <a:gd name="T112" fmla="*/ 567 w 2986"/>
              <a:gd name="T113" fmla="*/ 123 h 411"/>
              <a:gd name="T114" fmla="*/ 479 w 2986"/>
              <a:gd name="T115" fmla="*/ 138 h 411"/>
              <a:gd name="T116" fmla="*/ 397 w 2986"/>
              <a:gd name="T117" fmla="*/ 128 h 411"/>
              <a:gd name="T118" fmla="*/ 306 w 2986"/>
              <a:gd name="T119" fmla="*/ 152 h 411"/>
              <a:gd name="T120" fmla="*/ 224 w 2986"/>
              <a:gd name="T121" fmla="*/ 143 h 411"/>
              <a:gd name="T122" fmla="*/ 132 w 2986"/>
              <a:gd name="T123" fmla="*/ 143 h 411"/>
              <a:gd name="T124" fmla="*/ 50 w 2986"/>
              <a:gd name="T125" fmla="*/ 162 h 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986" h="411">
                <a:moveTo>
                  <a:pt x="0" y="37"/>
                </a:moveTo>
                <a:lnTo>
                  <a:pt x="27" y="28"/>
                </a:lnTo>
                <a:lnTo>
                  <a:pt x="50" y="33"/>
                </a:lnTo>
                <a:lnTo>
                  <a:pt x="64" y="33"/>
                </a:lnTo>
                <a:lnTo>
                  <a:pt x="82" y="33"/>
                </a:lnTo>
                <a:lnTo>
                  <a:pt x="95" y="28"/>
                </a:lnTo>
                <a:lnTo>
                  <a:pt x="109" y="23"/>
                </a:lnTo>
                <a:lnTo>
                  <a:pt x="128" y="23"/>
                </a:lnTo>
                <a:lnTo>
                  <a:pt x="146" y="14"/>
                </a:lnTo>
                <a:lnTo>
                  <a:pt x="159" y="14"/>
                </a:lnTo>
                <a:lnTo>
                  <a:pt x="173" y="14"/>
                </a:lnTo>
                <a:lnTo>
                  <a:pt x="191" y="14"/>
                </a:lnTo>
                <a:lnTo>
                  <a:pt x="205" y="14"/>
                </a:lnTo>
                <a:lnTo>
                  <a:pt x="219" y="23"/>
                </a:lnTo>
                <a:lnTo>
                  <a:pt x="237" y="28"/>
                </a:lnTo>
                <a:lnTo>
                  <a:pt x="247" y="42"/>
                </a:lnTo>
                <a:lnTo>
                  <a:pt x="265" y="47"/>
                </a:lnTo>
                <a:lnTo>
                  <a:pt x="278" y="57"/>
                </a:lnTo>
                <a:lnTo>
                  <a:pt x="292" y="61"/>
                </a:lnTo>
                <a:lnTo>
                  <a:pt x="310" y="61"/>
                </a:lnTo>
                <a:lnTo>
                  <a:pt x="324" y="61"/>
                </a:lnTo>
                <a:lnTo>
                  <a:pt x="338" y="61"/>
                </a:lnTo>
                <a:lnTo>
                  <a:pt x="351" y="61"/>
                </a:lnTo>
                <a:lnTo>
                  <a:pt x="365" y="61"/>
                </a:lnTo>
                <a:lnTo>
                  <a:pt x="379" y="61"/>
                </a:lnTo>
                <a:lnTo>
                  <a:pt x="393" y="57"/>
                </a:lnTo>
                <a:lnTo>
                  <a:pt x="407" y="57"/>
                </a:lnTo>
                <a:lnTo>
                  <a:pt x="429" y="57"/>
                </a:lnTo>
                <a:lnTo>
                  <a:pt x="448" y="61"/>
                </a:lnTo>
                <a:lnTo>
                  <a:pt x="466" y="61"/>
                </a:lnTo>
                <a:lnTo>
                  <a:pt x="484" y="66"/>
                </a:lnTo>
                <a:lnTo>
                  <a:pt x="498" y="71"/>
                </a:lnTo>
                <a:lnTo>
                  <a:pt x="511" y="76"/>
                </a:lnTo>
                <a:lnTo>
                  <a:pt x="525" y="81"/>
                </a:lnTo>
                <a:lnTo>
                  <a:pt x="539" y="81"/>
                </a:lnTo>
                <a:lnTo>
                  <a:pt x="557" y="85"/>
                </a:lnTo>
                <a:lnTo>
                  <a:pt x="571" y="85"/>
                </a:lnTo>
                <a:lnTo>
                  <a:pt x="594" y="85"/>
                </a:lnTo>
                <a:lnTo>
                  <a:pt x="612" y="85"/>
                </a:lnTo>
                <a:lnTo>
                  <a:pt x="630" y="85"/>
                </a:lnTo>
                <a:lnTo>
                  <a:pt x="644" y="85"/>
                </a:lnTo>
                <a:lnTo>
                  <a:pt x="658" y="85"/>
                </a:lnTo>
                <a:lnTo>
                  <a:pt x="681" y="85"/>
                </a:lnTo>
                <a:lnTo>
                  <a:pt x="704" y="81"/>
                </a:lnTo>
                <a:lnTo>
                  <a:pt x="722" y="81"/>
                </a:lnTo>
                <a:lnTo>
                  <a:pt x="740" y="81"/>
                </a:lnTo>
                <a:lnTo>
                  <a:pt x="758" y="81"/>
                </a:lnTo>
                <a:lnTo>
                  <a:pt x="772" y="81"/>
                </a:lnTo>
                <a:lnTo>
                  <a:pt x="786" y="81"/>
                </a:lnTo>
                <a:lnTo>
                  <a:pt x="799" y="81"/>
                </a:lnTo>
                <a:lnTo>
                  <a:pt x="813" y="85"/>
                </a:lnTo>
                <a:lnTo>
                  <a:pt x="827" y="85"/>
                </a:lnTo>
                <a:lnTo>
                  <a:pt x="850" y="90"/>
                </a:lnTo>
                <a:lnTo>
                  <a:pt x="864" y="90"/>
                </a:lnTo>
                <a:lnTo>
                  <a:pt x="882" y="85"/>
                </a:lnTo>
                <a:lnTo>
                  <a:pt x="905" y="85"/>
                </a:lnTo>
                <a:lnTo>
                  <a:pt x="923" y="85"/>
                </a:lnTo>
                <a:lnTo>
                  <a:pt x="941" y="85"/>
                </a:lnTo>
                <a:lnTo>
                  <a:pt x="955" y="85"/>
                </a:lnTo>
                <a:lnTo>
                  <a:pt x="969" y="85"/>
                </a:lnTo>
                <a:lnTo>
                  <a:pt x="982" y="85"/>
                </a:lnTo>
                <a:lnTo>
                  <a:pt x="996" y="85"/>
                </a:lnTo>
                <a:lnTo>
                  <a:pt x="1014" y="90"/>
                </a:lnTo>
                <a:lnTo>
                  <a:pt x="1033" y="90"/>
                </a:lnTo>
                <a:lnTo>
                  <a:pt x="1051" y="95"/>
                </a:lnTo>
                <a:lnTo>
                  <a:pt x="1069" y="100"/>
                </a:lnTo>
                <a:lnTo>
                  <a:pt x="1088" y="100"/>
                </a:lnTo>
                <a:lnTo>
                  <a:pt x="1101" y="100"/>
                </a:lnTo>
                <a:lnTo>
                  <a:pt x="1124" y="104"/>
                </a:lnTo>
                <a:lnTo>
                  <a:pt x="1151" y="109"/>
                </a:lnTo>
                <a:lnTo>
                  <a:pt x="1165" y="109"/>
                </a:lnTo>
                <a:lnTo>
                  <a:pt x="1179" y="109"/>
                </a:lnTo>
                <a:lnTo>
                  <a:pt x="1197" y="109"/>
                </a:lnTo>
                <a:lnTo>
                  <a:pt x="1211" y="109"/>
                </a:lnTo>
                <a:lnTo>
                  <a:pt x="1225" y="109"/>
                </a:lnTo>
                <a:lnTo>
                  <a:pt x="1238" y="109"/>
                </a:lnTo>
                <a:lnTo>
                  <a:pt x="1284" y="109"/>
                </a:lnTo>
                <a:lnTo>
                  <a:pt x="1330" y="109"/>
                </a:lnTo>
                <a:lnTo>
                  <a:pt x="1375" y="109"/>
                </a:lnTo>
                <a:lnTo>
                  <a:pt x="1394" y="109"/>
                </a:lnTo>
                <a:lnTo>
                  <a:pt x="1412" y="109"/>
                </a:lnTo>
                <a:lnTo>
                  <a:pt x="1430" y="109"/>
                </a:lnTo>
                <a:lnTo>
                  <a:pt x="1444" y="104"/>
                </a:lnTo>
                <a:lnTo>
                  <a:pt x="1504" y="71"/>
                </a:lnTo>
                <a:lnTo>
                  <a:pt x="1513" y="85"/>
                </a:lnTo>
                <a:lnTo>
                  <a:pt x="1522" y="104"/>
                </a:lnTo>
                <a:lnTo>
                  <a:pt x="1540" y="109"/>
                </a:lnTo>
                <a:lnTo>
                  <a:pt x="1554" y="104"/>
                </a:lnTo>
                <a:lnTo>
                  <a:pt x="1568" y="104"/>
                </a:lnTo>
                <a:lnTo>
                  <a:pt x="1581" y="100"/>
                </a:lnTo>
                <a:lnTo>
                  <a:pt x="1595" y="104"/>
                </a:lnTo>
                <a:lnTo>
                  <a:pt x="1613" y="109"/>
                </a:lnTo>
                <a:lnTo>
                  <a:pt x="1627" y="109"/>
                </a:lnTo>
                <a:lnTo>
                  <a:pt x="1640" y="114"/>
                </a:lnTo>
                <a:lnTo>
                  <a:pt x="1654" y="114"/>
                </a:lnTo>
                <a:lnTo>
                  <a:pt x="1668" y="114"/>
                </a:lnTo>
                <a:lnTo>
                  <a:pt x="1682" y="114"/>
                </a:lnTo>
                <a:lnTo>
                  <a:pt x="1695" y="114"/>
                </a:lnTo>
                <a:lnTo>
                  <a:pt x="1709" y="109"/>
                </a:lnTo>
                <a:lnTo>
                  <a:pt x="1723" y="109"/>
                </a:lnTo>
                <a:lnTo>
                  <a:pt x="1741" y="109"/>
                </a:lnTo>
                <a:lnTo>
                  <a:pt x="1759" y="104"/>
                </a:lnTo>
                <a:lnTo>
                  <a:pt x="1773" y="100"/>
                </a:lnTo>
                <a:lnTo>
                  <a:pt x="1787" y="100"/>
                </a:lnTo>
                <a:lnTo>
                  <a:pt x="1805" y="100"/>
                </a:lnTo>
                <a:lnTo>
                  <a:pt x="1819" y="95"/>
                </a:lnTo>
                <a:lnTo>
                  <a:pt x="1833" y="100"/>
                </a:lnTo>
                <a:lnTo>
                  <a:pt x="1846" y="114"/>
                </a:lnTo>
                <a:lnTo>
                  <a:pt x="1860" y="119"/>
                </a:lnTo>
                <a:lnTo>
                  <a:pt x="1878" y="119"/>
                </a:lnTo>
                <a:lnTo>
                  <a:pt x="1892" y="119"/>
                </a:lnTo>
                <a:lnTo>
                  <a:pt x="1906" y="119"/>
                </a:lnTo>
                <a:lnTo>
                  <a:pt x="1924" y="119"/>
                </a:lnTo>
                <a:lnTo>
                  <a:pt x="1942" y="114"/>
                </a:lnTo>
                <a:lnTo>
                  <a:pt x="1960" y="109"/>
                </a:lnTo>
                <a:lnTo>
                  <a:pt x="1979" y="109"/>
                </a:lnTo>
                <a:lnTo>
                  <a:pt x="1993" y="104"/>
                </a:lnTo>
                <a:lnTo>
                  <a:pt x="2011" y="104"/>
                </a:lnTo>
                <a:lnTo>
                  <a:pt x="2025" y="100"/>
                </a:lnTo>
                <a:lnTo>
                  <a:pt x="2038" y="100"/>
                </a:lnTo>
                <a:lnTo>
                  <a:pt x="2052" y="100"/>
                </a:lnTo>
                <a:lnTo>
                  <a:pt x="2107" y="100"/>
                </a:lnTo>
                <a:lnTo>
                  <a:pt x="2120" y="100"/>
                </a:lnTo>
                <a:lnTo>
                  <a:pt x="2139" y="100"/>
                </a:lnTo>
                <a:lnTo>
                  <a:pt x="2153" y="100"/>
                </a:lnTo>
                <a:lnTo>
                  <a:pt x="2166" y="95"/>
                </a:lnTo>
                <a:lnTo>
                  <a:pt x="2185" y="85"/>
                </a:lnTo>
                <a:lnTo>
                  <a:pt x="2208" y="81"/>
                </a:lnTo>
                <a:lnTo>
                  <a:pt x="2221" y="76"/>
                </a:lnTo>
                <a:lnTo>
                  <a:pt x="2235" y="66"/>
                </a:lnTo>
                <a:lnTo>
                  <a:pt x="2249" y="61"/>
                </a:lnTo>
                <a:lnTo>
                  <a:pt x="2262" y="52"/>
                </a:lnTo>
                <a:lnTo>
                  <a:pt x="2276" y="52"/>
                </a:lnTo>
                <a:lnTo>
                  <a:pt x="2290" y="57"/>
                </a:lnTo>
                <a:lnTo>
                  <a:pt x="2313" y="61"/>
                </a:lnTo>
                <a:lnTo>
                  <a:pt x="2326" y="61"/>
                </a:lnTo>
                <a:lnTo>
                  <a:pt x="2349" y="71"/>
                </a:lnTo>
                <a:lnTo>
                  <a:pt x="2368" y="76"/>
                </a:lnTo>
                <a:lnTo>
                  <a:pt x="2381" y="76"/>
                </a:lnTo>
                <a:lnTo>
                  <a:pt x="2395" y="76"/>
                </a:lnTo>
                <a:lnTo>
                  <a:pt x="2409" y="71"/>
                </a:lnTo>
                <a:lnTo>
                  <a:pt x="2427" y="71"/>
                </a:lnTo>
                <a:lnTo>
                  <a:pt x="2440" y="66"/>
                </a:lnTo>
                <a:lnTo>
                  <a:pt x="2459" y="66"/>
                </a:lnTo>
                <a:lnTo>
                  <a:pt x="2482" y="66"/>
                </a:lnTo>
                <a:lnTo>
                  <a:pt x="2495" y="66"/>
                </a:lnTo>
                <a:lnTo>
                  <a:pt x="2509" y="71"/>
                </a:lnTo>
                <a:lnTo>
                  <a:pt x="2523" y="71"/>
                </a:lnTo>
                <a:lnTo>
                  <a:pt x="2536" y="76"/>
                </a:lnTo>
                <a:lnTo>
                  <a:pt x="2550" y="76"/>
                </a:lnTo>
                <a:lnTo>
                  <a:pt x="2569" y="76"/>
                </a:lnTo>
                <a:lnTo>
                  <a:pt x="2591" y="71"/>
                </a:lnTo>
                <a:lnTo>
                  <a:pt x="2614" y="71"/>
                </a:lnTo>
                <a:lnTo>
                  <a:pt x="2628" y="71"/>
                </a:lnTo>
                <a:lnTo>
                  <a:pt x="2646" y="66"/>
                </a:lnTo>
                <a:lnTo>
                  <a:pt x="2660" y="61"/>
                </a:lnTo>
                <a:lnTo>
                  <a:pt x="2674" y="52"/>
                </a:lnTo>
                <a:lnTo>
                  <a:pt x="2688" y="47"/>
                </a:lnTo>
                <a:lnTo>
                  <a:pt x="2706" y="42"/>
                </a:lnTo>
                <a:lnTo>
                  <a:pt x="2724" y="42"/>
                </a:lnTo>
                <a:lnTo>
                  <a:pt x="2742" y="38"/>
                </a:lnTo>
                <a:lnTo>
                  <a:pt x="2756" y="33"/>
                </a:lnTo>
                <a:lnTo>
                  <a:pt x="2774" y="28"/>
                </a:lnTo>
                <a:lnTo>
                  <a:pt x="2788" y="23"/>
                </a:lnTo>
                <a:lnTo>
                  <a:pt x="2801" y="19"/>
                </a:lnTo>
                <a:lnTo>
                  <a:pt x="2852" y="0"/>
                </a:lnTo>
                <a:lnTo>
                  <a:pt x="2875" y="9"/>
                </a:lnTo>
                <a:lnTo>
                  <a:pt x="2884" y="23"/>
                </a:lnTo>
                <a:lnTo>
                  <a:pt x="2897" y="28"/>
                </a:lnTo>
                <a:lnTo>
                  <a:pt x="2912" y="28"/>
                </a:lnTo>
                <a:lnTo>
                  <a:pt x="2934" y="23"/>
                </a:lnTo>
                <a:lnTo>
                  <a:pt x="2948" y="19"/>
                </a:lnTo>
                <a:lnTo>
                  <a:pt x="2961" y="9"/>
                </a:lnTo>
                <a:lnTo>
                  <a:pt x="2985" y="5"/>
                </a:lnTo>
                <a:lnTo>
                  <a:pt x="2985" y="410"/>
                </a:lnTo>
                <a:lnTo>
                  <a:pt x="2934" y="386"/>
                </a:lnTo>
                <a:lnTo>
                  <a:pt x="2925" y="371"/>
                </a:lnTo>
                <a:lnTo>
                  <a:pt x="2920" y="357"/>
                </a:lnTo>
                <a:lnTo>
                  <a:pt x="2916" y="343"/>
                </a:lnTo>
                <a:lnTo>
                  <a:pt x="2902" y="333"/>
                </a:lnTo>
                <a:lnTo>
                  <a:pt x="2889" y="333"/>
                </a:lnTo>
                <a:lnTo>
                  <a:pt x="2875" y="348"/>
                </a:lnTo>
                <a:lnTo>
                  <a:pt x="2861" y="333"/>
                </a:lnTo>
                <a:lnTo>
                  <a:pt x="2848" y="338"/>
                </a:lnTo>
                <a:lnTo>
                  <a:pt x="2829" y="348"/>
                </a:lnTo>
                <a:lnTo>
                  <a:pt x="2820" y="333"/>
                </a:lnTo>
                <a:lnTo>
                  <a:pt x="2806" y="328"/>
                </a:lnTo>
                <a:lnTo>
                  <a:pt x="2793" y="319"/>
                </a:lnTo>
                <a:lnTo>
                  <a:pt x="2783" y="305"/>
                </a:lnTo>
                <a:lnTo>
                  <a:pt x="2770" y="290"/>
                </a:lnTo>
                <a:lnTo>
                  <a:pt x="2756" y="276"/>
                </a:lnTo>
                <a:lnTo>
                  <a:pt x="2747" y="262"/>
                </a:lnTo>
                <a:lnTo>
                  <a:pt x="2733" y="271"/>
                </a:lnTo>
                <a:lnTo>
                  <a:pt x="2719" y="262"/>
                </a:lnTo>
                <a:lnTo>
                  <a:pt x="2719" y="247"/>
                </a:lnTo>
                <a:lnTo>
                  <a:pt x="2710" y="228"/>
                </a:lnTo>
                <a:lnTo>
                  <a:pt x="2701" y="209"/>
                </a:lnTo>
                <a:lnTo>
                  <a:pt x="2696" y="195"/>
                </a:lnTo>
                <a:lnTo>
                  <a:pt x="2683" y="185"/>
                </a:lnTo>
                <a:lnTo>
                  <a:pt x="2665" y="195"/>
                </a:lnTo>
                <a:lnTo>
                  <a:pt x="2655" y="176"/>
                </a:lnTo>
                <a:lnTo>
                  <a:pt x="2646" y="162"/>
                </a:lnTo>
                <a:lnTo>
                  <a:pt x="2633" y="157"/>
                </a:lnTo>
                <a:lnTo>
                  <a:pt x="2623" y="143"/>
                </a:lnTo>
                <a:lnTo>
                  <a:pt x="2610" y="143"/>
                </a:lnTo>
                <a:lnTo>
                  <a:pt x="2596" y="143"/>
                </a:lnTo>
                <a:lnTo>
                  <a:pt x="2582" y="138"/>
                </a:lnTo>
                <a:lnTo>
                  <a:pt x="2564" y="128"/>
                </a:lnTo>
                <a:lnTo>
                  <a:pt x="2550" y="128"/>
                </a:lnTo>
                <a:lnTo>
                  <a:pt x="2536" y="128"/>
                </a:lnTo>
                <a:lnTo>
                  <a:pt x="2518" y="123"/>
                </a:lnTo>
                <a:lnTo>
                  <a:pt x="2505" y="119"/>
                </a:lnTo>
                <a:lnTo>
                  <a:pt x="2495" y="104"/>
                </a:lnTo>
                <a:lnTo>
                  <a:pt x="2482" y="104"/>
                </a:lnTo>
                <a:lnTo>
                  <a:pt x="2468" y="109"/>
                </a:lnTo>
                <a:lnTo>
                  <a:pt x="2463" y="123"/>
                </a:lnTo>
                <a:lnTo>
                  <a:pt x="2450" y="138"/>
                </a:lnTo>
                <a:lnTo>
                  <a:pt x="2436" y="143"/>
                </a:lnTo>
                <a:lnTo>
                  <a:pt x="2463" y="276"/>
                </a:lnTo>
                <a:lnTo>
                  <a:pt x="2445" y="271"/>
                </a:lnTo>
                <a:lnTo>
                  <a:pt x="2431" y="262"/>
                </a:lnTo>
                <a:lnTo>
                  <a:pt x="2417" y="247"/>
                </a:lnTo>
                <a:lnTo>
                  <a:pt x="2290" y="157"/>
                </a:lnTo>
                <a:lnTo>
                  <a:pt x="2276" y="147"/>
                </a:lnTo>
                <a:lnTo>
                  <a:pt x="2262" y="138"/>
                </a:lnTo>
                <a:lnTo>
                  <a:pt x="2253" y="123"/>
                </a:lnTo>
                <a:lnTo>
                  <a:pt x="2239" y="119"/>
                </a:lnTo>
                <a:lnTo>
                  <a:pt x="2226" y="128"/>
                </a:lnTo>
                <a:lnTo>
                  <a:pt x="2216" y="143"/>
                </a:lnTo>
                <a:lnTo>
                  <a:pt x="2198" y="157"/>
                </a:lnTo>
                <a:lnTo>
                  <a:pt x="2185" y="162"/>
                </a:lnTo>
                <a:lnTo>
                  <a:pt x="2171" y="162"/>
                </a:lnTo>
                <a:lnTo>
                  <a:pt x="2157" y="152"/>
                </a:lnTo>
                <a:lnTo>
                  <a:pt x="2143" y="147"/>
                </a:lnTo>
                <a:lnTo>
                  <a:pt x="2130" y="157"/>
                </a:lnTo>
                <a:lnTo>
                  <a:pt x="2116" y="143"/>
                </a:lnTo>
                <a:lnTo>
                  <a:pt x="2102" y="147"/>
                </a:lnTo>
                <a:lnTo>
                  <a:pt x="2089" y="157"/>
                </a:lnTo>
                <a:lnTo>
                  <a:pt x="2075" y="147"/>
                </a:lnTo>
                <a:lnTo>
                  <a:pt x="2061" y="143"/>
                </a:lnTo>
                <a:lnTo>
                  <a:pt x="2048" y="143"/>
                </a:lnTo>
                <a:lnTo>
                  <a:pt x="2034" y="147"/>
                </a:lnTo>
                <a:lnTo>
                  <a:pt x="2020" y="147"/>
                </a:lnTo>
                <a:lnTo>
                  <a:pt x="2006" y="143"/>
                </a:lnTo>
                <a:lnTo>
                  <a:pt x="1988" y="147"/>
                </a:lnTo>
                <a:lnTo>
                  <a:pt x="1970" y="157"/>
                </a:lnTo>
                <a:lnTo>
                  <a:pt x="1956" y="157"/>
                </a:lnTo>
                <a:lnTo>
                  <a:pt x="1937" y="162"/>
                </a:lnTo>
                <a:lnTo>
                  <a:pt x="1924" y="162"/>
                </a:lnTo>
                <a:lnTo>
                  <a:pt x="1906" y="152"/>
                </a:lnTo>
                <a:lnTo>
                  <a:pt x="1892" y="147"/>
                </a:lnTo>
                <a:lnTo>
                  <a:pt x="1878" y="147"/>
                </a:lnTo>
                <a:lnTo>
                  <a:pt x="1865" y="157"/>
                </a:lnTo>
                <a:lnTo>
                  <a:pt x="1846" y="171"/>
                </a:lnTo>
                <a:lnTo>
                  <a:pt x="1833" y="181"/>
                </a:lnTo>
                <a:lnTo>
                  <a:pt x="1823" y="166"/>
                </a:lnTo>
                <a:lnTo>
                  <a:pt x="1810" y="157"/>
                </a:lnTo>
                <a:lnTo>
                  <a:pt x="1796" y="157"/>
                </a:lnTo>
                <a:lnTo>
                  <a:pt x="1782" y="162"/>
                </a:lnTo>
                <a:lnTo>
                  <a:pt x="1769" y="166"/>
                </a:lnTo>
                <a:lnTo>
                  <a:pt x="1750" y="166"/>
                </a:lnTo>
                <a:lnTo>
                  <a:pt x="1732" y="162"/>
                </a:lnTo>
                <a:lnTo>
                  <a:pt x="1714" y="157"/>
                </a:lnTo>
                <a:lnTo>
                  <a:pt x="1700" y="152"/>
                </a:lnTo>
                <a:lnTo>
                  <a:pt x="1677" y="157"/>
                </a:lnTo>
                <a:lnTo>
                  <a:pt x="1663" y="162"/>
                </a:lnTo>
                <a:lnTo>
                  <a:pt x="1645" y="166"/>
                </a:lnTo>
                <a:lnTo>
                  <a:pt x="1622" y="176"/>
                </a:lnTo>
                <a:lnTo>
                  <a:pt x="1609" y="171"/>
                </a:lnTo>
                <a:lnTo>
                  <a:pt x="1595" y="162"/>
                </a:lnTo>
                <a:lnTo>
                  <a:pt x="1581" y="152"/>
                </a:lnTo>
                <a:lnTo>
                  <a:pt x="1568" y="157"/>
                </a:lnTo>
                <a:lnTo>
                  <a:pt x="1554" y="157"/>
                </a:lnTo>
                <a:lnTo>
                  <a:pt x="1540" y="157"/>
                </a:lnTo>
                <a:lnTo>
                  <a:pt x="1527" y="157"/>
                </a:lnTo>
                <a:lnTo>
                  <a:pt x="1513" y="157"/>
                </a:lnTo>
                <a:lnTo>
                  <a:pt x="1499" y="157"/>
                </a:lnTo>
                <a:lnTo>
                  <a:pt x="1416" y="276"/>
                </a:lnTo>
                <a:lnTo>
                  <a:pt x="1480" y="147"/>
                </a:lnTo>
                <a:lnTo>
                  <a:pt x="1467" y="147"/>
                </a:lnTo>
                <a:lnTo>
                  <a:pt x="1453" y="147"/>
                </a:lnTo>
                <a:lnTo>
                  <a:pt x="1439" y="152"/>
                </a:lnTo>
                <a:lnTo>
                  <a:pt x="1421" y="152"/>
                </a:lnTo>
                <a:lnTo>
                  <a:pt x="1408" y="152"/>
                </a:lnTo>
                <a:lnTo>
                  <a:pt x="1394" y="157"/>
                </a:lnTo>
                <a:lnTo>
                  <a:pt x="1380" y="166"/>
                </a:lnTo>
                <a:lnTo>
                  <a:pt x="1367" y="166"/>
                </a:lnTo>
                <a:lnTo>
                  <a:pt x="1353" y="166"/>
                </a:lnTo>
                <a:lnTo>
                  <a:pt x="1339" y="166"/>
                </a:lnTo>
                <a:lnTo>
                  <a:pt x="1325" y="166"/>
                </a:lnTo>
                <a:lnTo>
                  <a:pt x="1311" y="157"/>
                </a:lnTo>
                <a:lnTo>
                  <a:pt x="1293" y="152"/>
                </a:lnTo>
                <a:lnTo>
                  <a:pt x="1279" y="152"/>
                </a:lnTo>
                <a:lnTo>
                  <a:pt x="1266" y="152"/>
                </a:lnTo>
                <a:lnTo>
                  <a:pt x="1248" y="157"/>
                </a:lnTo>
                <a:lnTo>
                  <a:pt x="1234" y="157"/>
                </a:lnTo>
                <a:lnTo>
                  <a:pt x="1215" y="157"/>
                </a:lnTo>
                <a:lnTo>
                  <a:pt x="1202" y="162"/>
                </a:lnTo>
                <a:lnTo>
                  <a:pt x="1184" y="162"/>
                </a:lnTo>
                <a:lnTo>
                  <a:pt x="1170" y="157"/>
                </a:lnTo>
                <a:lnTo>
                  <a:pt x="1156" y="157"/>
                </a:lnTo>
                <a:lnTo>
                  <a:pt x="1138" y="152"/>
                </a:lnTo>
                <a:lnTo>
                  <a:pt x="1124" y="147"/>
                </a:lnTo>
                <a:lnTo>
                  <a:pt x="1110" y="147"/>
                </a:lnTo>
                <a:lnTo>
                  <a:pt x="1096" y="147"/>
                </a:lnTo>
                <a:lnTo>
                  <a:pt x="1083" y="152"/>
                </a:lnTo>
                <a:lnTo>
                  <a:pt x="1069" y="157"/>
                </a:lnTo>
                <a:lnTo>
                  <a:pt x="1055" y="157"/>
                </a:lnTo>
                <a:lnTo>
                  <a:pt x="1037" y="157"/>
                </a:lnTo>
                <a:lnTo>
                  <a:pt x="1024" y="157"/>
                </a:lnTo>
                <a:lnTo>
                  <a:pt x="1010" y="147"/>
                </a:lnTo>
                <a:lnTo>
                  <a:pt x="996" y="138"/>
                </a:lnTo>
                <a:lnTo>
                  <a:pt x="982" y="128"/>
                </a:lnTo>
                <a:lnTo>
                  <a:pt x="964" y="123"/>
                </a:lnTo>
                <a:lnTo>
                  <a:pt x="950" y="123"/>
                </a:lnTo>
                <a:lnTo>
                  <a:pt x="936" y="119"/>
                </a:lnTo>
                <a:lnTo>
                  <a:pt x="923" y="109"/>
                </a:lnTo>
                <a:lnTo>
                  <a:pt x="909" y="104"/>
                </a:lnTo>
                <a:lnTo>
                  <a:pt x="895" y="104"/>
                </a:lnTo>
                <a:lnTo>
                  <a:pt x="882" y="104"/>
                </a:lnTo>
                <a:lnTo>
                  <a:pt x="868" y="109"/>
                </a:lnTo>
                <a:lnTo>
                  <a:pt x="854" y="119"/>
                </a:lnTo>
                <a:lnTo>
                  <a:pt x="841" y="119"/>
                </a:lnTo>
                <a:lnTo>
                  <a:pt x="827" y="128"/>
                </a:lnTo>
                <a:lnTo>
                  <a:pt x="813" y="128"/>
                </a:lnTo>
                <a:lnTo>
                  <a:pt x="799" y="119"/>
                </a:lnTo>
                <a:lnTo>
                  <a:pt x="781" y="114"/>
                </a:lnTo>
                <a:lnTo>
                  <a:pt x="768" y="114"/>
                </a:lnTo>
                <a:lnTo>
                  <a:pt x="749" y="104"/>
                </a:lnTo>
                <a:lnTo>
                  <a:pt x="735" y="104"/>
                </a:lnTo>
                <a:lnTo>
                  <a:pt x="722" y="109"/>
                </a:lnTo>
                <a:lnTo>
                  <a:pt x="708" y="114"/>
                </a:lnTo>
                <a:lnTo>
                  <a:pt x="694" y="119"/>
                </a:lnTo>
                <a:lnTo>
                  <a:pt x="681" y="123"/>
                </a:lnTo>
                <a:lnTo>
                  <a:pt x="667" y="128"/>
                </a:lnTo>
                <a:lnTo>
                  <a:pt x="653" y="128"/>
                </a:lnTo>
                <a:lnTo>
                  <a:pt x="639" y="128"/>
                </a:lnTo>
                <a:lnTo>
                  <a:pt x="626" y="128"/>
                </a:lnTo>
                <a:lnTo>
                  <a:pt x="608" y="128"/>
                </a:lnTo>
                <a:lnTo>
                  <a:pt x="594" y="128"/>
                </a:lnTo>
                <a:lnTo>
                  <a:pt x="580" y="123"/>
                </a:lnTo>
                <a:lnTo>
                  <a:pt x="567" y="123"/>
                </a:lnTo>
                <a:lnTo>
                  <a:pt x="553" y="123"/>
                </a:lnTo>
                <a:lnTo>
                  <a:pt x="534" y="123"/>
                </a:lnTo>
                <a:lnTo>
                  <a:pt x="521" y="123"/>
                </a:lnTo>
                <a:lnTo>
                  <a:pt x="507" y="123"/>
                </a:lnTo>
                <a:lnTo>
                  <a:pt x="493" y="133"/>
                </a:lnTo>
                <a:lnTo>
                  <a:pt x="479" y="138"/>
                </a:lnTo>
                <a:lnTo>
                  <a:pt x="466" y="143"/>
                </a:lnTo>
                <a:lnTo>
                  <a:pt x="452" y="143"/>
                </a:lnTo>
                <a:lnTo>
                  <a:pt x="438" y="143"/>
                </a:lnTo>
                <a:lnTo>
                  <a:pt x="425" y="133"/>
                </a:lnTo>
                <a:lnTo>
                  <a:pt x="411" y="128"/>
                </a:lnTo>
                <a:lnTo>
                  <a:pt x="397" y="128"/>
                </a:lnTo>
                <a:lnTo>
                  <a:pt x="384" y="128"/>
                </a:lnTo>
                <a:lnTo>
                  <a:pt x="361" y="123"/>
                </a:lnTo>
                <a:lnTo>
                  <a:pt x="347" y="123"/>
                </a:lnTo>
                <a:lnTo>
                  <a:pt x="333" y="133"/>
                </a:lnTo>
                <a:lnTo>
                  <a:pt x="319" y="143"/>
                </a:lnTo>
                <a:lnTo>
                  <a:pt x="306" y="152"/>
                </a:lnTo>
                <a:lnTo>
                  <a:pt x="292" y="157"/>
                </a:lnTo>
                <a:lnTo>
                  <a:pt x="278" y="157"/>
                </a:lnTo>
                <a:lnTo>
                  <a:pt x="265" y="152"/>
                </a:lnTo>
                <a:lnTo>
                  <a:pt x="251" y="147"/>
                </a:lnTo>
                <a:lnTo>
                  <a:pt x="237" y="147"/>
                </a:lnTo>
                <a:lnTo>
                  <a:pt x="224" y="143"/>
                </a:lnTo>
                <a:lnTo>
                  <a:pt x="210" y="143"/>
                </a:lnTo>
                <a:lnTo>
                  <a:pt x="196" y="143"/>
                </a:lnTo>
                <a:lnTo>
                  <a:pt x="178" y="143"/>
                </a:lnTo>
                <a:lnTo>
                  <a:pt x="159" y="143"/>
                </a:lnTo>
                <a:lnTo>
                  <a:pt x="146" y="143"/>
                </a:lnTo>
                <a:lnTo>
                  <a:pt x="132" y="143"/>
                </a:lnTo>
                <a:lnTo>
                  <a:pt x="118" y="147"/>
                </a:lnTo>
                <a:lnTo>
                  <a:pt x="105" y="147"/>
                </a:lnTo>
                <a:lnTo>
                  <a:pt x="91" y="147"/>
                </a:lnTo>
                <a:lnTo>
                  <a:pt x="77" y="152"/>
                </a:lnTo>
                <a:lnTo>
                  <a:pt x="64" y="157"/>
                </a:lnTo>
                <a:lnTo>
                  <a:pt x="50" y="162"/>
                </a:lnTo>
                <a:lnTo>
                  <a:pt x="31" y="171"/>
                </a:lnTo>
                <a:lnTo>
                  <a:pt x="13" y="176"/>
                </a:lnTo>
                <a:lnTo>
                  <a:pt x="0" y="185"/>
                </a:lnTo>
                <a:lnTo>
                  <a:pt x="0" y="37"/>
                </a:lnTo>
              </a:path>
            </a:pathLst>
          </a:custGeom>
          <a:ln w="12700" cap="rnd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6" name="AutoShape 44">
            <a:extLst>
              <a:ext uri="{FF2B5EF4-FFF2-40B4-BE49-F238E27FC236}">
                <a16:creationId xmlns:a16="http://schemas.microsoft.com/office/drawing/2014/main" id="{8970EF40-F496-AE89-3A58-BC5500A94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5" y="1711325"/>
            <a:ext cx="146050" cy="215900"/>
          </a:xfrm>
          <a:prstGeom prst="upArrow">
            <a:avLst>
              <a:gd name="adj1" fmla="val 50000"/>
              <a:gd name="adj2" fmla="val 73906"/>
            </a:avLst>
          </a:prstGeom>
          <a:solidFill>
            <a:srgbClr val="66FF33"/>
          </a:solidFill>
          <a:ln w="12700">
            <a:solidFill>
              <a:srgbClr val="67676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5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6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7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8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9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0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E:\MSOffice\Templates\Blank Presentation.pot</Template>
  <TotalTime>203</TotalTime>
  <Words>993</Words>
  <Application>Microsoft Office PowerPoint</Application>
  <PresentationFormat>Custom</PresentationFormat>
  <Paragraphs>215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Times New Roman</vt:lpstr>
      <vt:lpstr>Courier New</vt:lpstr>
      <vt:lpstr>Blank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Michael Coughlan</dc:creator>
  <cp:lastModifiedBy>Sean McBride</cp:lastModifiedBy>
  <cp:revision>13</cp:revision>
  <dcterms:created xsi:type="dcterms:W3CDTF">1995-06-17T23:31:02Z</dcterms:created>
  <dcterms:modified xsi:type="dcterms:W3CDTF">2026-05-13T01:07:13Z</dcterms:modified>
</cp:coreProperties>
</file>