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81" r:id="rId2"/>
    <p:sldId id="282" r:id="rId3"/>
    <p:sldId id="283" r:id="rId4"/>
    <p:sldId id="284" r:id="rId5"/>
    <p:sldId id="285" r:id="rId6"/>
    <p:sldId id="286" r:id="rId7"/>
    <p:sldId id="287" r:id="rId8"/>
    <p:sldId id="288" r:id="rId9"/>
    <p:sldId id="289" r:id="rId10"/>
    <p:sldId id="290" r:id="rId11"/>
    <p:sldId id="291" r:id="rId12"/>
    <p:sldId id="296" r:id="rId1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CF0E30"/>
    <a:srgbClr val="00279F"/>
    <a:srgbClr val="037C03"/>
    <a:srgbClr val="FDFF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7" d="100"/>
          <a:sy n="127" d="100"/>
        </p:scale>
        <p:origin x="270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4A3563D3-7C22-CFB8-06FF-DCC761E9A96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>
              <a:defRPr sz="1000" b="0" i="1">
                <a:effectLst/>
              </a:defRPr>
            </a:lvl1pPr>
          </a:lstStyle>
          <a:p>
            <a:endParaRPr lang="en-US" alt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139E179A-37C4-1D90-1461-E067BAB22A4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>
              <a:defRPr sz="1000" b="0" i="1">
                <a:effectLst/>
              </a:defRPr>
            </a:lvl1pPr>
          </a:lstStyle>
          <a:p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EE46B9A2-202F-48C4-1C73-E42F042C4922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>
              <a:defRPr sz="1000" b="0" i="1">
                <a:effectLst/>
              </a:defRPr>
            </a:lvl1pPr>
          </a:lstStyle>
          <a:p>
            <a:endParaRPr lang="en-US" altLang="en-US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0BB6C8B5-CAD7-0C86-B1D0-F4E56B9E7DEE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>
              <a:defRPr sz="1000" b="0" i="1">
                <a:effectLst/>
              </a:defRPr>
            </a:lvl1pPr>
          </a:lstStyle>
          <a:p>
            <a:fld id="{7E5D8CC8-2BF3-4255-B877-918B4404D04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650309CF-588D-63D4-AB2A-F3447E1D27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9588" y="8707438"/>
            <a:ext cx="758825" cy="25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7313" tIns="44450" rIns="87313" bIns="44450">
            <a:spAutoFit/>
          </a:bodyPr>
          <a:lstStyle>
            <a:lvl1pPr defTabSz="8683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34975" defTabSz="8683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68363" defTabSz="8683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03338" defTabSz="8683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736725" defTabSz="8683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193925" defTabSz="8683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651125" defTabSz="8683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108325" defTabSz="8683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565525" defTabSz="8683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en-US" sz="1200" b="0">
                <a:effectLst/>
              </a:rPr>
              <a:t>Page </a:t>
            </a:r>
            <a:fld id="{AF2C58B9-D6CB-41A5-9D36-52BB8A57CA8B}" type="slidenum">
              <a:rPr lang="en-US" altLang="en-US" sz="1200" b="0">
                <a:effectLst/>
              </a:rPr>
              <a:pPr algn="ctr">
                <a:lnSpc>
                  <a:spcPct val="90000"/>
                </a:lnSpc>
              </a:pPr>
              <a:t>‹#›</a:t>
            </a:fld>
            <a:endParaRPr lang="en-US" altLang="en-US" sz="1200" b="0">
              <a:effectLst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9171ACF0-7458-4662-9E65-15D1FBF57E1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defTabSz="762000">
              <a:defRPr sz="1000" b="0" i="1">
                <a:effectLst/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A3C16DF1-4A0A-065E-4B03-527C082485A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 defTabSz="762000">
              <a:defRPr sz="1000" b="0" i="1">
                <a:effectLst/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884640D9-0BC3-298E-D5B7-BB7D1CEB298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defTabSz="762000">
              <a:defRPr sz="1000" b="0" i="1">
                <a:effectLst/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412F522E-B75C-1D07-73FB-844200F9FA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 defTabSz="762000">
              <a:defRPr sz="1000" b="0" i="1">
                <a:effectLst/>
                <a:latin typeface="Times New Roman" panose="02020603050405020304" pitchFamily="18" charset="0"/>
              </a:defRPr>
            </a:lvl1pPr>
          </a:lstStyle>
          <a:p>
            <a:fld id="{CAF5F110-E6C9-4F0F-BF05-F7619BEE6DD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863DB192-1FAC-1613-B8AA-7CD0D5A2616E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4988"/>
            <a:ext cx="5029200" cy="3849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Body Text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15894F67-628E-4E15-359C-96A3A15B92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9588" y="8707438"/>
            <a:ext cx="758825" cy="25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7313" tIns="44450" rIns="87313" bIns="44450">
            <a:spAutoFit/>
          </a:bodyPr>
          <a:lstStyle>
            <a:lvl1pPr defTabSz="8683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34975" defTabSz="8683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68363" defTabSz="8683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03338" defTabSz="8683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736725" defTabSz="8683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193925" defTabSz="8683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651125" defTabSz="8683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108325" defTabSz="8683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565525" defTabSz="8683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en-US" sz="1200" b="0">
                <a:effectLst/>
              </a:rPr>
              <a:t>Page </a:t>
            </a:r>
            <a:fld id="{78996AD1-3E70-4345-813F-097BEFC86E27}" type="slidenum">
              <a:rPr lang="en-US" altLang="en-US" sz="1200" b="0">
                <a:effectLst/>
              </a:rPr>
              <a:pPr algn="ctr">
                <a:lnSpc>
                  <a:spcPct val="90000"/>
                </a:lnSpc>
              </a:pPr>
              <a:t>‹#›</a:t>
            </a:fld>
            <a:endParaRPr lang="en-US" altLang="en-US" sz="1200" b="0">
              <a:effectLst/>
            </a:endParaRPr>
          </a:p>
        </p:txBody>
      </p:sp>
      <p:sp>
        <p:nvSpPr>
          <p:cNvPr id="2056" name="Rectangle 8">
            <a:extLst>
              <a:ext uri="{FF2B5EF4-FFF2-40B4-BE49-F238E27FC236}">
                <a16:creationId xmlns:a16="http://schemas.microsoft.com/office/drawing/2014/main" id="{47D7F930-CE97-4AF5-4D04-1AF4AC59829C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9350" y="692150"/>
            <a:ext cx="4559300" cy="3416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FF9972DC-71BB-6468-6824-3BE89989A2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2488D95-6675-4D2A-B780-1C5E81BAE544}" type="slidenum">
              <a:rPr lang="en-US" altLang="en-US"/>
              <a:pPr/>
              <a:t>1</a:t>
            </a:fld>
            <a:endParaRPr lang="en-US" altLang="en-US"/>
          </a:p>
        </p:txBody>
      </p:sp>
      <p:sp>
        <p:nvSpPr>
          <p:cNvPr id="5122" name="Rectangle 2">
            <a:extLst>
              <a:ext uri="{FF2B5EF4-FFF2-40B4-BE49-F238E27FC236}">
                <a16:creationId xmlns:a16="http://schemas.microsoft.com/office/drawing/2014/main" id="{5D487B93-C29B-5ECF-0308-27E1E8A19D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7938"/>
            <a:ext cx="29718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5BA13F1D-FD1E-0B92-D873-2E2C51BE4D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705850"/>
            <a:ext cx="29718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US" sz="1000" b="0" i="1">
                <a:effectLst/>
                <a:latin typeface="Times New Roman" panose="02020603050405020304" pitchFamily="18" charset="0"/>
              </a:rPr>
              <a:t>26</a:t>
            </a:r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692E7DBD-39B9-4436-ABDB-02E98F2EFC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705850"/>
            <a:ext cx="29718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A8206964-180A-57BB-A8FF-0904685047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938"/>
            <a:ext cx="29718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7764289D-49BB-26B6-42F6-98382AF263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altLang="en-US"/>
          </a:p>
        </p:txBody>
      </p:sp>
      <p:sp>
        <p:nvSpPr>
          <p:cNvPr id="5127" name="Rectangle 7">
            <a:extLst>
              <a:ext uri="{FF2B5EF4-FFF2-40B4-BE49-F238E27FC236}">
                <a16:creationId xmlns:a16="http://schemas.microsoft.com/office/drawing/2014/main" id="{EF4D39B1-31EF-576A-B7C5-36502802298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4D445950-8CE7-C559-0FF7-C5B84F74399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8EA9A8A-2801-47CE-BD24-60F33B825ECB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7170" name="Rectangle 2">
            <a:extLst>
              <a:ext uri="{FF2B5EF4-FFF2-40B4-BE49-F238E27FC236}">
                <a16:creationId xmlns:a16="http://schemas.microsoft.com/office/drawing/2014/main" id="{6C93ED28-135A-A362-C32A-77AD8EBC28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7938"/>
            <a:ext cx="29718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6E423281-91BE-CA64-488F-99EFF3403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705850"/>
            <a:ext cx="29718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US" sz="1000" b="0" i="1">
                <a:effectLst/>
                <a:latin typeface="Times New Roman" panose="02020603050405020304" pitchFamily="18" charset="0"/>
              </a:rPr>
              <a:t>27</a:t>
            </a:r>
          </a:p>
        </p:txBody>
      </p:sp>
      <p:sp>
        <p:nvSpPr>
          <p:cNvPr id="7172" name="Rectangle 4">
            <a:extLst>
              <a:ext uri="{FF2B5EF4-FFF2-40B4-BE49-F238E27FC236}">
                <a16:creationId xmlns:a16="http://schemas.microsoft.com/office/drawing/2014/main" id="{B4C3994C-684B-63D8-FB32-7E39EEB217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705850"/>
            <a:ext cx="29718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3" name="Rectangle 5">
            <a:extLst>
              <a:ext uri="{FF2B5EF4-FFF2-40B4-BE49-F238E27FC236}">
                <a16:creationId xmlns:a16="http://schemas.microsoft.com/office/drawing/2014/main" id="{328CCB43-3AF7-7634-5216-0E485DCE5B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938"/>
            <a:ext cx="29718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4" name="Rectangle 6">
            <a:extLst>
              <a:ext uri="{FF2B5EF4-FFF2-40B4-BE49-F238E27FC236}">
                <a16:creationId xmlns:a16="http://schemas.microsoft.com/office/drawing/2014/main" id="{40F58CF6-7AC9-992C-5170-28B0494C2B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altLang="en-US"/>
          </a:p>
        </p:txBody>
      </p:sp>
      <p:sp>
        <p:nvSpPr>
          <p:cNvPr id="7175" name="Rectangle 7">
            <a:extLst>
              <a:ext uri="{FF2B5EF4-FFF2-40B4-BE49-F238E27FC236}">
                <a16:creationId xmlns:a16="http://schemas.microsoft.com/office/drawing/2014/main" id="{7D7EDA3A-A2DD-E75E-55FC-7992CB514C7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962D791A-9F4A-7415-8FBE-73BA5AC578A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2796115-558C-4E07-964A-C722B9ED5A53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9218" name="Rectangle 2">
            <a:extLst>
              <a:ext uri="{FF2B5EF4-FFF2-40B4-BE49-F238E27FC236}">
                <a16:creationId xmlns:a16="http://schemas.microsoft.com/office/drawing/2014/main" id="{F5EB7A8E-5B17-D2AB-A976-3580D9CD2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7938"/>
            <a:ext cx="29718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1874974E-F2A0-C7CD-6BCA-6F4F598866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705850"/>
            <a:ext cx="29718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US" sz="1000" b="0" i="1">
                <a:effectLst/>
                <a:latin typeface="Times New Roman" panose="02020603050405020304" pitchFamily="18" charset="0"/>
              </a:rPr>
              <a:t>28</a:t>
            </a:r>
          </a:p>
        </p:txBody>
      </p:sp>
      <p:sp>
        <p:nvSpPr>
          <p:cNvPr id="9220" name="Rectangle 4">
            <a:extLst>
              <a:ext uri="{FF2B5EF4-FFF2-40B4-BE49-F238E27FC236}">
                <a16:creationId xmlns:a16="http://schemas.microsoft.com/office/drawing/2014/main" id="{87576BB8-69DA-FDF4-82DE-2EF1728B80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705850"/>
            <a:ext cx="29718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61E2230F-075C-4C67-27B6-9A6B2F028B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938"/>
            <a:ext cx="29718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22" name="Rectangle 6">
            <a:extLst>
              <a:ext uri="{FF2B5EF4-FFF2-40B4-BE49-F238E27FC236}">
                <a16:creationId xmlns:a16="http://schemas.microsoft.com/office/drawing/2014/main" id="{5D212329-7F0F-657F-444A-F8A6E7C365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altLang="en-US"/>
          </a:p>
        </p:txBody>
      </p:sp>
      <p:sp>
        <p:nvSpPr>
          <p:cNvPr id="9223" name="Rectangle 7">
            <a:extLst>
              <a:ext uri="{FF2B5EF4-FFF2-40B4-BE49-F238E27FC236}">
                <a16:creationId xmlns:a16="http://schemas.microsoft.com/office/drawing/2014/main" id="{B43D582B-4337-2ADD-505F-829A06C1D1B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2FE2ABB9-1CCF-C3FD-8CD4-18B896C524B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57933BB-8478-4EFD-B6C4-195E39BFFEEF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11266" name="Rectangle 2">
            <a:extLst>
              <a:ext uri="{FF2B5EF4-FFF2-40B4-BE49-F238E27FC236}">
                <a16:creationId xmlns:a16="http://schemas.microsoft.com/office/drawing/2014/main" id="{5F88FE49-C95C-5DF5-A81A-77135D8895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7938"/>
            <a:ext cx="29718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EA54EA47-794D-473A-9DA4-FDE9281B83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705850"/>
            <a:ext cx="29718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US" sz="1000" b="0" i="1">
                <a:effectLst/>
                <a:latin typeface="Times New Roman" panose="02020603050405020304" pitchFamily="18" charset="0"/>
              </a:rPr>
              <a:t>29</a:t>
            </a:r>
          </a:p>
        </p:txBody>
      </p:sp>
      <p:sp>
        <p:nvSpPr>
          <p:cNvPr id="11268" name="Rectangle 4">
            <a:extLst>
              <a:ext uri="{FF2B5EF4-FFF2-40B4-BE49-F238E27FC236}">
                <a16:creationId xmlns:a16="http://schemas.microsoft.com/office/drawing/2014/main" id="{11A6A519-D472-0252-43DE-B24E6D2D81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705850"/>
            <a:ext cx="29718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69" name="Rectangle 5">
            <a:extLst>
              <a:ext uri="{FF2B5EF4-FFF2-40B4-BE49-F238E27FC236}">
                <a16:creationId xmlns:a16="http://schemas.microsoft.com/office/drawing/2014/main" id="{41677BD4-5382-70AC-D226-F1DE9FB06E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938"/>
            <a:ext cx="29718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0" name="Rectangle 6">
            <a:extLst>
              <a:ext uri="{FF2B5EF4-FFF2-40B4-BE49-F238E27FC236}">
                <a16:creationId xmlns:a16="http://schemas.microsoft.com/office/drawing/2014/main" id="{61E7C814-E22C-DEC1-F418-559BB046B4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altLang="en-US"/>
          </a:p>
        </p:txBody>
      </p:sp>
      <p:sp>
        <p:nvSpPr>
          <p:cNvPr id="11271" name="Rectangle 7">
            <a:extLst>
              <a:ext uri="{FF2B5EF4-FFF2-40B4-BE49-F238E27FC236}">
                <a16:creationId xmlns:a16="http://schemas.microsoft.com/office/drawing/2014/main" id="{94E325FB-1067-97B8-692E-FF55FB84455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74DC8A5D-E9F2-CEFA-6DA1-6D0A6032B35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6632C11-01EA-44C5-8D7F-28FD3B7BDCEC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13314" name="Rectangle 2">
            <a:extLst>
              <a:ext uri="{FF2B5EF4-FFF2-40B4-BE49-F238E27FC236}">
                <a16:creationId xmlns:a16="http://schemas.microsoft.com/office/drawing/2014/main" id="{5B033E1D-2370-CA70-FAC3-F66C7C8C0E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7938"/>
            <a:ext cx="29718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1527A118-BA27-9DF2-5D9E-CA6A107239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705850"/>
            <a:ext cx="29718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US" sz="1000" b="0" i="1">
                <a:effectLst/>
                <a:latin typeface="Times New Roman" panose="02020603050405020304" pitchFamily="18" charset="0"/>
              </a:rPr>
              <a:t>30</a:t>
            </a:r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36E4D564-8150-4BAB-7E5D-E62186C00D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705850"/>
            <a:ext cx="29718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17" name="Rectangle 5">
            <a:extLst>
              <a:ext uri="{FF2B5EF4-FFF2-40B4-BE49-F238E27FC236}">
                <a16:creationId xmlns:a16="http://schemas.microsoft.com/office/drawing/2014/main" id="{33B36AFE-3C81-4483-5061-D867D6A0AD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938"/>
            <a:ext cx="29718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18" name="Rectangle 6">
            <a:extLst>
              <a:ext uri="{FF2B5EF4-FFF2-40B4-BE49-F238E27FC236}">
                <a16:creationId xmlns:a16="http://schemas.microsoft.com/office/drawing/2014/main" id="{91A3E57C-6CE0-D9D5-12C3-716B3DD21B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altLang="en-US"/>
          </a:p>
        </p:txBody>
      </p:sp>
      <p:sp>
        <p:nvSpPr>
          <p:cNvPr id="13319" name="Rectangle 7">
            <a:extLst>
              <a:ext uri="{FF2B5EF4-FFF2-40B4-BE49-F238E27FC236}">
                <a16:creationId xmlns:a16="http://schemas.microsoft.com/office/drawing/2014/main" id="{508A2E30-A5C0-12F6-B537-EAA8D284166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4B8A1A72-CC18-4FD7-A91A-C60B02EE96B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683D909-BB5B-4F4F-A8ED-8987A0CCE45D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BFEE9E88-B17F-24F9-FA03-21885C0352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7938"/>
            <a:ext cx="29718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4F9F5F11-4F45-F6F5-EC9C-E42362BB9A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705850"/>
            <a:ext cx="29718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US" sz="1000" b="0" i="1">
                <a:effectLst/>
                <a:latin typeface="Times New Roman" panose="02020603050405020304" pitchFamily="18" charset="0"/>
              </a:rPr>
              <a:t>31</a:t>
            </a:r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37284BFC-775C-D4E0-0E2B-D30BEFC0DA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705850"/>
            <a:ext cx="29718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19B61C60-08DA-1E20-369D-B177224698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938"/>
            <a:ext cx="29718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66" name="Rectangle 6">
            <a:extLst>
              <a:ext uri="{FF2B5EF4-FFF2-40B4-BE49-F238E27FC236}">
                <a16:creationId xmlns:a16="http://schemas.microsoft.com/office/drawing/2014/main" id="{762A235A-6810-F385-2D92-52AF271343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altLang="en-US"/>
          </a:p>
        </p:txBody>
      </p:sp>
      <p:sp>
        <p:nvSpPr>
          <p:cNvPr id="15367" name="Rectangle 7">
            <a:extLst>
              <a:ext uri="{FF2B5EF4-FFF2-40B4-BE49-F238E27FC236}">
                <a16:creationId xmlns:a16="http://schemas.microsoft.com/office/drawing/2014/main" id="{519CB2EB-1C2E-0781-2613-94EE42C193B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966B6100-0EB7-E2E5-D2F1-0E8102CAC4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948473F-6551-4E00-A398-548CCCE9ECA2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61093EA3-5383-E5F7-56C3-F67CE3CFC6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7938"/>
            <a:ext cx="29718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BD998389-0B12-7970-AD83-CA1D348017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705850"/>
            <a:ext cx="29718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US" sz="1000" b="0" i="1">
                <a:effectLst/>
                <a:latin typeface="Times New Roman" panose="02020603050405020304" pitchFamily="18" charset="0"/>
              </a:rPr>
              <a:t>32</a:t>
            </a:r>
          </a:p>
        </p:txBody>
      </p:sp>
      <p:sp>
        <p:nvSpPr>
          <p:cNvPr id="17412" name="Rectangle 4">
            <a:extLst>
              <a:ext uri="{FF2B5EF4-FFF2-40B4-BE49-F238E27FC236}">
                <a16:creationId xmlns:a16="http://schemas.microsoft.com/office/drawing/2014/main" id="{50494263-48BB-B327-2DA2-2263EC970F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705850"/>
            <a:ext cx="29718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13" name="Rectangle 5">
            <a:extLst>
              <a:ext uri="{FF2B5EF4-FFF2-40B4-BE49-F238E27FC236}">
                <a16:creationId xmlns:a16="http://schemas.microsoft.com/office/drawing/2014/main" id="{336A097C-8B3A-D060-00DD-35C9CECA6C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938"/>
            <a:ext cx="29718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14" name="Rectangle 6">
            <a:extLst>
              <a:ext uri="{FF2B5EF4-FFF2-40B4-BE49-F238E27FC236}">
                <a16:creationId xmlns:a16="http://schemas.microsoft.com/office/drawing/2014/main" id="{F4439066-E4B2-321E-9EA1-E15DFD9E43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altLang="en-US"/>
          </a:p>
        </p:txBody>
      </p:sp>
      <p:sp>
        <p:nvSpPr>
          <p:cNvPr id="17415" name="Rectangle 7">
            <a:extLst>
              <a:ext uri="{FF2B5EF4-FFF2-40B4-BE49-F238E27FC236}">
                <a16:creationId xmlns:a16="http://schemas.microsoft.com/office/drawing/2014/main" id="{C2D863EF-43D7-EBAB-F6A5-CB3DE97E1D7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867D5940-EA4C-22F2-32D6-C4565CDBBAE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4995BCF-7A62-4C63-BDD0-CC90EB277298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19458" name="Rectangle 2">
            <a:extLst>
              <a:ext uri="{FF2B5EF4-FFF2-40B4-BE49-F238E27FC236}">
                <a16:creationId xmlns:a16="http://schemas.microsoft.com/office/drawing/2014/main" id="{537AFBD4-F57D-FD15-8A4D-8A01A7F81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7938"/>
            <a:ext cx="29718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71FD753D-FD7A-20BF-4549-12FC0AB266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705850"/>
            <a:ext cx="29718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US" sz="1000" b="0" i="1">
                <a:effectLst/>
                <a:latin typeface="Times New Roman" panose="02020603050405020304" pitchFamily="18" charset="0"/>
              </a:rPr>
              <a:t>33</a:t>
            </a:r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5FE4A4C2-0B4A-D6B3-B7CD-F810661210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705850"/>
            <a:ext cx="29718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61" name="Rectangle 5">
            <a:extLst>
              <a:ext uri="{FF2B5EF4-FFF2-40B4-BE49-F238E27FC236}">
                <a16:creationId xmlns:a16="http://schemas.microsoft.com/office/drawing/2014/main" id="{B8CD7FA9-6361-BC23-9FF1-B4575ABEA2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938"/>
            <a:ext cx="29718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62" name="Rectangle 6">
            <a:extLst>
              <a:ext uri="{FF2B5EF4-FFF2-40B4-BE49-F238E27FC236}">
                <a16:creationId xmlns:a16="http://schemas.microsoft.com/office/drawing/2014/main" id="{597762EC-7AB3-D326-CA3A-D62DB2639D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altLang="en-US"/>
          </a:p>
        </p:txBody>
      </p:sp>
      <p:sp>
        <p:nvSpPr>
          <p:cNvPr id="19463" name="Rectangle 7">
            <a:extLst>
              <a:ext uri="{FF2B5EF4-FFF2-40B4-BE49-F238E27FC236}">
                <a16:creationId xmlns:a16="http://schemas.microsoft.com/office/drawing/2014/main" id="{F332B966-975B-7B4E-A3AB-1B14AEE0F86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B45495EB-4E02-4241-8841-1FEFCD517C4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1D98A25-1E19-4FFB-8821-0091F11D13DB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21506" name="Rectangle 2">
            <a:extLst>
              <a:ext uri="{FF2B5EF4-FFF2-40B4-BE49-F238E27FC236}">
                <a16:creationId xmlns:a16="http://schemas.microsoft.com/office/drawing/2014/main" id="{283EE0E9-EC9F-8732-6739-E5E1C945B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7938"/>
            <a:ext cx="29718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BA0A7F40-2706-ACF0-C418-27D07B61BF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705850"/>
            <a:ext cx="29718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US" sz="1000" b="0" i="1">
                <a:effectLst/>
                <a:latin typeface="Times New Roman" panose="02020603050405020304" pitchFamily="18" charset="0"/>
              </a:rPr>
              <a:t>34</a:t>
            </a:r>
          </a:p>
        </p:txBody>
      </p:sp>
      <p:sp>
        <p:nvSpPr>
          <p:cNvPr id="21508" name="Rectangle 4">
            <a:extLst>
              <a:ext uri="{FF2B5EF4-FFF2-40B4-BE49-F238E27FC236}">
                <a16:creationId xmlns:a16="http://schemas.microsoft.com/office/drawing/2014/main" id="{92004968-E814-8104-266C-76CBD65B78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705850"/>
            <a:ext cx="29718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09" name="Rectangle 5">
            <a:extLst>
              <a:ext uri="{FF2B5EF4-FFF2-40B4-BE49-F238E27FC236}">
                <a16:creationId xmlns:a16="http://schemas.microsoft.com/office/drawing/2014/main" id="{7EB77107-AFDE-0FD9-9FF5-72576E8B97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938"/>
            <a:ext cx="29718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10" name="Rectangle 6">
            <a:extLst>
              <a:ext uri="{FF2B5EF4-FFF2-40B4-BE49-F238E27FC236}">
                <a16:creationId xmlns:a16="http://schemas.microsoft.com/office/drawing/2014/main" id="{6BE793E1-40A4-F161-3D87-1F233CFE96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altLang="en-US"/>
          </a:p>
        </p:txBody>
      </p:sp>
      <p:sp>
        <p:nvSpPr>
          <p:cNvPr id="21511" name="Rectangle 7">
            <a:extLst>
              <a:ext uri="{FF2B5EF4-FFF2-40B4-BE49-F238E27FC236}">
                <a16:creationId xmlns:a16="http://schemas.microsoft.com/office/drawing/2014/main" id="{D5504EF9-73D0-2B26-A0B2-EC7C2104FA7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675FD7C4-D2FA-310B-04C9-B07F17C325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DF4AAEF-A9E6-4B28-AACA-5809100038AD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460E1EF7-AFFA-35AA-168A-C34A326C4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7938"/>
            <a:ext cx="29718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9CD08454-2241-64E1-27B7-BE8AF54FC1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705850"/>
            <a:ext cx="29718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US" sz="1000" b="0" i="1">
                <a:effectLst/>
                <a:latin typeface="Times New Roman" panose="02020603050405020304" pitchFamily="18" charset="0"/>
              </a:rPr>
              <a:t>35</a:t>
            </a:r>
          </a:p>
        </p:txBody>
      </p:sp>
      <p:sp>
        <p:nvSpPr>
          <p:cNvPr id="23556" name="Rectangle 4">
            <a:extLst>
              <a:ext uri="{FF2B5EF4-FFF2-40B4-BE49-F238E27FC236}">
                <a16:creationId xmlns:a16="http://schemas.microsoft.com/office/drawing/2014/main" id="{31C89E9C-4074-6E51-C0F2-7E1FD8DAB9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705850"/>
            <a:ext cx="29718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57" name="Rectangle 5">
            <a:extLst>
              <a:ext uri="{FF2B5EF4-FFF2-40B4-BE49-F238E27FC236}">
                <a16:creationId xmlns:a16="http://schemas.microsoft.com/office/drawing/2014/main" id="{B85CD9E4-F8AB-2F2C-4116-242F57D20B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938"/>
            <a:ext cx="29718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58" name="Rectangle 6">
            <a:extLst>
              <a:ext uri="{FF2B5EF4-FFF2-40B4-BE49-F238E27FC236}">
                <a16:creationId xmlns:a16="http://schemas.microsoft.com/office/drawing/2014/main" id="{896D328A-DB69-FAA3-2BB8-9666AD8319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altLang="en-US"/>
          </a:p>
        </p:txBody>
      </p:sp>
      <p:sp>
        <p:nvSpPr>
          <p:cNvPr id="23559" name="Rectangle 7">
            <a:extLst>
              <a:ext uri="{FF2B5EF4-FFF2-40B4-BE49-F238E27FC236}">
                <a16:creationId xmlns:a16="http://schemas.microsoft.com/office/drawing/2014/main" id="{947AED7E-F452-3BA1-1C93-56D8B357551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0FC6870F-8418-6FB7-453B-1BB347F8BC5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CAFE4B1-A20F-48E9-9AFF-7EB1B4570F66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124007D5-4D5D-D836-3AA4-5BCE5D5C4B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7938"/>
            <a:ext cx="29718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A7AAA4B9-9846-3924-4392-55B2F4E113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705850"/>
            <a:ext cx="29718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US" sz="1000" b="0" i="1">
                <a:effectLst/>
                <a:latin typeface="Times New Roman" panose="02020603050405020304" pitchFamily="18" charset="0"/>
              </a:rPr>
              <a:t>36</a:t>
            </a:r>
          </a:p>
        </p:txBody>
      </p:sp>
      <p:sp>
        <p:nvSpPr>
          <p:cNvPr id="25604" name="Rectangle 4">
            <a:extLst>
              <a:ext uri="{FF2B5EF4-FFF2-40B4-BE49-F238E27FC236}">
                <a16:creationId xmlns:a16="http://schemas.microsoft.com/office/drawing/2014/main" id="{F027C2AC-9D54-36A3-7967-9C4F00F899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705850"/>
            <a:ext cx="29718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393169DC-AD39-A2C9-2040-2C5B04E2A6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938"/>
            <a:ext cx="29718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06" name="Rectangle 6">
            <a:extLst>
              <a:ext uri="{FF2B5EF4-FFF2-40B4-BE49-F238E27FC236}">
                <a16:creationId xmlns:a16="http://schemas.microsoft.com/office/drawing/2014/main" id="{85660524-CC49-46EA-B688-A7DA188061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altLang="en-US"/>
          </a:p>
        </p:txBody>
      </p:sp>
      <p:sp>
        <p:nvSpPr>
          <p:cNvPr id="25607" name="Rectangle 7">
            <a:extLst>
              <a:ext uri="{FF2B5EF4-FFF2-40B4-BE49-F238E27FC236}">
                <a16:creationId xmlns:a16="http://schemas.microsoft.com/office/drawing/2014/main" id="{11F66F91-536D-D07E-AB47-EBB368C396A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8CADF3AA-BA9C-B3CB-389B-A92E4E44DC4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68B59BB-9384-4692-8E52-5FD68E119AC3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27650" name="Rectangle 2">
            <a:extLst>
              <a:ext uri="{FF2B5EF4-FFF2-40B4-BE49-F238E27FC236}">
                <a16:creationId xmlns:a16="http://schemas.microsoft.com/office/drawing/2014/main" id="{E8F4D37D-7FCF-096B-2B96-20539A34A1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7938"/>
            <a:ext cx="29718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63C9EF01-592A-6D21-5F5E-3BC27097E2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705850"/>
            <a:ext cx="29718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US" sz="1000" b="0" i="1">
                <a:effectLst/>
                <a:latin typeface="Times New Roman" panose="02020603050405020304" pitchFamily="18" charset="0"/>
              </a:rPr>
              <a:t>36</a:t>
            </a:r>
          </a:p>
        </p:txBody>
      </p:sp>
      <p:sp>
        <p:nvSpPr>
          <p:cNvPr id="27652" name="Rectangle 4">
            <a:extLst>
              <a:ext uri="{FF2B5EF4-FFF2-40B4-BE49-F238E27FC236}">
                <a16:creationId xmlns:a16="http://schemas.microsoft.com/office/drawing/2014/main" id="{4C839F4E-CF06-4F3D-8DE8-41D237284C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705850"/>
            <a:ext cx="29718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3" name="Rectangle 5">
            <a:extLst>
              <a:ext uri="{FF2B5EF4-FFF2-40B4-BE49-F238E27FC236}">
                <a16:creationId xmlns:a16="http://schemas.microsoft.com/office/drawing/2014/main" id="{A675F502-99E9-503B-B909-BB1A0EDAEB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938"/>
            <a:ext cx="29718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4" name="Rectangle 6">
            <a:extLst>
              <a:ext uri="{FF2B5EF4-FFF2-40B4-BE49-F238E27FC236}">
                <a16:creationId xmlns:a16="http://schemas.microsoft.com/office/drawing/2014/main" id="{E0FD4F92-362F-A5AC-084D-F221F87265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altLang="en-US"/>
          </a:p>
        </p:txBody>
      </p:sp>
      <p:sp>
        <p:nvSpPr>
          <p:cNvPr id="27655" name="Rectangle 7">
            <a:extLst>
              <a:ext uri="{FF2B5EF4-FFF2-40B4-BE49-F238E27FC236}">
                <a16:creationId xmlns:a16="http://schemas.microsoft.com/office/drawing/2014/main" id="{532F2E9C-F23F-80F6-F70A-2F362F4A42B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8FFA3-4F18-DFAE-3956-FA43EF2228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3B40C6-E3E5-31D9-CE79-9C87ED9616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835629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C77E3-C67A-8C44-869A-3BC811514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8F2FC-08CC-7B1C-D5EB-6802FED98F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49157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414F4-1B67-EB39-7DC4-40F03ED7B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876B00-0C89-1CAC-4E08-D086CDD930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14088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7C69C-F449-2563-0953-CE4612387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7B672-98D6-CC77-C070-F94B4C2AAA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9F13F9-83D4-95FE-58AC-06127BDF0E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2506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FE5D6-079C-A3A3-B0E2-531D299C7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298CA5-4058-5841-A43E-C89B28DA9B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06335D-4B77-6089-4751-F3192F100C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F2AB87-D0C3-77F5-4708-8236EA6012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CC9099-2D41-1AFA-2499-5E53E4BF00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4824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2667B-483F-DC48-6CE4-5083CDAE2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81339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8329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67CDC-6A64-F984-79DA-357E15461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B321F-FE53-688D-4404-EA6B034E87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1AB37A-825F-D9E8-3FD5-E899D57BF7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77742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6A503-68B4-69AB-9E88-C3EB8B603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FC43C1-0C3F-5D0C-9434-EAA28A2F84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AA8185-32DE-80A5-8766-BD4D4FD5F8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52369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DFC6F-EA57-3468-68F7-65B724331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5E385B-6FBF-1C3E-3549-F969636D2F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62465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343B02-B82D-4C3E-9513-3B95128D87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127C82-E186-11B9-7C78-3BA3713680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94593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4AD05BF-4C36-007E-0374-4F3A830A64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88" y="77788"/>
            <a:ext cx="8988425" cy="670242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 kern="12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</a:defRPr>
      </a:lvl9pPr>
    </p:titleStyle>
    <p:bodyStyle>
      <a:lvl1pPr marL="381000" indent="-3810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accent2"/>
        </a:buClr>
        <a:buSzPct val="75000"/>
        <a:buFont typeface="Wingdings" panose="05000000000000000000" pitchFamily="2" charset="2"/>
        <a:buChar char="u"/>
        <a:defRPr sz="24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952500" indent="-3810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hlink"/>
        </a:buClr>
        <a:buSzPct val="65000"/>
        <a:buFont typeface="Monotype Sorts" charset="0"/>
        <a:buChar char="l"/>
        <a:defRPr sz="24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+mn-ea"/>
          <a:cs typeface="+mn-cs"/>
        </a:defRPr>
      </a:lvl2pPr>
      <a:lvl3pPr marL="152400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®"/>
        <a:defRPr sz="20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+mn-ea"/>
          <a:cs typeface="+mn-cs"/>
        </a:defRPr>
      </a:lvl3pPr>
      <a:lvl4pPr marL="209550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rgbClr val="8CF4EA"/>
        </a:buClr>
        <a:buSzPct val="100000"/>
        <a:buFont typeface="Wingdings" panose="05000000000000000000" pitchFamily="2" charset="2"/>
        <a:buChar char="¯"/>
        <a:defRPr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+mn-ea"/>
          <a:cs typeface="+mn-cs"/>
        </a:defRPr>
      </a:lvl4pPr>
      <a:lvl5pPr marL="24384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654FACD1-6A78-8D7F-194B-BAB4F9F0B2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DD884CB3-005A-D9F2-EA0E-A3D715E5B1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84DBBE44-5816-05A7-8AD1-13B9148938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988" y="230188"/>
            <a:ext cx="7162800" cy="6392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$ SET SOURCEFORMAT"FREE"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IDENTIFICATION DIVISION.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PROGRAM-ID.  </a:t>
            </a:r>
            <a:r>
              <a:rPr lang="en-US" altLang="en-US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Iteration-Program.</a:t>
            </a:r>
            <a:endParaRPr lang="en-US" altLang="en-US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AUTHOR.  Michael Coughlan.</a:t>
            </a:r>
          </a:p>
          <a:p>
            <a:pPr>
              <a:lnSpc>
                <a:spcPct val="85000"/>
              </a:lnSpc>
            </a:pPr>
            <a:endParaRPr lang="en-US" altLang="en-US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DATA DIVISION.</a:t>
            </a:r>
            <a:endParaRPr lang="en-US" altLang="en-US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WORKING-STORAGE SECTION.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01  Num1           PIC 9  VALUE ZEROS.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01  Num2           PIC 9  VALUE ZEROS.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01  Result         PIC 99 VALUE ZEROS.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01  Operator       PIC X  VALUE SPACE.</a:t>
            </a:r>
          </a:p>
          <a:p>
            <a:pPr>
              <a:lnSpc>
                <a:spcPct val="85000"/>
              </a:lnSpc>
            </a:pPr>
            <a:endParaRPr lang="en-US" altLang="en-US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PROCEDURE DIVISION.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Calculator.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PERFORM 5 TIMES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ACCEPT Num1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ACCEPT Num2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ACCEPT Operator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IF Operator = "+" THEN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   ADD Num1, Num2 GIVING Result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END-IF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IF Operator = "*" THEN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   MULTIPLY Num1 BY Num2 GIVING Result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END-IF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DISPLAY "Result is = ", Result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END-PERFORM.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STOP RUN.</a:t>
            </a:r>
          </a:p>
        </p:txBody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A7BE7E36-5102-46C9-3362-D314FA254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9550" y="692150"/>
            <a:ext cx="1054100" cy="3683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>
                <a:effectLst/>
              </a:rPr>
              <a:t>D</a:t>
            </a:r>
            <a:r>
              <a:rPr lang="en-US" altLang="en-US" sz="1600">
                <a:effectLst/>
              </a:rPr>
              <a:t>ATA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32E32278-F801-EC08-0594-CFC12A817D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1350" y="692150"/>
            <a:ext cx="3187700" cy="2921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76200" tIns="46038" rIns="76200" bIns="46038"/>
          <a:lstStyle/>
          <a:p>
            <a:r>
              <a:rPr lang="en-US" altLang="en-US" sz="1400">
                <a:solidFill>
                  <a:srgbClr val="00279F"/>
                </a:solidFill>
                <a:effectLst/>
              </a:rPr>
              <a:t>Num1  Num2     Result       Operator</a:t>
            </a:r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64EE5281-9B56-0EA6-240D-3C8F712B27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1350" y="996950"/>
            <a:ext cx="5969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/>
          <a:lstStyle/>
          <a:p>
            <a:pPr algn="ct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  <a:effectLst/>
              </a:rPr>
              <a:t>0</a:t>
            </a:r>
          </a:p>
        </p:txBody>
      </p:sp>
      <p:sp>
        <p:nvSpPr>
          <p:cNvPr id="4104" name="Rectangle 8">
            <a:extLst>
              <a:ext uri="{FF2B5EF4-FFF2-40B4-BE49-F238E27FC236}">
                <a16:creationId xmlns:a16="http://schemas.microsoft.com/office/drawing/2014/main" id="{D8EFCFFC-DB67-C373-7CB0-343A303AA4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0950" y="996950"/>
            <a:ext cx="5969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/>
          <a:lstStyle/>
          <a:p>
            <a:pPr algn="ct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  <a:effectLst/>
              </a:rPr>
              <a:t>0</a:t>
            </a:r>
          </a:p>
          <a:p>
            <a:pPr algn="ctr">
              <a:spcBef>
                <a:spcPct val="50000"/>
              </a:spcBef>
            </a:pPr>
            <a:endParaRPr lang="en-US" altLang="en-US">
              <a:solidFill>
                <a:schemeClr val="bg1"/>
              </a:solidFill>
              <a:effectLst/>
            </a:endParaRPr>
          </a:p>
          <a:p>
            <a:pPr algn="ctr">
              <a:spcBef>
                <a:spcPct val="50000"/>
              </a:spcBef>
            </a:pPr>
            <a:endParaRPr lang="en-US" altLang="en-US">
              <a:solidFill>
                <a:schemeClr val="bg1"/>
              </a:solidFill>
              <a:effectLst/>
            </a:endParaRPr>
          </a:p>
        </p:txBody>
      </p:sp>
      <p:sp>
        <p:nvSpPr>
          <p:cNvPr id="4105" name="Rectangle 9">
            <a:extLst>
              <a:ext uri="{FF2B5EF4-FFF2-40B4-BE49-F238E27FC236}">
                <a16:creationId xmlns:a16="http://schemas.microsoft.com/office/drawing/2014/main" id="{31BF1530-0FBD-4609-E5B8-D01B90637F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0550" y="996950"/>
            <a:ext cx="9779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/>
          <a:lstStyle/>
          <a:p>
            <a:pPr algn="ct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  <a:effectLst/>
              </a:rPr>
              <a:t>00</a:t>
            </a:r>
          </a:p>
        </p:txBody>
      </p:sp>
      <p:sp>
        <p:nvSpPr>
          <p:cNvPr id="4106" name="Rectangle 10">
            <a:extLst>
              <a:ext uri="{FF2B5EF4-FFF2-40B4-BE49-F238E27FC236}">
                <a16:creationId xmlns:a16="http://schemas.microsoft.com/office/drawing/2014/main" id="{6F5EE8C5-AA7E-075A-F74F-CBF1BB4560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8150" y="311150"/>
            <a:ext cx="10541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>
                <a:solidFill>
                  <a:srgbClr val="00279F"/>
                </a:solidFill>
                <a:effectLst/>
              </a:rPr>
              <a:t>D</a:t>
            </a:r>
            <a:r>
              <a:rPr lang="en-US" altLang="en-US" sz="1600">
                <a:solidFill>
                  <a:srgbClr val="00279F"/>
                </a:solidFill>
                <a:effectLst/>
              </a:rPr>
              <a:t>ATA</a:t>
            </a:r>
          </a:p>
        </p:txBody>
      </p:sp>
      <p:sp>
        <p:nvSpPr>
          <p:cNvPr id="4107" name="Rectangle 11">
            <a:extLst>
              <a:ext uri="{FF2B5EF4-FFF2-40B4-BE49-F238E27FC236}">
                <a16:creationId xmlns:a16="http://schemas.microsoft.com/office/drawing/2014/main" id="{07972B37-8E50-FB0A-979C-07BFD6277C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1150" y="996950"/>
            <a:ext cx="9779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/>
          <a:lstStyle/>
          <a:p>
            <a:pPr algn="ct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  <a:effectLst/>
              </a:rPr>
              <a:t>_</a:t>
            </a: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0962D549-6532-5B11-D8D3-BFF3F058DB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6E854F8F-0D49-A1CF-A085-C8AFC4E7B4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6ED159DE-CA45-5605-FACB-0725895B25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988" y="230188"/>
            <a:ext cx="7162800" cy="6392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$ SET SOURCEFORMAT"FREE"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IDENTIFICATION DIVISION.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PROGRAM-ID.  Iteration-Program.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AUTHOR.  Michael Coughlan.</a:t>
            </a:r>
          </a:p>
          <a:p>
            <a:pPr>
              <a:lnSpc>
                <a:spcPct val="85000"/>
              </a:lnSpc>
            </a:pPr>
            <a:endParaRPr lang="en-US" altLang="en-US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DATA DIVISION.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WORKING-STORAGE SECTION.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01  Num1           PIC 9  VALUE ZEROS.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01  Num2           PIC 9  VALUE ZEROS.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01  Result         PIC 99 VALUE ZEROS.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01  Operator       PIC X  VALUE SPACE.</a:t>
            </a:r>
          </a:p>
          <a:p>
            <a:pPr>
              <a:lnSpc>
                <a:spcPct val="85000"/>
              </a:lnSpc>
            </a:pPr>
            <a:endParaRPr lang="en-US" altLang="en-US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PROCEDURE DIVISION.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Calculator.</a:t>
            </a:r>
            <a:endParaRPr lang="en-US" altLang="en-US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    </a:t>
            </a:r>
            <a:r>
              <a:rPr lang="en-US" altLang="en-US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PERFORM 5 TIMES</a:t>
            </a:r>
            <a:endParaRPr lang="en-US" altLang="en-US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ACCEPT Num1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ACCEPT Num2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ACCEPT Operator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IF Operator = "+" THEN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   ADD Num1, Num2 GIVING Result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END-IF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IF Operator = "*" THEN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   MULTIPLY Num1 BY Num2 GIVING Result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END-IF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DISPLAY "Result is = ", Result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</a:t>
            </a:r>
            <a:r>
              <a:rPr lang="en-US" altLang="en-US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 </a:t>
            </a: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END-PERFORM.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STOP RUN.</a:t>
            </a:r>
          </a:p>
        </p:txBody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F1DEEA58-8375-0F7F-C841-D7F3F29434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9550" y="692150"/>
            <a:ext cx="1054100" cy="3683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>
                <a:effectLst/>
              </a:rPr>
              <a:t>D</a:t>
            </a:r>
            <a:r>
              <a:rPr lang="en-US" altLang="en-US" sz="1600">
                <a:effectLst/>
              </a:rPr>
              <a:t>ATA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EDF8DB63-7F72-5AEC-F847-0D7B077D4C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1350" y="692150"/>
            <a:ext cx="3187700" cy="2921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76200" tIns="46038" rIns="76200" bIns="46038"/>
          <a:lstStyle/>
          <a:p>
            <a:r>
              <a:rPr lang="en-US" altLang="en-US" sz="1400">
                <a:solidFill>
                  <a:srgbClr val="00279F"/>
                </a:solidFill>
                <a:effectLst/>
              </a:rPr>
              <a:t>Num1  Num2     Result       Operator</a:t>
            </a:r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A24E135A-8960-35C8-A3CC-AC93EE87EE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1350" y="996950"/>
            <a:ext cx="5969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/>
          <a:lstStyle/>
          <a:p>
            <a:pPr algn="ct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  <a:effectLst/>
              </a:rPr>
              <a:t>0</a:t>
            </a:r>
          </a:p>
        </p:txBody>
      </p:sp>
      <p:sp>
        <p:nvSpPr>
          <p:cNvPr id="6152" name="Rectangle 8">
            <a:extLst>
              <a:ext uri="{FF2B5EF4-FFF2-40B4-BE49-F238E27FC236}">
                <a16:creationId xmlns:a16="http://schemas.microsoft.com/office/drawing/2014/main" id="{AA30E298-001E-0F54-FE23-09CC78B0A9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0950" y="996950"/>
            <a:ext cx="5969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/>
          <a:lstStyle/>
          <a:p>
            <a:pPr algn="ct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  <a:effectLst/>
              </a:rPr>
              <a:t>0</a:t>
            </a:r>
          </a:p>
          <a:p>
            <a:pPr algn="ctr">
              <a:spcBef>
                <a:spcPct val="50000"/>
              </a:spcBef>
            </a:pPr>
            <a:endParaRPr lang="en-US" altLang="en-US">
              <a:solidFill>
                <a:schemeClr val="bg1"/>
              </a:solidFill>
              <a:effectLst/>
            </a:endParaRPr>
          </a:p>
          <a:p>
            <a:pPr algn="ctr">
              <a:spcBef>
                <a:spcPct val="50000"/>
              </a:spcBef>
            </a:pPr>
            <a:endParaRPr lang="en-US" altLang="en-US">
              <a:solidFill>
                <a:schemeClr val="bg1"/>
              </a:solidFill>
              <a:effectLst/>
            </a:endParaRPr>
          </a:p>
        </p:txBody>
      </p:sp>
      <p:sp>
        <p:nvSpPr>
          <p:cNvPr id="6153" name="Rectangle 9">
            <a:extLst>
              <a:ext uri="{FF2B5EF4-FFF2-40B4-BE49-F238E27FC236}">
                <a16:creationId xmlns:a16="http://schemas.microsoft.com/office/drawing/2014/main" id="{1BA16ED2-1C04-1CA4-B14B-A682467D94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0550" y="996950"/>
            <a:ext cx="9779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/>
          <a:lstStyle/>
          <a:p>
            <a:pPr algn="ct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  <a:effectLst/>
              </a:rPr>
              <a:t>00</a:t>
            </a:r>
          </a:p>
        </p:txBody>
      </p:sp>
      <p:sp>
        <p:nvSpPr>
          <p:cNvPr id="6154" name="Rectangle 10">
            <a:extLst>
              <a:ext uri="{FF2B5EF4-FFF2-40B4-BE49-F238E27FC236}">
                <a16:creationId xmlns:a16="http://schemas.microsoft.com/office/drawing/2014/main" id="{CF55D95F-1776-4B83-0B95-59FF6E4A00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8150" y="311150"/>
            <a:ext cx="10541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>
                <a:solidFill>
                  <a:srgbClr val="00279F"/>
                </a:solidFill>
                <a:effectLst/>
              </a:rPr>
              <a:t>D</a:t>
            </a:r>
            <a:r>
              <a:rPr lang="en-US" altLang="en-US" sz="1600">
                <a:solidFill>
                  <a:srgbClr val="00279F"/>
                </a:solidFill>
                <a:effectLst/>
              </a:rPr>
              <a:t>ATA</a:t>
            </a:r>
          </a:p>
        </p:txBody>
      </p:sp>
      <p:sp>
        <p:nvSpPr>
          <p:cNvPr id="6155" name="Rectangle 11">
            <a:extLst>
              <a:ext uri="{FF2B5EF4-FFF2-40B4-BE49-F238E27FC236}">
                <a16:creationId xmlns:a16="http://schemas.microsoft.com/office/drawing/2014/main" id="{AEA0304E-61B3-FC6B-68BA-70B81B48F9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1150" y="996950"/>
            <a:ext cx="9779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/>
          <a:lstStyle/>
          <a:p>
            <a:pPr algn="ct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  <a:effectLst/>
              </a:rPr>
              <a:t>_</a:t>
            </a: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1FB12F02-43DE-AB21-D848-AD8BAE125E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7F7E5EBD-D961-440B-2FD7-D63112E493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196" name="Rectangle 4">
            <a:extLst>
              <a:ext uri="{FF2B5EF4-FFF2-40B4-BE49-F238E27FC236}">
                <a16:creationId xmlns:a16="http://schemas.microsoft.com/office/drawing/2014/main" id="{516D2E29-EE01-51B9-7977-75B7EA82E3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988" y="230188"/>
            <a:ext cx="7162800" cy="6392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$ SET SOURCEFORMAT"FREE"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IDENTIFICATION DIVISION.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PROGRAM-ID.  Iteration-Program.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AUTHOR.  Michael Coughlan.</a:t>
            </a:r>
          </a:p>
          <a:p>
            <a:pPr>
              <a:lnSpc>
                <a:spcPct val="85000"/>
              </a:lnSpc>
            </a:pPr>
            <a:endParaRPr lang="en-US" altLang="en-US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DATA DIVISION.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WORKING-STORAGE SECTION.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01  Num1           PIC 9  VALUE ZEROS.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01  Num2           PIC 9  VALUE ZEROS.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01  Result         PIC 99 VALUE ZEROS.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01  Operator       PIC X  VALUE SPACE.</a:t>
            </a:r>
          </a:p>
          <a:p>
            <a:pPr>
              <a:lnSpc>
                <a:spcPct val="85000"/>
              </a:lnSpc>
            </a:pPr>
            <a:endParaRPr lang="en-US" altLang="en-US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PROCEDURE DIVISION.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Calculator.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PERFORM 5 TIMES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</a:t>
            </a:r>
            <a:r>
              <a:rPr lang="en-US" altLang="en-US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 </a:t>
            </a:r>
            <a:r>
              <a:rPr lang="en-US" altLang="en-US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ACCEPT Num1</a:t>
            </a:r>
            <a:endParaRPr lang="en-US" altLang="en-US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ACCEPT Num2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ACCEPT Operator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IF Operator = "+" THEN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   ADD Num1, Num2 GIVING Result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END-IF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IF Operator = "*" THEN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   MULTIPLY Num1 BY Num2 GIVING Result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END-IF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DISPLAY "Result is = ", Result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END-PERFORM.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STOP RUN.</a:t>
            </a:r>
          </a:p>
        </p:txBody>
      </p:sp>
      <p:sp>
        <p:nvSpPr>
          <p:cNvPr id="8197" name="Rectangle 5">
            <a:extLst>
              <a:ext uri="{FF2B5EF4-FFF2-40B4-BE49-F238E27FC236}">
                <a16:creationId xmlns:a16="http://schemas.microsoft.com/office/drawing/2014/main" id="{E7A81939-7563-9154-5263-DB9FC06B47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9550" y="692150"/>
            <a:ext cx="1054100" cy="3683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>
                <a:effectLst/>
              </a:rPr>
              <a:t>D</a:t>
            </a:r>
            <a:r>
              <a:rPr lang="en-US" altLang="en-US" sz="1600">
                <a:effectLst/>
              </a:rPr>
              <a:t>ATA</a:t>
            </a:r>
          </a:p>
        </p:txBody>
      </p:sp>
      <p:sp>
        <p:nvSpPr>
          <p:cNvPr id="8198" name="Rectangle 6">
            <a:extLst>
              <a:ext uri="{FF2B5EF4-FFF2-40B4-BE49-F238E27FC236}">
                <a16:creationId xmlns:a16="http://schemas.microsoft.com/office/drawing/2014/main" id="{7E920899-0B2F-6645-0039-44B788B46F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1350" y="692150"/>
            <a:ext cx="3187700" cy="2921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76200" tIns="46038" rIns="76200" bIns="46038"/>
          <a:lstStyle/>
          <a:p>
            <a:r>
              <a:rPr lang="en-US" altLang="en-US" sz="1400">
                <a:solidFill>
                  <a:srgbClr val="00279F"/>
                </a:solidFill>
                <a:effectLst/>
              </a:rPr>
              <a:t>Num1  Num2     Result       Operator</a:t>
            </a:r>
          </a:p>
        </p:txBody>
      </p:sp>
      <p:sp>
        <p:nvSpPr>
          <p:cNvPr id="8199" name="Rectangle 7">
            <a:extLst>
              <a:ext uri="{FF2B5EF4-FFF2-40B4-BE49-F238E27FC236}">
                <a16:creationId xmlns:a16="http://schemas.microsoft.com/office/drawing/2014/main" id="{A4CF709A-B1D1-B857-F894-24D3F53A65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1350" y="996950"/>
            <a:ext cx="5969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/>
          <a:lstStyle/>
          <a:p>
            <a:pPr algn="ctr">
              <a:spcBef>
                <a:spcPct val="50000"/>
              </a:spcBef>
            </a:pPr>
            <a:r>
              <a:rPr lang="en-US" altLang="en-US" sz="2000">
                <a:solidFill>
                  <a:srgbClr val="CF0E30"/>
                </a:solidFill>
                <a:effectLst/>
              </a:rPr>
              <a:t>5</a:t>
            </a:r>
          </a:p>
        </p:txBody>
      </p:sp>
      <p:sp>
        <p:nvSpPr>
          <p:cNvPr id="8200" name="Rectangle 8">
            <a:extLst>
              <a:ext uri="{FF2B5EF4-FFF2-40B4-BE49-F238E27FC236}">
                <a16:creationId xmlns:a16="http://schemas.microsoft.com/office/drawing/2014/main" id="{C39CA1A1-ED63-56C8-6831-50EC3C060E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0950" y="996950"/>
            <a:ext cx="5969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/>
          <a:lstStyle/>
          <a:p>
            <a:pPr algn="ct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  <a:effectLst/>
              </a:rPr>
              <a:t>0</a:t>
            </a:r>
          </a:p>
          <a:p>
            <a:pPr algn="ctr">
              <a:spcBef>
                <a:spcPct val="50000"/>
              </a:spcBef>
            </a:pPr>
            <a:endParaRPr lang="en-US" altLang="en-US">
              <a:solidFill>
                <a:schemeClr val="bg1"/>
              </a:solidFill>
              <a:effectLst/>
            </a:endParaRPr>
          </a:p>
          <a:p>
            <a:pPr algn="ctr">
              <a:spcBef>
                <a:spcPct val="50000"/>
              </a:spcBef>
            </a:pPr>
            <a:endParaRPr lang="en-US" altLang="en-US">
              <a:solidFill>
                <a:schemeClr val="bg1"/>
              </a:solidFill>
              <a:effectLst/>
            </a:endParaRPr>
          </a:p>
        </p:txBody>
      </p:sp>
      <p:sp>
        <p:nvSpPr>
          <p:cNvPr id="8201" name="Rectangle 9">
            <a:extLst>
              <a:ext uri="{FF2B5EF4-FFF2-40B4-BE49-F238E27FC236}">
                <a16:creationId xmlns:a16="http://schemas.microsoft.com/office/drawing/2014/main" id="{D446B8C6-43E8-12C4-B2BE-43A3ED6865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0550" y="996950"/>
            <a:ext cx="9779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/>
          <a:lstStyle/>
          <a:p>
            <a:pPr algn="ct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  <a:effectLst/>
              </a:rPr>
              <a:t>00</a:t>
            </a:r>
          </a:p>
        </p:txBody>
      </p:sp>
      <p:sp>
        <p:nvSpPr>
          <p:cNvPr id="8202" name="Rectangle 10">
            <a:extLst>
              <a:ext uri="{FF2B5EF4-FFF2-40B4-BE49-F238E27FC236}">
                <a16:creationId xmlns:a16="http://schemas.microsoft.com/office/drawing/2014/main" id="{54C36632-12FA-2634-15F7-B4AA252FD8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8150" y="311150"/>
            <a:ext cx="10541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>
                <a:solidFill>
                  <a:srgbClr val="00279F"/>
                </a:solidFill>
                <a:effectLst/>
              </a:rPr>
              <a:t>D</a:t>
            </a:r>
            <a:r>
              <a:rPr lang="en-US" altLang="en-US" sz="1600">
                <a:solidFill>
                  <a:srgbClr val="00279F"/>
                </a:solidFill>
                <a:effectLst/>
              </a:rPr>
              <a:t>ATA</a:t>
            </a:r>
          </a:p>
        </p:txBody>
      </p:sp>
      <p:sp>
        <p:nvSpPr>
          <p:cNvPr id="8203" name="Rectangle 11">
            <a:extLst>
              <a:ext uri="{FF2B5EF4-FFF2-40B4-BE49-F238E27FC236}">
                <a16:creationId xmlns:a16="http://schemas.microsoft.com/office/drawing/2014/main" id="{496D0033-E58F-2A55-5511-2313CCB694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1150" y="996950"/>
            <a:ext cx="9779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/>
          <a:lstStyle/>
          <a:p>
            <a:pPr algn="ct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  <a:effectLst/>
              </a:rPr>
              <a:t>_</a:t>
            </a:r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538173E-335D-5796-C5F6-C15E342EFF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8799183B-BD0C-C2C8-2D3D-100730C10C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44" name="Rectangle 4">
            <a:extLst>
              <a:ext uri="{FF2B5EF4-FFF2-40B4-BE49-F238E27FC236}">
                <a16:creationId xmlns:a16="http://schemas.microsoft.com/office/drawing/2014/main" id="{4E0BA1BD-7EBB-682A-E456-D3C8384DD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988" y="230188"/>
            <a:ext cx="7162800" cy="6392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$ SET SOURCEFORMAT"FREE"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IDENTIFICATION DIVISION.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PROGRAM-ID.  Iteration-Program.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AUTHOR.  Michael Coughlan.</a:t>
            </a:r>
          </a:p>
          <a:p>
            <a:pPr>
              <a:lnSpc>
                <a:spcPct val="85000"/>
              </a:lnSpc>
            </a:pPr>
            <a:endParaRPr lang="en-US" altLang="en-US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DATA DIVISION.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WORKING-STORAGE SECTION.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01  Num1           PIC 9  VALUE ZEROS.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01  Num2           PIC 9  VALUE ZEROS.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01  Result         PIC 99 VALUE ZEROS.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01  Operator       PIC X  VALUE SPACE.</a:t>
            </a:r>
          </a:p>
          <a:p>
            <a:pPr>
              <a:lnSpc>
                <a:spcPct val="85000"/>
              </a:lnSpc>
            </a:pPr>
            <a:endParaRPr lang="en-US" altLang="en-US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PROCEDURE DIVISION.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Calculator.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PERFORM 5 TIMES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ACCEPT Num1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</a:t>
            </a:r>
            <a:r>
              <a:rPr lang="en-US" altLang="en-US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ACCEPT Num2</a:t>
            </a:r>
            <a:endParaRPr lang="en-US" altLang="en-US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ACCEPT Operator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IF Operator = "+" THEN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   ADD Num1, Num2 GIVING Result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END-IF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IF Operator = "*" THEN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   MULTIPLY Num1 BY Num2 GIVING Result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END-IF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DISPLAY "Result is = ", Result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END-PERFORM.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STOP RUN.</a:t>
            </a:r>
          </a:p>
        </p:txBody>
      </p:sp>
      <p:sp>
        <p:nvSpPr>
          <p:cNvPr id="10245" name="Rectangle 5">
            <a:extLst>
              <a:ext uri="{FF2B5EF4-FFF2-40B4-BE49-F238E27FC236}">
                <a16:creationId xmlns:a16="http://schemas.microsoft.com/office/drawing/2014/main" id="{945B3592-CA3F-7F67-2F8B-87F8E0B698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9550" y="692150"/>
            <a:ext cx="1054100" cy="3683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>
                <a:effectLst/>
              </a:rPr>
              <a:t>D</a:t>
            </a:r>
            <a:r>
              <a:rPr lang="en-US" altLang="en-US" sz="1600">
                <a:effectLst/>
              </a:rPr>
              <a:t>ATA</a:t>
            </a:r>
          </a:p>
        </p:txBody>
      </p:sp>
      <p:sp>
        <p:nvSpPr>
          <p:cNvPr id="10246" name="Rectangle 6">
            <a:extLst>
              <a:ext uri="{FF2B5EF4-FFF2-40B4-BE49-F238E27FC236}">
                <a16:creationId xmlns:a16="http://schemas.microsoft.com/office/drawing/2014/main" id="{2497F80B-EDB4-BB93-1A81-BBF5D469B7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1350" y="692150"/>
            <a:ext cx="3187700" cy="2921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76200" tIns="46038" rIns="76200" bIns="46038"/>
          <a:lstStyle/>
          <a:p>
            <a:r>
              <a:rPr lang="en-US" altLang="en-US" sz="1400">
                <a:solidFill>
                  <a:srgbClr val="00279F"/>
                </a:solidFill>
                <a:effectLst/>
              </a:rPr>
              <a:t>Num1  Num2     Result       Operator</a:t>
            </a:r>
          </a:p>
        </p:txBody>
      </p:sp>
      <p:sp>
        <p:nvSpPr>
          <p:cNvPr id="10247" name="Rectangle 7">
            <a:extLst>
              <a:ext uri="{FF2B5EF4-FFF2-40B4-BE49-F238E27FC236}">
                <a16:creationId xmlns:a16="http://schemas.microsoft.com/office/drawing/2014/main" id="{7BAD50C7-ED1B-F68B-5EE3-1BBAA7B6A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1350" y="996950"/>
            <a:ext cx="5969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/>
          <a:lstStyle/>
          <a:p>
            <a:pPr algn="ct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  <a:effectLst/>
              </a:rPr>
              <a:t>5</a:t>
            </a:r>
          </a:p>
        </p:txBody>
      </p:sp>
      <p:sp>
        <p:nvSpPr>
          <p:cNvPr id="10248" name="Rectangle 8">
            <a:extLst>
              <a:ext uri="{FF2B5EF4-FFF2-40B4-BE49-F238E27FC236}">
                <a16:creationId xmlns:a16="http://schemas.microsoft.com/office/drawing/2014/main" id="{8807C0EB-8FC4-8FE9-B128-F5268AE722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0950" y="996950"/>
            <a:ext cx="5969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/>
          <a:lstStyle/>
          <a:p>
            <a:pPr algn="ctr">
              <a:spcBef>
                <a:spcPct val="50000"/>
              </a:spcBef>
            </a:pPr>
            <a:r>
              <a:rPr lang="en-US" altLang="en-US" sz="2000">
                <a:solidFill>
                  <a:srgbClr val="CF0E30"/>
                </a:solidFill>
                <a:effectLst/>
              </a:rPr>
              <a:t>3</a:t>
            </a:r>
            <a:endParaRPr lang="en-US" altLang="en-US">
              <a:solidFill>
                <a:schemeClr val="bg1"/>
              </a:solidFill>
              <a:effectLst/>
            </a:endParaRPr>
          </a:p>
          <a:p>
            <a:pPr algn="ctr">
              <a:spcBef>
                <a:spcPct val="50000"/>
              </a:spcBef>
            </a:pPr>
            <a:endParaRPr lang="en-US" altLang="en-US">
              <a:solidFill>
                <a:schemeClr val="bg1"/>
              </a:solidFill>
              <a:effectLst/>
            </a:endParaRPr>
          </a:p>
          <a:p>
            <a:pPr algn="ctr">
              <a:spcBef>
                <a:spcPct val="50000"/>
              </a:spcBef>
            </a:pPr>
            <a:endParaRPr lang="en-US" altLang="en-US">
              <a:solidFill>
                <a:schemeClr val="bg1"/>
              </a:solidFill>
              <a:effectLst/>
            </a:endParaRPr>
          </a:p>
        </p:txBody>
      </p:sp>
      <p:sp>
        <p:nvSpPr>
          <p:cNvPr id="10249" name="Rectangle 9">
            <a:extLst>
              <a:ext uri="{FF2B5EF4-FFF2-40B4-BE49-F238E27FC236}">
                <a16:creationId xmlns:a16="http://schemas.microsoft.com/office/drawing/2014/main" id="{96A03D46-870B-FC86-5AC4-65DB92D773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0550" y="996950"/>
            <a:ext cx="9779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/>
          <a:lstStyle/>
          <a:p>
            <a:pPr algn="ct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  <a:effectLst/>
              </a:rPr>
              <a:t>00</a:t>
            </a:r>
          </a:p>
        </p:txBody>
      </p:sp>
      <p:sp>
        <p:nvSpPr>
          <p:cNvPr id="10250" name="Rectangle 10">
            <a:extLst>
              <a:ext uri="{FF2B5EF4-FFF2-40B4-BE49-F238E27FC236}">
                <a16:creationId xmlns:a16="http://schemas.microsoft.com/office/drawing/2014/main" id="{20C6DDA4-B554-4160-2717-35EFBFED63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8150" y="311150"/>
            <a:ext cx="10541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>
                <a:solidFill>
                  <a:srgbClr val="00279F"/>
                </a:solidFill>
                <a:effectLst/>
              </a:rPr>
              <a:t>D</a:t>
            </a:r>
            <a:r>
              <a:rPr lang="en-US" altLang="en-US" sz="1600">
                <a:solidFill>
                  <a:srgbClr val="00279F"/>
                </a:solidFill>
                <a:effectLst/>
              </a:rPr>
              <a:t>ATA</a:t>
            </a:r>
          </a:p>
        </p:txBody>
      </p:sp>
      <p:sp>
        <p:nvSpPr>
          <p:cNvPr id="10251" name="Rectangle 11">
            <a:extLst>
              <a:ext uri="{FF2B5EF4-FFF2-40B4-BE49-F238E27FC236}">
                <a16:creationId xmlns:a16="http://schemas.microsoft.com/office/drawing/2014/main" id="{8C9E1C8B-267F-08AE-817D-A348420B4C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1150" y="996950"/>
            <a:ext cx="9779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/>
          <a:lstStyle/>
          <a:p>
            <a:pPr algn="ct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  <a:effectLst/>
              </a:rPr>
              <a:t>_</a:t>
            </a:r>
          </a:p>
        </p:txBody>
      </p:sp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26FC9310-3A8A-5646-C476-A1C6247B22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836F0364-48BE-A081-26BA-6268453E4C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2" name="Rectangle 4">
            <a:extLst>
              <a:ext uri="{FF2B5EF4-FFF2-40B4-BE49-F238E27FC236}">
                <a16:creationId xmlns:a16="http://schemas.microsoft.com/office/drawing/2014/main" id="{EAA4C617-1F23-2D17-0065-C0B22DF53A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988" y="230188"/>
            <a:ext cx="7162800" cy="6392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$ SET SOURCEFORMAT"FREE"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IDENTIFICATION DIVISION.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PROGRAM-ID.  Iteration-Program.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AUTHOR.  Michael Coughlan.</a:t>
            </a:r>
          </a:p>
          <a:p>
            <a:pPr>
              <a:lnSpc>
                <a:spcPct val="85000"/>
              </a:lnSpc>
            </a:pPr>
            <a:endParaRPr lang="en-US" altLang="en-US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DATA DIVISION.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WORKING-STORAGE SECTION.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01  Num1           PIC 9  VALUE ZEROS.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01  Num2           PIC 9  VALUE ZEROS.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01  Result         PIC 99 VALUE ZEROS.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01  Operator       PIC X  VALUE SPACE.</a:t>
            </a:r>
          </a:p>
          <a:p>
            <a:pPr>
              <a:lnSpc>
                <a:spcPct val="85000"/>
              </a:lnSpc>
            </a:pPr>
            <a:endParaRPr lang="en-US" altLang="en-US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PROCEDURE DIVISION.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Calculator.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PERFORM 5 TIMES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ACCEPT Num1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ACCEPT Num2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altLang="en-US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   </a:t>
            </a:r>
            <a:r>
              <a:rPr lang="en-US" altLang="en-US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ACCEPT Operator</a:t>
            </a:r>
            <a:endParaRPr lang="en-US" altLang="en-US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IF Operator = "+" THEN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   ADD Num1, Num2 GIVING Result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END-IF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IF Operator = "*" THEN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   MULTIPLY Num1 BY Num2 GIVING Result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END-IF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DISPLAY "Result is = ", Result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END-PERFORM.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STOP RUN.</a:t>
            </a:r>
          </a:p>
        </p:txBody>
      </p:sp>
      <p:sp>
        <p:nvSpPr>
          <p:cNvPr id="12293" name="Rectangle 5">
            <a:extLst>
              <a:ext uri="{FF2B5EF4-FFF2-40B4-BE49-F238E27FC236}">
                <a16:creationId xmlns:a16="http://schemas.microsoft.com/office/drawing/2014/main" id="{C0310410-8CC2-1222-FF32-ECAC7A32BC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9550" y="692150"/>
            <a:ext cx="1054100" cy="3683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>
                <a:effectLst/>
              </a:rPr>
              <a:t>D</a:t>
            </a:r>
            <a:r>
              <a:rPr lang="en-US" altLang="en-US" sz="1600">
                <a:effectLst/>
              </a:rPr>
              <a:t>ATA</a:t>
            </a:r>
          </a:p>
        </p:txBody>
      </p:sp>
      <p:sp>
        <p:nvSpPr>
          <p:cNvPr id="12294" name="Rectangle 6">
            <a:extLst>
              <a:ext uri="{FF2B5EF4-FFF2-40B4-BE49-F238E27FC236}">
                <a16:creationId xmlns:a16="http://schemas.microsoft.com/office/drawing/2014/main" id="{683D6C56-F0D5-3061-5FE8-C3CF1BA860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1350" y="692150"/>
            <a:ext cx="3187700" cy="2921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76200" tIns="46038" rIns="76200" bIns="46038"/>
          <a:lstStyle/>
          <a:p>
            <a:r>
              <a:rPr lang="en-US" altLang="en-US" sz="1400">
                <a:solidFill>
                  <a:srgbClr val="00279F"/>
                </a:solidFill>
                <a:effectLst/>
              </a:rPr>
              <a:t>Num1  Num2     Result       Operator</a:t>
            </a:r>
          </a:p>
        </p:txBody>
      </p:sp>
      <p:sp>
        <p:nvSpPr>
          <p:cNvPr id="12295" name="Rectangle 7">
            <a:extLst>
              <a:ext uri="{FF2B5EF4-FFF2-40B4-BE49-F238E27FC236}">
                <a16:creationId xmlns:a16="http://schemas.microsoft.com/office/drawing/2014/main" id="{3299498C-FBE4-A910-7DC9-62FA07F388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1350" y="996950"/>
            <a:ext cx="5969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/>
          <a:lstStyle/>
          <a:p>
            <a:pPr algn="ct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  <a:effectLst/>
              </a:rPr>
              <a:t>5</a:t>
            </a:r>
          </a:p>
        </p:txBody>
      </p:sp>
      <p:sp>
        <p:nvSpPr>
          <p:cNvPr id="12296" name="Rectangle 8">
            <a:extLst>
              <a:ext uri="{FF2B5EF4-FFF2-40B4-BE49-F238E27FC236}">
                <a16:creationId xmlns:a16="http://schemas.microsoft.com/office/drawing/2014/main" id="{1F7E1176-6FD2-5ABE-70F5-4BABCFEC0B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0950" y="996950"/>
            <a:ext cx="5969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/>
          <a:lstStyle/>
          <a:p>
            <a:pPr algn="ct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  <a:effectLst/>
              </a:rPr>
              <a:t>3</a:t>
            </a:r>
          </a:p>
          <a:p>
            <a:pPr algn="ctr">
              <a:spcBef>
                <a:spcPct val="50000"/>
              </a:spcBef>
            </a:pPr>
            <a:endParaRPr lang="en-US" altLang="en-US">
              <a:solidFill>
                <a:schemeClr val="bg1"/>
              </a:solidFill>
              <a:effectLst/>
            </a:endParaRPr>
          </a:p>
          <a:p>
            <a:pPr algn="ctr">
              <a:spcBef>
                <a:spcPct val="50000"/>
              </a:spcBef>
            </a:pPr>
            <a:endParaRPr lang="en-US" altLang="en-US">
              <a:solidFill>
                <a:schemeClr val="bg1"/>
              </a:solidFill>
              <a:effectLst/>
            </a:endParaRPr>
          </a:p>
        </p:txBody>
      </p:sp>
      <p:sp>
        <p:nvSpPr>
          <p:cNvPr id="12297" name="Rectangle 9">
            <a:extLst>
              <a:ext uri="{FF2B5EF4-FFF2-40B4-BE49-F238E27FC236}">
                <a16:creationId xmlns:a16="http://schemas.microsoft.com/office/drawing/2014/main" id="{F30599E5-0457-F783-5ADB-B361BA108F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0550" y="996950"/>
            <a:ext cx="9779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/>
          <a:lstStyle/>
          <a:p>
            <a:pPr algn="ct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  <a:effectLst/>
              </a:rPr>
              <a:t>00</a:t>
            </a:r>
          </a:p>
        </p:txBody>
      </p:sp>
      <p:sp>
        <p:nvSpPr>
          <p:cNvPr id="12298" name="Rectangle 10">
            <a:extLst>
              <a:ext uri="{FF2B5EF4-FFF2-40B4-BE49-F238E27FC236}">
                <a16:creationId xmlns:a16="http://schemas.microsoft.com/office/drawing/2014/main" id="{D32A7589-CE4C-580E-7D37-28B8248CFA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8150" y="311150"/>
            <a:ext cx="10541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>
                <a:solidFill>
                  <a:srgbClr val="00279F"/>
                </a:solidFill>
                <a:effectLst/>
              </a:rPr>
              <a:t>D</a:t>
            </a:r>
            <a:r>
              <a:rPr lang="en-US" altLang="en-US" sz="1600">
                <a:solidFill>
                  <a:srgbClr val="00279F"/>
                </a:solidFill>
                <a:effectLst/>
              </a:rPr>
              <a:t>ATA</a:t>
            </a:r>
          </a:p>
        </p:txBody>
      </p:sp>
      <p:sp>
        <p:nvSpPr>
          <p:cNvPr id="12299" name="Rectangle 11">
            <a:extLst>
              <a:ext uri="{FF2B5EF4-FFF2-40B4-BE49-F238E27FC236}">
                <a16:creationId xmlns:a16="http://schemas.microsoft.com/office/drawing/2014/main" id="{96B0CA1A-B529-D7EB-FB49-FA03C57BD6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1150" y="996950"/>
            <a:ext cx="9779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/>
          <a:lstStyle/>
          <a:p>
            <a:pPr algn="ctr">
              <a:spcBef>
                <a:spcPct val="50000"/>
              </a:spcBef>
            </a:pPr>
            <a:r>
              <a:rPr lang="en-US" altLang="en-US" sz="2800">
                <a:solidFill>
                  <a:srgbClr val="CF0E30"/>
                </a:solidFill>
                <a:effectLst/>
              </a:rPr>
              <a:t>*</a:t>
            </a:r>
          </a:p>
        </p:txBody>
      </p:sp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43E697F6-BC82-EDF1-5754-2C5F5FEB3D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33A0D9D9-8816-10E4-79CE-CA49EBAEF7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E63C55EB-59D1-B12B-849A-AB78745DF8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988" y="230188"/>
            <a:ext cx="7162800" cy="6392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$ SET SOURCEFORMAT"FREE"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IDENTIFICATION DIVISION.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PROGRAM-ID.  Iteration-Program.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AUTHOR.  Michael Coughlan.</a:t>
            </a:r>
          </a:p>
          <a:p>
            <a:pPr>
              <a:lnSpc>
                <a:spcPct val="85000"/>
              </a:lnSpc>
            </a:pPr>
            <a:endParaRPr lang="en-US" altLang="en-US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DATA DIVISION.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WORKING-STORAGE SECTION.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01  Num1           PIC 9  VALUE ZEROS.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01  Num2           PIC 9  VALUE ZEROS.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01  Result         PIC 99 VALUE ZEROS.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01  Operator       PIC X  VALUE SPACE.</a:t>
            </a:r>
          </a:p>
          <a:p>
            <a:pPr>
              <a:lnSpc>
                <a:spcPct val="85000"/>
              </a:lnSpc>
            </a:pPr>
            <a:endParaRPr lang="en-US" altLang="en-US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PROCEDURE DIVISION.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Calculator.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PERFORM 5 TIMES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ACCEPT Num1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ACCEPT Num2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ACCEPT Operator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</a:t>
            </a:r>
            <a:r>
              <a:rPr lang="en-US" altLang="en-US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     </a:t>
            </a:r>
            <a:r>
              <a:rPr lang="en-US" altLang="en-US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IF Operator = "+" THEN</a:t>
            </a:r>
            <a:endParaRPr lang="en-US" altLang="en-US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   ADD Num1, Num2 GIVING Result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END-IF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IF Operator = "*" THEN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   MULTIPLY Num1 BY Num2 GIVING Result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END-IF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DISPLAY "Result is = ", Result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END-PERFORM.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STOP RUN.</a:t>
            </a:r>
          </a:p>
        </p:txBody>
      </p:sp>
      <p:sp>
        <p:nvSpPr>
          <p:cNvPr id="14341" name="Rectangle 5">
            <a:extLst>
              <a:ext uri="{FF2B5EF4-FFF2-40B4-BE49-F238E27FC236}">
                <a16:creationId xmlns:a16="http://schemas.microsoft.com/office/drawing/2014/main" id="{4D2A5A5A-8356-C8A3-3155-FA5276ADA0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9550" y="692150"/>
            <a:ext cx="1054100" cy="3683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>
                <a:effectLst/>
              </a:rPr>
              <a:t>D</a:t>
            </a:r>
            <a:r>
              <a:rPr lang="en-US" altLang="en-US" sz="1600">
                <a:effectLst/>
              </a:rPr>
              <a:t>ATA</a:t>
            </a:r>
          </a:p>
        </p:txBody>
      </p:sp>
      <p:sp>
        <p:nvSpPr>
          <p:cNvPr id="14342" name="Rectangle 6">
            <a:extLst>
              <a:ext uri="{FF2B5EF4-FFF2-40B4-BE49-F238E27FC236}">
                <a16:creationId xmlns:a16="http://schemas.microsoft.com/office/drawing/2014/main" id="{C5C6FA57-A783-9747-2961-59EC0314AD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1350" y="692150"/>
            <a:ext cx="3187700" cy="2921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76200" tIns="46038" rIns="76200" bIns="46038"/>
          <a:lstStyle/>
          <a:p>
            <a:r>
              <a:rPr lang="en-US" altLang="en-US" sz="1400">
                <a:solidFill>
                  <a:srgbClr val="00279F"/>
                </a:solidFill>
                <a:effectLst/>
              </a:rPr>
              <a:t>Num1  Num2     Result       Operator</a:t>
            </a:r>
          </a:p>
        </p:txBody>
      </p:sp>
      <p:sp>
        <p:nvSpPr>
          <p:cNvPr id="14343" name="Rectangle 7">
            <a:extLst>
              <a:ext uri="{FF2B5EF4-FFF2-40B4-BE49-F238E27FC236}">
                <a16:creationId xmlns:a16="http://schemas.microsoft.com/office/drawing/2014/main" id="{1E69272B-DD77-E27A-ABDD-4D431A92E8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1350" y="996950"/>
            <a:ext cx="5969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/>
          <a:lstStyle/>
          <a:p>
            <a:pPr algn="ct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  <a:effectLst/>
              </a:rPr>
              <a:t>5</a:t>
            </a:r>
          </a:p>
        </p:txBody>
      </p:sp>
      <p:sp>
        <p:nvSpPr>
          <p:cNvPr id="14344" name="Rectangle 8">
            <a:extLst>
              <a:ext uri="{FF2B5EF4-FFF2-40B4-BE49-F238E27FC236}">
                <a16:creationId xmlns:a16="http://schemas.microsoft.com/office/drawing/2014/main" id="{EAE71D20-FD47-0B9D-971E-5529CA16CC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0950" y="996950"/>
            <a:ext cx="5969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/>
          <a:lstStyle/>
          <a:p>
            <a:pPr algn="ct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  <a:effectLst/>
              </a:rPr>
              <a:t>3</a:t>
            </a:r>
          </a:p>
          <a:p>
            <a:pPr algn="ctr">
              <a:spcBef>
                <a:spcPct val="50000"/>
              </a:spcBef>
            </a:pPr>
            <a:endParaRPr lang="en-US" altLang="en-US">
              <a:solidFill>
                <a:schemeClr val="bg1"/>
              </a:solidFill>
              <a:effectLst/>
            </a:endParaRPr>
          </a:p>
          <a:p>
            <a:pPr algn="ctr">
              <a:spcBef>
                <a:spcPct val="50000"/>
              </a:spcBef>
            </a:pPr>
            <a:endParaRPr lang="en-US" altLang="en-US">
              <a:solidFill>
                <a:schemeClr val="bg1"/>
              </a:solidFill>
              <a:effectLst/>
            </a:endParaRPr>
          </a:p>
        </p:txBody>
      </p:sp>
      <p:sp>
        <p:nvSpPr>
          <p:cNvPr id="14345" name="Rectangle 9">
            <a:extLst>
              <a:ext uri="{FF2B5EF4-FFF2-40B4-BE49-F238E27FC236}">
                <a16:creationId xmlns:a16="http://schemas.microsoft.com/office/drawing/2014/main" id="{E5FB32F8-C3B2-306E-3A79-657B545F93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0550" y="996950"/>
            <a:ext cx="9779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/>
          <a:lstStyle/>
          <a:p>
            <a:pPr algn="ct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  <a:effectLst/>
              </a:rPr>
              <a:t>00</a:t>
            </a:r>
          </a:p>
        </p:txBody>
      </p:sp>
      <p:sp>
        <p:nvSpPr>
          <p:cNvPr id="14346" name="Rectangle 10">
            <a:extLst>
              <a:ext uri="{FF2B5EF4-FFF2-40B4-BE49-F238E27FC236}">
                <a16:creationId xmlns:a16="http://schemas.microsoft.com/office/drawing/2014/main" id="{1165A746-DB88-C5ED-9FDB-4DBF5B7D31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8150" y="311150"/>
            <a:ext cx="10541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>
                <a:solidFill>
                  <a:srgbClr val="00279F"/>
                </a:solidFill>
                <a:effectLst/>
              </a:rPr>
              <a:t>D</a:t>
            </a:r>
            <a:r>
              <a:rPr lang="en-US" altLang="en-US" sz="1600">
                <a:solidFill>
                  <a:srgbClr val="00279F"/>
                </a:solidFill>
                <a:effectLst/>
              </a:rPr>
              <a:t>ATA</a:t>
            </a:r>
          </a:p>
        </p:txBody>
      </p:sp>
      <p:sp>
        <p:nvSpPr>
          <p:cNvPr id="14347" name="Rectangle 11">
            <a:extLst>
              <a:ext uri="{FF2B5EF4-FFF2-40B4-BE49-F238E27FC236}">
                <a16:creationId xmlns:a16="http://schemas.microsoft.com/office/drawing/2014/main" id="{4FEE90DE-13A8-7C48-236A-0D2441CFD7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1150" y="996950"/>
            <a:ext cx="9779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/>
          <a:lstStyle/>
          <a:p>
            <a:pPr algn="ctr">
              <a:spcBef>
                <a:spcPct val="50000"/>
              </a:spcBef>
            </a:pPr>
            <a:r>
              <a:rPr lang="en-US" altLang="en-US" sz="2800">
                <a:solidFill>
                  <a:schemeClr val="bg1"/>
                </a:solidFill>
                <a:effectLst/>
              </a:rPr>
              <a:t>*</a:t>
            </a:r>
          </a:p>
        </p:txBody>
      </p:sp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E58E6774-6D4D-F3A4-06F2-637899D8F2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810BD58B-CDDE-43AB-AB51-DCED7834FF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88" name="Rectangle 4">
            <a:extLst>
              <a:ext uri="{FF2B5EF4-FFF2-40B4-BE49-F238E27FC236}">
                <a16:creationId xmlns:a16="http://schemas.microsoft.com/office/drawing/2014/main" id="{372658CE-E8A9-9C92-E006-6D1634012C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988" y="230188"/>
            <a:ext cx="7162800" cy="6392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$ SET SOURCEFORMAT"FREE"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IDENTIFICATION DIVISION.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PROGRAM-ID.  Iteration-Program.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AUTHOR.  Michael Coughlan.</a:t>
            </a:r>
          </a:p>
          <a:p>
            <a:pPr>
              <a:lnSpc>
                <a:spcPct val="85000"/>
              </a:lnSpc>
            </a:pPr>
            <a:endParaRPr lang="en-US" altLang="en-US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DATA DIVISION.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WORKING-STORAGE SECTION.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01  Num1           PIC 9  VALUE ZEROS.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01  Num2           PIC 9  VALUE ZEROS.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01  Result         PIC 99 VALUE ZEROS.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01  Operator       PIC X  VALUE SPACE.</a:t>
            </a:r>
          </a:p>
          <a:p>
            <a:pPr>
              <a:lnSpc>
                <a:spcPct val="85000"/>
              </a:lnSpc>
            </a:pPr>
            <a:endParaRPr lang="en-US" altLang="en-US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PROCEDURE DIVISION.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Calculator.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PERFORM 5 TIMES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ACCEPT Num1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ACCEPT Num2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ACCEPT Operator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IF Operator = "+" THEN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   ADD Num1, Num2 GIVING Result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END-IF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</a:t>
            </a:r>
            <a:r>
              <a:rPr lang="en-US" altLang="en-US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 </a:t>
            </a:r>
            <a:r>
              <a:rPr lang="en-US" altLang="en-US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IF Operator = "*" THEN</a:t>
            </a:r>
            <a:endParaRPr lang="en-US" altLang="en-US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   MULTIPLY Num1 BY Num2 GIVING Result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END-IF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DISPLAY "Result is = ", Result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END-PERFORM.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STOP RUN.</a:t>
            </a:r>
          </a:p>
        </p:txBody>
      </p:sp>
      <p:sp>
        <p:nvSpPr>
          <p:cNvPr id="16389" name="Rectangle 5">
            <a:extLst>
              <a:ext uri="{FF2B5EF4-FFF2-40B4-BE49-F238E27FC236}">
                <a16:creationId xmlns:a16="http://schemas.microsoft.com/office/drawing/2014/main" id="{8FBB9177-6469-981F-80D7-497DAA608B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9550" y="692150"/>
            <a:ext cx="1054100" cy="3683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>
                <a:effectLst/>
              </a:rPr>
              <a:t>D</a:t>
            </a:r>
            <a:r>
              <a:rPr lang="en-US" altLang="en-US" sz="1600">
                <a:effectLst/>
              </a:rPr>
              <a:t>ATA</a:t>
            </a:r>
          </a:p>
        </p:txBody>
      </p:sp>
      <p:sp>
        <p:nvSpPr>
          <p:cNvPr id="16390" name="Rectangle 6">
            <a:extLst>
              <a:ext uri="{FF2B5EF4-FFF2-40B4-BE49-F238E27FC236}">
                <a16:creationId xmlns:a16="http://schemas.microsoft.com/office/drawing/2014/main" id="{AD27DFF5-738E-31B3-E108-7A162BA5E2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1350" y="692150"/>
            <a:ext cx="3187700" cy="2921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76200" tIns="46038" rIns="76200" bIns="46038"/>
          <a:lstStyle/>
          <a:p>
            <a:r>
              <a:rPr lang="en-US" altLang="en-US" sz="1400">
                <a:solidFill>
                  <a:srgbClr val="00279F"/>
                </a:solidFill>
                <a:effectLst/>
              </a:rPr>
              <a:t>Num1  Num2     Result       Operator</a:t>
            </a:r>
          </a:p>
        </p:txBody>
      </p:sp>
      <p:sp>
        <p:nvSpPr>
          <p:cNvPr id="16391" name="Rectangle 7">
            <a:extLst>
              <a:ext uri="{FF2B5EF4-FFF2-40B4-BE49-F238E27FC236}">
                <a16:creationId xmlns:a16="http://schemas.microsoft.com/office/drawing/2014/main" id="{4E567F23-9EE6-698F-E69A-4F5A781476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1350" y="996950"/>
            <a:ext cx="5969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/>
          <a:lstStyle/>
          <a:p>
            <a:pPr algn="ct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  <a:effectLst/>
              </a:rPr>
              <a:t>5</a:t>
            </a:r>
          </a:p>
        </p:txBody>
      </p:sp>
      <p:sp>
        <p:nvSpPr>
          <p:cNvPr id="16392" name="Rectangle 8">
            <a:extLst>
              <a:ext uri="{FF2B5EF4-FFF2-40B4-BE49-F238E27FC236}">
                <a16:creationId xmlns:a16="http://schemas.microsoft.com/office/drawing/2014/main" id="{9E921084-7929-8548-54FF-42FBF0CD45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0950" y="996950"/>
            <a:ext cx="5969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/>
          <a:lstStyle/>
          <a:p>
            <a:pPr algn="ct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  <a:effectLst/>
              </a:rPr>
              <a:t>3</a:t>
            </a:r>
          </a:p>
          <a:p>
            <a:pPr algn="ctr">
              <a:spcBef>
                <a:spcPct val="50000"/>
              </a:spcBef>
            </a:pPr>
            <a:endParaRPr lang="en-US" altLang="en-US">
              <a:solidFill>
                <a:schemeClr val="bg1"/>
              </a:solidFill>
              <a:effectLst/>
            </a:endParaRPr>
          </a:p>
          <a:p>
            <a:pPr algn="ctr">
              <a:spcBef>
                <a:spcPct val="50000"/>
              </a:spcBef>
            </a:pPr>
            <a:endParaRPr lang="en-US" altLang="en-US">
              <a:solidFill>
                <a:schemeClr val="bg1"/>
              </a:solidFill>
              <a:effectLst/>
            </a:endParaRPr>
          </a:p>
        </p:txBody>
      </p:sp>
      <p:sp>
        <p:nvSpPr>
          <p:cNvPr id="16393" name="Rectangle 9">
            <a:extLst>
              <a:ext uri="{FF2B5EF4-FFF2-40B4-BE49-F238E27FC236}">
                <a16:creationId xmlns:a16="http://schemas.microsoft.com/office/drawing/2014/main" id="{7273FA9A-8912-9A43-8B0A-A578B9E8F4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0550" y="996950"/>
            <a:ext cx="9779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/>
          <a:lstStyle/>
          <a:p>
            <a:pPr algn="ct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  <a:effectLst/>
              </a:rPr>
              <a:t>00</a:t>
            </a:r>
          </a:p>
        </p:txBody>
      </p:sp>
      <p:sp>
        <p:nvSpPr>
          <p:cNvPr id="16394" name="Rectangle 10">
            <a:extLst>
              <a:ext uri="{FF2B5EF4-FFF2-40B4-BE49-F238E27FC236}">
                <a16:creationId xmlns:a16="http://schemas.microsoft.com/office/drawing/2014/main" id="{C7697FE5-AC9A-3BD7-D7EE-147FC0F731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8150" y="311150"/>
            <a:ext cx="10541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>
                <a:solidFill>
                  <a:srgbClr val="00279F"/>
                </a:solidFill>
                <a:effectLst/>
              </a:rPr>
              <a:t>D</a:t>
            </a:r>
            <a:r>
              <a:rPr lang="en-US" altLang="en-US" sz="1600">
                <a:solidFill>
                  <a:srgbClr val="00279F"/>
                </a:solidFill>
                <a:effectLst/>
              </a:rPr>
              <a:t>ATA</a:t>
            </a:r>
          </a:p>
        </p:txBody>
      </p:sp>
      <p:sp>
        <p:nvSpPr>
          <p:cNvPr id="16395" name="Rectangle 11">
            <a:extLst>
              <a:ext uri="{FF2B5EF4-FFF2-40B4-BE49-F238E27FC236}">
                <a16:creationId xmlns:a16="http://schemas.microsoft.com/office/drawing/2014/main" id="{53BA4FC4-EAA5-DECC-34B0-E6DB4A03D6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1150" y="996950"/>
            <a:ext cx="9779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/>
          <a:lstStyle/>
          <a:p>
            <a:pPr algn="ctr">
              <a:spcBef>
                <a:spcPct val="50000"/>
              </a:spcBef>
            </a:pPr>
            <a:r>
              <a:rPr lang="en-US" altLang="en-US" sz="2400">
                <a:solidFill>
                  <a:schemeClr val="bg1"/>
                </a:solidFill>
                <a:effectLst/>
              </a:rPr>
              <a:t>*</a:t>
            </a:r>
          </a:p>
        </p:txBody>
      </p:sp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262FF496-AE94-E26C-EFB6-18BA75E2B6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9E691E4B-748E-47D5-73CB-8CFA035EA1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36" name="Rectangle 4">
            <a:extLst>
              <a:ext uri="{FF2B5EF4-FFF2-40B4-BE49-F238E27FC236}">
                <a16:creationId xmlns:a16="http://schemas.microsoft.com/office/drawing/2014/main" id="{283472D8-6911-987C-8206-9826180D93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988" y="230188"/>
            <a:ext cx="7162800" cy="6392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$ SET SOURCEFORMAT"FREE"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IDENTIFICATION DIVISION.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PROGRAM-ID.  Iteration-Program.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AUTHOR.  Michael Coughlan.</a:t>
            </a:r>
          </a:p>
          <a:p>
            <a:pPr>
              <a:lnSpc>
                <a:spcPct val="85000"/>
              </a:lnSpc>
            </a:pPr>
            <a:endParaRPr lang="en-US" altLang="en-US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DATA DIVISION.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WORKING-STORAGE SECTION.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01  Num1           PIC 9  VALUE ZEROS.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01  Num2           PIC 9  VALUE ZEROS.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01  Result         PIC 99 VALUE ZEROS.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01  Operator       PIC X  VALUE SPACE.</a:t>
            </a:r>
          </a:p>
          <a:p>
            <a:pPr>
              <a:lnSpc>
                <a:spcPct val="85000"/>
              </a:lnSpc>
            </a:pPr>
            <a:endParaRPr lang="en-US" altLang="en-US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PROCEDURE DIVISION.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Calculator.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PERFORM 5 TIMES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ACCEPT Num1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ACCEPT Num2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ACCEPT Operator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IF Operator = "+" THEN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   ADD Num1, Num2 GIVING Result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END-IF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IF Operator = "*" THEN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   </a:t>
            </a:r>
            <a:r>
              <a:rPr lang="en-US" altLang="en-US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MULTIPLY Num1 BY Num2 GIVING Result</a:t>
            </a:r>
            <a:endParaRPr lang="en-US" altLang="en-US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END-IF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DISPLAY "Result is = ", Result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END-PERFORM.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STOP RUN.</a:t>
            </a:r>
          </a:p>
        </p:txBody>
      </p:sp>
      <p:sp>
        <p:nvSpPr>
          <p:cNvPr id="18437" name="Rectangle 5">
            <a:extLst>
              <a:ext uri="{FF2B5EF4-FFF2-40B4-BE49-F238E27FC236}">
                <a16:creationId xmlns:a16="http://schemas.microsoft.com/office/drawing/2014/main" id="{F845711D-6146-E2E8-3BF5-8D6C22D3F7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9550" y="692150"/>
            <a:ext cx="1054100" cy="3683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>
                <a:effectLst/>
              </a:rPr>
              <a:t>D</a:t>
            </a:r>
            <a:r>
              <a:rPr lang="en-US" altLang="en-US" sz="1600">
                <a:effectLst/>
              </a:rPr>
              <a:t>ATA</a:t>
            </a:r>
          </a:p>
        </p:txBody>
      </p:sp>
      <p:sp>
        <p:nvSpPr>
          <p:cNvPr id="18438" name="Rectangle 6">
            <a:extLst>
              <a:ext uri="{FF2B5EF4-FFF2-40B4-BE49-F238E27FC236}">
                <a16:creationId xmlns:a16="http://schemas.microsoft.com/office/drawing/2014/main" id="{14827438-3940-E98C-1E64-E1B91FAE15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1350" y="692150"/>
            <a:ext cx="3187700" cy="2921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76200" tIns="46038" rIns="76200" bIns="46038"/>
          <a:lstStyle/>
          <a:p>
            <a:r>
              <a:rPr lang="en-US" altLang="en-US" sz="1400">
                <a:solidFill>
                  <a:srgbClr val="00279F"/>
                </a:solidFill>
                <a:effectLst/>
              </a:rPr>
              <a:t>Num1  Num2     Result       Operator</a:t>
            </a:r>
          </a:p>
        </p:txBody>
      </p:sp>
      <p:sp>
        <p:nvSpPr>
          <p:cNvPr id="18439" name="Rectangle 7">
            <a:extLst>
              <a:ext uri="{FF2B5EF4-FFF2-40B4-BE49-F238E27FC236}">
                <a16:creationId xmlns:a16="http://schemas.microsoft.com/office/drawing/2014/main" id="{0D3868B2-A498-4988-9E9C-5A776B045E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1350" y="996950"/>
            <a:ext cx="5969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/>
          <a:lstStyle/>
          <a:p>
            <a:pPr algn="ct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  <a:effectLst/>
              </a:rPr>
              <a:t>5</a:t>
            </a:r>
          </a:p>
        </p:txBody>
      </p:sp>
      <p:sp>
        <p:nvSpPr>
          <p:cNvPr id="18440" name="Rectangle 8">
            <a:extLst>
              <a:ext uri="{FF2B5EF4-FFF2-40B4-BE49-F238E27FC236}">
                <a16:creationId xmlns:a16="http://schemas.microsoft.com/office/drawing/2014/main" id="{B76EE9A6-86A8-C391-0337-C500B176DA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0950" y="996950"/>
            <a:ext cx="5969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/>
          <a:lstStyle/>
          <a:p>
            <a:pPr algn="ct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  <a:effectLst/>
              </a:rPr>
              <a:t>3</a:t>
            </a:r>
          </a:p>
          <a:p>
            <a:pPr algn="ctr">
              <a:spcBef>
                <a:spcPct val="50000"/>
              </a:spcBef>
            </a:pPr>
            <a:endParaRPr lang="en-US" altLang="en-US">
              <a:solidFill>
                <a:schemeClr val="bg1"/>
              </a:solidFill>
              <a:effectLst/>
            </a:endParaRPr>
          </a:p>
          <a:p>
            <a:pPr algn="ctr">
              <a:spcBef>
                <a:spcPct val="50000"/>
              </a:spcBef>
            </a:pPr>
            <a:endParaRPr lang="en-US" altLang="en-US">
              <a:solidFill>
                <a:schemeClr val="bg1"/>
              </a:solidFill>
              <a:effectLst/>
            </a:endParaRPr>
          </a:p>
        </p:txBody>
      </p:sp>
      <p:sp>
        <p:nvSpPr>
          <p:cNvPr id="18441" name="Rectangle 9">
            <a:extLst>
              <a:ext uri="{FF2B5EF4-FFF2-40B4-BE49-F238E27FC236}">
                <a16:creationId xmlns:a16="http://schemas.microsoft.com/office/drawing/2014/main" id="{79240BD0-91D8-1995-2B3D-9AD308B30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0550" y="996950"/>
            <a:ext cx="9779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/>
          <a:lstStyle/>
          <a:p>
            <a:pPr algn="ctr">
              <a:spcBef>
                <a:spcPct val="50000"/>
              </a:spcBef>
            </a:pPr>
            <a:r>
              <a:rPr lang="en-US" altLang="en-US" sz="2000">
                <a:solidFill>
                  <a:srgbClr val="CF0E30"/>
                </a:solidFill>
                <a:effectLst/>
              </a:rPr>
              <a:t>15</a:t>
            </a:r>
          </a:p>
        </p:txBody>
      </p:sp>
      <p:sp>
        <p:nvSpPr>
          <p:cNvPr id="18442" name="Rectangle 10">
            <a:extLst>
              <a:ext uri="{FF2B5EF4-FFF2-40B4-BE49-F238E27FC236}">
                <a16:creationId xmlns:a16="http://schemas.microsoft.com/office/drawing/2014/main" id="{E53B598D-924D-E09B-742F-30211A1674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8150" y="311150"/>
            <a:ext cx="10541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>
                <a:solidFill>
                  <a:srgbClr val="00279F"/>
                </a:solidFill>
                <a:effectLst/>
              </a:rPr>
              <a:t>D</a:t>
            </a:r>
            <a:r>
              <a:rPr lang="en-US" altLang="en-US" sz="1600">
                <a:solidFill>
                  <a:srgbClr val="00279F"/>
                </a:solidFill>
                <a:effectLst/>
              </a:rPr>
              <a:t>ATA</a:t>
            </a:r>
          </a:p>
        </p:txBody>
      </p:sp>
      <p:sp>
        <p:nvSpPr>
          <p:cNvPr id="18443" name="Rectangle 11">
            <a:extLst>
              <a:ext uri="{FF2B5EF4-FFF2-40B4-BE49-F238E27FC236}">
                <a16:creationId xmlns:a16="http://schemas.microsoft.com/office/drawing/2014/main" id="{E869B07D-7655-657A-8EAC-1FE7584B5A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1150" y="996950"/>
            <a:ext cx="9779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/>
          <a:lstStyle/>
          <a:p>
            <a:pPr algn="ctr">
              <a:spcBef>
                <a:spcPct val="50000"/>
              </a:spcBef>
            </a:pPr>
            <a:r>
              <a:rPr lang="en-US" altLang="en-US" sz="2400">
                <a:solidFill>
                  <a:schemeClr val="bg1"/>
                </a:solidFill>
                <a:effectLst/>
              </a:rPr>
              <a:t>*</a:t>
            </a:r>
          </a:p>
        </p:txBody>
      </p:sp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4C494609-1700-7141-33FD-FA32715F8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24CBC328-8012-B192-76C1-8F601CB26C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84" name="Rectangle 4">
            <a:extLst>
              <a:ext uri="{FF2B5EF4-FFF2-40B4-BE49-F238E27FC236}">
                <a16:creationId xmlns:a16="http://schemas.microsoft.com/office/drawing/2014/main" id="{DDDE8995-C245-B5A3-604B-F180640694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988" y="230188"/>
            <a:ext cx="7162800" cy="6392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$ SET SOURCEFORMAT"FREE"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IDENTIFICATION DIVISION.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PROGRAM-ID.  Iteration-Program.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AUTHOR.  Michael Coughlan.</a:t>
            </a:r>
          </a:p>
          <a:p>
            <a:pPr>
              <a:lnSpc>
                <a:spcPct val="85000"/>
              </a:lnSpc>
            </a:pPr>
            <a:endParaRPr lang="en-US" altLang="en-US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DATA DIVISION.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WORKING-STORAGE SECTION.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01  Num1           PIC 9  VALUE ZEROS.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01  Num2           PIC 9  VALUE ZEROS.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01  Result         PIC 99 VALUE ZEROS.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01  Operator       PIC X  VALUE SPACE.</a:t>
            </a:r>
          </a:p>
          <a:p>
            <a:pPr>
              <a:lnSpc>
                <a:spcPct val="85000"/>
              </a:lnSpc>
            </a:pPr>
            <a:endParaRPr lang="en-US" altLang="en-US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PROCEDURE DIVISION.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Calculator.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PERFORM 5 TIMES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ACCEPT Num1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ACCEPT Num2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ACCEPT Operator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IF Operator = "+" THEN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   ADD Num1, Num2 GIVING Result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END-IF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IF Operator = "*" THEN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   MULTIPLY Num1 BY Num2 GIVING Result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END-IF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chemeClr val="accent2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altLang="en-US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   DISPLAY "Result is = ", Result</a:t>
            </a:r>
            <a:endParaRPr lang="en-US" altLang="en-US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END-PERFORM.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STOP RUN.</a:t>
            </a:r>
          </a:p>
        </p:txBody>
      </p:sp>
      <p:sp>
        <p:nvSpPr>
          <p:cNvPr id="20485" name="Rectangle 5">
            <a:extLst>
              <a:ext uri="{FF2B5EF4-FFF2-40B4-BE49-F238E27FC236}">
                <a16:creationId xmlns:a16="http://schemas.microsoft.com/office/drawing/2014/main" id="{56895616-3F96-AFA1-2FB1-41B554EBDE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9550" y="692150"/>
            <a:ext cx="1054100" cy="3683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>
                <a:effectLst/>
              </a:rPr>
              <a:t>D</a:t>
            </a:r>
            <a:r>
              <a:rPr lang="en-US" altLang="en-US" sz="1600">
                <a:effectLst/>
              </a:rPr>
              <a:t>ATA</a:t>
            </a:r>
          </a:p>
        </p:txBody>
      </p:sp>
      <p:sp>
        <p:nvSpPr>
          <p:cNvPr id="20486" name="Rectangle 6">
            <a:extLst>
              <a:ext uri="{FF2B5EF4-FFF2-40B4-BE49-F238E27FC236}">
                <a16:creationId xmlns:a16="http://schemas.microsoft.com/office/drawing/2014/main" id="{46EE6F30-9810-582C-5FA0-8B015E33F7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1350" y="692150"/>
            <a:ext cx="3187700" cy="2921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76200" tIns="46038" rIns="76200" bIns="46038"/>
          <a:lstStyle/>
          <a:p>
            <a:r>
              <a:rPr lang="en-US" altLang="en-US" sz="1400">
                <a:solidFill>
                  <a:srgbClr val="00279F"/>
                </a:solidFill>
                <a:effectLst/>
              </a:rPr>
              <a:t>Num1  Num2     Result       Operator</a:t>
            </a:r>
          </a:p>
        </p:txBody>
      </p:sp>
      <p:sp>
        <p:nvSpPr>
          <p:cNvPr id="20487" name="Rectangle 7">
            <a:extLst>
              <a:ext uri="{FF2B5EF4-FFF2-40B4-BE49-F238E27FC236}">
                <a16:creationId xmlns:a16="http://schemas.microsoft.com/office/drawing/2014/main" id="{8AB8CB30-CDD1-12D5-9512-BF59E77138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1350" y="996950"/>
            <a:ext cx="5969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/>
          <a:lstStyle/>
          <a:p>
            <a:pPr algn="ct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  <a:effectLst/>
              </a:rPr>
              <a:t>5</a:t>
            </a:r>
          </a:p>
        </p:txBody>
      </p:sp>
      <p:sp>
        <p:nvSpPr>
          <p:cNvPr id="20488" name="Rectangle 8">
            <a:extLst>
              <a:ext uri="{FF2B5EF4-FFF2-40B4-BE49-F238E27FC236}">
                <a16:creationId xmlns:a16="http://schemas.microsoft.com/office/drawing/2014/main" id="{C23F4B15-2080-095E-4262-1BF135EC49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0950" y="996950"/>
            <a:ext cx="5969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/>
          <a:lstStyle/>
          <a:p>
            <a:pPr algn="ct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  <a:effectLst/>
              </a:rPr>
              <a:t>3</a:t>
            </a:r>
          </a:p>
          <a:p>
            <a:pPr algn="ctr">
              <a:spcBef>
                <a:spcPct val="50000"/>
              </a:spcBef>
            </a:pPr>
            <a:endParaRPr lang="en-US" altLang="en-US">
              <a:solidFill>
                <a:schemeClr val="bg1"/>
              </a:solidFill>
              <a:effectLst/>
            </a:endParaRPr>
          </a:p>
          <a:p>
            <a:pPr algn="ctr">
              <a:spcBef>
                <a:spcPct val="50000"/>
              </a:spcBef>
            </a:pPr>
            <a:endParaRPr lang="en-US" altLang="en-US">
              <a:solidFill>
                <a:schemeClr val="bg1"/>
              </a:solidFill>
              <a:effectLst/>
            </a:endParaRPr>
          </a:p>
        </p:txBody>
      </p:sp>
      <p:sp>
        <p:nvSpPr>
          <p:cNvPr id="20489" name="Rectangle 9">
            <a:extLst>
              <a:ext uri="{FF2B5EF4-FFF2-40B4-BE49-F238E27FC236}">
                <a16:creationId xmlns:a16="http://schemas.microsoft.com/office/drawing/2014/main" id="{F6A33921-0C01-1D35-499D-9BB15DB7EC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0550" y="996950"/>
            <a:ext cx="9779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/>
          <a:lstStyle/>
          <a:p>
            <a:pPr algn="ctr">
              <a:spcBef>
                <a:spcPct val="50000"/>
              </a:spcBef>
            </a:pPr>
            <a:r>
              <a:rPr lang="en-US" altLang="en-US" sz="2000">
                <a:solidFill>
                  <a:srgbClr val="CF0E30"/>
                </a:solidFill>
                <a:effectLst/>
              </a:rPr>
              <a:t>15</a:t>
            </a:r>
          </a:p>
        </p:txBody>
      </p:sp>
      <p:sp>
        <p:nvSpPr>
          <p:cNvPr id="20490" name="Rectangle 10">
            <a:extLst>
              <a:ext uri="{FF2B5EF4-FFF2-40B4-BE49-F238E27FC236}">
                <a16:creationId xmlns:a16="http://schemas.microsoft.com/office/drawing/2014/main" id="{05BBC4A7-BBB0-83FC-0800-AE7E67DD90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8150" y="311150"/>
            <a:ext cx="10541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>
                <a:solidFill>
                  <a:srgbClr val="00279F"/>
                </a:solidFill>
                <a:effectLst/>
              </a:rPr>
              <a:t>D</a:t>
            </a:r>
            <a:r>
              <a:rPr lang="en-US" altLang="en-US" sz="1600">
                <a:solidFill>
                  <a:srgbClr val="00279F"/>
                </a:solidFill>
                <a:effectLst/>
              </a:rPr>
              <a:t>ATA</a:t>
            </a:r>
          </a:p>
        </p:txBody>
      </p:sp>
      <p:sp>
        <p:nvSpPr>
          <p:cNvPr id="20491" name="Rectangle 11">
            <a:extLst>
              <a:ext uri="{FF2B5EF4-FFF2-40B4-BE49-F238E27FC236}">
                <a16:creationId xmlns:a16="http://schemas.microsoft.com/office/drawing/2014/main" id="{5CA4C99A-8320-6916-FC52-6202EF7062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1150" y="996950"/>
            <a:ext cx="9779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/>
          <a:lstStyle/>
          <a:p>
            <a:pPr algn="ctr">
              <a:spcBef>
                <a:spcPct val="50000"/>
              </a:spcBef>
            </a:pPr>
            <a:r>
              <a:rPr lang="en-US" altLang="en-US" sz="2400">
                <a:solidFill>
                  <a:schemeClr val="bg1"/>
                </a:solidFill>
                <a:effectLst/>
              </a:rPr>
              <a:t>*</a:t>
            </a:r>
          </a:p>
        </p:txBody>
      </p:sp>
      <p:pic>
        <p:nvPicPr>
          <p:cNvPr id="20492" name="Picture 12">
            <a:extLst>
              <a:ext uri="{FF2B5EF4-FFF2-40B4-BE49-F238E27FC236}">
                <a16:creationId xmlns:a16="http://schemas.microsoft.com/office/drawing/2014/main" id="{A8518BE8-6391-EA71-E54A-0BED07D795A0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3788" y="2182813"/>
            <a:ext cx="2782887" cy="2325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493" name="Rectangle 13">
            <a:extLst>
              <a:ext uri="{FF2B5EF4-FFF2-40B4-BE49-F238E27FC236}">
                <a16:creationId xmlns:a16="http://schemas.microsoft.com/office/drawing/2014/main" id="{069605AA-BE22-922C-F0FD-188949CAAB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2819400"/>
            <a:ext cx="17526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Result is = 15</a:t>
            </a:r>
          </a:p>
        </p:txBody>
      </p:sp>
      <p:sp>
        <p:nvSpPr>
          <p:cNvPr id="20494" name="Arc 14">
            <a:extLst>
              <a:ext uri="{FF2B5EF4-FFF2-40B4-BE49-F238E27FC236}">
                <a16:creationId xmlns:a16="http://schemas.microsoft.com/office/drawing/2014/main" id="{83D25A6E-A02C-5526-4873-E85016C53BA8}"/>
              </a:ext>
            </a:extLst>
          </p:cNvPr>
          <p:cNvSpPr>
            <a:spLocks/>
          </p:cNvSpPr>
          <p:nvPr/>
        </p:nvSpPr>
        <p:spPr bwMode="auto">
          <a:xfrm>
            <a:off x="7696200" y="1296988"/>
            <a:ext cx="534988" cy="1600200"/>
          </a:xfrm>
          <a:custGeom>
            <a:avLst/>
            <a:gdLst>
              <a:gd name="G0" fmla="+- 64 0 0"/>
              <a:gd name="G1" fmla="+- 21600 0 0"/>
              <a:gd name="G2" fmla="+- 21600 0 0"/>
              <a:gd name="T0" fmla="*/ 0 w 21664"/>
              <a:gd name="T1" fmla="*/ 0 h 21600"/>
              <a:gd name="T2" fmla="*/ 21664 w 21664"/>
              <a:gd name="T3" fmla="*/ 21600 h 21600"/>
              <a:gd name="T4" fmla="*/ 64 w 21664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64" h="21600" fill="none" extrusionOk="0">
                <a:moveTo>
                  <a:pt x="0" y="0"/>
                </a:moveTo>
                <a:cubicBezTo>
                  <a:pt x="21" y="0"/>
                  <a:pt x="42" y="0"/>
                  <a:pt x="64" y="0"/>
                </a:cubicBezTo>
                <a:cubicBezTo>
                  <a:pt x="11993" y="0"/>
                  <a:pt x="21664" y="9670"/>
                  <a:pt x="21664" y="21600"/>
                </a:cubicBezTo>
              </a:path>
              <a:path w="21664" h="21600" stroke="0" extrusionOk="0">
                <a:moveTo>
                  <a:pt x="0" y="0"/>
                </a:moveTo>
                <a:cubicBezTo>
                  <a:pt x="21" y="0"/>
                  <a:pt x="42" y="0"/>
                  <a:pt x="64" y="0"/>
                </a:cubicBezTo>
                <a:cubicBezTo>
                  <a:pt x="11993" y="0"/>
                  <a:pt x="21664" y="9670"/>
                  <a:pt x="21664" y="21600"/>
                </a:cubicBezTo>
                <a:lnTo>
                  <a:pt x="64" y="21600"/>
                </a:lnTo>
                <a:close/>
              </a:path>
            </a:pathLst>
          </a:custGeom>
          <a:noFill/>
          <a:ln w="25400" cap="rnd">
            <a:solidFill>
              <a:srgbClr val="000000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D9E307D9-F581-04F8-5ECD-812C905EB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D0D74637-0248-D4F7-F18E-176636A8DE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32" name="Rectangle 4">
            <a:extLst>
              <a:ext uri="{FF2B5EF4-FFF2-40B4-BE49-F238E27FC236}">
                <a16:creationId xmlns:a16="http://schemas.microsoft.com/office/drawing/2014/main" id="{A85985FC-88B4-2202-4834-7AF6454E48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988" y="230188"/>
            <a:ext cx="7162800" cy="6392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$ SET SOURCEFORMAT"FREE"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IDENTIFICATION DIVISION.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PROGRAM-ID.  Iteration-Program.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AUTHOR.  Michael Coughlan.</a:t>
            </a:r>
          </a:p>
          <a:p>
            <a:pPr>
              <a:lnSpc>
                <a:spcPct val="85000"/>
              </a:lnSpc>
            </a:pPr>
            <a:endParaRPr lang="en-US" altLang="en-US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DATA DIVISION.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WORKING-STORAGE SECTION.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01  Num1           PIC 9  VALUE ZEROS.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01  Num2           PIC 9  VALUE ZEROS.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01  Result         PIC 99 VALUE ZEROS.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01  Operator       PIC X  VALUE SPACE.</a:t>
            </a:r>
          </a:p>
          <a:p>
            <a:pPr>
              <a:lnSpc>
                <a:spcPct val="85000"/>
              </a:lnSpc>
            </a:pPr>
            <a:endParaRPr lang="en-US" altLang="en-US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PROCEDURE DIVISION.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Calculator.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PERFORM 5 TIMES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</a:t>
            </a:r>
            <a:r>
              <a:rPr lang="en-US" altLang="en-US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 </a:t>
            </a:r>
            <a:r>
              <a:rPr lang="en-US" altLang="en-US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ACCEPT Num1</a:t>
            </a:r>
            <a:endParaRPr lang="en-US" altLang="en-US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ACCEPT Num2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ACCEPT Operator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IF Operator = "+" THEN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   ADD Num1, Num2 GIVING Result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END-IF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IF Operator = "*" THEN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   MULTIPLY Num1 BY Num2 GIVING Result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END-IF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DISPLAY "Result is = ", Result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END-PERFORM.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STOP RUN.</a:t>
            </a:r>
          </a:p>
        </p:txBody>
      </p:sp>
      <p:sp>
        <p:nvSpPr>
          <p:cNvPr id="22533" name="Rectangle 5">
            <a:extLst>
              <a:ext uri="{FF2B5EF4-FFF2-40B4-BE49-F238E27FC236}">
                <a16:creationId xmlns:a16="http://schemas.microsoft.com/office/drawing/2014/main" id="{E444A79D-3983-AC9B-1254-426E59D4DE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9550" y="692150"/>
            <a:ext cx="1054100" cy="3683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>
                <a:effectLst/>
              </a:rPr>
              <a:t>D</a:t>
            </a:r>
            <a:r>
              <a:rPr lang="en-US" altLang="en-US" sz="1600">
                <a:effectLst/>
              </a:rPr>
              <a:t>ATA</a:t>
            </a:r>
          </a:p>
        </p:txBody>
      </p:sp>
      <p:sp>
        <p:nvSpPr>
          <p:cNvPr id="22534" name="Rectangle 6">
            <a:extLst>
              <a:ext uri="{FF2B5EF4-FFF2-40B4-BE49-F238E27FC236}">
                <a16:creationId xmlns:a16="http://schemas.microsoft.com/office/drawing/2014/main" id="{89B14C42-C025-43BE-E080-1831087D29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1350" y="692150"/>
            <a:ext cx="3187700" cy="2921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76200" tIns="46038" rIns="76200" bIns="46038"/>
          <a:lstStyle/>
          <a:p>
            <a:r>
              <a:rPr lang="en-US" altLang="en-US" sz="1400">
                <a:solidFill>
                  <a:srgbClr val="00279F"/>
                </a:solidFill>
                <a:effectLst/>
              </a:rPr>
              <a:t>Num1  Num2     Result       Operator</a:t>
            </a:r>
          </a:p>
        </p:txBody>
      </p:sp>
      <p:sp>
        <p:nvSpPr>
          <p:cNvPr id="22535" name="Rectangle 7">
            <a:extLst>
              <a:ext uri="{FF2B5EF4-FFF2-40B4-BE49-F238E27FC236}">
                <a16:creationId xmlns:a16="http://schemas.microsoft.com/office/drawing/2014/main" id="{98A00B66-8090-6FD8-A55D-8AA79707D8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1350" y="996950"/>
            <a:ext cx="5969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/>
          <a:lstStyle/>
          <a:p>
            <a:pPr algn="ctr">
              <a:spcBef>
                <a:spcPct val="50000"/>
              </a:spcBef>
            </a:pPr>
            <a:r>
              <a:rPr lang="en-US" altLang="en-US" sz="2000">
                <a:solidFill>
                  <a:srgbClr val="CF0E30"/>
                </a:solidFill>
                <a:effectLst/>
              </a:rPr>
              <a:t>9</a:t>
            </a:r>
          </a:p>
        </p:txBody>
      </p:sp>
      <p:sp>
        <p:nvSpPr>
          <p:cNvPr id="22536" name="Rectangle 8">
            <a:extLst>
              <a:ext uri="{FF2B5EF4-FFF2-40B4-BE49-F238E27FC236}">
                <a16:creationId xmlns:a16="http://schemas.microsoft.com/office/drawing/2014/main" id="{23C3CBE6-7251-BD0A-096B-1AEC0F8055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0950" y="996950"/>
            <a:ext cx="5969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/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  <a:effectLst/>
              </a:rPr>
              <a:t>3</a:t>
            </a:r>
          </a:p>
          <a:p>
            <a:pPr>
              <a:spcBef>
                <a:spcPct val="50000"/>
              </a:spcBef>
            </a:pPr>
            <a:endParaRPr lang="en-US" altLang="en-US">
              <a:solidFill>
                <a:schemeClr val="bg1"/>
              </a:solidFill>
              <a:effectLst/>
            </a:endParaRPr>
          </a:p>
          <a:p>
            <a:pPr>
              <a:spcBef>
                <a:spcPct val="50000"/>
              </a:spcBef>
            </a:pPr>
            <a:endParaRPr lang="en-US" altLang="en-US">
              <a:solidFill>
                <a:schemeClr val="bg1"/>
              </a:solidFill>
              <a:effectLst/>
            </a:endParaRPr>
          </a:p>
        </p:txBody>
      </p:sp>
      <p:sp>
        <p:nvSpPr>
          <p:cNvPr id="22537" name="Rectangle 9">
            <a:extLst>
              <a:ext uri="{FF2B5EF4-FFF2-40B4-BE49-F238E27FC236}">
                <a16:creationId xmlns:a16="http://schemas.microsoft.com/office/drawing/2014/main" id="{CB1740DF-D617-0659-A1C9-358CE0E948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0550" y="996950"/>
            <a:ext cx="9779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/>
          <a:lstStyle/>
          <a:p>
            <a:pPr algn="ct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  <a:effectLst/>
              </a:rPr>
              <a:t>15</a:t>
            </a:r>
          </a:p>
        </p:txBody>
      </p:sp>
      <p:sp>
        <p:nvSpPr>
          <p:cNvPr id="22538" name="Rectangle 10">
            <a:extLst>
              <a:ext uri="{FF2B5EF4-FFF2-40B4-BE49-F238E27FC236}">
                <a16:creationId xmlns:a16="http://schemas.microsoft.com/office/drawing/2014/main" id="{E85DE72A-9565-14D6-9EAD-715B0382FE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8150" y="311150"/>
            <a:ext cx="10541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>
                <a:solidFill>
                  <a:srgbClr val="00279F"/>
                </a:solidFill>
                <a:effectLst/>
              </a:rPr>
              <a:t>D</a:t>
            </a:r>
            <a:r>
              <a:rPr lang="en-US" altLang="en-US" sz="1600">
                <a:solidFill>
                  <a:srgbClr val="00279F"/>
                </a:solidFill>
                <a:effectLst/>
              </a:rPr>
              <a:t>ATA</a:t>
            </a:r>
          </a:p>
        </p:txBody>
      </p:sp>
      <p:sp>
        <p:nvSpPr>
          <p:cNvPr id="22539" name="Rectangle 11">
            <a:extLst>
              <a:ext uri="{FF2B5EF4-FFF2-40B4-BE49-F238E27FC236}">
                <a16:creationId xmlns:a16="http://schemas.microsoft.com/office/drawing/2014/main" id="{F5A4975B-C857-FA08-3B6C-3D2B644DCE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1150" y="996950"/>
            <a:ext cx="9779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/>
          <a:lstStyle/>
          <a:p>
            <a:pPr algn="ctr">
              <a:spcBef>
                <a:spcPct val="50000"/>
              </a:spcBef>
            </a:pPr>
            <a:r>
              <a:rPr lang="en-US" altLang="en-US" sz="2400">
                <a:solidFill>
                  <a:schemeClr val="bg1"/>
                </a:solidFill>
                <a:effectLst/>
              </a:rPr>
              <a:t>*</a:t>
            </a:r>
          </a:p>
        </p:txBody>
      </p:sp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C1F7F49A-376E-08C4-DB2A-3197873013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1B14B3EB-14D0-FE5A-24B6-0550B4C64A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80" name="Rectangle 4">
            <a:extLst>
              <a:ext uri="{FF2B5EF4-FFF2-40B4-BE49-F238E27FC236}">
                <a16:creationId xmlns:a16="http://schemas.microsoft.com/office/drawing/2014/main" id="{A2D7FB46-6F30-4006-F76B-93FF05EC73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988" y="230188"/>
            <a:ext cx="7162800" cy="6392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$ SET SOURCEFORMAT"FREE"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IDENTIFICATION DIVISION.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PROGRAM-ID.  Iteration-Program.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AUTHOR.  Michael Coughlan.</a:t>
            </a:r>
          </a:p>
          <a:p>
            <a:pPr>
              <a:lnSpc>
                <a:spcPct val="85000"/>
              </a:lnSpc>
            </a:pPr>
            <a:endParaRPr lang="en-US" altLang="en-US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DATA DIVISION.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WORKING-STORAGE SECTION.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01  Num1           PIC 9  VALUE ZEROS.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01  Num2           PIC 9  VALUE ZEROS.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01  Result         PIC 99 VALUE ZEROS.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01  Operator       PIC X  VALUE SPACE.</a:t>
            </a:r>
          </a:p>
          <a:p>
            <a:pPr>
              <a:lnSpc>
                <a:spcPct val="85000"/>
              </a:lnSpc>
            </a:pPr>
            <a:endParaRPr lang="en-US" altLang="en-US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PROCEDURE DIVISION.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Calculator.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PERFORM 5 TIMES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ACCEPT Num1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</a:t>
            </a:r>
            <a:r>
              <a:rPr lang="en-US" altLang="en-US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ACCEPT Num2</a:t>
            </a:r>
            <a:endParaRPr lang="en-US" altLang="en-US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ACCEPT Operator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IF Operator = "+" THEN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   ADD Num1, Num2 GIVING Result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END-IF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IF Operator = "*" THEN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   MULTIPLY Num1 BY Num2 GIVING Result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END-IF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DISPLAY "Result is = ", Result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END-PERFORM.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STOP RUN.</a:t>
            </a:r>
          </a:p>
        </p:txBody>
      </p:sp>
      <p:sp>
        <p:nvSpPr>
          <p:cNvPr id="24581" name="Rectangle 5">
            <a:extLst>
              <a:ext uri="{FF2B5EF4-FFF2-40B4-BE49-F238E27FC236}">
                <a16:creationId xmlns:a16="http://schemas.microsoft.com/office/drawing/2014/main" id="{929C3AB4-E6DD-611D-2444-68C2513809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9550" y="692150"/>
            <a:ext cx="1054100" cy="3683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>
                <a:effectLst/>
              </a:rPr>
              <a:t>D</a:t>
            </a:r>
            <a:r>
              <a:rPr lang="en-US" altLang="en-US" sz="1600">
                <a:effectLst/>
              </a:rPr>
              <a:t>ATA</a:t>
            </a:r>
          </a:p>
        </p:txBody>
      </p:sp>
      <p:sp>
        <p:nvSpPr>
          <p:cNvPr id="24582" name="Rectangle 6">
            <a:extLst>
              <a:ext uri="{FF2B5EF4-FFF2-40B4-BE49-F238E27FC236}">
                <a16:creationId xmlns:a16="http://schemas.microsoft.com/office/drawing/2014/main" id="{C767C03C-CC28-DB34-7767-BF22DC0C35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1350" y="692150"/>
            <a:ext cx="3187700" cy="2921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76200" tIns="46038" rIns="76200" bIns="46038"/>
          <a:lstStyle/>
          <a:p>
            <a:r>
              <a:rPr lang="en-US" altLang="en-US" sz="1400">
                <a:solidFill>
                  <a:srgbClr val="00279F"/>
                </a:solidFill>
                <a:effectLst/>
              </a:rPr>
              <a:t>Num1  Num2     Result       Operator</a:t>
            </a:r>
          </a:p>
        </p:txBody>
      </p:sp>
      <p:sp>
        <p:nvSpPr>
          <p:cNvPr id="24583" name="Rectangle 7">
            <a:extLst>
              <a:ext uri="{FF2B5EF4-FFF2-40B4-BE49-F238E27FC236}">
                <a16:creationId xmlns:a16="http://schemas.microsoft.com/office/drawing/2014/main" id="{89618D3A-D607-0765-9665-93976C2EAA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1350" y="996950"/>
            <a:ext cx="5969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/>
          <a:lstStyle/>
          <a:p>
            <a:pPr algn="ct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  <a:effectLst/>
              </a:rPr>
              <a:t>9</a:t>
            </a:r>
          </a:p>
        </p:txBody>
      </p:sp>
      <p:sp>
        <p:nvSpPr>
          <p:cNvPr id="24584" name="Rectangle 8">
            <a:extLst>
              <a:ext uri="{FF2B5EF4-FFF2-40B4-BE49-F238E27FC236}">
                <a16:creationId xmlns:a16="http://schemas.microsoft.com/office/drawing/2014/main" id="{CC1A89A6-16F2-D2EE-D9A5-EC31B90294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0950" y="996950"/>
            <a:ext cx="5969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/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CF0E30"/>
                </a:solidFill>
                <a:effectLst/>
              </a:rPr>
              <a:t>3</a:t>
            </a:r>
            <a:endParaRPr lang="en-US" altLang="en-US">
              <a:solidFill>
                <a:schemeClr val="bg1"/>
              </a:solidFill>
              <a:effectLst/>
            </a:endParaRPr>
          </a:p>
          <a:p>
            <a:pPr>
              <a:spcBef>
                <a:spcPct val="50000"/>
              </a:spcBef>
            </a:pPr>
            <a:endParaRPr lang="en-US" altLang="en-US">
              <a:solidFill>
                <a:schemeClr val="bg1"/>
              </a:solidFill>
              <a:effectLst/>
            </a:endParaRPr>
          </a:p>
          <a:p>
            <a:pPr>
              <a:spcBef>
                <a:spcPct val="50000"/>
              </a:spcBef>
            </a:pPr>
            <a:endParaRPr lang="en-US" altLang="en-US">
              <a:solidFill>
                <a:schemeClr val="bg1"/>
              </a:solidFill>
              <a:effectLst/>
            </a:endParaRPr>
          </a:p>
        </p:txBody>
      </p:sp>
      <p:sp>
        <p:nvSpPr>
          <p:cNvPr id="24585" name="Rectangle 9">
            <a:extLst>
              <a:ext uri="{FF2B5EF4-FFF2-40B4-BE49-F238E27FC236}">
                <a16:creationId xmlns:a16="http://schemas.microsoft.com/office/drawing/2014/main" id="{4405F162-5D45-0BF8-53CB-5B3EDF78D5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0550" y="996950"/>
            <a:ext cx="9779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/>
          <a:lstStyle/>
          <a:p>
            <a:pPr algn="ct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  <a:effectLst/>
              </a:rPr>
              <a:t>15</a:t>
            </a:r>
          </a:p>
        </p:txBody>
      </p:sp>
      <p:sp>
        <p:nvSpPr>
          <p:cNvPr id="24586" name="Rectangle 10">
            <a:extLst>
              <a:ext uri="{FF2B5EF4-FFF2-40B4-BE49-F238E27FC236}">
                <a16:creationId xmlns:a16="http://schemas.microsoft.com/office/drawing/2014/main" id="{53865169-0941-4C2A-1604-F59D38297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8150" y="311150"/>
            <a:ext cx="10541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>
                <a:solidFill>
                  <a:srgbClr val="00279F"/>
                </a:solidFill>
                <a:effectLst/>
              </a:rPr>
              <a:t>D</a:t>
            </a:r>
            <a:r>
              <a:rPr lang="en-US" altLang="en-US" sz="1600">
                <a:solidFill>
                  <a:srgbClr val="00279F"/>
                </a:solidFill>
                <a:effectLst/>
              </a:rPr>
              <a:t>ATA</a:t>
            </a:r>
          </a:p>
        </p:txBody>
      </p:sp>
      <p:sp>
        <p:nvSpPr>
          <p:cNvPr id="24587" name="Rectangle 11">
            <a:extLst>
              <a:ext uri="{FF2B5EF4-FFF2-40B4-BE49-F238E27FC236}">
                <a16:creationId xmlns:a16="http://schemas.microsoft.com/office/drawing/2014/main" id="{CA4E528D-55DA-1F58-9651-91C8094251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1150" y="996950"/>
            <a:ext cx="9779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/>
          <a:lstStyle/>
          <a:p>
            <a:pPr algn="ctr">
              <a:spcBef>
                <a:spcPct val="50000"/>
              </a:spcBef>
            </a:pPr>
            <a:r>
              <a:rPr lang="en-US" altLang="en-US" sz="2400">
                <a:solidFill>
                  <a:schemeClr val="bg1"/>
                </a:solidFill>
                <a:effectLst/>
              </a:rPr>
              <a:t>*</a:t>
            </a:r>
          </a:p>
        </p:txBody>
      </p:sp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F90D1F57-DE14-B521-43B1-14F09B121E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B2F2D341-68B7-7333-8AF0-CFCA95354F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28" name="Rectangle 4">
            <a:extLst>
              <a:ext uri="{FF2B5EF4-FFF2-40B4-BE49-F238E27FC236}">
                <a16:creationId xmlns:a16="http://schemas.microsoft.com/office/drawing/2014/main" id="{6FEFE3D4-AF66-BC41-50F5-F9586497C4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988" y="230188"/>
            <a:ext cx="7162800" cy="6392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$ SET SOURCEFORMAT"FREE"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IDENTIFICATION DIVISION.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PROGRAM-ID.  Iteration-Program.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AUTHOR.  Michael Coughlan.</a:t>
            </a:r>
          </a:p>
          <a:p>
            <a:pPr>
              <a:lnSpc>
                <a:spcPct val="85000"/>
              </a:lnSpc>
            </a:pPr>
            <a:endParaRPr lang="en-US" altLang="en-US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DATA DIVISION.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WORKING-STORAGE SECTION.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01  Num1           PIC 9  VALUE ZEROS.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01  Num2           PIC 9  VALUE ZEROS.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01  Result         PIC 99 VALUE ZEROS.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01  Operator       PIC X  VALUE SPACE.</a:t>
            </a:r>
          </a:p>
          <a:p>
            <a:pPr>
              <a:lnSpc>
                <a:spcPct val="85000"/>
              </a:lnSpc>
            </a:pPr>
            <a:endParaRPr lang="en-US" altLang="en-US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PROCEDURE DIVISION.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Calculator.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PERFORM 5 TIMES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ACCEPT Num1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</a:t>
            </a:r>
            <a:r>
              <a:rPr lang="en-US" altLang="en-US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ACCEPT Num2</a:t>
            </a:r>
            <a:endParaRPr lang="en-US" altLang="en-US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ACCEPT Operator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IF Operator = "+" THEN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   ADD Num1, Num2 GIVING Result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END-IF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IF Operator = "*" THEN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   MULTIPLY Num1 BY Num2 GIVING Result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END-IF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DISPLAY "Result is = ", Result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END-PERFORM.</a:t>
            </a:r>
          </a:p>
          <a:p>
            <a:pPr>
              <a:lnSpc>
                <a:spcPct val="85000"/>
              </a:lnSpc>
            </a:pPr>
            <a:r>
              <a:rPr lang="en-US" alt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STOP RUN.</a:t>
            </a:r>
          </a:p>
        </p:txBody>
      </p:sp>
      <p:sp>
        <p:nvSpPr>
          <p:cNvPr id="26629" name="Rectangle 5">
            <a:extLst>
              <a:ext uri="{FF2B5EF4-FFF2-40B4-BE49-F238E27FC236}">
                <a16:creationId xmlns:a16="http://schemas.microsoft.com/office/drawing/2014/main" id="{8F02424A-E549-9312-B4EC-45A0546545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9550" y="692150"/>
            <a:ext cx="1054100" cy="3683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>
                <a:effectLst/>
              </a:rPr>
              <a:t>D</a:t>
            </a:r>
            <a:r>
              <a:rPr lang="en-US" altLang="en-US" sz="1600">
                <a:effectLst/>
              </a:rPr>
              <a:t>ATA</a:t>
            </a:r>
          </a:p>
        </p:txBody>
      </p:sp>
      <p:sp>
        <p:nvSpPr>
          <p:cNvPr id="26630" name="Rectangle 6">
            <a:extLst>
              <a:ext uri="{FF2B5EF4-FFF2-40B4-BE49-F238E27FC236}">
                <a16:creationId xmlns:a16="http://schemas.microsoft.com/office/drawing/2014/main" id="{9EC577D8-D451-849B-7E2D-1E7C91BCFA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1350" y="692150"/>
            <a:ext cx="3187700" cy="2921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76200" tIns="46038" rIns="76200" bIns="46038"/>
          <a:lstStyle/>
          <a:p>
            <a:r>
              <a:rPr lang="en-US" altLang="en-US" sz="1400">
                <a:solidFill>
                  <a:srgbClr val="00279F"/>
                </a:solidFill>
                <a:effectLst/>
              </a:rPr>
              <a:t>Num1  Num2     Result       Operator</a:t>
            </a:r>
          </a:p>
        </p:txBody>
      </p:sp>
      <p:sp>
        <p:nvSpPr>
          <p:cNvPr id="26631" name="Rectangle 7">
            <a:extLst>
              <a:ext uri="{FF2B5EF4-FFF2-40B4-BE49-F238E27FC236}">
                <a16:creationId xmlns:a16="http://schemas.microsoft.com/office/drawing/2014/main" id="{3C2F55CF-C720-07CD-B264-26E452A54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1350" y="996950"/>
            <a:ext cx="5969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/>
          <a:lstStyle/>
          <a:p>
            <a:pPr algn="ct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  <a:effectLst/>
              </a:rPr>
              <a:t>9</a:t>
            </a:r>
          </a:p>
        </p:txBody>
      </p:sp>
      <p:sp>
        <p:nvSpPr>
          <p:cNvPr id="26632" name="Rectangle 8">
            <a:extLst>
              <a:ext uri="{FF2B5EF4-FFF2-40B4-BE49-F238E27FC236}">
                <a16:creationId xmlns:a16="http://schemas.microsoft.com/office/drawing/2014/main" id="{9C16FE08-0A71-CFF9-1620-8B3DB331ED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0950" y="996950"/>
            <a:ext cx="5969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/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CF0E30"/>
                </a:solidFill>
                <a:effectLst/>
              </a:rPr>
              <a:t>3</a:t>
            </a:r>
            <a:endParaRPr lang="en-US" altLang="en-US">
              <a:solidFill>
                <a:schemeClr val="bg1"/>
              </a:solidFill>
              <a:effectLst/>
            </a:endParaRPr>
          </a:p>
          <a:p>
            <a:pPr>
              <a:spcBef>
                <a:spcPct val="50000"/>
              </a:spcBef>
            </a:pPr>
            <a:endParaRPr lang="en-US" altLang="en-US">
              <a:solidFill>
                <a:schemeClr val="bg1"/>
              </a:solidFill>
              <a:effectLst/>
            </a:endParaRPr>
          </a:p>
          <a:p>
            <a:pPr>
              <a:spcBef>
                <a:spcPct val="50000"/>
              </a:spcBef>
            </a:pPr>
            <a:endParaRPr lang="en-US" altLang="en-US">
              <a:solidFill>
                <a:schemeClr val="bg1"/>
              </a:solidFill>
              <a:effectLst/>
            </a:endParaRPr>
          </a:p>
        </p:txBody>
      </p:sp>
      <p:sp>
        <p:nvSpPr>
          <p:cNvPr id="26633" name="Rectangle 9">
            <a:extLst>
              <a:ext uri="{FF2B5EF4-FFF2-40B4-BE49-F238E27FC236}">
                <a16:creationId xmlns:a16="http://schemas.microsoft.com/office/drawing/2014/main" id="{C12DE351-3F1B-D895-8352-90A6968E3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0550" y="996950"/>
            <a:ext cx="9779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/>
          <a:lstStyle/>
          <a:p>
            <a:pPr algn="ct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  <a:effectLst/>
              </a:rPr>
              <a:t>15</a:t>
            </a:r>
          </a:p>
        </p:txBody>
      </p:sp>
      <p:sp>
        <p:nvSpPr>
          <p:cNvPr id="26634" name="Rectangle 10">
            <a:extLst>
              <a:ext uri="{FF2B5EF4-FFF2-40B4-BE49-F238E27FC236}">
                <a16:creationId xmlns:a16="http://schemas.microsoft.com/office/drawing/2014/main" id="{C085AF8F-7B48-FE2A-F9D7-9F9E45E347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8150" y="311150"/>
            <a:ext cx="10541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>
                <a:solidFill>
                  <a:srgbClr val="00279F"/>
                </a:solidFill>
                <a:effectLst/>
              </a:rPr>
              <a:t>D</a:t>
            </a:r>
            <a:r>
              <a:rPr lang="en-US" altLang="en-US" sz="1600">
                <a:solidFill>
                  <a:srgbClr val="00279F"/>
                </a:solidFill>
                <a:effectLst/>
              </a:rPr>
              <a:t>ATA</a:t>
            </a:r>
          </a:p>
        </p:txBody>
      </p:sp>
      <p:sp>
        <p:nvSpPr>
          <p:cNvPr id="26635" name="Rectangle 11">
            <a:extLst>
              <a:ext uri="{FF2B5EF4-FFF2-40B4-BE49-F238E27FC236}">
                <a16:creationId xmlns:a16="http://schemas.microsoft.com/office/drawing/2014/main" id="{35418B3E-6FD9-B424-7CE3-994E33486C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1150" y="996950"/>
            <a:ext cx="977900" cy="368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/>
          <a:lstStyle/>
          <a:p>
            <a:pPr algn="ctr">
              <a:spcBef>
                <a:spcPct val="50000"/>
              </a:spcBef>
            </a:pPr>
            <a:r>
              <a:rPr lang="en-US" altLang="en-US" sz="2400">
                <a:solidFill>
                  <a:schemeClr val="bg1"/>
                </a:solidFill>
                <a:effectLst/>
              </a:rPr>
              <a:t>*</a:t>
            </a:r>
          </a:p>
        </p:txBody>
      </p:sp>
      <p:sp>
        <p:nvSpPr>
          <p:cNvPr id="26636" name="AutoShape 12">
            <a:extLst>
              <a:ext uri="{FF2B5EF4-FFF2-40B4-BE49-F238E27FC236}">
                <a16:creationId xmlns:a16="http://schemas.microsoft.com/office/drawing/2014/main" id="{19CBA2A6-7131-0054-7136-4AF68B8157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0138" y="3027363"/>
            <a:ext cx="2500312" cy="1498864"/>
          </a:xfrm>
          <a:prstGeom prst="wedgeRoundRectCallout">
            <a:avLst>
              <a:gd name="adj1" fmla="val -41671"/>
              <a:gd name="adj2" fmla="val 66667"/>
              <a:gd name="adj3" fmla="val 16667"/>
            </a:avLst>
          </a:prstGeom>
          <a:solidFill>
            <a:srgbClr val="FDFFC7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600">
                <a:solidFill>
                  <a:srgbClr val="000000"/>
                </a:solidFill>
                <a:effectLst/>
              </a:rPr>
              <a:t>Etcetera !!</a:t>
            </a:r>
          </a:p>
          <a:p>
            <a:pPr algn="ctr"/>
            <a:r>
              <a:rPr lang="en-US" altLang="en-US" sz="1600">
                <a:solidFill>
                  <a:srgbClr val="000000"/>
                </a:solidFill>
                <a:effectLst/>
              </a:rPr>
              <a:t>Loops 5 times through the block of code from PERFORM to END-PERFORM</a:t>
            </a:r>
          </a:p>
        </p:txBody>
      </p:sp>
    </p:spTree>
  </p:cSld>
  <p:clrMapOvr>
    <a:masterClrMapping/>
  </p:clrMapOvr>
  <p:transition spd="slow"/>
</p:sld>
</file>

<file path=ppt/theme/theme1.xml><?xml version="1.0" encoding="utf-8"?>
<a:theme xmlns:a="http://schemas.openxmlformats.org/drawingml/2006/main" name="b-slide">
  <a:themeElements>
    <a:clrScheme name="">
      <a:dk1>
        <a:srgbClr val="919191"/>
      </a:dk1>
      <a:lt1>
        <a:srgbClr val="FFFFFF"/>
      </a:lt1>
      <a:dk2>
        <a:srgbClr val="114FFB"/>
      </a:dk2>
      <a:lt2>
        <a:srgbClr val="FAFD00"/>
      </a:lt2>
      <a:accent1>
        <a:srgbClr val="DADADA"/>
      </a:accent1>
      <a:accent2>
        <a:srgbClr val="FC0128"/>
      </a:accent2>
      <a:accent3>
        <a:srgbClr val="AAB2FD"/>
      </a:accent3>
      <a:accent4>
        <a:srgbClr val="DADADA"/>
      </a:accent4>
      <a:accent5>
        <a:srgbClr val="EAEAEA"/>
      </a:accent5>
      <a:accent6>
        <a:srgbClr val="E40123"/>
      </a:accent6>
      <a:hlink>
        <a:srgbClr val="00FF00"/>
      </a:hlink>
      <a:folHlink>
        <a:srgbClr val="DC0081"/>
      </a:folHlink>
    </a:clrScheme>
    <a:fontScheme name="b-slid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panose="020B0604020202020204" pitchFamily="34" charset="0"/>
          </a:defRPr>
        </a:defPPr>
      </a:lstStyle>
    </a:lnDef>
  </a:objectDefaults>
  <a:extraClrSchemeLst>
    <a:extraClrScheme>
      <a:clrScheme name="b-slide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-slid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-slide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-slide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-slide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-slide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-slide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e:\pptdata\b-slide.ppt</Template>
  <TotalTime>1490414859</TotalTime>
  <Pages>36</Pages>
  <Words>1554</Words>
  <Application>Microsoft Office PowerPoint</Application>
  <PresentationFormat>On-screen Show (4:3)</PresentationFormat>
  <Paragraphs>435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Wingdings</vt:lpstr>
      <vt:lpstr>Times New Roman</vt:lpstr>
      <vt:lpstr>Monotype Sorts</vt:lpstr>
      <vt:lpstr>Courier New</vt:lpstr>
      <vt:lpstr>b-slide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ALGORITHMS </dc:title>
  <dc:subject/>
  <dc:creator>Michael Coughlan</dc:creator>
  <cp:keywords/>
  <dc:description/>
  <cp:lastModifiedBy>Sean McBride</cp:lastModifiedBy>
  <cp:revision>1346190245</cp:revision>
  <cp:lastPrinted>1601-01-01T00:00:00Z</cp:lastPrinted>
  <dcterms:created xsi:type="dcterms:W3CDTF">1995-02-14T10:18:06Z</dcterms:created>
  <dcterms:modified xsi:type="dcterms:W3CDTF">2026-05-13T01:06:41Z</dcterms:modified>
</cp:coreProperties>
</file>