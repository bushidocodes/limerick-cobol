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media/image1.wmf" ContentType="image/x-wmf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5EFAC4C-C6A3-42D6-9B44-21802A4ED78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71280" y="71280"/>
            <a:ext cx="9001080" cy="67150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wm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54080" y="230040"/>
            <a:ext cx="7162920" cy="639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</a:t>
            </a: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Iteration-Program.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Operator       PIC X  VALUE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Calculator.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5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Operator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"+"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ADD Num1,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"*"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MULTIPLY Num1 BY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"Result is = ",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6553080" y="685800"/>
            <a:ext cx="1066680" cy="380880"/>
          </a:xfrm>
          <a:prstGeom prst="rect">
            <a:avLst/>
          </a:prstGeom>
          <a:solidFill>
            <a:srgbClr val="114FFB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5715000" y="685800"/>
            <a:ext cx="320040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       Operator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5715000" y="99072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6324480" y="990720"/>
            <a:ext cx="609480" cy="6645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693432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6781680" y="30492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792468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_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154080" y="230040"/>
            <a:ext cx="7162920" cy="639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Iteration-Program.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Operator       PIC X  VALUE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Calculator.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PERFORM 5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Operator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"+"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ADD Num1,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"*"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MULTIPLY Num1 BY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"Result is = ",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6553080" y="685800"/>
            <a:ext cx="1066680" cy="380880"/>
          </a:xfrm>
          <a:prstGeom prst="rect">
            <a:avLst/>
          </a:prstGeom>
          <a:solidFill>
            <a:srgbClr val="114FFB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715000" y="685800"/>
            <a:ext cx="320040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       Operator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5715000" y="99072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6324480" y="990720"/>
            <a:ext cx="609480" cy="6645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693432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6781680" y="30492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2468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_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154080" y="230040"/>
            <a:ext cx="7162920" cy="639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Iteration-Program.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Operator       PIC X  VALUE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Calculator.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5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ACCEPT Num1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Operator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"+"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ADD Num1,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"*"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MULTIPLY Num1 BY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"Result is = ",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553080" y="685800"/>
            <a:ext cx="1066680" cy="380880"/>
          </a:xfrm>
          <a:prstGeom prst="rect">
            <a:avLst/>
          </a:prstGeom>
          <a:solidFill>
            <a:srgbClr val="114FFB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715000" y="685800"/>
            <a:ext cx="320040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       Operator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715000" y="99072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6324480" y="990720"/>
            <a:ext cx="609480" cy="6645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693432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6781680" y="30492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792468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_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54080" y="230040"/>
            <a:ext cx="7162920" cy="639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Iteration-Program.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Operator       PIC X  VALUE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Calculator.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5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ACCEPT Num2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Operator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"+"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ADD Num1,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"*"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MULTIPLY Num1 BY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"Result is = ",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6553080" y="685800"/>
            <a:ext cx="1066680" cy="380880"/>
          </a:xfrm>
          <a:prstGeom prst="rect">
            <a:avLst/>
          </a:prstGeom>
          <a:solidFill>
            <a:srgbClr val="114FFB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5715000" y="685800"/>
            <a:ext cx="320040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       Operator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5715000" y="99072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6324480" y="990720"/>
            <a:ext cx="609480" cy="691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693432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6781680" y="30492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2468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_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54080" y="230040"/>
            <a:ext cx="7162920" cy="639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Iteration-Program.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Operator       PIC X  VALUE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Calculator.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5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ACCEPT Operator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"+"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ADD Num1,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"*"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MULTIPLY Num1 BY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"Result is = ",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553080" y="685800"/>
            <a:ext cx="1066680" cy="380880"/>
          </a:xfrm>
          <a:prstGeom prst="rect">
            <a:avLst/>
          </a:prstGeom>
          <a:solidFill>
            <a:srgbClr val="114FFB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715000" y="685800"/>
            <a:ext cx="320040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       Operator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5715000" y="99072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324480" y="990720"/>
            <a:ext cx="609480" cy="6645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693432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6781680" y="30492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7924680" y="990720"/>
            <a:ext cx="990720" cy="3967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*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54080" y="230040"/>
            <a:ext cx="7162920" cy="639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Iteration-Program.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Operator       PIC X  VALUE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Calculator.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5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Operator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IF Operator = "+"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ADD Num1,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"*"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MULTIPLY Num1 BY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"Result is = ",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53080" y="685800"/>
            <a:ext cx="1066680" cy="380880"/>
          </a:xfrm>
          <a:prstGeom prst="rect">
            <a:avLst/>
          </a:prstGeom>
          <a:solidFill>
            <a:srgbClr val="114FFB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5715000" y="685800"/>
            <a:ext cx="320040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       Operator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5715000" y="99072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6324480" y="990720"/>
            <a:ext cx="609480" cy="6645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693432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6781680" y="30492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924680" y="990720"/>
            <a:ext cx="990720" cy="3967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*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54080" y="230040"/>
            <a:ext cx="7162920" cy="639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Iteration-Program.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Operator       PIC X  VALUE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Calculator.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5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Operator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"+"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ADD Num1,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IF Operator = "*"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MULTIPLY Num1 BY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"Result is = ",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553080" y="685800"/>
            <a:ext cx="1066680" cy="380880"/>
          </a:xfrm>
          <a:prstGeom prst="rect">
            <a:avLst/>
          </a:prstGeom>
          <a:solidFill>
            <a:srgbClr val="114FFB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715000" y="685800"/>
            <a:ext cx="320040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       Operator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5715000" y="99072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324480" y="990720"/>
            <a:ext cx="609480" cy="6645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93432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6781680" y="30492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792468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*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54080" y="230040"/>
            <a:ext cx="7162920" cy="639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Iteration-Program.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Operator       PIC X  VALUE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Calculator.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5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Operator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"+"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ADD Num1,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"*"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</a:t>
            </a: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MULTIPLY Num1 BY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"Result is = ",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553080" y="685800"/>
            <a:ext cx="1066680" cy="380880"/>
          </a:xfrm>
          <a:prstGeom prst="rect">
            <a:avLst/>
          </a:prstGeom>
          <a:solidFill>
            <a:srgbClr val="114FFB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715000" y="685800"/>
            <a:ext cx="320040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       Operator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5715000" y="99072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6324480" y="990720"/>
            <a:ext cx="609480" cy="6645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93432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6781680" y="30492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92468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*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54080" y="230040"/>
            <a:ext cx="7162920" cy="639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Iteration-Program.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Operator       PIC X  VALUE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Calculator.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5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Operator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"+"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ADD Num1,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"*"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MULTIPLY Num1 BY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DISPLAY "Result is = ",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553080" y="685800"/>
            <a:ext cx="1066680" cy="380880"/>
          </a:xfrm>
          <a:prstGeom prst="rect">
            <a:avLst/>
          </a:prstGeom>
          <a:solidFill>
            <a:srgbClr val="114FFB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5715000" y="685800"/>
            <a:ext cx="320040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       Operator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5715000" y="99072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324480" y="990720"/>
            <a:ext cx="609480" cy="6645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93432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781680" y="30492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92468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*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"/>
          <p:cNvPicPr/>
          <p:nvPr/>
        </p:nvPicPr>
        <p:blipFill>
          <a:blip r:embed="rId1"/>
          <a:stretch/>
        </p:blipFill>
        <p:spPr>
          <a:xfrm>
            <a:off x="6173640" y="2182680"/>
            <a:ext cx="2782800" cy="232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"/>
          <p:cNvSpPr txBox="1"/>
          <p:nvPr/>
        </p:nvSpPr>
        <p:spPr>
          <a:xfrm>
            <a:off x="6705720" y="2819520"/>
            <a:ext cx="175248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Result is = 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7696080" y="1295280"/>
            <a:ext cx="533880" cy="1600560"/>
          </a:xfrm>
          <a:custGeom>
            <a:avLst/>
            <a:gdLst/>
            <a:ahLst/>
            <a:rect l="0" t="0" r="r" b="b"/>
            <a:pathLst>
              <a:path fill="none" w="1483" h="4446">
                <a:moveTo>
                  <a:pt x="1483" y="4446"/>
                </a:moveTo>
                <a:lnTo>
                  <a:pt x="1483" y="4446"/>
                </a:lnTo>
                <a:cubicBezTo>
                  <a:pt x="1483" y="3666"/>
                  <a:pt x="1414" y="2899"/>
                  <a:pt x="1284" y="2224"/>
                </a:cubicBezTo>
                <a:cubicBezTo>
                  <a:pt x="1154" y="1547"/>
                  <a:pt x="967" y="986"/>
                  <a:pt x="742" y="596"/>
                </a:cubicBezTo>
                <a:cubicBezTo>
                  <a:pt x="516" y="205"/>
                  <a:pt x="260" y="0"/>
                  <a:pt x="0" y="0"/>
                </a:cubicBezTo>
                <a:lnTo>
                  <a:pt x="0" y="0"/>
                </a:lnTo>
              </a:path>
            </a:pathLst>
          </a:custGeom>
          <a:ln w="25560">
            <a:solidFill>
              <a:srgbClr val="000000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54080" y="230040"/>
            <a:ext cx="7162920" cy="639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Iteration-Program.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Operator       PIC X  VALUE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Calculator.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5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ACCEPT Num1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Operator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"+"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ADD Num1,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"*"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MULTIPLY Num1 BY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"Result is = ",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6553080" y="685800"/>
            <a:ext cx="1066680" cy="380880"/>
          </a:xfrm>
          <a:prstGeom prst="rect">
            <a:avLst/>
          </a:prstGeom>
          <a:solidFill>
            <a:srgbClr val="114FFB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5715000" y="685800"/>
            <a:ext cx="320040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       Operator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5715000" y="99072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6324480" y="990720"/>
            <a:ext cx="609480" cy="6645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93432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6781680" y="30492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792468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*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154080" y="230040"/>
            <a:ext cx="7162920" cy="639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Iteration-Program.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Operator       PIC X  VALUE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Calculator.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5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ACCEPT Num2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Operator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"+"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ADD Num1,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"*"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MULTIPLY Num1 BY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"Result is = ",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553080" y="685800"/>
            <a:ext cx="1066680" cy="380880"/>
          </a:xfrm>
          <a:prstGeom prst="rect">
            <a:avLst/>
          </a:prstGeom>
          <a:solidFill>
            <a:srgbClr val="114FFB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715000" y="685800"/>
            <a:ext cx="320040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       Operator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715000" y="99072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6324480" y="990720"/>
            <a:ext cx="609480" cy="6645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693432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781680" y="30492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792468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*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54080" y="230040"/>
            <a:ext cx="7162920" cy="639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Iteration-Program.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Operator       PIC X  VALUE SPACE.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Calculator.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PERFORM 5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Num1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ACCEPT Num2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ACCEPT Operator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"+"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ADD Num1,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IF Operator = "*" THEN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MULTIPLY Num1 BY Num2 GIVING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END-IF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"Result is = ",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553080" y="685800"/>
            <a:ext cx="1066680" cy="380880"/>
          </a:xfrm>
          <a:prstGeom prst="rect">
            <a:avLst/>
          </a:prstGeom>
          <a:solidFill>
            <a:srgbClr val="114FFB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715000" y="685800"/>
            <a:ext cx="320040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       Operator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5715000" y="99072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6324480" y="990720"/>
            <a:ext cx="609480" cy="6645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93432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781680" y="30492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7924680" y="99072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*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173640" y="3021120"/>
            <a:ext cx="2513160" cy="1811160"/>
          </a:xfrm>
          <a:prstGeom prst="rect">
            <a:avLst/>
          </a:prstGeom>
          <a:solidFill>
            <a:srgbClr val="FDFFC7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Etcetera !!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Loops 5 times through the block of code from PERFORM to END-PERFORM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ALGORITHMS </dc:title>
</cp:coreProperties>
</file>