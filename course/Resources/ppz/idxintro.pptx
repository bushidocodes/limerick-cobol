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5" r:id="rId3"/>
    <p:sldId id="285" r:id="rId4"/>
    <p:sldId id="290" r:id="rId5"/>
    <p:sldId id="286" r:id="rId6"/>
    <p:sldId id="287" r:id="rId7"/>
    <p:sldId id="288" r:id="rId8"/>
    <p:sldId id="289" r:id="rId9"/>
    <p:sldId id="291" r:id="rId10"/>
  </p:sldIdLst>
  <p:sldSz cx="4572000" cy="304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-240">
          <p15:clr>
            <a:srgbClr val="A4A3A4"/>
          </p15:clr>
        </p15:guide>
        <p15:guide id="2" pos="4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CC0000"/>
    <a:srgbClr val="336600"/>
    <a:srgbClr val="FFFF00"/>
    <a:srgbClr val="66FFCC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7" d="100"/>
          <a:sy n="257" d="100"/>
        </p:scale>
        <p:origin x="210" y="378"/>
      </p:cViewPr>
      <p:guideLst>
        <p:guide orient="horz" pos="-240"/>
        <p:guide pos="4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C61B-64DF-2B20-A1A0-8EBCF4AFE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498475"/>
            <a:ext cx="3429000" cy="10620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9E8ED-F7A3-F37C-EF80-B0407E28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600200"/>
            <a:ext cx="3429000" cy="7366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19016-1F29-4AAF-C25E-41151FC4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1A3E3-AA60-9A4D-DB4B-3DC6FF88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DAE4E-5E87-1DC4-1B82-70A370D2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0C5FA-26E7-449C-AA59-800FB87AD5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906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46F6-C518-1A69-6C5E-45AD0F84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FA6C-19D5-66B2-626B-4A598FEF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6B944-A4E4-A297-6377-1EFEA0DCA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22AAF-E247-84A8-E35A-F77BF211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CE6E3-36BC-B69E-8EE9-070445EE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2D50E-18CC-4E49-8426-53ADD02DA1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14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AAC8-BF78-493E-B3A8-AB65256D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38" y="760413"/>
            <a:ext cx="3943350" cy="12668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415BB-1C63-5D2D-15F1-A7A014B74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38" y="2039938"/>
            <a:ext cx="3943350" cy="6667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56436-EDBC-38A3-D385-C63FA588B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EB704-AC35-3828-DCD5-636F65B5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FE1F-4416-E4E5-9308-A7599AFC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6BC6D-7EF5-408C-BEB0-966EB7DFD4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38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8846-2F68-A32A-3705-4D452916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1C3EF-315C-2437-AEE0-20F4AE6D5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879475"/>
            <a:ext cx="1866900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AC7F6-ABE2-2D20-883F-F2C1B648E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62200" y="879475"/>
            <a:ext cx="1866900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1DC85-0A0F-50D6-6ECF-EB815BE7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1FC83-BFB5-D7C4-5E9F-D2C18E4A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E783A-CF6E-92DB-96AD-DD534901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E1BF6-67C2-4E4F-9BAF-5F9554E223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70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C106-6BC3-C5ED-7C75-48BC6AF3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61925"/>
            <a:ext cx="3943350" cy="588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D154B-CD6A-212D-32F2-D9D3EE4A4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5" y="747713"/>
            <a:ext cx="1935163" cy="365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42F83-12E1-A0DA-C5DA-D08664C1C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325" y="1112838"/>
            <a:ext cx="1935163" cy="1638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71D44-7A21-263B-B080-520BCE854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14575" y="747713"/>
            <a:ext cx="1943100" cy="365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19668-CC17-08CA-56D1-BD3D724A0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14575" y="1112838"/>
            <a:ext cx="1943100" cy="1638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F68C6B-B91A-2726-DB92-970E7D6A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4B2DA3-048A-2C1E-9023-258A1738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CE4E68-B75E-277A-A9E6-C84A0D56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05A4F-0BE8-4D28-804D-C9CCB4531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055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50B8-85BF-3765-93F5-4FF2EC74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2FF31-E682-B8E9-48B8-B6487D50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2C031-906E-0629-4334-36280439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C7A67-312C-2241-41A0-06779AAB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247D6-8009-4777-8ED9-FAC5986CA2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59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31350-5E25-1BA8-BE80-B4C2746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2E193-DEF2-AB1E-44BE-42A43FFC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A819E-67B4-A010-186C-5D539487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FE8F7-85BE-4DD0-88A6-650D0E15A5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88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965C1-005B-DE1F-ECFB-90315A9E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03200"/>
            <a:ext cx="1474788" cy="711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D10D-130D-335D-438F-7185EFE3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438150"/>
            <a:ext cx="2314575" cy="21669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84962-465B-99F4-65B9-59ADE1A0A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5" y="914400"/>
            <a:ext cx="1474788" cy="1693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C58C6-5C26-A0DA-E4CE-C96E04960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B1C54-A672-C7DD-DB46-10CB67EC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3ADA6-D293-0FF8-32BD-B66A05BD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141031-AF7F-4351-BF51-FBF6EF5BBC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98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BAB0-1EFF-92F0-4660-EE110D70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03200"/>
            <a:ext cx="1474788" cy="711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5821F-F0FE-F471-0759-B9DCDF3D9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43100" y="438150"/>
            <a:ext cx="2314575" cy="21669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BA369-1AC7-969C-5527-2A72DB06A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5" y="914400"/>
            <a:ext cx="1474788" cy="1693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872CF-10FF-BD93-3FE5-9AC83C85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6FD6A-D45B-4FA4-207E-2CD6B3CC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7400C-D9EF-076B-F864-85988B1E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67B0B-05A9-4E15-9D06-C590A40E14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415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76F0-71AA-3DD0-03E5-3E7F6513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5581D-4D15-5DF3-85EF-B132079AD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E85F4-EFA7-939C-77B4-3C5DE7AA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B11DA-4B2B-1E87-E6D5-7CF1F9EA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B561D-C0D7-E9F3-B07C-38D6C89A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F1786-2899-47DC-B132-2AF4114C36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762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EDAF0-15B4-D142-C5DA-BCA267D20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57550" y="268288"/>
            <a:ext cx="971550" cy="2439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F3212-0BB5-5B4C-0971-3EC714FAC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68288"/>
            <a:ext cx="2762250" cy="2439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73B2C-D1E7-0DB4-E308-5DCE64F4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7B71F-AF80-E8A4-A78C-1912E894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0EAA4-CF1D-D30B-601A-1AB9630E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F28BD1-A004-4B6E-ACBF-42924D2EF2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26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8329298-6D93-182E-54BB-4C7D39A3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68288"/>
            <a:ext cx="38862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50" tIns="19050" rIns="31750" bIns="190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06F9E6-D99E-E07C-B525-BB6E12419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879475"/>
            <a:ext cx="3886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50" tIns="19050" rIns="31750" bIns="190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ADA4903-25CF-A2C3-0212-8F8849EA63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2779713"/>
            <a:ext cx="9525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defTabSz="114300">
              <a:defRPr sz="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8593DF-B231-2F37-77F5-50037BC25A0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62100" y="2779713"/>
            <a:ext cx="14478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algn="ctr" defTabSz="114300">
              <a:defRPr sz="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138615-1D97-B42B-8426-306F4DA39E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2779713"/>
            <a:ext cx="9525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algn="r" defTabSz="114300">
              <a:defRPr sz="400"/>
            </a:lvl1pPr>
          </a:lstStyle>
          <a:p>
            <a:fld id="{41480DF6-5911-4052-BA96-597D693BCAC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73A26AB-67BA-59A3-F4FF-6EEB92269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8" y="14288"/>
            <a:ext cx="4519612" cy="301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4300" rtl="0" eaLnBrk="0" fontAlgn="base" hangingPunct="0">
        <a:spcBef>
          <a:spcPct val="0"/>
        </a:spcBef>
        <a:spcAft>
          <a:spcPct val="0"/>
        </a:spcAft>
        <a:defRPr sz="1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2pPr>
      <a:lvl3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3pPr>
      <a:lvl4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4pPr>
      <a:lvl5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19063" indent="-119063" algn="l" defTabSz="114300" rtl="0" eaLnBrk="0" fontAlgn="base" hangingPunct="0">
        <a:spcBef>
          <a:spcPct val="20000"/>
        </a:spcBef>
        <a:spcAft>
          <a:spcPct val="0"/>
        </a:spcAft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30163" algn="l" defTabSz="114300" rtl="0" eaLnBrk="0" fontAlgn="base" hangingPunct="0">
        <a:spcBef>
          <a:spcPct val="20000"/>
        </a:spcBef>
        <a:spcAft>
          <a:spcPct val="0"/>
        </a:spcAft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404813" indent="-26988" algn="l" defTabSz="114300" rtl="0" eaLnBrk="0" fontAlgn="base" hangingPunct="0">
        <a:spcBef>
          <a:spcPct val="20000"/>
        </a:spcBef>
        <a:spcAft>
          <a:spcPct val="0"/>
        </a:spcAft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6738" indent="-47625" algn="l" defTabSz="114300" rtl="0" eaLnBrk="0" fontAlgn="base" hangingPunct="0">
        <a:spcBef>
          <a:spcPct val="20000"/>
        </a:spcBef>
        <a:spcAft>
          <a:spcPct val="0"/>
        </a:spcAft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728663" indent="-47625" algn="l" defTabSz="114300" rtl="0" eaLnBrk="0" fontAlgn="base" hangingPunct="0">
        <a:spcBef>
          <a:spcPct val="20000"/>
        </a:spcBef>
        <a:spcAft>
          <a:spcPct val="0"/>
        </a:spcAft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8DD6752-7A4A-6C74-ADBC-A5990934C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12750"/>
            <a:ext cx="3444875" cy="225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records in an Indexed file</a:t>
            </a:r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/>
              <a:t>Click to view.</a:t>
            </a:r>
          </a:p>
          <a:p>
            <a:pPr algn="ctr"/>
            <a:endParaRPr lang="en-US" altLang="en-US" sz="1400" b="1"/>
          </a:p>
          <a:p>
            <a:pPr algn="ctr"/>
            <a:r>
              <a:rPr lang="en-US" altLang="en-US" sz="1000"/>
              <a:t>When viewing the program,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0AB967-E7FA-CC36-DB64-F42E8E6E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75442C1-0D97-DED9-F2A9-5FE56D38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A6194B1-B909-3AEE-74A8-0F64CAB6C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AA4AAEE-318A-E16D-BB23-CBD22687B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3078" name="Line 6">
            <a:extLst>
              <a:ext uri="{FF2B5EF4-FFF2-40B4-BE49-F238E27FC236}">
                <a16:creationId xmlns:a16="http://schemas.microsoft.com/office/drawing/2014/main" id="{FB11CB70-B1D8-069E-888C-B6F3AF67E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963" y="819150"/>
            <a:ext cx="1587" cy="304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Line 7">
            <a:extLst>
              <a:ext uri="{FF2B5EF4-FFF2-40B4-BE49-F238E27FC236}">
                <a16:creationId xmlns:a16="http://schemas.microsoft.com/office/drawing/2014/main" id="{64DF9AE4-C306-47F6-8301-606DBC703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F36634D0-E8E0-1FE4-72B9-B72B81D11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3081" name="Line 9">
            <a:extLst>
              <a:ext uri="{FF2B5EF4-FFF2-40B4-BE49-F238E27FC236}">
                <a16:creationId xmlns:a16="http://schemas.microsoft.com/office/drawing/2014/main" id="{C96742DF-3825-5049-3A90-CD0E63B888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ACB0B5DD-7F62-F53F-14D6-9DA02E3AA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3083" name="Line 11">
            <a:extLst>
              <a:ext uri="{FF2B5EF4-FFF2-40B4-BE49-F238E27FC236}">
                <a16:creationId xmlns:a16="http://schemas.microsoft.com/office/drawing/2014/main" id="{52039509-C451-C421-F91E-DA5001970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282F0214-F7D5-89F5-5030-BA9636B3E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20CAE97D-23CC-52D3-E529-6F0D72DE2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F15023C4-F830-BC43-44E7-48A5A0229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3087" name="Line 15">
            <a:extLst>
              <a:ext uri="{FF2B5EF4-FFF2-40B4-BE49-F238E27FC236}">
                <a16:creationId xmlns:a16="http://schemas.microsoft.com/office/drawing/2014/main" id="{47C8DD58-16CE-9EF0-7BFF-6EDEA0AF9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" name="Line 16">
            <a:extLst>
              <a:ext uri="{FF2B5EF4-FFF2-40B4-BE49-F238E27FC236}">
                <a16:creationId xmlns:a16="http://schemas.microsoft.com/office/drawing/2014/main" id="{AA636DB8-78A6-D3BE-9AAA-374789C96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" name="Line 17">
            <a:extLst>
              <a:ext uri="{FF2B5EF4-FFF2-40B4-BE49-F238E27FC236}">
                <a16:creationId xmlns:a16="http://schemas.microsoft.com/office/drawing/2014/main" id="{7A0CD1EB-2647-93A1-8FD3-12BC5E66E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" name="Line 18">
            <a:extLst>
              <a:ext uri="{FF2B5EF4-FFF2-40B4-BE49-F238E27FC236}">
                <a16:creationId xmlns:a16="http://schemas.microsoft.com/office/drawing/2014/main" id="{15A72DC5-107C-358D-FB00-784E76E05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" name="Line 19">
            <a:extLst>
              <a:ext uri="{FF2B5EF4-FFF2-40B4-BE49-F238E27FC236}">
                <a16:creationId xmlns:a16="http://schemas.microsoft.com/office/drawing/2014/main" id="{3E5345AE-A387-D353-D1E4-08A336BC6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2" name="Line 20">
            <a:extLst>
              <a:ext uri="{FF2B5EF4-FFF2-40B4-BE49-F238E27FC236}">
                <a16:creationId xmlns:a16="http://schemas.microsoft.com/office/drawing/2014/main" id="{97D00C0A-9EF6-18DC-D520-60139EB47F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3" name="Line 21">
            <a:extLst>
              <a:ext uri="{FF2B5EF4-FFF2-40B4-BE49-F238E27FC236}">
                <a16:creationId xmlns:a16="http://schemas.microsoft.com/office/drawing/2014/main" id="{C0F2DE66-60EB-8399-BDA6-1FA9A6844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4" name="Line 22">
            <a:extLst>
              <a:ext uri="{FF2B5EF4-FFF2-40B4-BE49-F238E27FC236}">
                <a16:creationId xmlns:a16="http://schemas.microsoft.com/office/drawing/2014/main" id="{3821EC06-4768-E500-D675-56898C959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5" name="Line 23">
            <a:extLst>
              <a:ext uri="{FF2B5EF4-FFF2-40B4-BE49-F238E27FC236}">
                <a16:creationId xmlns:a16="http://schemas.microsoft.com/office/drawing/2014/main" id="{5B9653FC-19F0-7E6B-42FF-44B0DD592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6" name="Line 24">
            <a:extLst>
              <a:ext uri="{FF2B5EF4-FFF2-40B4-BE49-F238E27FC236}">
                <a16:creationId xmlns:a16="http://schemas.microsoft.com/office/drawing/2014/main" id="{F2491975-1FE5-0393-4685-3853D11CBA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97" name="Freeform 25">
            <a:extLst>
              <a:ext uri="{FF2B5EF4-FFF2-40B4-BE49-F238E27FC236}">
                <a16:creationId xmlns:a16="http://schemas.microsoft.com/office/drawing/2014/main" id="{BAA734DA-07F7-0616-7408-5F83DCE9CBAA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98" name="Freeform 26">
            <a:extLst>
              <a:ext uri="{FF2B5EF4-FFF2-40B4-BE49-F238E27FC236}">
                <a16:creationId xmlns:a16="http://schemas.microsoft.com/office/drawing/2014/main" id="{03898C7D-1DA2-7B1A-4AAB-76A69B43B142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99" name="Freeform 27">
            <a:extLst>
              <a:ext uri="{FF2B5EF4-FFF2-40B4-BE49-F238E27FC236}">
                <a16:creationId xmlns:a16="http://schemas.microsoft.com/office/drawing/2014/main" id="{CF986F29-EB9A-6641-82BB-C291D5CD2365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100" name="Freeform 28">
            <a:extLst>
              <a:ext uri="{FF2B5EF4-FFF2-40B4-BE49-F238E27FC236}">
                <a16:creationId xmlns:a16="http://schemas.microsoft.com/office/drawing/2014/main" id="{5B3C9392-31A3-33DA-640B-52CC4664CBAD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1" name="Line 29">
            <a:extLst>
              <a:ext uri="{FF2B5EF4-FFF2-40B4-BE49-F238E27FC236}">
                <a16:creationId xmlns:a16="http://schemas.microsoft.com/office/drawing/2014/main" id="{B81065B8-7941-67AB-8220-97C874AA8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2" name="Line 30">
            <a:extLst>
              <a:ext uri="{FF2B5EF4-FFF2-40B4-BE49-F238E27FC236}">
                <a16:creationId xmlns:a16="http://schemas.microsoft.com/office/drawing/2014/main" id="{6E792106-E3BF-7CF4-BAFA-F79E4F3C9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3" name="Line 31">
            <a:extLst>
              <a:ext uri="{FF2B5EF4-FFF2-40B4-BE49-F238E27FC236}">
                <a16:creationId xmlns:a16="http://schemas.microsoft.com/office/drawing/2014/main" id="{D956CD6B-B43B-E9A1-9CA5-9A3E8131F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4" name="Line 32">
            <a:extLst>
              <a:ext uri="{FF2B5EF4-FFF2-40B4-BE49-F238E27FC236}">
                <a16:creationId xmlns:a16="http://schemas.microsoft.com/office/drawing/2014/main" id="{B93B8FA9-C08F-913E-CA14-A46A4CAED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5" name="Line 33">
            <a:extLst>
              <a:ext uri="{FF2B5EF4-FFF2-40B4-BE49-F238E27FC236}">
                <a16:creationId xmlns:a16="http://schemas.microsoft.com/office/drawing/2014/main" id="{3D956DD6-6E0C-F9DC-655A-89458873B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6" name="Line 34">
            <a:extLst>
              <a:ext uri="{FF2B5EF4-FFF2-40B4-BE49-F238E27FC236}">
                <a16:creationId xmlns:a16="http://schemas.microsoft.com/office/drawing/2014/main" id="{29623617-36A3-B8B4-7D7F-064EE4DC7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7" name="Line 35">
            <a:extLst>
              <a:ext uri="{FF2B5EF4-FFF2-40B4-BE49-F238E27FC236}">
                <a16:creationId xmlns:a16="http://schemas.microsoft.com/office/drawing/2014/main" id="{82F9B643-FB9F-012A-39FA-14ED27A37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8" name="Line 36">
            <a:extLst>
              <a:ext uri="{FF2B5EF4-FFF2-40B4-BE49-F238E27FC236}">
                <a16:creationId xmlns:a16="http://schemas.microsoft.com/office/drawing/2014/main" id="{492AA3BB-883D-3F01-13A9-49CC2C2D7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9" name="Line 37">
            <a:extLst>
              <a:ext uri="{FF2B5EF4-FFF2-40B4-BE49-F238E27FC236}">
                <a16:creationId xmlns:a16="http://schemas.microsoft.com/office/drawing/2014/main" id="{FAFCCF7E-6E45-53A1-5450-D022DB3C3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0" name="Line 38">
            <a:extLst>
              <a:ext uri="{FF2B5EF4-FFF2-40B4-BE49-F238E27FC236}">
                <a16:creationId xmlns:a16="http://schemas.microsoft.com/office/drawing/2014/main" id="{34EB36C2-ACB2-9ECA-FDC5-12987851BE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1" name="Rectangle 39">
            <a:extLst>
              <a:ext uri="{FF2B5EF4-FFF2-40B4-BE49-F238E27FC236}">
                <a16:creationId xmlns:a16="http://schemas.microsoft.com/office/drawing/2014/main" id="{DF5EEEF4-68C0-B20D-1096-B28A7FD4A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238250"/>
            <a:ext cx="695325" cy="1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3112" name="Arc 40">
            <a:extLst>
              <a:ext uri="{FF2B5EF4-FFF2-40B4-BE49-F238E27FC236}">
                <a16:creationId xmlns:a16="http://schemas.microsoft.com/office/drawing/2014/main" id="{78C82059-04FF-C4C8-7466-D113A1F5225A}"/>
              </a:ext>
            </a:extLst>
          </p:cNvPr>
          <p:cNvSpPr>
            <a:spLocks/>
          </p:cNvSpPr>
          <p:nvPr/>
        </p:nvSpPr>
        <p:spPr bwMode="auto">
          <a:xfrm>
            <a:off x="2746375" y="101600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3" name="Arc 41">
            <a:extLst>
              <a:ext uri="{FF2B5EF4-FFF2-40B4-BE49-F238E27FC236}">
                <a16:creationId xmlns:a16="http://schemas.microsoft.com/office/drawing/2014/main" id="{22CEECD6-5A1A-132D-35B9-AB174D901203}"/>
              </a:ext>
            </a:extLst>
          </p:cNvPr>
          <p:cNvSpPr>
            <a:spLocks/>
          </p:cNvSpPr>
          <p:nvPr/>
        </p:nvSpPr>
        <p:spPr bwMode="auto">
          <a:xfrm>
            <a:off x="3760788" y="1343025"/>
            <a:ext cx="468312" cy="3905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4" name="Rectangle 42">
            <a:extLst>
              <a:ext uri="{FF2B5EF4-FFF2-40B4-BE49-F238E27FC236}">
                <a16:creationId xmlns:a16="http://schemas.microsoft.com/office/drawing/2014/main" id="{44ED2081-368D-88F3-3E5D-D4FF655C9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3115" name="Line 43">
            <a:extLst>
              <a:ext uri="{FF2B5EF4-FFF2-40B4-BE49-F238E27FC236}">
                <a16:creationId xmlns:a16="http://schemas.microsoft.com/office/drawing/2014/main" id="{72647F3D-2A11-8B64-6744-720B2EBCA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6" name="Line 44">
            <a:extLst>
              <a:ext uri="{FF2B5EF4-FFF2-40B4-BE49-F238E27FC236}">
                <a16:creationId xmlns:a16="http://schemas.microsoft.com/office/drawing/2014/main" id="{06F90C23-91FF-A596-0A2D-08FD449CE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7" name="Line 45">
            <a:extLst>
              <a:ext uri="{FF2B5EF4-FFF2-40B4-BE49-F238E27FC236}">
                <a16:creationId xmlns:a16="http://schemas.microsoft.com/office/drawing/2014/main" id="{DB2FB5AD-A53F-FD39-FAC1-CAD8E8F91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8" name="Line 46">
            <a:extLst>
              <a:ext uri="{FF2B5EF4-FFF2-40B4-BE49-F238E27FC236}">
                <a16:creationId xmlns:a16="http://schemas.microsoft.com/office/drawing/2014/main" id="{46C5F375-04D2-C792-659A-CDEC24C4C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9" name="Line 47">
            <a:extLst>
              <a:ext uri="{FF2B5EF4-FFF2-40B4-BE49-F238E27FC236}">
                <a16:creationId xmlns:a16="http://schemas.microsoft.com/office/drawing/2014/main" id="{1922DDF2-35F6-F6CB-2EDD-995A10061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0" name="Line 48">
            <a:extLst>
              <a:ext uri="{FF2B5EF4-FFF2-40B4-BE49-F238E27FC236}">
                <a16:creationId xmlns:a16="http://schemas.microsoft.com/office/drawing/2014/main" id="{D291923F-6548-CC73-17B3-B951F3E0F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1" name="Line 49">
            <a:extLst>
              <a:ext uri="{FF2B5EF4-FFF2-40B4-BE49-F238E27FC236}">
                <a16:creationId xmlns:a16="http://schemas.microsoft.com/office/drawing/2014/main" id="{BF387CE2-259F-B01F-7724-33302A76C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2" name="Line 50">
            <a:extLst>
              <a:ext uri="{FF2B5EF4-FFF2-40B4-BE49-F238E27FC236}">
                <a16:creationId xmlns:a16="http://schemas.microsoft.com/office/drawing/2014/main" id="{3A941B21-8624-3BDF-D0E8-6AFB881CA6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3" name="Line 51">
            <a:extLst>
              <a:ext uri="{FF2B5EF4-FFF2-40B4-BE49-F238E27FC236}">
                <a16:creationId xmlns:a16="http://schemas.microsoft.com/office/drawing/2014/main" id="{5CFF465C-C142-E81F-6D83-4358D6335B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4" name="Line 52">
            <a:extLst>
              <a:ext uri="{FF2B5EF4-FFF2-40B4-BE49-F238E27FC236}">
                <a16:creationId xmlns:a16="http://schemas.microsoft.com/office/drawing/2014/main" id="{1EA97D49-E745-B203-0464-8318BB8A5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5" name="Line 53">
            <a:extLst>
              <a:ext uri="{FF2B5EF4-FFF2-40B4-BE49-F238E27FC236}">
                <a16:creationId xmlns:a16="http://schemas.microsoft.com/office/drawing/2014/main" id="{46CC75CA-A65C-CFC9-6DA7-2AC43913B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6" name="Line 54">
            <a:extLst>
              <a:ext uri="{FF2B5EF4-FFF2-40B4-BE49-F238E27FC236}">
                <a16:creationId xmlns:a16="http://schemas.microsoft.com/office/drawing/2014/main" id="{6A3CEA87-AF8D-978E-8769-18EFDD4ED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7" name="Line 55">
            <a:extLst>
              <a:ext uri="{FF2B5EF4-FFF2-40B4-BE49-F238E27FC236}">
                <a16:creationId xmlns:a16="http://schemas.microsoft.com/office/drawing/2014/main" id="{FB192131-B7B9-3FF1-18B7-E156C8161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8" name="Line 56">
            <a:extLst>
              <a:ext uri="{FF2B5EF4-FFF2-40B4-BE49-F238E27FC236}">
                <a16:creationId xmlns:a16="http://schemas.microsoft.com/office/drawing/2014/main" id="{A7DD473E-F061-7A89-52F7-2A9D2C2E0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9" name="Line 57">
            <a:extLst>
              <a:ext uri="{FF2B5EF4-FFF2-40B4-BE49-F238E27FC236}">
                <a16:creationId xmlns:a16="http://schemas.microsoft.com/office/drawing/2014/main" id="{A872C37D-C186-0ADA-287C-32B79C96E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0" name="Line 58">
            <a:extLst>
              <a:ext uri="{FF2B5EF4-FFF2-40B4-BE49-F238E27FC236}">
                <a16:creationId xmlns:a16="http://schemas.microsoft.com/office/drawing/2014/main" id="{5455E09D-94C6-4419-7BD8-5A32D5DA7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1" name="Line 59">
            <a:extLst>
              <a:ext uri="{FF2B5EF4-FFF2-40B4-BE49-F238E27FC236}">
                <a16:creationId xmlns:a16="http://schemas.microsoft.com/office/drawing/2014/main" id="{68DAC910-BF97-7F2E-6DF6-9EB4CCADF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2" name="Rectangle 60">
            <a:extLst>
              <a:ext uri="{FF2B5EF4-FFF2-40B4-BE49-F238E27FC236}">
                <a16:creationId xmlns:a16="http://schemas.microsoft.com/office/drawing/2014/main" id="{FD5F049C-D914-4F56-BB2F-7DA06AC1B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25" y="19050"/>
            <a:ext cx="20002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Primary key index</a:t>
            </a:r>
          </a:p>
        </p:txBody>
      </p:sp>
      <p:sp>
        <p:nvSpPr>
          <p:cNvPr id="3133" name="Line 61">
            <a:extLst>
              <a:ext uri="{FF2B5EF4-FFF2-40B4-BE49-F238E27FC236}">
                <a16:creationId xmlns:a16="http://schemas.microsoft.com/office/drawing/2014/main" id="{058BEB16-9143-A79C-4788-A7BC0C2CC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4" name="Line 62">
            <a:extLst>
              <a:ext uri="{FF2B5EF4-FFF2-40B4-BE49-F238E27FC236}">
                <a16:creationId xmlns:a16="http://schemas.microsoft.com/office/drawing/2014/main" id="{4C9CE4E3-6E44-71EF-D5B2-F203BFECE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5" name="Line 63">
            <a:extLst>
              <a:ext uri="{FF2B5EF4-FFF2-40B4-BE49-F238E27FC236}">
                <a16:creationId xmlns:a16="http://schemas.microsoft.com/office/drawing/2014/main" id="{C427A38B-FC3E-80DA-9CD2-7EF802CB0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BB1718C-0D89-FF00-FE30-E0C66584F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D93C50C-6112-0C96-3BA4-9B27413B1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02A700D-661D-8F1C-A503-3FDD74E21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4A5CCEC-5FCF-A98F-FFA0-F76FE1D53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4102" name="Line 6">
            <a:extLst>
              <a:ext uri="{FF2B5EF4-FFF2-40B4-BE49-F238E27FC236}">
                <a16:creationId xmlns:a16="http://schemas.microsoft.com/office/drawing/2014/main" id="{0DDC630B-4097-050C-0CE7-A8C8FFDBB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6438" y="828675"/>
            <a:ext cx="0" cy="304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" name="Line 7">
            <a:extLst>
              <a:ext uri="{FF2B5EF4-FFF2-40B4-BE49-F238E27FC236}">
                <a16:creationId xmlns:a16="http://schemas.microsoft.com/office/drawing/2014/main" id="{C66AC326-D8C4-8CB3-DE2D-46F4BACBB0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E0A2301A-7722-963A-D154-499494E43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4105" name="Line 9">
            <a:extLst>
              <a:ext uri="{FF2B5EF4-FFF2-40B4-BE49-F238E27FC236}">
                <a16:creationId xmlns:a16="http://schemas.microsoft.com/office/drawing/2014/main" id="{5CE9B5D7-E9D4-7150-D39E-B6DEC5A56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C5BD6750-BE77-C3F0-891F-FCB6240C8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4107" name="Line 11">
            <a:extLst>
              <a:ext uri="{FF2B5EF4-FFF2-40B4-BE49-F238E27FC236}">
                <a16:creationId xmlns:a16="http://schemas.microsoft.com/office/drawing/2014/main" id="{B84EFA2B-D7B6-B82B-0D26-90C10C691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id="{F664A75D-D331-416D-789F-F554006E1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A05D5FB-B98D-B2C4-112B-DD3A267A3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804B3805-E40C-5E92-41E8-C3A1AEBB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4111" name="Line 15">
            <a:extLst>
              <a:ext uri="{FF2B5EF4-FFF2-40B4-BE49-F238E27FC236}">
                <a16:creationId xmlns:a16="http://schemas.microsoft.com/office/drawing/2014/main" id="{CCA5F842-1B18-9E3A-9303-2F2706D4B7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Line 16">
            <a:extLst>
              <a:ext uri="{FF2B5EF4-FFF2-40B4-BE49-F238E27FC236}">
                <a16:creationId xmlns:a16="http://schemas.microsoft.com/office/drawing/2014/main" id="{E3A86835-9EB3-1327-E9C4-9DB12832F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Line 17">
            <a:extLst>
              <a:ext uri="{FF2B5EF4-FFF2-40B4-BE49-F238E27FC236}">
                <a16:creationId xmlns:a16="http://schemas.microsoft.com/office/drawing/2014/main" id="{E74E3830-7BB0-0B57-E59D-7E27A6BE8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Line 18">
            <a:extLst>
              <a:ext uri="{FF2B5EF4-FFF2-40B4-BE49-F238E27FC236}">
                <a16:creationId xmlns:a16="http://schemas.microsoft.com/office/drawing/2014/main" id="{725E2F78-6408-A74B-03E8-A048E8CC1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5" name="Line 19">
            <a:extLst>
              <a:ext uri="{FF2B5EF4-FFF2-40B4-BE49-F238E27FC236}">
                <a16:creationId xmlns:a16="http://schemas.microsoft.com/office/drawing/2014/main" id="{555D7B31-5942-0313-58ED-A8FD55C27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6" name="Line 20">
            <a:extLst>
              <a:ext uri="{FF2B5EF4-FFF2-40B4-BE49-F238E27FC236}">
                <a16:creationId xmlns:a16="http://schemas.microsoft.com/office/drawing/2014/main" id="{85E9434F-8F45-3F50-62BE-88EA29FB31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7" name="Line 21">
            <a:extLst>
              <a:ext uri="{FF2B5EF4-FFF2-40B4-BE49-F238E27FC236}">
                <a16:creationId xmlns:a16="http://schemas.microsoft.com/office/drawing/2014/main" id="{9DD08804-DFCD-4A55-3D50-84DC545524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8" name="Line 22">
            <a:extLst>
              <a:ext uri="{FF2B5EF4-FFF2-40B4-BE49-F238E27FC236}">
                <a16:creationId xmlns:a16="http://schemas.microsoft.com/office/drawing/2014/main" id="{552FEF62-A6CA-9A9C-21CA-2A541A828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9" name="Line 23">
            <a:extLst>
              <a:ext uri="{FF2B5EF4-FFF2-40B4-BE49-F238E27FC236}">
                <a16:creationId xmlns:a16="http://schemas.microsoft.com/office/drawing/2014/main" id="{AC583403-5C3A-EA1D-FF1B-6EDE6FA3F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0" name="Line 24">
            <a:extLst>
              <a:ext uri="{FF2B5EF4-FFF2-40B4-BE49-F238E27FC236}">
                <a16:creationId xmlns:a16="http://schemas.microsoft.com/office/drawing/2014/main" id="{588D1CA6-004D-F807-1A8D-06B36AA9AC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21" name="Freeform 25">
            <a:extLst>
              <a:ext uri="{FF2B5EF4-FFF2-40B4-BE49-F238E27FC236}">
                <a16:creationId xmlns:a16="http://schemas.microsoft.com/office/drawing/2014/main" id="{8EE80081-D29F-B714-AAFC-5AC701879A5B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22" name="Freeform 26">
            <a:extLst>
              <a:ext uri="{FF2B5EF4-FFF2-40B4-BE49-F238E27FC236}">
                <a16:creationId xmlns:a16="http://schemas.microsoft.com/office/drawing/2014/main" id="{4AD79098-0C1B-CFA2-8583-353EEA055A29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23" name="Freeform 27">
            <a:extLst>
              <a:ext uri="{FF2B5EF4-FFF2-40B4-BE49-F238E27FC236}">
                <a16:creationId xmlns:a16="http://schemas.microsoft.com/office/drawing/2014/main" id="{812C28CA-12D3-C15A-E655-4885B31C9714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24" name="Freeform 28">
            <a:extLst>
              <a:ext uri="{FF2B5EF4-FFF2-40B4-BE49-F238E27FC236}">
                <a16:creationId xmlns:a16="http://schemas.microsoft.com/office/drawing/2014/main" id="{A33EC60D-ACC1-1ECA-EE20-476B52CBA48D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5" name="Line 29">
            <a:extLst>
              <a:ext uri="{FF2B5EF4-FFF2-40B4-BE49-F238E27FC236}">
                <a16:creationId xmlns:a16="http://schemas.microsoft.com/office/drawing/2014/main" id="{010E4B85-E125-E97F-E9EE-1E0AA3F41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6" name="Line 30">
            <a:extLst>
              <a:ext uri="{FF2B5EF4-FFF2-40B4-BE49-F238E27FC236}">
                <a16:creationId xmlns:a16="http://schemas.microsoft.com/office/drawing/2014/main" id="{08925B19-CE13-3721-769A-760ABB96C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7" name="Line 31">
            <a:extLst>
              <a:ext uri="{FF2B5EF4-FFF2-40B4-BE49-F238E27FC236}">
                <a16:creationId xmlns:a16="http://schemas.microsoft.com/office/drawing/2014/main" id="{9324F921-D352-9BE3-B761-C149FF6B6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8" name="Line 32">
            <a:extLst>
              <a:ext uri="{FF2B5EF4-FFF2-40B4-BE49-F238E27FC236}">
                <a16:creationId xmlns:a16="http://schemas.microsoft.com/office/drawing/2014/main" id="{A937A51F-F581-CB37-2733-B07C1DB92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9" name="Line 33">
            <a:extLst>
              <a:ext uri="{FF2B5EF4-FFF2-40B4-BE49-F238E27FC236}">
                <a16:creationId xmlns:a16="http://schemas.microsoft.com/office/drawing/2014/main" id="{C5F675E5-07A7-18B0-EFF8-672F354FE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0" name="Line 34">
            <a:extLst>
              <a:ext uri="{FF2B5EF4-FFF2-40B4-BE49-F238E27FC236}">
                <a16:creationId xmlns:a16="http://schemas.microsoft.com/office/drawing/2014/main" id="{6EC4BB72-2E80-3999-01C2-DEE92631B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1" name="Line 35">
            <a:extLst>
              <a:ext uri="{FF2B5EF4-FFF2-40B4-BE49-F238E27FC236}">
                <a16:creationId xmlns:a16="http://schemas.microsoft.com/office/drawing/2014/main" id="{5A3B01E6-F651-5395-3EDE-D36BC2AB3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2" name="Line 36">
            <a:extLst>
              <a:ext uri="{FF2B5EF4-FFF2-40B4-BE49-F238E27FC236}">
                <a16:creationId xmlns:a16="http://schemas.microsoft.com/office/drawing/2014/main" id="{C0EA0AC8-128D-E66A-866C-D9E1730BA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3" name="Line 37">
            <a:extLst>
              <a:ext uri="{FF2B5EF4-FFF2-40B4-BE49-F238E27FC236}">
                <a16:creationId xmlns:a16="http://schemas.microsoft.com/office/drawing/2014/main" id="{27B68AB0-6309-7812-915A-131B8A533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4" name="Line 38">
            <a:extLst>
              <a:ext uri="{FF2B5EF4-FFF2-40B4-BE49-F238E27FC236}">
                <a16:creationId xmlns:a16="http://schemas.microsoft.com/office/drawing/2014/main" id="{FC01FF87-D559-5217-CF20-C8E31985F7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5" name="Rectangle 39">
            <a:extLst>
              <a:ext uri="{FF2B5EF4-FFF2-40B4-BE49-F238E27FC236}">
                <a16:creationId xmlns:a16="http://schemas.microsoft.com/office/drawing/2014/main" id="{06088093-B993-93B1-5D71-BF1AB1D24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4136" name="Line 40">
            <a:extLst>
              <a:ext uri="{FF2B5EF4-FFF2-40B4-BE49-F238E27FC236}">
                <a16:creationId xmlns:a16="http://schemas.microsoft.com/office/drawing/2014/main" id="{92FA8155-E8E3-AB38-FC69-28AB71DB2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7" name="Line 41">
            <a:extLst>
              <a:ext uri="{FF2B5EF4-FFF2-40B4-BE49-F238E27FC236}">
                <a16:creationId xmlns:a16="http://schemas.microsoft.com/office/drawing/2014/main" id="{A886ECD1-6AF8-1405-C6B1-B2EADAF6F7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8" name="Line 42">
            <a:extLst>
              <a:ext uri="{FF2B5EF4-FFF2-40B4-BE49-F238E27FC236}">
                <a16:creationId xmlns:a16="http://schemas.microsoft.com/office/drawing/2014/main" id="{58C974CB-743E-D6AD-72BD-2C88D9F03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9" name="Line 43">
            <a:extLst>
              <a:ext uri="{FF2B5EF4-FFF2-40B4-BE49-F238E27FC236}">
                <a16:creationId xmlns:a16="http://schemas.microsoft.com/office/drawing/2014/main" id="{AD49170F-C5BF-DB2A-7820-73ADED4F9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0" name="Line 44">
            <a:extLst>
              <a:ext uri="{FF2B5EF4-FFF2-40B4-BE49-F238E27FC236}">
                <a16:creationId xmlns:a16="http://schemas.microsoft.com/office/drawing/2014/main" id="{EEB90C07-A887-6E5D-FE9C-F06B37CFA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1" name="Line 45">
            <a:extLst>
              <a:ext uri="{FF2B5EF4-FFF2-40B4-BE49-F238E27FC236}">
                <a16:creationId xmlns:a16="http://schemas.microsoft.com/office/drawing/2014/main" id="{A180F058-7868-0CD3-49B1-9A3846310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2" name="Line 46">
            <a:extLst>
              <a:ext uri="{FF2B5EF4-FFF2-40B4-BE49-F238E27FC236}">
                <a16:creationId xmlns:a16="http://schemas.microsoft.com/office/drawing/2014/main" id="{6AE16DF3-7DF8-BB1B-0B6F-F1BB447FD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3" name="Line 47">
            <a:extLst>
              <a:ext uri="{FF2B5EF4-FFF2-40B4-BE49-F238E27FC236}">
                <a16:creationId xmlns:a16="http://schemas.microsoft.com/office/drawing/2014/main" id="{50357453-3079-64F5-DBF1-D1DBE20161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4" name="Line 48">
            <a:extLst>
              <a:ext uri="{FF2B5EF4-FFF2-40B4-BE49-F238E27FC236}">
                <a16:creationId xmlns:a16="http://schemas.microsoft.com/office/drawing/2014/main" id="{E164BC48-D60E-1F4F-65F4-104D013CFA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5" name="Line 49">
            <a:extLst>
              <a:ext uri="{FF2B5EF4-FFF2-40B4-BE49-F238E27FC236}">
                <a16:creationId xmlns:a16="http://schemas.microsoft.com/office/drawing/2014/main" id="{9708F142-9070-2A55-F664-4805A92E6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6" name="Line 50">
            <a:extLst>
              <a:ext uri="{FF2B5EF4-FFF2-40B4-BE49-F238E27FC236}">
                <a16:creationId xmlns:a16="http://schemas.microsoft.com/office/drawing/2014/main" id="{43B4DCD3-314C-4AAB-17A9-575E47429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7" name="Line 51">
            <a:extLst>
              <a:ext uri="{FF2B5EF4-FFF2-40B4-BE49-F238E27FC236}">
                <a16:creationId xmlns:a16="http://schemas.microsoft.com/office/drawing/2014/main" id="{286558E3-53B5-8708-0D3D-D35197345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8" name="Line 52">
            <a:extLst>
              <a:ext uri="{FF2B5EF4-FFF2-40B4-BE49-F238E27FC236}">
                <a16:creationId xmlns:a16="http://schemas.microsoft.com/office/drawing/2014/main" id="{87E6F257-F521-2002-7B2F-708816CF3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9" name="Line 53">
            <a:extLst>
              <a:ext uri="{FF2B5EF4-FFF2-40B4-BE49-F238E27FC236}">
                <a16:creationId xmlns:a16="http://schemas.microsoft.com/office/drawing/2014/main" id="{DBDC885C-E33B-6580-9505-5F121D63E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0" name="Line 54">
            <a:extLst>
              <a:ext uri="{FF2B5EF4-FFF2-40B4-BE49-F238E27FC236}">
                <a16:creationId xmlns:a16="http://schemas.microsoft.com/office/drawing/2014/main" id="{B0D8248D-19E2-C1EA-8EF8-A4A2E5180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1" name="Line 55">
            <a:extLst>
              <a:ext uri="{FF2B5EF4-FFF2-40B4-BE49-F238E27FC236}">
                <a16:creationId xmlns:a16="http://schemas.microsoft.com/office/drawing/2014/main" id="{8E918560-BDD4-85BA-B796-914AD756B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2" name="Line 56">
            <a:extLst>
              <a:ext uri="{FF2B5EF4-FFF2-40B4-BE49-F238E27FC236}">
                <a16:creationId xmlns:a16="http://schemas.microsoft.com/office/drawing/2014/main" id="{942EA10F-D183-544D-47F9-F208EAE03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3" name="Rectangle 57">
            <a:extLst>
              <a:ext uri="{FF2B5EF4-FFF2-40B4-BE49-F238E27FC236}">
                <a16:creationId xmlns:a16="http://schemas.microsoft.com/office/drawing/2014/main" id="{DD170B82-DA20-A08F-544D-FE7A1142A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4154" name="Line 58">
            <a:extLst>
              <a:ext uri="{FF2B5EF4-FFF2-40B4-BE49-F238E27FC236}">
                <a16:creationId xmlns:a16="http://schemas.microsoft.com/office/drawing/2014/main" id="{DA28E6AA-AED4-57DF-C6AD-C88077779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5" name="Line 59">
            <a:extLst>
              <a:ext uri="{FF2B5EF4-FFF2-40B4-BE49-F238E27FC236}">
                <a16:creationId xmlns:a16="http://schemas.microsoft.com/office/drawing/2014/main" id="{CAE9746E-DF58-0531-00C8-88AADD9E8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6" name="Line 60">
            <a:extLst>
              <a:ext uri="{FF2B5EF4-FFF2-40B4-BE49-F238E27FC236}">
                <a16:creationId xmlns:a16="http://schemas.microsoft.com/office/drawing/2014/main" id="{31AD0D46-7DB4-F4FA-4118-2518DE217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7" name="Rectangle 61">
            <a:extLst>
              <a:ext uri="{FF2B5EF4-FFF2-40B4-BE49-F238E27FC236}">
                <a16:creationId xmlns:a16="http://schemas.microsoft.com/office/drawing/2014/main" id="{67164F3D-2052-0EFC-7BDC-2922153D7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/>
              <a:t>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F1A0EDA-9769-FB28-0037-3CE2BC6C4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42F46AB-526C-73BA-9352-422730D9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7F42415F-7C21-4FCC-E2C2-FE0DC5665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548A6EB5-B235-BB84-CBE7-BC0B91928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5126" name="Line 6">
            <a:extLst>
              <a:ext uri="{FF2B5EF4-FFF2-40B4-BE49-F238E27FC236}">
                <a16:creationId xmlns:a16="http://schemas.microsoft.com/office/drawing/2014/main" id="{E8D15153-B455-08E4-803E-2EEA8A93C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6438" y="828675"/>
            <a:ext cx="0" cy="304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10586DF8-5F75-905D-29A4-C338DF6DB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3FB21D02-B106-40CD-2F5A-BA50B4D5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5129" name="Line 9">
            <a:extLst>
              <a:ext uri="{FF2B5EF4-FFF2-40B4-BE49-F238E27FC236}">
                <a16:creationId xmlns:a16="http://schemas.microsoft.com/office/drawing/2014/main" id="{7D04A2A5-A0EA-9C41-C49B-431302BE7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B2EAA899-45E4-D279-DCE0-6684A6ED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F10A643E-E1E4-3426-59CE-A6DF50873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Line 12">
            <a:extLst>
              <a:ext uri="{FF2B5EF4-FFF2-40B4-BE49-F238E27FC236}">
                <a16:creationId xmlns:a16="http://schemas.microsoft.com/office/drawing/2014/main" id="{80222226-62A3-87BC-148E-2391257B7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BD3DCC7D-5B4D-AAE9-D614-E40A092D0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9437066B-DB98-E988-DE91-2410EE23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5135" name="Line 15">
            <a:extLst>
              <a:ext uri="{FF2B5EF4-FFF2-40B4-BE49-F238E27FC236}">
                <a16:creationId xmlns:a16="http://schemas.microsoft.com/office/drawing/2014/main" id="{4009CDA5-70C8-E3BE-2400-8E04862BB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Line 16">
            <a:extLst>
              <a:ext uri="{FF2B5EF4-FFF2-40B4-BE49-F238E27FC236}">
                <a16:creationId xmlns:a16="http://schemas.microsoft.com/office/drawing/2014/main" id="{41A01502-98BB-A49E-2A97-19FAA859E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7" name="Line 17">
            <a:extLst>
              <a:ext uri="{FF2B5EF4-FFF2-40B4-BE49-F238E27FC236}">
                <a16:creationId xmlns:a16="http://schemas.microsoft.com/office/drawing/2014/main" id="{0F7F4266-691E-C646-D2F5-095D38FFD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8" name="Line 18">
            <a:extLst>
              <a:ext uri="{FF2B5EF4-FFF2-40B4-BE49-F238E27FC236}">
                <a16:creationId xmlns:a16="http://schemas.microsoft.com/office/drawing/2014/main" id="{52590FE2-0B2B-D73C-CAC5-19C4EEAC1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9" name="Line 19">
            <a:extLst>
              <a:ext uri="{FF2B5EF4-FFF2-40B4-BE49-F238E27FC236}">
                <a16:creationId xmlns:a16="http://schemas.microsoft.com/office/drawing/2014/main" id="{4439785B-B042-CF19-F5D0-918FA720C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B7B783DA-0E07-0DE1-3A00-A61AC960A6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1" name="Line 21">
            <a:extLst>
              <a:ext uri="{FF2B5EF4-FFF2-40B4-BE49-F238E27FC236}">
                <a16:creationId xmlns:a16="http://schemas.microsoft.com/office/drawing/2014/main" id="{F4C8644F-D432-A416-4113-370B46E23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2" name="Line 22">
            <a:extLst>
              <a:ext uri="{FF2B5EF4-FFF2-40B4-BE49-F238E27FC236}">
                <a16:creationId xmlns:a16="http://schemas.microsoft.com/office/drawing/2014/main" id="{B6D1A658-54E2-E432-55EF-BFF650836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3" name="Line 23">
            <a:extLst>
              <a:ext uri="{FF2B5EF4-FFF2-40B4-BE49-F238E27FC236}">
                <a16:creationId xmlns:a16="http://schemas.microsoft.com/office/drawing/2014/main" id="{0E07F51F-621F-B603-8F6B-DF833F9DA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4" name="Line 24">
            <a:extLst>
              <a:ext uri="{FF2B5EF4-FFF2-40B4-BE49-F238E27FC236}">
                <a16:creationId xmlns:a16="http://schemas.microsoft.com/office/drawing/2014/main" id="{8336B7D0-9AF8-A8F0-8164-03616DAB93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5" name="Freeform 25">
            <a:extLst>
              <a:ext uri="{FF2B5EF4-FFF2-40B4-BE49-F238E27FC236}">
                <a16:creationId xmlns:a16="http://schemas.microsoft.com/office/drawing/2014/main" id="{60201AEF-4863-6560-959B-C3FC815BC659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6" name="Freeform 26">
            <a:extLst>
              <a:ext uri="{FF2B5EF4-FFF2-40B4-BE49-F238E27FC236}">
                <a16:creationId xmlns:a16="http://schemas.microsoft.com/office/drawing/2014/main" id="{0CB58929-5E3D-49DC-99BB-18237E8B74DB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7" name="Freeform 27">
            <a:extLst>
              <a:ext uri="{FF2B5EF4-FFF2-40B4-BE49-F238E27FC236}">
                <a16:creationId xmlns:a16="http://schemas.microsoft.com/office/drawing/2014/main" id="{AB6A0FA5-A459-F62A-8FA8-945AB1C462BA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8" name="Freeform 28">
            <a:extLst>
              <a:ext uri="{FF2B5EF4-FFF2-40B4-BE49-F238E27FC236}">
                <a16:creationId xmlns:a16="http://schemas.microsoft.com/office/drawing/2014/main" id="{F26620D1-D541-B760-5311-E459E2913B2C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9" name="Line 29">
            <a:extLst>
              <a:ext uri="{FF2B5EF4-FFF2-40B4-BE49-F238E27FC236}">
                <a16:creationId xmlns:a16="http://schemas.microsoft.com/office/drawing/2014/main" id="{1793D54F-F293-EE38-E794-6B0138E0A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0" name="Line 30">
            <a:extLst>
              <a:ext uri="{FF2B5EF4-FFF2-40B4-BE49-F238E27FC236}">
                <a16:creationId xmlns:a16="http://schemas.microsoft.com/office/drawing/2014/main" id="{C0616B3E-5852-8D87-0CDF-904C7E385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1" name="Line 31">
            <a:extLst>
              <a:ext uri="{FF2B5EF4-FFF2-40B4-BE49-F238E27FC236}">
                <a16:creationId xmlns:a16="http://schemas.microsoft.com/office/drawing/2014/main" id="{CDA892E2-9EDC-BFD4-057F-B08435D15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2" name="Line 32">
            <a:extLst>
              <a:ext uri="{FF2B5EF4-FFF2-40B4-BE49-F238E27FC236}">
                <a16:creationId xmlns:a16="http://schemas.microsoft.com/office/drawing/2014/main" id="{10C6DA2D-3493-5C50-F95A-8ACC1051A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3" name="Line 33">
            <a:extLst>
              <a:ext uri="{FF2B5EF4-FFF2-40B4-BE49-F238E27FC236}">
                <a16:creationId xmlns:a16="http://schemas.microsoft.com/office/drawing/2014/main" id="{A237DEDA-9C23-3062-6542-C7FC7E910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4" name="Line 34">
            <a:extLst>
              <a:ext uri="{FF2B5EF4-FFF2-40B4-BE49-F238E27FC236}">
                <a16:creationId xmlns:a16="http://schemas.microsoft.com/office/drawing/2014/main" id="{0E20A62B-B2AB-8AFC-763F-D6195B61F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5" name="Line 35">
            <a:extLst>
              <a:ext uri="{FF2B5EF4-FFF2-40B4-BE49-F238E27FC236}">
                <a16:creationId xmlns:a16="http://schemas.microsoft.com/office/drawing/2014/main" id="{3C5C8D2D-5D7C-AD44-C466-516B83D87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6" name="Line 36">
            <a:extLst>
              <a:ext uri="{FF2B5EF4-FFF2-40B4-BE49-F238E27FC236}">
                <a16:creationId xmlns:a16="http://schemas.microsoft.com/office/drawing/2014/main" id="{1CDCE4B0-375E-17E4-E183-F2A9EF96E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7" name="Line 37">
            <a:extLst>
              <a:ext uri="{FF2B5EF4-FFF2-40B4-BE49-F238E27FC236}">
                <a16:creationId xmlns:a16="http://schemas.microsoft.com/office/drawing/2014/main" id="{81472049-FE57-1AE8-0050-38050E897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8" name="Line 38">
            <a:extLst>
              <a:ext uri="{FF2B5EF4-FFF2-40B4-BE49-F238E27FC236}">
                <a16:creationId xmlns:a16="http://schemas.microsoft.com/office/drawing/2014/main" id="{04EA6CFD-2AFF-E0A1-CD40-350231C86B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9" name="Rectangle 39">
            <a:extLst>
              <a:ext uri="{FF2B5EF4-FFF2-40B4-BE49-F238E27FC236}">
                <a16:creationId xmlns:a16="http://schemas.microsoft.com/office/drawing/2014/main" id="{0FC5591A-4AC6-21C3-5216-8C44504BF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5160" name="Line 40">
            <a:extLst>
              <a:ext uri="{FF2B5EF4-FFF2-40B4-BE49-F238E27FC236}">
                <a16:creationId xmlns:a16="http://schemas.microsoft.com/office/drawing/2014/main" id="{0B8520D9-CA40-263E-34CE-15E503C1C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1" name="Line 41">
            <a:extLst>
              <a:ext uri="{FF2B5EF4-FFF2-40B4-BE49-F238E27FC236}">
                <a16:creationId xmlns:a16="http://schemas.microsoft.com/office/drawing/2014/main" id="{4DB5F911-0D0E-EAFC-0A05-16ABFA237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2" name="Line 42">
            <a:extLst>
              <a:ext uri="{FF2B5EF4-FFF2-40B4-BE49-F238E27FC236}">
                <a16:creationId xmlns:a16="http://schemas.microsoft.com/office/drawing/2014/main" id="{FDC3BFAE-791C-CB45-85EF-303854978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3" name="Line 43">
            <a:extLst>
              <a:ext uri="{FF2B5EF4-FFF2-40B4-BE49-F238E27FC236}">
                <a16:creationId xmlns:a16="http://schemas.microsoft.com/office/drawing/2014/main" id="{F3EF6CC3-69BF-2C74-A175-D9C6CD7E7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4" name="Line 44">
            <a:extLst>
              <a:ext uri="{FF2B5EF4-FFF2-40B4-BE49-F238E27FC236}">
                <a16:creationId xmlns:a16="http://schemas.microsoft.com/office/drawing/2014/main" id="{9998D6CD-B68C-E7F9-0D85-5A3DD5EA3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5" name="Line 45">
            <a:extLst>
              <a:ext uri="{FF2B5EF4-FFF2-40B4-BE49-F238E27FC236}">
                <a16:creationId xmlns:a16="http://schemas.microsoft.com/office/drawing/2014/main" id="{5A2A735D-32C1-51AD-E27D-E08EB4A83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6" name="Line 46">
            <a:extLst>
              <a:ext uri="{FF2B5EF4-FFF2-40B4-BE49-F238E27FC236}">
                <a16:creationId xmlns:a16="http://schemas.microsoft.com/office/drawing/2014/main" id="{55098EF5-1BD5-EAF1-05E3-9882A6707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7" name="Line 47">
            <a:extLst>
              <a:ext uri="{FF2B5EF4-FFF2-40B4-BE49-F238E27FC236}">
                <a16:creationId xmlns:a16="http://schemas.microsoft.com/office/drawing/2014/main" id="{B04BA0E7-59FC-845A-4D7A-7005250185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8" name="Line 48">
            <a:extLst>
              <a:ext uri="{FF2B5EF4-FFF2-40B4-BE49-F238E27FC236}">
                <a16:creationId xmlns:a16="http://schemas.microsoft.com/office/drawing/2014/main" id="{7F9158E9-697E-A4E2-AB3D-A38C4E69F3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9" name="Line 49">
            <a:extLst>
              <a:ext uri="{FF2B5EF4-FFF2-40B4-BE49-F238E27FC236}">
                <a16:creationId xmlns:a16="http://schemas.microsoft.com/office/drawing/2014/main" id="{D9188365-2D87-F82E-D0CB-B738335AD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0" name="Line 50">
            <a:extLst>
              <a:ext uri="{FF2B5EF4-FFF2-40B4-BE49-F238E27FC236}">
                <a16:creationId xmlns:a16="http://schemas.microsoft.com/office/drawing/2014/main" id="{BD3189DB-0573-E747-9979-364FCFE5B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1" name="Line 51">
            <a:extLst>
              <a:ext uri="{FF2B5EF4-FFF2-40B4-BE49-F238E27FC236}">
                <a16:creationId xmlns:a16="http://schemas.microsoft.com/office/drawing/2014/main" id="{3774152B-B0DA-56E3-EFDA-81EC0BB74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2" name="Line 52">
            <a:extLst>
              <a:ext uri="{FF2B5EF4-FFF2-40B4-BE49-F238E27FC236}">
                <a16:creationId xmlns:a16="http://schemas.microsoft.com/office/drawing/2014/main" id="{F18580A7-81D1-A89D-9372-1AA071AEF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3" name="Line 53">
            <a:extLst>
              <a:ext uri="{FF2B5EF4-FFF2-40B4-BE49-F238E27FC236}">
                <a16:creationId xmlns:a16="http://schemas.microsoft.com/office/drawing/2014/main" id="{65EE4634-D1CD-9BC3-E000-4CC413CA5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4" name="Line 54">
            <a:extLst>
              <a:ext uri="{FF2B5EF4-FFF2-40B4-BE49-F238E27FC236}">
                <a16:creationId xmlns:a16="http://schemas.microsoft.com/office/drawing/2014/main" id="{5AE5C8E0-D344-92CA-14E6-200AC563E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5" name="Line 55">
            <a:extLst>
              <a:ext uri="{FF2B5EF4-FFF2-40B4-BE49-F238E27FC236}">
                <a16:creationId xmlns:a16="http://schemas.microsoft.com/office/drawing/2014/main" id="{8300D4C4-8ABC-0621-585A-A97C48298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6" name="Line 56">
            <a:extLst>
              <a:ext uri="{FF2B5EF4-FFF2-40B4-BE49-F238E27FC236}">
                <a16:creationId xmlns:a16="http://schemas.microsoft.com/office/drawing/2014/main" id="{F8682F8B-D937-A4B1-0463-D3769BBAD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7" name="Rectangle 57">
            <a:extLst>
              <a:ext uri="{FF2B5EF4-FFF2-40B4-BE49-F238E27FC236}">
                <a16:creationId xmlns:a16="http://schemas.microsoft.com/office/drawing/2014/main" id="{EC6B0C6A-C672-FC66-F44F-BABBB5040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5178" name="Line 58">
            <a:extLst>
              <a:ext uri="{FF2B5EF4-FFF2-40B4-BE49-F238E27FC236}">
                <a16:creationId xmlns:a16="http://schemas.microsoft.com/office/drawing/2014/main" id="{F5B8847C-ECD5-6CDA-4325-862822715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9" name="Line 59">
            <a:extLst>
              <a:ext uri="{FF2B5EF4-FFF2-40B4-BE49-F238E27FC236}">
                <a16:creationId xmlns:a16="http://schemas.microsoft.com/office/drawing/2014/main" id="{F4F84511-94AE-4724-82F3-BCFAC8D85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80" name="Line 60">
            <a:extLst>
              <a:ext uri="{FF2B5EF4-FFF2-40B4-BE49-F238E27FC236}">
                <a16:creationId xmlns:a16="http://schemas.microsoft.com/office/drawing/2014/main" id="{B8B9BE0C-F8EB-8A0D-C4C5-C3BB091F3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81" name="Rectangle 61">
            <a:extLst>
              <a:ext uri="{FF2B5EF4-FFF2-40B4-BE49-F238E27FC236}">
                <a16:creationId xmlns:a16="http://schemas.microsoft.com/office/drawing/2014/main" id="{DA7A2B64-FDBB-5432-844B-5F11B75CC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/>
              <a:t>Ni</a:t>
            </a:r>
          </a:p>
        </p:txBody>
      </p:sp>
      <p:sp>
        <p:nvSpPr>
          <p:cNvPr id="5182" name="Rectangle 62">
            <a:extLst>
              <a:ext uri="{FF2B5EF4-FFF2-40B4-BE49-F238E27FC236}">
                <a16:creationId xmlns:a16="http://schemas.microsoft.com/office/drawing/2014/main" id="{31D041B8-3EA0-2E21-1976-A591161CF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820738"/>
            <a:ext cx="1066800" cy="315912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D471D7-204D-0F6A-2798-4142234B9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E836D86-AACB-FDEA-6B03-092A3BC28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00F03A9-5757-07DE-6AD6-F28EC693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BD7BB5A-3951-0BDF-08EF-19A362E74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</a:t>
            </a:r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Ry</a:t>
            </a:r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Zp</a:t>
            </a:r>
          </a:p>
        </p:txBody>
      </p:sp>
      <p:sp>
        <p:nvSpPr>
          <p:cNvPr id="6150" name="Line 6">
            <a:extLst>
              <a:ext uri="{FF2B5EF4-FFF2-40B4-BE49-F238E27FC236}">
                <a16:creationId xmlns:a16="http://schemas.microsoft.com/office/drawing/2014/main" id="{E8FAD28E-377C-7CB2-E6AC-993695611A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7550" y="817563"/>
            <a:ext cx="3175" cy="30638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51DA2F6A-195C-4658-D59D-235FC4057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AF8014FE-2676-985D-2A51-47B9A3061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6153" name="Line 9">
            <a:extLst>
              <a:ext uri="{FF2B5EF4-FFF2-40B4-BE49-F238E27FC236}">
                <a16:creationId xmlns:a16="http://schemas.microsoft.com/office/drawing/2014/main" id="{684384A7-86DA-2AF3-0381-843370392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7A113648-8579-5205-4FE2-79A11EC7F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6155" name="Line 11">
            <a:extLst>
              <a:ext uri="{FF2B5EF4-FFF2-40B4-BE49-F238E27FC236}">
                <a16:creationId xmlns:a16="http://schemas.microsoft.com/office/drawing/2014/main" id="{77AE6BF6-7C8B-0F50-DC11-C4A7D9E4A0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Line 12">
            <a:extLst>
              <a:ext uri="{FF2B5EF4-FFF2-40B4-BE49-F238E27FC236}">
                <a16:creationId xmlns:a16="http://schemas.microsoft.com/office/drawing/2014/main" id="{BAC4D837-5639-B098-D6E4-543B3ED12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DDBFF07E-0ADB-0E1F-F6D2-930DA59AC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6158" name="Rectangle 14">
            <a:extLst>
              <a:ext uri="{FF2B5EF4-FFF2-40B4-BE49-F238E27FC236}">
                <a16:creationId xmlns:a16="http://schemas.microsoft.com/office/drawing/2014/main" id="{394E1CC8-D637-4A2F-8295-22FF1B9F3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6159" name="Line 15">
            <a:extLst>
              <a:ext uri="{FF2B5EF4-FFF2-40B4-BE49-F238E27FC236}">
                <a16:creationId xmlns:a16="http://schemas.microsoft.com/office/drawing/2014/main" id="{2D9E2BB5-D859-A27E-E9E5-C44546860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2A98EF44-ADB1-86BB-07E0-057A6764E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17">
            <a:extLst>
              <a:ext uri="{FF2B5EF4-FFF2-40B4-BE49-F238E27FC236}">
                <a16:creationId xmlns:a16="http://schemas.microsoft.com/office/drawing/2014/main" id="{DBC5F6AE-0681-1126-F5AB-4D8DEB10C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18">
            <a:extLst>
              <a:ext uri="{FF2B5EF4-FFF2-40B4-BE49-F238E27FC236}">
                <a16:creationId xmlns:a16="http://schemas.microsoft.com/office/drawing/2014/main" id="{B91610C7-30FA-6371-E2F9-8D43ACB88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19">
            <a:extLst>
              <a:ext uri="{FF2B5EF4-FFF2-40B4-BE49-F238E27FC236}">
                <a16:creationId xmlns:a16="http://schemas.microsoft.com/office/drawing/2014/main" id="{87CCD388-A470-7349-877F-6EAC31303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Line 20">
            <a:extLst>
              <a:ext uri="{FF2B5EF4-FFF2-40B4-BE49-F238E27FC236}">
                <a16:creationId xmlns:a16="http://schemas.microsoft.com/office/drawing/2014/main" id="{87F1A2F4-7285-992E-B451-8D5BB4FD1E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5" name="Line 21">
            <a:extLst>
              <a:ext uri="{FF2B5EF4-FFF2-40B4-BE49-F238E27FC236}">
                <a16:creationId xmlns:a16="http://schemas.microsoft.com/office/drawing/2014/main" id="{D8CCB583-31A5-69F5-2B22-4C40C1979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6" name="Line 22">
            <a:extLst>
              <a:ext uri="{FF2B5EF4-FFF2-40B4-BE49-F238E27FC236}">
                <a16:creationId xmlns:a16="http://schemas.microsoft.com/office/drawing/2014/main" id="{7EA7961C-B1DF-F187-64C3-5DEAB1BF18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7" name="Line 23">
            <a:extLst>
              <a:ext uri="{FF2B5EF4-FFF2-40B4-BE49-F238E27FC236}">
                <a16:creationId xmlns:a16="http://schemas.microsoft.com/office/drawing/2014/main" id="{EE2E508C-670F-F2ED-63A4-E9FF1916C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8" name="Line 24">
            <a:extLst>
              <a:ext uri="{FF2B5EF4-FFF2-40B4-BE49-F238E27FC236}">
                <a16:creationId xmlns:a16="http://schemas.microsoft.com/office/drawing/2014/main" id="{2F118D61-4298-5740-58DB-9EE8950058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69" name="Freeform 25">
            <a:extLst>
              <a:ext uri="{FF2B5EF4-FFF2-40B4-BE49-F238E27FC236}">
                <a16:creationId xmlns:a16="http://schemas.microsoft.com/office/drawing/2014/main" id="{A5D2AA6A-F82D-BF7D-6C55-F57F1CB6CEBA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70" name="Freeform 26">
            <a:extLst>
              <a:ext uri="{FF2B5EF4-FFF2-40B4-BE49-F238E27FC236}">
                <a16:creationId xmlns:a16="http://schemas.microsoft.com/office/drawing/2014/main" id="{F52D0347-2C4B-4158-5D93-1BF3AB4DAC49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71" name="Freeform 27">
            <a:extLst>
              <a:ext uri="{FF2B5EF4-FFF2-40B4-BE49-F238E27FC236}">
                <a16:creationId xmlns:a16="http://schemas.microsoft.com/office/drawing/2014/main" id="{A12BB298-69B4-9D1E-DDE5-8DDACF336BFD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72" name="Freeform 28">
            <a:extLst>
              <a:ext uri="{FF2B5EF4-FFF2-40B4-BE49-F238E27FC236}">
                <a16:creationId xmlns:a16="http://schemas.microsoft.com/office/drawing/2014/main" id="{6712175F-BDDE-B65B-DA85-F9B65C22F89A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3" name="Line 29">
            <a:extLst>
              <a:ext uri="{FF2B5EF4-FFF2-40B4-BE49-F238E27FC236}">
                <a16:creationId xmlns:a16="http://schemas.microsoft.com/office/drawing/2014/main" id="{15D7F670-B9ED-1C64-3934-567BD9331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" name="Line 30">
            <a:extLst>
              <a:ext uri="{FF2B5EF4-FFF2-40B4-BE49-F238E27FC236}">
                <a16:creationId xmlns:a16="http://schemas.microsoft.com/office/drawing/2014/main" id="{7603DAD9-97CF-98C5-958F-9609AE665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" name="Line 31">
            <a:extLst>
              <a:ext uri="{FF2B5EF4-FFF2-40B4-BE49-F238E27FC236}">
                <a16:creationId xmlns:a16="http://schemas.microsoft.com/office/drawing/2014/main" id="{897F2235-97BC-718E-430C-201F309BE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6" name="Line 32">
            <a:extLst>
              <a:ext uri="{FF2B5EF4-FFF2-40B4-BE49-F238E27FC236}">
                <a16:creationId xmlns:a16="http://schemas.microsoft.com/office/drawing/2014/main" id="{E39C75E6-85F0-606E-0A6C-7CD46A5EA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7" name="Line 33">
            <a:extLst>
              <a:ext uri="{FF2B5EF4-FFF2-40B4-BE49-F238E27FC236}">
                <a16:creationId xmlns:a16="http://schemas.microsoft.com/office/drawing/2014/main" id="{35B162F0-758F-00B3-1247-87786EB2E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8" name="Line 34">
            <a:extLst>
              <a:ext uri="{FF2B5EF4-FFF2-40B4-BE49-F238E27FC236}">
                <a16:creationId xmlns:a16="http://schemas.microsoft.com/office/drawing/2014/main" id="{E82C48D8-7269-EDF6-7782-F67138811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9" name="Line 35">
            <a:extLst>
              <a:ext uri="{FF2B5EF4-FFF2-40B4-BE49-F238E27FC236}">
                <a16:creationId xmlns:a16="http://schemas.microsoft.com/office/drawing/2014/main" id="{09C5D04A-90BD-9E76-BEDE-AF4FBA95F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0" name="Line 36">
            <a:extLst>
              <a:ext uri="{FF2B5EF4-FFF2-40B4-BE49-F238E27FC236}">
                <a16:creationId xmlns:a16="http://schemas.microsoft.com/office/drawing/2014/main" id="{F46ED0D9-34EA-92B7-98FD-30083BBB0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1" name="Line 37">
            <a:extLst>
              <a:ext uri="{FF2B5EF4-FFF2-40B4-BE49-F238E27FC236}">
                <a16:creationId xmlns:a16="http://schemas.microsoft.com/office/drawing/2014/main" id="{9C3A6A96-D326-0252-9242-C09063239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2" name="Line 38">
            <a:extLst>
              <a:ext uri="{FF2B5EF4-FFF2-40B4-BE49-F238E27FC236}">
                <a16:creationId xmlns:a16="http://schemas.microsoft.com/office/drawing/2014/main" id="{5DC22E4F-CCA9-ED8E-27F2-58BC21A6D5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3" name="Rectangle 39">
            <a:extLst>
              <a:ext uri="{FF2B5EF4-FFF2-40B4-BE49-F238E27FC236}">
                <a16:creationId xmlns:a16="http://schemas.microsoft.com/office/drawing/2014/main" id="{17595BC2-46E0-507A-C420-41DD0F9C8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6184" name="Line 40">
            <a:extLst>
              <a:ext uri="{FF2B5EF4-FFF2-40B4-BE49-F238E27FC236}">
                <a16:creationId xmlns:a16="http://schemas.microsoft.com/office/drawing/2014/main" id="{E65E230B-6E36-A832-AC8A-E4E7BB260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" name="Line 41">
            <a:extLst>
              <a:ext uri="{FF2B5EF4-FFF2-40B4-BE49-F238E27FC236}">
                <a16:creationId xmlns:a16="http://schemas.microsoft.com/office/drawing/2014/main" id="{6D4C29C9-6CA6-4DE6-CE59-54D523124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6" name="Line 42">
            <a:extLst>
              <a:ext uri="{FF2B5EF4-FFF2-40B4-BE49-F238E27FC236}">
                <a16:creationId xmlns:a16="http://schemas.microsoft.com/office/drawing/2014/main" id="{3C58BF90-412B-B6AA-0A8A-A80F77B2C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7" name="Line 43">
            <a:extLst>
              <a:ext uri="{FF2B5EF4-FFF2-40B4-BE49-F238E27FC236}">
                <a16:creationId xmlns:a16="http://schemas.microsoft.com/office/drawing/2014/main" id="{8527807A-05D2-8D07-FDA1-2ECF02F54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8" name="Line 44">
            <a:extLst>
              <a:ext uri="{FF2B5EF4-FFF2-40B4-BE49-F238E27FC236}">
                <a16:creationId xmlns:a16="http://schemas.microsoft.com/office/drawing/2014/main" id="{2C8E0AEB-9A50-AC3E-9A25-48AEB5C96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9" name="Line 45">
            <a:extLst>
              <a:ext uri="{FF2B5EF4-FFF2-40B4-BE49-F238E27FC236}">
                <a16:creationId xmlns:a16="http://schemas.microsoft.com/office/drawing/2014/main" id="{C0923233-D664-FAB5-9F28-F74436274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0" name="Line 46">
            <a:extLst>
              <a:ext uri="{FF2B5EF4-FFF2-40B4-BE49-F238E27FC236}">
                <a16:creationId xmlns:a16="http://schemas.microsoft.com/office/drawing/2014/main" id="{045C9521-F747-C7C3-3698-7A2C96801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1" name="Line 47">
            <a:extLst>
              <a:ext uri="{FF2B5EF4-FFF2-40B4-BE49-F238E27FC236}">
                <a16:creationId xmlns:a16="http://schemas.microsoft.com/office/drawing/2014/main" id="{7D233A8A-8DF2-DC7A-7CE0-8EFC9188DE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2" name="Line 48">
            <a:extLst>
              <a:ext uri="{FF2B5EF4-FFF2-40B4-BE49-F238E27FC236}">
                <a16:creationId xmlns:a16="http://schemas.microsoft.com/office/drawing/2014/main" id="{41422531-94A0-CA9D-8D6E-A21DD2A02A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3" name="Line 49">
            <a:extLst>
              <a:ext uri="{FF2B5EF4-FFF2-40B4-BE49-F238E27FC236}">
                <a16:creationId xmlns:a16="http://schemas.microsoft.com/office/drawing/2014/main" id="{0ECB501E-AB17-FC88-7932-A1E74F562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4" name="Line 50">
            <a:extLst>
              <a:ext uri="{FF2B5EF4-FFF2-40B4-BE49-F238E27FC236}">
                <a16:creationId xmlns:a16="http://schemas.microsoft.com/office/drawing/2014/main" id="{11A536EA-C7CC-D765-658F-81BFC2700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" name="Line 51">
            <a:extLst>
              <a:ext uri="{FF2B5EF4-FFF2-40B4-BE49-F238E27FC236}">
                <a16:creationId xmlns:a16="http://schemas.microsoft.com/office/drawing/2014/main" id="{F0B90935-62A8-A32B-219E-0D43A6F1A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6" name="Line 52">
            <a:extLst>
              <a:ext uri="{FF2B5EF4-FFF2-40B4-BE49-F238E27FC236}">
                <a16:creationId xmlns:a16="http://schemas.microsoft.com/office/drawing/2014/main" id="{4D8E8666-C60D-B462-148C-37DF74F1B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7" name="Line 53">
            <a:extLst>
              <a:ext uri="{FF2B5EF4-FFF2-40B4-BE49-F238E27FC236}">
                <a16:creationId xmlns:a16="http://schemas.microsoft.com/office/drawing/2014/main" id="{FD28B169-DE4A-3DD6-9C69-95CB79E8E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8" name="Line 54">
            <a:extLst>
              <a:ext uri="{FF2B5EF4-FFF2-40B4-BE49-F238E27FC236}">
                <a16:creationId xmlns:a16="http://schemas.microsoft.com/office/drawing/2014/main" id="{A8541125-D455-41D3-B488-2169F2445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9" name="Line 55">
            <a:extLst>
              <a:ext uri="{FF2B5EF4-FFF2-40B4-BE49-F238E27FC236}">
                <a16:creationId xmlns:a16="http://schemas.microsoft.com/office/drawing/2014/main" id="{244CB25C-8C00-6276-D794-E3775AE3A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0" name="Line 56">
            <a:extLst>
              <a:ext uri="{FF2B5EF4-FFF2-40B4-BE49-F238E27FC236}">
                <a16:creationId xmlns:a16="http://schemas.microsoft.com/office/drawing/2014/main" id="{1D7D5C13-3262-20C5-4596-BB4B155C9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1" name="Rectangle 57">
            <a:extLst>
              <a:ext uri="{FF2B5EF4-FFF2-40B4-BE49-F238E27FC236}">
                <a16:creationId xmlns:a16="http://schemas.microsoft.com/office/drawing/2014/main" id="{56F0C63E-6783-36FA-87DE-433ABB28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6202" name="Line 58">
            <a:extLst>
              <a:ext uri="{FF2B5EF4-FFF2-40B4-BE49-F238E27FC236}">
                <a16:creationId xmlns:a16="http://schemas.microsoft.com/office/drawing/2014/main" id="{72629813-F295-330D-CD03-A22ACD5A7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3" name="Line 59">
            <a:extLst>
              <a:ext uri="{FF2B5EF4-FFF2-40B4-BE49-F238E27FC236}">
                <a16:creationId xmlns:a16="http://schemas.microsoft.com/office/drawing/2014/main" id="{B3FF855A-B6F3-5451-04A7-A9387105D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4" name="Line 60">
            <a:extLst>
              <a:ext uri="{FF2B5EF4-FFF2-40B4-BE49-F238E27FC236}">
                <a16:creationId xmlns:a16="http://schemas.microsoft.com/office/drawing/2014/main" id="{177F13FD-4049-BEF3-C48F-0CF9A0477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5" name="Rectangle 61">
            <a:extLst>
              <a:ext uri="{FF2B5EF4-FFF2-40B4-BE49-F238E27FC236}">
                <a16:creationId xmlns:a16="http://schemas.microsoft.com/office/drawing/2014/main" id="{ABAFC37F-BD7B-EAF3-7437-3A9B20922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/>
              <a:t>Ni</a:t>
            </a:r>
          </a:p>
        </p:txBody>
      </p:sp>
      <p:sp>
        <p:nvSpPr>
          <p:cNvPr id="6206" name="Rectangle 62">
            <a:extLst>
              <a:ext uri="{FF2B5EF4-FFF2-40B4-BE49-F238E27FC236}">
                <a16:creationId xmlns:a16="http://schemas.microsoft.com/office/drawing/2014/main" id="{74370170-9148-A4E1-0E79-F256519A5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825500"/>
            <a:ext cx="298450" cy="30480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29F5B47-CF8F-DCC0-B6E9-0F0AB5257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42AACF7-C50F-D5C5-8968-15896F46D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FCC07E16-AED6-AF8E-2C82-40784FC87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A8E6A4C4-A7C0-F5CF-4037-35A3B6D67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DB54880C-524B-9C1C-EA6A-7B4B9930B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963" y="814388"/>
            <a:ext cx="1587" cy="30956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E6340181-0C41-1861-ABC0-97E83A7C0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9D784148-4B60-CB00-937E-16FA39CD2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971A59A6-5567-A405-8412-EA6C12584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74800"/>
            <a:ext cx="0" cy="3000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8A28FC96-3278-F4D6-E05D-8657E932A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7179" name="Line 11">
            <a:extLst>
              <a:ext uri="{FF2B5EF4-FFF2-40B4-BE49-F238E27FC236}">
                <a16:creationId xmlns:a16="http://schemas.microsoft.com/office/drawing/2014/main" id="{4CBDD338-CAD2-E5DC-DAF4-2F028C3A2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9A5C049A-CCB7-9666-3D2A-C83E00754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A1600CB0-B62A-AE48-FC6C-52F96C60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75ABFCD1-D3F6-490B-2CA8-6FEB5F7A8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7183" name="Line 15">
            <a:extLst>
              <a:ext uri="{FF2B5EF4-FFF2-40B4-BE49-F238E27FC236}">
                <a16:creationId xmlns:a16="http://schemas.microsoft.com/office/drawing/2014/main" id="{1EFD79C6-2BA7-3FC4-9D9C-53D25367B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6">
            <a:extLst>
              <a:ext uri="{FF2B5EF4-FFF2-40B4-BE49-F238E27FC236}">
                <a16:creationId xmlns:a16="http://schemas.microsoft.com/office/drawing/2014/main" id="{0FACC094-8A78-3BED-8E37-C3188896E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7">
            <a:extLst>
              <a:ext uri="{FF2B5EF4-FFF2-40B4-BE49-F238E27FC236}">
                <a16:creationId xmlns:a16="http://schemas.microsoft.com/office/drawing/2014/main" id="{9CB9B9B6-2063-1657-FC13-B15176258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8">
            <a:extLst>
              <a:ext uri="{FF2B5EF4-FFF2-40B4-BE49-F238E27FC236}">
                <a16:creationId xmlns:a16="http://schemas.microsoft.com/office/drawing/2014/main" id="{049552B3-C22E-D489-585A-3446E52AA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19">
            <a:extLst>
              <a:ext uri="{FF2B5EF4-FFF2-40B4-BE49-F238E27FC236}">
                <a16:creationId xmlns:a16="http://schemas.microsoft.com/office/drawing/2014/main" id="{5542249F-93A7-F0FA-B433-B8DC3F5D1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Line 20">
            <a:extLst>
              <a:ext uri="{FF2B5EF4-FFF2-40B4-BE49-F238E27FC236}">
                <a16:creationId xmlns:a16="http://schemas.microsoft.com/office/drawing/2014/main" id="{556267BB-E7E4-BE66-C7B0-F941963F91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Line 21">
            <a:extLst>
              <a:ext uri="{FF2B5EF4-FFF2-40B4-BE49-F238E27FC236}">
                <a16:creationId xmlns:a16="http://schemas.microsoft.com/office/drawing/2014/main" id="{6EAC6E12-0786-5959-1144-4BD0EC1EE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Line 22">
            <a:extLst>
              <a:ext uri="{FF2B5EF4-FFF2-40B4-BE49-F238E27FC236}">
                <a16:creationId xmlns:a16="http://schemas.microsoft.com/office/drawing/2014/main" id="{AE91DB16-A160-C16A-C386-A78BB06A5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1" name="Line 23">
            <a:extLst>
              <a:ext uri="{FF2B5EF4-FFF2-40B4-BE49-F238E27FC236}">
                <a16:creationId xmlns:a16="http://schemas.microsoft.com/office/drawing/2014/main" id="{AE32CC77-A2DB-DEDF-028C-29FEEEB6C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2" name="Line 24">
            <a:extLst>
              <a:ext uri="{FF2B5EF4-FFF2-40B4-BE49-F238E27FC236}">
                <a16:creationId xmlns:a16="http://schemas.microsoft.com/office/drawing/2014/main" id="{6EFBC23C-7C48-B283-EE90-4918FF4857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3" name="Freeform 25">
            <a:extLst>
              <a:ext uri="{FF2B5EF4-FFF2-40B4-BE49-F238E27FC236}">
                <a16:creationId xmlns:a16="http://schemas.microsoft.com/office/drawing/2014/main" id="{6E10D3C9-BECA-3A67-BA80-9B3222F13E75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4" name="Freeform 26">
            <a:extLst>
              <a:ext uri="{FF2B5EF4-FFF2-40B4-BE49-F238E27FC236}">
                <a16:creationId xmlns:a16="http://schemas.microsoft.com/office/drawing/2014/main" id="{F8C7749C-6C32-3E24-86CA-3EAC1ADDAF89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5" name="Freeform 27">
            <a:extLst>
              <a:ext uri="{FF2B5EF4-FFF2-40B4-BE49-F238E27FC236}">
                <a16:creationId xmlns:a16="http://schemas.microsoft.com/office/drawing/2014/main" id="{A2185A7A-2B2C-30DC-B45F-DFEB5CEC5D52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6" name="Freeform 28">
            <a:extLst>
              <a:ext uri="{FF2B5EF4-FFF2-40B4-BE49-F238E27FC236}">
                <a16:creationId xmlns:a16="http://schemas.microsoft.com/office/drawing/2014/main" id="{A9A3C05A-BF44-8AB6-07C9-967FBA3DCD40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Line 29">
            <a:extLst>
              <a:ext uri="{FF2B5EF4-FFF2-40B4-BE49-F238E27FC236}">
                <a16:creationId xmlns:a16="http://schemas.microsoft.com/office/drawing/2014/main" id="{DA897952-53E1-6CF6-82E1-9FC9FE92AF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Line 30">
            <a:extLst>
              <a:ext uri="{FF2B5EF4-FFF2-40B4-BE49-F238E27FC236}">
                <a16:creationId xmlns:a16="http://schemas.microsoft.com/office/drawing/2014/main" id="{3D453916-851E-FE6F-4CC8-CBBB3FE02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31">
            <a:extLst>
              <a:ext uri="{FF2B5EF4-FFF2-40B4-BE49-F238E27FC236}">
                <a16:creationId xmlns:a16="http://schemas.microsoft.com/office/drawing/2014/main" id="{4692EF1A-204E-C1A4-9F4B-6FF9774C0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2">
            <a:extLst>
              <a:ext uri="{FF2B5EF4-FFF2-40B4-BE49-F238E27FC236}">
                <a16:creationId xmlns:a16="http://schemas.microsoft.com/office/drawing/2014/main" id="{2ED0695D-5F96-9A9F-0373-CF04A2F61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Line 33">
            <a:extLst>
              <a:ext uri="{FF2B5EF4-FFF2-40B4-BE49-F238E27FC236}">
                <a16:creationId xmlns:a16="http://schemas.microsoft.com/office/drawing/2014/main" id="{39557D01-6966-AE09-D8FD-0B3CE186F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2" name="Line 34">
            <a:extLst>
              <a:ext uri="{FF2B5EF4-FFF2-40B4-BE49-F238E27FC236}">
                <a16:creationId xmlns:a16="http://schemas.microsoft.com/office/drawing/2014/main" id="{C9BB6C53-2997-4F82-1B75-17B595FBD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Line 35">
            <a:extLst>
              <a:ext uri="{FF2B5EF4-FFF2-40B4-BE49-F238E27FC236}">
                <a16:creationId xmlns:a16="http://schemas.microsoft.com/office/drawing/2014/main" id="{4CD0F611-7BA1-4D55-54DA-6042B4CBF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4" name="Line 36">
            <a:extLst>
              <a:ext uri="{FF2B5EF4-FFF2-40B4-BE49-F238E27FC236}">
                <a16:creationId xmlns:a16="http://schemas.microsoft.com/office/drawing/2014/main" id="{4FA38DF6-F178-EF3F-9AFA-545AF2154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5" name="Line 37">
            <a:extLst>
              <a:ext uri="{FF2B5EF4-FFF2-40B4-BE49-F238E27FC236}">
                <a16:creationId xmlns:a16="http://schemas.microsoft.com/office/drawing/2014/main" id="{FFE7D868-84B0-2B2F-1734-27D661EC5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6" name="Line 38">
            <a:extLst>
              <a:ext uri="{FF2B5EF4-FFF2-40B4-BE49-F238E27FC236}">
                <a16:creationId xmlns:a16="http://schemas.microsoft.com/office/drawing/2014/main" id="{0E939B73-C95D-1D27-90EB-EE8B2D8FEB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7" name="Rectangle 39">
            <a:extLst>
              <a:ext uri="{FF2B5EF4-FFF2-40B4-BE49-F238E27FC236}">
                <a16:creationId xmlns:a16="http://schemas.microsoft.com/office/drawing/2014/main" id="{FFFA5D50-7E54-9FDA-171F-5FDFE49EC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7208" name="Line 40">
            <a:extLst>
              <a:ext uri="{FF2B5EF4-FFF2-40B4-BE49-F238E27FC236}">
                <a16:creationId xmlns:a16="http://schemas.microsoft.com/office/drawing/2014/main" id="{0E527AFE-64D9-83DC-35CD-3578BCFD8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9" name="Line 41">
            <a:extLst>
              <a:ext uri="{FF2B5EF4-FFF2-40B4-BE49-F238E27FC236}">
                <a16:creationId xmlns:a16="http://schemas.microsoft.com/office/drawing/2014/main" id="{77E79F1A-9AB1-05A2-ECF3-A17F4ABFCA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0" name="Line 42">
            <a:extLst>
              <a:ext uri="{FF2B5EF4-FFF2-40B4-BE49-F238E27FC236}">
                <a16:creationId xmlns:a16="http://schemas.microsoft.com/office/drawing/2014/main" id="{FB82A807-CC93-A1A8-FC9E-1CB8BFD3D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1" name="Line 43">
            <a:extLst>
              <a:ext uri="{FF2B5EF4-FFF2-40B4-BE49-F238E27FC236}">
                <a16:creationId xmlns:a16="http://schemas.microsoft.com/office/drawing/2014/main" id="{3CA23C25-3153-E898-BDEF-1219FF82D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2" name="Line 44">
            <a:extLst>
              <a:ext uri="{FF2B5EF4-FFF2-40B4-BE49-F238E27FC236}">
                <a16:creationId xmlns:a16="http://schemas.microsoft.com/office/drawing/2014/main" id="{8C02C21C-CB80-A6FD-6C19-D6F16245A5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3" name="Line 45">
            <a:extLst>
              <a:ext uri="{FF2B5EF4-FFF2-40B4-BE49-F238E27FC236}">
                <a16:creationId xmlns:a16="http://schemas.microsoft.com/office/drawing/2014/main" id="{CA91DFD6-770B-061A-7FE7-80C4BCC2B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4" name="Line 46">
            <a:extLst>
              <a:ext uri="{FF2B5EF4-FFF2-40B4-BE49-F238E27FC236}">
                <a16:creationId xmlns:a16="http://schemas.microsoft.com/office/drawing/2014/main" id="{E9BA27AB-9F0B-DE69-6178-93D00D954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5" name="Line 47">
            <a:extLst>
              <a:ext uri="{FF2B5EF4-FFF2-40B4-BE49-F238E27FC236}">
                <a16:creationId xmlns:a16="http://schemas.microsoft.com/office/drawing/2014/main" id="{13C5D600-0BD2-6D68-A284-85630C682A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6" name="Line 48">
            <a:extLst>
              <a:ext uri="{FF2B5EF4-FFF2-40B4-BE49-F238E27FC236}">
                <a16:creationId xmlns:a16="http://schemas.microsoft.com/office/drawing/2014/main" id="{D8766C02-7910-3BFD-FD2F-7F14B4DBD3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Line 49">
            <a:extLst>
              <a:ext uri="{FF2B5EF4-FFF2-40B4-BE49-F238E27FC236}">
                <a16:creationId xmlns:a16="http://schemas.microsoft.com/office/drawing/2014/main" id="{5D35882F-A78F-EB2C-9463-C9EDEB2E1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8" name="Line 50">
            <a:extLst>
              <a:ext uri="{FF2B5EF4-FFF2-40B4-BE49-F238E27FC236}">
                <a16:creationId xmlns:a16="http://schemas.microsoft.com/office/drawing/2014/main" id="{39186942-7170-E70E-F77B-DA1589C20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9" name="Line 51">
            <a:extLst>
              <a:ext uri="{FF2B5EF4-FFF2-40B4-BE49-F238E27FC236}">
                <a16:creationId xmlns:a16="http://schemas.microsoft.com/office/drawing/2014/main" id="{47677298-ABA8-3569-BE6C-2C33415E8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Line 52">
            <a:extLst>
              <a:ext uri="{FF2B5EF4-FFF2-40B4-BE49-F238E27FC236}">
                <a16:creationId xmlns:a16="http://schemas.microsoft.com/office/drawing/2014/main" id="{D6C28F65-0B8F-913A-231D-AD8F1B51E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1" name="Line 53">
            <a:extLst>
              <a:ext uri="{FF2B5EF4-FFF2-40B4-BE49-F238E27FC236}">
                <a16:creationId xmlns:a16="http://schemas.microsoft.com/office/drawing/2014/main" id="{BC69D168-3EAE-E0D4-15B7-CF6A4C764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2" name="Line 54">
            <a:extLst>
              <a:ext uri="{FF2B5EF4-FFF2-40B4-BE49-F238E27FC236}">
                <a16:creationId xmlns:a16="http://schemas.microsoft.com/office/drawing/2014/main" id="{D4BAB127-FB47-88D6-61B7-2EA674CEE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3" name="Line 55">
            <a:extLst>
              <a:ext uri="{FF2B5EF4-FFF2-40B4-BE49-F238E27FC236}">
                <a16:creationId xmlns:a16="http://schemas.microsoft.com/office/drawing/2014/main" id="{080728A8-4A4E-C8C0-A54F-3D91C4616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4" name="Line 56">
            <a:extLst>
              <a:ext uri="{FF2B5EF4-FFF2-40B4-BE49-F238E27FC236}">
                <a16:creationId xmlns:a16="http://schemas.microsoft.com/office/drawing/2014/main" id="{76AEE6D3-8AF6-9123-A298-30538D891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5" name="Rectangle 57">
            <a:extLst>
              <a:ext uri="{FF2B5EF4-FFF2-40B4-BE49-F238E27FC236}">
                <a16:creationId xmlns:a16="http://schemas.microsoft.com/office/drawing/2014/main" id="{25D6A9BB-7C73-0131-BB4E-23FF63F2F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7226" name="Line 58">
            <a:extLst>
              <a:ext uri="{FF2B5EF4-FFF2-40B4-BE49-F238E27FC236}">
                <a16:creationId xmlns:a16="http://schemas.microsoft.com/office/drawing/2014/main" id="{1145AECF-563D-FC67-7965-F5DE10C7E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576388"/>
            <a:ext cx="0" cy="29686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7" name="Line 59">
            <a:extLst>
              <a:ext uri="{FF2B5EF4-FFF2-40B4-BE49-F238E27FC236}">
                <a16:creationId xmlns:a16="http://schemas.microsoft.com/office/drawing/2014/main" id="{872A3830-6733-25C9-ACA1-017ED866F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8" name="Line 60">
            <a:extLst>
              <a:ext uri="{FF2B5EF4-FFF2-40B4-BE49-F238E27FC236}">
                <a16:creationId xmlns:a16="http://schemas.microsoft.com/office/drawing/2014/main" id="{7B67557C-18E3-557C-D7AA-252E0A7F3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9" name="Rectangle 61">
            <a:extLst>
              <a:ext uri="{FF2B5EF4-FFF2-40B4-BE49-F238E27FC236}">
                <a16:creationId xmlns:a16="http://schemas.microsoft.com/office/drawing/2014/main" id="{E59D645D-43D7-E8D4-6EA2-A8DB9A329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/>
              <a:t>Ni</a:t>
            </a:r>
          </a:p>
        </p:txBody>
      </p:sp>
      <p:sp>
        <p:nvSpPr>
          <p:cNvPr id="7230" name="Rectangle 62">
            <a:extLst>
              <a:ext uri="{FF2B5EF4-FFF2-40B4-BE49-F238E27FC236}">
                <a16:creationId xmlns:a16="http://schemas.microsoft.com/office/drawing/2014/main" id="{6899AD52-9C0D-450D-4C27-70A1D3B1E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1568450"/>
            <a:ext cx="1028700" cy="306388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280AAD3-B1FC-AD22-7441-5BEE96DD8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89A0A68-EBD2-ABA8-E90D-62C486E7F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16ABAE0E-63AB-9296-0613-6B1322B40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F4A1EF11-08D6-7755-1BC3-178BA4162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964D542A-BBD3-1E67-F033-378B2689B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963" y="823913"/>
            <a:ext cx="1587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6C7DCD2C-AA93-D740-5697-29B0E00E1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A5444C8D-AA0B-B3C4-16CC-3F1BA871D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</a:t>
            </a:r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Ot</a:t>
            </a:r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Ry</a:t>
            </a:r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A378827C-C1DD-1512-A32A-8D43E14A3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0D1FADB8-0E76-61EA-DD03-1B4AB6154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C8483A17-DB24-35A7-BE74-E70C4B89F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12">
            <a:extLst>
              <a:ext uri="{FF2B5EF4-FFF2-40B4-BE49-F238E27FC236}">
                <a16:creationId xmlns:a16="http://schemas.microsoft.com/office/drawing/2014/main" id="{5CC5656E-7349-E2BF-7F5A-6DCB9CF3A2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596D5D12-A998-DD02-D699-938FBD6CA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F105946B-19B0-28E6-7049-F04F9190C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8207" name="Line 15">
            <a:extLst>
              <a:ext uri="{FF2B5EF4-FFF2-40B4-BE49-F238E27FC236}">
                <a16:creationId xmlns:a16="http://schemas.microsoft.com/office/drawing/2014/main" id="{2178DDDF-32B9-8F2B-D8F0-4E500D417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Line 16">
            <a:extLst>
              <a:ext uri="{FF2B5EF4-FFF2-40B4-BE49-F238E27FC236}">
                <a16:creationId xmlns:a16="http://schemas.microsoft.com/office/drawing/2014/main" id="{D647C74D-8FF1-12CE-D595-91851BE3A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3434B5B9-F826-7CD3-2C3A-78A8FF1A2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0" name="Line 18">
            <a:extLst>
              <a:ext uri="{FF2B5EF4-FFF2-40B4-BE49-F238E27FC236}">
                <a16:creationId xmlns:a16="http://schemas.microsoft.com/office/drawing/2014/main" id="{1C5EA88C-1A3F-CE3F-799A-86C77E37B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1" name="Line 19">
            <a:extLst>
              <a:ext uri="{FF2B5EF4-FFF2-40B4-BE49-F238E27FC236}">
                <a16:creationId xmlns:a16="http://schemas.microsoft.com/office/drawing/2014/main" id="{71C56E09-5CD4-D442-BC9D-2F2ED51CB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F0D09EE5-FEF8-B2F6-F484-63FF089370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3" name="Line 21">
            <a:extLst>
              <a:ext uri="{FF2B5EF4-FFF2-40B4-BE49-F238E27FC236}">
                <a16:creationId xmlns:a16="http://schemas.microsoft.com/office/drawing/2014/main" id="{F45A4B7B-2E41-2C87-D683-A2277CF2B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4" name="Line 22">
            <a:extLst>
              <a:ext uri="{FF2B5EF4-FFF2-40B4-BE49-F238E27FC236}">
                <a16:creationId xmlns:a16="http://schemas.microsoft.com/office/drawing/2014/main" id="{BD98756F-BEE2-F591-1F01-7CE028B58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5" name="Line 23">
            <a:extLst>
              <a:ext uri="{FF2B5EF4-FFF2-40B4-BE49-F238E27FC236}">
                <a16:creationId xmlns:a16="http://schemas.microsoft.com/office/drawing/2014/main" id="{F3070097-3F8B-3BE7-8369-C5927C361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6" name="Line 24">
            <a:extLst>
              <a:ext uri="{FF2B5EF4-FFF2-40B4-BE49-F238E27FC236}">
                <a16:creationId xmlns:a16="http://schemas.microsoft.com/office/drawing/2014/main" id="{B666D138-EC03-3165-8B9D-C5473EBB6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7" name="Freeform 25">
            <a:extLst>
              <a:ext uri="{FF2B5EF4-FFF2-40B4-BE49-F238E27FC236}">
                <a16:creationId xmlns:a16="http://schemas.microsoft.com/office/drawing/2014/main" id="{F1E05FC5-5BCA-1235-1AA3-6275970114C1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8" name="Freeform 26">
            <a:extLst>
              <a:ext uri="{FF2B5EF4-FFF2-40B4-BE49-F238E27FC236}">
                <a16:creationId xmlns:a16="http://schemas.microsoft.com/office/drawing/2014/main" id="{2DAFD4DD-85EC-582C-DD45-075699640A64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9" name="Freeform 27">
            <a:extLst>
              <a:ext uri="{FF2B5EF4-FFF2-40B4-BE49-F238E27FC236}">
                <a16:creationId xmlns:a16="http://schemas.microsoft.com/office/drawing/2014/main" id="{DF4832F3-0D3F-2292-0AA6-B161130894D9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20" name="Freeform 28">
            <a:extLst>
              <a:ext uri="{FF2B5EF4-FFF2-40B4-BE49-F238E27FC236}">
                <a16:creationId xmlns:a16="http://schemas.microsoft.com/office/drawing/2014/main" id="{AECEEF08-EEFF-8740-0D60-E5D35902DAB8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1" name="Line 29">
            <a:extLst>
              <a:ext uri="{FF2B5EF4-FFF2-40B4-BE49-F238E27FC236}">
                <a16:creationId xmlns:a16="http://schemas.microsoft.com/office/drawing/2014/main" id="{4F2AB9D4-E26D-773F-2823-57DBF4912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2" name="Line 30">
            <a:extLst>
              <a:ext uri="{FF2B5EF4-FFF2-40B4-BE49-F238E27FC236}">
                <a16:creationId xmlns:a16="http://schemas.microsoft.com/office/drawing/2014/main" id="{BF6D002F-DCD4-026E-219A-5D86EB756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3" name="Line 31">
            <a:extLst>
              <a:ext uri="{FF2B5EF4-FFF2-40B4-BE49-F238E27FC236}">
                <a16:creationId xmlns:a16="http://schemas.microsoft.com/office/drawing/2014/main" id="{465835A2-C175-FF43-5CCD-FC1C49A0D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4" name="Line 32">
            <a:extLst>
              <a:ext uri="{FF2B5EF4-FFF2-40B4-BE49-F238E27FC236}">
                <a16:creationId xmlns:a16="http://schemas.microsoft.com/office/drawing/2014/main" id="{A720614E-FBEE-0EFD-7554-5C32DFAD9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5" name="Line 33">
            <a:extLst>
              <a:ext uri="{FF2B5EF4-FFF2-40B4-BE49-F238E27FC236}">
                <a16:creationId xmlns:a16="http://schemas.microsoft.com/office/drawing/2014/main" id="{F6CCD2BB-213D-FA8D-79B7-C041BE604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6" name="Line 34">
            <a:extLst>
              <a:ext uri="{FF2B5EF4-FFF2-40B4-BE49-F238E27FC236}">
                <a16:creationId xmlns:a16="http://schemas.microsoft.com/office/drawing/2014/main" id="{F52A8F5F-5085-6466-1F44-363DF0A2A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7" name="Line 35">
            <a:extLst>
              <a:ext uri="{FF2B5EF4-FFF2-40B4-BE49-F238E27FC236}">
                <a16:creationId xmlns:a16="http://schemas.microsoft.com/office/drawing/2014/main" id="{7F4F0A6A-344C-0F36-915F-80828A0A3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8" name="Line 36">
            <a:extLst>
              <a:ext uri="{FF2B5EF4-FFF2-40B4-BE49-F238E27FC236}">
                <a16:creationId xmlns:a16="http://schemas.microsoft.com/office/drawing/2014/main" id="{E85F2418-6049-5879-6EC4-8A058563F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9" name="Line 37">
            <a:extLst>
              <a:ext uri="{FF2B5EF4-FFF2-40B4-BE49-F238E27FC236}">
                <a16:creationId xmlns:a16="http://schemas.microsoft.com/office/drawing/2014/main" id="{13887997-3E45-5235-A450-F7EBC1D50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0" name="Line 38">
            <a:extLst>
              <a:ext uri="{FF2B5EF4-FFF2-40B4-BE49-F238E27FC236}">
                <a16:creationId xmlns:a16="http://schemas.microsoft.com/office/drawing/2014/main" id="{B7080D44-DCBF-0FF1-8357-EE7BC7854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1" name="Rectangle 39">
            <a:extLst>
              <a:ext uri="{FF2B5EF4-FFF2-40B4-BE49-F238E27FC236}">
                <a16:creationId xmlns:a16="http://schemas.microsoft.com/office/drawing/2014/main" id="{E2096DF3-64A5-2B31-C93A-4BC788A6E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8232" name="Line 40">
            <a:extLst>
              <a:ext uri="{FF2B5EF4-FFF2-40B4-BE49-F238E27FC236}">
                <a16:creationId xmlns:a16="http://schemas.microsoft.com/office/drawing/2014/main" id="{67025D66-0CCA-36B1-8886-9C2447E93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3" name="Line 41">
            <a:extLst>
              <a:ext uri="{FF2B5EF4-FFF2-40B4-BE49-F238E27FC236}">
                <a16:creationId xmlns:a16="http://schemas.microsoft.com/office/drawing/2014/main" id="{A4A20C7D-2E06-53E1-FDBA-564867DDF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4" name="Line 42">
            <a:extLst>
              <a:ext uri="{FF2B5EF4-FFF2-40B4-BE49-F238E27FC236}">
                <a16:creationId xmlns:a16="http://schemas.microsoft.com/office/drawing/2014/main" id="{EC5AF8F5-BD26-25FF-5BD0-397DCC303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5" name="Line 43">
            <a:extLst>
              <a:ext uri="{FF2B5EF4-FFF2-40B4-BE49-F238E27FC236}">
                <a16:creationId xmlns:a16="http://schemas.microsoft.com/office/drawing/2014/main" id="{AB617521-E52B-3549-E011-7B4652A28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6" name="Line 44">
            <a:extLst>
              <a:ext uri="{FF2B5EF4-FFF2-40B4-BE49-F238E27FC236}">
                <a16:creationId xmlns:a16="http://schemas.microsoft.com/office/drawing/2014/main" id="{15B498E0-69FB-27EB-B94C-92E47CD65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7" name="Line 45">
            <a:extLst>
              <a:ext uri="{FF2B5EF4-FFF2-40B4-BE49-F238E27FC236}">
                <a16:creationId xmlns:a16="http://schemas.microsoft.com/office/drawing/2014/main" id="{04BE9365-0E7A-5898-347D-6F365D402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8" name="Line 46">
            <a:extLst>
              <a:ext uri="{FF2B5EF4-FFF2-40B4-BE49-F238E27FC236}">
                <a16:creationId xmlns:a16="http://schemas.microsoft.com/office/drawing/2014/main" id="{ED14E6ED-CDC2-B31F-D4FA-B6CA721EF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9" name="Line 47">
            <a:extLst>
              <a:ext uri="{FF2B5EF4-FFF2-40B4-BE49-F238E27FC236}">
                <a16:creationId xmlns:a16="http://schemas.microsoft.com/office/drawing/2014/main" id="{ED816542-C6CA-2033-2EF1-13A7E1B2D1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0" name="Line 48">
            <a:extLst>
              <a:ext uri="{FF2B5EF4-FFF2-40B4-BE49-F238E27FC236}">
                <a16:creationId xmlns:a16="http://schemas.microsoft.com/office/drawing/2014/main" id="{36FE4F8A-D7FE-E337-8998-B6FE92D89B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1" name="Line 49">
            <a:extLst>
              <a:ext uri="{FF2B5EF4-FFF2-40B4-BE49-F238E27FC236}">
                <a16:creationId xmlns:a16="http://schemas.microsoft.com/office/drawing/2014/main" id="{8FABFC2E-5C59-E13D-0658-F5988865D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2" name="Line 50">
            <a:extLst>
              <a:ext uri="{FF2B5EF4-FFF2-40B4-BE49-F238E27FC236}">
                <a16:creationId xmlns:a16="http://schemas.microsoft.com/office/drawing/2014/main" id="{97E64769-CABB-CC64-D2D5-2B9CFA84D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3" name="Line 51">
            <a:extLst>
              <a:ext uri="{FF2B5EF4-FFF2-40B4-BE49-F238E27FC236}">
                <a16:creationId xmlns:a16="http://schemas.microsoft.com/office/drawing/2014/main" id="{D92FDB78-8FB8-ED03-7C9A-A75F4F853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4" name="Line 52">
            <a:extLst>
              <a:ext uri="{FF2B5EF4-FFF2-40B4-BE49-F238E27FC236}">
                <a16:creationId xmlns:a16="http://schemas.microsoft.com/office/drawing/2014/main" id="{2D4DFF8C-F283-5BF6-522E-0BB8F9F54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5" name="Line 53">
            <a:extLst>
              <a:ext uri="{FF2B5EF4-FFF2-40B4-BE49-F238E27FC236}">
                <a16:creationId xmlns:a16="http://schemas.microsoft.com/office/drawing/2014/main" id="{E9D25C63-C16D-EDF4-0220-35B576F41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6" name="Line 54">
            <a:extLst>
              <a:ext uri="{FF2B5EF4-FFF2-40B4-BE49-F238E27FC236}">
                <a16:creationId xmlns:a16="http://schemas.microsoft.com/office/drawing/2014/main" id="{E7263806-A4E3-D334-A3A0-DA1C3C5F0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7" name="Line 55">
            <a:extLst>
              <a:ext uri="{FF2B5EF4-FFF2-40B4-BE49-F238E27FC236}">
                <a16:creationId xmlns:a16="http://schemas.microsoft.com/office/drawing/2014/main" id="{4E0C719B-C3A5-5C11-9D3E-464BA5B9F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8" name="Line 56">
            <a:extLst>
              <a:ext uri="{FF2B5EF4-FFF2-40B4-BE49-F238E27FC236}">
                <a16:creationId xmlns:a16="http://schemas.microsoft.com/office/drawing/2014/main" id="{62022A67-C9CE-2327-FCA5-AB997D8F2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9" name="Rectangle 57">
            <a:extLst>
              <a:ext uri="{FF2B5EF4-FFF2-40B4-BE49-F238E27FC236}">
                <a16:creationId xmlns:a16="http://schemas.microsoft.com/office/drawing/2014/main" id="{7512A404-D13C-86B7-57F4-55C07FBFC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8250" name="Line 58">
            <a:extLst>
              <a:ext uri="{FF2B5EF4-FFF2-40B4-BE49-F238E27FC236}">
                <a16:creationId xmlns:a16="http://schemas.microsoft.com/office/drawing/2014/main" id="{BB4B3D6B-505F-951A-EBF2-3FA4FDD4C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51" name="Line 59">
            <a:extLst>
              <a:ext uri="{FF2B5EF4-FFF2-40B4-BE49-F238E27FC236}">
                <a16:creationId xmlns:a16="http://schemas.microsoft.com/office/drawing/2014/main" id="{551A237F-D4A0-BAA8-8BF1-D39FE3F02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52" name="Line 60">
            <a:extLst>
              <a:ext uri="{FF2B5EF4-FFF2-40B4-BE49-F238E27FC236}">
                <a16:creationId xmlns:a16="http://schemas.microsoft.com/office/drawing/2014/main" id="{674770D4-6059-CC60-94E4-8B6074E24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53" name="Rectangle 61">
            <a:extLst>
              <a:ext uri="{FF2B5EF4-FFF2-40B4-BE49-F238E27FC236}">
                <a16:creationId xmlns:a16="http://schemas.microsoft.com/office/drawing/2014/main" id="{10185ACB-1E18-4AFD-4CC4-9B34F6098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/>
              <a:t>Ni</a:t>
            </a:r>
          </a:p>
        </p:txBody>
      </p:sp>
      <p:sp>
        <p:nvSpPr>
          <p:cNvPr id="8254" name="Rectangle 62">
            <a:extLst>
              <a:ext uri="{FF2B5EF4-FFF2-40B4-BE49-F238E27FC236}">
                <a16:creationId xmlns:a16="http://schemas.microsoft.com/office/drawing/2014/main" id="{B62CBE44-8469-6ABC-2871-D89F4880F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1568450"/>
            <a:ext cx="311150" cy="30480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3C038E9-6B4F-08A7-2CB7-F16306085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C6DFC6B-D55E-3EBF-188B-981A1FEB9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C44ADD90-ECBB-CF96-E634-59A4EC111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2CBE91E-78C1-3785-AEFE-EA382E553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30655A27-B71C-24AE-6179-B632BDBF2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963" y="828675"/>
            <a:ext cx="1587" cy="2952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29D70E19-B607-51DE-2EDE-225B70E40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DE054935-3DC3-0EF4-0BCC-27328A68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1E8DF994-FCDC-DFF7-38CA-5B90FE232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FA169194-8F36-1550-8D33-0AA977894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5D90CD84-85AD-2E87-F3B6-3ECAEE7E6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CBA3987B-3AF2-5E25-5E69-FFC050DC5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B216B023-D3D4-5D8B-89D1-DC5A5BDFD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2C0A0D1F-7E9C-A683-03EE-E52FDCC62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9231" name="Line 15">
            <a:extLst>
              <a:ext uri="{FF2B5EF4-FFF2-40B4-BE49-F238E27FC236}">
                <a16:creationId xmlns:a16="http://schemas.microsoft.com/office/drawing/2014/main" id="{FFEE03B8-361D-8CD9-7165-884FC26F0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8DDE8ACF-95DC-47D9-C716-C06A4BD98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AC7B4136-58D4-F30F-787D-DDBA6AF70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Line 18">
            <a:extLst>
              <a:ext uri="{FF2B5EF4-FFF2-40B4-BE49-F238E27FC236}">
                <a16:creationId xmlns:a16="http://schemas.microsoft.com/office/drawing/2014/main" id="{15421019-9028-DE5F-0FA1-0E785C842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Line 19">
            <a:extLst>
              <a:ext uri="{FF2B5EF4-FFF2-40B4-BE49-F238E27FC236}">
                <a16:creationId xmlns:a16="http://schemas.microsoft.com/office/drawing/2014/main" id="{FDD69392-F89B-B337-D62E-525086713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" name="Line 20">
            <a:extLst>
              <a:ext uri="{FF2B5EF4-FFF2-40B4-BE49-F238E27FC236}">
                <a16:creationId xmlns:a16="http://schemas.microsoft.com/office/drawing/2014/main" id="{5695E98B-27A1-CAF4-30D4-503117B241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7" name="Line 21">
            <a:extLst>
              <a:ext uri="{FF2B5EF4-FFF2-40B4-BE49-F238E27FC236}">
                <a16:creationId xmlns:a16="http://schemas.microsoft.com/office/drawing/2014/main" id="{DE5D484B-D8CD-3878-9741-23B9D403B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8" name="Line 22">
            <a:extLst>
              <a:ext uri="{FF2B5EF4-FFF2-40B4-BE49-F238E27FC236}">
                <a16:creationId xmlns:a16="http://schemas.microsoft.com/office/drawing/2014/main" id="{68C288BC-E94A-3608-94A9-B3E3F4A49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9" name="Line 23">
            <a:extLst>
              <a:ext uri="{FF2B5EF4-FFF2-40B4-BE49-F238E27FC236}">
                <a16:creationId xmlns:a16="http://schemas.microsoft.com/office/drawing/2014/main" id="{C70F4426-5F31-40B9-90A7-C9FAAC1C3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Line 24">
            <a:extLst>
              <a:ext uri="{FF2B5EF4-FFF2-40B4-BE49-F238E27FC236}">
                <a16:creationId xmlns:a16="http://schemas.microsoft.com/office/drawing/2014/main" id="{F53DE503-60B3-DFFE-AEC6-36ACBE6B30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41" name="Freeform 25">
            <a:extLst>
              <a:ext uri="{FF2B5EF4-FFF2-40B4-BE49-F238E27FC236}">
                <a16:creationId xmlns:a16="http://schemas.microsoft.com/office/drawing/2014/main" id="{1FD15602-5676-7D13-D774-58A1846A2A96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42" name="Freeform 26">
            <a:extLst>
              <a:ext uri="{FF2B5EF4-FFF2-40B4-BE49-F238E27FC236}">
                <a16:creationId xmlns:a16="http://schemas.microsoft.com/office/drawing/2014/main" id="{691B2F0C-FE75-4856-74E7-B182A9F08859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43" name="Freeform 27">
            <a:extLst>
              <a:ext uri="{FF2B5EF4-FFF2-40B4-BE49-F238E27FC236}">
                <a16:creationId xmlns:a16="http://schemas.microsoft.com/office/drawing/2014/main" id="{4F0DD3F8-4B00-F2E8-4971-15E8C6940CE4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44" name="Freeform 28">
            <a:extLst>
              <a:ext uri="{FF2B5EF4-FFF2-40B4-BE49-F238E27FC236}">
                <a16:creationId xmlns:a16="http://schemas.microsoft.com/office/drawing/2014/main" id="{AD189244-3105-13B2-DBF0-460AB6BEAB1F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5" name="Line 29">
            <a:extLst>
              <a:ext uri="{FF2B5EF4-FFF2-40B4-BE49-F238E27FC236}">
                <a16:creationId xmlns:a16="http://schemas.microsoft.com/office/drawing/2014/main" id="{419A61EC-7B87-D852-EA2C-A14393ACD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6" name="Line 30">
            <a:extLst>
              <a:ext uri="{FF2B5EF4-FFF2-40B4-BE49-F238E27FC236}">
                <a16:creationId xmlns:a16="http://schemas.microsoft.com/office/drawing/2014/main" id="{A26FAA16-3E46-6E54-7DB7-99D96C024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7" name="Line 31">
            <a:extLst>
              <a:ext uri="{FF2B5EF4-FFF2-40B4-BE49-F238E27FC236}">
                <a16:creationId xmlns:a16="http://schemas.microsoft.com/office/drawing/2014/main" id="{E9B1BFD6-B43A-4956-A5B1-B820C71B8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8" name="Line 32">
            <a:extLst>
              <a:ext uri="{FF2B5EF4-FFF2-40B4-BE49-F238E27FC236}">
                <a16:creationId xmlns:a16="http://schemas.microsoft.com/office/drawing/2014/main" id="{DDA85A90-F037-BAF6-E395-1F31416FF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Line 33">
            <a:extLst>
              <a:ext uri="{FF2B5EF4-FFF2-40B4-BE49-F238E27FC236}">
                <a16:creationId xmlns:a16="http://schemas.microsoft.com/office/drawing/2014/main" id="{78049664-B610-CEE6-5C94-003AA58A0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0" name="Line 34">
            <a:extLst>
              <a:ext uri="{FF2B5EF4-FFF2-40B4-BE49-F238E27FC236}">
                <a16:creationId xmlns:a16="http://schemas.microsoft.com/office/drawing/2014/main" id="{C8A5DB8F-4C09-1825-DD7A-C2B26CE1D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1" name="Line 35">
            <a:extLst>
              <a:ext uri="{FF2B5EF4-FFF2-40B4-BE49-F238E27FC236}">
                <a16:creationId xmlns:a16="http://schemas.microsoft.com/office/drawing/2014/main" id="{AEFBF723-A053-98CF-DEE1-F26E8000C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2" name="Line 36">
            <a:extLst>
              <a:ext uri="{FF2B5EF4-FFF2-40B4-BE49-F238E27FC236}">
                <a16:creationId xmlns:a16="http://schemas.microsoft.com/office/drawing/2014/main" id="{A59FEA42-DA3E-5FDA-1B2D-3631D58E2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3" name="Line 37">
            <a:extLst>
              <a:ext uri="{FF2B5EF4-FFF2-40B4-BE49-F238E27FC236}">
                <a16:creationId xmlns:a16="http://schemas.microsoft.com/office/drawing/2014/main" id="{AE253CCF-F297-39DD-956F-8D39DD5A9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4" name="Line 38">
            <a:extLst>
              <a:ext uri="{FF2B5EF4-FFF2-40B4-BE49-F238E27FC236}">
                <a16:creationId xmlns:a16="http://schemas.microsoft.com/office/drawing/2014/main" id="{722F051D-F8F3-BEE0-8EC2-6010BAB75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5" name="Rectangle 39">
            <a:extLst>
              <a:ext uri="{FF2B5EF4-FFF2-40B4-BE49-F238E27FC236}">
                <a16:creationId xmlns:a16="http://schemas.microsoft.com/office/drawing/2014/main" id="{1D7EE22D-BC70-E739-5E9C-0DAE2F796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9256" name="Line 40">
            <a:extLst>
              <a:ext uri="{FF2B5EF4-FFF2-40B4-BE49-F238E27FC236}">
                <a16:creationId xmlns:a16="http://schemas.microsoft.com/office/drawing/2014/main" id="{D1F96EA0-F0F5-C9CF-8AF7-6FC9347C6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7" name="Line 41">
            <a:extLst>
              <a:ext uri="{FF2B5EF4-FFF2-40B4-BE49-F238E27FC236}">
                <a16:creationId xmlns:a16="http://schemas.microsoft.com/office/drawing/2014/main" id="{C77E443D-C2C5-CFB6-60D0-2AC676708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8" name="Line 42">
            <a:extLst>
              <a:ext uri="{FF2B5EF4-FFF2-40B4-BE49-F238E27FC236}">
                <a16:creationId xmlns:a16="http://schemas.microsoft.com/office/drawing/2014/main" id="{B8F6E82A-458B-29DF-8645-DC6E95E43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9" name="Line 43">
            <a:extLst>
              <a:ext uri="{FF2B5EF4-FFF2-40B4-BE49-F238E27FC236}">
                <a16:creationId xmlns:a16="http://schemas.microsoft.com/office/drawing/2014/main" id="{D269A2C6-39CA-84C3-C0F5-720115EE7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0" name="Line 44">
            <a:extLst>
              <a:ext uri="{FF2B5EF4-FFF2-40B4-BE49-F238E27FC236}">
                <a16:creationId xmlns:a16="http://schemas.microsoft.com/office/drawing/2014/main" id="{381F7DD3-27DC-4B8B-881C-52E99422D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1" name="Line 45">
            <a:extLst>
              <a:ext uri="{FF2B5EF4-FFF2-40B4-BE49-F238E27FC236}">
                <a16:creationId xmlns:a16="http://schemas.microsoft.com/office/drawing/2014/main" id="{E9717A17-C221-783E-FB78-7853838D1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2" name="Line 46">
            <a:extLst>
              <a:ext uri="{FF2B5EF4-FFF2-40B4-BE49-F238E27FC236}">
                <a16:creationId xmlns:a16="http://schemas.microsoft.com/office/drawing/2014/main" id="{3D3BE6C2-0DE6-A5C4-88A4-66EE1C193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3" name="Line 47">
            <a:extLst>
              <a:ext uri="{FF2B5EF4-FFF2-40B4-BE49-F238E27FC236}">
                <a16:creationId xmlns:a16="http://schemas.microsoft.com/office/drawing/2014/main" id="{2341CB7F-67D2-102E-8FE4-188EC80C9A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4" name="Line 48">
            <a:extLst>
              <a:ext uri="{FF2B5EF4-FFF2-40B4-BE49-F238E27FC236}">
                <a16:creationId xmlns:a16="http://schemas.microsoft.com/office/drawing/2014/main" id="{75F778D2-7206-1568-3A6A-BF922EF925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5" name="Line 49">
            <a:extLst>
              <a:ext uri="{FF2B5EF4-FFF2-40B4-BE49-F238E27FC236}">
                <a16:creationId xmlns:a16="http://schemas.microsoft.com/office/drawing/2014/main" id="{6432B0B9-E2FA-9EE3-D4B7-A4113DD54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6" name="Line 50">
            <a:extLst>
              <a:ext uri="{FF2B5EF4-FFF2-40B4-BE49-F238E27FC236}">
                <a16:creationId xmlns:a16="http://schemas.microsoft.com/office/drawing/2014/main" id="{E60D63F3-4922-15C8-1DCF-35FD73ABE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7" name="Line 51">
            <a:extLst>
              <a:ext uri="{FF2B5EF4-FFF2-40B4-BE49-F238E27FC236}">
                <a16:creationId xmlns:a16="http://schemas.microsoft.com/office/drawing/2014/main" id="{8F283CD9-16E8-9C2A-CD88-DEF55EE68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8" name="Line 52">
            <a:extLst>
              <a:ext uri="{FF2B5EF4-FFF2-40B4-BE49-F238E27FC236}">
                <a16:creationId xmlns:a16="http://schemas.microsoft.com/office/drawing/2014/main" id="{CBFF6A07-26CD-9BB7-E2F8-43DD5CFE8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9" name="Line 53">
            <a:extLst>
              <a:ext uri="{FF2B5EF4-FFF2-40B4-BE49-F238E27FC236}">
                <a16:creationId xmlns:a16="http://schemas.microsoft.com/office/drawing/2014/main" id="{F5FF3897-AB83-3CDA-5EAE-07102FF2F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0" name="Line 54">
            <a:extLst>
              <a:ext uri="{FF2B5EF4-FFF2-40B4-BE49-F238E27FC236}">
                <a16:creationId xmlns:a16="http://schemas.microsoft.com/office/drawing/2014/main" id="{9479A3F2-C1C6-49D8-B309-5639FF698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1" name="Line 55">
            <a:extLst>
              <a:ext uri="{FF2B5EF4-FFF2-40B4-BE49-F238E27FC236}">
                <a16:creationId xmlns:a16="http://schemas.microsoft.com/office/drawing/2014/main" id="{53A2A102-15F2-13AC-21F6-2A1636F3B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2" name="Line 56">
            <a:extLst>
              <a:ext uri="{FF2B5EF4-FFF2-40B4-BE49-F238E27FC236}">
                <a16:creationId xmlns:a16="http://schemas.microsoft.com/office/drawing/2014/main" id="{E7BCCC6F-C860-ABCF-3F35-D8AB3A688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3" name="Rectangle 57">
            <a:extLst>
              <a:ext uri="{FF2B5EF4-FFF2-40B4-BE49-F238E27FC236}">
                <a16:creationId xmlns:a16="http://schemas.microsoft.com/office/drawing/2014/main" id="{22378B20-34C2-65AF-5F47-28257A47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9274" name="Line 58">
            <a:extLst>
              <a:ext uri="{FF2B5EF4-FFF2-40B4-BE49-F238E27FC236}">
                <a16:creationId xmlns:a16="http://schemas.microsoft.com/office/drawing/2014/main" id="{AF665752-0065-C311-5916-477B11587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5" name="Line 59">
            <a:extLst>
              <a:ext uri="{FF2B5EF4-FFF2-40B4-BE49-F238E27FC236}">
                <a16:creationId xmlns:a16="http://schemas.microsoft.com/office/drawing/2014/main" id="{BAE865B9-07AC-8910-DB2B-A38584ABA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6" name="Line 60">
            <a:extLst>
              <a:ext uri="{FF2B5EF4-FFF2-40B4-BE49-F238E27FC236}">
                <a16:creationId xmlns:a16="http://schemas.microsoft.com/office/drawing/2014/main" id="{33997316-6DBD-64A3-A447-141432306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7" name="Rectangle 61">
            <a:extLst>
              <a:ext uri="{FF2B5EF4-FFF2-40B4-BE49-F238E27FC236}">
                <a16:creationId xmlns:a16="http://schemas.microsoft.com/office/drawing/2014/main" id="{F6A6A5E2-5E49-6A9E-2103-EE3558C1B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/>
              <a:t>Ni</a:t>
            </a:r>
          </a:p>
        </p:txBody>
      </p:sp>
      <p:sp>
        <p:nvSpPr>
          <p:cNvPr id="9278" name="Rectangle 62">
            <a:extLst>
              <a:ext uri="{FF2B5EF4-FFF2-40B4-BE49-F238E27FC236}">
                <a16:creationId xmlns:a16="http://schemas.microsoft.com/office/drawing/2014/main" id="{BD2FADEC-D95A-F927-12CD-D061D4887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2563813"/>
            <a:ext cx="1028700" cy="23653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5A71163-E225-A141-D894-E25AE956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190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AD93484-11B4-FAC6-71B5-23A6F0A45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5588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F67F2E2-821F-373C-7046-E9BE4B6A2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20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Key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EC002EE9-3D26-5284-B544-AFD7DCA52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82073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ECAF24B2-B165-5159-7869-8A026D7EB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963" y="838200"/>
            <a:ext cx="1587" cy="2857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0DF7A68F-C8B2-1599-1882-2AE32DBBF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95EF3BF8-301F-8258-B3A3-7992B912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1563688"/>
            <a:ext cx="10302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7DC81B17-5BFF-C95E-B4D3-EE1A94D93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1562B0C9-4BB3-BA67-0459-060C187FE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563688"/>
            <a:ext cx="1020762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FDBC3C0F-F04A-CD9E-D1A8-604E0CF880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E004DC6A-04EC-D697-45B1-AAD818D9F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9D16CAC3-9234-EFE4-B587-6F422418C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5636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30FB526E-2B55-ECF2-5B83-F6D9AC8CF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</a:t>
            </a:r>
            <a:r>
              <a:rPr lang="en-US" altLang="en-US" sz="1000" b="1">
                <a:solidFill>
                  <a:srgbClr val="CC0000"/>
                </a:solidFill>
              </a:rPr>
              <a:t>Ni</a:t>
            </a:r>
            <a:r>
              <a:rPr lang="en-US" altLang="en-US" sz="1000" b="1">
                <a:solidFill>
                  <a:srgbClr val="000000"/>
                </a:solidFill>
              </a:rPr>
              <a:t>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AC9324FD-FB97-F398-7193-2BAF0CB3C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D5965CEE-98DE-A6BB-35E9-403FE2A52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D7EB87A1-C443-C341-841F-9D00F9470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Line 18">
            <a:extLst>
              <a:ext uri="{FF2B5EF4-FFF2-40B4-BE49-F238E27FC236}">
                <a16:creationId xmlns:a16="http://schemas.microsoft.com/office/drawing/2014/main" id="{1FA2540A-9DA2-0490-8F2A-34370DB1C2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Line 19">
            <a:extLst>
              <a:ext uri="{FF2B5EF4-FFF2-40B4-BE49-F238E27FC236}">
                <a16:creationId xmlns:a16="http://schemas.microsoft.com/office/drawing/2014/main" id="{63AF7358-8D7B-EE9D-5BF8-448672481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Line 20">
            <a:extLst>
              <a:ext uri="{FF2B5EF4-FFF2-40B4-BE49-F238E27FC236}">
                <a16:creationId xmlns:a16="http://schemas.microsoft.com/office/drawing/2014/main" id="{87C81D12-C956-FDFE-74D7-C78C8305C7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1" name="Line 21">
            <a:extLst>
              <a:ext uri="{FF2B5EF4-FFF2-40B4-BE49-F238E27FC236}">
                <a16:creationId xmlns:a16="http://schemas.microsoft.com/office/drawing/2014/main" id="{FFF3EDCA-6891-ED00-247A-D94EE7066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2" name="Line 22">
            <a:extLst>
              <a:ext uri="{FF2B5EF4-FFF2-40B4-BE49-F238E27FC236}">
                <a16:creationId xmlns:a16="http://schemas.microsoft.com/office/drawing/2014/main" id="{F477AAE2-E0C6-C5A4-91CE-8D3A9871A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3" name="Line 23">
            <a:extLst>
              <a:ext uri="{FF2B5EF4-FFF2-40B4-BE49-F238E27FC236}">
                <a16:creationId xmlns:a16="http://schemas.microsoft.com/office/drawing/2014/main" id="{1261AB67-DC3D-6DFB-2524-8F4CF34EE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B84A07BD-9CC7-1D85-558A-C43583DFDC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5" name="Freeform 25">
            <a:extLst>
              <a:ext uri="{FF2B5EF4-FFF2-40B4-BE49-F238E27FC236}">
                <a16:creationId xmlns:a16="http://schemas.microsoft.com/office/drawing/2014/main" id="{23E3668E-8C57-E162-CB63-1197D4EC47C6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6" name="Freeform 26">
            <a:extLst>
              <a:ext uri="{FF2B5EF4-FFF2-40B4-BE49-F238E27FC236}">
                <a16:creationId xmlns:a16="http://schemas.microsoft.com/office/drawing/2014/main" id="{A460563D-3701-FBDB-F360-7259AF0951EF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7" name="Freeform 27">
            <a:extLst>
              <a:ext uri="{FF2B5EF4-FFF2-40B4-BE49-F238E27FC236}">
                <a16:creationId xmlns:a16="http://schemas.microsoft.com/office/drawing/2014/main" id="{D806B3CB-DF48-EC4B-5F68-A3944657EB8B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8" name="Freeform 28">
            <a:extLst>
              <a:ext uri="{FF2B5EF4-FFF2-40B4-BE49-F238E27FC236}">
                <a16:creationId xmlns:a16="http://schemas.microsoft.com/office/drawing/2014/main" id="{7EAB11B2-A67B-9249-179E-B7B68DBD44FA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B40F4D24-AF15-8829-A206-2F12EDBE8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0" name="Line 30">
            <a:extLst>
              <a:ext uri="{FF2B5EF4-FFF2-40B4-BE49-F238E27FC236}">
                <a16:creationId xmlns:a16="http://schemas.microsoft.com/office/drawing/2014/main" id="{D34CA55E-6029-E311-D492-87E36D4C2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1" name="Line 31">
            <a:extLst>
              <a:ext uri="{FF2B5EF4-FFF2-40B4-BE49-F238E27FC236}">
                <a16:creationId xmlns:a16="http://schemas.microsoft.com/office/drawing/2014/main" id="{C5A996B9-F584-2B6F-5E1F-760494F71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2" name="Line 32">
            <a:extLst>
              <a:ext uri="{FF2B5EF4-FFF2-40B4-BE49-F238E27FC236}">
                <a16:creationId xmlns:a16="http://schemas.microsoft.com/office/drawing/2014/main" id="{35A90F59-92F2-863F-574C-219A41D45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3" name="Line 33">
            <a:extLst>
              <a:ext uri="{FF2B5EF4-FFF2-40B4-BE49-F238E27FC236}">
                <a16:creationId xmlns:a16="http://schemas.microsoft.com/office/drawing/2014/main" id="{95D539E4-45F2-2D0A-456A-9E86BAB15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4" name="Line 34">
            <a:extLst>
              <a:ext uri="{FF2B5EF4-FFF2-40B4-BE49-F238E27FC236}">
                <a16:creationId xmlns:a16="http://schemas.microsoft.com/office/drawing/2014/main" id="{87C6D5FF-DF91-B73F-E067-C581D63CD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5" name="Line 35">
            <a:extLst>
              <a:ext uri="{FF2B5EF4-FFF2-40B4-BE49-F238E27FC236}">
                <a16:creationId xmlns:a16="http://schemas.microsoft.com/office/drawing/2014/main" id="{D22CBA9E-5C66-CDDF-DA35-7AAC5F056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6" name="Line 36">
            <a:extLst>
              <a:ext uri="{FF2B5EF4-FFF2-40B4-BE49-F238E27FC236}">
                <a16:creationId xmlns:a16="http://schemas.microsoft.com/office/drawing/2014/main" id="{E875527A-B15D-27C1-6F8D-0A4F99FCD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7" name="Line 37">
            <a:extLst>
              <a:ext uri="{FF2B5EF4-FFF2-40B4-BE49-F238E27FC236}">
                <a16:creationId xmlns:a16="http://schemas.microsoft.com/office/drawing/2014/main" id="{2273A158-15B5-9A9B-7E9A-C2885AF4C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8" name="Line 38">
            <a:extLst>
              <a:ext uri="{FF2B5EF4-FFF2-40B4-BE49-F238E27FC236}">
                <a16:creationId xmlns:a16="http://schemas.microsoft.com/office/drawing/2014/main" id="{5E87FB6B-6FA3-66A9-2FDD-44FE161A2C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9" name="Rectangle 39">
            <a:extLst>
              <a:ext uri="{FF2B5EF4-FFF2-40B4-BE49-F238E27FC236}">
                <a16:creationId xmlns:a16="http://schemas.microsoft.com/office/drawing/2014/main" id="{0CE4360C-CA52-1E8A-1D6F-C5D489DE6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10280" name="Line 40">
            <a:extLst>
              <a:ext uri="{FF2B5EF4-FFF2-40B4-BE49-F238E27FC236}">
                <a16:creationId xmlns:a16="http://schemas.microsoft.com/office/drawing/2014/main" id="{7A5B8138-8061-CD1B-162F-5930D3A9E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1" name="Line 41">
            <a:extLst>
              <a:ext uri="{FF2B5EF4-FFF2-40B4-BE49-F238E27FC236}">
                <a16:creationId xmlns:a16="http://schemas.microsoft.com/office/drawing/2014/main" id="{5D1C07B5-7910-701F-4340-4D3E9BBBA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2" name="Line 42">
            <a:extLst>
              <a:ext uri="{FF2B5EF4-FFF2-40B4-BE49-F238E27FC236}">
                <a16:creationId xmlns:a16="http://schemas.microsoft.com/office/drawing/2014/main" id="{479B1740-18FB-0C3D-02DA-5C787D27E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3" name="Line 43">
            <a:extLst>
              <a:ext uri="{FF2B5EF4-FFF2-40B4-BE49-F238E27FC236}">
                <a16:creationId xmlns:a16="http://schemas.microsoft.com/office/drawing/2014/main" id="{81F7A3BB-F87E-07F2-E3AA-2FD055D2D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4" name="Line 44">
            <a:extLst>
              <a:ext uri="{FF2B5EF4-FFF2-40B4-BE49-F238E27FC236}">
                <a16:creationId xmlns:a16="http://schemas.microsoft.com/office/drawing/2014/main" id="{BE45A99B-273C-0388-AD02-FC51E2AC6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5" name="Line 45">
            <a:extLst>
              <a:ext uri="{FF2B5EF4-FFF2-40B4-BE49-F238E27FC236}">
                <a16:creationId xmlns:a16="http://schemas.microsoft.com/office/drawing/2014/main" id="{87F2A54A-735D-C932-F9B9-337C8B633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6" name="Line 46">
            <a:extLst>
              <a:ext uri="{FF2B5EF4-FFF2-40B4-BE49-F238E27FC236}">
                <a16:creationId xmlns:a16="http://schemas.microsoft.com/office/drawing/2014/main" id="{1E3CA988-38F1-6AC8-A94C-330DB901C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7" name="Line 47">
            <a:extLst>
              <a:ext uri="{FF2B5EF4-FFF2-40B4-BE49-F238E27FC236}">
                <a16:creationId xmlns:a16="http://schemas.microsoft.com/office/drawing/2014/main" id="{D9AF3108-939E-910F-776A-6685543EA7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8" name="Line 48">
            <a:extLst>
              <a:ext uri="{FF2B5EF4-FFF2-40B4-BE49-F238E27FC236}">
                <a16:creationId xmlns:a16="http://schemas.microsoft.com/office/drawing/2014/main" id="{A867D947-E94A-E89E-FDAB-16EDAC1F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9" name="Line 49">
            <a:extLst>
              <a:ext uri="{FF2B5EF4-FFF2-40B4-BE49-F238E27FC236}">
                <a16:creationId xmlns:a16="http://schemas.microsoft.com/office/drawing/2014/main" id="{945A667A-BCE1-55F2-A339-4E265B0BF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0" name="Line 50">
            <a:extLst>
              <a:ext uri="{FF2B5EF4-FFF2-40B4-BE49-F238E27FC236}">
                <a16:creationId xmlns:a16="http://schemas.microsoft.com/office/drawing/2014/main" id="{C09DFFA8-C2BA-74B6-76CF-D6E72CDE9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1" name="Line 51">
            <a:extLst>
              <a:ext uri="{FF2B5EF4-FFF2-40B4-BE49-F238E27FC236}">
                <a16:creationId xmlns:a16="http://schemas.microsoft.com/office/drawing/2014/main" id="{6033B687-3108-FC7C-6D6B-B741994FA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2" name="Line 52">
            <a:extLst>
              <a:ext uri="{FF2B5EF4-FFF2-40B4-BE49-F238E27FC236}">
                <a16:creationId xmlns:a16="http://schemas.microsoft.com/office/drawing/2014/main" id="{5E538A6D-372C-9340-8F33-E149720CC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3" name="Line 53">
            <a:extLst>
              <a:ext uri="{FF2B5EF4-FFF2-40B4-BE49-F238E27FC236}">
                <a16:creationId xmlns:a16="http://schemas.microsoft.com/office/drawing/2014/main" id="{949211EF-1806-CEA8-AB2F-9BBFF889E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4" name="Line 54">
            <a:extLst>
              <a:ext uri="{FF2B5EF4-FFF2-40B4-BE49-F238E27FC236}">
                <a16:creationId xmlns:a16="http://schemas.microsoft.com/office/drawing/2014/main" id="{A9DEDF2E-ABF2-6F48-BCF4-E31D9E8E7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5" name="Line 55">
            <a:extLst>
              <a:ext uri="{FF2B5EF4-FFF2-40B4-BE49-F238E27FC236}">
                <a16:creationId xmlns:a16="http://schemas.microsoft.com/office/drawing/2014/main" id="{7BD6D635-3B99-E98C-65D0-ABC570E75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6" name="Line 56">
            <a:extLst>
              <a:ext uri="{FF2B5EF4-FFF2-40B4-BE49-F238E27FC236}">
                <a16:creationId xmlns:a16="http://schemas.microsoft.com/office/drawing/2014/main" id="{3DC376AF-AB64-548A-3B24-825105A93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2050" y="3175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7" name="Rectangle 57">
            <a:extLst>
              <a:ext uri="{FF2B5EF4-FFF2-40B4-BE49-F238E27FC236}">
                <a16:creationId xmlns:a16="http://schemas.microsoft.com/office/drawing/2014/main" id="{070C3A70-0627-9091-0838-C463EB08D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55563"/>
            <a:ext cx="1938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record</a:t>
            </a:r>
          </a:p>
        </p:txBody>
      </p:sp>
      <p:sp>
        <p:nvSpPr>
          <p:cNvPr id="10298" name="Line 58">
            <a:extLst>
              <a:ext uri="{FF2B5EF4-FFF2-40B4-BE49-F238E27FC236}">
                <a16:creationId xmlns:a16="http://schemas.microsoft.com/office/drawing/2014/main" id="{BEE777E5-2E07-B684-9184-F402067CC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9" name="Line 59">
            <a:extLst>
              <a:ext uri="{FF2B5EF4-FFF2-40B4-BE49-F238E27FC236}">
                <a16:creationId xmlns:a16="http://schemas.microsoft.com/office/drawing/2014/main" id="{09D42ECC-CF43-1350-3A5C-6FA0DC4EB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0" name="Line 60">
            <a:extLst>
              <a:ext uri="{FF2B5EF4-FFF2-40B4-BE49-F238E27FC236}">
                <a16:creationId xmlns:a16="http://schemas.microsoft.com/office/drawing/2014/main" id="{8D64BD11-D03E-7B90-BD68-3DFC124C2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1" name="Rectangle 61">
            <a:extLst>
              <a:ext uri="{FF2B5EF4-FFF2-40B4-BE49-F238E27FC236}">
                <a16:creationId xmlns:a16="http://schemas.microsoft.com/office/drawing/2014/main" id="{60A8AA87-692C-DCA9-DC2D-CE01E9073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339725"/>
            <a:ext cx="152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CC0000"/>
                </a:solidFill>
              </a:rPr>
              <a:t>Ni</a:t>
            </a:r>
          </a:p>
        </p:txBody>
      </p:sp>
      <p:sp>
        <p:nvSpPr>
          <p:cNvPr id="10302" name="Rectangle 62">
            <a:extLst>
              <a:ext uri="{FF2B5EF4-FFF2-40B4-BE49-F238E27FC236}">
                <a16:creationId xmlns:a16="http://schemas.microsoft.com/office/drawing/2014/main" id="{F955EF6E-758C-1C60-DEF9-871E1ED1D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349250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CC0000"/>
                </a:solidFill>
              </a:rPr>
              <a:t>data</a:t>
            </a:r>
          </a:p>
        </p:txBody>
      </p:sp>
      <p:sp>
        <p:nvSpPr>
          <p:cNvPr id="10303" name="Arc 63">
            <a:extLst>
              <a:ext uri="{FF2B5EF4-FFF2-40B4-BE49-F238E27FC236}">
                <a16:creationId xmlns:a16="http://schemas.microsoft.com/office/drawing/2014/main" id="{0FA3C83C-B954-10E7-00CE-A3B52CFF476B}"/>
              </a:ext>
            </a:extLst>
          </p:cNvPr>
          <p:cNvSpPr>
            <a:spLocks/>
          </p:cNvSpPr>
          <p:nvPr/>
        </p:nvSpPr>
        <p:spPr bwMode="auto">
          <a:xfrm>
            <a:off x="2143125" y="581025"/>
            <a:ext cx="1943100" cy="21050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4" name="Rectangle 64">
            <a:extLst>
              <a:ext uri="{FF2B5EF4-FFF2-40B4-BE49-F238E27FC236}">
                <a16:creationId xmlns:a16="http://schemas.microsoft.com/office/drawing/2014/main" id="{8E309A4B-D7B7-7263-BC3F-74F3B5561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2382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Read</a:t>
            </a:r>
          </a:p>
        </p:txBody>
      </p:sp>
      <p:sp>
        <p:nvSpPr>
          <p:cNvPr id="10305" name="Rectangle 65">
            <a:extLst>
              <a:ext uri="{FF2B5EF4-FFF2-40B4-BE49-F238E27FC236}">
                <a16:creationId xmlns:a16="http://schemas.microsoft.com/office/drawing/2014/main" id="{F474A2B9-D766-ED38-9A18-D261AAFF9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2486025"/>
            <a:ext cx="155575" cy="358775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594</TotalTime>
  <Words>264</Words>
  <Application>Microsoft Office PowerPoint</Application>
  <PresentationFormat>Custom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19</cp:revision>
  <dcterms:created xsi:type="dcterms:W3CDTF">1995-06-17T23:31:02Z</dcterms:created>
  <dcterms:modified xsi:type="dcterms:W3CDTF">2026-05-13T01:05:31Z</dcterms:modified>
</cp:coreProperties>
</file>