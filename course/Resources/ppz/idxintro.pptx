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4572000" cy="304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63000"/>
            <a:ext cx="411444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28600" y="713160"/>
            <a:ext cx="411444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572000" cy="3048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7000" y="7920"/>
            <a:ext cx="4532400" cy="302580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28600" y="121320"/>
            <a:ext cx="4114440" cy="50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28600" y="713160"/>
            <a:ext cx="411444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555480" y="412920"/>
            <a:ext cx="3444840" cy="225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Reading records in an Indexed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the program,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1986120" y="819000"/>
            <a:ext cx="1440" cy="3049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1238400"/>
            <a:ext cx="69516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2746440" y="10159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760920" y="1343160"/>
            <a:ext cx="468720" cy="390960"/>
          </a:xfrm>
          <a:custGeom>
            <a:avLst/>
            <a:gdLst/>
            <a:ahLst/>
            <a:rect l="0" t="0" r="r" b="b"/>
            <a:pathLst>
              <a:path fill="none" w="1302" h="1086">
                <a:moveTo>
                  <a:pt x="0" y="1086"/>
                </a:moveTo>
                <a:lnTo>
                  <a:pt x="0" y="1086"/>
                </a:lnTo>
                <a:cubicBezTo>
                  <a:pt x="229" y="1086"/>
                  <a:pt x="453" y="1036"/>
                  <a:pt x="651" y="941"/>
                </a:cubicBezTo>
                <a:cubicBezTo>
                  <a:pt x="849" y="845"/>
                  <a:pt x="1013" y="708"/>
                  <a:pt x="1128" y="543"/>
                </a:cubicBezTo>
                <a:cubicBezTo>
                  <a:pt x="1242" y="378"/>
                  <a:pt x="1302" y="191"/>
                  <a:pt x="1302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216080" y="19080"/>
            <a:ext cx="20001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Primary key index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976400" y="828720"/>
            <a:ext cx="0" cy="3049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976400" y="828720"/>
            <a:ext cx="0" cy="3049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1587600" y="814320"/>
            <a:ext cx="1079640" cy="328680"/>
          </a:xfrm>
          <a:prstGeom prst="rect">
            <a:avLst/>
          </a:prstGeom>
          <a:noFill/>
          <a:ln w="12600">
            <a:solidFill>
              <a:srgbClr val="3333CC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Ry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 flipH="1">
            <a:off x="1987560" y="817560"/>
            <a:ext cx="3240" cy="306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A500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1981080" y="819000"/>
            <a:ext cx="311040" cy="31752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1986120" y="814320"/>
            <a:ext cx="1440" cy="3096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2305080" y="157464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1981080" y="1576440"/>
            <a:ext cx="0" cy="296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1635120" y="1562040"/>
            <a:ext cx="1041480" cy="318960"/>
          </a:xfrm>
          <a:prstGeom prst="rect">
            <a:avLst/>
          </a:prstGeom>
          <a:noFill/>
          <a:ln w="12600">
            <a:solidFill>
              <a:srgbClr val="3333CC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1986120" y="824040"/>
            <a:ext cx="1440" cy="2998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Ot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A5002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1981080" y="1562040"/>
            <a:ext cx="324000" cy="31752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1986120" y="828720"/>
            <a:ext cx="1440" cy="2952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1638360" y="2557440"/>
            <a:ext cx="1041480" cy="249120"/>
          </a:xfrm>
          <a:prstGeom prst="rect">
            <a:avLst/>
          </a:prstGeom>
          <a:noFill/>
          <a:ln w="12600">
            <a:solidFill>
              <a:srgbClr val="3333CC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>
            <a:off x="3425760" y="3128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3527280" y="55872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3336840" y="120600"/>
            <a:ext cx="39528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1574640" y="80820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1986120" y="838080"/>
            <a:ext cx="1440" cy="2858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1627200" y="155088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06520" y="155088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2771640" y="155088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3701880" y="31752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247760" y="55440"/>
            <a:ext cx="193824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a record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3495600" y="339840"/>
            <a:ext cx="152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Ni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895560" y="349200"/>
            <a:ext cx="287280" cy="33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2143080" y="581040"/>
            <a:ext cx="1943640" cy="2105280"/>
          </a:xfrm>
          <a:custGeom>
            <a:avLst/>
            <a:gdLst/>
            <a:ahLst/>
            <a:rect l="0" t="0" r="r" b="b"/>
            <a:pathLst>
              <a:path fill="none" w="5399" h="5848">
                <a:moveTo>
                  <a:pt x="0" y="5848"/>
                </a:moveTo>
                <a:lnTo>
                  <a:pt x="0" y="5848"/>
                </a:lnTo>
                <a:cubicBezTo>
                  <a:pt x="948" y="5848"/>
                  <a:pt x="1879" y="5578"/>
                  <a:pt x="2700" y="5065"/>
                </a:cubicBezTo>
                <a:cubicBezTo>
                  <a:pt x="3520" y="4551"/>
                  <a:pt x="4202" y="3813"/>
                  <a:pt x="4676" y="2924"/>
                </a:cubicBezTo>
                <a:cubicBezTo>
                  <a:pt x="5150" y="2035"/>
                  <a:pt x="5399" y="1027"/>
                  <a:pt x="5399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3643200" y="1238400"/>
            <a:ext cx="695160" cy="142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1994040" y="2479680"/>
            <a:ext cx="168120" cy="37152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