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4764088" cy="36576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38240"/>
            <a:ext cx="428724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55720"/>
            <a:ext cx="4287240" cy="212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4240" cy="3657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1160"/>
            <a:ext cx="4746600" cy="36385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45800"/>
            <a:ext cx="4287240" cy="610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55720"/>
            <a:ext cx="4287240" cy="212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237960" y="159228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447840" y="65412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795240" y="65412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1147680" y="65412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1495440" y="65412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1843200" y="65412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190600" y="65412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447840" y="17316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47840" y="33984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" name=""/>
          <p:cNvGrpSpPr/>
          <p:nvPr/>
        </p:nvGrpSpPr>
        <p:grpSpPr>
          <a:xfrm>
            <a:off x="447840" y="501480"/>
            <a:ext cx="706320" cy="171000"/>
            <a:chOff x="447840" y="501480"/>
            <a:chExt cx="706320" cy="171000"/>
          </a:xfrm>
        </p:grpSpPr>
        <p:sp>
          <p:nvSpPr>
            <p:cNvPr id="18" name=""/>
            <p:cNvSpPr txBox="1"/>
            <p:nvPr/>
          </p:nvSpPr>
          <p:spPr>
            <a:xfrm>
              <a:off x="447840" y="50148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"/>
            <p:cNvSpPr txBox="1"/>
            <p:nvPr/>
          </p:nvSpPr>
          <p:spPr>
            <a:xfrm>
              <a:off x="793800" y="50148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" name=""/>
          <p:cNvSpPr txBox="1"/>
          <p:nvPr/>
        </p:nvSpPr>
        <p:spPr>
          <a:xfrm>
            <a:off x="1147680" y="33984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" name=""/>
          <p:cNvGrpSpPr/>
          <p:nvPr/>
        </p:nvGrpSpPr>
        <p:grpSpPr>
          <a:xfrm>
            <a:off x="1147680" y="501480"/>
            <a:ext cx="706680" cy="171000"/>
            <a:chOff x="1147680" y="501480"/>
            <a:chExt cx="706680" cy="171000"/>
          </a:xfrm>
        </p:grpSpPr>
        <p:sp>
          <p:nvSpPr>
            <p:cNvPr id="22" name=""/>
            <p:cNvSpPr txBox="1"/>
            <p:nvPr/>
          </p:nvSpPr>
          <p:spPr>
            <a:xfrm>
              <a:off x="1147680" y="50148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"/>
            <p:cNvSpPr txBox="1"/>
            <p:nvPr/>
          </p:nvSpPr>
          <p:spPr>
            <a:xfrm>
              <a:off x="1494000" y="50148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"/>
          <p:cNvSpPr txBox="1"/>
          <p:nvPr/>
        </p:nvSpPr>
        <p:spPr>
          <a:xfrm>
            <a:off x="1843200" y="33984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" name=""/>
          <p:cNvGrpSpPr/>
          <p:nvPr/>
        </p:nvGrpSpPr>
        <p:grpSpPr>
          <a:xfrm>
            <a:off x="1843200" y="501480"/>
            <a:ext cx="706320" cy="171000"/>
            <a:chOff x="1843200" y="501480"/>
            <a:chExt cx="706320" cy="171000"/>
          </a:xfrm>
        </p:grpSpPr>
        <p:sp>
          <p:nvSpPr>
            <p:cNvPr id="26" name=""/>
            <p:cNvSpPr txBox="1"/>
            <p:nvPr/>
          </p:nvSpPr>
          <p:spPr>
            <a:xfrm>
              <a:off x="1843200" y="50148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"/>
            <p:cNvSpPr txBox="1"/>
            <p:nvPr/>
          </p:nvSpPr>
          <p:spPr>
            <a:xfrm>
              <a:off x="2189160" y="50148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" name=""/>
          <p:cNvSpPr/>
          <p:nvPr/>
        </p:nvSpPr>
        <p:spPr>
          <a:xfrm>
            <a:off x="2540160" y="65412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887560" y="65412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3240000" y="65412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3587760" y="65412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3935520" y="65412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4282920" y="65412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2540160" y="17316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540160" y="33984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6" name=""/>
          <p:cNvGrpSpPr/>
          <p:nvPr/>
        </p:nvGrpSpPr>
        <p:grpSpPr>
          <a:xfrm>
            <a:off x="2540160" y="501480"/>
            <a:ext cx="706320" cy="171000"/>
            <a:chOff x="2540160" y="501480"/>
            <a:chExt cx="706320" cy="171000"/>
          </a:xfrm>
        </p:grpSpPr>
        <p:sp>
          <p:nvSpPr>
            <p:cNvPr id="37" name=""/>
            <p:cNvSpPr txBox="1"/>
            <p:nvPr/>
          </p:nvSpPr>
          <p:spPr>
            <a:xfrm>
              <a:off x="2540160" y="50148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"/>
            <p:cNvSpPr txBox="1"/>
            <p:nvPr/>
          </p:nvSpPr>
          <p:spPr>
            <a:xfrm>
              <a:off x="2886120" y="50148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" name=""/>
          <p:cNvSpPr txBox="1"/>
          <p:nvPr/>
        </p:nvSpPr>
        <p:spPr>
          <a:xfrm>
            <a:off x="3240000" y="33984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"/>
          <p:cNvGrpSpPr/>
          <p:nvPr/>
        </p:nvGrpSpPr>
        <p:grpSpPr>
          <a:xfrm>
            <a:off x="3240000" y="501480"/>
            <a:ext cx="706680" cy="171000"/>
            <a:chOff x="3240000" y="501480"/>
            <a:chExt cx="706680" cy="171000"/>
          </a:xfrm>
        </p:grpSpPr>
        <p:sp>
          <p:nvSpPr>
            <p:cNvPr id="41" name=""/>
            <p:cNvSpPr txBox="1"/>
            <p:nvPr/>
          </p:nvSpPr>
          <p:spPr>
            <a:xfrm>
              <a:off x="3240000" y="50148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"/>
            <p:cNvSpPr txBox="1"/>
            <p:nvPr/>
          </p:nvSpPr>
          <p:spPr>
            <a:xfrm>
              <a:off x="3586320" y="50148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3" name=""/>
          <p:cNvSpPr txBox="1"/>
          <p:nvPr/>
        </p:nvSpPr>
        <p:spPr>
          <a:xfrm>
            <a:off x="3935520" y="33984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4" name=""/>
          <p:cNvGrpSpPr/>
          <p:nvPr/>
        </p:nvGrpSpPr>
        <p:grpSpPr>
          <a:xfrm>
            <a:off x="3935520" y="501480"/>
            <a:ext cx="706320" cy="171000"/>
            <a:chOff x="3935520" y="501480"/>
            <a:chExt cx="706320" cy="171000"/>
          </a:xfrm>
        </p:grpSpPr>
        <p:sp>
          <p:nvSpPr>
            <p:cNvPr id="45" name=""/>
            <p:cNvSpPr txBox="1"/>
            <p:nvPr/>
          </p:nvSpPr>
          <p:spPr>
            <a:xfrm>
              <a:off x="3935520" y="50148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"/>
            <p:cNvSpPr txBox="1"/>
            <p:nvPr/>
          </p:nvSpPr>
          <p:spPr>
            <a:xfrm>
              <a:off x="4281480" y="50148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" name=""/>
          <p:cNvSpPr/>
          <p:nvPr/>
        </p:nvSpPr>
        <p:spPr>
          <a:xfrm>
            <a:off x="4471920" y="17784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4591080" y="16020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1920" y="177840"/>
            <a:ext cx="37476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County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223920" y="349200"/>
            <a:ext cx="21096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6633"/>
                </a:solidFill>
                <a:effectLst/>
                <a:uFillTx/>
                <a:latin typeface="Times New Roman"/>
                <a:ea typeface="Times New Roman"/>
              </a:rPr>
              <a:t>Age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1280" y="506520"/>
            <a:ext cx="37296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3333CC"/>
                </a:solidFill>
                <a:effectLst/>
                <a:uFillTx/>
                <a:latin typeface="Times New Roman"/>
                <a:ea typeface="Times New Roman"/>
              </a:rPr>
              <a:t>Gender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2357280" y="1420920"/>
            <a:ext cx="4651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PopTotal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619200" y="885960"/>
            <a:ext cx="1933560" cy="49500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981000" y="866880"/>
            <a:ext cx="1571760" cy="52056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266840" y="892080"/>
            <a:ext cx="1285920" cy="49536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647720" y="885960"/>
            <a:ext cx="905040" cy="50148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1990800" y="866880"/>
            <a:ext cx="561960" cy="52056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2352600" y="828720"/>
            <a:ext cx="200160" cy="55872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 flipH="1">
            <a:off x="2552760" y="847800"/>
            <a:ext cx="199800" cy="53964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 flipH="1">
            <a:off x="2552760" y="866880"/>
            <a:ext cx="504720" cy="52056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 flipH="1">
            <a:off x="2552760" y="885960"/>
            <a:ext cx="866880" cy="50148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 flipH="1">
            <a:off x="2552760" y="905040"/>
            <a:ext cx="1190520" cy="48240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 flipH="1">
            <a:off x="2552760" y="905040"/>
            <a:ext cx="1590480" cy="48240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 flipH="1">
            <a:off x="2552760" y="942840"/>
            <a:ext cx="1857240" cy="44460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4533840" y="48564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"/>
          <p:cNvSpPr txBox="1"/>
          <p:nvPr/>
        </p:nvSpPr>
        <p:spPr>
          <a:xfrm>
            <a:off x="190440" y="98280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2095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572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9097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2574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60488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95264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0952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095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"/>
          <p:cNvGrpSpPr/>
          <p:nvPr/>
        </p:nvGrpSpPr>
        <p:grpSpPr>
          <a:xfrm>
            <a:off x="209520" y="511200"/>
            <a:ext cx="706320" cy="171000"/>
            <a:chOff x="209520" y="511200"/>
            <a:chExt cx="706320" cy="171000"/>
          </a:xfrm>
        </p:grpSpPr>
        <p:sp>
          <p:nvSpPr>
            <p:cNvPr id="76" name=""/>
            <p:cNvSpPr txBox="1"/>
            <p:nvPr/>
          </p:nvSpPr>
          <p:spPr>
            <a:xfrm>
              <a:off x="2095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"/>
            <p:cNvSpPr txBox="1"/>
            <p:nvPr/>
          </p:nvSpPr>
          <p:spPr>
            <a:xfrm>
              <a:off x="5554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"/>
          <p:cNvSpPr txBox="1"/>
          <p:nvPr/>
        </p:nvSpPr>
        <p:spPr>
          <a:xfrm>
            <a:off x="9097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"/>
          <p:cNvGrpSpPr/>
          <p:nvPr/>
        </p:nvGrpSpPr>
        <p:grpSpPr>
          <a:xfrm>
            <a:off x="909720" y="511200"/>
            <a:ext cx="706320" cy="171000"/>
            <a:chOff x="909720" y="511200"/>
            <a:chExt cx="706320" cy="171000"/>
          </a:xfrm>
        </p:grpSpPr>
        <p:sp>
          <p:nvSpPr>
            <p:cNvPr id="80" name=""/>
            <p:cNvSpPr txBox="1"/>
            <p:nvPr/>
          </p:nvSpPr>
          <p:spPr>
            <a:xfrm>
              <a:off x="9097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"/>
            <p:cNvSpPr txBox="1"/>
            <p:nvPr/>
          </p:nvSpPr>
          <p:spPr>
            <a:xfrm>
              <a:off x="12556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"/>
          <p:cNvSpPr txBox="1"/>
          <p:nvPr/>
        </p:nvSpPr>
        <p:spPr>
          <a:xfrm>
            <a:off x="160488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"/>
          <p:cNvGrpSpPr/>
          <p:nvPr/>
        </p:nvGrpSpPr>
        <p:grpSpPr>
          <a:xfrm>
            <a:off x="1604880" y="511200"/>
            <a:ext cx="706680" cy="171000"/>
            <a:chOff x="1604880" y="511200"/>
            <a:chExt cx="706680" cy="171000"/>
          </a:xfrm>
        </p:grpSpPr>
        <p:sp>
          <p:nvSpPr>
            <p:cNvPr id="84" name=""/>
            <p:cNvSpPr txBox="1"/>
            <p:nvPr/>
          </p:nvSpPr>
          <p:spPr>
            <a:xfrm>
              <a:off x="160488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"/>
            <p:cNvSpPr txBox="1"/>
            <p:nvPr/>
          </p:nvSpPr>
          <p:spPr>
            <a:xfrm>
              <a:off x="19512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"/>
          <p:cNvSpPr/>
          <p:nvPr/>
        </p:nvSpPr>
        <p:spPr>
          <a:xfrm>
            <a:off x="23018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26496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30020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33498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369720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404496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30184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23018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"/>
          <p:cNvGrpSpPr/>
          <p:nvPr/>
        </p:nvGrpSpPr>
        <p:grpSpPr>
          <a:xfrm>
            <a:off x="2301840" y="511200"/>
            <a:ext cx="706320" cy="171000"/>
            <a:chOff x="2301840" y="511200"/>
            <a:chExt cx="706320" cy="171000"/>
          </a:xfrm>
        </p:grpSpPr>
        <p:sp>
          <p:nvSpPr>
            <p:cNvPr id="95" name=""/>
            <p:cNvSpPr txBox="1"/>
            <p:nvPr/>
          </p:nvSpPr>
          <p:spPr>
            <a:xfrm>
              <a:off x="23018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"/>
            <p:cNvSpPr txBox="1"/>
            <p:nvPr/>
          </p:nvSpPr>
          <p:spPr>
            <a:xfrm>
              <a:off x="26478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7" name=""/>
          <p:cNvSpPr txBox="1"/>
          <p:nvPr/>
        </p:nvSpPr>
        <p:spPr>
          <a:xfrm>
            <a:off x="30020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"/>
          <p:cNvGrpSpPr/>
          <p:nvPr/>
        </p:nvGrpSpPr>
        <p:grpSpPr>
          <a:xfrm>
            <a:off x="3002040" y="511200"/>
            <a:ext cx="706320" cy="171000"/>
            <a:chOff x="3002040" y="511200"/>
            <a:chExt cx="706320" cy="171000"/>
          </a:xfrm>
        </p:grpSpPr>
        <p:sp>
          <p:nvSpPr>
            <p:cNvPr id="99" name=""/>
            <p:cNvSpPr txBox="1"/>
            <p:nvPr/>
          </p:nvSpPr>
          <p:spPr>
            <a:xfrm>
              <a:off x="30020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"/>
            <p:cNvSpPr txBox="1"/>
            <p:nvPr/>
          </p:nvSpPr>
          <p:spPr>
            <a:xfrm>
              <a:off x="33480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1" name=""/>
          <p:cNvSpPr txBox="1"/>
          <p:nvPr/>
        </p:nvSpPr>
        <p:spPr>
          <a:xfrm>
            <a:off x="369720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" name=""/>
          <p:cNvGrpSpPr/>
          <p:nvPr/>
        </p:nvGrpSpPr>
        <p:grpSpPr>
          <a:xfrm>
            <a:off x="3697200" y="511200"/>
            <a:ext cx="706680" cy="171000"/>
            <a:chOff x="3697200" y="511200"/>
            <a:chExt cx="706680" cy="171000"/>
          </a:xfrm>
        </p:grpSpPr>
        <p:sp>
          <p:nvSpPr>
            <p:cNvPr id="103" name=""/>
            <p:cNvSpPr txBox="1"/>
            <p:nvPr/>
          </p:nvSpPr>
          <p:spPr>
            <a:xfrm>
              <a:off x="369720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"/>
            <p:cNvSpPr txBox="1"/>
            <p:nvPr/>
          </p:nvSpPr>
          <p:spPr>
            <a:xfrm>
              <a:off x="404352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5" name=""/>
          <p:cNvSpPr/>
          <p:nvPr/>
        </p:nvSpPr>
        <p:spPr>
          <a:xfrm>
            <a:off x="4233960" y="18720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352760" y="16992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295880" y="49536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276120" y="2192400"/>
            <a:ext cx="3278160" cy="11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County(1)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Age(2,3)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PopTotal(2,2,1)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26 TO PopTotal(2,3,1)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 TO PopTotal(2,1,1)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PopulationTable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 txBox="1"/>
          <p:nvPr/>
        </p:nvSpPr>
        <p:spPr>
          <a:xfrm>
            <a:off x="190440" y="98280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095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572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9097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2574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0488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95264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0952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2095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8" name=""/>
          <p:cNvGrpSpPr/>
          <p:nvPr/>
        </p:nvGrpSpPr>
        <p:grpSpPr>
          <a:xfrm>
            <a:off x="209520" y="511200"/>
            <a:ext cx="706320" cy="171000"/>
            <a:chOff x="209520" y="511200"/>
            <a:chExt cx="706320" cy="171000"/>
          </a:xfrm>
        </p:grpSpPr>
        <p:sp>
          <p:nvSpPr>
            <p:cNvPr id="119" name=""/>
            <p:cNvSpPr txBox="1"/>
            <p:nvPr/>
          </p:nvSpPr>
          <p:spPr>
            <a:xfrm>
              <a:off x="2095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"/>
            <p:cNvSpPr txBox="1"/>
            <p:nvPr/>
          </p:nvSpPr>
          <p:spPr>
            <a:xfrm>
              <a:off x="5554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1" name=""/>
          <p:cNvSpPr txBox="1"/>
          <p:nvPr/>
        </p:nvSpPr>
        <p:spPr>
          <a:xfrm>
            <a:off x="9097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" name=""/>
          <p:cNvGrpSpPr/>
          <p:nvPr/>
        </p:nvGrpSpPr>
        <p:grpSpPr>
          <a:xfrm>
            <a:off x="909720" y="511200"/>
            <a:ext cx="706320" cy="171000"/>
            <a:chOff x="909720" y="511200"/>
            <a:chExt cx="706320" cy="171000"/>
          </a:xfrm>
        </p:grpSpPr>
        <p:sp>
          <p:nvSpPr>
            <p:cNvPr id="123" name=""/>
            <p:cNvSpPr txBox="1"/>
            <p:nvPr/>
          </p:nvSpPr>
          <p:spPr>
            <a:xfrm>
              <a:off x="9097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"/>
            <p:cNvSpPr txBox="1"/>
            <p:nvPr/>
          </p:nvSpPr>
          <p:spPr>
            <a:xfrm>
              <a:off x="12556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5" name=""/>
          <p:cNvSpPr txBox="1"/>
          <p:nvPr/>
        </p:nvSpPr>
        <p:spPr>
          <a:xfrm>
            <a:off x="160488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6" name=""/>
          <p:cNvGrpSpPr/>
          <p:nvPr/>
        </p:nvGrpSpPr>
        <p:grpSpPr>
          <a:xfrm>
            <a:off x="1604880" y="511200"/>
            <a:ext cx="706680" cy="171000"/>
            <a:chOff x="1604880" y="511200"/>
            <a:chExt cx="706680" cy="171000"/>
          </a:xfrm>
        </p:grpSpPr>
        <p:sp>
          <p:nvSpPr>
            <p:cNvPr id="127" name=""/>
            <p:cNvSpPr txBox="1"/>
            <p:nvPr/>
          </p:nvSpPr>
          <p:spPr>
            <a:xfrm>
              <a:off x="160488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"/>
            <p:cNvSpPr txBox="1"/>
            <p:nvPr/>
          </p:nvSpPr>
          <p:spPr>
            <a:xfrm>
              <a:off x="19512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9" name=""/>
          <p:cNvSpPr/>
          <p:nvPr/>
        </p:nvSpPr>
        <p:spPr>
          <a:xfrm>
            <a:off x="23018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26496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30020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33498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369720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404496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30184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23018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7" name=""/>
          <p:cNvGrpSpPr/>
          <p:nvPr/>
        </p:nvGrpSpPr>
        <p:grpSpPr>
          <a:xfrm>
            <a:off x="2301840" y="511200"/>
            <a:ext cx="706320" cy="171000"/>
            <a:chOff x="2301840" y="511200"/>
            <a:chExt cx="706320" cy="171000"/>
          </a:xfrm>
        </p:grpSpPr>
        <p:sp>
          <p:nvSpPr>
            <p:cNvPr id="138" name=""/>
            <p:cNvSpPr txBox="1"/>
            <p:nvPr/>
          </p:nvSpPr>
          <p:spPr>
            <a:xfrm>
              <a:off x="23018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"/>
            <p:cNvSpPr txBox="1"/>
            <p:nvPr/>
          </p:nvSpPr>
          <p:spPr>
            <a:xfrm>
              <a:off x="26478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0" name=""/>
          <p:cNvSpPr txBox="1"/>
          <p:nvPr/>
        </p:nvSpPr>
        <p:spPr>
          <a:xfrm>
            <a:off x="30020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1" name=""/>
          <p:cNvGrpSpPr/>
          <p:nvPr/>
        </p:nvGrpSpPr>
        <p:grpSpPr>
          <a:xfrm>
            <a:off x="3002040" y="511200"/>
            <a:ext cx="706320" cy="171000"/>
            <a:chOff x="3002040" y="511200"/>
            <a:chExt cx="706320" cy="171000"/>
          </a:xfrm>
        </p:grpSpPr>
        <p:sp>
          <p:nvSpPr>
            <p:cNvPr id="142" name=""/>
            <p:cNvSpPr txBox="1"/>
            <p:nvPr/>
          </p:nvSpPr>
          <p:spPr>
            <a:xfrm>
              <a:off x="30020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"/>
            <p:cNvSpPr txBox="1"/>
            <p:nvPr/>
          </p:nvSpPr>
          <p:spPr>
            <a:xfrm>
              <a:off x="33480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4" name=""/>
          <p:cNvSpPr txBox="1"/>
          <p:nvPr/>
        </p:nvSpPr>
        <p:spPr>
          <a:xfrm>
            <a:off x="369720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5" name=""/>
          <p:cNvGrpSpPr/>
          <p:nvPr/>
        </p:nvGrpSpPr>
        <p:grpSpPr>
          <a:xfrm>
            <a:off x="3697200" y="511200"/>
            <a:ext cx="706680" cy="171000"/>
            <a:chOff x="3697200" y="511200"/>
            <a:chExt cx="706680" cy="171000"/>
          </a:xfrm>
        </p:grpSpPr>
        <p:sp>
          <p:nvSpPr>
            <p:cNvPr id="146" name=""/>
            <p:cNvSpPr txBox="1"/>
            <p:nvPr/>
          </p:nvSpPr>
          <p:spPr>
            <a:xfrm>
              <a:off x="369720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"/>
            <p:cNvSpPr txBox="1"/>
            <p:nvPr/>
          </p:nvSpPr>
          <p:spPr>
            <a:xfrm>
              <a:off x="404352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8" name=""/>
          <p:cNvSpPr/>
          <p:nvPr/>
        </p:nvSpPr>
        <p:spPr>
          <a:xfrm>
            <a:off x="4233960" y="18720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4352760" y="16992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4295880" y="49536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76120" y="2192400"/>
            <a:ext cx="3278160" cy="11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ZEROS TO County(1)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Age(2,3)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PopTotal(2,2,1)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26 TO PopTotal(2,3,1)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 TO PopTotal(2,1,1)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PopulationTable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 txBox="1"/>
          <p:nvPr/>
        </p:nvSpPr>
        <p:spPr>
          <a:xfrm>
            <a:off x="190440" y="98280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2095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5572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9097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574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60488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95264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20952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095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1" name=""/>
          <p:cNvGrpSpPr/>
          <p:nvPr/>
        </p:nvGrpSpPr>
        <p:grpSpPr>
          <a:xfrm>
            <a:off x="209520" y="511200"/>
            <a:ext cx="706320" cy="171000"/>
            <a:chOff x="209520" y="511200"/>
            <a:chExt cx="706320" cy="171000"/>
          </a:xfrm>
        </p:grpSpPr>
        <p:sp>
          <p:nvSpPr>
            <p:cNvPr id="162" name=""/>
            <p:cNvSpPr txBox="1"/>
            <p:nvPr/>
          </p:nvSpPr>
          <p:spPr>
            <a:xfrm>
              <a:off x="2095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"/>
            <p:cNvSpPr txBox="1"/>
            <p:nvPr/>
          </p:nvSpPr>
          <p:spPr>
            <a:xfrm>
              <a:off x="5554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4" name=""/>
          <p:cNvSpPr txBox="1"/>
          <p:nvPr/>
        </p:nvSpPr>
        <p:spPr>
          <a:xfrm>
            <a:off x="9097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5" name=""/>
          <p:cNvGrpSpPr/>
          <p:nvPr/>
        </p:nvGrpSpPr>
        <p:grpSpPr>
          <a:xfrm>
            <a:off x="909720" y="511200"/>
            <a:ext cx="706320" cy="171000"/>
            <a:chOff x="909720" y="511200"/>
            <a:chExt cx="706320" cy="171000"/>
          </a:xfrm>
        </p:grpSpPr>
        <p:sp>
          <p:nvSpPr>
            <p:cNvPr id="166" name=""/>
            <p:cNvSpPr txBox="1"/>
            <p:nvPr/>
          </p:nvSpPr>
          <p:spPr>
            <a:xfrm>
              <a:off x="9097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"/>
            <p:cNvSpPr txBox="1"/>
            <p:nvPr/>
          </p:nvSpPr>
          <p:spPr>
            <a:xfrm>
              <a:off x="12556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8" name=""/>
          <p:cNvSpPr txBox="1"/>
          <p:nvPr/>
        </p:nvSpPr>
        <p:spPr>
          <a:xfrm>
            <a:off x="160488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9" name=""/>
          <p:cNvGrpSpPr/>
          <p:nvPr/>
        </p:nvGrpSpPr>
        <p:grpSpPr>
          <a:xfrm>
            <a:off x="1604880" y="511200"/>
            <a:ext cx="706680" cy="171000"/>
            <a:chOff x="1604880" y="511200"/>
            <a:chExt cx="706680" cy="171000"/>
          </a:xfrm>
        </p:grpSpPr>
        <p:sp>
          <p:nvSpPr>
            <p:cNvPr id="170" name=""/>
            <p:cNvSpPr txBox="1"/>
            <p:nvPr/>
          </p:nvSpPr>
          <p:spPr>
            <a:xfrm>
              <a:off x="160488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"/>
            <p:cNvSpPr txBox="1"/>
            <p:nvPr/>
          </p:nvSpPr>
          <p:spPr>
            <a:xfrm>
              <a:off x="19512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2" name=""/>
          <p:cNvSpPr/>
          <p:nvPr/>
        </p:nvSpPr>
        <p:spPr>
          <a:xfrm>
            <a:off x="23018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26496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30020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33498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69720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04496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230184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3018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0" name=""/>
          <p:cNvGrpSpPr/>
          <p:nvPr/>
        </p:nvGrpSpPr>
        <p:grpSpPr>
          <a:xfrm>
            <a:off x="2301840" y="511200"/>
            <a:ext cx="706320" cy="171000"/>
            <a:chOff x="2301840" y="511200"/>
            <a:chExt cx="706320" cy="171000"/>
          </a:xfrm>
        </p:grpSpPr>
        <p:sp>
          <p:nvSpPr>
            <p:cNvPr id="181" name=""/>
            <p:cNvSpPr txBox="1"/>
            <p:nvPr/>
          </p:nvSpPr>
          <p:spPr>
            <a:xfrm>
              <a:off x="23018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2" name=""/>
            <p:cNvSpPr txBox="1"/>
            <p:nvPr/>
          </p:nvSpPr>
          <p:spPr>
            <a:xfrm>
              <a:off x="26478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3" name=""/>
          <p:cNvSpPr txBox="1"/>
          <p:nvPr/>
        </p:nvSpPr>
        <p:spPr>
          <a:xfrm>
            <a:off x="30020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4" name=""/>
          <p:cNvGrpSpPr/>
          <p:nvPr/>
        </p:nvGrpSpPr>
        <p:grpSpPr>
          <a:xfrm>
            <a:off x="3002040" y="511200"/>
            <a:ext cx="706320" cy="171000"/>
            <a:chOff x="3002040" y="511200"/>
            <a:chExt cx="706320" cy="171000"/>
          </a:xfrm>
        </p:grpSpPr>
        <p:sp>
          <p:nvSpPr>
            <p:cNvPr id="185" name=""/>
            <p:cNvSpPr txBox="1"/>
            <p:nvPr/>
          </p:nvSpPr>
          <p:spPr>
            <a:xfrm>
              <a:off x="30020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" name=""/>
            <p:cNvSpPr txBox="1"/>
            <p:nvPr/>
          </p:nvSpPr>
          <p:spPr>
            <a:xfrm>
              <a:off x="33480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7" name=""/>
          <p:cNvSpPr txBox="1"/>
          <p:nvPr/>
        </p:nvSpPr>
        <p:spPr>
          <a:xfrm>
            <a:off x="369720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8" name=""/>
          <p:cNvGrpSpPr/>
          <p:nvPr/>
        </p:nvGrpSpPr>
        <p:grpSpPr>
          <a:xfrm>
            <a:off x="3697200" y="511200"/>
            <a:ext cx="706680" cy="171000"/>
            <a:chOff x="3697200" y="511200"/>
            <a:chExt cx="706680" cy="171000"/>
          </a:xfrm>
        </p:grpSpPr>
        <p:sp>
          <p:nvSpPr>
            <p:cNvPr id="189" name=""/>
            <p:cNvSpPr txBox="1"/>
            <p:nvPr/>
          </p:nvSpPr>
          <p:spPr>
            <a:xfrm>
              <a:off x="369720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"/>
            <p:cNvSpPr txBox="1"/>
            <p:nvPr/>
          </p:nvSpPr>
          <p:spPr>
            <a:xfrm>
              <a:off x="404352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1" name=""/>
          <p:cNvSpPr/>
          <p:nvPr/>
        </p:nvSpPr>
        <p:spPr>
          <a:xfrm>
            <a:off x="4233960" y="18720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4352760" y="16992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4295880" y="49536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76120" y="2192400"/>
            <a:ext cx="3278160" cy="11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County(1)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ZEROS TO Age(2,</a:t>
            </a:r>
            <a:r>
              <a:rPr lang="en-US" sz="14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3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PopTotal(2,2,1)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26 TO PopTotal(2,3,1)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 TO PopTotal(2,1,1)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PopulationTable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 txBox="1"/>
          <p:nvPr/>
        </p:nvSpPr>
        <p:spPr>
          <a:xfrm>
            <a:off x="190440" y="98280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095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572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9097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2574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60488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95264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20952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95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4" name=""/>
          <p:cNvGrpSpPr/>
          <p:nvPr/>
        </p:nvGrpSpPr>
        <p:grpSpPr>
          <a:xfrm>
            <a:off x="209520" y="511200"/>
            <a:ext cx="706320" cy="171000"/>
            <a:chOff x="209520" y="511200"/>
            <a:chExt cx="706320" cy="171000"/>
          </a:xfrm>
        </p:grpSpPr>
        <p:sp>
          <p:nvSpPr>
            <p:cNvPr id="205" name=""/>
            <p:cNvSpPr txBox="1"/>
            <p:nvPr/>
          </p:nvSpPr>
          <p:spPr>
            <a:xfrm>
              <a:off x="2095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"/>
            <p:cNvSpPr txBox="1"/>
            <p:nvPr/>
          </p:nvSpPr>
          <p:spPr>
            <a:xfrm>
              <a:off x="5554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7" name=""/>
          <p:cNvSpPr txBox="1"/>
          <p:nvPr/>
        </p:nvSpPr>
        <p:spPr>
          <a:xfrm>
            <a:off x="9097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8" name=""/>
          <p:cNvGrpSpPr/>
          <p:nvPr/>
        </p:nvGrpSpPr>
        <p:grpSpPr>
          <a:xfrm>
            <a:off x="909720" y="511200"/>
            <a:ext cx="706320" cy="171000"/>
            <a:chOff x="909720" y="511200"/>
            <a:chExt cx="706320" cy="171000"/>
          </a:xfrm>
        </p:grpSpPr>
        <p:sp>
          <p:nvSpPr>
            <p:cNvPr id="209" name=""/>
            <p:cNvSpPr txBox="1"/>
            <p:nvPr/>
          </p:nvSpPr>
          <p:spPr>
            <a:xfrm>
              <a:off x="9097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"/>
            <p:cNvSpPr txBox="1"/>
            <p:nvPr/>
          </p:nvSpPr>
          <p:spPr>
            <a:xfrm>
              <a:off x="12556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1" name=""/>
          <p:cNvSpPr txBox="1"/>
          <p:nvPr/>
        </p:nvSpPr>
        <p:spPr>
          <a:xfrm>
            <a:off x="160488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2" name=""/>
          <p:cNvGrpSpPr/>
          <p:nvPr/>
        </p:nvGrpSpPr>
        <p:grpSpPr>
          <a:xfrm>
            <a:off x="1604880" y="511200"/>
            <a:ext cx="706680" cy="171000"/>
            <a:chOff x="1604880" y="511200"/>
            <a:chExt cx="706680" cy="171000"/>
          </a:xfrm>
        </p:grpSpPr>
        <p:sp>
          <p:nvSpPr>
            <p:cNvPr id="213" name=""/>
            <p:cNvSpPr txBox="1"/>
            <p:nvPr/>
          </p:nvSpPr>
          <p:spPr>
            <a:xfrm>
              <a:off x="160488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"/>
            <p:cNvSpPr txBox="1"/>
            <p:nvPr/>
          </p:nvSpPr>
          <p:spPr>
            <a:xfrm>
              <a:off x="19512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5" name=""/>
          <p:cNvSpPr/>
          <p:nvPr/>
        </p:nvSpPr>
        <p:spPr>
          <a:xfrm>
            <a:off x="23018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26496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0020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33498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69720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04496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30184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23018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3" name=""/>
          <p:cNvGrpSpPr/>
          <p:nvPr/>
        </p:nvGrpSpPr>
        <p:grpSpPr>
          <a:xfrm>
            <a:off x="2301840" y="511200"/>
            <a:ext cx="706320" cy="171000"/>
            <a:chOff x="2301840" y="511200"/>
            <a:chExt cx="706320" cy="171000"/>
          </a:xfrm>
        </p:grpSpPr>
        <p:sp>
          <p:nvSpPr>
            <p:cNvPr id="224" name=""/>
            <p:cNvSpPr txBox="1"/>
            <p:nvPr/>
          </p:nvSpPr>
          <p:spPr>
            <a:xfrm>
              <a:off x="23018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"/>
            <p:cNvSpPr txBox="1"/>
            <p:nvPr/>
          </p:nvSpPr>
          <p:spPr>
            <a:xfrm>
              <a:off x="26478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6" name=""/>
          <p:cNvSpPr txBox="1"/>
          <p:nvPr/>
        </p:nvSpPr>
        <p:spPr>
          <a:xfrm>
            <a:off x="30020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7" name=""/>
          <p:cNvGrpSpPr/>
          <p:nvPr/>
        </p:nvGrpSpPr>
        <p:grpSpPr>
          <a:xfrm>
            <a:off x="3002040" y="511200"/>
            <a:ext cx="706320" cy="171000"/>
            <a:chOff x="3002040" y="511200"/>
            <a:chExt cx="706320" cy="171000"/>
          </a:xfrm>
        </p:grpSpPr>
        <p:sp>
          <p:nvSpPr>
            <p:cNvPr id="228" name=""/>
            <p:cNvSpPr txBox="1"/>
            <p:nvPr/>
          </p:nvSpPr>
          <p:spPr>
            <a:xfrm>
              <a:off x="30020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9" name=""/>
            <p:cNvSpPr txBox="1"/>
            <p:nvPr/>
          </p:nvSpPr>
          <p:spPr>
            <a:xfrm>
              <a:off x="33480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0" name=""/>
          <p:cNvSpPr txBox="1"/>
          <p:nvPr/>
        </p:nvSpPr>
        <p:spPr>
          <a:xfrm>
            <a:off x="369720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1" name=""/>
          <p:cNvGrpSpPr/>
          <p:nvPr/>
        </p:nvGrpSpPr>
        <p:grpSpPr>
          <a:xfrm>
            <a:off x="3697200" y="511200"/>
            <a:ext cx="706680" cy="171000"/>
            <a:chOff x="3697200" y="511200"/>
            <a:chExt cx="706680" cy="171000"/>
          </a:xfrm>
        </p:grpSpPr>
        <p:sp>
          <p:nvSpPr>
            <p:cNvPr id="232" name=""/>
            <p:cNvSpPr txBox="1"/>
            <p:nvPr/>
          </p:nvSpPr>
          <p:spPr>
            <a:xfrm>
              <a:off x="369720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3" name=""/>
            <p:cNvSpPr txBox="1"/>
            <p:nvPr/>
          </p:nvSpPr>
          <p:spPr>
            <a:xfrm>
              <a:off x="404352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4" name=""/>
          <p:cNvSpPr/>
          <p:nvPr/>
        </p:nvSpPr>
        <p:spPr>
          <a:xfrm>
            <a:off x="4233960" y="18720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4352760" y="16992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4295880" y="49536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76120" y="2192400"/>
            <a:ext cx="3278160" cy="11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County(1)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Age(2,3)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ZEROS TO PopTotal(2,</a:t>
            </a:r>
            <a:r>
              <a:rPr lang="en-US" sz="1400" b="1" u="none" strike="noStrike">
                <a:solidFill>
                  <a:srgbClr val="006600"/>
                </a:solidFill>
                <a:effectLst/>
                <a:uFillTx/>
                <a:latin typeface="Courier New"/>
                <a:ea typeface="Courier New"/>
              </a:rPr>
              <a:t>2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26 TO PopTotal(2,3,1)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 TO PopTotal(2,1,1)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PopulationTable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 txBox="1"/>
          <p:nvPr/>
        </p:nvSpPr>
        <p:spPr>
          <a:xfrm>
            <a:off x="190440" y="98280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2095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572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9097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2574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60488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95264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0952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095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7" name=""/>
          <p:cNvGrpSpPr/>
          <p:nvPr/>
        </p:nvGrpSpPr>
        <p:grpSpPr>
          <a:xfrm>
            <a:off x="209520" y="511200"/>
            <a:ext cx="706320" cy="171000"/>
            <a:chOff x="209520" y="511200"/>
            <a:chExt cx="706320" cy="171000"/>
          </a:xfrm>
        </p:grpSpPr>
        <p:sp>
          <p:nvSpPr>
            <p:cNvPr id="248" name=""/>
            <p:cNvSpPr txBox="1"/>
            <p:nvPr/>
          </p:nvSpPr>
          <p:spPr>
            <a:xfrm>
              <a:off x="2095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9" name=""/>
            <p:cNvSpPr txBox="1"/>
            <p:nvPr/>
          </p:nvSpPr>
          <p:spPr>
            <a:xfrm>
              <a:off x="5554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0" name=""/>
          <p:cNvSpPr txBox="1"/>
          <p:nvPr/>
        </p:nvSpPr>
        <p:spPr>
          <a:xfrm>
            <a:off x="9097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1" name=""/>
          <p:cNvGrpSpPr/>
          <p:nvPr/>
        </p:nvGrpSpPr>
        <p:grpSpPr>
          <a:xfrm>
            <a:off x="909720" y="511200"/>
            <a:ext cx="706320" cy="171000"/>
            <a:chOff x="909720" y="511200"/>
            <a:chExt cx="706320" cy="171000"/>
          </a:xfrm>
        </p:grpSpPr>
        <p:sp>
          <p:nvSpPr>
            <p:cNvPr id="252" name=""/>
            <p:cNvSpPr txBox="1"/>
            <p:nvPr/>
          </p:nvSpPr>
          <p:spPr>
            <a:xfrm>
              <a:off x="9097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3" name=""/>
            <p:cNvSpPr txBox="1"/>
            <p:nvPr/>
          </p:nvSpPr>
          <p:spPr>
            <a:xfrm>
              <a:off x="12556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4" name=""/>
          <p:cNvSpPr txBox="1"/>
          <p:nvPr/>
        </p:nvSpPr>
        <p:spPr>
          <a:xfrm>
            <a:off x="160488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5" name=""/>
          <p:cNvGrpSpPr/>
          <p:nvPr/>
        </p:nvGrpSpPr>
        <p:grpSpPr>
          <a:xfrm>
            <a:off x="1604880" y="511200"/>
            <a:ext cx="706680" cy="171000"/>
            <a:chOff x="1604880" y="511200"/>
            <a:chExt cx="706680" cy="171000"/>
          </a:xfrm>
        </p:grpSpPr>
        <p:sp>
          <p:nvSpPr>
            <p:cNvPr id="256" name=""/>
            <p:cNvSpPr txBox="1"/>
            <p:nvPr/>
          </p:nvSpPr>
          <p:spPr>
            <a:xfrm>
              <a:off x="160488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"/>
            <p:cNvSpPr txBox="1"/>
            <p:nvPr/>
          </p:nvSpPr>
          <p:spPr>
            <a:xfrm>
              <a:off x="19512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"/>
          <p:cNvSpPr/>
          <p:nvPr/>
        </p:nvSpPr>
        <p:spPr>
          <a:xfrm>
            <a:off x="23018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26496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0020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33498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3697200" y="663480"/>
            <a:ext cx="353880" cy="30960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404496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230184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3018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6" name=""/>
          <p:cNvGrpSpPr/>
          <p:nvPr/>
        </p:nvGrpSpPr>
        <p:grpSpPr>
          <a:xfrm>
            <a:off x="2301840" y="511200"/>
            <a:ext cx="706320" cy="171000"/>
            <a:chOff x="2301840" y="511200"/>
            <a:chExt cx="706320" cy="171000"/>
          </a:xfrm>
        </p:grpSpPr>
        <p:sp>
          <p:nvSpPr>
            <p:cNvPr id="267" name=""/>
            <p:cNvSpPr txBox="1"/>
            <p:nvPr/>
          </p:nvSpPr>
          <p:spPr>
            <a:xfrm>
              <a:off x="23018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8" name=""/>
            <p:cNvSpPr txBox="1"/>
            <p:nvPr/>
          </p:nvSpPr>
          <p:spPr>
            <a:xfrm>
              <a:off x="26478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9" name=""/>
          <p:cNvSpPr txBox="1"/>
          <p:nvPr/>
        </p:nvSpPr>
        <p:spPr>
          <a:xfrm>
            <a:off x="30020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0" name=""/>
          <p:cNvGrpSpPr/>
          <p:nvPr/>
        </p:nvGrpSpPr>
        <p:grpSpPr>
          <a:xfrm>
            <a:off x="3002040" y="511200"/>
            <a:ext cx="706320" cy="171000"/>
            <a:chOff x="3002040" y="511200"/>
            <a:chExt cx="706320" cy="171000"/>
          </a:xfrm>
        </p:grpSpPr>
        <p:sp>
          <p:nvSpPr>
            <p:cNvPr id="271" name=""/>
            <p:cNvSpPr txBox="1"/>
            <p:nvPr/>
          </p:nvSpPr>
          <p:spPr>
            <a:xfrm>
              <a:off x="30020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2" name=""/>
            <p:cNvSpPr txBox="1"/>
            <p:nvPr/>
          </p:nvSpPr>
          <p:spPr>
            <a:xfrm>
              <a:off x="33480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3" name=""/>
          <p:cNvSpPr txBox="1"/>
          <p:nvPr/>
        </p:nvSpPr>
        <p:spPr>
          <a:xfrm>
            <a:off x="369720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4" name=""/>
          <p:cNvGrpSpPr/>
          <p:nvPr/>
        </p:nvGrpSpPr>
        <p:grpSpPr>
          <a:xfrm>
            <a:off x="3697200" y="511200"/>
            <a:ext cx="706680" cy="171000"/>
            <a:chOff x="3697200" y="511200"/>
            <a:chExt cx="706680" cy="171000"/>
          </a:xfrm>
        </p:grpSpPr>
        <p:sp>
          <p:nvSpPr>
            <p:cNvPr id="275" name=""/>
            <p:cNvSpPr txBox="1"/>
            <p:nvPr/>
          </p:nvSpPr>
          <p:spPr>
            <a:xfrm>
              <a:off x="369720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"/>
            <p:cNvSpPr txBox="1"/>
            <p:nvPr/>
          </p:nvSpPr>
          <p:spPr>
            <a:xfrm>
              <a:off x="404352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7" name=""/>
          <p:cNvSpPr/>
          <p:nvPr/>
        </p:nvSpPr>
        <p:spPr>
          <a:xfrm>
            <a:off x="4233960" y="18720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4352760" y="16992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4295880" y="49536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76120" y="2192400"/>
            <a:ext cx="3278160" cy="11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County(1)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Age(2,3)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PopTotal(2,2,1)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26 TO PopTotal(2,</a:t>
            </a:r>
            <a:r>
              <a:rPr lang="en-US" sz="1400" b="1" u="none" strike="noStrike">
                <a:solidFill>
                  <a:srgbClr val="006600"/>
                </a:solidFill>
                <a:effectLst/>
                <a:uFillTx/>
                <a:latin typeface="Courier New"/>
                <a:ea typeface="Courier New"/>
              </a:rPr>
              <a:t>3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 TO PopTotal(2,1,1)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PopulationTable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3440160" y="1235160"/>
            <a:ext cx="9223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000026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 flipH="1">
            <a:off x="3438360" y="990720"/>
            <a:ext cx="247680" cy="247680"/>
          </a:xfrm>
          <a:prstGeom prst="line">
            <a:avLst/>
          </a:prstGeom>
          <a:ln w="12600">
            <a:solidFill>
              <a:srgbClr val="000000"/>
            </a:solidFill>
            <a:custDash>
              <a:ds d="100000" sp="1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4048200" y="990720"/>
            <a:ext cx="323640" cy="257040"/>
          </a:xfrm>
          <a:prstGeom prst="line">
            <a:avLst/>
          </a:prstGeom>
          <a:ln w="12600">
            <a:solidFill>
              <a:srgbClr val="000000"/>
            </a:solidFill>
            <a:custDash>
              <a:ds d="100000" sp="1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3710160" y="933480"/>
            <a:ext cx="326880" cy="87480"/>
          </a:xfrm>
          <a:prstGeom prst="rect">
            <a:avLst/>
          </a:prstGeom>
          <a:solidFill>
            <a:srgbClr val="FFFFFF"/>
          </a:solidFill>
          <a:ln w="12600">
            <a:solidFill>
              <a:srgbClr val="FFFFFF"/>
            </a:solidFill>
            <a:round/>
          </a:ln>
        </p:spPr>
        <p:txBody>
          <a:bodyPr lIns="96120" tIns="36360" rIns="96120" bIns="363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 txBox="1"/>
          <p:nvPr/>
        </p:nvSpPr>
        <p:spPr>
          <a:xfrm>
            <a:off x="190440" y="98280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2095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572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9097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2574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60488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95264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0952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095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4" name=""/>
          <p:cNvGrpSpPr/>
          <p:nvPr/>
        </p:nvGrpSpPr>
        <p:grpSpPr>
          <a:xfrm>
            <a:off x="209520" y="511200"/>
            <a:ext cx="706320" cy="171000"/>
            <a:chOff x="209520" y="511200"/>
            <a:chExt cx="706320" cy="171000"/>
          </a:xfrm>
        </p:grpSpPr>
        <p:sp>
          <p:nvSpPr>
            <p:cNvPr id="295" name=""/>
            <p:cNvSpPr txBox="1"/>
            <p:nvPr/>
          </p:nvSpPr>
          <p:spPr>
            <a:xfrm>
              <a:off x="2095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6" name=""/>
            <p:cNvSpPr txBox="1"/>
            <p:nvPr/>
          </p:nvSpPr>
          <p:spPr>
            <a:xfrm>
              <a:off x="5554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7" name=""/>
          <p:cNvSpPr txBox="1"/>
          <p:nvPr/>
        </p:nvSpPr>
        <p:spPr>
          <a:xfrm>
            <a:off x="9097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8" name=""/>
          <p:cNvGrpSpPr/>
          <p:nvPr/>
        </p:nvGrpSpPr>
        <p:grpSpPr>
          <a:xfrm>
            <a:off x="909720" y="511200"/>
            <a:ext cx="706320" cy="171000"/>
            <a:chOff x="909720" y="511200"/>
            <a:chExt cx="706320" cy="171000"/>
          </a:xfrm>
        </p:grpSpPr>
        <p:sp>
          <p:nvSpPr>
            <p:cNvPr id="299" name=""/>
            <p:cNvSpPr txBox="1"/>
            <p:nvPr/>
          </p:nvSpPr>
          <p:spPr>
            <a:xfrm>
              <a:off x="9097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"/>
            <p:cNvSpPr txBox="1"/>
            <p:nvPr/>
          </p:nvSpPr>
          <p:spPr>
            <a:xfrm>
              <a:off x="12556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1" name=""/>
          <p:cNvSpPr txBox="1"/>
          <p:nvPr/>
        </p:nvSpPr>
        <p:spPr>
          <a:xfrm>
            <a:off x="160488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2" name=""/>
          <p:cNvGrpSpPr/>
          <p:nvPr/>
        </p:nvGrpSpPr>
        <p:grpSpPr>
          <a:xfrm>
            <a:off x="1604880" y="511200"/>
            <a:ext cx="706680" cy="171000"/>
            <a:chOff x="1604880" y="511200"/>
            <a:chExt cx="706680" cy="171000"/>
          </a:xfrm>
        </p:grpSpPr>
        <p:sp>
          <p:nvSpPr>
            <p:cNvPr id="303" name=""/>
            <p:cNvSpPr txBox="1"/>
            <p:nvPr/>
          </p:nvSpPr>
          <p:spPr>
            <a:xfrm>
              <a:off x="160488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4" name=""/>
            <p:cNvSpPr txBox="1"/>
            <p:nvPr/>
          </p:nvSpPr>
          <p:spPr>
            <a:xfrm>
              <a:off x="19512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5" name=""/>
          <p:cNvSpPr txBox="1"/>
          <p:nvPr/>
        </p:nvSpPr>
        <p:spPr>
          <a:xfrm>
            <a:off x="23018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012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26496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0020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33498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69720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404496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5F5F5F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30184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3018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3" name=""/>
          <p:cNvGrpSpPr/>
          <p:nvPr/>
        </p:nvGrpSpPr>
        <p:grpSpPr>
          <a:xfrm>
            <a:off x="2301840" y="511200"/>
            <a:ext cx="706320" cy="171000"/>
            <a:chOff x="2301840" y="511200"/>
            <a:chExt cx="706320" cy="171000"/>
          </a:xfrm>
        </p:grpSpPr>
        <p:sp>
          <p:nvSpPr>
            <p:cNvPr id="314" name=""/>
            <p:cNvSpPr txBox="1"/>
            <p:nvPr/>
          </p:nvSpPr>
          <p:spPr>
            <a:xfrm>
              <a:off x="23018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5" name=""/>
            <p:cNvSpPr txBox="1"/>
            <p:nvPr/>
          </p:nvSpPr>
          <p:spPr>
            <a:xfrm>
              <a:off x="26478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6" name=""/>
          <p:cNvSpPr txBox="1"/>
          <p:nvPr/>
        </p:nvSpPr>
        <p:spPr>
          <a:xfrm>
            <a:off x="30020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7" name=""/>
          <p:cNvGrpSpPr/>
          <p:nvPr/>
        </p:nvGrpSpPr>
        <p:grpSpPr>
          <a:xfrm>
            <a:off x="3002040" y="511200"/>
            <a:ext cx="706320" cy="171000"/>
            <a:chOff x="3002040" y="511200"/>
            <a:chExt cx="706320" cy="171000"/>
          </a:xfrm>
        </p:grpSpPr>
        <p:sp>
          <p:nvSpPr>
            <p:cNvPr id="318" name=""/>
            <p:cNvSpPr txBox="1"/>
            <p:nvPr/>
          </p:nvSpPr>
          <p:spPr>
            <a:xfrm>
              <a:off x="30020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9" name=""/>
            <p:cNvSpPr txBox="1"/>
            <p:nvPr/>
          </p:nvSpPr>
          <p:spPr>
            <a:xfrm>
              <a:off x="33480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0" name=""/>
          <p:cNvSpPr txBox="1"/>
          <p:nvPr/>
        </p:nvSpPr>
        <p:spPr>
          <a:xfrm>
            <a:off x="369720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1" name=""/>
          <p:cNvGrpSpPr/>
          <p:nvPr/>
        </p:nvGrpSpPr>
        <p:grpSpPr>
          <a:xfrm>
            <a:off x="3697200" y="511200"/>
            <a:ext cx="706680" cy="171000"/>
            <a:chOff x="3697200" y="511200"/>
            <a:chExt cx="706680" cy="171000"/>
          </a:xfrm>
        </p:grpSpPr>
        <p:sp>
          <p:nvSpPr>
            <p:cNvPr id="322" name=""/>
            <p:cNvSpPr txBox="1"/>
            <p:nvPr/>
          </p:nvSpPr>
          <p:spPr>
            <a:xfrm>
              <a:off x="369720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"/>
            <p:cNvSpPr txBox="1"/>
            <p:nvPr/>
          </p:nvSpPr>
          <p:spPr>
            <a:xfrm>
              <a:off x="404352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4" name=""/>
          <p:cNvSpPr/>
          <p:nvPr/>
        </p:nvSpPr>
        <p:spPr>
          <a:xfrm>
            <a:off x="4233960" y="18720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4352760" y="16992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4295880" y="49536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276120" y="2192400"/>
            <a:ext cx="3278160" cy="11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County(1)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Age(2,3)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PopTotal(2,2,1)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26 TO PopTotal(2,3,1)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12 TO PopTotal(2,</a:t>
            </a:r>
            <a:r>
              <a:rPr lang="en-US" sz="1400" b="1" u="none" strike="noStrike">
                <a:solidFill>
                  <a:srgbClr val="006600"/>
                </a:solidFill>
                <a:effectLst/>
                <a:uFillTx/>
                <a:latin typeface="Courier New"/>
                <a:ea typeface="Courier New"/>
              </a:rPr>
              <a:t>1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PopulationTable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 txBox="1"/>
          <p:nvPr/>
        </p:nvSpPr>
        <p:spPr>
          <a:xfrm>
            <a:off x="190440" y="982800"/>
            <a:ext cx="3460680" cy="87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PopulationTable.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02 County OCCURS 26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Courier New"/>
                <a:ea typeface="Courier New"/>
              </a:rPr>
              <a:t>     03 Age OCCURS 3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       04 Gender OCCURS 2 TIMES.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200" b="1" u="none" strike="noStrike">
                <a:solidFill>
                  <a:srgbClr val="393939"/>
                </a:solidFill>
                <a:effectLst/>
                <a:uFillTx/>
                <a:latin typeface="Courier New"/>
                <a:ea typeface="Courier New"/>
              </a:rPr>
              <a:t>05 PopTotal   PIC 9(6).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2095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572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90972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25748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60488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195264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20952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095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7" name=""/>
          <p:cNvGrpSpPr/>
          <p:nvPr/>
        </p:nvGrpSpPr>
        <p:grpSpPr>
          <a:xfrm>
            <a:off x="209520" y="511200"/>
            <a:ext cx="706320" cy="171000"/>
            <a:chOff x="209520" y="511200"/>
            <a:chExt cx="706320" cy="171000"/>
          </a:xfrm>
        </p:grpSpPr>
        <p:sp>
          <p:nvSpPr>
            <p:cNvPr id="338" name=""/>
            <p:cNvSpPr txBox="1"/>
            <p:nvPr/>
          </p:nvSpPr>
          <p:spPr>
            <a:xfrm>
              <a:off x="2095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9" name=""/>
            <p:cNvSpPr txBox="1"/>
            <p:nvPr/>
          </p:nvSpPr>
          <p:spPr>
            <a:xfrm>
              <a:off x="5554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0" name=""/>
          <p:cNvSpPr txBox="1"/>
          <p:nvPr/>
        </p:nvSpPr>
        <p:spPr>
          <a:xfrm>
            <a:off x="90972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1" name=""/>
          <p:cNvGrpSpPr/>
          <p:nvPr/>
        </p:nvGrpSpPr>
        <p:grpSpPr>
          <a:xfrm>
            <a:off x="909720" y="511200"/>
            <a:ext cx="706320" cy="171000"/>
            <a:chOff x="909720" y="511200"/>
            <a:chExt cx="706320" cy="171000"/>
          </a:xfrm>
        </p:grpSpPr>
        <p:sp>
          <p:nvSpPr>
            <p:cNvPr id="342" name=""/>
            <p:cNvSpPr txBox="1"/>
            <p:nvPr/>
          </p:nvSpPr>
          <p:spPr>
            <a:xfrm>
              <a:off x="90972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3" name=""/>
            <p:cNvSpPr txBox="1"/>
            <p:nvPr/>
          </p:nvSpPr>
          <p:spPr>
            <a:xfrm>
              <a:off x="125568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4" name=""/>
          <p:cNvSpPr txBox="1"/>
          <p:nvPr/>
        </p:nvSpPr>
        <p:spPr>
          <a:xfrm>
            <a:off x="160488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5" name=""/>
          <p:cNvGrpSpPr/>
          <p:nvPr/>
        </p:nvGrpSpPr>
        <p:grpSpPr>
          <a:xfrm>
            <a:off x="1604880" y="511200"/>
            <a:ext cx="706680" cy="171000"/>
            <a:chOff x="1604880" y="511200"/>
            <a:chExt cx="706680" cy="171000"/>
          </a:xfrm>
        </p:grpSpPr>
        <p:sp>
          <p:nvSpPr>
            <p:cNvPr id="346" name=""/>
            <p:cNvSpPr txBox="1"/>
            <p:nvPr/>
          </p:nvSpPr>
          <p:spPr>
            <a:xfrm>
              <a:off x="160488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7" name=""/>
            <p:cNvSpPr txBox="1"/>
            <p:nvPr/>
          </p:nvSpPr>
          <p:spPr>
            <a:xfrm>
              <a:off x="19512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8" name=""/>
          <p:cNvSpPr txBox="1"/>
          <p:nvPr/>
        </p:nvSpPr>
        <p:spPr>
          <a:xfrm>
            <a:off x="23018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6496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300204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34980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3697200" y="663480"/>
            <a:ext cx="35388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044960" y="663480"/>
            <a:ext cx="358920" cy="309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2301840" y="182520"/>
            <a:ext cx="2101680" cy="17604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18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6" name=""/>
          <p:cNvGrpSpPr/>
          <p:nvPr/>
        </p:nvGrpSpPr>
        <p:grpSpPr>
          <a:xfrm>
            <a:off x="2301840" y="511200"/>
            <a:ext cx="706320" cy="171000"/>
            <a:chOff x="2301840" y="511200"/>
            <a:chExt cx="706320" cy="171000"/>
          </a:xfrm>
        </p:grpSpPr>
        <p:sp>
          <p:nvSpPr>
            <p:cNvPr id="357" name=""/>
            <p:cNvSpPr txBox="1"/>
            <p:nvPr/>
          </p:nvSpPr>
          <p:spPr>
            <a:xfrm>
              <a:off x="23018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8" name=""/>
            <p:cNvSpPr txBox="1"/>
            <p:nvPr/>
          </p:nvSpPr>
          <p:spPr>
            <a:xfrm>
              <a:off x="26478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59" name=""/>
          <p:cNvSpPr txBox="1"/>
          <p:nvPr/>
        </p:nvSpPr>
        <p:spPr>
          <a:xfrm>
            <a:off x="300204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60" name=""/>
          <p:cNvGrpSpPr/>
          <p:nvPr/>
        </p:nvGrpSpPr>
        <p:grpSpPr>
          <a:xfrm>
            <a:off x="3002040" y="511200"/>
            <a:ext cx="706320" cy="171000"/>
            <a:chOff x="3002040" y="511200"/>
            <a:chExt cx="706320" cy="171000"/>
          </a:xfrm>
        </p:grpSpPr>
        <p:sp>
          <p:nvSpPr>
            <p:cNvPr id="361" name=""/>
            <p:cNvSpPr txBox="1"/>
            <p:nvPr/>
          </p:nvSpPr>
          <p:spPr>
            <a:xfrm>
              <a:off x="300204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2" name=""/>
            <p:cNvSpPr txBox="1"/>
            <p:nvPr/>
          </p:nvSpPr>
          <p:spPr>
            <a:xfrm>
              <a:off x="334800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3" name=""/>
          <p:cNvSpPr txBox="1"/>
          <p:nvPr/>
        </p:nvSpPr>
        <p:spPr>
          <a:xfrm>
            <a:off x="3697200" y="349200"/>
            <a:ext cx="706320" cy="171360"/>
          </a:xfrm>
          <a:prstGeom prst="rect">
            <a:avLst/>
          </a:pr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6633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64" name=""/>
          <p:cNvGrpSpPr/>
          <p:nvPr/>
        </p:nvGrpSpPr>
        <p:grpSpPr>
          <a:xfrm>
            <a:off x="3697200" y="511200"/>
            <a:ext cx="706680" cy="171000"/>
            <a:chOff x="3697200" y="511200"/>
            <a:chExt cx="706680" cy="171000"/>
          </a:xfrm>
        </p:grpSpPr>
        <p:sp>
          <p:nvSpPr>
            <p:cNvPr id="365" name=""/>
            <p:cNvSpPr txBox="1"/>
            <p:nvPr/>
          </p:nvSpPr>
          <p:spPr>
            <a:xfrm>
              <a:off x="3697200" y="511200"/>
              <a:ext cx="35892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6" name=""/>
            <p:cNvSpPr txBox="1"/>
            <p:nvPr/>
          </p:nvSpPr>
          <p:spPr>
            <a:xfrm>
              <a:off x="4043520" y="511200"/>
              <a:ext cx="360360" cy="171000"/>
            </a:xfrm>
            <a:prstGeom prst="rect">
              <a:avLst/>
            </a:pr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3333CC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7" name=""/>
          <p:cNvSpPr/>
          <p:nvPr/>
        </p:nvSpPr>
        <p:spPr>
          <a:xfrm>
            <a:off x="4233960" y="187200"/>
            <a:ext cx="248040" cy="784440"/>
          </a:xfrm>
          <a:custGeom>
            <a:avLst/>
            <a:gdLst/>
            <a:ahLst/>
            <a:rect l="0" t="0" r="r" b="b"/>
            <a:pathLst>
              <a:path w="689" h="2179">
                <a:moveTo>
                  <a:pt x="637" y="0"/>
                </a:moveTo>
                <a:lnTo>
                  <a:pt x="278" y="0"/>
                </a:lnTo>
                <a:lnTo>
                  <a:pt x="239" y="124"/>
                </a:lnTo>
                <a:lnTo>
                  <a:pt x="186" y="149"/>
                </a:lnTo>
                <a:lnTo>
                  <a:pt x="158" y="201"/>
                </a:lnTo>
                <a:lnTo>
                  <a:pt x="105" y="226"/>
                </a:lnTo>
                <a:lnTo>
                  <a:pt x="79" y="278"/>
                </a:lnTo>
                <a:lnTo>
                  <a:pt x="132" y="303"/>
                </a:lnTo>
                <a:lnTo>
                  <a:pt x="186" y="329"/>
                </a:lnTo>
                <a:lnTo>
                  <a:pt x="212" y="380"/>
                </a:lnTo>
                <a:lnTo>
                  <a:pt x="239" y="432"/>
                </a:lnTo>
                <a:lnTo>
                  <a:pt x="186" y="432"/>
                </a:lnTo>
                <a:lnTo>
                  <a:pt x="132" y="483"/>
                </a:lnTo>
                <a:lnTo>
                  <a:pt x="105" y="534"/>
                </a:lnTo>
                <a:lnTo>
                  <a:pt x="52" y="586"/>
                </a:lnTo>
                <a:lnTo>
                  <a:pt x="26" y="637"/>
                </a:lnTo>
                <a:lnTo>
                  <a:pt x="79" y="663"/>
                </a:lnTo>
                <a:lnTo>
                  <a:pt x="132" y="714"/>
                </a:lnTo>
                <a:lnTo>
                  <a:pt x="186" y="740"/>
                </a:lnTo>
                <a:lnTo>
                  <a:pt x="186" y="791"/>
                </a:lnTo>
                <a:lnTo>
                  <a:pt x="158" y="843"/>
                </a:lnTo>
                <a:lnTo>
                  <a:pt x="105" y="843"/>
                </a:lnTo>
                <a:lnTo>
                  <a:pt x="79" y="894"/>
                </a:lnTo>
                <a:lnTo>
                  <a:pt x="52" y="945"/>
                </a:lnTo>
                <a:lnTo>
                  <a:pt x="52" y="997"/>
                </a:lnTo>
                <a:lnTo>
                  <a:pt x="52" y="1048"/>
                </a:lnTo>
                <a:lnTo>
                  <a:pt x="26" y="1100"/>
                </a:lnTo>
                <a:lnTo>
                  <a:pt x="0" y="1152"/>
                </a:lnTo>
                <a:lnTo>
                  <a:pt x="0" y="1203"/>
                </a:lnTo>
                <a:lnTo>
                  <a:pt x="26" y="1254"/>
                </a:lnTo>
                <a:lnTo>
                  <a:pt x="79" y="1280"/>
                </a:lnTo>
                <a:lnTo>
                  <a:pt x="132" y="1306"/>
                </a:lnTo>
                <a:lnTo>
                  <a:pt x="158" y="1357"/>
                </a:lnTo>
                <a:lnTo>
                  <a:pt x="186" y="1409"/>
                </a:lnTo>
                <a:lnTo>
                  <a:pt x="212" y="1460"/>
                </a:lnTo>
                <a:lnTo>
                  <a:pt x="158" y="1511"/>
                </a:lnTo>
                <a:lnTo>
                  <a:pt x="105" y="1537"/>
                </a:lnTo>
                <a:lnTo>
                  <a:pt x="52" y="1563"/>
                </a:lnTo>
                <a:lnTo>
                  <a:pt x="79" y="1614"/>
                </a:lnTo>
                <a:lnTo>
                  <a:pt x="105" y="1665"/>
                </a:lnTo>
                <a:lnTo>
                  <a:pt x="158" y="1691"/>
                </a:lnTo>
                <a:lnTo>
                  <a:pt x="186" y="1742"/>
                </a:lnTo>
                <a:lnTo>
                  <a:pt x="158" y="1794"/>
                </a:lnTo>
                <a:lnTo>
                  <a:pt x="132" y="1845"/>
                </a:lnTo>
                <a:lnTo>
                  <a:pt x="79" y="1845"/>
                </a:lnTo>
                <a:lnTo>
                  <a:pt x="26" y="1896"/>
                </a:lnTo>
                <a:lnTo>
                  <a:pt x="26" y="1948"/>
                </a:lnTo>
                <a:lnTo>
                  <a:pt x="79" y="1973"/>
                </a:lnTo>
                <a:lnTo>
                  <a:pt x="105" y="2025"/>
                </a:lnTo>
                <a:lnTo>
                  <a:pt x="132" y="2076"/>
                </a:lnTo>
                <a:lnTo>
                  <a:pt x="265" y="2166"/>
                </a:lnTo>
                <a:lnTo>
                  <a:pt x="689" y="2179"/>
                </a:lnTo>
                <a:lnTo>
                  <a:pt x="689" y="0"/>
                </a:lnTo>
                <a:lnTo>
                  <a:pt x="63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4352760" y="169920"/>
            <a:ext cx="142920" cy="81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>
            <a:off x="4295880" y="495360"/>
            <a:ext cx="181440" cy="152640"/>
          </a:xfrm>
          <a:custGeom>
            <a:avLst/>
            <a:gdLst/>
            <a:ahLst/>
            <a:rect l="0" t="0" r="r" b="b"/>
            <a:pathLst>
              <a:path w="504" h="424">
                <a:moveTo>
                  <a:pt x="0" y="140"/>
                </a:moveTo>
                <a:lnTo>
                  <a:pt x="0" y="282"/>
                </a:lnTo>
                <a:lnTo>
                  <a:pt x="352" y="282"/>
                </a:lnTo>
                <a:lnTo>
                  <a:pt x="352" y="424"/>
                </a:lnTo>
                <a:lnTo>
                  <a:pt x="504" y="211"/>
                </a:lnTo>
                <a:lnTo>
                  <a:pt x="352" y="0"/>
                </a:lnTo>
                <a:lnTo>
                  <a:pt x="352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76120" y="2192400"/>
            <a:ext cx="3278160" cy="11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County(1)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Age(2,3)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PopTotal(2,2,1)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26 TO PopTotal(2,3,1)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 TO PopTotal(2,1,1)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ZEROS TO PopulationTable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