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3238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1640" y="-155160"/>
            <a:ext cx="29142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61640" y="891360"/>
            <a:ext cx="29142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323856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19080" y="9360"/>
            <a:ext cx="3209760" cy="378144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1640" y="151920"/>
            <a:ext cx="29142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1640" y="891360"/>
            <a:ext cx="29142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142920" y="517680"/>
            <a:ext cx="2933640" cy="25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Reading, Inserting, Deleting and Amending records in a Relative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the program,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38280" y="42840"/>
            <a:ext cx="19382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Reading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38280" y="42840"/>
            <a:ext cx="19382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Reading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638280" y="42840"/>
            <a:ext cx="19382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Reading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438200" y="1800000"/>
            <a:ext cx="762480" cy="1105200"/>
          </a:xfrm>
          <a:custGeom>
            <a:avLst/>
            <a:gdLst/>
            <a:ahLst/>
            <a:rect l="0" t="0" r="r" b="b"/>
            <a:pathLst>
              <a:path fill="none" w="2118" h="3070">
                <a:moveTo>
                  <a:pt x="0" y="3070"/>
                </a:moveTo>
                <a:lnTo>
                  <a:pt x="0" y="3070"/>
                </a:lnTo>
                <a:cubicBezTo>
                  <a:pt x="372" y="3070"/>
                  <a:pt x="737" y="2928"/>
                  <a:pt x="1059" y="2659"/>
                </a:cubicBezTo>
                <a:cubicBezTo>
                  <a:pt x="1381" y="2389"/>
                  <a:pt x="1648" y="2002"/>
                  <a:pt x="1834" y="1535"/>
                </a:cubicBezTo>
                <a:cubicBezTo>
                  <a:pt x="2020" y="1068"/>
                  <a:pt x="2118" y="539"/>
                  <a:pt x="2118" y="0"/>
                </a:cubicBezTo>
              </a:path>
            </a:pathLst>
          </a:custGeom>
          <a:ln w="12600">
            <a:solidFill>
              <a:srgbClr val="00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006640" y="2252520"/>
            <a:ext cx="360360" cy="122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38280" y="42840"/>
            <a:ext cx="19638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Inserting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38280" y="42840"/>
            <a:ext cx="19638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Inserting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38280" y="42840"/>
            <a:ext cx="19638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Inserting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442880" y="1828800"/>
            <a:ext cx="762480" cy="1338480"/>
          </a:xfrm>
          <a:custGeom>
            <a:avLst/>
            <a:gdLst/>
            <a:ahLst/>
            <a:rect l="0" t="0" r="r" b="b"/>
            <a:pathLst>
              <a:path fill="none" w="2118" h="3718">
                <a:moveTo>
                  <a:pt x="0" y="3718"/>
                </a:moveTo>
                <a:lnTo>
                  <a:pt x="0" y="3718"/>
                </a:lnTo>
                <a:cubicBezTo>
                  <a:pt x="372" y="3718"/>
                  <a:pt x="737" y="3546"/>
                  <a:pt x="1059" y="3220"/>
                </a:cubicBezTo>
                <a:cubicBezTo>
                  <a:pt x="1381" y="2894"/>
                  <a:pt x="1648" y="2424"/>
                  <a:pt x="1834" y="1859"/>
                </a:cubicBezTo>
                <a:cubicBezTo>
                  <a:pt x="2020" y="1294"/>
                  <a:pt x="2118" y="653"/>
                  <a:pt x="2118" y="0"/>
                </a:cubicBezTo>
              </a:path>
            </a:pathLst>
          </a:custGeom>
          <a:ln w="12600">
            <a:solidFill>
              <a:srgbClr val="00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006640" y="2252520"/>
            <a:ext cx="360360" cy="122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38280" y="42840"/>
            <a:ext cx="1925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Deleting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38280" y="42840"/>
            <a:ext cx="1925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Deleting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deleted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38280" y="42840"/>
            <a:ext cx="19256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Deleting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481040" y="1805040"/>
            <a:ext cx="1405440" cy="852840"/>
          </a:xfrm>
          <a:custGeom>
            <a:avLst/>
            <a:gdLst/>
            <a:ahLst/>
            <a:rect l="0" t="0" r="r" b="b"/>
            <a:pathLst>
              <a:path fill="none" w="3904" h="2369">
                <a:moveTo>
                  <a:pt x="0" y="2369"/>
                </a:moveTo>
                <a:lnTo>
                  <a:pt x="0" y="2369"/>
                </a:lnTo>
                <a:cubicBezTo>
                  <a:pt x="685" y="2369"/>
                  <a:pt x="1359" y="2260"/>
                  <a:pt x="1952" y="2052"/>
                </a:cubicBezTo>
                <a:cubicBezTo>
                  <a:pt x="2545" y="1844"/>
                  <a:pt x="3038" y="1545"/>
                  <a:pt x="3381" y="1184"/>
                </a:cubicBezTo>
                <a:cubicBezTo>
                  <a:pt x="3724" y="824"/>
                  <a:pt x="3904" y="416"/>
                  <a:pt x="3904" y="0"/>
                </a:cubicBezTo>
              </a:path>
            </a:pathLst>
          </a:custGeom>
          <a:ln w="12600">
            <a:solidFill>
              <a:srgbClr val="00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2478240" y="2224080"/>
            <a:ext cx="426960" cy="122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DELETE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deleted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38280" y="42840"/>
            <a:ext cx="211608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Amending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deleted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38280" y="42840"/>
            <a:ext cx="211608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Amending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 txBox="1"/>
          <p:nvPr/>
        </p:nvSpPr>
        <p:spPr>
          <a:xfrm>
            <a:off x="469800" y="520560"/>
            <a:ext cx="1073160" cy="3054240"/>
          </a:xfrm>
          <a:prstGeom prst="rect">
            <a:avLst/>
          </a:prstGeom>
          <a:solidFill>
            <a:srgbClr val="EAEAEA"/>
          </a:solidFill>
          <a:ln w="25560">
            <a:solidFill>
              <a:srgbClr val="4D4D4D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deleted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476280" y="812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11240" y="612720"/>
            <a:ext cx="3430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2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8587"/>
              </a:spcBef>
              <a:spcAft>
                <a:spcPts val="400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476280" y="10508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476280" y="131760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476280" y="155592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476280" y="20606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476280" y="18032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476280" y="233676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476280" y="274644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476280" y="30322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476280" y="3260880"/>
            <a:ext cx="10634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425520" y="2225520"/>
            <a:ext cx="1143360" cy="371880"/>
          </a:xfrm>
          <a:custGeom>
            <a:avLst/>
            <a:gdLst/>
            <a:ahLst/>
            <a:rect l="0" t="0" r="r" b="b"/>
            <a:pathLst>
              <a:path w="3176" h="1033">
                <a:moveTo>
                  <a:pt x="0" y="89"/>
                </a:moveTo>
                <a:lnTo>
                  <a:pt x="27" y="157"/>
                </a:lnTo>
                <a:lnTo>
                  <a:pt x="82" y="179"/>
                </a:lnTo>
                <a:lnTo>
                  <a:pt x="124" y="224"/>
                </a:lnTo>
                <a:lnTo>
                  <a:pt x="179" y="224"/>
                </a:lnTo>
                <a:lnTo>
                  <a:pt x="220" y="224"/>
                </a:lnTo>
                <a:lnTo>
                  <a:pt x="262" y="201"/>
                </a:lnTo>
                <a:lnTo>
                  <a:pt x="303" y="157"/>
                </a:lnTo>
                <a:lnTo>
                  <a:pt x="358" y="134"/>
                </a:lnTo>
                <a:lnTo>
                  <a:pt x="414" y="112"/>
                </a:lnTo>
                <a:lnTo>
                  <a:pt x="455" y="89"/>
                </a:lnTo>
                <a:lnTo>
                  <a:pt x="496" y="67"/>
                </a:lnTo>
                <a:lnTo>
                  <a:pt x="538" y="44"/>
                </a:lnTo>
                <a:lnTo>
                  <a:pt x="579" y="22"/>
                </a:lnTo>
                <a:lnTo>
                  <a:pt x="607" y="89"/>
                </a:lnTo>
                <a:lnTo>
                  <a:pt x="648" y="112"/>
                </a:lnTo>
                <a:lnTo>
                  <a:pt x="690" y="157"/>
                </a:lnTo>
                <a:lnTo>
                  <a:pt x="745" y="201"/>
                </a:lnTo>
                <a:lnTo>
                  <a:pt x="786" y="224"/>
                </a:lnTo>
                <a:lnTo>
                  <a:pt x="828" y="246"/>
                </a:lnTo>
                <a:lnTo>
                  <a:pt x="869" y="270"/>
                </a:lnTo>
                <a:lnTo>
                  <a:pt x="911" y="270"/>
                </a:lnTo>
                <a:lnTo>
                  <a:pt x="966" y="224"/>
                </a:lnTo>
                <a:lnTo>
                  <a:pt x="1007" y="224"/>
                </a:lnTo>
                <a:lnTo>
                  <a:pt x="1049" y="179"/>
                </a:lnTo>
                <a:lnTo>
                  <a:pt x="1090" y="179"/>
                </a:lnTo>
                <a:lnTo>
                  <a:pt x="1131" y="134"/>
                </a:lnTo>
                <a:lnTo>
                  <a:pt x="1173" y="112"/>
                </a:lnTo>
                <a:lnTo>
                  <a:pt x="1214" y="89"/>
                </a:lnTo>
                <a:lnTo>
                  <a:pt x="1256" y="112"/>
                </a:lnTo>
                <a:lnTo>
                  <a:pt x="1297" y="157"/>
                </a:lnTo>
                <a:lnTo>
                  <a:pt x="1339" y="201"/>
                </a:lnTo>
                <a:lnTo>
                  <a:pt x="1380" y="224"/>
                </a:lnTo>
                <a:lnTo>
                  <a:pt x="1421" y="246"/>
                </a:lnTo>
                <a:lnTo>
                  <a:pt x="1463" y="270"/>
                </a:lnTo>
                <a:lnTo>
                  <a:pt x="1504" y="292"/>
                </a:lnTo>
                <a:lnTo>
                  <a:pt x="1559" y="292"/>
                </a:lnTo>
                <a:lnTo>
                  <a:pt x="1602" y="292"/>
                </a:lnTo>
                <a:lnTo>
                  <a:pt x="1643" y="270"/>
                </a:lnTo>
                <a:lnTo>
                  <a:pt x="1685" y="246"/>
                </a:lnTo>
                <a:lnTo>
                  <a:pt x="1740" y="270"/>
                </a:lnTo>
                <a:lnTo>
                  <a:pt x="1781" y="315"/>
                </a:lnTo>
                <a:lnTo>
                  <a:pt x="1823" y="315"/>
                </a:lnTo>
                <a:lnTo>
                  <a:pt x="1864" y="315"/>
                </a:lnTo>
                <a:lnTo>
                  <a:pt x="1905" y="270"/>
                </a:lnTo>
                <a:lnTo>
                  <a:pt x="1947" y="246"/>
                </a:lnTo>
                <a:lnTo>
                  <a:pt x="1988" y="201"/>
                </a:lnTo>
                <a:lnTo>
                  <a:pt x="2030" y="179"/>
                </a:lnTo>
                <a:lnTo>
                  <a:pt x="2071" y="179"/>
                </a:lnTo>
                <a:lnTo>
                  <a:pt x="2126" y="112"/>
                </a:lnTo>
                <a:lnTo>
                  <a:pt x="2168" y="89"/>
                </a:lnTo>
                <a:lnTo>
                  <a:pt x="2209" y="67"/>
                </a:lnTo>
                <a:lnTo>
                  <a:pt x="2251" y="0"/>
                </a:lnTo>
                <a:lnTo>
                  <a:pt x="2292" y="44"/>
                </a:lnTo>
                <a:lnTo>
                  <a:pt x="2333" y="89"/>
                </a:lnTo>
                <a:lnTo>
                  <a:pt x="2375" y="112"/>
                </a:lnTo>
                <a:lnTo>
                  <a:pt x="2416" y="134"/>
                </a:lnTo>
                <a:lnTo>
                  <a:pt x="2458" y="179"/>
                </a:lnTo>
                <a:lnTo>
                  <a:pt x="2499" y="201"/>
                </a:lnTo>
                <a:lnTo>
                  <a:pt x="2554" y="224"/>
                </a:lnTo>
                <a:lnTo>
                  <a:pt x="2596" y="224"/>
                </a:lnTo>
                <a:lnTo>
                  <a:pt x="2637" y="246"/>
                </a:lnTo>
                <a:lnTo>
                  <a:pt x="2679" y="270"/>
                </a:lnTo>
                <a:lnTo>
                  <a:pt x="2720" y="270"/>
                </a:lnTo>
                <a:lnTo>
                  <a:pt x="2761" y="270"/>
                </a:lnTo>
                <a:lnTo>
                  <a:pt x="2803" y="224"/>
                </a:lnTo>
                <a:lnTo>
                  <a:pt x="2844" y="201"/>
                </a:lnTo>
                <a:lnTo>
                  <a:pt x="2886" y="179"/>
                </a:lnTo>
                <a:lnTo>
                  <a:pt x="2927" y="179"/>
                </a:lnTo>
                <a:lnTo>
                  <a:pt x="2968" y="134"/>
                </a:lnTo>
                <a:lnTo>
                  <a:pt x="3010" y="134"/>
                </a:lnTo>
                <a:lnTo>
                  <a:pt x="3051" y="112"/>
                </a:lnTo>
                <a:lnTo>
                  <a:pt x="3093" y="89"/>
                </a:lnTo>
                <a:lnTo>
                  <a:pt x="3134" y="89"/>
                </a:lnTo>
                <a:lnTo>
                  <a:pt x="3176" y="67"/>
                </a:lnTo>
                <a:lnTo>
                  <a:pt x="3176" y="1033"/>
                </a:lnTo>
                <a:lnTo>
                  <a:pt x="3037" y="854"/>
                </a:lnTo>
                <a:lnTo>
                  <a:pt x="2996" y="854"/>
                </a:lnTo>
                <a:lnTo>
                  <a:pt x="2955" y="854"/>
                </a:lnTo>
                <a:lnTo>
                  <a:pt x="2913" y="899"/>
                </a:lnTo>
                <a:lnTo>
                  <a:pt x="2872" y="831"/>
                </a:lnTo>
                <a:lnTo>
                  <a:pt x="2830" y="809"/>
                </a:lnTo>
                <a:lnTo>
                  <a:pt x="2789" y="741"/>
                </a:lnTo>
                <a:lnTo>
                  <a:pt x="2748" y="763"/>
                </a:lnTo>
                <a:lnTo>
                  <a:pt x="2734" y="831"/>
                </a:lnTo>
                <a:lnTo>
                  <a:pt x="2679" y="854"/>
                </a:lnTo>
                <a:lnTo>
                  <a:pt x="2637" y="899"/>
                </a:lnTo>
                <a:lnTo>
                  <a:pt x="2596" y="899"/>
                </a:lnTo>
                <a:lnTo>
                  <a:pt x="2554" y="876"/>
                </a:lnTo>
                <a:lnTo>
                  <a:pt x="2513" y="854"/>
                </a:lnTo>
                <a:lnTo>
                  <a:pt x="2471" y="809"/>
                </a:lnTo>
                <a:lnTo>
                  <a:pt x="2430" y="809"/>
                </a:lnTo>
                <a:lnTo>
                  <a:pt x="2389" y="809"/>
                </a:lnTo>
                <a:lnTo>
                  <a:pt x="2347" y="854"/>
                </a:lnTo>
                <a:lnTo>
                  <a:pt x="2306" y="899"/>
                </a:lnTo>
                <a:lnTo>
                  <a:pt x="2264" y="899"/>
                </a:lnTo>
                <a:lnTo>
                  <a:pt x="2223" y="899"/>
                </a:lnTo>
                <a:lnTo>
                  <a:pt x="2182" y="854"/>
                </a:lnTo>
                <a:lnTo>
                  <a:pt x="2126" y="876"/>
                </a:lnTo>
                <a:lnTo>
                  <a:pt x="2085" y="899"/>
                </a:lnTo>
                <a:lnTo>
                  <a:pt x="2044" y="854"/>
                </a:lnTo>
                <a:lnTo>
                  <a:pt x="1988" y="831"/>
                </a:lnTo>
                <a:lnTo>
                  <a:pt x="1947" y="809"/>
                </a:lnTo>
                <a:lnTo>
                  <a:pt x="1905" y="809"/>
                </a:lnTo>
                <a:lnTo>
                  <a:pt x="1864" y="809"/>
                </a:lnTo>
                <a:lnTo>
                  <a:pt x="1823" y="854"/>
                </a:lnTo>
                <a:lnTo>
                  <a:pt x="1781" y="899"/>
                </a:lnTo>
                <a:lnTo>
                  <a:pt x="1740" y="899"/>
                </a:lnTo>
                <a:lnTo>
                  <a:pt x="1698" y="899"/>
                </a:lnTo>
                <a:lnTo>
                  <a:pt x="1657" y="831"/>
                </a:lnTo>
                <a:lnTo>
                  <a:pt x="1616" y="809"/>
                </a:lnTo>
                <a:lnTo>
                  <a:pt x="1573" y="809"/>
                </a:lnTo>
                <a:lnTo>
                  <a:pt x="1532" y="809"/>
                </a:lnTo>
                <a:lnTo>
                  <a:pt x="1490" y="809"/>
                </a:lnTo>
                <a:lnTo>
                  <a:pt x="1449" y="831"/>
                </a:lnTo>
                <a:lnTo>
                  <a:pt x="1408" y="831"/>
                </a:lnTo>
                <a:lnTo>
                  <a:pt x="1366" y="854"/>
                </a:lnTo>
                <a:lnTo>
                  <a:pt x="1325" y="854"/>
                </a:lnTo>
                <a:lnTo>
                  <a:pt x="1283" y="854"/>
                </a:lnTo>
                <a:lnTo>
                  <a:pt x="1242" y="854"/>
                </a:lnTo>
                <a:lnTo>
                  <a:pt x="1187" y="899"/>
                </a:lnTo>
                <a:lnTo>
                  <a:pt x="1145" y="921"/>
                </a:lnTo>
                <a:lnTo>
                  <a:pt x="1090" y="921"/>
                </a:lnTo>
                <a:lnTo>
                  <a:pt x="1049" y="921"/>
                </a:lnTo>
                <a:lnTo>
                  <a:pt x="1007" y="921"/>
                </a:lnTo>
                <a:lnTo>
                  <a:pt x="966" y="899"/>
                </a:lnTo>
                <a:lnTo>
                  <a:pt x="911" y="899"/>
                </a:lnTo>
                <a:lnTo>
                  <a:pt x="869" y="876"/>
                </a:lnTo>
                <a:lnTo>
                  <a:pt x="828" y="899"/>
                </a:lnTo>
                <a:lnTo>
                  <a:pt x="786" y="921"/>
                </a:lnTo>
                <a:lnTo>
                  <a:pt x="745" y="944"/>
                </a:lnTo>
                <a:lnTo>
                  <a:pt x="704" y="989"/>
                </a:lnTo>
                <a:lnTo>
                  <a:pt x="662" y="989"/>
                </a:lnTo>
                <a:lnTo>
                  <a:pt x="621" y="989"/>
                </a:lnTo>
                <a:lnTo>
                  <a:pt x="579" y="989"/>
                </a:lnTo>
                <a:lnTo>
                  <a:pt x="565" y="921"/>
                </a:lnTo>
                <a:lnTo>
                  <a:pt x="524" y="899"/>
                </a:lnTo>
                <a:lnTo>
                  <a:pt x="483" y="899"/>
                </a:lnTo>
                <a:lnTo>
                  <a:pt x="441" y="854"/>
                </a:lnTo>
                <a:lnTo>
                  <a:pt x="400" y="854"/>
                </a:lnTo>
                <a:lnTo>
                  <a:pt x="358" y="854"/>
                </a:lnTo>
                <a:lnTo>
                  <a:pt x="317" y="899"/>
                </a:lnTo>
                <a:lnTo>
                  <a:pt x="276" y="899"/>
                </a:lnTo>
                <a:lnTo>
                  <a:pt x="234" y="899"/>
                </a:lnTo>
                <a:lnTo>
                  <a:pt x="193" y="899"/>
                </a:lnTo>
                <a:lnTo>
                  <a:pt x="151" y="899"/>
                </a:lnTo>
                <a:lnTo>
                  <a:pt x="110" y="921"/>
                </a:lnTo>
                <a:lnTo>
                  <a:pt x="69" y="944"/>
                </a:lnTo>
                <a:lnTo>
                  <a:pt x="27" y="944"/>
                </a:lnTo>
                <a:lnTo>
                  <a:pt x="0" y="89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96969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1549440" y="2222640"/>
            <a:ext cx="76320" cy="40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412920" y="2228760"/>
            <a:ext cx="50760" cy="393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774800" y="1508040"/>
            <a:ext cx="76212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38280" y="42840"/>
            <a:ext cx="211608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Amending a 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708200" y="1316160"/>
            <a:ext cx="914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Record Buffer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2651040" y="1508040"/>
            <a:ext cx="463680" cy="30492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692440" y="1316160"/>
            <a:ext cx="3952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1452600" y="1828800"/>
            <a:ext cx="757440" cy="1581480"/>
          </a:xfrm>
          <a:custGeom>
            <a:avLst/>
            <a:gdLst/>
            <a:ahLst/>
            <a:rect l="0" t="0" r="r" b="b"/>
            <a:pathLst>
              <a:path fill="none" w="2104" h="4393">
                <a:moveTo>
                  <a:pt x="0" y="4393"/>
                </a:moveTo>
                <a:lnTo>
                  <a:pt x="0" y="4393"/>
                </a:lnTo>
                <a:cubicBezTo>
                  <a:pt x="369" y="4393"/>
                  <a:pt x="732" y="4190"/>
                  <a:pt x="1052" y="3804"/>
                </a:cubicBezTo>
                <a:cubicBezTo>
                  <a:pt x="1372" y="3419"/>
                  <a:pt x="1637" y="2864"/>
                  <a:pt x="1822" y="2196"/>
                </a:cubicBezTo>
                <a:cubicBezTo>
                  <a:pt x="2007" y="1529"/>
                  <a:pt x="2104" y="771"/>
                  <a:pt x="2104" y="0"/>
                </a:cubicBezTo>
              </a:path>
            </a:pathLst>
          </a:custGeom>
          <a:ln w="12600">
            <a:solidFill>
              <a:srgbClr val="00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916280" y="2371680"/>
            <a:ext cx="493560" cy="122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REWRITE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