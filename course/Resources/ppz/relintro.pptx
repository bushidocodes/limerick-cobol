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5" r:id="rId3"/>
    <p:sldId id="277" r:id="rId4"/>
    <p:sldId id="276" r:id="rId5"/>
    <p:sldId id="27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</p:sldIdLst>
  <p:sldSz cx="3238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4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AEA"/>
    <a:srgbClr val="A50021"/>
    <a:srgbClr val="CC0000"/>
    <a:srgbClr val="3366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2" d="100"/>
          <a:sy n="222" d="100"/>
        </p:scale>
        <p:origin x="1764" y="174"/>
      </p:cViewPr>
      <p:guideLst>
        <p:guide orient="horz"/>
        <p:guide pos="45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792E9-5CCB-C75A-EFEA-75DE00DDA6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4813" y="623888"/>
            <a:ext cx="2428875" cy="13255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5D363-0BAD-E9D0-4BBD-CFE5C70BFF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4813" y="2001838"/>
            <a:ext cx="2428875" cy="9191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5D1D5-9719-6A58-8E76-C548CF277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DBB63-B004-FED5-3729-43ED6054A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C5279-9C98-C07E-5359-9A585CCC2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A7E5138-34F7-4561-8CAA-B25547C19D0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45395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37E97-39BE-97A3-1D23-40A8AF40F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8BDE2-14B8-CA04-967D-1E1DF8254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EE019-5063-73D4-E920-5001223B8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B31E2-D757-85EF-5666-A6AB5623F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81EE7-71FE-F6E9-2CCC-35C2313E6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0BE6DC-1ABD-4CAC-9E6C-99911471D33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5092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3A788-35E7-3CF5-02CE-74927E0A9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663" y="949325"/>
            <a:ext cx="2794000" cy="15859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6EBC5F-07E2-D002-C04F-CED39D082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0663" y="2549525"/>
            <a:ext cx="2794000" cy="83343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3F7D2-07F3-3CBA-48DF-EB2AC5F77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ECF3B-5299-2844-0C8B-8C0E752EC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36C6B-C439-51B4-F067-7D5C3522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5C8FDF-FE51-4085-909A-BBC5E2EFE39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98854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299CE-1D8D-3571-2C93-21816D09D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DB59E-4E87-E6CE-1E09-25520C4F8A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2888" y="1100138"/>
            <a:ext cx="1300162" cy="228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827370-A075-D61C-7A61-20D60D2C7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95450" y="1100138"/>
            <a:ext cx="1300163" cy="228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67E04-258B-893F-BBA9-D02D929F0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2F0629-2655-F235-18F0-8E9C2632B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CE4DA6-B8A4-E4FE-7E1F-27B0301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55F58A-FCAC-48D5-9984-EA75B73F028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9713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2173C-292B-107F-21D5-95882C63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203200"/>
            <a:ext cx="2792412" cy="736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BFB2A1-D8FD-0FFE-D87B-6FC0E61C0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3838" y="933450"/>
            <a:ext cx="1370012" cy="45878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EBCD05-941D-A320-240C-ED49CF17F7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3838" y="1392238"/>
            <a:ext cx="1370012" cy="20462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72FF0E-2EDD-078E-DD31-DDC6CBAFE1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639888" y="933450"/>
            <a:ext cx="1376362" cy="45878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A755BA-52E4-BC4A-E686-6D4C51A7B6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639888" y="1392238"/>
            <a:ext cx="1376362" cy="20462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7D66C4-B586-5440-330D-3E99246DF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EFAE4C-0E09-83A3-DE7A-F41361CD3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0DE530-D6D5-6C9C-43DE-756CC1394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4C802ED-5DB5-4F95-99D7-52779DD4C1E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5635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B5DB2-6425-581D-41B2-BC496D6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5639BD-EE95-50E3-95AC-AB78A389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5E8AAF-9C64-7382-B64C-AE98D406F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2BC1B0-35A5-C712-73D1-AC01681AD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B1D4FF-5F2E-4F74-B9B0-31D05A47160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6192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4D4CA0-8793-C7DE-D7EB-AF9BEA50B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B1B5C4-417F-AED1-BF2B-3EDD92943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E5BD0-A7E7-CEFE-E53C-8282327AD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D2CE7CA-78CC-4E82-98F6-0540C6675EF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207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C1C53-DD03-DFF9-016F-5C62F6DB5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254000"/>
            <a:ext cx="1042987" cy="889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EA5A1-9EB0-CF9F-00DD-C3773A315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6363" y="549275"/>
            <a:ext cx="1639887" cy="27066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4C524A-B8B4-AB4F-6654-A4C75C1C3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3838" y="1143000"/>
            <a:ext cx="1042987" cy="2117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37978D-6057-B679-E9A7-9F90366BD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6C74AC-B22F-C26A-F879-B7D6BA1A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94DB5-309B-9D5A-C3D2-A7918B76F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37B019-2B83-4293-8DB0-C4FA50C5495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51917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CF3-C510-ACCC-04BF-6B9A34B35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254000"/>
            <a:ext cx="1042987" cy="889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323163-1469-65FC-E209-7B5D56A11D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376363" y="549275"/>
            <a:ext cx="1639887" cy="270668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F9716C-6A93-58A4-61DA-FF5EC3E91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3838" y="1143000"/>
            <a:ext cx="1042987" cy="2117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19909-8385-CC88-C8A3-B2B103BD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222D2F-3D58-1268-A7D7-3461B19A9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7EB4D-6A49-279F-AFBC-B92A2C1CB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2A248FF-76BC-4E04-898D-33B2D37EB7B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947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B875A-9B13-7C75-6B8F-3254BB23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2805D6-57B7-9FB2-820C-0A3BE3140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E8028-D138-8D7E-045D-F17AA92D0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6D95F-9F3C-DA8E-5287-8D4BF1A95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B9386-4830-0FAC-50C6-6B1332480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0CAB1A5-F64E-434D-BDAA-C791756C931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310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6C6C2B-432E-1FB1-285F-4B92AAE3E5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308225" y="336550"/>
            <a:ext cx="687388" cy="30495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A8D121-01A0-2FA1-0606-735E95CFE9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42888" y="336550"/>
            <a:ext cx="1912937" cy="30495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C1F30-90B1-7B86-0530-4042BC902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B04D9-1C0A-CDEC-7F55-BF57B3F27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578FD-156E-9281-3340-37E2FF17F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31B512A-F777-4712-AECD-504F27BAF27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29622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BB526E8-FBD2-3B3C-6114-B1A213E43A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42888" y="336550"/>
            <a:ext cx="2752725" cy="635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1750" tIns="19050" rIns="31750" bIns="1905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98438C4E-D9B5-03DA-76CE-887CE10CC3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42888" y="1100138"/>
            <a:ext cx="2752725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1750" tIns="19050" rIns="31750" bIns="1905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E45869C2-8629-902C-0C3B-6EE6DB1D358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2888" y="3473450"/>
            <a:ext cx="674687" cy="25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defTabSz="114300">
              <a:defRPr sz="4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92813453-EA2E-72F3-3AA3-1213DCCF85F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06488" y="3473450"/>
            <a:ext cx="1025525" cy="25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algn="ctr" defTabSz="114300">
              <a:defRPr sz="4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CB60A47E-A30A-7720-0124-2CE2A0EA0E2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20925" y="3473450"/>
            <a:ext cx="674688" cy="25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1750" tIns="19050" rIns="31750" bIns="19050" numCol="1" anchor="ctr" anchorCtr="0" compatLnSpc="1">
            <a:prstTxWarp prst="textNoShape">
              <a:avLst/>
            </a:prstTxWarp>
          </a:bodyPr>
          <a:lstStyle>
            <a:lvl1pPr algn="r" defTabSz="114300">
              <a:defRPr sz="400"/>
            </a:lvl1pPr>
          </a:lstStyle>
          <a:p>
            <a:fld id="{630ADFD5-712C-4DF6-A19D-34316F4229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E2A028DE-1EBC-1CA2-B4F3-F02AF84FE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" y="15875"/>
            <a:ext cx="3197225" cy="376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14300" rtl="0" eaLnBrk="0" fontAlgn="base" hangingPunct="0">
        <a:spcBef>
          <a:spcPct val="0"/>
        </a:spcBef>
        <a:spcAft>
          <a:spcPct val="0"/>
        </a:spcAft>
        <a:defRPr sz="16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2pPr>
      <a:lvl3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3pPr>
      <a:lvl4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4pPr>
      <a:lvl5pPr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5pPr>
      <a:lvl6pPr marL="4572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6pPr>
      <a:lvl7pPr marL="9144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defTabSz="114300" rtl="0" eaLnBrk="0" fontAlgn="base" hangingPunct="0">
        <a:spcBef>
          <a:spcPct val="0"/>
        </a:spcBef>
        <a:spcAft>
          <a:spcPct val="0"/>
        </a:spcAft>
        <a:defRPr sz="16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119063" indent="-119063" algn="l" defTabSz="114300" rtl="0" eaLnBrk="0" fontAlgn="base" hangingPunct="0">
        <a:spcBef>
          <a:spcPct val="20000"/>
        </a:spcBef>
        <a:spcAft>
          <a:spcPct val="0"/>
        </a:spcAft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indent="-30163" algn="l" defTabSz="114300" rtl="0" eaLnBrk="0" fontAlgn="base" hangingPunct="0">
        <a:spcBef>
          <a:spcPct val="20000"/>
        </a:spcBef>
        <a:spcAft>
          <a:spcPct val="0"/>
        </a:spcAft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404813" indent="-26988" algn="l" defTabSz="114300" rtl="0" eaLnBrk="0" fontAlgn="base" hangingPunct="0">
        <a:spcBef>
          <a:spcPct val="20000"/>
        </a:spcBef>
        <a:spcAft>
          <a:spcPct val="0"/>
        </a:spcAft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3pPr>
      <a:lvl4pPr marL="566738" indent="-47625" algn="l" defTabSz="114300" rtl="0" eaLnBrk="0" fontAlgn="base" hangingPunct="0">
        <a:spcBef>
          <a:spcPct val="20000"/>
        </a:spcBef>
        <a:spcAft>
          <a:spcPct val="0"/>
        </a:spcAft>
        <a:buChar char="–"/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728663" indent="-47625" algn="l" defTabSz="114300" rtl="0" eaLnBrk="0" fontAlgn="base" hangingPunct="0">
        <a:spcBef>
          <a:spcPct val="20000"/>
        </a:spcBef>
        <a:spcAft>
          <a:spcPct val="0"/>
        </a:spcAft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C8E59638-53FF-7CCF-A4D4-A9CA7AC30A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" y="517525"/>
            <a:ext cx="2933700" cy="2528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Reading, Inserting, Deleting and Amending records in a Relative file.</a:t>
            </a:r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/>
              <a:t>Click to view.</a:t>
            </a:r>
          </a:p>
          <a:p>
            <a:pPr algn="ctr"/>
            <a:endParaRPr lang="en-US" altLang="en-US" sz="1400" b="1"/>
          </a:p>
          <a:p>
            <a:pPr algn="ctr"/>
            <a:r>
              <a:rPr lang="en-US" altLang="en-US" sz="1000"/>
              <a:t>When viewing the program,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A47B01E5-1C3F-1B7C-5E39-942E4CD68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3075" name="Line 3">
            <a:extLst>
              <a:ext uri="{FF2B5EF4-FFF2-40B4-BE49-F238E27FC236}">
                <a16:creationId xmlns:a16="http://schemas.microsoft.com/office/drawing/2014/main" id="{212909C0-5A86-B3A1-BFE9-04746AF875A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2BC32324-DDA9-ECDB-1733-FDE2FEDFB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3077" name="Line 5">
            <a:extLst>
              <a:ext uri="{FF2B5EF4-FFF2-40B4-BE49-F238E27FC236}">
                <a16:creationId xmlns:a16="http://schemas.microsoft.com/office/drawing/2014/main" id="{0A357D1A-461A-45F3-E8DF-3D9015EFF3A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8" name="Line 6">
            <a:extLst>
              <a:ext uri="{FF2B5EF4-FFF2-40B4-BE49-F238E27FC236}">
                <a16:creationId xmlns:a16="http://schemas.microsoft.com/office/drawing/2014/main" id="{A3E49AB2-146F-CB89-67A4-41ACA64040D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F12DD501-DA1B-F294-904D-9C044B8F85B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0" name="Line 8">
            <a:extLst>
              <a:ext uri="{FF2B5EF4-FFF2-40B4-BE49-F238E27FC236}">
                <a16:creationId xmlns:a16="http://schemas.microsoft.com/office/drawing/2014/main" id="{E7408838-3363-F494-74C1-1ACF1F38CE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1" name="Line 9">
            <a:extLst>
              <a:ext uri="{FF2B5EF4-FFF2-40B4-BE49-F238E27FC236}">
                <a16:creationId xmlns:a16="http://schemas.microsoft.com/office/drawing/2014/main" id="{6DA2DC3A-CB56-516A-8FFE-3E8D67577AD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A9F53E5A-F2E3-E48C-DD09-E5BE42813C6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A23EA110-AE04-2E79-1C37-0460411BF64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EB822CDE-0C67-5CB7-356D-23386771036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5" name="Line 13">
            <a:extLst>
              <a:ext uri="{FF2B5EF4-FFF2-40B4-BE49-F238E27FC236}">
                <a16:creationId xmlns:a16="http://schemas.microsoft.com/office/drawing/2014/main" id="{4F58B795-7797-9184-5335-D9DD00AC314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3086" name="Freeform 14">
            <a:extLst>
              <a:ext uri="{FF2B5EF4-FFF2-40B4-BE49-F238E27FC236}">
                <a16:creationId xmlns:a16="http://schemas.microsoft.com/office/drawing/2014/main" id="{165A9B76-3800-F867-6578-B0144670D41F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3087" name="Rectangle 15">
            <a:extLst>
              <a:ext uri="{FF2B5EF4-FFF2-40B4-BE49-F238E27FC236}">
                <a16:creationId xmlns:a16="http://schemas.microsoft.com/office/drawing/2014/main" id="{21781B01-0EA5-4628-5C87-A3121D151E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3088" name="Rectangle 16">
            <a:extLst>
              <a:ext uri="{FF2B5EF4-FFF2-40B4-BE49-F238E27FC236}">
                <a16:creationId xmlns:a16="http://schemas.microsoft.com/office/drawing/2014/main" id="{FD2D1B64-0FE8-9D08-48DF-A037FD704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9" name="Rectangle 17">
            <a:extLst>
              <a:ext uri="{FF2B5EF4-FFF2-40B4-BE49-F238E27FC236}">
                <a16:creationId xmlns:a16="http://schemas.microsoft.com/office/drawing/2014/main" id="{342E202F-84D9-5E8A-38EF-CCD78F629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B839E39C-1457-6DD8-C78B-0E393C313D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383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Reading a record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47C6278C-9C18-6F56-9B8F-A24976A416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FB69A0D9-BA0D-A21A-D16C-2ECB92EAD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93" name="Rectangle 21">
            <a:extLst>
              <a:ext uri="{FF2B5EF4-FFF2-40B4-BE49-F238E27FC236}">
                <a16:creationId xmlns:a16="http://schemas.microsoft.com/office/drawing/2014/main" id="{91B179C1-014D-66BA-6E25-89B27C18F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C9D2BD68-9446-8586-6695-12EEE0F78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4099" name="Line 3">
            <a:extLst>
              <a:ext uri="{FF2B5EF4-FFF2-40B4-BE49-F238E27FC236}">
                <a16:creationId xmlns:a16="http://schemas.microsoft.com/office/drawing/2014/main" id="{9A86C69B-62CB-3FF4-4D20-E2A41DCD663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B6300FD9-A119-D2E0-350E-C7130195D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4101" name="Line 5">
            <a:extLst>
              <a:ext uri="{FF2B5EF4-FFF2-40B4-BE49-F238E27FC236}">
                <a16:creationId xmlns:a16="http://schemas.microsoft.com/office/drawing/2014/main" id="{FB38C14F-073C-3755-8A1E-3081B6371C7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2" name="Line 6">
            <a:extLst>
              <a:ext uri="{FF2B5EF4-FFF2-40B4-BE49-F238E27FC236}">
                <a16:creationId xmlns:a16="http://schemas.microsoft.com/office/drawing/2014/main" id="{BFF8A9F7-331E-8B0F-8604-E50550DE911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3" name="Line 7">
            <a:extLst>
              <a:ext uri="{FF2B5EF4-FFF2-40B4-BE49-F238E27FC236}">
                <a16:creationId xmlns:a16="http://schemas.microsoft.com/office/drawing/2014/main" id="{95F33350-7A29-0B7A-71BF-1622498CA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4" name="Line 8">
            <a:extLst>
              <a:ext uri="{FF2B5EF4-FFF2-40B4-BE49-F238E27FC236}">
                <a16:creationId xmlns:a16="http://schemas.microsoft.com/office/drawing/2014/main" id="{B4FD243C-30FA-C72D-F192-80591F0CF81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5" name="Line 9">
            <a:extLst>
              <a:ext uri="{FF2B5EF4-FFF2-40B4-BE49-F238E27FC236}">
                <a16:creationId xmlns:a16="http://schemas.microsoft.com/office/drawing/2014/main" id="{17762416-B152-64E8-455A-EC3795D0AFC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7E9CFA3A-AEF6-66B5-EB63-7DA71CE61A4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7" name="Line 11">
            <a:extLst>
              <a:ext uri="{FF2B5EF4-FFF2-40B4-BE49-F238E27FC236}">
                <a16:creationId xmlns:a16="http://schemas.microsoft.com/office/drawing/2014/main" id="{9661277E-461E-4C5C-EF00-EC32CD9FCD9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8" name="Line 12">
            <a:extLst>
              <a:ext uri="{FF2B5EF4-FFF2-40B4-BE49-F238E27FC236}">
                <a16:creationId xmlns:a16="http://schemas.microsoft.com/office/drawing/2014/main" id="{BBE76263-1C03-7220-8773-14AAC7EEC9D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9" name="Line 13">
            <a:extLst>
              <a:ext uri="{FF2B5EF4-FFF2-40B4-BE49-F238E27FC236}">
                <a16:creationId xmlns:a16="http://schemas.microsoft.com/office/drawing/2014/main" id="{5CBE1166-66ED-2867-22F1-9CF3F1DDF9D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4110" name="Freeform 14">
            <a:extLst>
              <a:ext uri="{FF2B5EF4-FFF2-40B4-BE49-F238E27FC236}">
                <a16:creationId xmlns:a16="http://schemas.microsoft.com/office/drawing/2014/main" id="{15D52725-ADF1-4CC3-47EB-443C9AF3A308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4111" name="Rectangle 15">
            <a:extLst>
              <a:ext uri="{FF2B5EF4-FFF2-40B4-BE49-F238E27FC236}">
                <a16:creationId xmlns:a16="http://schemas.microsoft.com/office/drawing/2014/main" id="{7D51E96C-F6E6-83BE-632A-ED7406975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4112" name="Rectangle 16">
            <a:extLst>
              <a:ext uri="{FF2B5EF4-FFF2-40B4-BE49-F238E27FC236}">
                <a16:creationId xmlns:a16="http://schemas.microsoft.com/office/drawing/2014/main" id="{3CBAB93B-5E1E-4DD4-675B-D9D38D6D6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Rectangle 17">
            <a:extLst>
              <a:ext uri="{FF2B5EF4-FFF2-40B4-BE49-F238E27FC236}">
                <a16:creationId xmlns:a16="http://schemas.microsoft.com/office/drawing/2014/main" id="{880B511E-2F7B-018D-B7C5-845385B4EB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4" name="Rectangle 18">
            <a:extLst>
              <a:ext uri="{FF2B5EF4-FFF2-40B4-BE49-F238E27FC236}">
                <a16:creationId xmlns:a16="http://schemas.microsoft.com/office/drawing/2014/main" id="{E6B5D73D-2364-C591-41EC-A35B627ADC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383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Reading a record</a:t>
            </a:r>
          </a:p>
        </p:txBody>
      </p:sp>
      <p:sp>
        <p:nvSpPr>
          <p:cNvPr id="4115" name="Rectangle 19">
            <a:extLst>
              <a:ext uri="{FF2B5EF4-FFF2-40B4-BE49-F238E27FC236}">
                <a16:creationId xmlns:a16="http://schemas.microsoft.com/office/drawing/2014/main" id="{D7FC7B03-9BBA-9F7C-C400-87CDC5BBF0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4116" name="Rectangle 20">
            <a:extLst>
              <a:ext uri="{FF2B5EF4-FFF2-40B4-BE49-F238E27FC236}">
                <a16:creationId xmlns:a16="http://schemas.microsoft.com/office/drawing/2014/main" id="{0641C78D-B5DA-ECCD-1B22-987B5B61B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326</a:t>
            </a:r>
          </a:p>
        </p:txBody>
      </p:sp>
      <p:sp>
        <p:nvSpPr>
          <p:cNvPr id="4117" name="Rectangle 21">
            <a:extLst>
              <a:ext uri="{FF2B5EF4-FFF2-40B4-BE49-F238E27FC236}">
                <a16:creationId xmlns:a16="http://schemas.microsoft.com/office/drawing/2014/main" id="{D570B1B3-6544-055C-8B26-A29B766605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A18D3987-DE5F-89C2-6566-8BE4A2007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5123" name="Line 3">
            <a:extLst>
              <a:ext uri="{FF2B5EF4-FFF2-40B4-BE49-F238E27FC236}">
                <a16:creationId xmlns:a16="http://schemas.microsoft.com/office/drawing/2014/main" id="{933CCC3B-4EE2-E520-2967-2C7646A8C40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09922C3C-D857-2FCF-CBD8-30ED925F89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5125" name="Line 5">
            <a:extLst>
              <a:ext uri="{FF2B5EF4-FFF2-40B4-BE49-F238E27FC236}">
                <a16:creationId xmlns:a16="http://schemas.microsoft.com/office/drawing/2014/main" id="{5F25A502-7EBF-591D-2C31-395B0BA9C73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6">
            <a:extLst>
              <a:ext uri="{FF2B5EF4-FFF2-40B4-BE49-F238E27FC236}">
                <a16:creationId xmlns:a16="http://schemas.microsoft.com/office/drawing/2014/main" id="{D60C510D-A15E-54D3-4E4B-FBBC16957B2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Line 7">
            <a:extLst>
              <a:ext uri="{FF2B5EF4-FFF2-40B4-BE49-F238E27FC236}">
                <a16:creationId xmlns:a16="http://schemas.microsoft.com/office/drawing/2014/main" id="{9370DE06-E18C-2A5D-EE39-DB03CA2E92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8" name="Line 8">
            <a:extLst>
              <a:ext uri="{FF2B5EF4-FFF2-40B4-BE49-F238E27FC236}">
                <a16:creationId xmlns:a16="http://schemas.microsoft.com/office/drawing/2014/main" id="{DB0C6179-18F5-E7D9-4A11-B69DB13C491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Line 9">
            <a:extLst>
              <a:ext uri="{FF2B5EF4-FFF2-40B4-BE49-F238E27FC236}">
                <a16:creationId xmlns:a16="http://schemas.microsoft.com/office/drawing/2014/main" id="{D4BA1B3D-B328-A4C0-DF8B-34C5F7AFC26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0" name="Line 10">
            <a:extLst>
              <a:ext uri="{FF2B5EF4-FFF2-40B4-BE49-F238E27FC236}">
                <a16:creationId xmlns:a16="http://schemas.microsoft.com/office/drawing/2014/main" id="{7821FCF1-C4DD-F469-FF1D-4174155D3AD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1" name="Line 11">
            <a:extLst>
              <a:ext uri="{FF2B5EF4-FFF2-40B4-BE49-F238E27FC236}">
                <a16:creationId xmlns:a16="http://schemas.microsoft.com/office/drawing/2014/main" id="{78F9AEEE-BEBB-DBE4-9E75-25D0EA4A5E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2" name="Line 12">
            <a:extLst>
              <a:ext uri="{FF2B5EF4-FFF2-40B4-BE49-F238E27FC236}">
                <a16:creationId xmlns:a16="http://schemas.microsoft.com/office/drawing/2014/main" id="{A218EF1F-AA3C-AD04-70A2-E6FC1942A71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3" name="Line 13">
            <a:extLst>
              <a:ext uri="{FF2B5EF4-FFF2-40B4-BE49-F238E27FC236}">
                <a16:creationId xmlns:a16="http://schemas.microsoft.com/office/drawing/2014/main" id="{D15622CA-3132-8980-96AA-9A0A4464ED7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5134" name="Freeform 14">
            <a:extLst>
              <a:ext uri="{FF2B5EF4-FFF2-40B4-BE49-F238E27FC236}">
                <a16:creationId xmlns:a16="http://schemas.microsoft.com/office/drawing/2014/main" id="{74DA2142-5B21-690A-AB77-64B18CA9CEAB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5135" name="Rectangle 15">
            <a:extLst>
              <a:ext uri="{FF2B5EF4-FFF2-40B4-BE49-F238E27FC236}">
                <a16:creationId xmlns:a16="http://schemas.microsoft.com/office/drawing/2014/main" id="{0084909C-2CC8-424A-CF70-3FDDC3821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5136" name="Rectangle 16">
            <a:extLst>
              <a:ext uri="{FF2B5EF4-FFF2-40B4-BE49-F238E27FC236}">
                <a16:creationId xmlns:a16="http://schemas.microsoft.com/office/drawing/2014/main" id="{4767C281-3918-3757-FB53-CF4BDFBD7F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47F2D954-6C5F-836E-F509-1D315DEFA5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Rec326</a:t>
            </a:r>
          </a:p>
        </p:txBody>
      </p:sp>
      <p:sp>
        <p:nvSpPr>
          <p:cNvPr id="5138" name="Rectangle 18">
            <a:extLst>
              <a:ext uri="{FF2B5EF4-FFF2-40B4-BE49-F238E27FC236}">
                <a16:creationId xmlns:a16="http://schemas.microsoft.com/office/drawing/2014/main" id="{30F26583-BBA0-5C7F-536C-816385EE9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383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Reading a record</a:t>
            </a:r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85613C6E-23D6-A948-F6F7-28780CCE18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5140" name="Rectangle 20">
            <a:extLst>
              <a:ext uri="{FF2B5EF4-FFF2-40B4-BE49-F238E27FC236}">
                <a16:creationId xmlns:a16="http://schemas.microsoft.com/office/drawing/2014/main" id="{11B7089B-AE84-D305-86D7-03105E94D9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326</a:t>
            </a:r>
          </a:p>
        </p:txBody>
      </p:sp>
      <p:sp>
        <p:nvSpPr>
          <p:cNvPr id="5141" name="Rectangle 21">
            <a:extLst>
              <a:ext uri="{FF2B5EF4-FFF2-40B4-BE49-F238E27FC236}">
                <a16:creationId xmlns:a16="http://schemas.microsoft.com/office/drawing/2014/main" id="{98B4DB0D-2623-EF09-02CD-11958AE9E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  <p:sp>
        <p:nvSpPr>
          <p:cNvPr id="5142" name="Arc 22">
            <a:extLst>
              <a:ext uri="{FF2B5EF4-FFF2-40B4-BE49-F238E27FC236}">
                <a16:creationId xmlns:a16="http://schemas.microsoft.com/office/drawing/2014/main" id="{83457145-7AAE-6779-E15D-A0E525DD22B8}"/>
              </a:ext>
            </a:extLst>
          </p:cNvPr>
          <p:cNvSpPr>
            <a:spLocks/>
          </p:cNvSpPr>
          <p:nvPr/>
        </p:nvSpPr>
        <p:spPr bwMode="auto">
          <a:xfrm>
            <a:off x="1438275" y="1800225"/>
            <a:ext cx="762000" cy="1104900"/>
          </a:xfrm>
          <a:custGeom>
            <a:avLst/>
            <a:gdLst>
              <a:gd name="G0" fmla="+- 0 0 0"/>
              <a:gd name="G1" fmla="+- 0 0 0"/>
              <a:gd name="G2" fmla="+- 21600 0 0"/>
              <a:gd name="T0" fmla="*/ 21600 w 21600"/>
              <a:gd name="T1" fmla="*/ 0 h 21600"/>
              <a:gd name="T2" fmla="*/ 0 w 21600"/>
              <a:gd name="T3" fmla="*/ 21600 h 21600"/>
              <a:gd name="T4" fmla="*/ 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  <a:lnTo>
                  <a:pt x="0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stealth" w="med" len="lg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3" name="Rectangle 23">
            <a:extLst>
              <a:ext uri="{FF2B5EF4-FFF2-40B4-BE49-F238E27FC236}">
                <a16:creationId xmlns:a16="http://schemas.microsoft.com/office/drawing/2014/main" id="{5F3B15A5-F90B-BB8E-CBDD-85E0D7D564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6600" y="2252663"/>
            <a:ext cx="360363" cy="12223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800" b="1">
                <a:latin typeface="Courier New" panose="02070309020205020404" pitchFamily="49" charset="0"/>
              </a:rPr>
              <a:t>READ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ED896D-A44E-060E-B167-ADBA09029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6147" name="Line 3">
            <a:extLst>
              <a:ext uri="{FF2B5EF4-FFF2-40B4-BE49-F238E27FC236}">
                <a16:creationId xmlns:a16="http://schemas.microsoft.com/office/drawing/2014/main" id="{EE36148B-CC50-BDD7-F109-EF5631F0FD8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887C8022-1642-8C19-BFDD-F1C974D09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6149" name="Line 5">
            <a:extLst>
              <a:ext uri="{FF2B5EF4-FFF2-40B4-BE49-F238E27FC236}">
                <a16:creationId xmlns:a16="http://schemas.microsoft.com/office/drawing/2014/main" id="{90A416B1-097A-9D10-EE96-496C5B907D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" name="Line 6">
            <a:extLst>
              <a:ext uri="{FF2B5EF4-FFF2-40B4-BE49-F238E27FC236}">
                <a16:creationId xmlns:a16="http://schemas.microsoft.com/office/drawing/2014/main" id="{671477DD-3BFF-B9B0-56BB-BFAE69A039F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7">
            <a:extLst>
              <a:ext uri="{FF2B5EF4-FFF2-40B4-BE49-F238E27FC236}">
                <a16:creationId xmlns:a16="http://schemas.microsoft.com/office/drawing/2014/main" id="{3C3A2B93-5CB9-2146-A855-86E08BB9DE4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8">
            <a:extLst>
              <a:ext uri="{FF2B5EF4-FFF2-40B4-BE49-F238E27FC236}">
                <a16:creationId xmlns:a16="http://schemas.microsoft.com/office/drawing/2014/main" id="{C71C2AFD-240A-8644-1960-60F50E078D8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9">
            <a:extLst>
              <a:ext uri="{FF2B5EF4-FFF2-40B4-BE49-F238E27FC236}">
                <a16:creationId xmlns:a16="http://schemas.microsoft.com/office/drawing/2014/main" id="{A77FA05C-813F-D49A-7361-DCFD5745950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10">
            <a:extLst>
              <a:ext uri="{FF2B5EF4-FFF2-40B4-BE49-F238E27FC236}">
                <a16:creationId xmlns:a16="http://schemas.microsoft.com/office/drawing/2014/main" id="{59E4836D-65E3-1635-D8E3-C71403B0DD4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11">
            <a:extLst>
              <a:ext uri="{FF2B5EF4-FFF2-40B4-BE49-F238E27FC236}">
                <a16:creationId xmlns:a16="http://schemas.microsoft.com/office/drawing/2014/main" id="{99170936-2259-6E14-D60C-6D53FBB3426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Line 12">
            <a:extLst>
              <a:ext uri="{FF2B5EF4-FFF2-40B4-BE49-F238E27FC236}">
                <a16:creationId xmlns:a16="http://schemas.microsoft.com/office/drawing/2014/main" id="{DC5CE843-2AB7-EBA4-0211-1A4087D8CB7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7" name="Line 13">
            <a:extLst>
              <a:ext uri="{FF2B5EF4-FFF2-40B4-BE49-F238E27FC236}">
                <a16:creationId xmlns:a16="http://schemas.microsoft.com/office/drawing/2014/main" id="{EA73ED95-5109-8123-8090-FBB0CFA3EA8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6158" name="Freeform 14">
            <a:extLst>
              <a:ext uri="{FF2B5EF4-FFF2-40B4-BE49-F238E27FC236}">
                <a16:creationId xmlns:a16="http://schemas.microsoft.com/office/drawing/2014/main" id="{E2D08F72-B5F6-58DA-1660-DF484442D2DA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6159" name="Rectangle 15">
            <a:extLst>
              <a:ext uri="{FF2B5EF4-FFF2-40B4-BE49-F238E27FC236}">
                <a16:creationId xmlns:a16="http://schemas.microsoft.com/office/drawing/2014/main" id="{85C659E5-45B6-1446-F9A8-DEB0717A5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6160" name="Rectangle 16">
            <a:extLst>
              <a:ext uri="{FF2B5EF4-FFF2-40B4-BE49-F238E27FC236}">
                <a16:creationId xmlns:a16="http://schemas.microsoft.com/office/drawing/2014/main" id="{3198F73C-2E73-2D13-92D4-DB8757FCB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1" name="Rectangle 17">
            <a:extLst>
              <a:ext uri="{FF2B5EF4-FFF2-40B4-BE49-F238E27FC236}">
                <a16:creationId xmlns:a16="http://schemas.microsoft.com/office/drawing/2014/main" id="{B575BB8E-6A67-ED6A-D8BA-017247CDCD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Rec327</a:t>
            </a:r>
          </a:p>
        </p:txBody>
      </p:sp>
      <p:sp>
        <p:nvSpPr>
          <p:cNvPr id="6162" name="Rectangle 18">
            <a:extLst>
              <a:ext uri="{FF2B5EF4-FFF2-40B4-BE49-F238E27FC236}">
                <a16:creationId xmlns:a16="http://schemas.microsoft.com/office/drawing/2014/main" id="{DB660883-DADC-654E-C52A-52F64E53C0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637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Inserting a record</a:t>
            </a:r>
          </a:p>
        </p:txBody>
      </p:sp>
      <p:sp>
        <p:nvSpPr>
          <p:cNvPr id="6163" name="Rectangle 19">
            <a:extLst>
              <a:ext uri="{FF2B5EF4-FFF2-40B4-BE49-F238E27FC236}">
                <a16:creationId xmlns:a16="http://schemas.microsoft.com/office/drawing/2014/main" id="{8E7D42CA-850B-70F0-5D5E-2A7C0D2471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6164" name="Rectangle 20">
            <a:extLst>
              <a:ext uri="{FF2B5EF4-FFF2-40B4-BE49-F238E27FC236}">
                <a16:creationId xmlns:a16="http://schemas.microsoft.com/office/drawing/2014/main" id="{509CDFC6-F6AC-0D55-73CF-2F12DD2163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5" name="Rectangle 21">
            <a:extLst>
              <a:ext uri="{FF2B5EF4-FFF2-40B4-BE49-F238E27FC236}">
                <a16:creationId xmlns:a16="http://schemas.microsoft.com/office/drawing/2014/main" id="{6EC5B8E8-50E8-4251-307E-125DD34A0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1C055EFD-20F3-83B6-8668-6395E28E0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7171" name="Line 3">
            <a:extLst>
              <a:ext uri="{FF2B5EF4-FFF2-40B4-BE49-F238E27FC236}">
                <a16:creationId xmlns:a16="http://schemas.microsoft.com/office/drawing/2014/main" id="{C44D8028-A706-C839-2512-161D3925A7D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504FB458-DA8B-215B-18FF-5D923E0C8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7173" name="Line 5">
            <a:extLst>
              <a:ext uri="{FF2B5EF4-FFF2-40B4-BE49-F238E27FC236}">
                <a16:creationId xmlns:a16="http://schemas.microsoft.com/office/drawing/2014/main" id="{6DCEFBAE-DBAE-66BC-4D59-956183EE35B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4" name="Line 6">
            <a:extLst>
              <a:ext uri="{FF2B5EF4-FFF2-40B4-BE49-F238E27FC236}">
                <a16:creationId xmlns:a16="http://schemas.microsoft.com/office/drawing/2014/main" id="{59E5B029-0595-AE44-A06F-8101258AC08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5" name="Line 7">
            <a:extLst>
              <a:ext uri="{FF2B5EF4-FFF2-40B4-BE49-F238E27FC236}">
                <a16:creationId xmlns:a16="http://schemas.microsoft.com/office/drawing/2014/main" id="{828B0921-8E6C-C9A9-E847-0B78DFDC289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8">
            <a:extLst>
              <a:ext uri="{FF2B5EF4-FFF2-40B4-BE49-F238E27FC236}">
                <a16:creationId xmlns:a16="http://schemas.microsoft.com/office/drawing/2014/main" id="{E013FED7-8E9B-2440-16A7-14813FFE801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9">
            <a:extLst>
              <a:ext uri="{FF2B5EF4-FFF2-40B4-BE49-F238E27FC236}">
                <a16:creationId xmlns:a16="http://schemas.microsoft.com/office/drawing/2014/main" id="{A718B553-E3F6-6FD2-D317-644E6E78945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10">
            <a:extLst>
              <a:ext uri="{FF2B5EF4-FFF2-40B4-BE49-F238E27FC236}">
                <a16:creationId xmlns:a16="http://schemas.microsoft.com/office/drawing/2014/main" id="{02F7FF08-A562-2C7E-68E4-9CF6ECA3735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11">
            <a:extLst>
              <a:ext uri="{FF2B5EF4-FFF2-40B4-BE49-F238E27FC236}">
                <a16:creationId xmlns:a16="http://schemas.microsoft.com/office/drawing/2014/main" id="{9724D06C-2077-A997-AE66-1D57ADA76E7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12">
            <a:extLst>
              <a:ext uri="{FF2B5EF4-FFF2-40B4-BE49-F238E27FC236}">
                <a16:creationId xmlns:a16="http://schemas.microsoft.com/office/drawing/2014/main" id="{3AF09E3D-E4B6-7A7A-C05E-BEBEF144E6B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13">
            <a:extLst>
              <a:ext uri="{FF2B5EF4-FFF2-40B4-BE49-F238E27FC236}">
                <a16:creationId xmlns:a16="http://schemas.microsoft.com/office/drawing/2014/main" id="{D188ED87-A1B2-64AE-A120-89176D630FC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7182" name="Freeform 14">
            <a:extLst>
              <a:ext uri="{FF2B5EF4-FFF2-40B4-BE49-F238E27FC236}">
                <a16:creationId xmlns:a16="http://schemas.microsoft.com/office/drawing/2014/main" id="{34A6B21F-35BE-0FF4-8AB1-1F8E4985311D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7183" name="Rectangle 15">
            <a:extLst>
              <a:ext uri="{FF2B5EF4-FFF2-40B4-BE49-F238E27FC236}">
                <a16:creationId xmlns:a16="http://schemas.microsoft.com/office/drawing/2014/main" id="{12236BF1-6BB5-17E0-D51D-578DBFD415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7184" name="Rectangle 16">
            <a:extLst>
              <a:ext uri="{FF2B5EF4-FFF2-40B4-BE49-F238E27FC236}">
                <a16:creationId xmlns:a16="http://schemas.microsoft.com/office/drawing/2014/main" id="{DD495E77-E61B-98C0-F23E-5612A2DB6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5" name="Rectangle 17">
            <a:extLst>
              <a:ext uri="{FF2B5EF4-FFF2-40B4-BE49-F238E27FC236}">
                <a16:creationId xmlns:a16="http://schemas.microsoft.com/office/drawing/2014/main" id="{AE5626EC-347B-C561-D7DE-3C40DFD0DE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Rec327</a:t>
            </a:r>
          </a:p>
        </p:txBody>
      </p:sp>
      <p:sp>
        <p:nvSpPr>
          <p:cNvPr id="7186" name="Rectangle 18">
            <a:extLst>
              <a:ext uri="{FF2B5EF4-FFF2-40B4-BE49-F238E27FC236}">
                <a16:creationId xmlns:a16="http://schemas.microsoft.com/office/drawing/2014/main" id="{1CA2DA13-2273-DF6E-0952-204AB301D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637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Inserting a record</a:t>
            </a:r>
          </a:p>
        </p:txBody>
      </p:sp>
      <p:sp>
        <p:nvSpPr>
          <p:cNvPr id="7187" name="Rectangle 19">
            <a:extLst>
              <a:ext uri="{FF2B5EF4-FFF2-40B4-BE49-F238E27FC236}">
                <a16:creationId xmlns:a16="http://schemas.microsoft.com/office/drawing/2014/main" id="{0BD8C06A-1CFD-D402-0AAE-9B93B55E4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7188" name="Rectangle 20">
            <a:extLst>
              <a:ext uri="{FF2B5EF4-FFF2-40B4-BE49-F238E27FC236}">
                <a16:creationId xmlns:a16="http://schemas.microsoft.com/office/drawing/2014/main" id="{CA8E99AB-B4BA-690C-4603-DAB9A389F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327</a:t>
            </a:r>
          </a:p>
        </p:txBody>
      </p:sp>
      <p:sp>
        <p:nvSpPr>
          <p:cNvPr id="7189" name="Rectangle 21">
            <a:extLst>
              <a:ext uri="{FF2B5EF4-FFF2-40B4-BE49-F238E27FC236}">
                <a16:creationId xmlns:a16="http://schemas.microsoft.com/office/drawing/2014/main" id="{FDD89511-6773-C350-1FB3-28EB8C18A7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FE8A5366-A7F5-E794-A0A7-B29DA0BC0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Rec327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8195" name="Line 3">
            <a:extLst>
              <a:ext uri="{FF2B5EF4-FFF2-40B4-BE49-F238E27FC236}">
                <a16:creationId xmlns:a16="http://schemas.microsoft.com/office/drawing/2014/main" id="{6DFE348C-BEC5-FED8-AA75-1759C20076A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84F73714-65AC-C8BB-B789-02C48A9DA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8197" name="Line 5">
            <a:extLst>
              <a:ext uri="{FF2B5EF4-FFF2-40B4-BE49-F238E27FC236}">
                <a16:creationId xmlns:a16="http://schemas.microsoft.com/office/drawing/2014/main" id="{68EA7871-E949-5CB1-6950-4911AC2513C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8" name="Line 6">
            <a:extLst>
              <a:ext uri="{FF2B5EF4-FFF2-40B4-BE49-F238E27FC236}">
                <a16:creationId xmlns:a16="http://schemas.microsoft.com/office/drawing/2014/main" id="{C668626B-079F-DE0C-9BE6-28A38DECEA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9" name="Line 7">
            <a:extLst>
              <a:ext uri="{FF2B5EF4-FFF2-40B4-BE49-F238E27FC236}">
                <a16:creationId xmlns:a16="http://schemas.microsoft.com/office/drawing/2014/main" id="{AE972104-68B3-4A91-2C29-0AC511054D9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0" name="Line 8">
            <a:extLst>
              <a:ext uri="{FF2B5EF4-FFF2-40B4-BE49-F238E27FC236}">
                <a16:creationId xmlns:a16="http://schemas.microsoft.com/office/drawing/2014/main" id="{4B996160-0266-B4BA-6D79-4439F03A9BA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1" name="Line 9">
            <a:extLst>
              <a:ext uri="{FF2B5EF4-FFF2-40B4-BE49-F238E27FC236}">
                <a16:creationId xmlns:a16="http://schemas.microsoft.com/office/drawing/2014/main" id="{81E36F11-0A95-08FD-ACC1-A1703DA0327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2" name="Line 10">
            <a:extLst>
              <a:ext uri="{FF2B5EF4-FFF2-40B4-BE49-F238E27FC236}">
                <a16:creationId xmlns:a16="http://schemas.microsoft.com/office/drawing/2014/main" id="{467D9FBB-1830-B7EE-6EDC-4835EF60FDB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3" name="Line 11">
            <a:extLst>
              <a:ext uri="{FF2B5EF4-FFF2-40B4-BE49-F238E27FC236}">
                <a16:creationId xmlns:a16="http://schemas.microsoft.com/office/drawing/2014/main" id="{33832001-4B30-C1B6-93F1-9C44A3202E7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4" name="Line 12">
            <a:extLst>
              <a:ext uri="{FF2B5EF4-FFF2-40B4-BE49-F238E27FC236}">
                <a16:creationId xmlns:a16="http://schemas.microsoft.com/office/drawing/2014/main" id="{4A603DAA-D218-9255-07A9-1FC936AF891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Line 13">
            <a:extLst>
              <a:ext uri="{FF2B5EF4-FFF2-40B4-BE49-F238E27FC236}">
                <a16:creationId xmlns:a16="http://schemas.microsoft.com/office/drawing/2014/main" id="{DDE5AC1D-E2A3-AE45-CF5C-D43B91AE705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8206" name="Freeform 14">
            <a:extLst>
              <a:ext uri="{FF2B5EF4-FFF2-40B4-BE49-F238E27FC236}">
                <a16:creationId xmlns:a16="http://schemas.microsoft.com/office/drawing/2014/main" id="{989A02E9-56FA-6BED-AF34-964F65E0E6AA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8207" name="Rectangle 15">
            <a:extLst>
              <a:ext uri="{FF2B5EF4-FFF2-40B4-BE49-F238E27FC236}">
                <a16:creationId xmlns:a16="http://schemas.microsoft.com/office/drawing/2014/main" id="{E2A030AE-4669-B8F8-E1E3-D0AB1CEBD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8208" name="Rectangle 16">
            <a:extLst>
              <a:ext uri="{FF2B5EF4-FFF2-40B4-BE49-F238E27FC236}">
                <a16:creationId xmlns:a16="http://schemas.microsoft.com/office/drawing/2014/main" id="{BE2BD672-AD2C-B547-EF27-1C20B7640D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9" name="Rectangle 17">
            <a:extLst>
              <a:ext uri="{FF2B5EF4-FFF2-40B4-BE49-F238E27FC236}">
                <a16:creationId xmlns:a16="http://schemas.microsoft.com/office/drawing/2014/main" id="{FD63B4EB-2D0A-D658-65CF-CCA271F31E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Rec327</a:t>
            </a:r>
          </a:p>
        </p:txBody>
      </p:sp>
      <p:sp>
        <p:nvSpPr>
          <p:cNvPr id="8210" name="Rectangle 18">
            <a:extLst>
              <a:ext uri="{FF2B5EF4-FFF2-40B4-BE49-F238E27FC236}">
                <a16:creationId xmlns:a16="http://schemas.microsoft.com/office/drawing/2014/main" id="{2FBA330E-BA57-7620-4462-1BD571BEA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637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Inserting a record</a:t>
            </a:r>
          </a:p>
        </p:txBody>
      </p:sp>
      <p:sp>
        <p:nvSpPr>
          <p:cNvPr id="8211" name="Rectangle 19">
            <a:extLst>
              <a:ext uri="{FF2B5EF4-FFF2-40B4-BE49-F238E27FC236}">
                <a16:creationId xmlns:a16="http://schemas.microsoft.com/office/drawing/2014/main" id="{292A1E91-D2CC-1FA8-F5AE-886E0D20E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8212" name="Rectangle 20">
            <a:extLst>
              <a:ext uri="{FF2B5EF4-FFF2-40B4-BE49-F238E27FC236}">
                <a16:creationId xmlns:a16="http://schemas.microsoft.com/office/drawing/2014/main" id="{F342B9C8-3DDF-20BE-D401-70C541E08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327</a:t>
            </a:r>
          </a:p>
        </p:txBody>
      </p:sp>
      <p:sp>
        <p:nvSpPr>
          <p:cNvPr id="8213" name="Rectangle 21">
            <a:extLst>
              <a:ext uri="{FF2B5EF4-FFF2-40B4-BE49-F238E27FC236}">
                <a16:creationId xmlns:a16="http://schemas.microsoft.com/office/drawing/2014/main" id="{0FFB7199-EB3C-BB85-BE3F-1282560C7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  <p:sp>
        <p:nvSpPr>
          <p:cNvPr id="8214" name="Arc 22">
            <a:extLst>
              <a:ext uri="{FF2B5EF4-FFF2-40B4-BE49-F238E27FC236}">
                <a16:creationId xmlns:a16="http://schemas.microsoft.com/office/drawing/2014/main" id="{0E6C13F6-5F0C-8360-A840-192B58E58520}"/>
              </a:ext>
            </a:extLst>
          </p:cNvPr>
          <p:cNvSpPr>
            <a:spLocks/>
          </p:cNvSpPr>
          <p:nvPr/>
        </p:nvSpPr>
        <p:spPr bwMode="auto">
          <a:xfrm>
            <a:off x="1443038" y="1828800"/>
            <a:ext cx="762000" cy="1338263"/>
          </a:xfrm>
          <a:custGeom>
            <a:avLst/>
            <a:gdLst>
              <a:gd name="G0" fmla="+- 0 0 0"/>
              <a:gd name="G1" fmla="+- 0 0 0"/>
              <a:gd name="G2" fmla="+- 21600 0 0"/>
              <a:gd name="T0" fmla="*/ 21600 w 21600"/>
              <a:gd name="T1" fmla="*/ 0 h 21600"/>
              <a:gd name="T2" fmla="*/ 0 w 21600"/>
              <a:gd name="T3" fmla="*/ 21600 h 21600"/>
              <a:gd name="T4" fmla="*/ 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  <a:lnTo>
                  <a:pt x="0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Rectangle 23">
            <a:extLst>
              <a:ext uri="{FF2B5EF4-FFF2-40B4-BE49-F238E27FC236}">
                <a16:creationId xmlns:a16="http://schemas.microsoft.com/office/drawing/2014/main" id="{48DC22EB-B655-86AF-50AF-FF31DF043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6600" y="2252663"/>
            <a:ext cx="360363" cy="12223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800" b="1">
                <a:latin typeface="Courier New" panose="02070309020205020404" pitchFamily="49" charset="0"/>
              </a:rPr>
              <a:t>WRITE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70E75D65-D386-8480-566C-C1BE730BF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Rec327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9219" name="Line 3">
            <a:extLst>
              <a:ext uri="{FF2B5EF4-FFF2-40B4-BE49-F238E27FC236}">
                <a16:creationId xmlns:a16="http://schemas.microsoft.com/office/drawing/2014/main" id="{2A9B92E8-2514-1F02-9E2A-B4DD6A46C92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B058D26E-30EC-4668-60C8-6BA349D02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9221" name="Line 5">
            <a:extLst>
              <a:ext uri="{FF2B5EF4-FFF2-40B4-BE49-F238E27FC236}">
                <a16:creationId xmlns:a16="http://schemas.microsoft.com/office/drawing/2014/main" id="{C6B4DAF8-4C8B-32DA-F3F1-68F89B6EA6E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2" name="Line 6">
            <a:extLst>
              <a:ext uri="{FF2B5EF4-FFF2-40B4-BE49-F238E27FC236}">
                <a16:creationId xmlns:a16="http://schemas.microsoft.com/office/drawing/2014/main" id="{B5C05FB7-0DDC-80A2-3002-DCA6807E4D9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3" name="Line 7">
            <a:extLst>
              <a:ext uri="{FF2B5EF4-FFF2-40B4-BE49-F238E27FC236}">
                <a16:creationId xmlns:a16="http://schemas.microsoft.com/office/drawing/2014/main" id="{2F883FA2-DCA3-FE86-05F4-A92C935EE44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4" name="Line 8">
            <a:extLst>
              <a:ext uri="{FF2B5EF4-FFF2-40B4-BE49-F238E27FC236}">
                <a16:creationId xmlns:a16="http://schemas.microsoft.com/office/drawing/2014/main" id="{4B7D69CD-4E62-3927-EB44-CC23B48216C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5" name="Line 9">
            <a:extLst>
              <a:ext uri="{FF2B5EF4-FFF2-40B4-BE49-F238E27FC236}">
                <a16:creationId xmlns:a16="http://schemas.microsoft.com/office/drawing/2014/main" id="{41E8765A-D4B5-909D-A135-6E9A380939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6" name="Line 10">
            <a:extLst>
              <a:ext uri="{FF2B5EF4-FFF2-40B4-BE49-F238E27FC236}">
                <a16:creationId xmlns:a16="http://schemas.microsoft.com/office/drawing/2014/main" id="{338E872C-95D5-BFE4-3B03-A7CBD6311B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>
            <a:extLst>
              <a:ext uri="{FF2B5EF4-FFF2-40B4-BE49-F238E27FC236}">
                <a16:creationId xmlns:a16="http://schemas.microsoft.com/office/drawing/2014/main" id="{AE3B903D-0FC6-1AD2-138C-6A2C59A65B2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>
            <a:extLst>
              <a:ext uri="{FF2B5EF4-FFF2-40B4-BE49-F238E27FC236}">
                <a16:creationId xmlns:a16="http://schemas.microsoft.com/office/drawing/2014/main" id="{CF4928C0-9603-E7AA-4AA5-6F29BAE8742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>
            <a:extLst>
              <a:ext uri="{FF2B5EF4-FFF2-40B4-BE49-F238E27FC236}">
                <a16:creationId xmlns:a16="http://schemas.microsoft.com/office/drawing/2014/main" id="{034A23C3-C554-B6D2-6144-86879A0859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9230" name="Freeform 14">
            <a:extLst>
              <a:ext uri="{FF2B5EF4-FFF2-40B4-BE49-F238E27FC236}">
                <a16:creationId xmlns:a16="http://schemas.microsoft.com/office/drawing/2014/main" id="{68EDD4F2-0F31-09D0-E336-EF3068053AA5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9231" name="Rectangle 15">
            <a:extLst>
              <a:ext uri="{FF2B5EF4-FFF2-40B4-BE49-F238E27FC236}">
                <a16:creationId xmlns:a16="http://schemas.microsoft.com/office/drawing/2014/main" id="{2FF2F88F-12F3-6C1F-2047-1A03756B0E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9232" name="Rectangle 16">
            <a:extLst>
              <a:ext uri="{FF2B5EF4-FFF2-40B4-BE49-F238E27FC236}">
                <a16:creationId xmlns:a16="http://schemas.microsoft.com/office/drawing/2014/main" id="{ABA1BC83-F3F7-AD8D-3B20-047E9AFBFE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158C4BDF-F914-489D-A17A-4809339D3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4" name="Rectangle 18">
            <a:extLst>
              <a:ext uri="{FF2B5EF4-FFF2-40B4-BE49-F238E27FC236}">
                <a16:creationId xmlns:a16="http://schemas.microsoft.com/office/drawing/2014/main" id="{C5135A3C-E8BB-67F7-640B-5A9BAB82D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256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Deleting a record</a:t>
            </a:r>
          </a:p>
        </p:txBody>
      </p:sp>
      <p:sp>
        <p:nvSpPr>
          <p:cNvPr id="9235" name="Rectangle 19">
            <a:extLst>
              <a:ext uri="{FF2B5EF4-FFF2-40B4-BE49-F238E27FC236}">
                <a16:creationId xmlns:a16="http://schemas.microsoft.com/office/drawing/2014/main" id="{6B81A618-4A28-0AAB-11A0-815E70C9F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9236" name="Rectangle 20">
            <a:extLst>
              <a:ext uri="{FF2B5EF4-FFF2-40B4-BE49-F238E27FC236}">
                <a16:creationId xmlns:a16="http://schemas.microsoft.com/office/drawing/2014/main" id="{EC18B206-5B77-8074-A3EF-C0D391991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7" name="Rectangle 21">
            <a:extLst>
              <a:ext uri="{FF2B5EF4-FFF2-40B4-BE49-F238E27FC236}">
                <a16:creationId xmlns:a16="http://schemas.microsoft.com/office/drawing/2014/main" id="{35AC7803-9BC9-AD98-5F0C-D941D5754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F97A9498-4BA2-FDE2-E9FC-5EC5EEC8FD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Rec325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Rec327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0243" name="Line 3">
            <a:extLst>
              <a:ext uri="{FF2B5EF4-FFF2-40B4-BE49-F238E27FC236}">
                <a16:creationId xmlns:a16="http://schemas.microsoft.com/office/drawing/2014/main" id="{257FBF0B-6E25-26F9-C08F-91127E33748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100913F9-45FF-9DC0-C984-9F87DB696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10245" name="Line 5">
            <a:extLst>
              <a:ext uri="{FF2B5EF4-FFF2-40B4-BE49-F238E27FC236}">
                <a16:creationId xmlns:a16="http://schemas.microsoft.com/office/drawing/2014/main" id="{02BBF02F-FFB1-71B7-70E6-C8E4E6C2039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6" name="Line 6">
            <a:extLst>
              <a:ext uri="{FF2B5EF4-FFF2-40B4-BE49-F238E27FC236}">
                <a16:creationId xmlns:a16="http://schemas.microsoft.com/office/drawing/2014/main" id="{16A524E0-B3BE-2F54-F08F-5C7948E3EC6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7" name="Line 7">
            <a:extLst>
              <a:ext uri="{FF2B5EF4-FFF2-40B4-BE49-F238E27FC236}">
                <a16:creationId xmlns:a16="http://schemas.microsoft.com/office/drawing/2014/main" id="{856A435E-DD40-25F9-2B87-E44934342E8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8" name="Line 8">
            <a:extLst>
              <a:ext uri="{FF2B5EF4-FFF2-40B4-BE49-F238E27FC236}">
                <a16:creationId xmlns:a16="http://schemas.microsoft.com/office/drawing/2014/main" id="{77F4CFBB-35A2-3144-4D2A-F7377A2041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9" name="Line 9">
            <a:extLst>
              <a:ext uri="{FF2B5EF4-FFF2-40B4-BE49-F238E27FC236}">
                <a16:creationId xmlns:a16="http://schemas.microsoft.com/office/drawing/2014/main" id="{A19838BE-19DC-45B1-F32D-5CBC6BCA234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0" name="Line 10">
            <a:extLst>
              <a:ext uri="{FF2B5EF4-FFF2-40B4-BE49-F238E27FC236}">
                <a16:creationId xmlns:a16="http://schemas.microsoft.com/office/drawing/2014/main" id="{122D0207-1AAC-A425-AFD5-F9728D65FBD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1" name="Line 11">
            <a:extLst>
              <a:ext uri="{FF2B5EF4-FFF2-40B4-BE49-F238E27FC236}">
                <a16:creationId xmlns:a16="http://schemas.microsoft.com/office/drawing/2014/main" id="{E2DC54D5-C07E-4BA3-8835-8C5FE7DF800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2" name="Line 12">
            <a:extLst>
              <a:ext uri="{FF2B5EF4-FFF2-40B4-BE49-F238E27FC236}">
                <a16:creationId xmlns:a16="http://schemas.microsoft.com/office/drawing/2014/main" id="{A9429BC5-D247-3F94-6B84-12F3AB9A09B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53" name="Line 13">
            <a:extLst>
              <a:ext uri="{FF2B5EF4-FFF2-40B4-BE49-F238E27FC236}">
                <a16:creationId xmlns:a16="http://schemas.microsoft.com/office/drawing/2014/main" id="{E8B048A6-5C99-810B-99B7-B7988CD3EA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0254" name="Freeform 14">
            <a:extLst>
              <a:ext uri="{FF2B5EF4-FFF2-40B4-BE49-F238E27FC236}">
                <a16:creationId xmlns:a16="http://schemas.microsoft.com/office/drawing/2014/main" id="{3ACE2D9B-EBC9-E70C-2173-D9FD0671197F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0255" name="Rectangle 15">
            <a:extLst>
              <a:ext uri="{FF2B5EF4-FFF2-40B4-BE49-F238E27FC236}">
                <a16:creationId xmlns:a16="http://schemas.microsoft.com/office/drawing/2014/main" id="{D75179E4-C567-076F-F166-153D053D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10256" name="Rectangle 16">
            <a:extLst>
              <a:ext uri="{FF2B5EF4-FFF2-40B4-BE49-F238E27FC236}">
                <a16:creationId xmlns:a16="http://schemas.microsoft.com/office/drawing/2014/main" id="{229DFB7D-09DB-E9DB-2DD3-D81303B73B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7" name="Rectangle 17">
            <a:extLst>
              <a:ext uri="{FF2B5EF4-FFF2-40B4-BE49-F238E27FC236}">
                <a16:creationId xmlns:a16="http://schemas.microsoft.com/office/drawing/2014/main" id="{1DC50304-9B96-AD03-5123-26FB40FBA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58" name="Rectangle 18">
            <a:extLst>
              <a:ext uri="{FF2B5EF4-FFF2-40B4-BE49-F238E27FC236}">
                <a16:creationId xmlns:a16="http://schemas.microsoft.com/office/drawing/2014/main" id="{96864F09-D2C7-EC4C-8382-FED7D80BC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256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Deleting a record</a:t>
            </a:r>
          </a:p>
        </p:txBody>
      </p:sp>
      <p:sp>
        <p:nvSpPr>
          <p:cNvPr id="10259" name="Rectangle 19">
            <a:extLst>
              <a:ext uri="{FF2B5EF4-FFF2-40B4-BE49-F238E27FC236}">
                <a16:creationId xmlns:a16="http://schemas.microsoft.com/office/drawing/2014/main" id="{6A4A6C9B-605C-C3F5-B8A6-0E78E473B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10260" name="Rectangle 20">
            <a:extLst>
              <a:ext uri="{FF2B5EF4-FFF2-40B4-BE49-F238E27FC236}">
                <a16:creationId xmlns:a16="http://schemas.microsoft.com/office/drawing/2014/main" id="{A57A6B86-437C-E8AA-D949-E9EE1A5EE7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325</a:t>
            </a:r>
          </a:p>
        </p:txBody>
      </p:sp>
      <p:sp>
        <p:nvSpPr>
          <p:cNvPr id="10261" name="Rectangle 21">
            <a:extLst>
              <a:ext uri="{FF2B5EF4-FFF2-40B4-BE49-F238E27FC236}">
                <a16:creationId xmlns:a16="http://schemas.microsoft.com/office/drawing/2014/main" id="{EFD54376-D573-6341-4F52-B07B4B4DD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011CAB4C-B2B7-6C52-C823-18DFE9E9DB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deleted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Rec327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1267" name="Line 3">
            <a:extLst>
              <a:ext uri="{FF2B5EF4-FFF2-40B4-BE49-F238E27FC236}">
                <a16:creationId xmlns:a16="http://schemas.microsoft.com/office/drawing/2014/main" id="{325462A0-9035-EC84-3B42-5EEDDFA9DA0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148C9C45-D64F-8C37-B7C4-24729616E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11269" name="Line 5">
            <a:extLst>
              <a:ext uri="{FF2B5EF4-FFF2-40B4-BE49-F238E27FC236}">
                <a16:creationId xmlns:a16="http://schemas.microsoft.com/office/drawing/2014/main" id="{10132797-E178-D3AA-8B9E-D006EBDED0B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0" name="Line 6">
            <a:extLst>
              <a:ext uri="{FF2B5EF4-FFF2-40B4-BE49-F238E27FC236}">
                <a16:creationId xmlns:a16="http://schemas.microsoft.com/office/drawing/2014/main" id="{A7B5FC9E-DFC2-E513-7334-409A5922EF5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Line 7">
            <a:extLst>
              <a:ext uri="{FF2B5EF4-FFF2-40B4-BE49-F238E27FC236}">
                <a16:creationId xmlns:a16="http://schemas.microsoft.com/office/drawing/2014/main" id="{2EEDE5A5-58AB-16D3-DCDB-1BC3D983E57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2" name="Line 8">
            <a:extLst>
              <a:ext uri="{FF2B5EF4-FFF2-40B4-BE49-F238E27FC236}">
                <a16:creationId xmlns:a16="http://schemas.microsoft.com/office/drawing/2014/main" id="{43D68DA8-8BD7-9981-79E1-B4BD8EE46CF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3" name="Line 9">
            <a:extLst>
              <a:ext uri="{FF2B5EF4-FFF2-40B4-BE49-F238E27FC236}">
                <a16:creationId xmlns:a16="http://schemas.microsoft.com/office/drawing/2014/main" id="{7FED98A1-AFF1-9B46-1AD3-A7935A479F1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10">
            <a:extLst>
              <a:ext uri="{FF2B5EF4-FFF2-40B4-BE49-F238E27FC236}">
                <a16:creationId xmlns:a16="http://schemas.microsoft.com/office/drawing/2014/main" id="{CD790586-1EA3-4C35-0796-6AB0A550065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11">
            <a:extLst>
              <a:ext uri="{FF2B5EF4-FFF2-40B4-BE49-F238E27FC236}">
                <a16:creationId xmlns:a16="http://schemas.microsoft.com/office/drawing/2014/main" id="{876AE876-9310-C0A3-ED41-EC72BA34D7C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12">
            <a:extLst>
              <a:ext uri="{FF2B5EF4-FFF2-40B4-BE49-F238E27FC236}">
                <a16:creationId xmlns:a16="http://schemas.microsoft.com/office/drawing/2014/main" id="{3BFF6B79-E1B0-C944-8154-C5D304EEBB9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7" name="Line 13">
            <a:extLst>
              <a:ext uri="{FF2B5EF4-FFF2-40B4-BE49-F238E27FC236}">
                <a16:creationId xmlns:a16="http://schemas.microsoft.com/office/drawing/2014/main" id="{EE1D35E7-34CC-12CC-E6A9-90781244DFA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1278" name="Freeform 14">
            <a:extLst>
              <a:ext uri="{FF2B5EF4-FFF2-40B4-BE49-F238E27FC236}">
                <a16:creationId xmlns:a16="http://schemas.microsoft.com/office/drawing/2014/main" id="{17E32916-D6B0-3D07-D05C-B3CBF220E671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1279" name="Rectangle 15">
            <a:extLst>
              <a:ext uri="{FF2B5EF4-FFF2-40B4-BE49-F238E27FC236}">
                <a16:creationId xmlns:a16="http://schemas.microsoft.com/office/drawing/2014/main" id="{3254C0FF-CF97-B228-FB89-68F86B8EB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11280" name="Rectangle 16">
            <a:extLst>
              <a:ext uri="{FF2B5EF4-FFF2-40B4-BE49-F238E27FC236}">
                <a16:creationId xmlns:a16="http://schemas.microsoft.com/office/drawing/2014/main" id="{5109AFC2-CE1F-6FDD-A1D5-052E151D4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323DD417-3DDE-D215-559E-2423BCF012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82" name="Rectangle 18">
            <a:extLst>
              <a:ext uri="{FF2B5EF4-FFF2-40B4-BE49-F238E27FC236}">
                <a16:creationId xmlns:a16="http://schemas.microsoft.com/office/drawing/2014/main" id="{25D3FE95-0767-B1D7-52A4-CCACA46D4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19256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Deleting a record</a:t>
            </a:r>
          </a:p>
        </p:txBody>
      </p:sp>
      <p:sp>
        <p:nvSpPr>
          <p:cNvPr id="11283" name="Rectangle 19">
            <a:extLst>
              <a:ext uri="{FF2B5EF4-FFF2-40B4-BE49-F238E27FC236}">
                <a16:creationId xmlns:a16="http://schemas.microsoft.com/office/drawing/2014/main" id="{9A31ACB3-5F91-C56B-3239-F270D298A9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11284" name="Rectangle 20">
            <a:extLst>
              <a:ext uri="{FF2B5EF4-FFF2-40B4-BE49-F238E27FC236}">
                <a16:creationId xmlns:a16="http://schemas.microsoft.com/office/drawing/2014/main" id="{94B661D4-9FF1-9218-898D-2E4070F80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325</a:t>
            </a:r>
          </a:p>
        </p:txBody>
      </p:sp>
      <p:sp>
        <p:nvSpPr>
          <p:cNvPr id="11285" name="Rectangle 21">
            <a:extLst>
              <a:ext uri="{FF2B5EF4-FFF2-40B4-BE49-F238E27FC236}">
                <a16:creationId xmlns:a16="http://schemas.microsoft.com/office/drawing/2014/main" id="{80F644D2-A213-951D-73E5-C3AF3E87D6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  <p:sp>
        <p:nvSpPr>
          <p:cNvPr id="11286" name="Arc 22">
            <a:extLst>
              <a:ext uri="{FF2B5EF4-FFF2-40B4-BE49-F238E27FC236}">
                <a16:creationId xmlns:a16="http://schemas.microsoft.com/office/drawing/2014/main" id="{98939DBA-50D1-67AB-C3F5-5FEC9764139C}"/>
              </a:ext>
            </a:extLst>
          </p:cNvPr>
          <p:cNvSpPr>
            <a:spLocks/>
          </p:cNvSpPr>
          <p:nvPr/>
        </p:nvSpPr>
        <p:spPr bwMode="auto">
          <a:xfrm>
            <a:off x="1481138" y="1804988"/>
            <a:ext cx="1404937" cy="852487"/>
          </a:xfrm>
          <a:custGeom>
            <a:avLst/>
            <a:gdLst>
              <a:gd name="G0" fmla="+- 0 0 0"/>
              <a:gd name="G1" fmla="+- 0 0 0"/>
              <a:gd name="G2" fmla="+- 21600 0 0"/>
              <a:gd name="T0" fmla="*/ 21600 w 21600"/>
              <a:gd name="T1" fmla="*/ 0 h 21600"/>
              <a:gd name="T2" fmla="*/ 0 w 21600"/>
              <a:gd name="T3" fmla="*/ 21600 h 21600"/>
              <a:gd name="T4" fmla="*/ 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  <a:lnTo>
                  <a:pt x="0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7" name="Rectangle 23">
            <a:extLst>
              <a:ext uri="{FF2B5EF4-FFF2-40B4-BE49-F238E27FC236}">
                <a16:creationId xmlns:a16="http://schemas.microsoft.com/office/drawing/2014/main" id="{86DF6FBC-068D-78C9-4965-C507D78F4C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8088" y="2224088"/>
            <a:ext cx="427037" cy="12223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800" b="1">
                <a:latin typeface="Courier New" panose="02070309020205020404" pitchFamily="49" charset="0"/>
              </a:rPr>
              <a:t>DELETE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0859194D-AFD7-F1DD-6850-C491B406E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deleted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Rec327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2291" name="Line 3">
            <a:extLst>
              <a:ext uri="{FF2B5EF4-FFF2-40B4-BE49-F238E27FC236}">
                <a16:creationId xmlns:a16="http://schemas.microsoft.com/office/drawing/2014/main" id="{168A00BF-7DBD-0721-AF2F-B719A3D4125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3D14F70C-CCB6-A8B4-2AF4-2DB1B4AAA9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12293" name="Line 5">
            <a:extLst>
              <a:ext uri="{FF2B5EF4-FFF2-40B4-BE49-F238E27FC236}">
                <a16:creationId xmlns:a16="http://schemas.microsoft.com/office/drawing/2014/main" id="{69B7EC72-BAC8-E019-FF03-6EE223378164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4" name="Line 6">
            <a:extLst>
              <a:ext uri="{FF2B5EF4-FFF2-40B4-BE49-F238E27FC236}">
                <a16:creationId xmlns:a16="http://schemas.microsoft.com/office/drawing/2014/main" id="{FCB63276-5E87-33A7-3FA0-89C05D19545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5" name="Line 7">
            <a:extLst>
              <a:ext uri="{FF2B5EF4-FFF2-40B4-BE49-F238E27FC236}">
                <a16:creationId xmlns:a16="http://schemas.microsoft.com/office/drawing/2014/main" id="{9A64A8D4-6C51-128B-90A0-8989AAB20F6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6" name="Line 8">
            <a:extLst>
              <a:ext uri="{FF2B5EF4-FFF2-40B4-BE49-F238E27FC236}">
                <a16:creationId xmlns:a16="http://schemas.microsoft.com/office/drawing/2014/main" id="{42078BE3-9D5B-AB71-D7F8-E98E7415364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7" name="Line 9">
            <a:extLst>
              <a:ext uri="{FF2B5EF4-FFF2-40B4-BE49-F238E27FC236}">
                <a16:creationId xmlns:a16="http://schemas.microsoft.com/office/drawing/2014/main" id="{18A0826D-822C-834A-6635-D738447BFED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8" name="Line 10">
            <a:extLst>
              <a:ext uri="{FF2B5EF4-FFF2-40B4-BE49-F238E27FC236}">
                <a16:creationId xmlns:a16="http://schemas.microsoft.com/office/drawing/2014/main" id="{FEA06FDF-71B5-F336-C226-B9B5374887F4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299" name="Line 11">
            <a:extLst>
              <a:ext uri="{FF2B5EF4-FFF2-40B4-BE49-F238E27FC236}">
                <a16:creationId xmlns:a16="http://schemas.microsoft.com/office/drawing/2014/main" id="{DE719506-34C7-A5F5-E722-67D78DBDB18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0" name="Line 12">
            <a:extLst>
              <a:ext uri="{FF2B5EF4-FFF2-40B4-BE49-F238E27FC236}">
                <a16:creationId xmlns:a16="http://schemas.microsoft.com/office/drawing/2014/main" id="{C7CC48C7-BE1A-0F56-6929-54F1DED67CD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01" name="Line 13">
            <a:extLst>
              <a:ext uri="{FF2B5EF4-FFF2-40B4-BE49-F238E27FC236}">
                <a16:creationId xmlns:a16="http://schemas.microsoft.com/office/drawing/2014/main" id="{38ACF3E4-5681-7B1B-D789-BFC54D38B09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2302" name="Freeform 14">
            <a:extLst>
              <a:ext uri="{FF2B5EF4-FFF2-40B4-BE49-F238E27FC236}">
                <a16:creationId xmlns:a16="http://schemas.microsoft.com/office/drawing/2014/main" id="{DFECC8B9-02EB-A1AF-BC79-6417B51DA1AB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2303" name="Rectangle 15">
            <a:extLst>
              <a:ext uri="{FF2B5EF4-FFF2-40B4-BE49-F238E27FC236}">
                <a16:creationId xmlns:a16="http://schemas.microsoft.com/office/drawing/2014/main" id="{A9F5C3EB-2A9C-9B23-496D-6FD6FAC95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12304" name="Rectangle 16">
            <a:extLst>
              <a:ext uri="{FF2B5EF4-FFF2-40B4-BE49-F238E27FC236}">
                <a16:creationId xmlns:a16="http://schemas.microsoft.com/office/drawing/2014/main" id="{B196274D-F94C-5ECB-859F-B780C8CE25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305" name="Rectangle 17">
            <a:extLst>
              <a:ext uri="{FF2B5EF4-FFF2-40B4-BE49-F238E27FC236}">
                <a16:creationId xmlns:a16="http://schemas.microsoft.com/office/drawing/2014/main" id="{3C70BD37-0250-7A61-7003-066059D6F2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2306" name="Rectangle 18">
            <a:extLst>
              <a:ext uri="{FF2B5EF4-FFF2-40B4-BE49-F238E27FC236}">
                <a16:creationId xmlns:a16="http://schemas.microsoft.com/office/drawing/2014/main" id="{34692FAB-D048-D48E-92B2-9D63A9A076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21161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Amending a record</a:t>
            </a:r>
          </a:p>
        </p:txBody>
      </p:sp>
      <p:sp>
        <p:nvSpPr>
          <p:cNvPr id="12307" name="Rectangle 19">
            <a:extLst>
              <a:ext uri="{FF2B5EF4-FFF2-40B4-BE49-F238E27FC236}">
                <a16:creationId xmlns:a16="http://schemas.microsoft.com/office/drawing/2014/main" id="{CFF810EA-7C20-D6F0-4C03-7021B5F5C0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12308" name="Rectangle 20">
            <a:extLst>
              <a:ext uri="{FF2B5EF4-FFF2-40B4-BE49-F238E27FC236}">
                <a16:creationId xmlns:a16="http://schemas.microsoft.com/office/drawing/2014/main" id="{B5921402-19CF-0610-D918-ECC3391C1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2309" name="Rectangle 21">
            <a:extLst>
              <a:ext uri="{FF2B5EF4-FFF2-40B4-BE49-F238E27FC236}">
                <a16:creationId xmlns:a16="http://schemas.microsoft.com/office/drawing/2014/main" id="{FDDC09D1-CC27-B466-EFB2-4ED6979AE1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39D03E39-0513-249F-6485-757CB516BD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deleted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Rec327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3315" name="Line 3">
            <a:extLst>
              <a:ext uri="{FF2B5EF4-FFF2-40B4-BE49-F238E27FC236}">
                <a16:creationId xmlns:a16="http://schemas.microsoft.com/office/drawing/2014/main" id="{FC5D8F9F-23FB-6FA9-885D-6662029435CE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387FF15B-124D-5A25-3794-B53EFCD03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13317" name="Line 5">
            <a:extLst>
              <a:ext uri="{FF2B5EF4-FFF2-40B4-BE49-F238E27FC236}">
                <a16:creationId xmlns:a16="http://schemas.microsoft.com/office/drawing/2014/main" id="{A9F4214E-140A-2C6A-B904-0CE51E36582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8" name="Line 6">
            <a:extLst>
              <a:ext uri="{FF2B5EF4-FFF2-40B4-BE49-F238E27FC236}">
                <a16:creationId xmlns:a16="http://schemas.microsoft.com/office/drawing/2014/main" id="{AB8684DC-2FF4-B091-F1C2-88B838E0510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9" name="Line 7">
            <a:extLst>
              <a:ext uri="{FF2B5EF4-FFF2-40B4-BE49-F238E27FC236}">
                <a16:creationId xmlns:a16="http://schemas.microsoft.com/office/drawing/2014/main" id="{87515DD5-412C-B7B8-8B15-6DAFAADE57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0" name="Line 8">
            <a:extLst>
              <a:ext uri="{FF2B5EF4-FFF2-40B4-BE49-F238E27FC236}">
                <a16:creationId xmlns:a16="http://schemas.microsoft.com/office/drawing/2014/main" id="{EF5BB74B-F63E-2F0B-A2CE-6C481EB3FD9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1" name="Line 9">
            <a:extLst>
              <a:ext uri="{FF2B5EF4-FFF2-40B4-BE49-F238E27FC236}">
                <a16:creationId xmlns:a16="http://schemas.microsoft.com/office/drawing/2014/main" id="{555EE795-7B3D-C26C-A399-D4C6DF94A284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2" name="Line 10">
            <a:extLst>
              <a:ext uri="{FF2B5EF4-FFF2-40B4-BE49-F238E27FC236}">
                <a16:creationId xmlns:a16="http://schemas.microsoft.com/office/drawing/2014/main" id="{184072FC-FFFD-C591-95F7-31FBE5E967B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3" name="Line 11">
            <a:extLst>
              <a:ext uri="{FF2B5EF4-FFF2-40B4-BE49-F238E27FC236}">
                <a16:creationId xmlns:a16="http://schemas.microsoft.com/office/drawing/2014/main" id="{9F7F303B-43A5-9037-A0B9-A301F08D6A6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4" name="Line 12">
            <a:extLst>
              <a:ext uri="{FF2B5EF4-FFF2-40B4-BE49-F238E27FC236}">
                <a16:creationId xmlns:a16="http://schemas.microsoft.com/office/drawing/2014/main" id="{C6EF9D3D-E42F-C501-7458-FF803D64CE3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5" name="Line 13">
            <a:extLst>
              <a:ext uri="{FF2B5EF4-FFF2-40B4-BE49-F238E27FC236}">
                <a16:creationId xmlns:a16="http://schemas.microsoft.com/office/drawing/2014/main" id="{310A7C57-03CF-59C6-4849-2444DBD1AC5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3326" name="Freeform 14">
            <a:extLst>
              <a:ext uri="{FF2B5EF4-FFF2-40B4-BE49-F238E27FC236}">
                <a16:creationId xmlns:a16="http://schemas.microsoft.com/office/drawing/2014/main" id="{DF8E3B48-246C-F44F-67D6-BDB8623DE27B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3327" name="Rectangle 15">
            <a:extLst>
              <a:ext uri="{FF2B5EF4-FFF2-40B4-BE49-F238E27FC236}">
                <a16:creationId xmlns:a16="http://schemas.microsoft.com/office/drawing/2014/main" id="{654C0448-8F97-8623-348D-87DB057DB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13328" name="Rectangle 16">
            <a:extLst>
              <a:ext uri="{FF2B5EF4-FFF2-40B4-BE49-F238E27FC236}">
                <a16:creationId xmlns:a16="http://schemas.microsoft.com/office/drawing/2014/main" id="{4ED561C1-014E-507F-137C-2BC3300DB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29" name="Rectangle 17">
            <a:extLst>
              <a:ext uri="{FF2B5EF4-FFF2-40B4-BE49-F238E27FC236}">
                <a16:creationId xmlns:a16="http://schemas.microsoft.com/office/drawing/2014/main" id="{6D863A72-86DE-DFC0-9F56-96EB04E37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3330" name="Rectangle 18">
            <a:extLst>
              <a:ext uri="{FF2B5EF4-FFF2-40B4-BE49-F238E27FC236}">
                <a16:creationId xmlns:a16="http://schemas.microsoft.com/office/drawing/2014/main" id="{04D7FBE9-E3D8-F02D-7915-7CAD2D3E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21161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Amending a record</a:t>
            </a:r>
          </a:p>
        </p:txBody>
      </p:sp>
      <p:sp>
        <p:nvSpPr>
          <p:cNvPr id="13331" name="Rectangle 19">
            <a:extLst>
              <a:ext uri="{FF2B5EF4-FFF2-40B4-BE49-F238E27FC236}">
                <a16:creationId xmlns:a16="http://schemas.microsoft.com/office/drawing/2014/main" id="{1DB55061-5780-A935-813C-58781CE092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13332" name="Rectangle 20">
            <a:extLst>
              <a:ext uri="{FF2B5EF4-FFF2-40B4-BE49-F238E27FC236}">
                <a16:creationId xmlns:a16="http://schemas.microsoft.com/office/drawing/2014/main" id="{6358CD01-F2CC-8037-AB7F-6027B8C247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13333" name="Rectangle 21">
            <a:extLst>
              <a:ext uri="{FF2B5EF4-FFF2-40B4-BE49-F238E27FC236}">
                <a16:creationId xmlns:a16="http://schemas.microsoft.com/office/drawing/2014/main" id="{ADAA3066-33A0-C0FC-C602-915F7B539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F247281C-A898-57FC-6ECE-47C51B483A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600" y="533400"/>
            <a:ext cx="1047750" cy="3028950"/>
          </a:xfrm>
          <a:prstGeom prst="rect">
            <a:avLst/>
          </a:prstGeom>
          <a:solidFill>
            <a:srgbClr val="EAEAEA"/>
          </a:solidFill>
          <a:ln w="25400">
            <a:solidFill>
              <a:srgbClr val="4D4D4D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Rec001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Rec003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Rec004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free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1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Rec007 </a:t>
            </a:r>
          </a:p>
          <a:p>
            <a:pPr algn="ctr">
              <a:spcAft>
                <a:spcPts val="100"/>
              </a:spcAft>
            </a:pP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777777"/>
                </a:solidFill>
                <a:latin typeface="Arial" panose="020B0604020202020204" pitchFamily="34" charset="0"/>
              </a:rPr>
              <a:t>deleted</a:t>
            </a:r>
            <a:endParaRPr lang="en-US" altLang="en-US" sz="1400" b="1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Rec326</a:t>
            </a:r>
          </a:p>
          <a:p>
            <a:pPr algn="ctr">
              <a:spcAft>
                <a:spcPts val="300"/>
              </a:spcAft>
            </a:pPr>
            <a:r>
              <a:rPr lang="en-US" altLang="en-US" sz="1400" b="1">
                <a:solidFill>
                  <a:srgbClr val="000099"/>
                </a:solidFill>
                <a:latin typeface="Arial" panose="020B0604020202020204" pitchFamily="34" charset="0"/>
              </a:rPr>
              <a:t>Rec327</a:t>
            </a:r>
          </a:p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4339" name="Line 3">
            <a:extLst>
              <a:ext uri="{FF2B5EF4-FFF2-40B4-BE49-F238E27FC236}">
                <a16:creationId xmlns:a16="http://schemas.microsoft.com/office/drawing/2014/main" id="{AC16382D-E2CF-B2EE-D58C-F93BFCF0199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812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F9296EA0-B1A2-DBE4-AF8A-7E0D32FB99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" y="612775"/>
            <a:ext cx="342900" cy="288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7</a:t>
            </a:r>
          </a:p>
          <a:p>
            <a:pPr algn="ctr">
              <a:spcAft>
                <a:spcPts val="200"/>
              </a:spcAft>
            </a:pPr>
            <a:endParaRPr lang="en-US" altLang="en-US" sz="1200" b="1">
              <a:latin typeface="Arial" panose="020B0604020202020204" pitchFamily="34" charset="0"/>
            </a:endParaRP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325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326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327</a:t>
            </a:r>
          </a:p>
          <a:p>
            <a:pPr algn="ctr">
              <a:spcAft>
                <a:spcPts val="400"/>
              </a:spcAft>
            </a:pPr>
            <a:r>
              <a:rPr lang="en-US" altLang="en-US" sz="1200" b="1"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14341" name="Line 5">
            <a:extLst>
              <a:ext uri="{FF2B5EF4-FFF2-40B4-BE49-F238E27FC236}">
                <a16:creationId xmlns:a16="http://schemas.microsoft.com/office/drawing/2014/main" id="{A9926B96-6965-18BD-6E46-F5A0C325D99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0509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2" name="Line 6">
            <a:extLst>
              <a:ext uri="{FF2B5EF4-FFF2-40B4-BE49-F238E27FC236}">
                <a16:creationId xmlns:a16="http://schemas.microsoft.com/office/drawing/2014/main" id="{B9704F6D-4180-0E9B-7A69-B7A16F71C55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3176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3" name="Line 7">
            <a:extLst>
              <a:ext uri="{FF2B5EF4-FFF2-40B4-BE49-F238E27FC236}">
                <a16:creationId xmlns:a16="http://schemas.microsoft.com/office/drawing/2014/main" id="{CB328739-4A7C-55E3-430A-5EC26DA46F6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55575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4" name="Line 8">
            <a:extLst>
              <a:ext uri="{FF2B5EF4-FFF2-40B4-BE49-F238E27FC236}">
                <a16:creationId xmlns:a16="http://schemas.microsoft.com/office/drawing/2014/main" id="{96D3F8C2-5DBE-C9A1-186E-20B516AA3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605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5" name="Line 9">
            <a:extLst>
              <a:ext uri="{FF2B5EF4-FFF2-40B4-BE49-F238E27FC236}">
                <a16:creationId xmlns:a16="http://schemas.microsoft.com/office/drawing/2014/main" id="{3FB757CD-2BEF-19CE-6C9B-E88F320BD70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18034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6" name="Line 10">
            <a:extLst>
              <a:ext uri="{FF2B5EF4-FFF2-40B4-BE49-F238E27FC236}">
                <a16:creationId xmlns:a16="http://schemas.microsoft.com/office/drawing/2014/main" id="{B0BC514C-AA71-BC09-0F4D-4434635132E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336800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7" name="Line 11">
            <a:extLst>
              <a:ext uri="{FF2B5EF4-FFF2-40B4-BE49-F238E27FC236}">
                <a16:creationId xmlns:a16="http://schemas.microsoft.com/office/drawing/2014/main" id="{FF52221F-5374-4FAD-CFA5-39969DA99B6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74637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8" name="Line 12">
            <a:extLst>
              <a:ext uri="{FF2B5EF4-FFF2-40B4-BE49-F238E27FC236}">
                <a16:creationId xmlns:a16="http://schemas.microsoft.com/office/drawing/2014/main" id="{C9147C92-3847-38A5-70C0-F985848D057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0321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9" name="Line 13">
            <a:extLst>
              <a:ext uri="{FF2B5EF4-FFF2-40B4-BE49-F238E27FC236}">
                <a16:creationId xmlns:a16="http://schemas.microsoft.com/office/drawing/2014/main" id="{D8823B66-85EB-4363-B71F-7C14C1DB23B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3260725"/>
            <a:ext cx="1063625" cy="0"/>
          </a:xfrm>
          <a:prstGeom prst="line">
            <a:avLst/>
          </a:prstGeom>
          <a:noFill/>
          <a:ln w="12700">
            <a:solidFill>
              <a:srgbClr val="4D4D4D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4350" name="Freeform 14">
            <a:extLst>
              <a:ext uri="{FF2B5EF4-FFF2-40B4-BE49-F238E27FC236}">
                <a16:creationId xmlns:a16="http://schemas.microsoft.com/office/drawing/2014/main" id="{166D5297-4E63-F39E-11BB-7562B7845CB2}"/>
              </a:ext>
            </a:extLst>
          </p:cNvPr>
          <p:cNvSpPr>
            <a:spLocks/>
          </p:cNvSpPr>
          <p:nvPr/>
        </p:nvSpPr>
        <p:spPr bwMode="auto">
          <a:xfrm>
            <a:off x="425450" y="2225675"/>
            <a:ext cx="1144588" cy="373063"/>
          </a:xfrm>
          <a:custGeom>
            <a:avLst/>
            <a:gdLst>
              <a:gd name="T0" fmla="*/ 18 w 721"/>
              <a:gd name="T1" fmla="*/ 40 h 235"/>
              <a:gd name="T2" fmla="*/ 50 w 721"/>
              <a:gd name="T3" fmla="*/ 50 h 235"/>
              <a:gd name="T4" fmla="*/ 81 w 721"/>
              <a:gd name="T5" fmla="*/ 30 h 235"/>
              <a:gd name="T6" fmla="*/ 112 w 721"/>
              <a:gd name="T7" fmla="*/ 15 h 235"/>
              <a:gd name="T8" fmla="*/ 137 w 721"/>
              <a:gd name="T9" fmla="*/ 20 h 235"/>
              <a:gd name="T10" fmla="*/ 169 w 721"/>
              <a:gd name="T11" fmla="*/ 45 h 235"/>
              <a:gd name="T12" fmla="*/ 197 w 721"/>
              <a:gd name="T13" fmla="*/ 61 h 235"/>
              <a:gd name="T14" fmla="*/ 228 w 721"/>
              <a:gd name="T15" fmla="*/ 50 h 235"/>
              <a:gd name="T16" fmla="*/ 256 w 721"/>
              <a:gd name="T17" fmla="*/ 30 h 235"/>
              <a:gd name="T18" fmla="*/ 284 w 721"/>
              <a:gd name="T19" fmla="*/ 25 h 235"/>
              <a:gd name="T20" fmla="*/ 313 w 721"/>
              <a:gd name="T21" fmla="*/ 50 h 235"/>
              <a:gd name="T22" fmla="*/ 341 w 721"/>
              <a:gd name="T23" fmla="*/ 66 h 235"/>
              <a:gd name="T24" fmla="*/ 372 w 721"/>
              <a:gd name="T25" fmla="*/ 61 h 235"/>
              <a:gd name="T26" fmla="*/ 403 w 721"/>
              <a:gd name="T27" fmla="*/ 71 h 235"/>
              <a:gd name="T28" fmla="*/ 432 w 721"/>
              <a:gd name="T29" fmla="*/ 61 h 235"/>
              <a:gd name="T30" fmla="*/ 460 w 721"/>
              <a:gd name="T31" fmla="*/ 40 h 235"/>
              <a:gd name="T32" fmla="*/ 491 w 721"/>
              <a:gd name="T33" fmla="*/ 20 h 235"/>
              <a:gd name="T34" fmla="*/ 519 w 721"/>
              <a:gd name="T35" fmla="*/ 10 h 235"/>
              <a:gd name="T36" fmla="*/ 547 w 721"/>
              <a:gd name="T37" fmla="*/ 30 h 235"/>
              <a:gd name="T38" fmla="*/ 579 w 721"/>
              <a:gd name="T39" fmla="*/ 50 h 235"/>
              <a:gd name="T40" fmla="*/ 607 w 721"/>
              <a:gd name="T41" fmla="*/ 61 h 235"/>
              <a:gd name="T42" fmla="*/ 635 w 721"/>
              <a:gd name="T43" fmla="*/ 50 h 235"/>
              <a:gd name="T44" fmla="*/ 663 w 721"/>
              <a:gd name="T45" fmla="*/ 40 h 235"/>
              <a:gd name="T46" fmla="*/ 691 w 721"/>
              <a:gd name="T47" fmla="*/ 25 h 235"/>
              <a:gd name="T48" fmla="*/ 720 w 721"/>
              <a:gd name="T49" fmla="*/ 15 h 235"/>
              <a:gd name="T50" fmla="*/ 679 w 721"/>
              <a:gd name="T51" fmla="*/ 193 h 235"/>
              <a:gd name="T52" fmla="*/ 651 w 721"/>
              <a:gd name="T53" fmla="*/ 188 h 235"/>
              <a:gd name="T54" fmla="*/ 622 w 721"/>
              <a:gd name="T55" fmla="*/ 172 h 235"/>
              <a:gd name="T56" fmla="*/ 597 w 721"/>
              <a:gd name="T57" fmla="*/ 203 h 235"/>
              <a:gd name="T58" fmla="*/ 569 w 721"/>
              <a:gd name="T59" fmla="*/ 193 h 235"/>
              <a:gd name="T60" fmla="*/ 541 w 721"/>
              <a:gd name="T61" fmla="*/ 183 h 235"/>
              <a:gd name="T62" fmla="*/ 513 w 721"/>
              <a:gd name="T63" fmla="*/ 203 h 235"/>
              <a:gd name="T64" fmla="*/ 482 w 721"/>
              <a:gd name="T65" fmla="*/ 198 h 235"/>
              <a:gd name="T66" fmla="*/ 450 w 721"/>
              <a:gd name="T67" fmla="*/ 188 h 235"/>
              <a:gd name="T68" fmla="*/ 422 w 721"/>
              <a:gd name="T69" fmla="*/ 183 h 235"/>
              <a:gd name="T70" fmla="*/ 394 w 721"/>
              <a:gd name="T71" fmla="*/ 203 h 235"/>
              <a:gd name="T72" fmla="*/ 366 w 721"/>
              <a:gd name="T73" fmla="*/ 183 h 235"/>
              <a:gd name="T74" fmla="*/ 338 w 721"/>
              <a:gd name="T75" fmla="*/ 183 h 235"/>
              <a:gd name="T76" fmla="*/ 309 w 721"/>
              <a:gd name="T77" fmla="*/ 193 h 235"/>
              <a:gd name="T78" fmla="*/ 281 w 721"/>
              <a:gd name="T79" fmla="*/ 193 h 235"/>
              <a:gd name="T80" fmla="*/ 247 w 721"/>
              <a:gd name="T81" fmla="*/ 208 h 235"/>
              <a:gd name="T82" fmla="*/ 219 w 721"/>
              <a:gd name="T83" fmla="*/ 203 h 235"/>
              <a:gd name="T84" fmla="*/ 187 w 721"/>
              <a:gd name="T85" fmla="*/ 203 h 235"/>
              <a:gd name="T86" fmla="*/ 159 w 721"/>
              <a:gd name="T87" fmla="*/ 223 h 235"/>
              <a:gd name="T88" fmla="*/ 131 w 721"/>
              <a:gd name="T89" fmla="*/ 223 h 235"/>
              <a:gd name="T90" fmla="*/ 109 w 721"/>
              <a:gd name="T91" fmla="*/ 203 h 235"/>
              <a:gd name="T92" fmla="*/ 81 w 721"/>
              <a:gd name="T93" fmla="*/ 193 h 235"/>
              <a:gd name="T94" fmla="*/ 53 w 721"/>
              <a:gd name="T95" fmla="*/ 203 h 235"/>
              <a:gd name="T96" fmla="*/ 25 w 721"/>
              <a:gd name="T97" fmla="*/ 208 h 235"/>
              <a:gd name="T98" fmla="*/ 0 w 721"/>
              <a:gd name="T99" fmla="*/ 20 h 2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721" h="235">
                <a:moveTo>
                  <a:pt x="0" y="20"/>
                </a:moveTo>
                <a:lnTo>
                  <a:pt x="6" y="35"/>
                </a:lnTo>
                <a:lnTo>
                  <a:pt x="18" y="40"/>
                </a:lnTo>
                <a:lnTo>
                  <a:pt x="28" y="50"/>
                </a:lnTo>
                <a:lnTo>
                  <a:pt x="40" y="50"/>
                </a:lnTo>
                <a:lnTo>
                  <a:pt x="50" y="50"/>
                </a:lnTo>
                <a:lnTo>
                  <a:pt x="59" y="45"/>
                </a:lnTo>
                <a:lnTo>
                  <a:pt x="68" y="35"/>
                </a:lnTo>
                <a:lnTo>
                  <a:pt x="81" y="30"/>
                </a:lnTo>
                <a:lnTo>
                  <a:pt x="93" y="25"/>
                </a:lnTo>
                <a:lnTo>
                  <a:pt x="103" y="20"/>
                </a:lnTo>
                <a:lnTo>
                  <a:pt x="112" y="15"/>
                </a:lnTo>
                <a:lnTo>
                  <a:pt x="122" y="10"/>
                </a:lnTo>
                <a:lnTo>
                  <a:pt x="131" y="5"/>
                </a:lnTo>
                <a:lnTo>
                  <a:pt x="137" y="20"/>
                </a:lnTo>
                <a:lnTo>
                  <a:pt x="147" y="25"/>
                </a:lnTo>
                <a:lnTo>
                  <a:pt x="156" y="35"/>
                </a:lnTo>
                <a:lnTo>
                  <a:pt x="169" y="45"/>
                </a:lnTo>
                <a:lnTo>
                  <a:pt x="178" y="50"/>
                </a:lnTo>
                <a:lnTo>
                  <a:pt x="187" y="55"/>
                </a:lnTo>
                <a:lnTo>
                  <a:pt x="197" y="61"/>
                </a:lnTo>
                <a:lnTo>
                  <a:pt x="206" y="61"/>
                </a:lnTo>
                <a:lnTo>
                  <a:pt x="219" y="50"/>
                </a:lnTo>
                <a:lnTo>
                  <a:pt x="228" y="50"/>
                </a:lnTo>
                <a:lnTo>
                  <a:pt x="237" y="40"/>
                </a:lnTo>
                <a:lnTo>
                  <a:pt x="247" y="40"/>
                </a:lnTo>
                <a:lnTo>
                  <a:pt x="256" y="30"/>
                </a:lnTo>
                <a:lnTo>
                  <a:pt x="266" y="25"/>
                </a:lnTo>
                <a:lnTo>
                  <a:pt x="275" y="20"/>
                </a:lnTo>
                <a:lnTo>
                  <a:pt x="284" y="25"/>
                </a:lnTo>
                <a:lnTo>
                  <a:pt x="294" y="35"/>
                </a:lnTo>
                <a:lnTo>
                  <a:pt x="303" y="45"/>
                </a:lnTo>
                <a:lnTo>
                  <a:pt x="313" y="50"/>
                </a:lnTo>
                <a:lnTo>
                  <a:pt x="322" y="55"/>
                </a:lnTo>
                <a:lnTo>
                  <a:pt x="331" y="61"/>
                </a:lnTo>
                <a:lnTo>
                  <a:pt x="341" y="66"/>
                </a:lnTo>
                <a:lnTo>
                  <a:pt x="353" y="66"/>
                </a:lnTo>
                <a:lnTo>
                  <a:pt x="363" y="66"/>
                </a:lnTo>
                <a:lnTo>
                  <a:pt x="372" y="61"/>
                </a:lnTo>
                <a:lnTo>
                  <a:pt x="381" y="55"/>
                </a:lnTo>
                <a:lnTo>
                  <a:pt x="394" y="61"/>
                </a:lnTo>
                <a:lnTo>
                  <a:pt x="403" y="71"/>
                </a:lnTo>
                <a:lnTo>
                  <a:pt x="413" y="71"/>
                </a:lnTo>
                <a:lnTo>
                  <a:pt x="422" y="71"/>
                </a:lnTo>
                <a:lnTo>
                  <a:pt x="432" y="61"/>
                </a:lnTo>
                <a:lnTo>
                  <a:pt x="441" y="55"/>
                </a:lnTo>
                <a:lnTo>
                  <a:pt x="450" y="45"/>
                </a:lnTo>
                <a:lnTo>
                  <a:pt x="460" y="40"/>
                </a:lnTo>
                <a:lnTo>
                  <a:pt x="469" y="40"/>
                </a:lnTo>
                <a:lnTo>
                  <a:pt x="482" y="25"/>
                </a:lnTo>
                <a:lnTo>
                  <a:pt x="491" y="20"/>
                </a:lnTo>
                <a:lnTo>
                  <a:pt x="500" y="15"/>
                </a:lnTo>
                <a:lnTo>
                  <a:pt x="510" y="0"/>
                </a:lnTo>
                <a:lnTo>
                  <a:pt x="519" y="10"/>
                </a:lnTo>
                <a:lnTo>
                  <a:pt x="529" y="20"/>
                </a:lnTo>
                <a:lnTo>
                  <a:pt x="538" y="25"/>
                </a:lnTo>
                <a:lnTo>
                  <a:pt x="547" y="30"/>
                </a:lnTo>
                <a:lnTo>
                  <a:pt x="557" y="40"/>
                </a:lnTo>
                <a:lnTo>
                  <a:pt x="566" y="45"/>
                </a:lnTo>
                <a:lnTo>
                  <a:pt x="579" y="50"/>
                </a:lnTo>
                <a:lnTo>
                  <a:pt x="588" y="50"/>
                </a:lnTo>
                <a:lnTo>
                  <a:pt x="597" y="55"/>
                </a:lnTo>
                <a:lnTo>
                  <a:pt x="607" y="61"/>
                </a:lnTo>
                <a:lnTo>
                  <a:pt x="616" y="61"/>
                </a:lnTo>
                <a:lnTo>
                  <a:pt x="626" y="61"/>
                </a:lnTo>
                <a:lnTo>
                  <a:pt x="635" y="50"/>
                </a:lnTo>
                <a:lnTo>
                  <a:pt x="644" y="45"/>
                </a:lnTo>
                <a:lnTo>
                  <a:pt x="654" y="40"/>
                </a:lnTo>
                <a:lnTo>
                  <a:pt x="663" y="40"/>
                </a:lnTo>
                <a:lnTo>
                  <a:pt x="673" y="30"/>
                </a:lnTo>
                <a:lnTo>
                  <a:pt x="682" y="30"/>
                </a:lnTo>
                <a:lnTo>
                  <a:pt x="691" y="25"/>
                </a:lnTo>
                <a:lnTo>
                  <a:pt x="701" y="20"/>
                </a:lnTo>
                <a:lnTo>
                  <a:pt x="710" y="20"/>
                </a:lnTo>
                <a:lnTo>
                  <a:pt x="720" y="15"/>
                </a:lnTo>
                <a:lnTo>
                  <a:pt x="720" y="234"/>
                </a:lnTo>
                <a:lnTo>
                  <a:pt x="688" y="193"/>
                </a:lnTo>
                <a:lnTo>
                  <a:pt x="679" y="193"/>
                </a:lnTo>
                <a:lnTo>
                  <a:pt x="669" y="193"/>
                </a:lnTo>
                <a:lnTo>
                  <a:pt x="660" y="203"/>
                </a:lnTo>
                <a:lnTo>
                  <a:pt x="651" y="188"/>
                </a:lnTo>
                <a:lnTo>
                  <a:pt x="641" y="183"/>
                </a:lnTo>
                <a:lnTo>
                  <a:pt x="632" y="167"/>
                </a:lnTo>
                <a:lnTo>
                  <a:pt x="622" y="172"/>
                </a:lnTo>
                <a:lnTo>
                  <a:pt x="619" y="188"/>
                </a:lnTo>
                <a:lnTo>
                  <a:pt x="607" y="193"/>
                </a:lnTo>
                <a:lnTo>
                  <a:pt x="597" y="203"/>
                </a:lnTo>
                <a:lnTo>
                  <a:pt x="588" y="203"/>
                </a:lnTo>
                <a:lnTo>
                  <a:pt x="579" y="198"/>
                </a:lnTo>
                <a:lnTo>
                  <a:pt x="569" y="193"/>
                </a:lnTo>
                <a:lnTo>
                  <a:pt x="560" y="183"/>
                </a:lnTo>
                <a:lnTo>
                  <a:pt x="550" y="183"/>
                </a:lnTo>
                <a:lnTo>
                  <a:pt x="541" y="183"/>
                </a:lnTo>
                <a:lnTo>
                  <a:pt x="532" y="193"/>
                </a:lnTo>
                <a:lnTo>
                  <a:pt x="522" y="203"/>
                </a:lnTo>
                <a:lnTo>
                  <a:pt x="513" y="203"/>
                </a:lnTo>
                <a:lnTo>
                  <a:pt x="504" y="203"/>
                </a:lnTo>
                <a:lnTo>
                  <a:pt x="494" y="193"/>
                </a:lnTo>
                <a:lnTo>
                  <a:pt x="482" y="198"/>
                </a:lnTo>
                <a:lnTo>
                  <a:pt x="472" y="203"/>
                </a:lnTo>
                <a:lnTo>
                  <a:pt x="463" y="193"/>
                </a:lnTo>
                <a:lnTo>
                  <a:pt x="450" y="188"/>
                </a:lnTo>
                <a:lnTo>
                  <a:pt x="441" y="183"/>
                </a:lnTo>
                <a:lnTo>
                  <a:pt x="432" y="183"/>
                </a:lnTo>
                <a:lnTo>
                  <a:pt x="422" y="183"/>
                </a:lnTo>
                <a:lnTo>
                  <a:pt x="413" y="193"/>
                </a:lnTo>
                <a:lnTo>
                  <a:pt x="403" y="203"/>
                </a:lnTo>
                <a:lnTo>
                  <a:pt x="394" y="203"/>
                </a:lnTo>
                <a:lnTo>
                  <a:pt x="385" y="203"/>
                </a:lnTo>
                <a:lnTo>
                  <a:pt x="375" y="188"/>
                </a:lnTo>
                <a:lnTo>
                  <a:pt x="366" y="183"/>
                </a:lnTo>
                <a:lnTo>
                  <a:pt x="356" y="183"/>
                </a:lnTo>
                <a:lnTo>
                  <a:pt x="347" y="183"/>
                </a:lnTo>
                <a:lnTo>
                  <a:pt x="338" y="183"/>
                </a:lnTo>
                <a:lnTo>
                  <a:pt x="328" y="188"/>
                </a:lnTo>
                <a:lnTo>
                  <a:pt x="319" y="188"/>
                </a:lnTo>
                <a:lnTo>
                  <a:pt x="309" y="193"/>
                </a:lnTo>
                <a:lnTo>
                  <a:pt x="300" y="193"/>
                </a:lnTo>
                <a:lnTo>
                  <a:pt x="291" y="193"/>
                </a:lnTo>
                <a:lnTo>
                  <a:pt x="281" y="193"/>
                </a:lnTo>
                <a:lnTo>
                  <a:pt x="269" y="203"/>
                </a:lnTo>
                <a:lnTo>
                  <a:pt x="259" y="208"/>
                </a:lnTo>
                <a:lnTo>
                  <a:pt x="247" y="208"/>
                </a:lnTo>
                <a:lnTo>
                  <a:pt x="237" y="208"/>
                </a:lnTo>
                <a:lnTo>
                  <a:pt x="228" y="208"/>
                </a:lnTo>
                <a:lnTo>
                  <a:pt x="219" y="203"/>
                </a:lnTo>
                <a:lnTo>
                  <a:pt x="206" y="203"/>
                </a:lnTo>
                <a:lnTo>
                  <a:pt x="197" y="198"/>
                </a:lnTo>
                <a:lnTo>
                  <a:pt x="187" y="203"/>
                </a:lnTo>
                <a:lnTo>
                  <a:pt x="178" y="208"/>
                </a:lnTo>
                <a:lnTo>
                  <a:pt x="169" y="213"/>
                </a:lnTo>
                <a:lnTo>
                  <a:pt x="159" y="223"/>
                </a:lnTo>
                <a:lnTo>
                  <a:pt x="150" y="223"/>
                </a:lnTo>
                <a:lnTo>
                  <a:pt x="140" y="223"/>
                </a:lnTo>
                <a:lnTo>
                  <a:pt x="131" y="223"/>
                </a:lnTo>
                <a:lnTo>
                  <a:pt x="128" y="208"/>
                </a:lnTo>
                <a:lnTo>
                  <a:pt x="118" y="203"/>
                </a:lnTo>
                <a:lnTo>
                  <a:pt x="109" y="203"/>
                </a:lnTo>
                <a:lnTo>
                  <a:pt x="100" y="193"/>
                </a:lnTo>
                <a:lnTo>
                  <a:pt x="90" y="193"/>
                </a:lnTo>
                <a:lnTo>
                  <a:pt x="81" y="193"/>
                </a:lnTo>
                <a:lnTo>
                  <a:pt x="72" y="203"/>
                </a:lnTo>
                <a:lnTo>
                  <a:pt x="62" y="203"/>
                </a:lnTo>
                <a:lnTo>
                  <a:pt x="53" y="203"/>
                </a:lnTo>
                <a:lnTo>
                  <a:pt x="43" y="203"/>
                </a:lnTo>
                <a:lnTo>
                  <a:pt x="34" y="203"/>
                </a:lnTo>
                <a:lnTo>
                  <a:pt x="25" y="208"/>
                </a:lnTo>
                <a:lnTo>
                  <a:pt x="15" y="213"/>
                </a:lnTo>
                <a:lnTo>
                  <a:pt x="6" y="213"/>
                </a:lnTo>
                <a:lnTo>
                  <a:pt x="0" y="20"/>
                </a:lnTo>
              </a:path>
            </a:pathLst>
          </a:custGeom>
          <a:ln w="12700" cap="rnd" cmpd="sng">
            <a:solidFill>
              <a:schemeClr val="bg2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 useBgFill="1">
        <p:nvSpPr>
          <p:cNvPr id="14351" name="Rectangle 15">
            <a:extLst>
              <a:ext uri="{FF2B5EF4-FFF2-40B4-BE49-F238E27FC236}">
                <a16:creationId xmlns:a16="http://schemas.microsoft.com/office/drawing/2014/main" id="{B0DEE474-42E4-61F2-BFE6-598C460A70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9400" y="2222500"/>
            <a:ext cx="76200" cy="4064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 useBgFill="1">
        <p:nvSpPr>
          <p:cNvPr id="14352" name="Rectangle 16">
            <a:extLst>
              <a:ext uri="{FF2B5EF4-FFF2-40B4-BE49-F238E27FC236}">
                <a16:creationId xmlns:a16="http://schemas.microsoft.com/office/drawing/2014/main" id="{8CA6B402-8ED0-1AA1-CEA2-54E46FF04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2228850"/>
            <a:ext cx="50800" cy="393700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53" name="Rectangle 17">
            <a:extLst>
              <a:ext uri="{FF2B5EF4-FFF2-40B4-BE49-F238E27FC236}">
                <a16:creationId xmlns:a16="http://schemas.microsoft.com/office/drawing/2014/main" id="{03A3E5BE-0ADA-8179-8AF6-46D644F9A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1514475"/>
            <a:ext cx="74930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Rec328</a:t>
            </a:r>
          </a:p>
        </p:txBody>
      </p:sp>
      <p:sp>
        <p:nvSpPr>
          <p:cNvPr id="14354" name="Rectangle 18">
            <a:extLst>
              <a:ext uri="{FF2B5EF4-FFF2-40B4-BE49-F238E27FC236}">
                <a16:creationId xmlns:a16="http://schemas.microsoft.com/office/drawing/2014/main" id="{069BBDF8-927B-E96D-63BC-2707DDDA3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42863"/>
            <a:ext cx="21161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Amending a record</a:t>
            </a:r>
          </a:p>
        </p:txBody>
      </p:sp>
      <p:sp>
        <p:nvSpPr>
          <p:cNvPr id="14355" name="Rectangle 19">
            <a:extLst>
              <a:ext uri="{FF2B5EF4-FFF2-40B4-BE49-F238E27FC236}">
                <a16:creationId xmlns:a16="http://schemas.microsoft.com/office/drawing/2014/main" id="{C316DC02-DBBE-0BF6-B84B-4B0D4405BB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1316038"/>
            <a:ext cx="9144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Record Buffer</a:t>
            </a:r>
          </a:p>
        </p:txBody>
      </p:sp>
      <p:sp>
        <p:nvSpPr>
          <p:cNvPr id="14356" name="Rectangle 20">
            <a:extLst>
              <a:ext uri="{FF2B5EF4-FFF2-40B4-BE49-F238E27FC236}">
                <a16:creationId xmlns:a16="http://schemas.microsoft.com/office/drawing/2014/main" id="{3A0D8343-913F-2773-45CC-1A78F932E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7475" y="1514475"/>
            <a:ext cx="450850" cy="29210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CC0000"/>
                </a:solidFill>
                <a:latin typeface="Arial" panose="020B0604020202020204" pitchFamily="34" charset="0"/>
              </a:rPr>
              <a:t>328</a:t>
            </a:r>
          </a:p>
        </p:txBody>
      </p:sp>
      <p:sp>
        <p:nvSpPr>
          <p:cNvPr id="14357" name="Rectangle 21">
            <a:extLst>
              <a:ext uri="{FF2B5EF4-FFF2-40B4-BE49-F238E27FC236}">
                <a16:creationId xmlns:a16="http://schemas.microsoft.com/office/drawing/2014/main" id="{E9A55FA5-DF81-90EC-38A2-99ED8A780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1316038"/>
            <a:ext cx="3952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000"/>
              <a:t>Key</a:t>
            </a:r>
          </a:p>
        </p:txBody>
      </p:sp>
      <p:sp>
        <p:nvSpPr>
          <p:cNvPr id="14358" name="Arc 22">
            <a:extLst>
              <a:ext uri="{FF2B5EF4-FFF2-40B4-BE49-F238E27FC236}">
                <a16:creationId xmlns:a16="http://schemas.microsoft.com/office/drawing/2014/main" id="{820987AB-F5A1-1AEA-D934-63A8A8677176}"/>
              </a:ext>
            </a:extLst>
          </p:cNvPr>
          <p:cNvSpPr>
            <a:spLocks/>
          </p:cNvSpPr>
          <p:nvPr/>
        </p:nvSpPr>
        <p:spPr bwMode="auto">
          <a:xfrm>
            <a:off x="1452563" y="1828800"/>
            <a:ext cx="757237" cy="1581150"/>
          </a:xfrm>
          <a:custGeom>
            <a:avLst/>
            <a:gdLst>
              <a:gd name="G0" fmla="+- 0 0 0"/>
              <a:gd name="G1" fmla="+- 0 0 0"/>
              <a:gd name="G2" fmla="+- 21600 0 0"/>
              <a:gd name="T0" fmla="*/ 21600 w 21600"/>
              <a:gd name="T1" fmla="*/ 0 h 21600"/>
              <a:gd name="T2" fmla="*/ 0 w 21600"/>
              <a:gd name="T3" fmla="*/ 21600 h 21600"/>
              <a:gd name="T4" fmla="*/ 0 w 21600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599"/>
                </a:cubicBezTo>
                <a:lnTo>
                  <a:pt x="0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59" name="Rectangle 23">
            <a:extLst>
              <a:ext uri="{FF2B5EF4-FFF2-40B4-BE49-F238E27FC236}">
                <a16:creationId xmlns:a16="http://schemas.microsoft.com/office/drawing/2014/main" id="{EA9FBC3D-DCDB-330D-94D8-A72F41F97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113" y="2371725"/>
            <a:ext cx="493712" cy="1222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800" b="1">
                <a:latin typeface="Courier New" panose="02070309020205020404" pitchFamily="49" charset="0"/>
              </a:rPr>
              <a:t>REWRITE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402</TotalTime>
  <Words>407</Words>
  <Application>Microsoft Office PowerPoint</Application>
  <PresentationFormat>Custom</PresentationFormat>
  <Paragraphs>348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13</cp:revision>
  <dcterms:created xsi:type="dcterms:W3CDTF">1995-06-17T23:31:02Z</dcterms:created>
  <dcterms:modified xsi:type="dcterms:W3CDTF">2026-05-13T01:05:54Z</dcterms:modified>
</cp:coreProperties>
</file>