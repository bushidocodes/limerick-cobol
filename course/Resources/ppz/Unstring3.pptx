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71" r:id="rId2"/>
    <p:sldId id="272" r:id="rId3"/>
    <p:sldId id="275" r:id="rId4"/>
    <p:sldId id="276" r:id="rId5"/>
    <p:sldId id="277" r:id="rId6"/>
    <p:sldId id="278" r:id="rId7"/>
    <p:sldId id="279" r:id="rId8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006633"/>
    <a:srgbClr val="00CC00"/>
    <a:srgbClr val="EAEAEA"/>
    <a:srgbClr val="66FF33"/>
    <a:srgbClr val="FF3300"/>
    <a:srgbClr val="0000FF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80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F2F8D2D-A8FB-601F-4385-E0895EE3277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C8E78097-B9DA-C247-34D4-C5D7EFB1DAF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D032BA5E-9E5D-DDC1-9EF3-AC85C9BB9252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A0F54C3D-4F38-154F-9DA0-CDFB7FE49DA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29375884-23A6-E12F-1135-29D23CB305E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97DF3D6E-62D4-0EF9-ACBD-EEA392ACB30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519E17D9-1C15-43FD-9A92-6DD4F2C11756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34FEE-79BB-A2E0-D9BA-AD803815F5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3FF7F-D92F-E5C7-CE1A-0264F2804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71902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9FF1D-A058-7EE0-157F-086C9F1CF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FA006-72AB-4695-EE39-9006F5D83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2890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2A2C-C826-9464-A1A2-41FBBC557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DC4F1-CA86-D14B-C91E-F24BB82B2D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362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289A1-4298-F0F0-5222-764FE480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D7B91-BBC7-C946-0D28-786D3FF0EC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6E1B6-AA9E-92AA-D804-ADC906061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023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B6A87-7782-B875-7125-D487987D4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41990-0E6A-3008-93AD-93E21EF5A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4B87A8-4806-0242-45DD-8E30954DBA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0F9147-034A-E2AC-0F67-CAFC3835B1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44C9EC-8515-15B1-78D3-C8B92F54C6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3964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B677E-0870-EA3F-67A1-2FD0E3F0D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51974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851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D5A0E-A039-89E6-EF10-910F26FFC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2191D-C466-03CB-81C6-267576679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9B1361-1D17-1B15-B1CB-C5D2031BD0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5274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F822D-423A-F3D2-68EC-2F2BA8713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14ECE-9A90-3D78-9D52-2ACD3E3437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713C4A-3196-FEFD-0910-BBC869ABE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227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3978E-BB8C-B852-3245-373D9E132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731276-BD23-53EE-FA54-DF0C143081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36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84827-DD69-64E4-D8AC-09E068F192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249EA1-A837-FFE2-FEC1-1FE7AD681F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6554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BB5520F-4CE4-CFE6-312E-92EA379CE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7463"/>
            <a:ext cx="4733925" cy="377825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81EF3232-D9D3-7125-A3C2-F62BB1093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ACCEPT OldName.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END-UNSTRING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E242E9A2-C985-20BD-EE75-68547BAA4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   John  Roberts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3C3F8558-F7E7-6F7C-8C48-1FD93B9893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A4EFE097-46A9-1E62-FFDE-61930A536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85D06509-BD7C-D473-A6FD-65E7E915BC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47D7B885-960B-692A-5201-D98700FED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Rectangle 8">
            <a:extLst>
              <a:ext uri="{FF2B5EF4-FFF2-40B4-BE49-F238E27FC236}">
                <a16:creationId xmlns:a16="http://schemas.microsoft.com/office/drawing/2014/main" id="{1FB019D0-8D87-9F83-B460-960E7E0E65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AutoShape 9">
            <a:extLst>
              <a:ext uri="{FF2B5EF4-FFF2-40B4-BE49-F238E27FC236}">
                <a16:creationId xmlns:a16="http://schemas.microsoft.com/office/drawing/2014/main" id="{749104A8-B4A2-09D9-F039-38534EFAA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700" y="1063625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5E0EE87C-8B84-C021-4F7A-21FAE9FDA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2175" y="23495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349344D8-ADA9-6680-6587-A93EE9C3A61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36FA3F2E-33A0-C656-FDDC-3B2AEA58BF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ACCEPT OldName.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END-UNSTRING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F26C0FFB-AB15-7A28-1B3E-7ECD7F5CC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</a:t>
            </a: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   John  Roberts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1B0C94F9-DC6B-18D6-EAFE-F2CF94ABB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CB9C9949-A243-6C77-ADD6-730B14FAAC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B4EB0441-F6B3-E855-8A4C-F7B4C1FA3C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BA116A5A-7BBD-7966-D7B3-A8D740A873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B0C882C8-2DF6-AE87-4598-D3AAE125AD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 im</a:t>
            </a:r>
          </a:p>
        </p:txBody>
      </p:sp>
      <p:sp>
        <p:nvSpPr>
          <p:cNvPr id="4105" name="AutoShape 9">
            <a:extLst>
              <a:ext uri="{FF2B5EF4-FFF2-40B4-BE49-F238E27FC236}">
                <a16:creationId xmlns:a16="http://schemas.microsoft.com/office/drawing/2014/main" id="{048A7EBB-66AA-A7AF-924D-57A9C31A27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700" y="1063625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6" name="AutoShape 10">
            <a:extLst>
              <a:ext uri="{FF2B5EF4-FFF2-40B4-BE49-F238E27FC236}">
                <a16:creationId xmlns:a16="http://schemas.microsoft.com/office/drawing/2014/main" id="{DBA4CA26-0577-427F-6E01-E6621DC62B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5" y="23495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E42C3E7F-5DDA-BD2B-ED1E-EA4965934D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8" name="Rectangle 12">
            <a:extLst>
              <a:ext uri="{FF2B5EF4-FFF2-40B4-BE49-F238E27FC236}">
                <a16:creationId xmlns:a16="http://schemas.microsoft.com/office/drawing/2014/main" id="{4026D984-CF5E-D46D-6F56-97C2EEE77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2863" y="93663"/>
            <a:ext cx="293687" cy="141287"/>
          </a:xfrm>
          <a:prstGeom prst="rect">
            <a:avLst/>
          </a:prstGeom>
          <a:solidFill>
            <a:srgbClr val="037C03"/>
          </a:solidFill>
          <a:ln w="25400">
            <a:solidFill>
              <a:srgbClr val="037C03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380BF66A-C71C-ED9E-A905-B4A4965B2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ACCEPT OldName.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END-UNSTRING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END-STRING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B6509A4E-A179-F23D-3F24-F27EDFDADC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   John  Roberts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655F25CA-7760-0E98-33C6-1FF17F7F4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6A4658B0-887B-941A-469C-41EC9A219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60B6856A-FDFB-D26E-9964-4EE2DC6BD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89E369AA-7C22-A30A-BC7F-C400EE0EF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T.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D2713B2F-0019-41F4-B277-3B81AF840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 </a:t>
            </a: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im</a:t>
            </a:r>
          </a:p>
        </p:txBody>
      </p:sp>
      <p:sp>
        <p:nvSpPr>
          <p:cNvPr id="5129" name="AutoShape 9">
            <a:extLst>
              <a:ext uri="{FF2B5EF4-FFF2-40B4-BE49-F238E27FC236}">
                <a16:creationId xmlns:a16="http://schemas.microsoft.com/office/drawing/2014/main" id="{92BEF219-EE55-CB6D-0098-739729169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875" y="107315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78113005-9FBA-D00B-2C2C-B0FD9912C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5" y="23495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ECD4B7B1-540D-3C44-8C93-FF776AD1C7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BBA57B3-B88D-AE10-885B-E11A426C45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ACCEPT OldName.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END-UNSTRING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END-STRING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F9C97BE-A4CF-F8C9-4669-C8B3B3C6D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   </a:t>
            </a: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John</a:t>
            </a: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  Roberts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28BB370B-8716-11A5-70F8-88837B960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5004579C-2EA6-31DF-7970-5B2B98C389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549AF499-A13D-2D6F-84D4-83E3D9133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D32370D9-A040-4645-C953-C9CF88F0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T.</a:t>
            </a: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0EA24361-4AC6-4DF1-820F-E5C636FBEA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J ohn</a:t>
            </a:r>
          </a:p>
        </p:txBody>
      </p:sp>
      <p:sp>
        <p:nvSpPr>
          <p:cNvPr id="6153" name="AutoShape 9">
            <a:extLst>
              <a:ext uri="{FF2B5EF4-FFF2-40B4-BE49-F238E27FC236}">
                <a16:creationId xmlns:a16="http://schemas.microsoft.com/office/drawing/2014/main" id="{228D354D-C7F9-6031-E5B0-0C429874E9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8075" y="244475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4" name="Line 10">
            <a:extLst>
              <a:ext uri="{FF2B5EF4-FFF2-40B4-BE49-F238E27FC236}">
                <a16:creationId xmlns:a16="http://schemas.microsoft.com/office/drawing/2014/main" id="{A8297FB2-BA3A-950C-2468-177C239065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88330B9A-D5F3-08F7-C137-C54A69036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6300" y="55563"/>
            <a:ext cx="184150" cy="188912"/>
          </a:xfrm>
          <a:prstGeom prst="rect">
            <a:avLst/>
          </a:prstGeom>
          <a:solidFill>
            <a:srgbClr val="037C03"/>
          </a:solidFill>
          <a:ln w="25400">
            <a:solidFill>
              <a:srgbClr val="037C03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6" name="AutoShape 12">
            <a:extLst>
              <a:ext uri="{FF2B5EF4-FFF2-40B4-BE49-F238E27FC236}">
                <a16:creationId xmlns:a16="http://schemas.microsoft.com/office/drawing/2014/main" id="{C617D880-F1F2-CCD8-50E6-71494CCE8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875" y="107315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3B431884-45D0-6F2E-811B-43850C9E9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ACCEPT OldName.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END-UNSTRING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END-STRING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BBE1F0C9-A629-7100-F578-FA12F819DA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   John  Roberts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E56E5665-A7EE-90C3-71E6-D27B44A70C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37671747-76E1-98A0-0192-7494024C6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D5748CAE-8CEC-A2FE-FF50-92B0EDFDEB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3D263210-12E7-A792-584A-156FD1534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T.</a:t>
            </a: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J.</a:t>
            </a:r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759B2263-AF3B-1E12-2CBC-41F8162ED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J </a:t>
            </a: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ohn</a:t>
            </a:r>
          </a:p>
        </p:txBody>
      </p:sp>
      <p:sp>
        <p:nvSpPr>
          <p:cNvPr id="7177" name="AutoShape 9">
            <a:extLst>
              <a:ext uri="{FF2B5EF4-FFF2-40B4-BE49-F238E27FC236}">
                <a16:creationId xmlns:a16="http://schemas.microsoft.com/office/drawing/2014/main" id="{36B7AB34-C68A-710A-DED5-5EECD453C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9025" y="25400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8" name="Line 10">
            <a:extLst>
              <a:ext uri="{FF2B5EF4-FFF2-40B4-BE49-F238E27FC236}">
                <a16:creationId xmlns:a16="http://schemas.microsoft.com/office/drawing/2014/main" id="{5808BF21-46C5-8CE2-B9D0-C122ECC7360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AutoShape 11">
            <a:extLst>
              <a:ext uri="{FF2B5EF4-FFF2-40B4-BE49-F238E27FC236}">
                <a16:creationId xmlns:a16="http://schemas.microsoft.com/office/drawing/2014/main" id="{FEE93EE0-DA7C-5B14-9767-336E58C2F4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8900" y="1063625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09C0BA18-072A-C1FA-CC8E-D6D8612CC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ACCEPT OldName.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END-UNSTRING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END-STRING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END-STRING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7AFEFC81-E9A8-67AD-27D3-03FD8B623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   John  </a:t>
            </a: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Roberts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D65A2B79-03E9-A976-1D98-B81252A57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D38C2A28-59A1-B5F6-AA45-D8F44512B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D15E183E-F63E-DF39-6445-EC129749C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6F6B8DF-7514-032C-B5A3-E4808E7A6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T.J.</a:t>
            </a: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232E1A50-7766-08D4-E4A4-EA83ACD1E9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R oberts</a:t>
            </a:r>
          </a:p>
        </p:txBody>
      </p:sp>
      <p:sp>
        <p:nvSpPr>
          <p:cNvPr id="8201" name="AutoShape 9">
            <a:extLst>
              <a:ext uri="{FF2B5EF4-FFF2-40B4-BE49-F238E27FC236}">
                <a16:creationId xmlns:a16="http://schemas.microsoft.com/office/drawing/2014/main" id="{5C601F46-D3A3-BFF8-D950-EB1FBA7F2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2800" y="33020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2" name="Line 10">
            <a:extLst>
              <a:ext uri="{FF2B5EF4-FFF2-40B4-BE49-F238E27FC236}">
                <a16:creationId xmlns:a16="http://schemas.microsoft.com/office/drawing/2014/main" id="{4DBB1C31-E02E-9706-AB3D-AE54C23BA22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0686C39A-044C-85F8-8589-E06A8D92E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4850" y="60325"/>
            <a:ext cx="1381125" cy="184150"/>
          </a:xfrm>
          <a:prstGeom prst="rect">
            <a:avLst/>
          </a:prstGeom>
          <a:solidFill>
            <a:srgbClr val="037C03"/>
          </a:solidFill>
          <a:ln w="25400">
            <a:solidFill>
              <a:srgbClr val="037C03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4" name="AutoShape 12">
            <a:extLst>
              <a:ext uri="{FF2B5EF4-FFF2-40B4-BE49-F238E27FC236}">
                <a16:creationId xmlns:a16="http://schemas.microsoft.com/office/drawing/2014/main" id="{32D68A4F-33B4-956A-7B8C-2DCF1E939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8900" y="1063625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AEA1741E-0FF3-F3C8-1868-BF1DA6D8C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3" y="1239838"/>
            <a:ext cx="4695825" cy="25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ProcessName.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ACCEPT OldName.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END-UNSTRING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PERFORM UNTIL NameProcessed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STRING NameInitial "."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END-STRING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UNSTRING OldName DELIMITED BY ALL SPACES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   INTO TempName WITH POINTER UnstrPtr</a:t>
            </a:r>
            <a:b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   END-UNSTRING</a:t>
            </a:r>
            <a:b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END-PERFORM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STRING SPACE TempName DELIMITED BY SIZE </a:t>
            </a:r>
          </a:p>
          <a:p>
            <a:pPr>
              <a:lnSpc>
                <a:spcPct val="7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INTO NewName WITH POINTER StrPtr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END-STRING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ACD70D54-2B19-7288-8856-5E2130C50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13" y="23813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Tim   John  Roberts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BB790626-7730-AC4C-DFB0-3090DC766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101600"/>
            <a:ext cx="66833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OldName</a:t>
            </a:r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BE219502-48FD-54E0-39BC-D019ECD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" y="501650"/>
            <a:ext cx="8223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TempName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10258244-ADA9-48D5-9180-2E796FCA9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892175"/>
            <a:ext cx="7286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  <a:latin typeface="Arial" panose="020B0604020202020204" pitchFamily="34" charset="0"/>
              </a:rPr>
              <a:t>NewName</a:t>
            </a:r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A1D84C8F-5ADA-A0CA-3714-A7BE9115F6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852488"/>
            <a:ext cx="3863975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T.J. </a:t>
            </a: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Roberts         </a:t>
            </a:r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123C78E0-11FC-3024-B6E0-AD5BDE28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275" y="471488"/>
            <a:ext cx="1911350" cy="25717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lIns="90488" tIns="0" rIns="90488" bIns="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600" b="1"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R oberts</a:t>
            </a:r>
          </a:p>
        </p:txBody>
      </p:sp>
      <p:sp>
        <p:nvSpPr>
          <p:cNvPr id="9225" name="AutoShape 9">
            <a:extLst>
              <a:ext uri="{FF2B5EF4-FFF2-40B4-BE49-F238E27FC236}">
                <a16:creationId xmlns:a16="http://schemas.microsoft.com/office/drawing/2014/main" id="{C2E7A882-602F-215B-B8C2-7A4DF04621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2800" y="33020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Line 10">
            <a:extLst>
              <a:ext uri="{FF2B5EF4-FFF2-40B4-BE49-F238E27FC236}">
                <a16:creationId xmlns:a16="http://schemas.microsoft.com/office/drawing/2014/main" id="{DFA165C6-2F47-87AA-1F87-36127B1F42F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0150" y="476250"/>
            <a:ext cx="0" cy="247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AutoShape 11">
            <a:extLst>
              <a:ext uri="{FF2B5EF4-FFF2-40B4-BE49-F238E27FC236}">
                <a16:creationId xmlns:a16="http://schemas.microsoft.com/office/drawing/2014/main" id="{D10E22B4-7387-200A-2A89-742619635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6775" y="1073150"/>
            <a:ext cx="131763" cy="139700"/>
          </a:xfrm>
          <a:prstGeom prst="upArrow">
            <a:avLst>
              <a:gd name="adj1" fmla="val 50000"/>
              <a:gd name="adj2" fmla="val 53007"/>
            </a:avLst>
          </a:prstGeom>
          <a:solidFill>
            <a:srgbClr val="66FF33"/>
          </a:solidFill>
          <a:ln w="12700">
            <a:solidFill>
              <a:srgbClr val="676767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243</TotalTime>
  <Words>659</Words>
  <Application>Microsoft Office PowerPoint</Application>
  <PresentationFormat>Custom</PresentationFormat>
  <Paragraphs>130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14</cp:revision>
  <dcterms:created xsi:type="dcterms:W3CDTF">1995-06-17T23:31:02Z</dcterms:created>
  <dcterms:modified xsi:type="dcterms:W3CDTF">2026-05-13T01:07:15Z</dcterms:modified>
</cp:coreProperties>
</file>