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8"/>
  </p:notesMasterIdLst>
  <p:sldIdLst>
    <p:sldId id="261" r:id="rId2"/>
    <p:sldId id="256" r:id="rId3"/>
    <p:sldId id="257" r:id="rId4"/>
    <p:sldId id="258" r:id="rId5"/>
    <p:sldId id="259" r:id="rId6"/>
    <p:sldId id="260" r:id="rId7"/>
  </p:sldIdLst>
  <p:sldSz cx="4572000" cy="3429000"/>
  <p:notesSz cx="6858000" cy="9144000"/>
  <p:defaultTextStyle>
    <a:defPPr>
      <a:defRPr lang="en-US"/>
    </a:defPPr>
    <a:lvl1pPr algn="l" rtl="0" eaLnBrk="0" fontAlgn="base" hangingPunct="0">
      <a:spcBef>
        <a:spcPct val="0"/>
      </a:spcBef>
      <a:spcAft>
        <a:spcPct val="0"/>
      </a:spcAft>
      <a:defRPr sz="2400" kern="1200">
        <a:solidFill>
          <a:schemeClr val="tx1"/>
        </a:solidFill>
        <a:latin typeface="Times New Roman" panose="02020603050405020304" pitchFamily="18" charset="0"/>
        <a:ea typeface="+mn-ea"/>
        <a:cs typeface="+mn-cs"/>
      </a:defRPr>
    </a:lvl1pPr>
    <a:lvl2pPr marL="457200" algn="l" rtl="0" eaLnBrk="0" fontAlgn="base" hangingPunct="0">
      <a:spcBef>
        <a:spcPct val="0"/>
      </a:spcBef>
      <a:spcAft>
        <a:spcPct val="0"/>
      </a:spcAft>
      <a:defRPr sz="2400" kern="1200">
        <a:solidFill>
          <a:schemeClr val="tx1"/>
        </a:solidFill>
        <a:latin typeface="Times New Roman" panose="02020603050405020304" pitchFamily="18" charset="0"/>
        <a:ea typeface="+mn-ea"/>
        <a:cs typeface="+mn-cs"/>
      </a:defRPr>
    </a:lvl2pPr>
    <a:lvl3pPr marL="914400" algn="l" rtl="0" eaLnBrk="0" fontAlgn="base" hangingPunct="0">
      <a:spcBef>
        <a:spcPct val="0"/>
      </a:spcBef>
      <a:spcAft>
        <a:spcPct val="0"/>
      </a:spcAft>
      <a:defRPr sz="2400" kern="1200">
        <a:solidFill>
          <a:schemeClr val="tx1"/>
        </a:solidFill>
        <a:latin typeface="Times New Roman" panose="02020603050405020304" pitchFamily="18" charset="0"/>
        <a:ea typeface="+mn-ea"/>
        <a:cs typeface="+mn-cs"/>
      </a:defRPr>
    </a:lvl3pPr>
    <a:lvl4pPr marL="1371600" algn="l" rtl="0" eaLnBrk="0" fontAlgn="base" hangingPunct="0">
      <a:spcBef>
        <a:spcPct val="0"/>
      </a:spcBef>
      <a:spcAft>
        <a:spcPct val="0"/>
      </a:spcAft>
      <a:defRPr sz="2400" kern="1200">
        <a:solidFill>
          <a:schemeClr val="tx1"/>
        </a:solidFill>
        <a:latin typeface="Times New Roman" panose="02020603050405020304" pitchFamily="18" charset="0"/>
        <a:ea typeface="+mn-ea"/>
        <a:cs typeface="+mn-cs"/>
      </a:defRPr>
    </a:lvl4pPr>
    <a:lvl5pPr marL="1828800" algn="l" rtl="0" eaLnBrk="0" fontAlgn="base" hangingPunct="0">
      <a:spcBef>
        <a:spcPct val="0"/>
      </a:spcBef>
      <a:spcAft>
        <a:spcPct val="0"/>
      </a:spcAft>
      <a:defRPr sz="2400" kern="1200">
        <a:solidFill>
          <a:schemeClr val="tx1"/>
        </a:solidFill>
        <a:latin typeface="Times New Roman" panose="02020603050405020304" pitchFamily="18" charset="0"/>
        <a:ea typeface="+mn-ea"/>
        <a:cs typeface="+mn-cs"/>
      </a:defRPr>
    </a:lvl5pPr>
    <a:lvl6pPr marL="2286000" algn="l" defTabSz="914400" rtl="0" eaLnBrk="1" latinLnBrk="0" hangingPunct="1">
      <a:defRPr sz="2400" kern="1200">
        <a:solidFill>
          <a:schemeClr val="tx1"/>
        </a:solidFill>
        <a:latin typeface="Times New Roman" panose="02020603050405020304" pitchFamily="18" charset="0"/>
        <a:ea typeface="+mn-ea"/>
        <a:cs typeface="+mn-cs"/>
      </a:defRPr>
    </a:lvl6pPr>
    <a:lvl7pPr marL="2743200" algn="l" defTabSz="914400" rtl="0" eaLnBrk="1" latinLnBrk="0" hangingPunct="1">
      <a:defRPr sz="2400" kern="1200">
        <a:solidFill>
          <a:schemeClr val="tx1"/>
        </a:solidFill>
        <a:latin typeface="Times New Roman" panose="02020603050405020304" pitchFamily="18" charset="0"/>
        <a:ea typeface="+mn-ea"/>
        <a:cs typeface="+mn-cs"/>
      </a:defRPr>
    </a:lvl7pPr>
    <a:lvl8pPr marL="3200400" algn="l" defTabSz="914400" rtl="0" eaLnBrk="1" latinLnBrk="0" hangingPunct="1">
      <a:defRPr sz="2400" kern="1200">
        <a:solidFill>
          <a:schemeClr val="tx1"/>
        </a:solidFill>
        <a:latin typeface="Times New Roman" panose="02020603050405020304" pitchFamily="18" charset="0"/>
        <a:ea typeface="+mn-ea"/>
        <a:cs typeface="+mn-cs"/>
      </a:defRPr>
    </a:lvl8pPr>
    <a:lvl9pPr marL="3657600" algn="l" defTabSz="914400" rtl="0" eaLnBrk="1" latinLnBrk="0" hangingPunct="1">
      <a:defRPr sz="2400" kern="1200">
        <a:solidFill>
          <a:schemeClr val="tx1"/>
        </a:solidFill>
        <a:latin typeface="Times New Roman" panose="02020603050405020304" pitchFamily="18" charset="0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080">
          <p15:clr>
            <a:srgbClr val="A4A3A4"/>
          </p15:clr>
        </p15:guide>
        <p15:guide id="2" pos="144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CC0000"/>
    <a:srgbClr val="ECFFEC"/>
    <a:srgbClr val="00FF66"/>
    <a:srgbClr val="00CC00"/>
    <a:srgbClr val="FFFFE4"/>
    <a:srgbClr val="FFFFC9"/>
    <a:srgbClr val="E9E9FF"/>
    <a:srgbClr val="F4F4FF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246" d="100"/>
          <a:sy n="246" d="100"/>
        </p:scale>
        <p:origin x="378" y="180"/>
      </p:cViewPr>
      <p:guideLst>
        <p:guide orient="horz" pos="1080"/>
        <p:guide pos="144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notesMaster" Target="notesMasters/notesMaster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tableStyles" Target="tableStyle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theme" Target="theme/theme1.xml"/><Relationship Id="rId5" Type="http://schemas.openxmlformats.org/officeDocument/2006/relationships/slide" Target="slides/slide4.xml"/><Relationship Id="rId10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presProps" Target="pres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notesStyle>
    <a:lvl1pPr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Times New Roman" panose="02020603050405020304" pitchFamily="18" charset="0"/>
        <a:ea typeface="+mn-ea"/>
        <a:cs typeface="+mn-cs"/>
      </a:defRPr>
    </a:lvl1pPr>
    <a:lvl2pPr marL="457200"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Times New Roman" panose="02020603050405020304" pitchFamily="18" charset="0"/>
        <a:ea typeface="+mn-ea"/>
        <a:cs typeface="+mn-cs"/>
      </a:defRPr>
    </a:lvl2pPr>
    <a:lvl3pPr marL="914400"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Times New Roman" panose="02020603050405020304" pitchFamily="18" charset="0"/>
        <a:ea typeface="+mn-ea"/>
        <a:cs typeface="+mn-cs"/>
      </a:defRPr>
    </a:lvl3pPr>
    <a:lvl4pPr marL="1371600"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Times New Roman" panose="02020603050405020304" pitchFamily="18" charset="0"/>
        <a:ea typeface="+mn-ea"/>
        <a:cs typeface="+mn-cs"/>
      </a:defRPr>
    </a:lvl4pPr>
    <a:lvl5pPr marL="1828800"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Times New Roman" panose="02020603050405020304" pitchFamily="18" charset="0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13D077C-9121-5B7D-F2C8-18E8A3BC99F2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571500" y="561975"/>
            <a:ext cx="3429000" cy="11938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B91BD1A6-CE51-7C0D-6959-2B539B77A717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571500" y="1801813"/>
            <a:ext cx="3429000" cy="827087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FA29B70-6998-FC3C-6D19-86700136C10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endParaRPr lang="en-US" alt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9B1019E-C6B5-F336-1D04-CC619495B23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endParaRPr lang="en-US" alt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48198E2-D8AF-B283-9548-605BCACF9CA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5050798A-C456-47FB-9561-F204DFE79BB4}" type="slidenum">
              <a:rPr lang="en-US" altLang="en-US"/>
              <a:pPr/>
              <a:t>‹#›</a:t>
            </a:fld>
            <a:endParaRPr lang="en-US" altLang="en-US"/>
          </a:p>
        </p:txBody>
      </p:sp>
    </p:spTree>
    <p:extLst>
      <p:ext uri="{BB962C8B-B14F-4D97-AF65-F5344CB8AC3E}">
        <p14:creationId xmlns:p14="http://schemas.microsoft.com/office/powerpoint/2010/main" val="4282192535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561435B-6F95-A1E9-1792-1CAB9E39065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F185790-8D37-E9D0-8F36-14345CA883C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17AF480-C6D6-2A55-144C-F82EDE020A8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endParaRPr lang="en-US" alt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A295B1F-B46A-88A2-1B28-2AA00135372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endParaRPr lang="en-US" alt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EF724BF-6D7C-DA37-99DB-FDA7C8C176C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7D8727BE-CC27-43A4-AEEE-B7470EF36F6C}" type="slidenum">
              <a:rPr lang="en-US" altLang="en-US"/>
              <a:pPr/>
              <a:t>‹#›</a:t>
            </a:fld>
            <a:endParaRPr lang="en-US" altLang="en-US"/>
          </a:p>
        </p:txBody>
      </p:sp>
    </p:spTree>
    <p:extLst>
      <p:ext uri="{BB962C8B-B14F-4D97-AF65-F5344CB8AC3E}">
        <p14:creationId xmlns:p14="http://schemas.microsoft.com/office/powerpoint/2010/main" val="34150913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2493348-8E72-2734-E1FD-B467A7D4DAC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12738" y="855663"/>
            <a:ext cx="3943350" cy="1425575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533D83F0-AD87-4493-539F-5948AE89AAF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312738" y="2295525"/>
            <a:ext cx="3943350" cy="749300"/>
          </a:xfrm>
        </p:spPr>
        <p:txBody>
          <a:bodyPr/>
          <a:lstStyle>
            <a:lvl1pPr marL="0" indent="0">
              <a:buNone/>
              <a:defRPr sz="2400"/>
            </a:lvl1pPr>
            <a:lvl2pPr marL="457200" indent="0">
              <a:buNone/>
              <a:defRPr sz="2000"/>
            </a:lvl2pPr>
            <a:lvl3pPr marL="914400" indent="0">
              <a:buNone/>
              <a:defRPr sz="18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1B20BDE-A66C-FB81-61E3-794308546CA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endParaRPr lang="en-US" alt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B6F97DF-59A7-19BE-3132-CFF4E2ED4D3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endParaRPr lang="en-US" alt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BBC92DD-9263-0E80-ADBE-B8023478C86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687DD3CD-92D5-4A2E-938E-0C43CA7A08FD}" type="slidenum">
              <a:rPr lang="en-US" altLang="en-US"/>
              <a:pPr/>
              <a:t>‹#›</a:t>
            </a:fld>
            <a:endParaRPr lang="en-US" altLang="en-US"/>
          </a:p>
        </p:txBody>
      </p:sp>
    </p:spTree>
    <p:extLst>
      <p:ext uri="{BB962C8B-B14F-4D97-AF65-F5344CB8AC3E}">
        <p14:creationId xmlns:p14="http://schemas.microsoft.com/office/powerpoint/2010/main" val="251974428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1A3629F-8D13-6FAB-9403-639616BDA15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9849DFF-274E-A41E-1846-054A265D819E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342900" y="990600"/>
            <a:ext cx="1866900" cy="205740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3C343EC4-9D02-6F5D-81F4-A3A0574A1926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2362200" y="990600"/>
            <a:ext cx="1866900" cy="205740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D46AD7C9-8D72-FD93-DDF2-86EE0FBB8A3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endParaRPr lang="en-US" alt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3E2E7FE0-6730-F138-8EEC-6D736C72962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endParaRPr lang="en-US" alt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55F88F70-6D3C-FAB1-8109-A9220E596CD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278F0207-756F-4AEC-8706-AB369FA3F86A}" type="slidenum">
              <a:rPr lang="en-US" altLang="en-US"/>
              <a:pPr/>
              <a:t>‹#›</a:t>
            </a:fld>
            <a:endParaRPr lang="en-US" altLang="en-US"/>
          </a:p>
        </p:txBody>
      </p:sp>
    </p:spTree>
    <p:extLst>
      <p:ext uri="{BB962C8B-B14F-4D97-AF65-F5344CB8AC3E}">
        <p14:creationId xmlns:p14="http://schemas.microsoft.com/office/powerpoint/2010/main" val="3353138544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4AD57FA-421E-B7CF-20BE-8439A41DE8D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14325" y="182563"/>
            <a:ext cx="3943350" cy="66357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9626C2DC-0336-43F4-81D3-AC16960DE4B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314325" y="841375"/>
            <a:ext cx="1935163" cy="411163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913C55B6-CAAF-8339-D3FA-1160A17A9994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314325" y="1252538"/>
            <a:ext cx="1935163" cy="1843087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E2D26335-9F41-E386-705F-FFD2626BCF6C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2314575" y="841375"/>
            <a:ext cx="1943100" cy="411163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1BB564D6-B3D7-B939-6AB2-5BCA64961BE4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2314575" y="1252538"/>
            <a:ext cx="1943100" cy="1843087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ED312681-53C5-2646-3F0A-B5EC0B55888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endParaRPr lang="en-US" alt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BB241D98-B4E9-739F-06CF-EEB683FD2E9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endParaRPr lang="en-US" alt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DC64F484-1199-159D-9238-D311A3D81E0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9E664B41-3493-4A3F-953B-2259DBADF571}" type="slidenum">
              <a:rPr lang="en-US" altLang="en-US"/>
              <a:pPr/>
              <a:t>‹#›</a:t>
            </a:fld>
            <a:endParaRPr lang="en-US" altLang="en-US"/>
          </a:p>
        </p:txBody>
      </p:sp>
    </p:spTree>
    <p:extLst>
      <p:ext uri="{BB962C8B-B14F-4D97-AF65-F5344CB8AC3E}">
        <p14:creationId xmlns:p14="http://schemas.microsoft.com/office/powerpoint/2010/main" val="312672402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8757522-2B3B-B865-0F6D-C2335935106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7AEB6218-AEED-B8F4-50F5-A2CDFBFE286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endParaRPr lang="en-US" alt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57198AB4-A819-073F-F9A8-C9EFDA401FA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endParaRPr lang="en-US" alt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735A6942-55BB-24E5-55F8-EEAAFAD7192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ECFC74E4-ADB5-47C7-B3F1-BE588B70557C}" type="slidenum">
              <a:rPr lang="en-US" altLang="en-US"/>
              <a:pPr/>
              <a:t>‹#›</a:t>
            </a:fld>
            <a:endParaRPr lang="en-US" altLang="en-US"/>
          </a:p>
        </p:txBody>
      </p:sp>
    </p:spTree>
    <p:extLst>
      <p:ext uri="{BB962C8B-B14F-4D97-AF65-F5344CB8AC3E}">
        <p14:creationId xmlns:p14="http://schemas.microsoft.com/office/powerpoint/2010/main" val="331713187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6C2E593A-01C3-24D8-532B-9D1866ACCC3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endParaRPr lang="en-US" alt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DDD64231-0011-8404-7B83-CDAE713F3BD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endParaRPr lang="en-US" alt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C90D3BB-184A-04D6-163E-BBD1F160C43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F427ABC9-1492-484D-8AD6-BA3B3BD69BA7}" type="slidenum">
              <a:rPr lang="en-US" altLang="en-US"/>
              <a:pPr/>
              <a:t>‹#›</a:t>
            </a:fld>
            <a:endParaRPr lang="en-US" altLang="en-US"/>
          </a:p>
        </p:txBody>
      </p:sp>
    </p:spTree>
    <p:extLst>
      <p:ext uri="{BB962C8B-B14F-4D97-AF65-F5344CB8AC3E}">
        <p14:creationId xmlns:p14="http://schemas.microsoft.com/office/powerpoint/2010/main" val="2721700544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235CD50-8764-682B-8007-EE949640591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14325" y="228600"/>
            <a:ext cx="1474788" cy="8001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6DB84D6-8557-D62C-2CBC-162BCE75F54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943100" y="493713"/>
            <a:ext cx="2314575" cy="2436812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9BD117B2-32E9-0599-454D-D306C9696240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314325" y="1028700"/>
            <a:ext cx="1474788" cy="1906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72557AC8-799B-2990-D60E-58EC0F3BF96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endParaRPr lang="en-US" alt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6C63A196-F654-F4BF-8A7F-7E93336612B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endParaRPr lang="en-US" alt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3FD50A1F-9BDE-9C08-2C9C-52B3C1CBD29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E59E763C-F42E-4306-8205-B35ADA3D2333}" type="slidenum">
              <a:rPr lang="en-US" altLang="en-US"/>
              <a:pPr/>
              <a:t>‹#›</a:t>
            </a:fld>
            <a:endParaRPr lang="en-US" altLang="en-US"/>
          </a:p>
        </p:txBody>
      </p:sp>
    </p:spTree>
    <p:extLst>
      <p:ext uri="{BB962C8B-B14F-4D97-AF65-F5344CB8AC3E}">
        <p14:creationId xmlns:p14="http://schemas.microsoft.com/office/powerpoint/2010/main" val="388496451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46DD35C-9454-0CD3-2942-380CD49BBB5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14325" y="228600"/>
            <a:ext cx="1474788" cy="8001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DF1F5CB7-EF31-E611-DE52-F28D7B089EA7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1943100" y="493713"/>
            <a:ext cx="2314575" cy="2436812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8495262E-9F3C-B9E0-8C17-84C4FDB19D10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314325" y="1028700"/>
            <a:ext cx="1474788" cy="1906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E329819A-81DE-1198-63E7-F40FB87F128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endParaRPr lang="en-US" alt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A74BA4CC-DE5B-B3E6-7A43-81232B6D9E7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endParaRPr lang="en-US" alt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03CDDA92-35F1-4273-4218-16FC538A4C2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8232BAEE-F2C5-4763-8F42-2F6AD13FF8D8}" type="slidenum">
              <a:rPr lang="en-US" altLang="en-US"/>
              <a:pPr/>
              <a:t>‹#›</a:t>
            </a:fld>
            <a:endParaRPr lang="en-US" altLang="en-US"/>
          </a:p>
        </p:txBody>
      </p:sp>
    </p:spTree>
    <p:extLst>
      <p:ext uri="{BB962C8B-B14F-4D97-AF65-F5344CB8AC3E}">
        <p14:creationId xmlns:p14="http://schemas.microsoft.com/office/powerpoint/2010/main" val="2563739128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DAB6F6A-4208-373C-15FD-E41E5315D31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E4519A1D-FB57-C246-96A4-66A8FB46505B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0866D72-9FE3-1CBC-2B22-A32BC15CDC5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endParaRPr lang="en-US" alt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D087EA6-DFB7-0F21-D5AB-373AE319BC5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endParaRPr lang="en-US" alt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A97BD0A-DED3-D0FC-F7E6-232A3BE25BD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37E6574C-AF59-4E3E-8518-EE659C2280F4}" type="slidenum">
              <a:rPr lang="en-US" altLang="en-US"/>
              <a:pPr/>
              <a:t>‹#›</a:t>
            </a:fld>
            <a:endParaRPr lang="en-US" altLang="en-US"/>
          </a:p>
        </p:txBody>
      </p:sp>
    </p:spTree>
    <p:extLst>
      <p:ext uri="{BB962C8B-B14F-4D97-AF65-F5344CB8AC3E}">
        <p14:creationId xmlns:p14="http://schemas.microsoft.com/office/powerpoint/2010/main" val="3193510810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426EF74D-CBD9-FFC3-AF18-7066C60F4915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3257550" y="304800"/>
            <a:ext cx="971550" cy="2743200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FCC8C079-5DDB-3BA3-A4DD-40D71B9A8E46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342900" y="304800"/>
            <a:ext cx="2762250" cy="2743200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C681017-273F-C9D8-ED43-638A4A84BB7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endParaRPr lang="en-US" alt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17D74F6-2BD5-A4A9-14D7-23CA546DB3C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endParaRPr lang="en-US" alt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534B8B5-3858-1A08-C36D-779EF8E6C6E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C93FF262-C2C5-4BF2-B258-791A17C41A7D}" type="slidenum">
              <a:rPr lang="en-US" altLang="en-US"/>
              <a:pPr/>
              <a:t>‹#›</a:t>
            </a:fld>
            <a:endParaRPr lang="en-US" altLang="en-US"/>
          </a:p>
        </p:txBody>
      </p:sp>
    </p:spTree>
    <p:extLst>
      <p:ext uri="{BB962C8B-B14F-4D97-AF65-F5344CB8AC3E}">
        <p14:creationId xmlns:p14="http://schemas.microsoft.com/office/powerpoint/2010/main" val="1450071923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6" name="Rectangle 2">
            <a:extLst>
              <a:ext uri="{FF2B5EF4-FFF2-40B4-BE49-F238E27FC236}">
                <a16:creationId xmlns:a16="http://schemas.microsoft.com/office/drawing/2014/main" id="{8DBD80FD-8F5B-5AC5-E71D-DB7924823B28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 bwMode="auto">
          <a:xfrm>
            <a:off x="342900" y="304800"/>
            <a:ext cx="3886200" cy="5715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46038" tIns="22225" rIns="46038" bIns="22225" numCol="1" anchor="ctr" anchorCtr="0" compatLnSpc="1">
            <a:prstTxWarp prst="textNoShape">
              <a:avLst/>
            </a:prstTxWarp>
          </a:bodyPr>
          <a:lstStyle/>
          <a:p>
            <a:pPr lvl="0"/>
            <a:r>
              <a:rPr lang="en-US" altLang="en-US"/>
              <a:t>Click to edit Master title style</a:t>
            </a:r>
          </a:p>
        </p:txBody>
      </p:sp>
      <p:sp>
        <p:nvSpPr>
          <p:cNvPr id="1027" name="Rectangle 3">
            <a:extLst>
              <a:ext uri="{FF2B5EF4-FFF2-40B4-BE49-F238E27FC236}">
                <a16:creationId xmlns:a16="http://schemas.microsoft.com/office/drawing/2014/main" id="{F17BA8AB-29FE-CB03-14EB-1E7D9587D126}"/>
              </a:ext>
            </a:extLst>
          </p:cNvPr>
          <p:cNvSpPr>
            <a:spLocks noGrp="1" noChangeArrowheads="1"/>
          </p:cNvSpPr>
          <p:nvPr>
            <p:ph type="body" idx="1"/>
          </p:nvPr>
        </p:nvSpPr>
        <p:spPr bwMode="auto">
          <a:xfrm>
            <a:off x="342900" y="990600"/>
            <a:ext cx="3886200" cy="20574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46038" tIns="22225" rIns="46038" bIns="22225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en-US" altLang="en-US"/>
              <a:t>Click to edit Master text styles</a:t>
            </a:r>
          </a:p>
          <a:p>
            <a:pPr lvl="1"/>
            <a:r>
              <a:rPr lang="en-US" altLang="en-US"/>
              <a:t>Second level</a:t>
            </a:r>
          </a:p>
          <a:p>
            <a:pPr lvl="2"/>
            <a:r>
              <a:rPr lang="en-US" altLang="en-US"/>
              <a:t>Third level</a:t>
            </a:r>
          </a:p>
          <a:p>
            <a:pPr lvl="3"/>
            <a:r>
              <a:rPr lang="en-US" altLang="en-US"/>
              <a:t>Fourth level</a:t>
            </a:r>
          </a:p>
          <a:p>
            <a:pPr lvl="4"/>
            <a:r>
              <a:rPr lang="en-US" altLang="en-US"/>
              <a:t>Fifth level</a:t>
            </a:r>
          </a:p>
        </p:txBody>
      </p:sp>
      <p:sp>
        <p:nvSpPr>
          <p:cNvPr id="1028" name="Rectangle 4">
            <a:extLst>
              <a:ext uri="{FF2B5EF4-FFF2-40B4-BE49-F238E27FC236}">
                <a16:creationId xmlns:a16="http://schemas.microsoft.com/office/drawing/2014/main" id="{F87C7838-4784-C04B-3DF7-48740EF16162}"/>
              </a:ext>
            </a:extLst>
          </p:cNvPr>
          <p:cNvSpPr>
            <a:spLocks noGrp="1" noChangeArrowheads="1"/>
          </p:cNvSpPr>
          <p:nvPr>
            <p:ph type="dt" sz="half" idx="2"/>
          </p:nvPr>
        </p:nvSpPr>
        <p:spPr bwMode="auto">
          <a:xfrm>
            <a:off x="342900" y="3124200"/>
            <a:ext cx="952500" cy="2286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46038" tIns="22225" rIns="46038" bIns="22225" numCol="1" anchor="ctr" anchorCtr="0" compatLnSpc="1">
            <a:prstTxWarp prst="textNoShape">
              <a:avLst/>
            </a:prstTxWarp>
          </a:bodyPr>
          <a:lstStyle>
            <a:lvl1pPr defTabSz="228600">
              <a:defRPr sz="700"/>
            </a:lvl1pPr>
          </a:lstStyle>
          <a:p>
            <a:endParaRPr lang="en-US" altLang="en-US"/>
          </a:p>
        </p:txBody>
      </p:sp>
      <p:sp>
        <p:nvSpPr>
          <p:cNvPr id="1029" name="Rectangle 5">
            <a:extLst>
              <a:ext uri="{FF2B5EF4-FFF2-40B4-BE49-F238E27FC236}">
                <a16:creationId xmlns:a16="http://schemas.microsoft.com/office/drawing/2014/main" id="{0DB0CDC9-6B0D-AB0F-4F45-3126B9BA1A6F}"/>
              </a:ext>
            </a:extLst>
          </p:cNvPr>
          <p:cNvSpPr>
            <a:spLocks noGrp="1" noChangeArrowheads="1"/>
          </p:cNvSpPr>
          <p:nvPr>
            <p:ph type="ftr" sz="quarter" idx="3"/>
          </p:nvPr>
        </p:nvSpPr>
        <p:spPr bwMode="auto">
          <a:xfrm>
            <a:off x="1562100" y="3124200"/>
            <a:ext cx="1447800" cy="2286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46038" tIns="22225" rIns="46038" bIns="22225" numCol="1" anchor="ctr" anchorCtr="0" compatLnSpc="1">
            <a:prstTxWarp prst="textNoShape">
              <a:avLst/>
            </a:prstTxWarp>
          </a:bodyPr>
          <a:lstStyle>
            <a:lvl1pPr algn="ctr" defTabSz="228600">
              <a:defRPr sz="700"/>
            </a:lvl1pPr>
          </a:lstStyle>
          <a:p>
            <a:endParaRPr lang="en-US" altLang="en-US"/>
          </a:p>
        </p:txBody>
      </p:sp>
      <p:sp>
        <p:nvSpPr>
          <p:cNvPr id="1030" name="Rectangle 6">
            <a:extLst>
              <a:ext uri="{FF2B5EF4-FFF2-40B4-BE49-F238E27FC236}">
                <a16:creationId xmlns:a16="http://schemas.microsoft.com/office/drawing/2014/main" id="{A0FFA659-AC13-D448-6DC7-0CC1E213018C}"/>
              </a:ext>
            </a:extLst>
          </p:cNvPr>
          <p:cNvSpPr>
            <a:spLocks noGrp="1" noChangeArrowheads="1"/>
          </p:cNvSpPr>
          <p:nvPr>
            <p:ph type="sldNum" sz="quarter" idx="4"/>
          </p:nvPr>
        </p:nvSpPr>
        <p:spPr bwMode="auto">
          <a:xfrm>
            <a:off x="3276600" y="3124200"/>
            <a:ext cx="952500" cy="2286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46038" tIns="22225" rIns="46038" bIns="22225" numCol="1" anchor="ctr" anchorCtr="0" compatLnSpc="1">
            <a:prstTxWarp prst="textNoShape">
              <a:avLst/>
            </a:prstTxWarp>
          </a:bodyPr>
          <a:lstStyle>
            <a:lvl1pPr algn="r" defTabSz="228600">
              <a:defRPr sz="700"/>
            </a:lvl1pPr>
          </a:lstStyle>
          <a:p>
            <a:fld id="{596F7A3E-6374-485D-8C87-76A668A6AED0}" type="slidenum">
              <a:rPr lang="en-US" altLang="en-US"/>
              <a:pPr/>
              <a:t>‹#›</a:t>
            </a:fld>
            <a:endParaRPr lang="en-US" alt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228600" rtl="0" eaLnBrk="0" fontAlgn="base" hangingPunct="0">
        <a:spcBef>
          <a:spcPct val="0"/>
        </a:spcBef>
        <a:spcAft>
          <a:spcPct val="0"/>
        </a:spcAft>
        <a:defRPr sz="2200" kern="1200">
          <a:solidFill>
            <a:schemeClr val="tx2"/>
          </a:solidFill>
          <a:latin typeface="+mj-lt"/>
          <a:ea typeface="+mj-ea"/>
          <a:cs typeface="+mj-cs"/>
        </a:defRPr>
      </a:lvl1pPr>
      <a:lvl2pPr algn="ctr" defTabSz="228600" rtl="0" eaLnBrk="0" fontAlgn="base" hangingPunct="0">
        <a:spcBef>
          <a:spcPct val="0"/>
        </a:spcBef>
        <a:spcAft>
          <a:spcPct val="0"/>
        </a:spcAft>
        <a:defRPr sz="2200">
          <a:solidFill>
            <a:schemeClr val="tx2"/>
          </a:solidFill>
          <a:latin typeface="Times New Roman" panose="02020603050405020304" pitchFamily="18" charset="0"/>
        </a:defRPr>
      </a:lvl2pPr>
      <a:lvl3pPr algn="ctr" defTabSz="228600" rtl="0" eaLnBrk="0" fontAlgn="base" hangingPunct="0">
        <a:spcBef>
          <a:spcPct val="0"/>
        </a:spcBef>
        <a:spcAft>
          <a:spcPct val="0"/>
        </a:spcAft>
        <a:defRPr sz="2200">
          <a:solidFill>
            <a:schemeClr val="tx2"/>
          </a:solidFill>
          <a:latin typeface="Times New Roman" panose="02020603050405020304" pitchFamily="18" charset="0"/>
        </a:defRPr>
      </a:lvl3pPr>
      <a:lvl4pPr algn="ctr" defTabSz="228600" rtl="0" eaLnBrk="0" fontAlgn="base" hangingPunct="0">
        <a:spcBef>
          <a:spcPct val="0"/>
        </a:spcBef>
        <a:spcAft>
          <a:spcPct val="0"/>
        </a:spcAft>
        <a:defRPr sz="2200">
          <a:solidFill>
            <a:schemeClr val="tx2"/>
          </a:solidFill>
          <a:latin typeface="Times New Roman" panose="02020603050405020304" pitchFamily="18" charset="0"/>
        </a:defRPr>
      </a:lvl4pPr>
      <a:lvl5pPr algn="ctr" defTabSz="228600" rtl="0" eaLnBrk="0" fontAlgn="base" hangingPunct="0">
        <a:spcBef>
          <a:spcPct val="0"/>
        </a:spcBef>
        <a:spcAft>
          <a:spcPct val="0"/>
        </a:spcAft>
        <a:defRPr sz="2200">
          <a:solidFill>
            <a:schemeClr val="tx2"/>
          </a:solidFill>
          <a:latin typeface="Times New Roman" panose="02020603050405020304" pitchFamily="18" charset="0"/>
        </a:defRPr>
      </a:lvl5pPr>
      <a:lvl6pPr marL="457200" algn="ctr" defTabSz="228600" rtl="0" eaLnBrk="0" fontAlgn="base" hangingPunct="0">
        <a:spcBef>
          <a:spcPct val="0"/>
        </a:spcBef>
        <a:spcAft>
          <a:spcPct val="0"/>
        </a:spcAft>
        <a:defRPr sz="2200">
          <a:solidFill>
            <a:schemeClr val="tx2"/>
          </a:solidFill>
          <a:latin typeface="Times New Roman" panose="02020603050405020304" pitchFamily="18" charset="0"/>
        </a:defRPr>
      </a:lvl6pPr>
      <a:lvl7pPr marL="914400" algn="ctr" defTabSz="228600" rtl="0" eaLnBrk="0" fontAlgn="base" hangingPunct="0">
        <a:spcBef>
          <a:spcPct val="0"/>
        </a:spcBef>
        <a:spcAft>
          <a:spcPct val="0"/>
        </a:spcAft>
        <a:defRPr sz="2200">
          <a:solidFill>
            <a:schemeClr val="tx2"/>
          </a:solidFill>
          <a:latin typeface="Times New Roman" panose="02020603050405020304" pitchFamily="18" charset="0"/>
        </a:defRPr>
      </a:lvl7pPr>
      <a:lvl8pPr marL="1371600" algn="ctr" defTabSz="228600" rtl="0" eaLnBrk="0" fontAlgn="base" hangingPunct="0">
        <a:spcBef>
          <a:spcPct val="0"/>
        </a:spcBef>
        <a:spcAft>
          <a:spcPct val="0"/>
        </a:spcAft>
        <a:defRPr sz="2200">
          <a:solidFill>
            <a:schemeClr val="tx2"/>
          </a:solidFill>
          <a:latin typeface="Times New Roman" panose="02020603050405020304" pitchFamily="18" charset="0"/>
        </a:defRPr>
      </a:lvl8pPr>
      <a:lvl9pPr marL="1828800" algn="ctr" defTabSz="228600" rtl="0" eaLnBrk="0" fontAlgn="base" hangingPunct="0">
        <a:spcBef>
          <a:spcPct val="0"/>
        </a:spcBef>
        <a:spcAft>
          <a:spcPct val="0"/>
        </a:spcAft>
        <a:defRPr sz="2200">
          <a:solidFill>
            <a:schemeClr val="tx2"/>
          </a:solidFill>
          <a:latin typeface="Times New Roman" panose="02020603050405020304" pitchFamily="18" charset="0"/>
        </a:defRPr>
      </a:lvl9pPr>
    </p:titleStyle>
    <p:bodyStyle>
      <a:lvl1pPr marL="171450" indent="-171450" algn="l" defTabSz="228600" rtl="0" eaLnBrk="0" fontAlgn="base" hangingPunct="0">
        <a:spcBef>
          <a:spcPct val="20000"/>
        </a:spcBef>
        <a:spcAft>
          <a:spcPct val="0"/>
        </a:spcAft>
        <a:buChar char="•"/>
        <a:defRPr sz="1600" kern="1200">
          <a:solidFill>
            <a:schemeClr val="tx1"/>
          </a:solidFill>
          <a:latin typeface="+mn-lt"/>
          <a:ea typeface="+mn-ea"/>
          <a:cs typeface="+mn-cs"/>
        </a:defRPr>
      </a:lvl1pPr>
      <a:lvl2pPr marL="371475" indent="-85725" algn="l" defTabSz="228600" rtl="0" eaLnBrk="0" fontAlgn="base" hangingPunct="0">
        <a:spcBef>
          <a:spcPct val="20000"/>
        </a:spcBef>
        <a:spcAft>
          <a:spcPct val="0"/>
        </a:spcAft>
        <a:buChar char="–"/>
        <a:defRPr sz="1400" kern="1200">
          <a:solidFill>
            <a:schemeClr val="tx1"/>
          </a:solidFill>
          <a:latin typeface="+mn-lt"/>
          <a:ea typeface="+mn-ea"/>
          <a:cs typeface="+mn-cs"/>
        </a:defRPr>
      </a:lvl2pPr>
      <a:lvl3pPr marL="571500" indent="-85725" algn="l" defTabSz="228600" rtl="0" eaLnBrk="0" fontAlgn="base" hangingPunct="0">
        <a:spcBef>
          <a:spcPct val="20000"/>
        </a:spcBef>
        <a:spcAft>
          <a:spcPct val="0"/>
        </a:spcAft>
        <a:buChar char="•"/>
        <a:defRPr sz="1200" kern="1200">
          <a:solidFill>
            <a:schemeClr val="tx1"/>
          </a:solidFill>
          <a:latin typeface="+mn-lt"/>
          <a:ea typeface="+mn-ea"/>
          <a:cs typeface="+mn-cs"/>
        </a:defRPr>
      </a:lvl3pPr>
      <a:lvl4pPr marL="800100" indent="-114300" algn="l" defTabSz="228600" rtl="0" eaLnBrk="0" fontAlgn="base" hangingPunct="0">
        <a:spcBef>
          <a:spcPct val="20000"/>
        </a:spcBef>
        <a:spcAft>
          <a:spcPct val="0"/>
        </a:spcAft>
        <a:buChar char="–"/>
        <a:defRPr sz="1000" kern="1200">
          <a:solidFill>
            <a:schemeClr val="tx1"/>
          </a:solidFill>
          <a:latin typeface="+mn-lt"/>
          <a:ea typeface="+mn-ea"/>
          <a:cs typeface="+mn-cs"/>
        </a:defRPr>
      </a:lvl4pPr>
      <a:lvl5pPr marL="1028700" indent="-114300" algn="l" defTabSz="228600" rtl="0" eaLnBrk="0" fontAlgn="base" hangingPunct="0">
        <a:spcBef>
          <a:spcPct val="20000"/>
        </a:spcBef>
        <a:spcAft>
          <a:spcPct val="0"/>
        </a:spcAft>
        <a:buChar char="•"/>
        <a:defRPr sz="1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0" name="Rectangle 2">
            <a:extLst>
              <a:ext uri="{FF2B5EF4-FFF2-40B4-BE49-F238E27FC236}">
                <a16:creationId xmlns:a16="http://schemas.microsoft.com/office/drawing/2014/main" id="{203CC5C2-7973-197C-96CC-6793EB132750}"/>
              </a:ext>
            </a:extLst>
          </p:cNvPr>
          <p:cNvSpPr>
            <a:spLocks noChangeArrowheads="1"/>
          </p:cNvSpPr>
          <p:nvPr/>
        </p:nvSpPr>
        <p:spPr bwMode="auto">
          <a:xfrm>
            <a:off x="904875" y="746125"/>
            <a:ext cx="2933700" cy="1979613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lIns="92075" tIns="46038" rIns="92075" bIns="46038">
            <a:spAutoFit/>
          </a:bodyPr>
          <a:lstStyle/>
          <a:p>
            <a:pPr algn="ctr"/>
            <a:r>
              <a:rPr lang="en-US" altLang="en-US" sz="1800" b="1">
                <a:solidFill>
                  <a:srgbClr val="CC0000"/>
                </a:solidFill>
                <a:effectLst>
                  <a:outerShdw blurRad="38100" dist="38100" dir="2700000" algn="tl">
                    <a:srgbClr val="C0C0C0"/>
                  </a:outerShdw>
                </a:effectLst>
                <a:latin typeface="Arial" panose="020B0604020202020204" pitchFamily="34" charset="0"/>
              </a:rPr>
              <a:t>Using the SET verb</a:t>
            </a:r>
          </a:p>
          <a:p>
            <a:pPr algn="ctr"/>
            <a:endParaRPr lang="en-US" altLang="en-US" b="1">
              <a:solidFill>
                <a:srgbClr val="A50021"/>
              </a:solidFill>
              <a:effectLst>
                <a:outerShdw blurRad="38100" dist="38100" dir="2700000" algn="tl">
                  <a:srgbClr val="C0C0C0"/>
                </a:outerShdw>
              </a:effectLst>
            </a:endParaRPr>
          </a:p>
          <a:p>
            <a:pPr algn="ctr"/>
            <a:r>
              <a:rPr lang="en-US" altLang="en-US" sz="1400" b="1"/>
              <a:t>Click to view.</a:t>
            </a:r>
          </a:p>
          <a:p>
            <a:pPr algn="ctr"/>
            <a:endParaRPr lang="en-US" altLang="en-US" sz="1400" b="1"/>
          </a:p>
          <a:p>
            <a:pPr algn="ctr"/>
            <a:r>
              <a:rPr lang="en-US" altLang="en-US" sz="1000"/>
              <a:t>When viewing , left click (or press the Page Up key) to see the next frame and right click (or press Page Down)  to see the previous frame.</a:t>
            </a:r>
            <a:endParaRPr lang="en-US" altLang="en-US" b="1">
              <a:solidFill>
                <a:srgbClr val="000099"/>
              </a:solidFill>
              <a:effectLst>
                <a:outerShdw blurRad="38100" dist="38100" dir="2700000" algn="tl">
                  <a:srgbClr val="C0C0C0"/>
                </a:outerShdw>
              </a:effectLst>
            </a:endParaRPr>
          </a:p>
          <a:p>
            <a:pPr algn="ctr"/>
            <a:endParaRPr lang="en-US" altLang="en-US" b="1">
              <a:solidFill>
                <a:srgbClr val="000099"/>
              </a:solidFill>
              <a:effectLst>
                <a:outerShdw blurRad="38100" dist="38100" dir="2700000" algn="tl">
                  <a:srgbClr val="C0C0C0"/>
                </a:outerShdw>
              </a:effectLst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4" name="Rectangle 2">
            <a:extLst>
              <a:ext uri="{FF2B5EF4-FFF2-40B4-BE49-F238E27FC236}">
                <a16:creationId xmlns:a16="http://schemas.microsoft.com/office/drawing/2014/main" id="{99E5FC42-6C72-4733-CD4A-3AD8D2D88C65}"/>
              </a:ext>
            </a:extLst>
          </p:cNvPr>
          <p:cNvSpPr>
            <a:spLocks noChangeArrowheads="1"/>
          </p:cNvSpPr>
          <p:nvPr/>
        </p:nvSpPr>
        <p:spPr bwMode="auto">
          <a:xfrm>
            <a:off x="179388" y="361950"/>
            <a:ext cx="2887662" cy="454025"/>
          </a:xfrm>
          <a:prstGeom prst="rect">
            <a:avLst/>
          </a:prstGeom>
          <a:solidFill>
            <a:srgbClr val="F4F4FF"/>
          </a:solidFill>
          <a:ln w="12700">
            <a:solidFill>
              <a:schemeClr val="tx1"/>
            </a:solidFill>
            <a:miter lim="800000"/>
            <a:headEnd/>
            <a:tailEnd/>
          </a:ln>
          <a:effectLst>
            <a:outerShdw dist="107763" dir="2700000" algn="ctr" rotWithShape="0">
              <a:schemeClr val="bg2">
                <a:alpha val="50000"/>
              </a:schemeClr>
            </a:outerShdw>
          </a:effectLst>
        </p:spPr>
        <p:txBody>
          <a:bodyPr wrap="none" lIns="111125" tIns="55563" rIns="111125" bIns="55563" anchor="ctr">
            <a:spAutoFit/>
          </a:bodyPr>
          <a:lstStyle>
            <a:lvl1pPr defTabSz="1260475">
              <a:tabLst>
                <a:tab pos="685800" algn="l"/>
                <a:tab pos="1371600" algn="l"/>
                <a:tab pos="3314700" algn="l"/>
                <a:tab pos="4114800" algn="l"/>
              </a:tabLs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549275" defTabSz="1260475">
              <a:tabLst>
                <a:tab pos="685800" algn="l"/>
                <a:tab pos="1371600" algn="l"/>
                <a:tab pos="3314700" algn="l"/>
                <a:tab pos="4114800" algn="l"/>
              </a:tabLs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096963" defTabSz="1260475">
              <a:tabLst>
                <a:tab pos="685800" algn="l"/>
                <a:tab pos="1371600" algn="l"/>
                <a:tab pos="3314700" algn="l"/>
                <a:tab pos="4114800" algn="l"/>
              </a:tabLs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46238" defTabSz="1260475">
              <a:tabLst>
                <a:tab pos="685800" algn="l"/>
                <a:tab pos="1371600" algn="l"/>
                <a:tab pos="3314700" algn="l"/>
                <a:tab pos="4114800" algn="l"/>
              </a:tabLs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193925" defTabSz="1260475">
              <a:tabLst>
                <a:tab pos="685800" algn="l"/>
                <a:tab pos="1371600" algn="l"/>
                <a:tab pos="3314700" algn="l"/>
                <a:tab pos="4114800" algn="l"/>
              </a:tabLs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651125" defTabSz="1260475" fontAlgn="base">
              <a:spcBef>
                <a:spcPct val="0"/>
              </a:spcBef>
              <a:spcAft>
                <a:spcPct val="0"/>
              </a:spcAft>
              <a:tabLst>
                <a:tab pos="685800" algn="l"/>
                <a:tab pos="1371600" algn="l"/>
                <a:tab pos="3314700" algn="l"/>
                <a:tab pos="4114800" algn="l"/>
              </a:tabLs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3108325" defTabSz="1260475" fontAlgn="base">
              <a:spcBef>
                <a:spcPct val="0"/>
              </a:spcBef>
              <a:spcAft>
                <a:spcPct val="0"/>
              </a:spcAft>
              <a:tabLst>
                <a:tab pos="685800" algn="l"/>
                <a:tab pos="1371600" algn="l"/>
                <a:tab pos="3314700" algn="l"/>
                <a:tab pos="4114800" algn="l"/>
              </a:tabLs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565525" defTabSz="1260475" fontAlgn="base">
              <a:spcBef>
                <a:spcPct val="0"/>
              </a:spcBef>
              <a:spcAft>
                <a:spcPct val="0"/>
              </a:spcAft>
              <a:tabLst>
                <a:tab pos="685800" algn="l"/>
                <a:tab pos="1371600" algn="l"/>
                <a:tab pos="3314700" algn="l"/>
                <a:tab pos="4114800" algn="l"/>
              </a:tabLs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4022725" defTabSz="1260475" fontAlgn="base">
              <a:spcBef>
                <a:spcPct val="0"/>
              </a:spcBef>
              <a:spcAft>
                <a:spcPct val="0"/>
              </a:spcAft>
              <a:tabLst>
                <a:tab pos="685800" algn="l"/>
                <a:tab pos="1371600" algn="l"/>
                <a:tab pos="3314700" algn="l"/>
                <a:tab pos="4114800" algn="l"/>
              </a:tabLs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>
              <a:lnSpc>
                <a:spcPct val="90000"/>
              </a:lnSpc>
            </a:pPr>
            <a:r>
              <a:rPr lang="en-US" altLang="en-US" sz="1200" b="1">
                <a:solidFill>
                  <a:srgbClr val="000000"/>
                </a:solidFill>
                <a:latin typeface="Courier New" panose="02070309020205020404" pitchFamily="49" charset="0"/>
              </a:rPr>
              <a:t>01 EOF-Flag    PIC 9 VALUE 0.</a:t>
            </a:r>
          </a:p>
          <a:p>
            <a:pPr>
              <a:lnSpc>
                <a:spcPct val="90000"/>
              </a:lnSpc>
            </a:pPr>
            <a:r>
              <a:rPr lang="en-US" altLang="en-US" sz="1200" b="1">
                <a:solidFill>
                  <a:srgbClr val="000000"/>
                </a:solidFill>
                <a:latin typeface="Courier New" panose="02070309020205020404" pitchFamily="49" charset="0"/>
              </a:rPr>
              <a:t>   88 EndOfFile      VALUE 1.</a:t>
            </a:r>
          </a:p>
        </p:txBody>
      </p:sp>
      <p:sp>
        <p:nvSpPr>
          <p:cNvPr id="3075" name="Rectangle 3">
            <a:extLst>
              <a:ext uri="{FF2B5EF4-FFF2-40B4-BE49-F238E27FC236}">
                <a16:creationId xmlns:a16="http://schemas.microsoft.com/office/drawing/2014/main" id="{5E4A5C1E-A171-115C-2B98-DA1C6801F537}"/>
              </a:ext>
            </a:extLst>
          </p:cNvPr>
          <p:cNvSpPr>
            <a:spLocks noChangeArrowheads="1"/>
          </p:cNvSpPr>
          <p:nvPr/>
        </p:nvSpPr>
        <p:spPr bwMode="auto">
          <a:xfrm>
            <a:off x="3238500" y="65088"/>
            <a:ext cx="882650" cy="21272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lIns="46038" tIns="0" rIns="46038" bIns="0" anchor="b">
            <a:spAutoFit/>
          </a:bodyPr>
          <a:lstStyle>
            <a:lvl1pPr defTabSz="1316038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549275" defTabSz="1316038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096963" defTabSz="1316038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46238" defTabSz="1316038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193925" defTabSz="1316038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651125" defTabSz="1316038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3108325" defTabSz="1316038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565525" defTabSz="1316038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4022725" defTabSz="1316038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algn="ctr"/>
            <a:r>
              <a:rPr lang="en-US" altLang="en-US" sz="1400" b="1">
                <a:solidFill>
                  <a:schemeClr val="accent2"/>
                </a:solidFill>
                <a:effectLst>
                  <a:outerShdw blurRad="38100" dist="38100" dir="2700000" algn="tl">
                    <a:srgbClr val="C0C0C0"/>
                  </a:outerShdw>
                </a:effectLst>
              </a:rPr>
              <a:t>EOF-Flag</a:t>
            </a:r>
          </a:p>
        </p:txBody>
      </p:sp>
      <p:sp>
        <p:nvSpPr>
          <p:cNvPr id="3076" name="Rectangle 4">
            <a:extLst>
              <a:ext uri="{FF2B5EF4-FFF2-40B4-BE49-F238E27FC236}">
                <a16:creationId xmlns:a16="http://schemas.microsoft.com/office/drawing/2014/main" id="{A4795C2C-952C-DA87-921D-1CE27EE1D9F7}"/>
              </a:ext>
            </a:extLst>
          </p:cNvPr>
          <p:cNvSpPr>
            <a:spLocks noChangeArrowheads="1"/>
          </p:cNvSpPr>
          <p:nvPr/>
        </p:nvSpPr>
        <p:spPr bwMode="auto">
          <a:xfrm>
            <a:off x="3395663" y="273050"/>
            <a:ext cx="498475" cy="495300"/>
          </a:xfrm>
          <a:prstGeom prst="rect">
            <a:avLst/>
          </a:prstGeom>
          <a:solidFill>
            <a:srgbClr val="F4F4FF"/>
          </a:solidFill>
          <a:ln w="25400">
            <a:solidFill>
              <a:srgbClr val="000000"/>
            </a:solidFill>
            <a:miter lim="800000"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lIns="111125" tIns="55563" rIns="111125" bIns="55563" anchor="ctr"/>
          <a:lstStyle>
            <a:lvl1pPr defTabSz="1316038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549275" defTabSz="1316038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096963" defTabSz="1316038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46238" defTabSz="1316038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193925" defTabSz="1316038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651125" defTabSz="1316038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3108325" defTabSz="1316038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565525" defTabSz="1316038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4022725" defTabSz="1316038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algn="ctr"/>
            <a:r>
              <a:rPr lang="en-US" altLang="en-US" sz="1800" b="1">
                <a:solidFill>
                  <a:srgbClr val="CC0000"/>
                </a:solidFill>
                <a:effectLst>
                  <a:outerShdw blurRad="38100" dist="38100" dir="2700000" algn="tl">
                    <a:srgbClr val="C0C0C0"/>
                  </a:outerShdw>
                </a:effectLst>
              </a:rPr>
              <a:t>0</a:t>
            </a:r>
          </a:p>
        </p:txBody>
      </p:sp>
      <p:sp>
        <p:nvSpPr>
          <p:cNvPr id="3077" name="Rectangle 5">
            <a:extLst>
              <a:ext uri="{FF2B5EF4-FFF2-40B4-BE49-F238E27FC236}">
                <a16:creationId xmlns:a16="http://schemas.microsoft.com/office/drawing/2014/main" id="{981EB5B7-D3FA-0C5C-7C01-4FECAC8F0202}"/>
              </a:ext>
            </a:extLst>
          </p:cNvPr>
          <p:cNvSpPr>
            <a:spLocks noChangeArrowheads="1"/>
          </p:cNvSpPr>
          <p:nvPr/>
        </p:nvSpPr>
        <p:spPr bwMode="auto">
          <a:xfrm>
            <a:off x="3300413" y="804863"/>
            <a:ext cx="1062037" cy="30321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lIns="111125" tIns="55563" rIns="111125" bIns="55563">
            <a:spAutoFit/>
          </a:bodyPr>
          <a:lstStyle>
            <a:lvl1pPr defTabSz="1316038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549275" defTabSz="1316038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096963" defTabSz="1316038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46238" defTabSz="1316038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193925" defTabSz="1316038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651125" defTabSz="1316038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3108325" defTabSz="1316038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565525" defTabSz="1316038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4022725" defTabSz="1316038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algn="ctr">
              <a:lnSpc>
                <a:spcPct val="90000"/>
              </a:lnSpc>
            </a:pPr>
            <a:r>
              <a:rPr lang="en-US" altLang="en-US" sz="1400" b="1">
                <a:solidFill>
                  <a:srgbClr val="CC0000"/>
                </a:solidFill>
              </a:rPr>
              <a:t>EndOfFile</a:t>
            </a:r>
          </a:p>
        </p:txBody>
      </p:sp>
      <p:sp>
        <p:nvSpPr>
          <p:cNvPr id="3078" name="Rectangle 6">
            <a:extLst>
              <a:ext uri="{FF2B5EF4-FFF2-40B4-BE49-F238E27FC236}">
                <a16:creationId xmlns:a16="http://schemas.microsoft.com/office/drawing/2014/main" id="{62518CD1-1108-78D6-EF10-8CA6BA7B471F}"/>
              </a:ext>
            </a:extLst>
          </p:cNvPr>
          <p:cNvSpPr>
            <a:spLocks noChangeArrowheads="1"/>
          </p:cNvSpPr>
          <p:nvPr/>
        </p:nvSpPr>
        <p:spPr bwMode="auto">
          <a:xfrm>
            <a:off x="153988" y="1385888"/>
            <a:ext cx="2978150" cy="1609725"/>
          </a:xfrm>
          <a:prstGeom prst="rect">
            <a:avLst/>
          </a:prstGeom>
          <a:solidFill>
            <a:srgbClr val="F4F4FF"/>
          </a:solidFill>
          <a:ln w="12700">
            <a:solidFill>
              <a:schemeClr val="tx1"/>
            </a:solidFill>
            <a:miter lim="800000"/>
            <a:headEnd/>
            <a:tailEnd/>
          </a:ln>
          <a:effectLst>
            <a:outerShdw dist="107763" dir="2700000" algn="ctr" rotWithShape="0">
              <a:schemeClr val="bg2">
                <a:alpha val="50000"/>
              </a:schemeClr>
            </a:outerShdw>
          </a:effectLst>
        </p:spPr>
        <p:txBody>
          <a:bodyPr wrap="none" lIns="111125" tIns="55563" rIns="111125" bIns="55563">
            <a:spAutoFit/>
          </a:bodyPr>
          <a:lstStyle>
            <a:lvl1pPr defTabSz="1260475">
              <a:tabLst>
                <a:tab pos="685800" algn="l"/>
                <a:tab pos="1371600" algn="l"/>
              </a:tabLs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549275" defTabSz="1260475">
              <a:tabLst>
                <a:tab pos="685800" algn="l"/>
                <a:tab pos="1371600" algn="l"/>
              </a:tabLs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096963" defTabSz="1260475">
              <a:tabLst>
                <a:tab pos="685800" algn="l"/>
                <a:tab pos="1371600" algn="l"/>
              </a:tabLs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46238" defTabSz="1260475">
              <a:tabLst>
                <a:tab pos="685800" algn="l"/>
                <a:tab pos="1371600" algn="l"/>
              </a:tabLs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193925" defTabSz="1260475">
              <a:tabLst>
                <a:tab pos="685800" algn="l"/>
                <a:tab pos="1371600" algn="l"/>
              </a:tabLs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651125" defTabSz="1260475" fontAlgn="base">
              <a:spcBef>
                <a:spcPct val="0"/>
              </a:spcBef>
              <a:spcAft>
                <a:spcPct val="0"/>
              </a:spcAft>
              <a:tabLst>
                <a:tab pos="685800" algn="l"/>
                <a:tab pos="1371600" algn="l"/>
              </a:tabLs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3108325" defTabSz="1260475" fontAlgn="base">
              <a:spcBef>
                <a:spcPct val="0"/>
              </a:spcBef>
              <a:spcAft>
                <a:spcPct val="0"/>
              </a:spcAft>
              <a:tabLst>
                <a:tab pos="685800" algn="l"/>
                <a:tab pos="1371600" algn="l"/>
              </a:tabLs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565525" defTabSz="1260475" fontAlgn="base">
              <a:spcBef>
                <a:spcPct val="0"/>
              </a:spcBef>
              <a:spcAft>
                <a:spcPct val="0"/>
              </a:spcAft>
              <a:tabLst>
                <a:tab pos="685800" algn="l"/>
                <a:tab pos="1371600" algn="l"/>
              </a:tabLs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4022725" defTabSz="1260475" fontAlgn="base">
              <a:spcBef>
                <a:spcPct val="0"/>
              </a:spcBef>
              <a:spcAft>
                <a:spcPct val="0"/>
              </a:spcAft>
              <a:tabLst>
                <a:tab pos="685800" algn="l"/>
                <a:tab pos="1371600" algn="l"/>
              </a:tabLs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>
              <a:lnSpc>
                <a:spcPct val="90000"/>
              </a:lnSpc>
            </a:pPr>
            <a:r>
              <a:rPr lang="en-US" altLang="en-US" sz="1200" b="1">
                <a:solidFill>
                  <a:srgbClr val="000000"/>
                </a:solidFill>
                <a:latin typeface="Courier New" panose="02070309020205020404" pitchFamily="49" charset="0"/>
              </a:rPr>
              <a:t>READ InFile</a:t>
            </a:r>
          </a:p>
          <a:p>
            <a:pPr>
              <a:lnSpc>
                <a:spcPct val="90000"/>
              </a:lnSpc>
            </a:pPr>
            <a:r>
              <a:rPr lang="en-US" altLang="en-US" sz="1200" b="1">
                <a:solidFill>
                  <a:srgbClr val="000000"/>
                </a:solidFill>
                <a:latin typeface="Courier New" panose="02070309020205020404" pitchFamily="49" charset="0"/>
              </a:rPr>
              <a:t>  AT END MOVE 1 TO EOF-Flag</a:t>
            </a:r>
          </a:p>
          <a:p>
            <a:pPr>
              <a:lnSpc>
                <a:spcPct val="90000"/>
              </a:lnSpc>
            </a:pPr>
            <a:r>
              <a:rPr lang="en-US" altLang="en-US" sz="1200" b="1">
                <a:solidFill>
                  <a:srgbClr val="000000"/>
                </a:solidFill>
                <a:latin typeface="Courier New" panose="02070309020205020404" pitchFamily="49" charset="0"/>
              </a:rPr>
              <a:t>END-READ</a:t>
            </a:r>
          </a:p>
          <a:p>
            <a:pPr>
              <a:lnSpc>
                <a:spcPct val="90000"/>
              </a:lnSpc>
            </a:pPr>
            <a:r>
              <a:rPr lang="en-US" altLang="en-US" sz="1200" b="1">
                <a:solidFill>
                  <a:srgbClr val="000000"/>
                </a:solidFill>
                <a:latin typeface="Courier New" panose="02070309020205020404" pitchFamily="49" charset="0"/>
              </a:rPr>
              <a:t>PERFORM UNTIL EndOfFile</a:t>
            </a:r>
          </a:p>
          <a:p>
            <a:pPr>
              <a:lnSpc>
                <a:spcPct val="90000"/>
              </a:lnSpc>
            </a:pPr>
            <a:r>
              <a:rPr lang="en-US" altLang="en-US" sz="1200" b="1">
                <a:solidFill>
                  <a:srgbClr val="000000"/>
                </a:solidFill>
                <a:latin typeface="Courier New" panose="02070309020205020404" pitchFamily="49" charset="0"/>
              </a:rPr>
              <a:t>   </a:t>
            </a:r>
            <a:r>
              <a:rPr lang="en-US" altLang="en-US" sz="1200" b="1">
                <a:solidFill>
                  <a:srgbClr val="00CC00"/>
                </a:solidFill>
                <a:effectLst>
                  <a:outerShdw blurRad="38100" dist="38100" dir="2700000" algn="tl">
                    <a:srgbClr val="C0C0C0"/>
                  </a:outerShdw>
                </a:effectLst>
                <a:latin typeface="Courier New" panose="02070309020205020404" pitchFamily="49" charset="0"/>
              </a:rPr>
              <a:t>Statements</a:t>
            </a:r>
            <a:endParaRPr lang="en-US" altLang="en-US" sz="1200" b="1">
              <a:solidFill>
                <a:srgbClr val="000000"/>
              </a:solidFill>
              <a:latin typeface="Courier New" panose="02070309020205020404" pitchFamily="49" charset="0"/>
            </a:endParaRPr>
          </a:p>
          <a:p>
            <a:pPr>
              <a:lnSpc>
                <a:spcPct val="90000"/>
              </a:lnSpc>
            </a:pPr>
            <a:r>
              <a:rPr lang="en-US" altLang="en-US" sz="1200" b="1">
                <a:solidFill>
                  <a:srgbClr val="000000"/>
                </a:solidFill>
                <a:latin typeface="Courier New" panose="02070309020205020404" pitchFamily="49" charset="0"/>
              </a:rPr>
              <a:t>   READ InFile</a:t>
            </a:r>
          </a:p>
          <a:p>
            <a:pPr>
              <a:lnSpc>
                <a:spcPct val="90000"/>
              </a:lnSpc>
            </a:pPr>
            <a:r>
              <a:rPr lang="en-US" altLang="en-US" sz="1200" b="1">
                <a:solidFill>
                  <a:srgbClr val="000000"/>
                </a:solidFill>
                <a:latin typeface="Courier New" panose="02070309020205020404" pitchFamily="49" charset="0"/>
              </a:rPr>
              <a:t>     </a:t>
            </a:r>
            <a:r>
              <a:rPr lang="en-US" altLang="en-US" sz="1200" b="1">
                <a:latin typeface="Courier New" panose="02070309020205020404" pitchFamily="49" charset="0"/>
              </a:rPr>
              <a:t>AT END MOVE 1 TO EOF-Flag</a:t>
            </a:r>
            <a:endParaRPr lang="en-US" altLang="en-US" sz="1200" b="1">
              <a:solidFill>
                <a:srgbClr val="000000"/>
              </a:solidFill>
              <a:latin typeface="Courier New" panose="02070309020205020404" pitchFamily="49" charset="0"/>
            </a:endParaRPr>
          </a:p>
          <a:p>
            <a:pPr>
              <a:lnSpc>
                <a:spcPct val="90000"/>
              </a:lnSpc>
            </a:pPr>
            <a:r>
              <a:rPr lang="en-US" altLang="en-US" sz="1200" b="1">
                <a:solidFill>
                  <a:srgbClr val="000000"/>
                </a:solidFill>
                <a:latin typeface="Courier New" panose="02070309020205020404" pitchFamily="49" charset="0"/>
              </a:rPr>
              <a:t>   END-READ</a:t>
            </a:r>
          </a:p>
          <a:p>
            <a:pPr>
              <a:lnSpc>
                <a:spcPct val="90000"/>
              </a:lnSpc>
            </a:pPr>
            <a:r>
              <a:rPr lang="en-US" altLang="en-US" sz="1200" b="1">
                <a:solidFill>
                  <a:srgbClr val="000000"/>
                </a:solidFill>
                <a:latin typeface="Courier New" panose="02070309020205020404" pitchFamily="49" charset="0"/>
              </a:rPr>
              <a:t>END-PERFORM</a:t>
            </a:r>
          </a:p>
        </p:txBody>
      </p:sp>
      <p:sp>
        <p:nvSpPr>
          <p:cNvPr id="3079" name="AutoShape 7">
            <a:extLst>
              <a:ext uri="{FF2B5EF4-FFF2-40B4-BE49-F238E27FC236}">
                <a16:creationId xmlns:a16="http://schemas.microsoft.com/office/drawing/2014/main" id="{A8FEC94B-38C2-65AB-887D-3D36338033C5}"/>
              </a:ext>
            </a:extLst>
          </p:cNvPr>
          <p:cNvSpPr>
            <a:spLocks noChangeArrowheads="1"/>
          </p:cNvSpPr>
          <p:nvPr/>
        </p:nvSpPr>
        <p:spPr bwMode="auto">
          <a:xfrm flipH="1">
            <a:off x="3294063" y="1182688"/>
            <a:ext cx="1176337" cy="1735667"/>
          </a:xfrm>
          <a:prstGeom prst="wedgeRoundRectCallout">
            <a:avLst>
              <a:gd name="adj1" fmla="val -41671"/>
              <a:gd name="adj2" fmla="val 66667"/>
              <a:gd name="adj3" fmla="val 16667"/>
            </a:avLst>
          </a:prstGeom>
          <a:solidFill>
            <a:srgbClr val="FFFFC9"/>
          </a:solidFill>
          <a:ln w="12700">
            <a:solidFill>
              <a:schemeClr val="tx1"/>
            </a:solidFill>
            <a:miter lim="800000"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lIns="0" tIns="0" rIns="0" bIns="0">
            <a:spAutoFit/>
          </a:bodyPr>
          <a:lstStyle/>
          <a:p>
            <a:pPr algn="ctr"/>
            <a:r>
              <a:rPr lang="en-US" altLang="en-US" sz="1000"/>
              <a:t>Using the SET verb to set a Condition Name is a new addition to COBOL.</a:t>
            </a:r>
          </a:p>
          <a:p>
            <a:pPr algn="ctr"/>
            <a:endParaRPr lang="en-US" altLang="en-US" sz="1000"/>
          </a:p>
          <a:p>
            <a:pPr algn="ctr"/>
            <a:r>
              <a:rPr lang="en-US" altLang="en-US" sz="1000"/>
              <a:t>Before the SET, programmers had to used the arrangement shown in this example. </a:t>
            </a:r>
          </a:p>
        </p:txBody>
      </p:sp>
      <p:sp>
        <p:nvSpPr>
          <p:cNvPr id="3080" name="AutoShape 8">
            <a:extLst>
              <a:ext uri="{FF2B5EF4-FFF2-40B4-BE49-F238E27FC236}">
                <a16:creationId xmlns:a16="http://schemas.microsoft.com/office/drawing/2014/main" id="{577A5114-1808-6DE0-27FF-CDA16B075341}"/>
              </a:ext>
            </a:extLst>
          </p:cNvPr>
          <p:cNvSpPr>
            <a:spLocks noChangeArrowheads="1"/>
          </p:cNvSpPr>
          <p:nvPr/>
        </p:nvSpPr>
        <p:spPr bwMode="auto">
          <a:xfrm flipH="1">
            <a:off x="3292475" y="1154113"/>
            <a:ext cx="1200150" cy="1563688"/>
          </a:xfrm>
          <a:prstGeom prst="wedgeRoundRectCallout">
            <a:avLst>
              <a:gd name="adj1" fmla="val -41671"/>
              <a:gd name="adj2" fmla="val 66667"/>
              <a:gd name="adj3" fmla="val 16667"/>
            </a:avLst>
          </a:prstGeom>
          <a:solidFill>
            <a:srgbClr val="FFFFC9"/>
          </a:solidFill>
          <a:ln w="12700">
            <a:solidFill>
              <a:schemeClr val="tx1"/>
            </a:solidFill>
            <a:miter lim="800000"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lIns="0" tIns="0" rIns="0" bIns="0">
            <a:spAutoFit/>
          </a:bodyPr>
          <a:lstStyle/>
          <a:p>
            <a:pPr algn="ctr"/>
            <a:r>
              <a:rPr lang="en-US" altLang="en-US" sz="1000"/>
              <a:t>The idea here is that, when the READ detects the end of file, the value 1 is moved to the data-item EOF-Flag which sets the </a:t>
            </a:r>
          </a:p>
          <a:p>
            <a:pPr algn="ctr"/>
            <a:r>
              <a:rPr lang="en-US" altLang="en-US" sz="1000"/>
              <a:t>Condition Name EndOfFile to true. </a:t>
            </a:r>
          </a:p>
        </p:txBody>
      </p:sp>
      <p:sp>
        <p:nvSpPr>
          <p:cNvPr id="3081" name="AutoShape 9">
            <a:extLst>
              <a:ext uri="{FF2B5EF4-FFF2-40B4-BE49-F238E27FC236}">
                <a16:creationId xmlns:a16="http://schemas.microsoft.com/office/drawing/2014/main" id="{2284C345-FC2A-7FAE-4D80-1FE1455547FE}"/>
              </a:ext>
            </a:extLst>
          </p:cNvPr>
          <p:cNvSpPr>
            <a:spLocks noChangeArrowheads="1"/>
          </p:cNvSpPr>
          <p:nvPr/>
        </p:nvSpPr>
        <p:spPr bwMode="auto">
          <a:xfrm flipH="1">
            <a:off x="3324225" y="1131888"/>
            <a:ext cx="1165225" cy="1735667"/>
          </a:xfrm>
          <a:prstGeom prst="wedgeRoundRectCallout">
            <a:avLst>
              <a:gd name="adj1" fmla="val -41671"/>
              <a:gd name="adj2" fmla="val 66667"/>
              <a:gd name="adj3" fmla="val 16667"/>
            </a:avLst>
          </a:prstGeom>
          <a:solidFill>
            <a:srgbClr val="FFFFC9"/>
          </a:solidFill>
          <a:ln w="12700">
            <a:solidFill>
              <a:schemeClr val="tx1"/>
            </a:solidFill>
            <a:miter lim="800000"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lIns="0" tIns="0" rIns="0" bIns="0">
            <a:spAutoFit/>
          </a:bodyPr>
          <a:lstStyle/>
          <a:p>
            <a:pPr algn="ctr"/>
            <a:r>
              <a:rPr lang="en-US" altLang="en-US" sz="1000"/>
              <a:t>The only problem with this arrangement is readability.  </a:t>
            </a:r>
          </a:p>
          <a:p>
            <a:pPr algn="ctr"/>
            <a:r>
              <a:rPr lang="en-US" altLang="en-US" sz="1000"/>
              <a:t>It’s not obvious what effect moving 1 to EOF-Flag will have without looking up its definition.   </a:t>
            </a:r>
          </a:p>
        </p:txBody>
      </p:sp>
      <p:sp>
        <p:nvSpPr>
          <p:cNvPr id="3082" name="AutoShape 10">
            <a:extLst>
              <a:ext uri="{FF2B5EF4-FFF2-40B4-BE49-F238E27FC236}">
                <a16:creationId xmlns:a16="http://schemas.microsoft.com/office/drawing/2014/main" id="{4615A600-0D58-13EA-D8C5-E1A0C72E802F}"/>
              </a:ext>
            </a:extLst>
          </p:cNvPr>
          <p:cNvSpPr>
            <a:spLocks noChangeArrowheads="1"/>
          </p:cNvSpPr>
          <p:nvPr/>
        </p:nvSpPr>
        <p:spPr bwMode="auto">
          <a:xfrm>
            <a:off x="34925" y="2130425"/>
            <a:ext cx="234950" cy="101600"/>
          </a:xfrm>
          <a:prstGeom prst="rightArrow">
            <a:avLst>
              <a:gd name="adj1" fmla="val 50000"/>
              <a:gd name="adj2" fmla="val 115636"/>
            </a:avLst>
          </a:prstGeom>
          <a:solidFill>
            <a:srgbClr val="CC0000"/>
          </a:solidFill>
          <a:ln w="12700">
            <a:solidFill>
              <a:schemeClr val="tx1"/>
            </a:solidFill>
            <a:miter lim="800000"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en-US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 nodeType="clickPar">
                      <p:stCondLst>
                        <p:cond delay="indefinite"/>
                      </p:stCondLst>
                      <p:childTnLst>
                        <p:par>
                          <p:cTn id="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30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  <p:subTnLst>
                                    <p:set>
                                      <p:cBhvr override="childStyle">
                                        <p:cTn dur="1" fill="hold" display="0" masterRel="nextClick" afterEffect="1"/>
                                        <p:tgtEl>
                                          <p:spTgt spid="30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sub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 nodeType="clickPar">
                      <p:stCondLst>
                        <p:cond delay="indefinite"/>
                      </p:stCondLst>
                      <p:childTnLst>
                        <p:par>
                          <p:cTn id="8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30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  <p:subTnLst>
                                    <p:set>
                                      <p:cBhvr override="childStyle">
                                        <p:cTn dur="1" fill="hold" display="0" masterRel="nextClick" afterEffect="1"/>
                                        <p:tgtEl>
                                          <p:spTgt spid="30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sub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 nodeType="clickPar">
                      <p:stCondLst>
                        <p:cond delay="indefinite"/>
                      </p:stCondLst>
                      <p:childTnLst>
                        <p:par>
                          <p:cTn id="12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30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  <p:subTnLst>
                                    <p:set>
                                      <p:cBhvr override="childStyle">
                                        <p:cTn dur="1" fill="hold" display="0" masterRel="nextClick" afterEffect="1"/>
                                        <p:tgtEl>
                                          <p:spTgt spid="30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sub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079" grpId="0" animBg="1" autoUpdateAnimBg="0"/>
      <p:bldP spid="3080" grpId="0" animBg="1" autoUpdateAnimBg="0"/>
      <p:bldP spid="3081" grpId="0" animBg="1" autoUpdateAnimBg="0"/>
    </p:bld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98" name="Rectangle 2">
            <a:extLst>
              <a:ext uri="{FF2B5EF4-FFF2-40B4-BE49-F238E27FC236}">
                <a16:creationId xmlns:a16="http://schemas.microsoft.com/office/drawing/2014/main" id="{A6437CA4-B5EC-B613-EEB6-D198463126F4}"/>
              </a:ext>
            </a:extLst>
          </p:cNvPr>
          <p:cNvSpPr>
            <a:spLocks noChangeArrowheads="1"/>
          </p:cNvSpPr>
          <p:nvPr/>
        </p:nvSpPr>
        <p:spPr bwMode="auto">
          <a:xfrm>
            <a:off x="179388" y="361950"/>
            <a:ext cx="2887662" cy="454025"/>
          </a:xfrm>
          <a:prstGeom prst="rect">
            <a:avLst/>
          </a:prstGeom>
          <a:solidFill>
            <a:srgbClr val="F4F4FF"/>
          </a:solidFill>
          <a:ln w="12700">
            <a:solidFill>
              <a:schemeClr val="tx1"/>
            </a:solidFill>
            <a:miter lim="800000"/>
            <a:headEnd/>
            <a:tailEnd/>
          </a:ln>
          <a:effectLst>
            <a:outerShdw dist="107763" dir="2700000" algn="ctr" rotWithShape="0">
              <a:schemeClr val="bg2">
                <a:alpha val="50000"/>
              </a:schemeClr>
            </a:outerShdw>
          </a:effectLst>
        </p:spPr>
        <p:txBody>
          <a:bodyPr wrap="none" lIns="111125" tIns="55563" rIns="111125" bIns="55563" anchor="ctr">
            <a:spAutoFit/>
          </a:bodyPr>
          <a:lstStyle>
            <a:lvl1pPr defTabSz="1260475">
              <a:tabLst>
                <a:tab pos="685800" algn="l"/>
                <a:tab pos="1371600" algn="l"/>
                <a:tab pos="3314700" algn="l"/>
                <a:tab pos="4114800" algn="l"/>
              </a:tabLs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549275" defTabSz="1260475">
              <a:tabLst>
                <a:tab pos="685800" algn="l"/>
                <a:tab pos="1371600" algn="l"/>
                <a:tab pos="3314700" algn="l"/>
                <a:tab pos="4114800" algn="l"/>
              </a:tabLs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096963" defTabSz="1260475">
              <a:tabLst>
                <a:tab pos="685800" algn="l"/>
                <a:tab pos="1371600" algn="l"/>
                <a:tab pos="3314700" algn="l"/>
                <a:tab pos="4114800" algn="l"/>
              </a:tabLs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46238" defTabSz="1260475">
              <a:tabLst>
                <a:tab pos="685800" algn="l"/>
                <a:tab pos="1371600" algn="l"/>
                <a:tab pos="3314700" algn="l"/>
                <a:tab pos="4114800" algn="l"/>
              </a:tabLs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193925" defTabSz="1260475">
              <a:tabLst>
                <a:tab pos="685800" algn="l"/>
                <a:tab pos="1371600" algn="l"/>
                <a:tab pos="3314700" algn="l"/>
                <a:tab pos="4114800" algn="l"/>
              </a:tabLs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651125" defTabSz="1260475" fontAlgn="base">
              <a:spcBef>
                <a:spcPct val="0"/>
              </a:spcBef>
              <a:spcAft>
                <a:spcPct val="0"/>
              </a:spcAft>
              <a:tabLst>
                <a:tab pos="685800" algn="l"/>
                <a:tab pos="1371600" algn="l"/>
                <a:tab pos="3314700" algn="l"/>
                <a:tab pos="4114800" algn="l"/>
              </a:tabLs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3108325" defTabSz="1260475" fontAlgn="base">
              <a:spcBef>
                <a:spcPct val="0"/>
              </a:spcBef>
              <a:spcAft>
                <a:spcPct val="0"/>
              </a:spcAft>
              <a:tabLst>
                <a:tab pos="685800" algn="l"/>
                <a:tab pos="1371600" algn="l"/>
                <a:tab pos="3314700" algn="l"/>
                <a:tab pos="4114800" algn="l"/>
              </a:tabLs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565525" defTabSz="1260475" fontAlgn="base">
              <a:spcBef>
                <a:spcPct val="0"/>
              </a:spcBef>
              <a:spcAft>
                <a:spcPct val="0"/>
              </a:spcAft>
              <a:tabLst>
                <a:tab pos="685800" algn="l"/>
                <a:tab pos="1371600" algn="l"/>
                <a:tab pos="3314700" algn="l"/>
                <a:tab pos="4114800" algn="l"/>
              </a:tabLs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4022725" defTabSz="1260475" fontAlgn="base">
              <a:spcBef>
                <a:spcPct val="0"/>
              </a:spcBef>
              <a:spcAft>
                <a:spcPct val="0"/>
              </a:spcAft>
              <a:tabLst>
                <a:tab pos="685800" algn="l"/>
                <a:tab pos="1371600" algn="l"/>
                <a:tab pos="3314700" algn="l"/>
                <a:tab pos="4114800" algn="l"/>
              </a:tabLs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>
              <a:lnSpc>
                <a:spcPct val="90000"/>
              </a:lnSpc>
            </a:pPr>
            <a:r>
              <a:rPr lang="en-US" altLang="en-US" sz="1200" b="1">
                <a:solidFill>
                  <a:srgbClr val="000000"/>
                </a:solidFill>
                <a:latin typeface="Courier New" panose="02070309020205020404" pitchFamily="49" charset="0"/>
              </a:rPr>
              <a:t>01 EOF-Flag    PIC 9 VALUE 0.</a:t>
            </a:r>
          </a:p>
          <a:p>
            <a:pPr>
              <a:lnSpc>
                <a:spcPct val="90000"/>
              </a:lnSpc>
            </a:pPr>
            <a:r>
              <a:rPr lang="en-US" altLang="en-US" sz="1200" b="1">
                <a:solidFill>
                  <a:srgbClr val="000000"/>
                </a:solidFill>
                <a:latin typeface="Courier New" panose="02070309020205020404" pitchFamily="49" charset="0"/>
              </a:rPr>
              <a:t>   88 EndOfFile      VALUE 1.</a:t>
            </a:r>
          </a:p>
        </p:txBody>
      </p:sp>
      <p:sp>
        <p:nvSpPr>
          <p:cNvPr id="4099" name="Rectangle 3">
            <a:extLst>
              <a:ext uri="{FF2B5EF4-FFF2-40B4-BE49-F238E27FC236}">
                <a16:creationId xmlns:a16="http://schemas.microsoft.com/office/drawing/2014/main" id="{B489DB6D-1537-5055-9B9B-FC485FF5B702}"/>
              </a:ext>
            </a:extLst>
          </p:cNvPr>
          <p:cNvSpPr>
            <a:spLocks noChangeArrowheads="1"/>
          </p:cNvSpPr>
          <p:nvPr/>
        </p:nvSpPr>
        <p:spPr bwMode="auto">
          <a:xfrm>
            <a:off x="3238500" y="65088"/>
            <a:ext cx="882650" cy="21272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lIns="46038" tIns="0" rIns="46038" bIns="0" anchor="b">
            <a:spAutoFit/>
          </a:bodyPr>
          <a:lstStyle>
            <a:lvl1pPr defTabSz="1316038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549275" defTabSz="1316038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096963" defTabSz="1316038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46238" defTabSz="1316038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193925" defTabSz="1316038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651125" defTabSz="1316038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3108325" defTabSz="1316038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565525" defTabSz="1316038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4022725" defTabSz="1316038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algn="ctr"/>
            <a:r>
              <a:rPr lang="en-US" altLang="en-US" sz="1400" b="1">
                <a:solidFill>
                  <a:schemeClr val="accent2"/>
                </a:solidFill>
                <a:effectLst>
                  <a:outerShdw blurRad="38100" dist="38100" dir="2700000" algn="tl">
                    <a:srgbClr val="C0C0C0"/>
                  </a:outerShdw>
                </a:effectLst>
              </a:rPr>
              <a:t>EOF-Flag</a:t>
            </a:r>
          </a:p>
        </p:txBody>
      </p:sp>
      <p:sp>
        <p:nvSpPr>
          <p:cNvPr id="4100" name="Rectangle 4">
            <a:extLst>
              <a:ext uri="{FF2B5EF4-FFF2-40B4-BE49-F238E27FC236}">
                <a16:creationId xmlns:a16="http://schemas.microsoft.com/office/drawing/2014/main" id="{A1292539-05C2-E39B-A301-A4FDAB9B20C4}"/>
              </a:ext>
            </a:extLst>
          </p:cNvPr>
          <p:cNvSpPr>
            <a:spLocks noChangeArrowheads="1"/>
          </p:cNvSpPr>
          <p:nvPr/>
        </p:nvSpPr>
        <p:spPr bwMode="auto">
          <a:xfrm>
            <a:off x="3395663" y="273050"/>
            <a:ext cx="498475" cy="495300"/>
          </a:xfrm>
          <a:prstGeom prst="rect">
            <a:avLst/>
          </a:prstGeom>
          <a:solidFill>
            <a:srgbClr val="F4F4FF"/>
          </a:solidFill>
          <a:ln w="25400">
            <a:solidFill>
              <a:srgbClr val="000000"/>
            </a:solidFill>
            <a:miter lim="800000"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lIns="111125" tIns="55563" rIns="111125" bIns="55563" anchor="ctr"/>
          <a:lstStyle>
            <a:lvl1pPr defTabSz="1316038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549275" defTabSz="1316038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096963" defTabSz="1316038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46238" defTabSz="1316038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193925" defTabSz="1316038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651125" defTabSz="1316038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3108325" defTabSz="1316038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565525" defTabSz="1316038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4022725" defTabSz="1316038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algn="ctr"/>
            <a:r>
              <a:rPr lang="en-US" altLang="en-US" sz="1800" b="1">
                <a:solidFill>
                  <a:srgbClr val="00CC00"/>
                </a:solidFill>
                <a:effectLst>
                  <a:outerShdw blurRad="38100" dist="38100" dir="2700000" algn="tl">
                    <a:srgbClr val="C0C0C0"/>
                  </a:outerShdw>
                </a:effectLst>
              </a:rPr>
              <a:t>1</a:t>
            </a:r>
          </a:p>
        </p:txBody>
      </p:sp>
      <p:sp>
        <p:nvSpPr>
          <p:cNvPr id="4101" name="Rectangle 5">
            <a:extLst>
              <a:ext uri="{FF2B5EF4-FFF2-40B4-BE49-F238E27FC236}">
                <a16:creationId xmlns:a16="http://schemas.microsoft.com/office/drawing/2014/main" id="{27C9DFC6-D826-D07D-8D2F-9881E3A99543}"/>
              </a:ext>
            </a:extLst>
          </p:cNvPr>
          <p:cNvSpPr>
            <a:spLocks noChangeArrowheads="1"/>
          </p:cNvSpPr>
          <p:nvPr/>
        </p:nvSpPr>
        <p:spPr bwMode="auto">
          <a:xfrm>
            <a:off x="3300413" y="804863"/>
            <a:ext cx="1062037" cy="30321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lIns="111125" tIns="55563" rIns="111125" bIns="55563">
            <a:spAutoFit/>
          </a:bodyPr>
          <a:lstStyle>
            <a:lvl1pPr defTabSz="1316038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549275" defTabSz="1316038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096963" defTabSz="1316038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46238" defTabSz="1316038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193925" defTabSz="1316038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651125" defTabSz="1316038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3108325" defTabSz="1316038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565525" defTabSz="1316038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4022725" defTabSz="1316038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algn="ctr">
              <a:lnSpc>
                <a:spcPct val="90000"/>
              </a:lnSpc>
            </a:pPr>
            <a:r>
              <a:rPr lang="en-US" altLang="en-US" sz="1400" b="1">
                <a:solidFill>
                  <a:srgbClr val="00CC00"/>
                </a:solidFill>
                <a:effectLst>
                  <a:outerShdw blurRad="38100" dist="38100" dir="2700000" algn="tl">
                    <a:srgbClr val="C0C0C0"/>
                  </a:outerShdw>
                </a:effectLst>
              </a:rPr>
              <a:t>EndOfFile</a:t>
            </a:r>
          </a:p>
        </p:txBody>
      </p:sp>
      <p:sp>
        <p:nvSpPr>
          <p:cNvPr id="4102" name="Rectangle 6">
            <a:extLst>
              <a:ext uri="{FF2B5EF4-FFF2-40B4-BE49-F238E27FC236}">
                <a16:creationId xmlns:a16="http://schemas.microsoft.com/office/drawing/2014/main" id="{33830926-7146-382C-3E28-893C5B86D202}"/>
              </a:ext>
            </a:extLst>
          </p:cNvPr>
          <p:cNvSpPr>
            <a:spLocks noChangeArrowheads="1"/>
          </p:cNvSpPr>
          <p:nvPr/>
        </p:nvSpPr>
        <p:spPr bwMode="auto">
          <a:xfrm>
            <a:off x="153988" y="1366838"/>
            <a:ext cx="2978150" cy="1609725"/>
          </a:xfrm>
          <a:prstGeom prst="rect">
            <a:avLst/>
          </a:prstGeom>
          <a:solidFill>
            <a:srgbClr val="F4F4FF"/>
          </a:solidFill>
          <a:ln w="12700">
            <a:solidFill>
              <a:schemeClr val="tx1"/>
            </a:solidFill>
            <a:miter lim="800000"/>
            <a:headEnd/>
            <a:tailEnd/>
          </a:ln>
          <a:effectLst>
            <a:outerShdw dist="107763" dir="2700000" algn="ctr" rotWithShape="0">
              <a:schemeClr val="bg2">
                <a:alpha val="50000"/>
              </a:schemeClr>
            </a:outerShdw>
          </a:effectLst>
        </p:spPr>
        <p:txBody>
          <a:bodyPr wrap="none" lIns="111125" tIns="55563" rIns="111125" bIns="55563">
            <a:spAutoFit/>
          </a:bodyPr>
          <a:lstStyle>
            <a:lvl1pPr defTabSz="1260475">
              <a:tabLst>
                <a:tab pos="685800" algn="l"/>
                <a:tab pos="1371600" algn="l"/>
              </a:tabLs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549275" defTabSz="1260475">
              <a:tabLst>
                <a:tab pos="685800" algn="l"/>
                <a:tab pos="1371600" algn="l"/>
              </a:tabLs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096963" defTabSz="1260475">
              <a:tabLst>
                <a:tab pos="685800" algn="l"/>
                <a:tab pos="1371600" algn="l"/>
              </a:tabLs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46238" defTabSz="1260475">
              <a:tabLst>
                <a:tab pos="685800" algn="l"/>
                <a:tab pos="1371600" algn="l"/>
              </a:tabLs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193925" defTabSz="1260475">
              <a:tabLst>
                <a:tab pos="685800" algn="l"/>
                <a:tab pos="1371600" algn="l"/>
              </a:tabLs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651125" defTabSz="1260475" fontAlgn="base">
              <a:spcBef>
                <a:spcPct val="0"/>
              </a:spcBef>
              <a:spcAft>
                <a:spcPct val="0"/>
              </a:spcAft>
              <a:tabLst>
                <a:tab pos="685800" algn="l"/>
                <a:tab pos="1371600" algn="l"/>
              </a:tabLs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3108325" defTabSz="1260475" fontAlgn="base">
              <a:spcBef>
                <a:spcPct val="0"/>
              </a:spcBef>
              <a:spcAft>
                <a:spcPct val="0"/>
              </a:spcAft>
              <a:tabLst>
                <a:tab pos="685800" algn="l"/>
                <a:tab pos="1371600" algn="l"/>
              </a:tabLs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565525" defTabSz="1260475" fontAlgn="base">
              <a:spcBef>
                <a:spcPct val="0"/>
              </a:spcBef>
              <a:spcAft>
                <a:spcPct val="0"/>
              </a:spcAft>
              <a:tabLst>
                <a:tab pos="685800" algn="l"/>
                <a:tab pos="1371600" algn="l"/>
              </a:tabLs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4022725" defTabSz="1260475" fontAlgn="base">
              <a:spcBef>
                <a:spcPct val="0"/>
              </a:spcBef>
              <a:spcAft>
                <a:spcPct val="0"/>
              </a:spcAft>
              <a:tabLst>
                <a:tab pos="685800" algn="l"/>
                <a:tab pos="1371600" algn="l"/>
              </a:tabLs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>
              <a:lnSpc>
                <a:spcPct val="90000"/>
              </a:lnSpc>
            </a:pPr>
            <a:r>
              <a:rPr lang="en-US" altLang="en-US" sz="1200" b="1">
                <a:solidFill>
                  <a:srgbClr val="000000"/>
                </a:solidFill>
                <a:latin typeface="Courier New" panose="02070309020205020404" pitchFamily="49" charset="0"/>
              </a:rPr>
              <a:t>READ InFile</a:t>
            </a:r>
          </a:p>
          <a:p>
            <a:pPr>
              <a:lnSpc>
                <a:spcPct val="90000"/>
              </a:lnSpc>
            </a:pPr>
            <a:r>
              <a:rPr lang="en-US" altLang="en-US" sz="1200" b="1">
                <a:solidFill>
                  <a:srgbClr val="000000"/>
                </a:solidFill>
                <a:latin typeface="Courier New" panose="02070309020205020404" pitchFamily="49" charset="0"/>
              </a:rPr>
              <a:t>  AT END MOVE 1 TO EOF-Flag</a:t>
            </a:r>
          </a:p>
          <a:p>
            <a:pPr>
              <a:lnSpc>
                <a:spcPct val="90000"/>
              </a:lnSpc>
            </a:pPr>
            <a:r>
              <a:rPr lang="en-US" altLang="en-US" sz="1200" b="1">
                <a:solidFill>
                  <a:srgbClr val="000000"/>
                </a:solidFill>
                <a:latin typeface="Courier New" panose="02070309020205020404" pitchFamily="49" charset="0"/>
              </a:rPr>
              <a:t>END-READ</a:t>
            </a:r>
          </a:p>
          <a:p>
            <a:pPr>
              <a:lnSpc>
                <a:spcPct val="90000"/>
              </a:lnSpc>
            </a:pPr>
            <a:r>
              <a:rPr lang="en-US" altLang="en-US" sz="1200" b="1">
                <a:solidFill>
                  <a:srgbClr val="000000"/>
                </a:solidFill>
                <a:latin typeface="Courier New" panose="02070309020205020404" pitchFamily="49" charset="0"/>
              </a:rPr>
              <a:t>PERFORM UNTIL EndOfFile</a:t>
            </a:r>
          </a:p>
          <a:p>
            <a:pPr>
              <a:lnSpc>
                <a:spcPct val="90000"/>
              </a:lnSpc>
            </a:pPr>
            <a:r>
              <a:rPr lang="en-US" altLang="en-US" sz="1200" b="1">
                <a:solidFill>
                  <a:srgbClr val="000000"/>
                </a:solidFill>
                <a:latin typeface="Courier New" panose="02070309020205020404" pitchFamily="49" charset="0"/>
              </a:rPr>
              <a:t>   </a:t>
            </a:r>
            <a:r>
              <a:rPr lang="en-US" altLang="en-US" sz="1200" b="1">
                <a:latin typeface="Courier New" panose="02070309020205020404" pitchFamily="49" charset="0"/>
              </a:rPr>
              <a:t>Statements</a:t>
            </a:r>
            <a:endParaRPr lang="en-US" altLang="en-US" sz="1200" b="1">
              <a:solidFill>
                <a:srgbClr val="000000"/>
              </a:solidFill>
              <a:latin typeface="Courier New" panose="02070309020205020404" pitchFamily="49" charset="0"/>
            </a:endParaRPr>
          </a:p>
          <a:p>
            <a:pPr>
              <a:lnSpc>
                <a:spcPct val="90000"/>
              </a:lnSpc>
            </a:pPr>
            <a:r>
              <a:rPr lang="en-US" altLang="en-US" sz="1200" b="1">
                <a:solidFill>
                  <a:srgbClr val="000000"/>
                </a:solidFill>
                <a:latin typeface="Courier New" panose="02070309020205020404" pitchFamily="49" charset="0"/>
              </a:rPr>
              <a:t>   READ InFile</a:t>
            </a:r>
          </a:p>
          <a:p>
            <a:pPr>
              <a:lnSpc>
                <a:spcPct val="90000"/>
              </a:lnSpc>
            </a:pPr>
            <a:r>
              <a:rPr lang="en-US" altLang="en-US" sz="1200" b="1">
                <a:solidFill>
                  <a:srgbClr val="000000"/>
                </a:solidFill>
                <a:latin typeface="Courier New" panose="02070309020205020404" pitchFamily="49" charset="0"/>
              </a:rPr>
              <a:t>     </a:t>
            </a:r>
            <a:r>
              <a:rPr lang="en-US" altLang="en-US" sz="1200" b="1">
                <a:solidFill>
                  <a:srgbClr val="00CC00"/>
                </a:solidFill>
                <a:effectLst>
                  <a:outerShdw blurRad="38100" dist="38100" dir="2700000" algn="tl">
                    <a:srgbClr val="C0C0C0"/>
                  </a:outerShdw>
                </a:effectLst>
                <a:latin typeface="Courier New" panose="02070309020205020404" pitchFamily="49" charset="0"/>
              </a:rPr>
              <a:t>AT END MOVE 1 TO EOF-Flag</a:t>
            </a:r>
            <a:endParaRPr lang="en-US" altLang="en-US" sz="1200" b="1">
              <a:solidFill>
                <a:srgbClr val="000000"/>
              </a:solidFill>
              <a:latin typeface="Courier New" panose="02070309020205020404" pitchFamily="49" charset="0"/>
            </a:endParaRPr>
          </a:p>
          <a:p>
            <a:pPr>
              <a:lnSpc>
                <a:spcPct val="90000"/>
              </a:lnSpc>
            </a:pPr>
            <a:r>
              <a:rPr lang="en-US" altLang="en-US" sz="1200" b="1">
                <a:solidFill>
                  <a:srgbClr val="000000"/>
                </a:solidFill>
                <a:latin typeface="Courier New" panose="02070309020205020404" pitchFamily="49" charset="0"/>
              </a:rPr>
              <a:t>   END-READ</a:t>
            </a:r>
          </a:p>
          <a:p>
            <a:pPr>
              <a:lnSpc>
                <a:spcPct val="90000"/>
              </a:lnSpc>
            </a:pPr>
            <a:r>
              <a:rPr lang="en-US" altLang="en-US" sz="1200" b="1">
                <a:solidFill>
                  <a:srgbClr val="000000"/>
                </a:solidFill>
                <a:latin typeface="Courier New" panose="02070309020205020404" pitchFamily="49" charset="0"/>
              </a:rPr>
              <a:t>END-PERFORM</a:t>
            </a:r>
          </a:p>
        </p:txBody>
      </p:sp>
      <p:sp>
        <p:nvSpPr>
          <p:cNvPr id="4103" name="AutoShape 7">
            <a:extLst>
              <a:ext uri="{FF2B5EF4-FFF2-40B4-BE49-F238E27FC236}">
                <a16:creationId xmlns:a16="http://schemas.microsoft.com/office/drawing/2014/main" id="{B490DEF5-FCA2-2423-2A4A-476B03106DC8}"/>
              </a:ext>
            </a:extLst>
          </p:cNvPr>
          <p:cNvSpPr>
            <a:spLocks noChangeArrowheads="1"/>
          </p:cNvSpPr>
          <p:nvPr/>
        </p:nvSpPr>
        <p:spPr bwMode="auto">
          <a:xfrm>
            <a:off x="34925" y="2454275"/>
            <a:ext cx="234950" cy="101600"/>
          </a:xfrm>
          <a:prstGeom prst="rightArrow">
            <a:avLst>
              <a:gd name="adj1" fmla="val 50000"/>
              <a:gd name="adj2" fmla="val 115636"/>
            </a:avLst>
          </a:prstGeom>
          <a:solidFill>
            <a:srgbClr val="CC0000"/>
          </a:solidFill>
          <a:ln w="12700">
            <a:solidFill>
              <a:schemeClr val="tx1"/>
            </a:solidFill>
            <a:miter lim="800000"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22" name="Rectangle 2">
            <a:extLst>
              <a:ext uri="{FF2B5EF4-FFF2-40B4-BE49-F238E27FC236}">
                <a16:creationId xmlns:a16="http://schemas.microsoft.com/office/drawing/2014/main" id="{68C7FAD5-AC04-479D-324F-B24E5F632CBC}"/>
              </a:ext>
            </a:extLst>
          </p:cNvPr>
          <p:cNvSpPr>
            <a:spLocks noChangeArrowheads="1"/>
          </p:cNvSpPr>
          <p:nvPr/>
        </p:nvSpPr>
        <p:spPr bwMode="auto">
          <a:xfrm>
            <a:off x="179388" y="279400"/>
            <a:ext cx="2703512" cy="619125"/>
          </a:xfrm>
          <a:prstGeom prst="rect">
            <a:avLst/>
          </a:prstGeom>
          <a:solidFill>
            <a:srgbClr val="ECFFEC"/>
          </a:solidFill>
          <a:ln w="12700">
            <a:solidFill>
              <a:schemeClr val="tx1"/>
            </a:solidFill>
            <a:miter lim="800000"/>
            <a:headEnd/>
            <a:tailEnd/>
          </a:ln>
          <a:effectLst>
            <a:outerShdw dist="107763" dir="2700000" algn="ctr" rotWithShape="0">
              <a:schemeClr val="bg2">
                <a:alpha val="50000"/>
              </a:schemeClr>
            </a:outerShdw>
          </a:effectLst>
        </p:spPr>
        <p:txBody>
          <a:bodyPr wrap="none" lIns="111125" tIns="55563" rIns="111125" bIns="55563" anchor="ctr">
            <a:spAutoFit/>
          </a:bodyPr>
          <a:lstStyle>
            <a:lvl1pPr defTabSz="1260475">
              <a:tabLst>
                <a:tab pos="685800" algn="l"/>
                <a:tab pos="1371600" algn="l"/>
                <a:tab pos="3314700" algn="l"/>
                <a:tab pos="4114800" algn="l"/>
              </a:tabLs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549275" defTabSz="1260475">
              <a:tabLst>
                <a:tab pos="685800" algn="l"/>
                <a:tab pos="1371600" algn="l"/>
                <a:tab pos="3314700" algn="l"/>
                <a:tab pos="4114800" algn="l"/>
              </a:tabLs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096963" defTabSz="1260475">
              <a:tabLst>
                <a:tab pos="685800" algn="l"/>
                <a:tab pos="1371600" algn="l"/>
                <a:tab pos="3314700" algn="l"/>
                <a:tab pos="4114800" algn="l"/>
              </a:tabLs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46238" defTabSz="1260475">
              <a:tabLst>
                <a:tab pos="685800" algn="l"/>
                <a:tab pos="1371600" algn="l"/>
                <a:tab pos="3314700" algn="l"/>
                <a:tab pos="4114800" algn="l"/>
              </a:tabLs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193925" defTabSz="1260475">
              <a:tabLst>
                <a:tab pos="685800" algn="l"/>
                <a:tab pos="1371600" algn="l"/>
                <a:tab pos="3314700" algn="l"/>
                <a:tab pos="4114800" algn="l"/>
              </a:tabLs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651125" defTabSz="1260475" fontAlgn="base">
              <a:spcBef>
                <a:spcPct val="0"/>
              </a:spcBef>
              <a:spcAft>
                <a:spcPct val="0"/>
              </a:spcAft>
              <a:tabLst>
                <a:tab pos="685800" algn="l"/>
                <a:tab pos="1371600" algn="l"/>
                <a:tab pos="3314700" algn="l"/>
                <a:tab pos="4114800" algn="l"/>
              </a:tabLs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3108325" defTabSz="1260475" fontAlgn="base">
              <a:spcBef>
                <a:spcPct val="0"/>
              </a:spcBef>
              <a:spcAft>
                <a:spcPct val="0"/>
              </a:spcAft>
              <a:tabLst>
                <a:tab pos="685800" algn="l"/>
                <a:tab pos="1371600" algn="l"/>
                <a:tab pos="3314700" algn="l"/>
                <a:tab pos="4114800" algn="l"/>
              </a:tabLs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565525" defTabSz="1260475" fontAlgn="base">
              <a:spcBef>
                <a:spcPct val="0"/>
              </a:spcBef>
              <a:spcAft>
                <a:spcPct val="0"/>
              </a:spcAft>
              <a:tabLst>
                <a:tab pos="685800" algn="l"/>
                <a:tab pos="1371600" algn="l"/>
                <a:tab pos="3314700" algn="l"/>
                <a:tab pos="4114800" algn="l"/>
              </a:tabLs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4022725" defTabSz="1260475" fontAlgn="base">
              <a:spcBef>
                <a:spcPct val="0"/>
              </a:spcBef>
              <a:spcAft>
                <a:spcPct val="0"/>
              </a:spcAft>
              <a:tabLst>
                <a:tab pos="685800" algn="l"/>
                <a:tab pos="1371600" algn="l"/>
                <a:tab pos="3314700" algn="l"/>
                <a:tab pos="4114800" algn="l"/>
              </a:tabLs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>
              <a:lnSpc>
                <a:spcPct val="90000"/>
              </a:lnSpc>
            </a:pPr>
            <a:r>
              <a:rPr lang="en-US" altLang="en-US" sz="1200" b="1">
                <a:solidFill>
                  <a:srgbClr val="000000"/>
                </a:solidFill>
                <a:latin typeface="Courier New" panose="02070309020205020404" pitchFamily="49" charset="0"/>
              </a:rPr>
              <a:t>01 FILLER    PIC 9 VALUE 0.</a:t>
            </a:r>
          </a:p>
          <a:p>
            <a:pPr>
              <a:lnSpc>
                <a:spcPct val="90000"/>
              </a:lnSpc>
            </a:pPr>
            <a:r>
              <a:rPr lang="en-US" altLang="en-US" sz="1200" b="1">
                <a:solidFill>
                  <a:srgbClr val="000000"/>
                </a:solidFill>
                <a:latin typeface="Courier New" panose="02070309020205020404" pitchFamily="49" charset="0"/>
              </a:rPr>
              <a:t>   88 EndOfFile    VALUE 1.</a:t>
            </a:r>
          </a:p>
          <a:p>
            <a:pPr>
              <a:lnSpc>
                <a:spcPct val="90000"/>
              </a:lnSpc>
            </a:pPr>
            <a:r>
              <a:rPr lang="en-US" altLang="en-US" sz="1200" b="1">
                <a:solidFill>
                  <a:srgbClr val="000000"/>
                </a:solidFill>
                <a:latin typeface="Courier New" panose="02070309020205020404" pitchFamily="49" charset="0"/>
              </a:rPr>
              <a:t>   88 NotEndOfFile VALUE 0.</a:t>
            </a:r>
          </a:p>
        </p:txBody>
      </p:sp>
      <p:sp>
        <p:nvSpPr>
          <p:cNvPr id="5123" name="Rectangle 3">
            <a:extLst>
              <a:ext uri="{FF2B5EF4-FFF2-40B4-BE49-F238E27FC236}">
                <a16:creationId xmlns:a16="http://schemas.microsoft.com/office/drawing/2014/main" id="{235F32BA-5B3D-7FBB-8272-0236A7CA2099}"/>
              </a:ext>
            </a:extLst>
          </p:cNvPr>
          <p:cNvSpPr>
            <a:spLocks noChangeArrowheads="1"/>
          </p:cNvSpPr>
          <p:nvPr/>
        </p:nvSpPr>
        <p:spPr bwMode="auto">
          <a:xfrm>
            <a:off x="3209925" y="84138"/>
            <a:ext cx="714375" cy="21272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lIns="46038" tIns="0" rIns="46038" bIns="0" anchor="b">
            <a:spAutoFit/>
          </a:bodyPr>
          <a:lstStyle>
            <a:lvl1pPr defTabSz="1316038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549275" defTabSz="1316038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096963" defTabSz="1316038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46238" defTabSz="1316038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193925" defTabSz="1316038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651125" defTabSz="1316038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3108325" defTabSz="1316038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565525" defTabSz="1316038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4022725" defTabSz="1316038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algn="ctr"/>
            <a:r>
              <a:rPr lang="en-US" altLang="en-US" sz="1400" b="1">
                <a:solidFill>
                  <a:schemeClr val="accent2"/>
                </a:solidFill>
                <a:effectLst>
                  <a:outerShdw blurRad="38100" dist="38100" dir="2700000" algn="tl">
                    <a:srgbClr val="C0C0C0"/>
                  </a:outerShdw>
                </a:effectLst>
              </a:rPr>
              <a:t>FILLER</a:t>
            </a:r>
          </a:p>
        </p:txBody>
      </p:sp>
      <p:sp>
        <p:nvSpPr>
          <p:cNvPr id="5124" name="Rectangle 4">
            <a:extLst>
              <a:ext uri="{FF2B5EF4-FFF2-40B4-BE49-F238E27FC236}">
                <a16:creationId xmlns:a16="http://schemas.microsoft.com/office/drawing/2014/main" id="{315DCC3A-B1C8-83D4-EBB7-0C770B1B57C3}"/>
              </a:ext>
            </a:extLst>
          </p:cNvPr>
          <p:cNvSpPr>
            <a:spLocks noChangeArrowheads="1"/>
          </p:cNvSpPr>
          <p:nvPr/>
        </p:nvSpPr>
        <p:spPr bwMode="auto">
          <a:xfrm>
            <a:off x="3281363" y="292100"/>
            <a:ext cx="498475" cy="495300"/>
          </a:xfrm>
          <a:prstGeom prst="rect">
            <a:avLst/>
          </a:prstGeom>
          <a:solidFill>
            <a:srgbClr val="ECFFEC"/>
          </a:solidFill>
          <a:ln w="25400">
            <a:solidFill>
              <a:srgbClr val="000000"/>
            </a:solidFill>
            <a:miter lim="800000"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lIns="111125" tIns="55563" rIns="111125" bIns="55563" anchor="ctr"/>
          <a:lstStyle>
            <a:lvl1pPr defTabSz="1316038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549275" defTabSz="1316038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096963" defTabSz="1316038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46238" defTabSz="1316038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193925" defTabSz="1316038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651125" defTabSz="1316038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3108325" defTabSz="1316038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565525" defTabSz="1316038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4022725" defTabSz="1316038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algn="ctr"/>
            <a:r>
              <a:rPr lang="en-US" altLang="en-US" sz="1800" b="1">
                <a:solidFill>
                  <a:srgbClr val="00CC00"/>
                </a:solidFill>
                <a:effectLst>
                  <a:outerShdw blurRad="38100" dist="38100" dir="2700000" algn="tl">
                    <a:srgbClr val="000000"/>
                  </a:outerShdw>
                </a:effectLst>
              </a:rPr>
              <a:t>0</a:t>
            </a:r>
          </a:p>
        </p:txBody>
      </p:sp>
      <p:sp>
        <p:nvSpPr>
          <p:cNvPr id="5125" name="Rectangle 5">
            <a:extLst>
              <a:ext uri="{FF2B5EF4-FFF2-40B4-BE49-F238E27FC236}">
                <a16:creationId xmlns:a16="http://schemas.microsoft.com/office/drawing/2014/main" id="{326F20DB-1491-6396-078E-8C5012CE5270}"/>
              </a:ext>
            </a:extLst>
          </p:cNvPr>
          <p:cNvSpPr>
            <a:spLocks noChangeArrowheads="1"/>
          </p:cNvSpPr>
          <p:nvPr/>
        </p:nvSpPr>
        <p:spPr bwMode="auto">
          <a:xfrm>
            <a:off x="3186113" y="823913"/>
            <a:ext cx="1062037" cy="30321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lIns="111125" tIns="55563" rIns="111125" bIns="55563">
            <a:spAutoFit/>
          </a:bodyPr>
          <a:lstStyle>
            <a:lvl1pPr defTabSz="1316038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549275" defTabSz="1316038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096963" defTabSz="1316038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46238" defTabSz="1316038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193925" defTabSz="1316038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651125" defTabSz="1316038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3108325" defTabSz="1316038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565525" defTabSz="1316038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4022725" defTabSz="1316038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algn="ctr">
              <a:lnSpc>
                <a:spcPct val="90000"/>
              </a:lnSpc>
            </a:pPr>
            <a:r>
              <a:rPr lang="en-US" altLang="en-US" sz="1400" b="1">
                <a:solidFill>
                  <a:srgbClr val="CC0000"/>
                </a:solidFill>
              </a:rPr>
              <a:t>EndOfFile</a:t>
            </a:r>
          </a:p>
        </p:txBody>
      </p:sp>
      <p:sp>
        <p:nvSpPr>
          <p:cNvPr id="5126" name="Rectangle 6">
            <a:extLst>
              <a:ext uri="{FF2B5EF4-FFF2-40B4-BE49-F238E27FC236}">
                <a16:creationId xmlns:a16="http://schemas.microsoft.com/office/drawing/2014/main" id="{0AB76182-69B9-E1B6-E3F6-78F133BB1FAB}"/>
              </a:ext>
            </a:extLst>
          </p:cNvPr>
          <p:cNvSpPr>
            <a:spLocks noChangeArrowheads="1"/>
          </p:cNvSpPr>
          <p:nvPr/>
        </p:nvSpPr>
        <p:spPr bwMode="auto">
          <a:xfrm>
            <a:off x="153988" y="1462088"/>
            <a:ext cx="3252787" cy="1774825"/>
          </a:xfrm>
          <a:prstGeom prst="rect">
            <a:avLst/>
          </a:prstGeom>
          <a:solidFill>
            <a:srgbClr val="ECFFEC"/>
          </a:solidFill>
          <a:ln w="12700">
            <a:solidFill>
              <a:schemeClr val="tx1"/>
            </a:solidFill>
            <a:miter lim="800000"/>
            <a:headEnd/>
            <a:tailEnd/>
          </a:ln>
          <a:effectLst>
            <a:outerShdw dist="107763" dir="2700000" algn="ctr" rotWithShape="0">
              <a:schemeClr val="bg2">
                <a:alpha val="50000"/>
              </a:schemeClr>
            </a:outerShdw>
          </a:effectLst>
        </p:spPr>
        <p:txBody>
          <a:bodyPr wrap="none" lIns="111125" tIns="55563" rIns="111125" bIns="55563">
            <a:spAutoFit/>
          </a:bodyPr>
          <a:lstStyle>
            <a:lvl1pPr defTabSz="1260475">
              <a:tabLst>
                <a:tab pos="685800" algn="l"/>
                <a:tab pos="1371600" algn="l"/>
              </a:tabLs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549275" defTabSz="1260475">
              <a:tabLst>
                <a:tab pos="685800" algn="l"/>
                <a:tab pos="1371600" algn="l"/>
              </a:tabLs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096963" defTabSz="1260475">
              <a:tabLst>
                <a:tab pos="685800" algn="l"/>
                <a:tab pos="1371600" algn="l"/>
              </a:tabLs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46238" defTabSz="1260475">
              <a:tabLst>
                <a:tab pos="685800" algn="l"/>
                <a:tab pos="1371600" algn="l"/>
              </a:tabLs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193925" defTabSz="1260475">
              <a:tabLst>
                <a:tab pos="685800" algn="l"/>
                <a:tab pos="1371600" algn="l"/>
              </a:tabLs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651125" defTabSz="1260475" fontAlgn="base">
              <a:spcBef>
                <a:spcPct val="0"/>
              </a:spcBef>
              <a:spcAft>
                <a:spcPct val="0"/>
              </a:spcAft>
              <a:tabLst>
                <a:tab pos="685800" algn="l"/>
                <a:tab pos="1371600" algn="l"/>
              </a:tabLs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3108325" defTabSz="1260475" fontAlgn="base">
              <a:spcBef>
                <a:spcPct val="0"/>
              </a:spcBef>
              <a:spcAft>
                <a:spcPct val="0"/>
              </a:spcAft>
              <a:tabLst>
                <a:tab pos="685800" algn="l"/>
                <a:tab pos="1371600" algn="l"/>
              </a:tabLs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565525" defTabSz="1260475" fontAlgn="base">
              <a:spcBef>
                <a:spcPct val="0"/>
              </a:spcBef>
              <a:spcAft>
                <a:spcPct val="0"/>
              </a:spcAft>
              <a:tabLst>
                <a:tab pos="685800" algn="l"/>
                <a:tab pos="1371600" algn="l"/>
              </a:tabLs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4022725" defTabSz="1260475" fontAlgn="base">
              <a:spcBef>
                <a:spcPct val="0"/>
              </a:spcBef>
              <a:spcAft>
                <a:spcPct val="0"/>
              </a:spcAft>
              <a:tabLst>
                <a:tab pos="685800" algn="l"/>
                <a:tab pos="1371600" algn="l"/>
              </a:tabLs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>
              <a:lnSpc>
                <a:spcPct val="90000"/>
              </a:lnSpc>
            </a:pPr>
            <a:r>
              <a:rPr lang="en-US" altLang="en-US" sz="1200" b="1">
                <a:solidFill>
                  <a:srgbClr val="000000"/>
                </a:solidFill>
                <a:latin typeface="Courier New" panose="02070309020205020404" pitchFamily="49" charset="0"/>
              </a:rPr>
              <a:t>READ InFile</a:t>
            </a:r>
          </a:p>
          <a:p>
            <a:pPr>
              <a:lnSpc>
                <a:spcPct val="90000"/>
              </a:lnSpc>
            </a:pPr>
            <a:r>
              <a:rPr lang="en-US" altLang="en-US" sz="1200" b="1">
                <a:solidFill>
                  <a:srgbClr val="000000"/>
                </a:solidFill>
                <a:latin typeface="Courier New" panose="02070309020205020404" pitchFamily="49" charset="0"/>
              </a:rPr>
              <a:t>  </a:t>
            </a:r>
            <a:r>
              <a:rPr lang="en-US" altLang="en-US" sz="1200" b="1">
                <a:latin typeface="Courier New" panose="02070309020205020404" pitchFamily="49" charset="0"/>
              </a:rPr>
              <a:t>AT END SET EndOfFile TO TRUE</a:t>
            </a:r>
            <a:endParaRPr lang="en-US" altLang="en-US" sz="1200" b="1">
              <a:solidFill>
                <a:srgbClr val="000000"/>
              </a:solidFill>
              <a:latin typeface="Courier New" panose="02070309020205020404" pitchFamily="49" charset="0"/>
            </a:endParaRPr>
          </a:p>
          <a:p>
            <a:pPr>
              <a:lnSpc>
                <a:spcPct val="90000"/>
              </a:lnSpc>
            </a:pPr>
            <a:r>
              <a:rPr lang="en-US" altLang="en-US" sz="1200" b="1">
                <a:solidFill>
                  <a:srgbClr val="000000"/>
                </a:solidFill>
                <a:latin typeface="Courier New" panose="02070309020205020404" pitchFamily="49" charset="0"/>
              </a:rPr>
              <a:t>END-READ</a:t>
            </a:r>
          </a:p>
          <a:p>
            <a:pPr>
              <a:lnSpc>
                <a:spcPct val="90000"/>
              </a:lnSpc>
            </a:pPr>
            <a:r>
              <a:rPr lang="en-US" altLang="en-US" sz="1200" b="1">
                <a:solidFill>
                  <a:srgbClr val="000000"/>
                </a:solidFill>
                <a:latin typeface="Courier New" panose="02070309020205020404" pitchFamily="49" charset="0"/>
              </a:rPr>
              <a:t>PERFORM UNTIL EndOfFile</a:t>
            </a:r>
          </a:p>
          <a:p>
            <a:pPr>
              <a:lnSpc>
                <a:spcPct val="90000"/>
              </a:lnSpc>
            </a:pPr>
            <a:r>
              <a:rPr lang="en-US" altLang="en-US" sz="1200" b="1">
                <a:solidFill>
                  <a:srgbClr val="000000"/>
                </a:solidFill>
                <a:latin typeface="Courier New" panose="02070309020205020404" pitchFamily="49" charset="0"/>
              </a:rPr>
              <a:t>   </a:t>
            </a:r>
            <a:r>
              <a:rPr lang="en-US" altLang="en-US" sz="1200" b="1">
                <a:solidFill>
                  <a:srgbClr val="00CC00"/>
                </a:solidFill>
                <a:effectLst>
                  <a:outerShdw blurRad="38100" dist="38100" dir="2700000" algn="tl">
                    <a:srgbClr val="000000"/>
                  </a:outerShdw>
                </a:effectLst>
                <a:latin typeface="Courier New" panose="02070309020205020404" pitchFamily="49" charset="0"/>
              </a:rPr>
              <a:t>Statements</a:t>
            </a:r>
            <a:endParaRPr lang="en-US" altLang="en-US" sz="1200" b="1">
              <a:solidFill>
                <a:srgbClr val="000000"/>
              </a:solidFill>
              <a:latin typeface="Courier New" panose="02070309020205020404" pitchFamily="49" charset="0"/>
            </a:endParaRPr>
          </a:p>
          <a:p>
            <a:pPr>
              <a:lnSpc>
                <a:spcPct val="90000"/>
              </a:lnSpc>
            </a:pPr>
            <a:r>
              <a:rPr lang="en-US" altLang="en-US" sz="1200" b="1">
                <a:solidFill>
                  <a:srgbClr val="000000"/>
                </a:solidFill>
                <a:latin typeface="Courier New" panose="02070309020205020404" pitchFamily="49" charset="0"/>
              </a:rPr>
              <a:t>   READ InFile</a:t>
            </a:r>
          </a:p>
          <a:p>
            <a:pPr>
              <a:lnSpc>
                <a:spcPct val="90000"/>
              </a:lnSpc>
            </a:pPr>
            <a:r>
              <a:rPr lang="en-US" altLang="en-US" sz="1200" b="1">
                <a:solidFill>
                  <a:srgbClr val="000000"/>
                </a:solidFill>
                <a:latin typeface="Courier New" panose="02070309020205020404" pitchFamily="49" charset="0"/>
              </a:rPr>
              <a:t>     </a:t>
            </a:r>
            <a:r>
              <a:rPr lang="en-US" altLang="en-US" sz="1200" b="1">
                <a:latin typeface="Courier New" panose="02070309020205020404" pitchFamily="49" charset="0"/>
              </a:rPr>
              <a:t>AT END SET EndOfFile TO TRUE</a:t>
            </a:r>
            <a:endParaRPr lang="en-US" altLang="en-US" sz="1200" b="1">
              <a:solidFill>
                <a:srgbClr val="000000"/>
              </a:solidFill>
              <a:latin typeface="Courier New" panose="02070309020205020404" pitchFamily="49" charset="0"/>
            </a:endParaRPr>
          </a:p>
          <a:p>
            <a:pPr>
              <a:lnSpc>
                <a:spcPct val="90000"/>
              </a:lnSpc>
            </a:pPr>
            <a:r>
              <a:rPr lang="en-US" altLang="en-US" sz="1200" b="1">
                <a:solidFill>
                  <a:srgbClr val="000000"/>
                </a:solidFill>
                <a:latin typeface="Courier New" panose="02070309020205020404" pitchFamily="49" charset="0"/>
              </a:rPr>
              <a:t>   END-READ</a:t>
            </a:r>
          </a:p>
          <a:p>
            <a:pPr>
              <a:lnSpc>
                <a:spcPct val="90000"/>
              </a:lnSpc>
            </a:pPr>
            <a:r>
              <a:rPr lang="en-US" altLang="en-US" sz="1200" b="1">
                <a:solidFill>
                  <a:srgbClr val="000000"/>
                </a:solidFill>
                <a:latin typeface="Courier New" panose="02070309020205020404" pitchFamily="49" charset="0"/>
              </a:rPr>
              <a:t>END-PERFORM</a:t>
            </a:r>
          </a:p>
          <a:p>
            <a:pPr>
              <a:lnSpc>
                <a:spcPct val="90000"/>
              </a:lnSpc>
            </a:pPr>
            <a:r>
              <a:rPr lang="en-US" altLang="en-US" sz="1200" b="1">
                <a:solidFill>
                  <a:srgbClr val="000000"/>
                </a:solidFill>
                <a:latin typeface="Courier New" panose="02070309020205020404" pitchFamily="49" charset="0"/>
              </a:rPr>
              <a:t>SET NotEndOfFile TO TRUE</a:t>
            </a:r>
          </a:p>
        </p:txBody>
      </p:sp>
      <p:sp>
        <p:nvSpPr>
          <p:cNvPr id="5127" name="Rectangle 7">
            <a:extLst>
              <a:ext uri="{FF2B5EF4-FFF2-40B4-BE49-F238E27FC236}">
                <a16:creationId xmlns:a16="http://schemas.microsoft.com/office/drawing/2014/main" id="{50380D9D-EF96-9BF3-8E5B-2D6458ACB0EA}"/>
              </a:ext>
            </a:extLst>
          </p:cNvPr>
          <p:cNvSpPr>
            <a:spLocks noChangeArrowheads="1"/>
          </p:cNvSpPr>
          <p:nvPr/>
        </p:nvSpPr>
        <p:spPr bwMode="auto">
          <a:xfrm>
            <a:off x="3194050" y="1033463"/>
            <a:ext cx="1357313" cy="30321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lIns="111125" tIns="55563" rIns="111125" bIns="55563">
            <a:spAutoFit/>
          </a:bodyPr>
          <a:lstStyle>
            <a:lvl1pPr defTabSz="1316038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549275" defTabSz="1316038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096963" defTabSz="1316038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46238" defTabSz="1316038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193925" defTabSz="1316038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651125" defTabSz="1316038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3108325" defTabSz="1316038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565525" defTabSz="1316038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4022725" defTabSz="1316038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algn="ctr">
              <a:lnSpc>
                <a:spcPct val="90000"/>
              </a:lnSpc>
            </a:pPr>
            <a:r>
              <a:rPr lang="en-US" altLang="en-US" sz="1400" b="1">
                <a:solidFill>
                  <a:srgbClr val="00CC00"/>
                </a:solidFill>
                <a:effectLst>
                  <a:outerShdw blurRad="38100" dist="38100" dir="2700000" algn="tl">
                    <a:srgbClr val="C0C0C0"/>
                  </a:outerShdw>
                </a:effectLst>
              </a:rPr>
              <a:t>NotEndOfFile</a:t>
            </a:r>
          </a:p>
        </p:txBody>
      </p:sp>
      <p:sp>
        <p:nvSpPr>
          <p:cNvPr id="5128" name="AutoShape 8">
            <a:extLst>
              <a:ext uri="{FF2B5EF4-FFF2-40B4-BE49-F238E27FC236}">
                <a16:creationId xmlns:a16="http://schemas.microsoft.com/office/drawing/2014/main" id="{9936879E-0691-F7DD-B63A-0E0009F0D338}"/>
              </a:ext>
            </a:extLst>
          </p:cNvPr>
          <p:cNvSpPr>
            <a:spLocks noChangeArrowheads="1"/>
          </p:cNvSpPr>
          <p:nvPr/>
        </p:nvSpPr>
        <p:spPr bwMode="auto">
          <a:xfrm flipH="1">
            <a:off x="3322638" y="1431925"/>
            <a:ext cx="1223962" cy="1391708"/>
          </a:xfrm>
          <a:prstGeom prst="wedgeRoundRectCallout">
            <a:avLst>
              <a:gd name="adj1" fmla="val -50000"/>
              <a:gd name="adj2" fmla="val 66667"/>
              <a:gd name="adj3" fmla="val 16667"/>
            </a:avLst>
          </a:prstGeom>
          <a:solidFill>
            <a:srgbClr val="FFFFC9"/>
          </a:solidFill>
          <a:ln w="12700">
            <a:solidFill>
              <a:schemeClr val="tx1"/>
            </a:solidFill>
            <a:miter lim="800000"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lIns="0" tIns="0" rIns="0" bIns="0">
            <a:spAutoFit/>
          </a:bodyPr>
          <a:lstStyle/>
          <a:p>
            <a:pPr algn="ctr"/>
            <a:r>
              <a:rPr lang="en-US" altLang="en-US" sz="1000"/>
              <a:t>Using the SET verb makes the program more readable.  Now we can see what’s happening without having to look up the definition of the Condition Name.   </a:t>
            </a:r>
          </a:p>
        </p:txBody>
      </p:sp>
      <p:sp>
        <p:nvSpPr>
          <p:cNvPr id="5129" name="AutoShape 9">
            <a:extLst>
              <a:ext uri="{FF2B5EF4-FFF2-40B4-BE49-F238E27FC236}">
                <a16:creationId xmlns:a16="http://schemas.microsoft.com/office/drawing/2014/main" id="{3C16BC75-4C56-E8DB-D44A-7AA7F31C3BB0}"/>
              </a:ext>
            </a:extLst>
          </p:cNvPr>
          <p:cNvSpPr>
            <a:spLocks noChangeArrowheads="1"/>
          </p:cNvSpPr>
          <p:nvPr/>
        </p:nvSpPr>
        <p:spPr bwMode="auto">
          <a:xfrm flipH="1">
            <a:off x="3314700" y="1438275"/>
            <a:ext cx="1230313" cy="1219729"/>
          </a:xfrm>
          <a:prstGeom prst="wedgeRoundRectCallout">
            <a:avLst>
              <a:gd name="adj1" fmla="val -50000"/>
              <a:gd name="adj2" fmla="val 66667"/>
              <a:gd name="adj3" fmla="val 16667"/>
            </a:avLst>
          </a:prstGeom>
          <a:solidFill>
            <a:srgbClr val="FFFFC9"/>
          </a:solidFill>
          <a:ln w="12700">
            <a:solidFill>
              <a:schemeClr val="tx1"/>
            </a:solidFill>
            <a:miter lim="800000"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lIns="0" tIns="0" rIns="0" bIns="0">
            <a:spAutoFit/>
          </a:bodyPr>
          <a:lstStyle/>
          <a:p>
            <a:pPr algn="ctr"/>
            <a:r>
              <a:rPr lang="en-US" altLang="en-US" sz="1000"/>
              <a:t>Note that since we no longer need to explicitly refer to the data-item associated with the Condition Names we can use the name FILLER. </a:t>
            </a:r>
          </a:p>
        </p:txBody>
      </p:sp>
      <p:sp>
        <p:nvSpPr>
          <p:cNvPr id="5130" name="AutoShape 10">
            <a:extLst>
              <a:ext uri="{FF2B5EF4-FFF2-40B4-BE49-F238E27FC236}">
                <a16:creationId xmlns:a16="http://schemas.microsoft.com/office/drawing/2014/main" id="{8420785C-F57B-3C11-9C86-DD2B7071535E}"/>
              </a:ext>
            </a:extLst>
          </p:cNvPr>
          <p:cNvSpPr>
            <a:spLocks noChangeArrowheads="1"/>
          </p:cNvSpPr>
          <p:nvPr/>
        </p:nvSpPr>
        <p:spPr bwMode="auto">
          <a:xfrm flipH="1">
            <a:off x="3024188" y="1406525"/>
            <a:ext cx="1520825" cy="1391708"/>
          </a:xfrm>
          <a:prstGeom prst="wedgeRoundRectCallout">
            <a:avLst>
              <a:gd name="adj1" fmla="val -50000"/>
              <a:gd name="adj2" fmla="val 66667"/>
              <a:gd name="adj3" fmla="val 16667"/>
            </a:avLst>
          </a:prstGeom>
          <a:solidFill>
            <a:srgbClr val="FFFFC9"/>
          </a:solidFill>
          <a:ln w="12700">
            <a:solidFill>
              <a:schemeClr val="tx1"/>
            </a:solidFill>
            <a:miter lim="800000"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lIns="0" tIns="0" rIns="0" bIns="0">
            <a:spAutoFit/>
          </a:bodyPr>
          <a:lstStyle/>
          <a:p>
            <a:pPr algn="ctr"/>
            <a:r>
              <a:rPr lang="en-US" altLang="en-US" sz="1000"/>
              <a:t>When we need to reserve an area of storage but don’t need to refer to it by name we can give it the dummy name - FILLER.  This saves us the bother of having to make up a dummy name. </a:t>
            </a:r>
          </a:p>
        </p:txBody>
      </p:sp>
      <p:sp>
        <p:nvSpPr>
          <p:cNvPr id="5131" name="AutoShape 11">
            <a:extLst>
              <a:ext uri="{FF2B5EF4-FFF2-40B4-BE49-F238E27FC236}">
                <a16:creationId xmlns:a16="http://schemas.microsoft.com/office/drawing/2014/main" id="{28B9A888-D0FF-D6E4-2734-0BAE64BE2F5A}"/>
              </a:ext>
            </a:extLst>
          </p:cNvPr>
          <p:cNvSpPr>
            <a:spLocks noChangeArrowheads="1"/>
          </p:cNvSpPr>
          <p:nvPr/>
        </p:nvSpPr>
        <p:spPr bwMode="auto">
          <a:xfrm>
            <a:off x="34925" y="2206625"/>
            <a:ext cx="234950" cy="101600"/>
          </a:xfrm>
          <a:prstGeom prst="rightArrow">
            <a:avLst>
              <a:gd name="adj1" fmla="val 50000"/>
              <a:gd name="adj2" fmla="val 115636"/>
            </a:avLst>
          </a:prstGeom>
          <a:solidFill>
            <a:srgbClr val="CC0000"/>
          </a:solidFill>
          <a:ln w="12700">
            <a:solidFill>
              <a:schemeClr val="tx1"/>
            </a:solidFill>
            <a:miter lim="800000"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en-US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 nodeType="clickPar">
                      <p:stCondLst>
                        <p:cond delay="indefinite"/>
                      </p:stCondLst>
                      <p:childTnLst>
                        <p:par>
                          <p:cTn id="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51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  <p:subTnLst>
                                    <p:set>
                                      <p:cBhvr override="childStyle">
                                        <p:cTn dur="1" fill="hold" display="0" masterRel="nextClick" afterEffect="1"/>
                                        <p:tgtEl>
                                          <p:spTgt spid="51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sub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 nodeType="clickPar">
                      <p:stCondLst>
                        <p:cond delay="indefinite"/>
                      </p:stCondLst>
                      <p:childTnLst>
                        <p:par>
                          <p:cTn id="8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51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  <p:subTnLst>
                                    <p:set>
                                      <p:cBhvr override="childStyle">
                                        <p:cTn dur="1" fill="hold" display="0" masterRel="nextClick" afterEffect="1"/>
                                        <p:tgtEl>
                                          <p:spTgt spid="51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sub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 nodeType="clickPar">
                      <p:stCondLst>
                        <p:cond delay="indefinite"/>
                      </p:stCondLst>
                      <p:childTnLst>
                        <p:par>
                          <p:cTn id="12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51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  <p:subTnLst>
                                    <p:set>
                                      <p:cBhvr override="childStyle">
                                        <p:cTn dur="1" fill="hold" display="0" masterRel="nextClick" afterEffect="1"/>
                                        <p:tgtEl>
                                          <p:spTgt spid="51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sub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128" grpId="0" animBg="1" autoUpdateAnimBg="0"/>
      <p:bldP spid="5129" grpId="0" animBg="1" autoUpdateAnimBg="0"/>
      <p:bldP spid="5130" grpId="0" animBg="1" autoUpdateAnimBg="0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46" name="Rectangle 2">
            <a:extLst>
              <a:ext uri="{FF2B5EF4-FFF2-40B4-BE49-F238E27FC236}">
                <a16:creationId xmlns:a16="http://schemas.microsoft.com/office/drawing/2014/main" id="{DA20E079-8042-046B-48E1-9FB33F381E57}"/>
              </a:ext>
            </a:extLst>
          </p:cNvPr>
          <p:cNvSpPr>
            <a:spLocks noChangeArrowheads="1"/>
          </p:cNvSpPr>
          <p:nvPr/>
        </p:nvSpPr>
        <p:spPr bwMode="auto">
          <a:xfrm>
            <a:off x="179388" y="279400"/>
            <a:ext cx="2703512" cy="619125"/>
          </a:xfrm>
          <a:prstGeom prst="rect">
            <a:avLst/>
          </a:prstGeom>
          <a:solidFill>
            <a:srgbClr val="ECFFEC"/>
          </a:solidFill>
          <a:ln w="12700">
            <a:solidFill>
              <a:schemeClr val="tx1"/>
            </a:solidFill>
            <a:miter lim="800000"/>
            <a:headEnd/>
            <a:tailEnd/>
          </a:ln>
          <a:effectLst>
            <a:outerShdw dist="107763" dir="2700000" algn="ctr" rotWithShape="0">
              <a:schemeClr val="bg2">
                <a:alpha val="50000"/>
              </a:schemeClr>
            </a:outerShdw>
          </a:effectLst>
        </p:spPr>
        <p:txBody>
          <a:bodyPr wrap="none" lIns="111125" tIns="55563" rIns="111125" bIns="55563" anchor="ctr">
            <a:spAutoFit/>
          </a:bodyPr>
          <a:lstStyle>
            <a:lvl1pPr defTabSz="1260475">
              <a:tabLst>
                <a:tab pos="685800" algn="l"/>
                <a:tab pos="1371600" algn="l"/>
                <a:tab pos="3314700" algn="l"/>
                <a:tab pos="4114800" algn="l"/>
              </a:tabLs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549275" defTabSz="1260475">
              <a:tabLst>
                <a:tab pos="685800" algn="l"/>
                <a:tab pos="1371600" algn="l"/>
                <a:tab pos="3314700" algn="l"/>
                <a:tab pos="4114800" algn="l"/>
              </a:tabLs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096963" defTabSz="1260475">
              <a:tabLst>
                <a:tab pos="685800" algn="l"/>
                <a:tab pos="1371600" algn="l"/>
                <a:tab pos="3314700" algn="l"/>
                <a:tab pos="4114800" algn="l"/>
              </a:tabLs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46238" defTabSz="1260475">
              <a:tabLst>
                <a:tab pos="685800" algn="l"/>
                <a:tab pos="1371600" algn="l"/>
                <a:tab pos="3314700" algn="l"/>
                <a:tab pos="4114800" algn="l"/>
              </a:tabLs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193925" defTabSz="1260475">
              <a:tabLst>
                <a:tab pos="685800" algn="l"/>
                <a:tab pos="1371600" algn="l"/>
                <a:tab pos="3314700" algn="l"/>
                <a:tab pos="4114800" algn="l"/>
              </a:tabLs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651125" defTabSz="1260475" fontAlgn="base">
              <a:spcBef>
                <a:spcPct val="0"/>
              </a:spcBef>
              <a:spcAft>
                <a:spcPct val="0"/>
              </a:spcAft>
              <a:tabLst>
                <a:tab pos="685800" algn="l"/>
                <a:tab pos="1371600" algn="l"/>
                <a:tab pos="3314700" algn="l"/>
                <a:tab pos="4114800" algn="l"/>
              </a:tabLs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3108325" defTabSz="1260475" fontAlgn="base">
              <a:spcBef>
                <a:spcPct val="0"/>
              </a:spcBef>
              <a:spcAft>
                <a:spcPct val="0"/>
              </a:spcAft>
              <a:tabLst>
                <a:tab pos="685800" algn="l"/>
                <a:tab pos="1371600" algn="l"/>
                <a:tab pos="3314700" algn="l"/>
                <a:tab pos="4114800" algn="l"/>
              </a:tabLs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565525" defTabSz="1260475" fontAlgn="base">
              <a:spcBef>
                <a:spcPct val="0"/>
              </a:spcBef>
              <a:spcAft>
                <a:spcPct val="0"/>
              </a:spcAft>
              <a:tabLst>
                <a:tab pos="685800" algn="l"/>
                <a:tab pos="1371600" algn="l"/>
                <a:tab pos="3314700" algn="l"/>
                <a:tab pos="4114800" algn="l"/>
              </a:tabLs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4022725" defTabSz="1260475" fontAlgn="base">
              <a:spcBef>
                <a:spcPct val="0"/>
              </a:spcBef>
              <a:spcAft>
                <a:spcPct val="0"/>
              </a:spcAft>
              <a:tabLst>
                <a:tab pos="685800" algn="l"/>
                <a:tab pos="1371600" algn="l"/>
                <a:tab pos="3314700" algn="l"/>
                <a:tab pos="4114800" algn="l"/>
              </a:tabLs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>
              <a:lnSpc>
                <a:spcPct val="90000"/>
              </a:lnSpc>
            </a:pPr>
            <a:r>
              <a:rPr lang="en-US" altLang="en-US" sz="1200" b="1">
                <a:solidFill>
                  <a:srgbClr val="000000"/>
                </a:solidFill>
                <a:latin typeface="Courier New" panose="02070309020205020404" pitchFamily="49" charset="0"/>
              </a:rPr>
              <a:t>01 FILLER    PIC 9 VALUE 0.</a:t>
            </a:r>
          </a:p>
          <a:p>
            <a:pPr>
              <a:lnSpc>
                <a:spcPct val="90000"/>
              </a:lnSpc>
            </a:pPr>
            <a:r>
              <a:rPr lang="en-US" altLang="en-US" sz="1200" b="1">
                <a:solidFill>
                  <a:srgbClr val="000000"/>
                </a:solidFill>
                <a:latin typeface="Courier New" panose="02070309020205020404" pitchFamily="49" charset="0"/>
              </a:rPr>
              <a:t>   88 EndOfFile    VALUE 1.</a:t>
            </a:r>
          </a:p>
          <a:p>
            <a:pPr>
              <a:lnSpc>
                <a:spcPct val="90000"/>
              </a:lnSpc>
            </a:pPr>
            <a:r>
              <a:rPr lang="en-US" altLang="en-US" sz="1200" b="1">
                <a:solidFill>
                  <a:srgbClr val="000000"/>
                </a:solidFill>
                <a:latin typeface="Courier New" panose="02070309020205020404" pitchFamily="49" charset="0"/>
              </a:rPr>
              <a:t>   88 NotEndOfFile VALUE 0.</a:t>
            </a:r>
          </a:p>
        </p:txBody>
      </p:sp>
      <p:sp>
        <p:nvSpPr>
          <p:cNvPr id="6147" name="Rectangle 3">
            <a:extLst>
              <a:ext uri="{FF2B5EF4-FFF2-40B4-BE49-F238E27FC236}">
                <a16:creationId xmlns:a16="http://schemas.microsoft.com/office/drawing/2014/main" id="{FDF097ED-A95C-232B-CADB-5AB6AD7651E6}"/>
              </a:ext>
            </a:extLst>
          </p:cNvPr>
          <p:cNvSpPr>
            <a:spLocks noChangeArrowheads="1"/>
          </p:cNvSpPr>
          <p:nvPr/>
        </p:nvSpPr>
        <p:spPr bwMode="auto">
          <a:xfrm>
            <a:off x="3209925" y="84138"/>
            <a:ext cx="714375" cy="21272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lIns="46038" tIns="0" rIns="46038" bIns="0" anchor="b">
            <a:spAutoFit/>
          </a:bodyPr>
          <a:lstStyle>
            <a:lvl1pPr defTabSz="1316038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549275" defTabSz="1316038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096963" defTabSz="1316038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46238" defTabSz="1316038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193925" defTabSz="1316038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651125" defTabSz="1316038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3108325" defTabSz="1316038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565525" defTabSz="1316038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4022725" defTabSz="1316038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algn="ctr"/>
            <a:r>
              <a:rPr lang="en-US" altLang="en-US" sz="1400" b="1">
                <a:solidFill>
                  <a:schemeClr val="accent2"/>
                </a:solidFill>
                <a:effectLst>
                  <a:outerShdw blurRad="38100" dist="38100" dir="2700000" algn="tl">
                    <a:srgbClr val="C0C0C0"/>
                  </a:outerShdw>
                </a:effectLst>
              </a:rPr>
              <a:t>FILLER</a:t>
            </a:r>
          </a:p>
        </p:txBody>
      </p:sp>
      <p:sp>
        <p:nvSpPr>
          <p:cNvPr id="6148" name="Rectangle 4">
            <a:extLst>
              <a:ext uri="{FF2B5EF4-FFF2-40B4-BE49-F238E27FC236}">
                <a16:creationId xmlns:a16="http://schemas.microsoft.com/office/drawing/2014/main" id="{C22F0EA4-22BE-4C8B-D90A-9D538AF5435D}"/>
              </a:ext>
            </a:extLst>
          </p:cNvPr>
          <p:cNvSpPr>
            <a:spLocks noChangeArrowheads="1"/>
          </p:cNvSpPr>
          <p:nvPr/>
        </p:nvSpPr>
        <p:spPr bwMode="auto">
          <a:xfrm>
            <a:off x="3281363" y="292100"/>
            <a:ext cx="498475" cy="495300"/>
          </a:xfrm>
          <a:prstGeom prst="rect">
            <a:avLst/>
          </a:prstGeom>
          <a:solidFill>
            <a:srgbClr val="ECFFEC"/>
          </a:solidFill>
          <a:ln w="25400">
            <a:solidFill>
              <a:srgbClr val="000000"/>
            </a:solidFill>
            <a:miter lim="800000"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lIns="111125" tIns="55563" rIns="111125" bIns="55563" anchor="ctr"/>
          <a:lstStyle>
            <a:lvl1pPr defTabSz="1316038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549275" defTabSz="1316038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096963" defTabSz="1316038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46238" defTabSz="1316038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193925" defTabSz="1316038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651125" defTabSz="1316038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3108325" defTabSz="1316038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565525" defTabSz="1316038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4022725" defTabSz="1316038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algn="ctr"/>
            <a:r>
              <a:rPr lang="en-US" altLang="en-US" sz="1800" b="1">
                <a:solidFill>
                  <a:srgbClr val="00CC00"/>
                </a:solidFill>
                <a:effectLst>
                  <a:outerShdw blurRad="38100" dist="38100" dir="2700000" algn="tl">
                    <a:srgbClr val="000000"/>
                  </a:outerShdw>
                </a:effectLst>
              </a:rPr>
              <a:t>1</a:t>
            </a:r>
          </a:p>
        </p:txBody>
      </p:sp>
      <p:sp>
        <p:nvSpPr>
          <p:cNvPr id="6149" name="Rectangle 5">
            <a:extLst>
              <a:ext uri="{FF2B5EF4-FFF2-40B4-BE49-F238E27FC236}">
                <a16:creationId xmlns:a16="http://schemas.microsoft.com/office/drawing/2014/main" id="{E9F148A2-AF48-A8D5-E055-A3E6BC8A4954}"/>
              </a:ext>
            </a:extLst>
          </p:cNvPr>
          <p:cNvSpPr>
            <a:spLocks noChangeArrowheads="1"/>
          </p:cNvSpPr>
          <p:nvPr/>
        </p:nvSpPr>
        <p:spPr bwMode="auto">
          <a:xfrm>
            <a:off x="3186113" y="823913"/>
            <a:ext cx="1062037" cy="30321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lIns="111125" tIns="55563" rIns="111125" bIns="55563">
            <a:spAutoFit/>
          </a:bodyPr>
          <a:lstStyle>
            <a:lvl1pPr defTabSz="1316038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549275" defTabSz="1316038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096963" defTabSz="1316038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46238" defTabSz="1316038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193925" defTabSz="1316038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651125" defTabSz="1316038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3108325" defTabSz="1316038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565525" defTabSz="1316038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4022725" defTabSz="1316038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algn="ctr">
              <a:lnSpc>
                <a:spcPct val="90000"/>
              </a:lnSpc>
            </a:pPr>
            <a:r>
              <a:rPr lang="en-US" altLang="en-US" sz="1400" b="1">
                <a:solidFill>
                  <a:srgbClr val="00CC00"/>
                </a:solidFill>
                <a:effectLst>
                  <a:outerShdw blurRad="38100" dist="38100" dir="2700000" algn="tl">
                    <a:srgbClr val="C0C0C0"/>
                  </a:outerShdw>
                </a:effectLst>
              </a:rPr>
              <a:t>EndOfFile</a:t>
            </a:r>
          </a:p>
        </p:txBody>
      </p:sp>
      <p:sp>
        <p:nvSpPr>
          <p:cNvPr id="6150" name="Rectangle 6">
            <a:extLst>
              <a:ext uri="{FF2B5EF4-FFF2-40B4-BE49-F238E27FC236}">
                <a16:creationId xmlns:a16="http://schemas.microsoft.com/office/drawing/2014/main" id="{5718E720-F7F8-CD16-2D90-58389C26A04B}"/>
              </a:ext>
            </a:extLst>
          </p:cNvPr>
          <p:cNvSpPr>
            <a:spLocks noChangeArrowheads="1"/>
          </p:cNvSpPr>
          <p:nvPr/>
        </p:nvSpPr>
        <p:spPr bwMode="auto">
          <a:xfrm>
            <a:off x="153988" y="1462088"/>
            <a:ext cx="3252787" cy="1774825"/>
          </a:xfrm>
          <a:prstGeom prst="rect">
            <a:avLst/>
          </a:prstGeom>
          <a:solidFill>
            <a:srgbClr val="ECFFEC"/>
          </a:solidFill>
          <a:ln w="12700">
            <a:solidFill>
              <a:schemeClr val="tx1"/>
            </a:solidFill>
            <a:miter lim="800000"/>
            <a:headEnd/>
            <a:tailEnd/>
          </a:ln>
          <a:effectLst>
            <a:outerShdw dist="107763" dir="2700000" algn="ctr" rotWithShape="0">
              <a:schemeClr val="bg2">
                <a:alpha val="50000"/>
              </a:schemeClr>
            </a:outerShdw>
          </a:effectLst>
        </p:spPr>
        <p:txBody>
          <a:bodyPr wrap="none" lIns="111125" tIns="55563" rIns="111125" bIns="55563">
            <a:spAutoFit/>
          </a:bodyPr>
          <a:lstStyle>
            <a:lvl1pPr defTabSz="1260475">
              <a:tabLst>
                <a:tab pos="685800" algn="l"/>
                <a:tab pos="1371600" algn="l"/>
              </a:tabLs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549275" defTabSz="1260475">
              <a:tabLst>
                <a:tab pos="685800" algn="l"/>
                <a:tab pos="1371600" algn="l"/>
              </a:tabLs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096963" defTabSz="1260475">
              <a:tabLst>
                <a:tab pos="685800" algn="l"/>
                <a:tab pos="1371600" algn="l"/>
              </a:tabLs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46238" defTabSz="1260475">
              <a:tabLst>
                <a:tab pos="685800" algn="l"/>
                <a:tab pos="1371600" algn="l"/>
              </a:tabLs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193925" defTabSz="1260475">
              <a:tabLst>
                <a:tab pos="685800" algn="l"/>
                <a:tab pos="1371600" algn="l"/>
              </a:tabLs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651125" defTabSz="1260475" fontAlgn="base">
              <a:spcBef>
                <a:spcPct val="0"/>
              </a:spcBef>
              <a:spcAft>
                <a:spcPct val="0"/>
              </a:spcAft>
              <a:tabLst>
                <a:tab pos="685800" algn="l"/>
                <a:tab pos="1371600" algn="l"/>
              </a:tabLs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3108325" defTabSz="1260475" fontAlgn="base">
              <a:spcBef>
                <a:spcPct val="0"/>
              </a:spcBef>
              <a:spcAft>
                <a:spcPct val="0"/>
              </a:spcAft>
              <a:tabLst>
                <a:tab pos="685800" algn="l"/>
                <a:tab pos="1371600" algn="l"/>
              </a:tabLs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565525" defTabSz="1260475" fontAlgn="base">
              <a:spcBef>
                <a:spcPct val="0"/>
              </a:spcBef>
              <a:spcAft>
                <a:spcPct val="0"/>
              </a:spcAft>
              <a:tabLst>
                <a:tab pos="685800" algn="l"/>
                <a:tab pos="1371600" algn="l"/>
              </a:tabLs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4022725" defTabSz="1260475" fontAlgn="base">
              <a:spcBef>
                <a:spcPct val="0"/>
              </a:spcBef>
              <a:spcAft>
                <a:spcPct val="0"/>
              </a:spcAft>
              <a:tabLst>
                <a:tab pos="685800" algn="l"/>
                <a:tab pos="1371600" algn="l"/>
              </a:tabLs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>
              <a:lnSpc>
                <a:spcPct val="90000"/>
              </a:lnSpc>
            </a:pPr>
            <a:r>
              <a:rPr lang="en-US" altLang="en-US" sz="1200" b="1">
                <a:solidFill>
                  <a:srgbClr val="000000"/>
                </a:solidFill>
                <a:latin typeface="Courier New" panose="02070309020205020404" pitchFamily="49" charset="0"/>
              </a:rPr>
              <a:t>READ InFile</a:t>
            </a:r>
          </a:p>
          <a:p>
            <a:pPr>
              <a:lnSpc>
                <a:spcPct val="90000"/>
              </a:lnSpc>
            </a:pPr>
            <a:r>
              <a:rPr lang="en-US" altLang="en-US" sz="1200" b="1">
                <a:solidFill>
                  <a:srgbClr val="000000"/>
                </a:solidFill>
                <a:latin typeface="Courier New" panose="02070309020205020404" pitchFamily="49" charset="0"/>
              </a:rPr>
              <a:t>  </a:t>
            </a:r>
            <a:r>
              <a:rPr lang="en-US" altLang="en-US" sz="1200" b="1">
                <a:latin typeface="Courier New" panose="02070309020205020404" pitchFamily="49" charset="0"/>
              </a:rPr>
              <a:t>AT END SET EndOfFile TO TRUE</a:t>
            </a:r>
            <a:endParaRPr lang="en-US" altLang="en-US" sz="1200" b="1">
              <a:solidFill>
                <a:srgbClr val="000000"/>
              </a:solidFill>
              <a:latin typeface="Courier New" panose="02070309020205020404" pitchFamily="49" charset="0"/>
            </a:endParaRPr>
          </a:p>
          <a:p>
            <a:pPr>
              <a:lnSpc>
                <a:spcPct val="90000"/>
              </a:lnSpc>
            </a:pPr>
            <a:r>
              <a:rPr lang="en-US" altLang="en-US" sz="1200" b="1">
                <a:solidFill>
                  <a:srgbClr val="000000"/>
                </a:solidFill>
                <a:latin typeface="Courier New" panose="02070309020205020404" pitchFamily="49" charset="0"/>
              </a:rPr>
              <a:t>END-READ</a:t>
            </a:r>
          </a:p>
          <a:p>
            <a:pPr>
              <a:lnSpc>
                <a:spcPct val="90000"/>
              </a:lnSpc>
            </a:pPr>
            <a:r>
              <a:rPr lang="en-US" altLang="en-US" sz="1200" b="1">
                <a:solidFill>
                  <a:srgbClr val="000000"/>
                </a:solidFill>
                <a:latin typeface="Courier New" panose="02070309020205020404" pitchFamily="49" charset="0"/>
              </a:rPr>
              <a:t>PERFORM UNTIL EndOfFile</a:t>
            </a:r>
          </a:p>
          <a:p>
            <a:pPr>
              <a:lnSpc>
                <a:spcPct val="90000"/>
              </a:lnSpc>
            </a:pPr>
            <a:r>
              <a:rPr lang="en-US" altLang="en-US" sz="1200" b="1">
                <a:solidFill>
                  <a:srgbClr val="000000"/>
                </a:solidFill>
                <a:latin typeface="Courier New" panose="02070309020205020404" pitchFamily="49" charset="0"/>
              </a:rPr>
              <a:t>   </a:t>
            </a:r>
            <a:r>
              <a:rPr lang="en-US" altLang="en-US" sz="1200" b="1">
                <a:latin typeface="Courier New" panose="02070309020205020404" pitchFamily="49" charset="0"/>
              </a:rPr>
              <a:t>Statements</a:t>
            </a:r>
            <a:endParaRPr lang="en-US" altLang="en-US" sz="1200" b="1">
              <a:solidFill>
                <a:srgbClr val="000000"/>
              </a:solidFill>
              <a:latin typeface="Courier New" panose="02070309020205020404" pitchFamily="49" charset="0"/>
            </a:endParaRPr>
          </a:p>
          <a:p>
            <a:pPr>
              <a:lnSpc>
                <a:spcPct val="90000"/>
              </a:lnSpc>
            </a:pPr>
            <a:r>
              <a:rPr lang="en-US" altLang="en-US" sz="1200" b="1">
                <a:solidFill>
                  <a:srgbClr val="000000"/>
                </a:solidFill>
                <a:latin typeface="Courier New" panose="02070309020205020404" pitchFamily="49" charset="0"/>
              </a:rPr>
              <a:t>   READ InFile</a:t>
            </a:r>
          </a:p>
          <a:p>
            <a:pPr>
              <a:lnSpc>
                <a:spcPct val="90000"/>
              </a:lnSpc>
            </a:pPr>
            <a:r>
              <a:rPr lang="en-US" altLang="en-US" sz="1200" b="1">
                <a:solidFill>
                  <a:srgbClr val="000000"/>
                </a:solidFill>
                <a:latin typeface="Courier New" panose="02070309020205020404" pitchFamily="49" charset="0"/>
              </a:rPr>
              <a:t>     </a:t>
            </a:r>
            <a:r>
              <a:rPr lang="en-US" altLang="en-US" sz="1200" b="1">
                <a:solidFill>
                  <a:srgbClr val="00CC00"/>
                </a:solidFill>
                <a:effectLst>
                  <a:outerShdw blurRad="38100" dist="38100" dir="2700000" algn="tl">
                    <a:srgbClr val="000000"/>
                  </a:outerShdw>
                </a:effectLst>
                <a:latin typeface="Courier New" panose="02070309020205020404" pitchFamily="49" charset="0"/>
              </a:rPr>
              <a:t>AT END SET EndOfFile TO TRUE</a:t>
            </a:r>
            <a:endParaRPr lang="en-US" altLang="en-US" sz="1200" b="1">
              <a:solidFill>
                <a:srgbClr val="000000"/>
              </a:solidFill>
              <a:latin typeface="Courier New" panose="02070309020205020404" pitchFamily="49" charset="0"/>
            </a:endParaRPr>
          </a:p>
          <a:p>
            <a:pPr>
              <a:lnSpc>
                <a:spcPct val="90000"/>
              </a:lnSpc>
            </a:pPr>
            <a:r>
              <a:rPr lang="en-US" altLang="en-US" sz="1200" b="1">
                <a:solidFill>
                  <a:srgbClr val="000000"/>
                </a:solidFill>
                <a:latin typeface="Courier New" panose="02070309020205020404" pitchFamily="49" charset="0"/>
              </a:rPr>
              <a:t>   END-READ</a:t>
            </a:r>
          </a:p>
          <a:p>
            <a:pPr>
              <a:lnSpc>
                <a:spcPct val="90000"/>
              </a:lnSpc>
            </a:pPr>
            <a:r>
              <a:rPr lang="en-US" altLang="en-US" sz="1200" b="1">
                <a:solidFill>
                  <a:srgbClr val="000000"/>
                </a:solidFill>
                <a:latin typeface="Courier New" panose="02070309020205020404" pitchFamily="49" charset="0"/>
              </a:rPr>
              <a:t>END-PERFORM</a:t>
            </a:r>
          </a:p>
          <a:p>
            <a:pPr>
              <a:lnSpc>
                <a:spcPct val="90000"/>
              </a:lnSpc>
            </a:pPr>
            <a:r>
              <a:rPr lang="en-US" altLang="en-US" sz="1200" b="1">
                <a:solidFill>
                  <a:srgbClr val="000000"/>
                </a:solidFill>
                <a:latin typeface="Courier New" panose="02070309020205020404" pitchFamily="49" charset="0"/>
              </a:rPr>
              <a:t>SET NotEndOfFile TO TRUE</a:t>
            </a:r>
          </a:p>
        </p:txBody>
      </p:sp>
      <p:sp>
        <p:nvSpPr>
          <p:cNvPr id="6151" name="Rectangle 7">
            <a:extLst>
              <a:ext uri="{FF2B5EF4-FFF2-40B4-BE49-F238E27FC236}">
                <a16:creationId xmlns:a16="http://schemas.microsoft.com/office/drawing/2014/main" id="{3927ADCA-2F92-F6E0-0EF3-3F87E2D9914D}"/>
              </a:ext>
            </a:extLst>
          </p:cNvPr>
          <p:cNvSpPr>
            <a:spLocks noChangeArrowheads="1"/>
          </p:cNvSpPr>
          <p:nvPr/>
        </p:nvSpPr>
        <p:spPr bwMode="auto">
          <a:xfrm>
            <a:off x="3194050" y="1033463"/>
            <a:ext cx="1357313" cy="30321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lIns="111125" tIns="55563" rIns="111125" bIns="55563">
            <a:spAutoFit/>
          </a:bodyPr>
          <a:lstStyle>
            <a:lvl1pPr defTabSz="1316038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549275" defTabSz="1316038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096963" defTabSz="1316038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46238" defTabSz="1316038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193925" defTabSz="1316038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651125" defTabSz="1316038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3108325" defTabSz="1316038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565525" defTabSz="1316038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4022725" defTabSz="1316038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algn="ctr">
              <a:lnSpc>
                <a:spcPct val="90000"/>
              </a:lnSpc>
            </a:pPr>
            <a:r>
              <a:rPr lang="en-US" altLang="en-US" sz="1400" b="1">
                <a:solidFill>
                  <a:srgbClr val="CC0000"/>
                </a:solidFill>
              </a:rPr>
              <a:t>NotEndOfFile</a:t>
            </a:r>
          </a:p>
        </p:txBody>
      </p:sp>
      <p:sp>
        <p:nvSpPr>
          <p:cNvPr id="6152" name="Arc 8">
            <a:extLst>
              <a:ext uri="{FF2B5EF4-FFF2-40B4-BE49-F238E27FC236}">
                <a16:creationId xmlns:a16="http://schemas.microsoft.com/office/drawing/2014/main" id="{097FFC99-AA1F-4BD4-0424-482AA702A63E}"/>
              </a:ext>
            </a:extLst>
          </p:cNvPr>
          <p:cNvSpPr>
            <a:spLocks/>
          </p:cNvSpPr>
          <p:nvPr/>
        </p:nvSpPr>
        <p:spPr bwMode="auto">
          <a:xfrm>
            <a:off x="2676525" y="542925"/>
            <a:ext cx="831850" cy="247650"/>
          </a:xfrm>
          <a:custGeom>
            <a:avLst/>
            <a:gdLst>
              <a:gd name="G0" fmla="+- 20052 0 0"/>
              <a:gd name="G1" fmla="+- 0 0 0"/>
              <a:gd name="G2" fmla="+- 21600 0 0"/>
              <a:gd name="T0" fmla="*/ 40601 w 40601"/>
              <a:gd name="T1" fmla="*/ 6657 h 21600"/>
              <a:gd name="T2" fmla="*/ 0 w 40601"/>
              <a:gd name="T3" fmla="*/ 8031 h 21600"/>
              <a:gd name="T4" fmla="*/ 20052 w 40601"/>
              <a:gd name="T5" fmla="*/ 0 h 21600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</a:cxnLst>
            <a:rect l="0" t="0" r="r" b="b"/>
            <a:pathLst>
              <a:path w="40601" h="21600" fill="none" extrusionOk="0">
                <a:moveTo>
                  <a:pt x="40600" y="6656"/>
                </a:moveTo>
                <a:cubicBezTo>
                  <a:pt x="37714" y="15565"/>
                  <a:pt x="29416" y="21599"/>
                  <a:pt x="20052" y="21599"/>
                </a:cubicBezTo>
                <a:cubicBezTo>
                  <a:pt x="11223" y="21599"/>
                  <a:pt x="3282" y="16226"/>
                  <a:pt x="0" y="8030"/>
                </a:cubicBezTo>
              </a:path>
              <a:path w="40601" h="21600" stroke="0" extrusionOk="0">
                <a:moveTo>
                  <a:pt x="40600" y="6656"/>
                </a:moveTo>
                <a:cubicBezTo>
                  <a:pt x="37714" y="15565"/>
                  <a:pt x="29416" y="21599"/>
                  <a:pt x="20052" y="21599"/>
                </a:cubicBezTo>
                <a:cubicBezTo>
                  <a:pt x="11223" y="21599"/>
                  <a:pt x="3282" y="16226"/>
                  <a:pt x="0" y="8030"/>
                </a:cubicBezTo>
                <a:lnTo>
                  <a:pt x="20052" y="0"/>
                </a:lnTo>
                <a:close/>
              </a:path>
            </a:pathLst>
          </a:custGeom>
          <a:noFill/>
          <a:ln w="12700" cap="rnd">
            <a:solidFill>
              <a:schemeClr val="tx1"/>
            </a:solidFill>
            <a:round/>
            <a:headEnd type="stealth" w="med" len="med"/>
            <a:tailEnd type="none" w="sm" len="sm"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6153" name="AutoShape 9">
            <a:extLst>
              <a:ext uri="{FF2B5EF4-FFF2-40B4-BE49-F238E27FC236}">
                <a16:creationId xmlns:a16="http://schemas.microsoft.com/office/drawing/2014/main" id="{745C169D-27C2-7A2B-85E8-3BDADEBF385F}"/>
              </a:ext>
            </a:extLst>
          </p:cNvPr>
          <p:cNvSpPr>
            <a:spLocks noChangeArrowheads="1"/>
          </p:cNvSpPr>
          <p:nvPr/>
        </p:nvSpPr>
        <p:spPr bwMode="auto">
          <a:xfrm flipH="1">
            <a:off x="3341688" y="1438275"/>
            <a:ext cx="1146175" cy="873125"/>
          </a:xfrm>
          <a:prstGeom prst="wedgeRoundRectCallout">
            <a:avLst>
              <a:gd name="adj1" fmla="val -50000"/>
              <a:gd name="adj2" fmla="val 66667"/>
              <a:gd name="adj3" fmla="val 16667"/>
            </a:avLst>
          </a:prstGeom>
          <a:solidFill>
            <a:srgbClr val="FFFFC9"/>
          </a:solidFill>
          <a:ln w="12700">
            <a:solidFill>
              <a:schemeClr val="tx1"/>
            </a:solidFill>
            <a:miter lim="800000"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lIns="0" tIns="0" rIns="0" bIns="0">
            <a:spAutoFit/>
          </a:bodyPr>
          <a:lstStyle/>
          <a:p>
            <a:pPr algn="ctr"/>
            <a:r>
              <a:rPr lang="en-US" altLang="en-US" sz="1000"/>
              <a:t>Setting EndOfFile to TRUE forces the condition value into the associated data-item. </a:t>
            </a:r>
          </a:p>
        </p:txBody>
      </p:sp>
      <p:sp>
        <p:nvSpPr>
          <p:cNvPr id="6154" name="AutoShape 10">
            <a:extLst>
              <a:ext uri="{FF2B5EF4-FFF2-40B4-BE49-F238E27FC236}">
                <a16:creationId xmlns:a16="http://schemas.microsoft.com/office/drawing/2014/main" id="{138F7929-C3B6-65EB-0A7A-9A32EDBE135A}"/>
              </a:ext>
            </a:extLst>
          </p:cNvPr>
          <p:cNvSpPr>
            <a:spLocks noChangeArrowheads="1"/>
          </p:cNvSpPr>
          <p:nvPr/>
        </p:nvSpPr>
        <p:spPr bwMode="auto">
          <a:xfrm>
            <a:off x="34925" y="2549525"/>
            <a:ext cx="234950" cy="101600"/>
          </a:xfrm>
          <a:prstGeom prst="rightArrow">
            <a:avLst>
              <a:gd name="adj1" fmla="val 50000"/>
              <a:gd name="adj2" fmla="val 115636"/>
            </a:avLst>
          </a:prstGeom>
          <a:solidFill>
            <a:srgbClr val="CC0000"/>
          </a:solidFill>
          <a:ln w="12700">
            <a:solidFill>
              <a:schemeClr val="tx1"/>
            </a:solidFill>
            <a:miter lim="800000"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en-US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 nodeType="clickPar">
                      <p:stCondLst>
                        <p:cond delay="indefinite"/>
                      </p:stCondLst>
                      <p:childTnLst>
                        <p:par>
                          <p:cTn id="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615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  <p:subTnLst>
                                    <p:set>
                                      <p:cBhvr override="childStyle">
                                        <p:cTn dur="1" fill="hold" display="0" masterRel="nextClick" afterEffect="1"/>
                                        <p:tgtEl>
                                          <p:spTgt spid="615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sub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153" grpId="0" animBg="1" autoUpdateAnimBg="0"/>
    </p:bld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70" name="Rectangle 2">
            <a:extLst>
              <a:ext uri="{FF2B5EF4-FFF2-40B4-BE49-F238E27FC236}">
                <a16:creationId xmlns:a16="http://schemas.microsoft.com/office/drawing/2014/main" id="{310B5B2E-B16A-8D90-DA13-E39CCA354E67}"/>
              </a:ext>
            </a:extLst>
          </p:cNvPr>
          <p:cNvSpPr>
            <a:spLocks noChangeArrowheads="1"/>
          </p:cNvSpPr>
          <p:nvPr/>
        </p:nvSpPr>
        <p:spPr bwMode="auto">
          <a:xfrm>
            <a:off x="179388" y="279400"/>
            <a:ext cx="2703512" cy="619125"/>
          </a:xfrm>
          <a:prstGeom prst="rect">
            <a:avLst/>
          </a:prstGeom>
          <a:solidFill>
            <a:srgbClr val="ECFFEC"/>
          </a:solidFill>
          <a:ln w="12700">
            <a:solidFill>
              <a:schemeClr val="tx1"/>
            </a:solidFill>
            <a:miter lim="800000"/>
            <a:headEnd/>
            <a:tailEnd/>
          </a:ln>
          <a:effectLst>
            <a:outerShdw dist="107763" dir="2700000" algn="ctr" rotWithShape="0">
              <a:schemeClr val="bg2">
                <a:alpha val="50000"/>
              </a:schemeClr>
            </a:outerShdw>
          </a:effectLst>
        </p:spPr>
        <p:txBody>
          <a:bodyPr wrap="none" lIns="111125" tIns="55563" rIns="111125" bIns="55563" anchor="ctr">
            <a:spAutoFit/>
          </a:bodyPr>
          <a:lstStyle>
            <a:lvl1pPr defTabSz="1260475">
              <a:tabLst>
                <a:tab pos="685800" algn="l"/>
                <a:tab pos="1371600" algn="l"/>
                <a:tab pos="3314700" algn="l"/>
                <a:tab pos="4114800" algn="l"/>
              </a:tabLs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549275" defTabSz="1260475">
              <a:tabLst>
                <a:tab pos="685800" algn="l"/>
                <a:tab pos="1371600" algn="l"/>
                <a:tab pos="3314700" algn="l"/>
                <a:tab pos="4114800" algn="l"/>
              </a:tabLs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096963" defTabSz="1260475">
              <a:tabLst>
                <a:tab pos="685800" algn="l"/>
                <a:tab pos="1371600" algn="l"/>
                <a:tab pos="3314700" algn="l"/>
                <a:tab pos="4114800" algn="l"/>
              </a:tabLs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46238" defTabSz="1260475">
              <a:tabLst>
                <a:tab pos="685800" algn="l"/>
                <a:tab pos="1371600" algn="l"/>
                <a:tab pos="3314700" algn="l"/>
                <a:tab pos="4114800" algn="l"/>
              </a:tabLs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193925" defTabSz="1260475">
              <a:tabLst>
                <a:tab pos="685800" algn="l"/>
                <a:tab pos="1371600" algn="l"/>
                <a:tab pos="3314700" algn="l"/>
                <a:tab pos="4114800" algn="l"/>
              </a:tabLs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651125" defTabSz="1260475" fontAlgn="base">
              <a:spcBef>
                <a:spcPct val="0"/>
              </a:spcBef>
              <a:spcAft>
                <a:spcPct val="0"/>
              </a:spcAft>
              <a:tabLst>
                <a:tab pos="685800" algn="l"/>
                <a:tab pos="1371600" algn="l"/>
                <a:tab pos="3314700" algn="l"/>
                <a:tab pos="4114800" algn="l"/>
              </a:tabLs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3108325" defTabSz="1260475" fontAlgn="base">
              <a:spcBef>
                <a:spcPct val="0"/>
              </a:spcBef>
              <a:spcAft>
                <a:spcPct val="0"/>
              </a:spcAft>
              <a:tabLst>
                <a:tab pos="685800" algn="l"/>
                <a:tab pos="1371600" algn="l"/>
                <a:tab pos="3314700" algn="l"/>
                <a:tab pos="4114800" algn="l"/>
              </a:tabLs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565525" defTabSz="1260475" fontAlgn="base">
              <a:spcBef>
                <a:spcPct val="0"/>
              </a:spcBef>
              <a:spcAft>
                <a:spcPct val="0"/>
              </a:spcAft>
              <a:tabLst>
                <a:tab pos="685800" algn="l"/>
                <a:tab pos="1371600" algn="l"/>
                <a:tab pos="3314700" algn="l"/>
                <a:tab pos="4114800" algn="l"/>
              </a:tabLs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4022725" defTabSz="1260475" fontAlgn="base">
              <a:spcBef>
                <a:spcPct val="0"/>
              </a:spcBef>
              <a:spcAft>
                <a:spcPct val="0"/>
              </a:spcAft>
              <a:tabLst>
                <a:tab pos="685800" algn="l"/>
                <a:tab pos="1371600" algn="l"/>
                <a:tab pos="3314700" algn="l"/>
                <a:tab pos="4114800" algn="l"/>
              </a:tabLs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>
              <a:lnSpc>
                <a:spcPct val="90000"/>
              </a:lnSpc>
            </a:pPr>
            <a:r>
              <a:rPr lang="en-US" altLang="en-US" sz="1200" b="1">
                <a:solidFill>
                  <a:srgbClr val="000000"/>
                </a:solidFill>
                <a:latin typeface="Courier New" panose="02070309020205020404" pitchFamily="49" charset="0"/>
              </a:rPr>
              <a:t>01 FILLER    PIC 9 VALUE 0.</a:t>
            </a:r>
          </a:p>
          <a:p>
            <a:pPr>
              <a:lnSpc>
                <a:spcPct val="90000"/>
              </a:lnSpc>
            </a:pPr>
            <a:r>
              <a:rPr lang="en-US" altLang="en-US" sz="1200" b="1">
                <a:solidFill>
                  <a:srgbClr val="000000"/>
                </a:solidFill>
                <a:latin typeface="Courier New" panose="02070309020205020404" pitchFamily="49" charset="0"/>
              </a:rPr>
              <a:t>   88 EndOfFile    VALUE 1.</a:t>
            </a:r>
          </a:p>
          <a:p>
            <a:pPr>
              <a:lnSpc>
                <a:spcPct val="90000"/>
              </a:lnSpc>
            </a:pPr>
            <a:r>
              <a:rPr lang="en-US" altLang="en-US" sz="1200" b="1">
                <a:solidFill>
                  <a:srgbClr val="000000"/>
                </a:solidFill>
                <a:latin typeface="Courier New" panose="02070309020205020404" pitchFamily="49" charset="0"/>
              </a:rPr>
              <a:t>   88 NotEndOfFile VALUE 0.</a:t>
            </a:r>
          </a:p>
        </p:txBody>
      </p:sp>
      <p:sp>
        <p:nvSpPr>
          <p:cNvPr id="7171" name="Rectangle 3">
            <a:extLst>
              <a:ext uri="{FF2B5EF4-FFF2-40B4-BE49-F238E27FC236}">
                <a16:creationId xmlns:a16="http://schemas.microsoft.com/office/drawing/2014/main" id="{86F0014C-0B0A-6039-F7E0-8AA00318793A}"/>
              </a:ext>
            </a:extLst>
          </p:cNvPr>
          <p:cNvSpPr>
            <a:spLocks noChangeArrowheads="1"/>
          </p:cNvSpPr>
          <p:nvPr/>
        </p:nvSpPr>
        <p:spPr bwMode="auto">
          <a:xfrm>
            <a:off x="3209925" y="84138"/>
            <a:ext cx="714375" cy="21272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lIns="46038" tIns="0" rIns="46038" bIns="0" anchor="b">
            <a:spAutoFit/>
          </a:bodyPr>
          <a:lstStyle>
            <a:lvl1pPr defTabSz="1316038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549275" defTabSz="1316038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096963" defTabSz="1316038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46238" defTabSz="1316038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193925" defTabSz="1316038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651125" defTabSz="1316038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3108325" defTabSz="1316038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565525" defTabSz="1316038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4022725" defTabSz="1316038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algn="ctr"/>
            <a:r>
              <a:rPr lang="en-US" altLang="en-US" sz="1400" b="1">
                <a:solidFill>
                  <a:schemeClr val="accent2"/>
                </a:solidFill>
                <a:effectLst>
                  <a:outerShdw blurRad="38100" dist="38100" dir="2700000" algn="tl">
                    <a:srgbClr val="C0C0C0"/>
                  </a:outerShdw>
                </a:effectLst>
              </a:rPr>
              <a:t>FILLER</a:t>
            </a:r>
          </a:p>
        </p:txBody>
      </p:sp>
      <p:sp>
        <p:nvSpPr>
          <p:cNvPr id="7172" name="Rectangle 4">
            <a:extLst>
              <a:ext uri="{FF2B5EF4-FFF2-40B4-BE49-F238E27FC236}">
                <a16:creationId xmlns:a16="http://schemas.microsoft.com/office/drawing/2014/main" id="{C53AF6FD-6307-ADE4-1717-EAD10AEF5562}"/>
              </a:ext>
            </a:extLst>
          </p:cNvPr>
          <p:cNvSpPr>
            <a:spLocks noChangeArrowheads="1"/>
          </p:cNvSpPr>
          <p:nvPr/>
        </p:nvSpPr>
        <p:spPr bwMode="auto">
          <a:xfrm>
            <a:off x="3281363" y="292100"/>
            <a:ext cx="498475" cy="495300"/>
          </a:xfrm>
          <a:prstGeom prst="rect">
            <a:avLst/>
          </a:prstGeom>
          <a:solidFill>
            <a:srgbClr val="ECFFEC"/>
          </a:solidFill>
          <a:ln w="25400">
            <a:solidFill>
              <a:srgbClr val="000000"/>
            </a:solidFill>
            <a:miter lim="800000"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lIns="111125" tIns="55563" rIns="111125" bIns="55563" anchor="ctr"/>
          <a:lstStyle>
            <a:lvl1pPr defTabSz="1316038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549275" defTabSz="1316038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096963" defTabSz="1316038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46238" defTabSz="1316038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193925" defTabSz="1316038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651125" defTabSz="1316038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3108325" defTabSz="1316038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565525" defTabSz="1316038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4022725" defTabSz="1316038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algn="ctr"/>
            <a:r>
              <a:rPr lang="en-US" altLang="en-US" sz="1800" b="1">
                <a:solidFill>
                  <a:srgbClr val="00CC00"/>
                </a:solidFill>
                <a:effectLst>
                  <a:outerShdw blurRad="38100" dist="38100" dir="2700000" algn="tl">
                    <a:srgbClr val="000000"/>
                  </a:outerShdw>
                </a:effectLst>
              </a:rPr>
              <a:t>0</a:t>
            </a:r>
          </a:p>
        </p:txBody>
      </p:sp>
      <p:sp>
        <p:nvSpPr>
          <p:cNvPr id="7173" name="Rectangle 5">
            <a:extLst>
              <a:ext uri="{FF2B5EF4-FFF2-40B4-BE49-F238E27FC236}">
                <a16:creationId xmlns:a16="http://schemas.microsoft.com/office/drawing/2014/main" id="{3EADBDB8-2B3D-3A24-99EF-5774A822ED9C}"/>
              </a:ext>
            </a:extLst>
          </p:cNvPr>
          <p:cNvSpPr>
            <a:spLocks noChangeArrowheads="1"/>
          </p:cNvSpPr>
          <p:nvPr/>
        </p:nvSpPr>
        <p:spPr bwMode="auto">
          <a:xfrm>
            <a:off x="3186113" y="823913"/>
            <a:ext cx="1062037" cy="30321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lIns="111125" tIns="55563" rIns="111125" bIns="55563">
            <a:spAutoFit/>
          </a:bodyPr>
          <a:lstStyle>
            <a:lvl1pPr defTabSz="1316038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549275" defTabSz="1316038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096963" defTabSz="1316038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46238" defTabSz="1316038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193925" defTabSz="1316038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651125" defTabSz="1316038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3108325" defTabSz="1316038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565525" defTabSz="1316038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4022725" defTabSz="1316038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algn="ctr">
              <a:lnSpc>
                <a:spcPct val="90000"/>
              </a:lnSpc>
            </a:pPr>
            <a:r>
              <a:rPr lang="en-US" altLang="en-US" sz="1400" b="1">
                <a:solidFill>
                  <a:srgbClr val="CC0000"/>
                </a:solidFill>
              </a:rPr>
              <a:t>EndOfFile</a:t>
            </a:r>
          </a:p>
        </p:txBody>
      </p:sp>
      <p:sp>
        <p:nvSpPr>
          <p:cNvPr id="7174" name="Rectangle 6">
            <a:extLst>
              <a:ext uri="{FF2B5EF4-FFF2-40B4-BE49-F238E27FC236}">
                <a16:creationId xmlns:a16="http://schemas.microsoft.com/office/drawing/2014/main" id="{BF08AFBC-87CC-2130-A6A5-64C821752D33}"/>
              </a:ext>
            </a:extLst>
          </p:cNvPr>
          <p:cNvSpPr>
            <a:spLocks noChangeArrowheads="1"/>
          </p:cNvSpPr>
          <p:nvPr/>
        </p:nvSpPr>
        <p:spPr bwMode="auto">
          <a:xfrm>
            <a:off x="153988" y="1462088"/>
            <a:ext cx="3252787" cy="1774825"/>
          </a:xfrm>
          <a:prstGeom prst="rect">
            <a:avLst/>
          </a:prstGeom>
          <a:solidFill>
            <a:srgbClr val="ECFFEC"/>
          </a:solidFill>
          <a:ln w="12700">
            <a:solidFill>
              <a:schemeClr val="tx1"/>
            </a:solidFill>
            <a:miter lim="800000"/>
            <a:headEnd/>
            <a:tailEnd/>
          </a:ln>
          <a:effectLst>
            <a:outerShdw dist="107763" dir="2700000" algn="ctr" rotWithShape="0">
              <a:schemeClr val="bg2">
                <a:alpha val="50000"/>
              </a:schemeClr>
            </a:outerShdw>
          </a:effectLst>
        </p:spPr>
        <p:txBody>
          <a:bodyPr wrap="none" lIns="111125" tIns="55563" rIns="111125" bIns="55563">
            <a:spAutoFit/>
          </a:bodyPr>
          <a:lstStyle>
            <a:lvl1pPr defTabSz="1260475">
              <a:tabLst>
                <a:tab pos="685800" algn="l"/>
                <a:tab pos="1371600" algn="l"/>
              </a:tabLs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549275" defTabSz="1260475">
              <a:tabLst>
                <a:tab pos="685800" algn="l"/>
                <a:tab pos="1371600" algn="l"/>
              </a:tabLs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096963" defTabSz="1260475">
              <a:tabLst>
                <a:tab pos="685800" algn="l"/>
                <a:tab pos="1371600" algn="l"/>
              </a:tabLs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46238" defTabSz="1260475">
              <a:tabLst>
                <a:tab pos="685800" algn="l"/>
                <a:tab pos="1371600" algn="l"/>
              </a:tabLs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193925" defTabSz="1260475">
              <a:tabLst>
                <a:tab pos="685800" algn="l"/>
                <a:tab pos="1371600" algn="l"/>
              </a:tabLs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651125" defTabSz="1260475" fontAlgn="base">
              <a:spcBef>
                <a:spcPct val="0"/>
              </a:spcBef>
              <a:spcAft>
                <a:spcPct val="0"/>
              </a:spcAft>
              <a:tabLst>
                <a:tab pos="685800" algn="l"/>
                <a:tab pos="1371600" algn="l"/>
              </a:tabLs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3108325" defTabSz="1260475" fontAlgn="base">
              <a:spcBef>
                <a:spcPct val="0"/>
              </a:spcBef>
              <a:spcAft>
                <a:spcPct val="0"/>
              </a:spcAft>
              <a:tabLst>
                <a:tab pos="685800" algn="l"/>
                <a:tab pos="1371600" algn="l"/>
              </a:tabLs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565525" defTabSz="1260475" fontAlgn="base">
              <a:spcBef>
                <a:spcPct val="0"/>
              </a:spcBef>
              <a:spcAft>
                <a:spcPct val="0"/>
              </a:spcAft>
              <a:tabLst>
                <a:tab pos="685800" algn="l"/>
                <a:tab pos="1371600" algn="l"/>
              </a:tabLs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4022725" defTabSz="1260475" fontAlgn="base">
              <a:spcBef>
                <a:spcPct val="0"/>
              </a:spcBef>
              <a:spcAft>
                <a:spcPct val="0"/>
              </a:spcAft>
              <a:tabLst>
                <a:tab pos="685800" algn="l"/>
                <a:tab pos="1371600" algn="l"/>
              </a:tabLs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>
              <a:lnSpc>
                <a:spcPct val="90000"/>
              </a:lnSpc>
            </a:pPr>
            <a:r>
              <a:rPr lang="en-US" altLang="en-US" sz="1200" b="1">
                <a:solidFill>
                  <a:srgbClr val="000000"/>
                </a:solidFill>
                <a:latin typeface="Courier New" panose="02070309020205020404" pitchFamily="49" charset="0"/>
              </a:rPr>
              <a:t>READ InFile</a:t>
            </a:r>
          </a:p>
          <a:p>
            <a:pPr>
              <a:lnSpc>
                <a:spcPct val="90000"/>
              </a:lnSpc>
            </a:pPr>
            <a:r>
              <a:rPr lang="en-US" altLang="en-US" sz="1200" b="1">
                <a:solidFill>
                  <a:srgbClr val="000000"/>
                </a:solidFill>
                <a:latin typeface="Courier New" panose="02070309020205020404" pitchFamily="49" charset="0"/>
              </a:rPr>
              <a:t>  </a:t>
            </a:r>
            <a:r>
              <a:rPr lang="en-US" altLang="en-US" sz="1200" b="1">
                <a:latin typeface="Courier New" panose="02070309020205020404" pitchFamily="49" charset="0"/>
              </a:rPr>
              <a:t>AT END SET EndOfFile TO TRUE</a:t>
            </a:r>
            <a:endParaRPr lang="en-US" altLang="en-US" sz="1200" b="1">
              <a:solidFill>
                <a:srgbClr val="000000"/>
              </a:solidFill>
              <a:latin typeface="Courier New" panose="02070309020205020404" pitchFamily="49" charset="0"/>
            </a:endParaRPr>
          </a:p>
          <a:p>
            <a:pPr>
              <a:lnSpc>
                <a:spcPct val="90000"/>
              </a:lnSpc>
            </a:pPr>
            <a:r>
              <a:rPr lang="en-US" altLang="en-US" sz="1200" b="1">
                <a:solidFill>
                  <a:srgbClr val="000000"/>
                </a:solidFill>
                <a:latin typeface="Courier New" panose="02070309020205020404" pitchFamily="49" charset="0"/>
              </a:rPr>
              <a:t>END-READ</a:t>
            </a:r>
          </a:p>
          <a:p>
            <a:pPr>
              <a:lnSpc>
                <a:spcPct val="90000"/>
              </a:lnSpc>
            </a:pPr>
            <a:r>
              <a:rPr lang="en-US" altLang="en-US" sz="1200" b="1">
                <a:solidFill>
                  <a:srgbClr val="000000"/>
                </a:solidFill>
                <a:latin typeface="Courier New" panose="02070309020205020404" pitchFamily="49" charset="0"/>
              </a:rPr>
              <a:t>PERFORM UNTIL EndOfFile</a:t>
            </a:r>
          </a:p>
          <a:p>
            <a:pPr>
              <a:lnSpc>
                <a:spcPct val="90000"/>
              </a:lnSpc>
            </a:pPr>
            <a:r>
              <a:rPr lang="en-US" altLang="en-US" sz="1200" b="1">
                <a:solidFill>
                  <a:srgbClr val="000000"/>
                </a:solidFill>
                <a:latin typeface="Courier New" panose="02070309020205020404" pitchFamily="49" charset="0"/>
              </a:rPr>
              <a:t>   </a:t>
            </a:r>
            <a:r>
              <a:rPr lang="en-US" altLang="en-US" sz="1200" b="1">
                <a:latin typeface="Courier New" panose="02070309020205020404" pitchFamily="49" charset="0"/>
              </a:rPr>
              <a:t>Statements</a:t>
            </a:r>
            <a:endParaRPr lang="en-US" altLang="en-US" sz="1200" b="1">
              <a:solidFill>
                <a:srgbClr val="000000"/>
              </a:solidFill>
              <a:latin typeface="Courier New" panose="02070309020205020404" pitchFamily="49" charset="0"/>
            </a:endParaRPr>
          </a:p>
          <a:p>
            <a:pPr>
              <a:lnSpc>
                <a:spcPct val="90000"/>
              </a:lnSpc>
            </a:pPr>
            <a:r>
              <a:rPr lang="en-US" altLang="en-US" sz="1200" b="1">
                <a:solidFill>
                  <a:srgbClr val="000000"/>
                </a:solidFill>
                <a:latin typeface="Courier New" panose="02070309020205020404" pitchFamily="49" charset="0"/>
              </a:rPr>
              <a:t>   READ InFile</a:t>
            </a:r>
          </a:p>
          <a:p>
            <a:pPr>
              <a:lnSpc>
                <a:spcPct val="90000"/>
              </a:lnSpc>
            </a:pPr>
            <a:r>
              <a:rPr lang="en-US" altLang="en-US" sz="1200" b="1">
                <a:solidFill>
                  <a:srgbClr val="000000"/>
                </a:solidFill>
                <a:latin typeface="Courier New" panose="02070309020205020404" pitchFamily="49" charset="0"/>
              </a:rPr>
              <a:t>     </a:t>
            </a:r>
            <a:r>
              <a:rPr lang="en-US" altLang="en-US" sz="1200" b="1">
                <a:latin typeface="Courier New" panose="02070309020205020404" pitchFamily="49" charset="0"/>
              </a:rPr>
              <a:t>AT END SET EndOfFile TO TRUE</a:t>
            </a:r>
            <a:endParaRPr lang="en-US" altLang="en-US" sz="1200" b="1">
              <a:solidFill>
                <a:srgbClr val="000000"/>
              </a:solidFill>
              <a:latin typeface="Courier New" panose="02070309020205020404" pitchFamily="49" charset="0"/>
            </a:endParaRPr>
          </a:p>
          <a:p>
            <a:pPr>
              <a:lnSpc>
                <a:spcPct val="90000"/>
              </a:lnSpc>
            </a:pPr>
            <a:r>
              <a:rPr lang="en-US" altLang="en-US" sz="1200" b="1">
                <a:solidFill>
                  <a:srgbClr val="000000"/>
                </a:solidFill>
                <a:latin typeface="Courier New" panose="02070309020205020404" pitchFamily="49" charset="0"/>
              </a:rPr>
              <a:t>   END-READ</a:t>
            </a:r>
          </a:p>
          <a:p>
            <a:pPr>
              <a:lnSpc>
                <a:spcPct val="90000"/>
              </a:lnSpc>
            </a:pPr>
            <a:r>
              <a:rPr lang="en-US" altLang="en-US" sz="1200" b="1">
                <a:solidFill>
                  <a:srgbClr val="000000"/>
                </a:solidFill>
                <a:latin typeface="Courier New" panose="02070309020205020404" pitchFamily="49" charset="0"/>
              </a:rPr>
              <a:t>END-PERFORM</a:t>
            </a:r>
          </a:p>
          <a:p>
            <a:pPr>
              <a:lnSpc>
                <a:spcPct val="90000"/>
              </a:lnSpc>
            </a:pPr>
            <a:r>
              <a:rPr lang="en-US" altLang="en-US" sz="1200" b="1">
                <a:solidFill>
                  <a:srgbClr val="00CC00"/>
                </a:solidFill>
                <a:effectLst>
                  <a:outerShdw blurRad="38100" dist="38100" dir="2700000" algn="tl">
                    <a:srgbClr val="000000"/>
                  </a:outerShdw>
                </a:effectLst>
                <a:latin typeface="Courier New" panose="02070309020205020404" pitchFamily="49" charset="0"/>
              </a:rPr>
              <a:t>SET NotEndOfFile TO TRUE</a:t>
            </a:r>
          </a:p>
        </p:txBody>
      </p:sp>
      <p:sp>
        <p:nvSpPr>
          <p:cNvPr id="7175" name="Rectangle 7">
            <a:extLst>
              <a:ext uri="{FF2B5EF4-FFF2-40B4-BE49-F238E27FC236}">
                <a16:creationId xmlns:a16="http://schemas.microsoft.com/office/drawing/2014/main" id="{40584068-6401-625F-2C3C-A4B5A269DA34}"/>
              </a:ext>
            </a:extLst>
          </p:cNvPr>
          <p:cNvSpPr>
            <a:spLocks noChangeArrowheads="1"/>
          </p:cNvSpPr>
          <p:nvPr/>
        </p:nvSpPr>
        <p:spPr bwMode="auto">
          <a:xfrm>
            <a:off x="3194050" y="1033463"/>
            <a:ext cx="1357313" cy="30321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lIns="111125" tIns="55563" rIns="111125" bIns="55563">
            <a:spAutoFit/>
          </a:bodyPr>
          <a:lstStyle>
            <a:lvl1pPr defTabSz="1316038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549275" defTabSz="1316038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096963" defTabSz="1316038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46238" defTabSz="1316038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193925" defTabSz="1316038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651125" defTabSz="1316038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3108325" defTabSz="1316038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565525" defTabSz="1316038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4022725" defTabSz="1316038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algn="ctr">
              <a:lnSpc>
                <a:spcPct val="90000"/>
              </a:lnSpc>
            </a:pPr>
            <a:r>
              <a:rPr lang="en-US" altLang="en-US" sz="1400" b="1">
                <a:solidFill>
                  <a:srgbClr val="00CC00"/>
                </a:solidFill>
                <a:effectLst>
                  <a:outerShdw blurRad="38100" dist="38100" dir="2700000" algn="tl">
                    <a:srgbClr val="C0C0C0"/>
                  </a:outerShdw>
                </a:effectLst>
              </a:rPr>
              <a:t>NotEndOfFile</a:t>
            </a:r>
          </a:p>
        </p:txBody>
      </p:sp>
      <p:sp>
        <p:nvSpPr>
          <p:cNvPr id="7176" name="Arc 8">
            <a:extLst>
              <a:ext uri="{FF2B5EF4-FFF2-40B4-BE49-F238E27FC236}">
                <a16:creationId xmlns:a16="http://schemas.microsoft.com/office/drawing/2014/main" id="{08B8C504-0C78-91B4-5D6B-84E8754C22F4}"/>
              </a:ext>
            </a:extLst>
          </p:cNvPr>
          <p:cNvSpPr>
            <a:spLocks/>
          </p:cNvSpPr>
          <p:nvPr/>
        </p:nvSpPr>
        <p:spPr bwMode="auto">
          <a:xfrm>
            <a:off x="2744788" y="542925"/>
            <a:ext cx="750887" cy="228600"/>
          </a:xfrm>
          <a:custGeom>
            <a:avLst/>
            <a:gdLst>
              <a:gd name="G0" fmla="+- 8126 0 0"/>
              <a:gd name="G1" fmla="+- 0 0 0"/>
              <a:gd name="G2" fmla="+- 21600 0 0"/>
              <a:gd name="T0" fmla="*/ 28996 w 28996"/>
              <a:gd name="T1" fmla="*/ 5568 h 21600"/>
              <a:gd name="T2" fmla="*/ 0 w 28996"/>
              <a:gd name="T3" fmla="*/ 20013 h 21600"/>
              <a:gd name="T4" fmla="*/ 8126 w 28996"/>
              <a:gd name="T5" fmla="*/ 0 h 21600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</a:cxnLst>
            <a:rect l="0" t="0" r="r" b="b"/>
            <a:pathLst>
              <a:path w="28996" h="21600" fill="none" extrusionOk="0">
                <a:moveTo>
                  <a:pt x="28996" y="5568"/>
                </a:moveTo>
                <a:cubicBezTo>
                  <a:pt x="26473" y="15022"/>
                  <a:pt x="17910" y="21599"/>
                  <a:pt x="8126" y="21599"/>
                </a:cubicBezTo>
                <a:cubicBezTo>
                  <a:pt x="5340" y="21599"/>
                  <a:pt x="2580" y="21061"/>
                  <a:pt x="-1" y="20013"/>
                </a:cubicBezTo>
              </a:path>
              <a:path w="28996" h="21600" stroke="0" extrusionOk="0">
                <a:moveTo>
                  <a:pt x="28996" y="5568"/>
                </a:moveTo>
                <a:cubicBezTo>
                  <a:pt x="26473" y="15022"/>
                  <a:pt x="17910" y="21599"/>
                  <a:pt x="8126" y="21599"/>
                </a:cubicBezTo>
                <a:cubicBezTo>
                  <a:pt x="5340" y="21599"/>
                  <a:pt x="2580" y="21061"/>
                  <a:pt x="-1" y="20013"/>
                </a:cubicBezTo>
                <a:lnTo>
                  <a:pt x="8126" y="0"/>
                </a:lnTo>
                <a:close/>
              </a:path>
            </a:pathLst>
          </a:custGeom>
          <a:noFill/>
          <a:ln w="12700" cap="rnd">
            <a:solidFill>
              <a:schemeClr val="tx1"/>
            </a:solidFill>
            <a:round/>
            <a:headEnd type="stealth" w="med" len="med"/>
            <a:tailEnd type="none" w="sm" len="sm"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7177" name="AutoShape 9">
            <a:extLst>
              <a:ext uri="{FF2B5EF4-FFF2-40B4-BE49-F238E27FC236}">
                <a16:creationId xmlns:a16="http://schemas.microsoft.com/office/drawing/2014/main" id="{82EDC1E2-536A-3B42-F22A-159FA5F4F8B8}"/>
              </a:ext>
            </a:extLst>
          </p:cNvPr>
          <p:cNvSpPr>
            <a:spLocks noChangeArrowheads="1"/>
          </p:cNvSpPr>
          <p:nvPr/>
        </p:nvSpPr>
        <p:spPr bwMode="auto">
          <a:xfrm flipH="1">
            <a:off x="3187700" y="1471613"/>
            <a:ext cx="1281113" cy="1045104"/>
          </a:xfrm>
          <a:prstGeom prst="wedgeRoundRectCallout">
            <a:avLst>
              <a:gd name="adj1" fmla="val -50000"/>
              <a:gd name="adj2" fmla="val 66667"/>
              <a:gd name="adj3" fmla="val 16667"/>
            </a:avLst>
          </a:prstGeom>
          <a:solidFill>
            <a:srgbClr val="FFFFC9"/>
          </a:solidFill>
          <a:ln w="12700">
            <a:solidFill>
              <a:schemeClr val="tx1"/>
            </a:solidFill>
            <a:miter lim="800000"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lIns="0" tIns="0" rIns="0" bIns="0">
            <a:spAutoFit/>
          </a:bodyPr>
          <a:lstStyle/>
          <a:p>
            <a:pPr algn="ctr"/>
            <a:r>
              <a:rPr lang="en-US" altLang="en-US" sz="1000"/>
              <a:t>Although we can’t set a Condition Name to false we can achieve the same effect by using the arrangement shown. </a:t>
            </a:r>
          </a:p>
        </p:txBody>
      </p:sp>
      <p:sp>
        <p:nvSpPr>
          <p:cNvPr id="7178" name="AutoShape 10">
            <a:extLst>
              <a:ext uri="{FF2B5EF4-FFF2-40B4-BE49-F238E27FC236}">
                <a16:creationId xmlns:a16="http://schemas.microsoft.com/office/drawing/2014/main" id="{EFD2DDF1-F638-A7B9-27FF-742F4319140F}"/>
              </a:ext>
            </a:extLst>
          </p:cNvPr>
          <p:cNvSpPr>
            <a:spLocks noChangeArrowheads="1"/>
          </p:cNvSpPr>
          <p:nvPr/>
        </p:nvSpPr>
        <p:spPr bwMode="auto">
          <a:xfrm flipH="1">
            <a:off x="3189288" y="1490663"/>
            <a:ext cx="1281112" cy="1219729"/>
          </a:xfrm>
          <a:prstGeom prst="wedgeRoundRectCallout">
            <a:avLst>
              <a:gd name="adj1" fmla="val -50000"/>
              <a:gd name="adj2" fmla="val 66667"/>
              <a:gd name="adj3" fmla="val 16667"/>
            </a:avLst>
          </a:prstGeom>
          <a:solidFill>
            <a:srgbClr val="FFFFC9"/>
          </a:solidFill>
          <a:ln w="12700">
            <a:solidFill>
              <a:schemeClr val="tx1"/>
            </a:solidFill>
            <a:miter lim="800000"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lIns="0" tIns="0" rIns="0" bIns="0">
            <a:spAutoFit/>
          </a:bodyPr>
          <a:lstStyle/>
          <a:p>
            <a:pPr algn="ctr"/>
            <a:r>
              <a:rPr lang="en-US" altLang="en-US" sz="1000"/>
              <a:t>When NotEndOfFile is set to TRUE it forces the condition value 0 into the data-item and this has the effect of unsetting EndOfFile. </a:t>
            </a:r>
          </a:p>
        </p:txBody>
      </p:sp>
      <p:sp>
        <p:nvSpPr>
          <p:cNvPr id="7179" name="AutoShape 11">
            <a:extLst>
              <a:ext uri="{FF2B5EF4-FFF2-40B4-BE49-F238E27FC236}">
                <a16:creationId xmlns:a16="http://schemas.microsoft.com/office/drawing/2014/main" id="{EE659A70-2D31-9E58-2CD1-1CF0F6673708}"/>
              </a:ext>
            </a:extLst>
          </p:cNvPr>
          <p:cNvSpPr>
            <a:spLocks noChangeArrowheads="1"/>
          </p:cNvSpPr>
          <p:nvPr/>
        </p:nvSpPr>
        <p:spPr bwMode="auto">
          <a:xfrm>
            <a:off x="15875" y="3044825"/>
            <a:ext cx="234950" cy="101600"/>
          </a:xfrm>
          <a:prstGeom prst="rightArrow">
            <a:avLst>
              <a:gd name="adj1" fmla="val 50000"/>
              <a:gd name="adj2" fmla="val 115636"/>
            </a:avLst>
          </a:prstGeom>
          <a:solidFill>
            <a:srgbClr val="CC0000"/>
          </a:solidFill>
          <a:ln w="12700">
            <a:solidFill>
              <a:schemeClr val="tx1"/>
            </a:solidFill>
            <a:miter lim="800000"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en-US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 nodeType="clickPar">
                      <p:stCondLst>
                        <p:cond delay="indefinite"/>
                      </p:stCondLst>
                      <p:childTnLst>
                        <p:par>
                          <p:cTn id="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717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  <p:subTnLst>
                                    <p:set>
                                      <p:cBhvr override="childStyle">
                                        <p:cTn dur="1" fill="hold" display="0" masterRel="nextClick" afterEffect="1"/>
                                        <p:tgtEl>
                                          <p:spTgt spid="717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sub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 nodeType="clickPar">
                      <p:stCondLst>
                        <p:cond delay="indefinite"/>
                      </p:stCondLst>
                      <p:childTnLst>
                        <p:par>
                          <p:cTn id="8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717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  <p:subTnLst>
                                    <p:set>
                                      <p:cBhvr override="childStyle">
                                        <p:cTn dur="1" fill="hold" display="0" masterRel="nextClick" afterEffect="1"/>
                                        <p:tgtEl>
                                          <p:spTgt spid="717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sub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177" grpId="0" animBg="1" autoUpdateAnimBg="0"/>
      <p:bldP spid="7178" grpId="0" animBg="1" autoUpdateAnimBg="0"/>
    </p:bldLst>
  </p:timing>
</p:sld>
</file>

<file path=ppt/theme/theme1.xml><?xml version="1.0" encoding="utf-8"?>
<a:theme xmlns:a="http://schemas.openxmlformats.org/drawingml/2006/main" name="Blank Presentation">
  <a:themeElements>
    <a:clrScheme name="Blank Presentation 1">
      <a:dk1>
        <a:srgbClr val="000000"/>
      </a:dk1>
      <a:lt1>
        <a:srgbClr val="FFFFFF"/>
      </a:lt1>
      <a:dk2>
        <a:srgbClr val="000000"/>
      </a:dk2>
      <a:lt2>
        <a:srgbClr val="969696"/>
      </a:lt2>
      <a:accent1>
        <a:srgbClr val="00CC99"/>
      </a:accent1>
      <a:accent2>
        <a:srgbClr val="3333CC"/>
      </a:accent2>
      <a:accent3>
        <a:srgbClr val="FFFFFF"/>
      </a:accent3>
      <a:accent4>
        <a:srgbClr val="000000"/>
      </a:accent4>
      <a:accent5>
        <a:srgbClr val="AAE2CA"/>
      </a:accent5>
      <a:accent6>
        <a:srgbClr val="2D2DB9"/>
      </a:accent6>
      <a:hlink>
        <a:srgbClr val="CCCCFF"/>
      </a:hlink>
      <a:folHlink>
        <a:srgbClr val="B2B2B2"/>
      </a:folHlink>
    </a:clrScheme>
    <a:fontScheme name="Blank Presentation">
      <a:majorFont>
        <a:latin typeface="Times New Roman"/>
        <a:ea typeface=""/>
        <a:cs typeface=""/>
      </a:majorFont>
      <a:minorFont>
        <a:latin typeface="Times New Roman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 bwMode="auto">
        <a:xfrm>
          <a:off x="0" y="0"/>
          <a:ext cx="1" cy="1"/>
        </a:xfrm>
        <a:custGeom>
          <a:avLst/>
          <a:gdLst/>
          <a:ahLst/>
          <a:cxnLst/>
          <a:rect l="0" t="0" r="0" b="0"/>
          <a:pathLst/>
        </a:custGeom>
        <a:solidFill>
          <a:schemeClr val="accent1"/>
        </a:solidFill>
        <a:ln w="12700" cap="flat" cmpd="sng" algn="ctr">
          <a:solidFill>
            <a:schemeClr val="tx1"/>
          </a:solidFill>
          <a:prstDash val="solid"/>
          <a:round/>
          <a:headEnd type="none" w="sm" len="sm"/>
          <a:tailEnd type="none" w="sm" len="sm"/>
        </a:ln>
        <a:effectLst/>
        <a:extLst>
          <a:ext uri="{AF507438-7753-43E0-B8FC-AC1667EBCBE1}">
            <a14:hiddenEffects xmlns:a14="http://schemas.microsoft.com/office/drawing/2010/main">
              <a:effectLst>
                <a:outerShdw dist="35921" dir="2700000" algn="ctr" rotWithShape="0">
                  <a:schemeClr val="bg2"/>
                </a:outerShdw>
              </a:effectLst>
            </a14:hiddenEffects>
          </a:ext>
        </a:extLst>
      </a:spPr>
      <a:bodyPr vert="horz" wrap="square" lIns="91440" tIns="45720" rIns="91440" bIns="45720" numCol="1" anchor="t" anchorCtr="0" compatLnSpc="1">
        <a:prstTxWarp prst="textNoShape">
          <a:avLst/>
        </a:prstTxWarp>
      </a:bodyPr>
      <a:lstStyle>
        <a:defPPr marL="0" marR="0" indent="0" algn="l" defTabSz="914400" rtl="0" eaLnBrk="0" fontAlgn="base" latinLnBrk="0" hangingPunct="0">
          <a:lnSpc>
            <a:spcPct val="100000"/>
          </a:lnSpc>
          <a:spcBef>
            <a:spcPct val="0"/>
          </a:spcBef>
          <a:spcAft>
            <a:spcPct val="0"/>
          </a:spcAft>
          <a:buClrTx/>
          <a:buSzTx/>
          <a:buFontTx/>
          <a:buNone/>
          <a:tabLst/>
          <a:defRPr kumimoji="0" lang="en-US" altLang="en-US" sz="2400" b="0" i="0" u="none" strike="noStrike" cap="none" normalizeH="0" baseline="0" smtClean="0">
            <a:ln>
              <a:noFill/>
            </a:ln>
            <a:solidFill>
              <a:schemeClr val="tx1"/>
            </a:solidFill>
            <a:effectLst/>
            <a:latin typeface="Times New Roman" panose="02020603050405020304" pitchFamily="18" charset="0"/>
          </a:defRPr>
        </a:defPPr>
      </a:lstStyle>
    </a:spDef>
    <a:lnDef>
      <a:spPr bwMode="auto">
        <a:xfrm>
          <a:off x="0" y="0"/>
          <a:ext cx="1" cy="1"/>
        </a:xfrm>
        <a:custGeom>
          <a:avLst/>
          <a:gdLst/>
          <a:ahLst/>
          <a:cxnLst/>
          <a:rect l="0" t="0" r="0" b="0"/>
          <a:pathLst/>
        </a:custGeom>
        <a:solidFill>
          <a:schemeClr val="accent1"/>
        </a:solidFill>
        <a:ln w="12700" cap="flat" cmpd="sng" algn="ctr">
          <a:solidFill>
            <a:schemeClr val="tx1"/>
          </a:solidFill>
          <a:prstDash val="solid"/>
          <a:round/>
          <a:headEnd type="none" w="sm" len="sm"/>
          <a:tailEnd type="none" w="sm" len="sm"/>
        </a:ln>
        <a:effectLst/>
        <a:extLst>
          <a:ext uri="{AF507438-7753-43E0-B8FC-AC1667EBCBE1}">
            <a14:hiddenEffects xmlns:a14="http://schemas.microsoft.com/office/drawing/2010/main">
              <a:effectLst>
                <a:outerShdw dist="35921" dir="2700000" algn="ctr" rotWithShape="0">
                  <a:schemeClr val="bg2"/>
                </a:outerShdw>
              </a:effectLst>
            </a14:hiddenEffects>
          </a:ext>
        </a:extLst>
      </a:spPr>
      <a:bodyPr vert="horz" wrap="square" lIns="91440" tIns="45720" rIns="91440" bIns="45720" numCol="1" anchor="t" anchorCtr="0" compatLnSpc="1">
        <a:prstTxWarp prst="textNoShape">
          <a:avLst/>
        </a:prstTxWarp>
      </a:bodyPr>
      <a:lstStyle>
        <a:defPPr marL="0" marR="0" indent="0" algn="l" defTabSz="914400" rtl="0" eaLnBrk="0" fontAlgn="base" latinLnBrk="0" hangingPunct="0">
          <a:lnSpc>
            <a:spcPct val="100000"/>
          </a:lnSpc>
          <a:spcBef>
            <a:spcPct val="0"/>
          </a:spcBef>
          <a:spcAft>
            <a:spcPct val="0"/>
          </a:spcAft>
          <a:buClrTx/>
          <a:buSzTx/>
          <a:buFontTx/>
          <a:buNone/>
          <a:tabLst/>
          <a:defRPr kumimoji="0" lang="en-US" altLang="en-US" sz="2400" b="0" i="0" u="none" strike="noStrike" cap="none" normalizeH="0" baseline="0" smtClean="0">
            <a:ln>
              <a:noFill/>
            </a:ln>
            <a:solidFill>
              <a:schemeClr val="tx1"/>
            </a:solidFill>
            <a:effectLst/>
            <a:latin typeface="Times New Roman" panose="02020603050405020304" pitchFamily="18" charset="0"/>
          </a:defRPr>
        </a:defPPr>
      </a:lstStyle>
    </a:lnDef>
  </a:objectDefaults>
  <a:extraClrSchemeLst>
    <a:extraClrScheme>
      <a:clrScheme name="Blank Presentation 1">
        <a:dk1>
          <a:srgbClr val="000000"/>
        </a:dk1>
        <a:lt1>
          <a:srgbClr val="FFFFFF"/>
        </a:lt1>
        <a:dk2>
          <a:srgbClr val="000000"/>
        </a:dk2>
        <a:lt2>
          <a:srgbClr val="969696"/>
        </a:lt2>
        <a:accent1>
          <a:srgbClr val="00CC99"/>
        </a:accent1>
        <a:accent2>
          <a:srgbClr val="3333CC"/>
        </a:accent2>
        <a:accent3>
          <a:srgbClr val="FFFFFF"/>
        </a:accent3>
        <a:accent4>
          <a:srgbClr val="000000"/>
        </a:accent4>
        <a:accent5>
          <a:srgbClr val="AAE2CA"/>
        </a:accent5>
        <a:accent6>
          <a:srgbClr val="2D2DB9"/>
        </a:accent6>
        <a:hlink>
          <a:srgbClr val="CCCCFF"/>
        </a:hlink>
        <a:folHlink>
          <a:srgbClr val="B2B2B2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Blank Presentation 2">
        <a:dk1>
          <a:srgbClr val="000000"/>
        </a:dk1>
        <a:lt1>
          <a:srgbClr val="FFFFFF"/>
        </a:lt1>
        <a:dk2>
          <a:srgbClr val="0000FF"/>
        </a:dk2>
        <a:lt2>
          <a:srgbClr val="FFFF00"/>
        </a:lt2>
        <a:accent1>
          <a:srgbClr val="FF9900"/>
        </a:accent1>
        <a:accent2>
          <a:srgbClr val="00FFFF"/>
        </a:accent2>
        <a:accent3>
          <a:srgbClr val="AAAAFF"/>
        </a:accent3>
        <a:accent4>
          <a:srgbClr val="DADADA"/>
        </a:accent4>
        <a:accent5>
          <a:srgbClr val="FFCAAA"/>
        </a:accent5>
        <a:accent6>
          <a:srgbClr val="00E7E7"/>
        </a:accent6>
        <a:hlink>
          <a:srgbClr val="FF0033"/>
        </a:hlink>
        <a:folHlink>
          <a:srgbClr val="969696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Blank Presentation 3">
        <a:dk1>
          <a:srgbClr val="000000"/>
        </a:dk1>
        <a:lt1>
          <a:srgbClr val="FFFFCC"/>
        </a:lt1>
        <a:dk2>
          <a:srgbClr val="999933"/>
        </a:dk2>
        <a:lt2>
          <a:srgbClr val="808000"/>
        </a:lt2>
        <a:accent1>
          <a:srgbClr val="339933"/>
        </a:accent1>
        <a:accent2>
          <a:srgbClr val="800000"/>
        </a:accent2>
        <a:accent3>
          <a:srgbClr val="FFFFE2"/>
        </a:accent3>
        <a:accent4>
          <a:srgbClr val="000000"/>
        </a:accent4>
        <a:accent5>
          <a:srgbClr val="ADCAAD"/>
        </a:accent5>
        <a:accent6>
          <a:srgbClr val="730000"/>
        </a:accent6>
        <a:hlink>
          <a:srgbClr val="0033CC"/>
        </a:hlink>
        <a:folHlink>
          <a:srgbClr val="FFCC66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Blank Presentation 4">
        <a:dk1>
          <a:srgbClr val="000000"/>
        </a:dk1>
        <a:lt1>
          <a:srgbClr val="FFFFFF"/>
        </a:lt1>
        <a:dk2>
          <a:srgbClr val="000000"/>
        </a:dk2>
        <a:lt2>
          <a:srgbClr val="393939"/>
        </a:lt2>
        <a:accent1>
          <a:srgbClr val="CBCBCB"/>
        </a:accent1>
        <a:accent2>
          <a:srgbClr val="868686"/>
        </a:accent2>
        <a:accent3>
          <a:srgbClr val="FFFFFF"/>
        </a:accent3>
        <a:accent4>
          <a:srgbClr val="000000"/>
        </a:accent4>
        <a:accent5>
          <a:srgbClr val="E2E2E2"/>
        </a:accent5>
        <a:accent6>
          <a:srgbClr val="797979"/>
        </a:accent6>
        <a:hlink>
          <a:srgbClr val="4D4D4D"/>
        </a:hlink>
        <a:folHlink>
          <a:srgbClr val="EAEAEA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Blank Presentation 5">
        <a:dk1>
          <a:srgbClr val="000000"/>
        </a:dk1>
        <a:lt1>
          <a:srgbClr val="FFFFFF"/>
        </a:lt1>
        <a:dk2>
          <a:srgbClr val="000000"/>
        </a:dk2>
        <a:lt2>
          <a:srgbClr val="9F9F9F"/>
        </a:lt2>
        <a:accent1>
          <a:srgbClr val="FFCC66"/>
        </a:accent1>
        <a:accent2>
          <a:srgbClr val="0000FF"/>
        </a:accent2>
        <a:accent3>
          <a:srgbClr val="FFFFFF"/>
        </a:accent3>
        <a:accent4>
          <a:srgbClr val="000000"/>
        </a:accent4>
        <a:accent5>
          <a:srgbClr val="FFE2B8"/>
        </a:accent5>
        <a:accent6>
          <a:srgbClr val="0000E7"/>
        </a:accent6>
        <a:hlink>
          <a:srgbClr val="CC00CC"/>
        </a:hlink>
        <a:folHlink>
          <a:srgbClr val="C0C0C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Blank Presentation 6">
        <a:dk1>
          <a:srgbClr val="000000"/>
        </a:dk1>
        <a:lt1>
          <a:srgbClr val="FFFFFF"/>
        </a:lt1>
        <a:dk2>
          <a:srgbClr val="000000"/>
        </a:dk2>
        <a:lt2>
          <a:srgbClr val="868686"/>
        </a:lt2>
        <a:accent1>
          <a:srgbClr val="CBCBCB"/>
        </a:accent1>
        <a:accent2>
          <a:srgbClr val="0066FF"/>
        </a:accent2>
        <a:accent3>
          <a:srgbClr val="FFFFFF"/>
        </a:accent3>
        <a:accent4>
          <a:srgbClr val="000000"/>
        </a:accent4>
        <a:accent5>
          <a:srgbClr val="E2E2E2"/>
        </a:accent5>
        <a:accent6>
          <a:srgbClr val="005CE7"/>
        </a:accent6>
        <a:hlink>
          <a:srgbClr val="FF0033"/>
        </a:hlink>
        <a:folHlink>
          <a:srgbClr val="0099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Blank Presentation 7">
        <a:dk1>
          <a:srgbClr val="000000"/>
        </a:dk1>
        <a:lt1>
          <a:srgbClr val="FFFFFF"/>
        </a:lt1>
        <a:dk2>
          <a:srgbClr val="000000"/>
        </a:dk2>
        <a:lt2>
          <a:srgbClr val="969696"/>
        </a:lt2>
        <a:accent1>
          <a:srgbClr val="3399FF"/>
        </a:accent1>
        <a:accent2>
          <a:srgbClr val="99FFCC"/>
        </a:accent2>
        <a:accent3>
          <a:srgbClr val="FFFFFF"/>
        </a:accent3>
        <a:accent4>
          <a:srgbClr val="000000"/>
        </a:accent4>
        <a:accent5>
          <a:srgbClr val="ADCAFF"/>
        </a:accent5>
        <a:accent6>
          <a:srgbClr val="8AE7B9"/>
        </a:accent6>
        <a:hlink>
          <a:srgbClr val="CC00CC"/>
        </a:hlink>
        <a:folHlink>
          <a:srgbClr val="B2B2B2"/>
        </a:folHlink>
      </a:clrScheme>
      <a:clrMap bg1="lt1" tx1="dk1" bg2="lt2" tx2="dk2" accent1="accent1" accent2="accent2" accent3="accent3" accent4="accent4" accent5="accent5" accent6="accent6" hlink="hlink" folHlink="folHlink"/>
    </a:extraClrScheme>
  </a:extraClrSchemeLst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Theme">
  <a:themeElements>
    <a:clrScheme name="">
      <a:dk1>
        <a:srgbClr val="000000"/>
      </a:dk1>
      <a:lt1>
        <a:srgbClr val="FFFFFF"/>
      </a:lt1>
      <a:dk2>
        <a:srgbClr val="000000"/>
      </a:dk2>
      <a:lt2>
        <a:srgbClr val="808080"/>
      </a:lt2>
      <a:accent1>
        <a:srgbClr val="BBE0E3"/>
      </a:accent1>
      <a:accent2>
        <a:srgbClr val="333399"/>
      </a:accent2>
      <a:accent3>
        <a:srgbClr val="FFFFFF"/>
      </a:accent3>
      <a:accent4>
        <a:srgbClr val="000000"/>
      </a:accent4>
      <a:accent5>
        <a:srgbClr val="DAEDEF"/>
      </a:accent5>
      <a:accent6>
        <a:srgbClr val="2D2D8A"/>
      </a:accent6>
      <a:hlink>
        <a:srgbClr val="009999"/>
      </a:hlink>
      <a:folHlink>
        <a:srgbClr val="99CC00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D:\program files\microsoft office\Templates\Blank Presentation.pot</Template>
  <TotalTime>70</TotalTime>
  <Words>537</Words>
  <Application>Microsoft Office PowerPoint</Application>
  <PresentationFormat>Custom</PresentationFormat>
  <Paragraphs>97</Paragraphs>
  <Slides>6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6</vt:i4>
      </vt:variant>
    </vt:vector>
  </HeadingPairs>
  <TitlesOfParts>
    <vt:vector size="10" baseType="lpstr">
      <vt:lpstr>Arial</vt:lpstr>
      <vt:lpstr>Times New Roman</vt:lpstr>
      <vt:lpstr>Courier New</vt:lpstr>
      <vt:lpstr>Blank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No Slide Title</dc:title>
  <dc:creator>Michael Coughlan</dc:creator>
  <cp:lastModifiedBy>Sean McBride</cp:lastModifiedBy>
  <cp:revision>4</cp:revision>
  <dcterms:created xsi:type="dcterms:W3CDTF">1995-06-17T23:31:02Z</dcterms:created>
  <dcterms:modified xsi:type="dcterms:W3CDTF">2026-05-13T01:06:45Z</dcterms:modified>
</cp:coreProperties>
</file>