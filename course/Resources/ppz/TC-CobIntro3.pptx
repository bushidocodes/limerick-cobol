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57D7C7-E67F-40BA-9764-FD791E31B3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71280" y="71280"/>
            <a:ext cx="9001080" cy="67150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54080" y="154080"/>
            <a:ext cx="6400800" cy="618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Sequence-Program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Calc-Result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ACCEPT Num1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ACCEPT Num2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MULTIPLY Num1 BY Num2 GIVING Result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DISPLAY "Result is = ", Result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189840" y="1832040"/>
            <a:ext cx="2643120" cy="3263760"/>
          </a:xfrm>
          <a:prstGeom prst="rect">
            <a:avLst/>
          </a:prstGeom>
          <a:solidFill>
            <a:srgbClr val="FFFFC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Right .. At last!!</a:t>
            </a:r>
            <a:br>
              <a:rPr sz="18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It’s not enough to know what statements are needed.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We must make sure that the computer executes them in the right order.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ALGORITHMS </dc:title>
</cp:coreProperties>
</file>