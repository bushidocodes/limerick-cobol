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67" r:id="rId2"/>
    <p:sldId id="268" r:id="rId3"/>
    <p:sldId id="269" r:id="rId4"/>
    <p:sldId id="270" r:id="rId5"/>
    <p:sldId id="271" r:id="rId6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b="1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CF0E30"/>
    <a:srgbClr val="00279F"/>
    <a:srgbClr val="037C03"/>
    <a:srgbClr val="FFFF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-866" y="-609"/>
      </p:cViewPr>
      <p:guideLst>
        <p:guide orient="horz" pos="2160"/>
        <p:guide pos="2880"/>
      </p:guideLst>
    </p:cSldViewPr>
  </p:slide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3D2E3AF3-6A77-6967-7CB4-66C317AFCE3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sz="1000" b="0" i="1">
                <a:effectLst/>
              </a:defRPr>
            </a:lvl1pPr>
          </a:lstStyle>
          <a:p>
            <a:endParaRPr lang="en-US" alt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032781F5-8991-DD80-759A-850002270FBC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sz="1000" b="0" i="1">
                <a:effectLst/>
              </a:defRPr>
            </a:lvl1pPr>
          </a:lstStyle>
          <a:p>
            <a:endParaRPr lang="en-US" alt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5696B205-900C-2CAE-B471-5C3CA8EC93C1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sz="1000" b="0" i="1">
                <a:effectLst/>
              </a:defRPr>
            </a:lvl1pPr>
          </a:lstStyle>
          <a:p>
            <a:endParaRPr lang="en-US" altLang="en-US"/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A8D4CDC6-FD52-EC83-F756-9299FE9945BC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sz="1000" b="0" i="1">
                <a:effectLst/>
              </a:defRPr>
            </a:lvl1pPr>
          </a:lstStyle>
          <a:p>
            <a:fld id="{DAFA0389-32FF-4ACC-94F0-642BF4EA743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68C832FE-2218-D9EF-5D6D-7DE2ACA531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9588" y="8707438"/>
            <a:ext cx="758825" cy="25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7313" tIns="44450" rIns="87313" bIns="44450">
            <a:spAutoFit/>
          </a:bodyPr>
          <a:lstStyle>
            <a:lvl1pPr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34975"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68363"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03338"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736725"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193925" defTabSz="86836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651125" defTabSz="86836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108325" defTabSz="86836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565525" defTabSz="86836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altLang="en-US" sz="1200" b="0">
                <a:effectLst/>
              </a:rPr>
              <a:t>Page </a:t>
            </a:r>
            <a:fld id="{CED5C1BE-CB05-49B3-87ED-32B7863132FA}" type="slidenum">
              <a:rPr lang="en-US" altLang="en-US" sz="1200" b="0">
                <a:effectLst/>
              </a:rPr>
              <a:pPr algn="ctr">
                <a:lnSpc>
                  <a:spcPct val="90000"/>
                </a:lnSpc>
              </a:pPr>
              <a:t>‹#›</a:t>
            </a:fld>
            <a:endParaRPr lang="en-US" altLang="en-US" sz="1200" b="0">
              <a:effectLst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5E642303-8EBA-93D9-0151-81DD500643A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defTabSz="762000">
              <a:defRPr sz="1000" b="0" i="1">
                <a:effectLst/>
                <a:latin typeface="Times New Roman" panose="02020603050405020304" pitchFamily="18" charset="0"/>
              </a:defRPr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A3C0A12-33A7-3C72-D18C-7AB00DF7FCFE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 defTabSz="762000">
              <a:defRPr sz="1000" b="0" i="1">
                <a:effectLst/>
                <a:latin typeface="Times New Roman" panose="02020603050405020304" pitchFamily="18" charset="0"/>
              </a:defRPr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C0F6AD6E-3C7B-E21B-E471-BB007B0D4EC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defTabSz="762000">
              <a:defRPr sz="1000" b="0" i="1">
                <a:effectLst/>
                <a:latin typeface="Times New Roman" panose="02020603050405020304" pitchFamily="18" charset="0"/>
              </a:defRPr>
            </a:lvl1pPr>
          </a:lstStyle>
          <a:p>
            <a:endParaRPr lang="en-US" altLang="en-US"/>
          </a:p>
        </p:txBody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ECE8066A-D9B3-32B5-E028-DE2E4F26AD5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 defTabSz="762000">
              <a:defRPr sz="1000" b="0" i="1">
                <a:effectLst/>
                <a:latin typeface="Times New Roman" panose="02020603050405020304" pitchFamily="18" charset="0"/>
              </a:defRPr>
            </a:lvl1pPr>
          </a:lstStyle>
          <a:p>
            <a:fld id="{7D7F271C-5720-4931-81C0-DC189AA148A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C4FF1763-5189-7456-BB43-66B5425E698B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4988"/>
            <a:ext cx="5029200" cy="3849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Body Text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B973DEF5-89BB-1D44-AF2D-02423D956E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9588" y="8707438"/>
            <a:ext cx="758825" cy="25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7313" tIns="44450" rIns="87313" bIns="44450">
            <a:spAutoFit/>
          </a:bodyPr>
          <a:lstStyle>
            <a:lvl1pPr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34975"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68363"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03338"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736725" defTabSz="86836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193925" defTabSz="86836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651125" defTabSz="86836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108325" defTabSz="86836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565525" defTabSz="86836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90000"/>
              </a:lnSpc>
            </a:pPr>
            <a:r>
              <a:rPr lang="en-US" altLang="en-US" sz="1200" b="0">
                <a:effectLst/>
              </a:rPr>
              <a:t>Page </a:t>
            </a:r>
            <a:fld id="{1BA799ED-D9E7-4BA0-926D-C2F7373A2E44}" type="slidenum">
              <a:rPr lang="en-US" altLang="en-US" sz="1200" b="0">
                <a:effectLst/>
              </a:rPr>
              <a:pPr algn="ctr">
                <a:lnSpc>
                  <a:spcPct val="90000"/>
                </a:lnSpc>
              </a:pPr>
              <a:t>‹#›</a:t>
            </a:fld>
            <a:endParaRPr lang="en-US" altLang="en-US" sz="1200" b="0">
              <a:effectLst/>
            </a:endParaRPr>
          </a:p>
        </p:txBody>
      </p:sp>
      <p:sp>
        <p:nvSpPr>
          <p:cNvPr id="2056" name="Rectangle 8">
            <a:extLst>
              <a:ext uri="{FF2B5EF4-FFF2-40B4-BE49-F238E27FC236}">
                <a16:creationId xmlns:a16="http://schemas.microsoft.com/office/drawing/2014/main" id="{33FDBA51-DA1B-39C7-5870-61A3786FA5A9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149350" y="692150"/>
            <a:ext cx="4559300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>
            <a:extLst>
              <a:ext uri="{FF2B5EF4-FFF2-40B4-BE49-F238E27FC236}">
                <a16:creationId xmlns:a16="http://schemas.microsoft.com/office/drawing/2014/main" id="{051BFE6E-C238-E325-3D30-C7B46C87D79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8F14B27-9CE5-4529-BA19-1C663D462ABE}" type="slidenum">
              <a:rPr lang="en-US" altLang="en-US"/>
              <a:pPr/>
              <a:t>1</a:t>
            </a:fld>
            <a:endParaRPr lang="en-US" altLang="en-US"/>
          </a:p>
        </p:txBody>
      </p:sp>
      <p:sp>
        <p:nvSpPr>
          <p:cNvPr id="5122" name="Rectangle 2">
            <a:extLst>
              <a:ext uri="{FF2B5EF4-FFF2-40B4-BE49-F238E27FC236}">
                <a16:creationId xmlns:a16="http://schemas.microsoft.com/office/drawing/2014/main" id="{B3B270C7-06DC-0DD6-5272-180DBB87F2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04B4A5D2-DF06-0547-373E-6C09B5FF3C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9050" tIns="0" rIns="19050" bIns="0" anchor="b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/>
            <a:r>
              <a:rPr lang="en-US" altLang="en-US" sz="1000" b="0" i="1">
                <a:effectLst/>
                <a:latin typeface="Times New Roman" panose="02020603050405020304" pitchFamily="18" charset="0"/>
              </a:rPr>
              <a:t>12</a:t>
            </a:r>
          </a:p>
        </p:txBody>
      </p:sp>
      <p:sp>
        <p:nvSpPr>
          <p:cNvPr id="5124" name="Rectangle 4">
            <a:extLst>
              <a:ext uri="{FF2B5EF4-FFF2-40B4-BE49-F238E27FC236}">
                <a16:creationId xmlns:a16="http://schemas.microsoft.com/office/drawing/2014/main" id="{2789EBC4-2CA0-47A7-9DDA-8590CAC183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5" name="Rectangle 5">
            <a:extLst>
              <a:ext uri="{FF2B5EF4-FFF2-40B4-BE49-F238E27FC236}">
                <a16:creationId xmlns:a16="http://schemas.microsoft.com/office/drawing/2014/main" id="{D3AECB72-42A0-8723-E27B-AAC0219713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22280200-3D93-27E5-5A17-EC833B1333A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endParaRPr lang="en-US" altLang="en-US"/>
          </a:p>
        </p:txBody>
      </p:sp>
      <p:sp>
        <p:nvSpPr>
          <p:cNvPr id="5127" name="Rectangle 7">
            <a:extLst>
              <a:ext uri="{FF2B5EF4-FFF2-40B4-BE49-F238E27FC236}">
                <a16:creationId xmlns:a16="http://schemas.microsoft.com/office/drawing/2014/main" id="{627754CE-0E4E-406A-1CD4-8B0E603C9234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 cap="flat"/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>
            <a:extLst>
              <a:ext uri="{FF2B5EF4-FFF2-40B4-BE49-F238E27FC236}">
                <a16:creationId xmlns:a16="http://schemas.microsoft.com/office/drawing/2014/main" id="{45A73E0D-BAF3-1B24-7920-E315877629A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27AECC9-0969-42C8-A611-1E84B2977B9A}" type="slidenum">
              <a:rPr lang="en-US" altLang="en-US"/>
              <a:pPr/>
              <a:t>2</a:t>
            </a:fld>
            <a:endParaRPr lang="en-US" altLang="en-US"/>
          </a:p>
        </p:txBody>
      </p:sp>
      <p:sp>
        <p:nvSpPr>
          <p:cNvPr id="7170" name="Rectangle 2">
            <a:extLst>
              <a:ext uri="{FF2B5EF4-FFF2-40B4-BE49-F238E27FC236}">
                <a16:creationId xmlns:a16="http://schemas.microsoft.com/office/drawing/2014/main" id="{82D15DE9-8E39-1BB7-7A5A-6F4EF411E5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E2240DFE-2DCD-ECBB-E248-6FC297F61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9050" tIns="0" rIns="19050" bIns="0" anchor="b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/>
            <a:r>
              <a:rPr lang="en-US" altLang="en-US" sz="1000" b="0" i="1">
                <a:effectLst/>
                <a:latin typeface="Times New Roman" panose="02020603050405020304" pitchFamily="18" charset="0"/>
              </a:rPr>
              <a:t>13</a:t>
            </a:r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E4BAD84E-CCB8-E1F8-E555-03B76A2806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3" name="Rectangle 5">
            <a:extLst>
              <a:ext uri="{FF2B5EF4-FFF2-40B4-BE49-F238E27FC236}">
                <a16:creationId xmlns:a16="http://schemas.microsoft.com/office/drawing/2014/main" id="{8946DEED-4331-597A-55F9-1105B1260C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D859BCE1-0BFC-6A3E-A248-738555D6B44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endParaRPr lang="en-US" altLang="en-US"/>
          </a:p>
        </p:txBody>
      </p:sp>
      <p:sp>
        <p:nvSpPr>
          <p:cNvPr id="7175" name="Rectangle 7">
            <a:extLst>
              <a:ext uri="{FF2B5EF4-FFF2-40B4-BE49-F238E27FC236}">
                <a16:creationId xmlns:a16="http://schemas.microsoft.com/office/drawing/2014/main" id="{1FF51F1F-E2EA-1D99-0C8C-21CB257B239C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 cap="flat"/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>
            <a:extLst>
              <a:ext uri="{FF2B5EF4-FFF2-40B4-BE49-F238E27FC236}">
                <a16:creationId xmlns:a16="http://schemas.microsoft.com/office/drawing/2014/main" id="{AE0B4066-34C2-AB5C-9FB1-F3F54DACBF6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A128E3E-8A62-4D11-8770-646365937EE8}" type="slidenum">
              <a:rPr lang="en-US" altLang="en-US"/>
              <a:pPr/>
              <a:t>3</a:t>
            </a:fld>
            <a:endParaRPr lang="en-US" altLang="en-US"/>
          </a:p>
        </p:txBody>
      </p:sp>
      <p:sp>
        <p:nvSpPr>
          <p:cNvPr id="9218" name="Rectangle 2">
            <a:extLst>
              <a:ext uri="{FF2B5EF4-FFF2-40B4-BE49-F238E27FC236}">
                <a16:creationId xmlns:a16="http://schemas.microsoft.com/office/drawing/2014/main" id="{66D5283D-790C-F8EA-9835-C92398F5FA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89FA1B1C-AFDF-0B52-6D59-67FD3E90AA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9050" tIns="0" rIns="19050" bIns="0" anchor="b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/>
            <a:r>
              <a:rPr lang="en-US" altLang="en-US" sz="1000" b="0" i="1">
                <a:effectLst/>
                <a:latin typeface="Times New Roman" panose="02020603050405020304" pitchFamily="18" charset="0"/>
              </a:rPr>
              <a:t>14</a:t>
            </a:r>
          </a:p>
        </p:txBody>
      </p:sp>
      <p:sp>
        <p:nvSpPr>
          <p:cNvPr id="9220" name="Rectangle 4">
            <a:extLst>
              <a:ext uri="{FF2B5EF4-FFF2-40B4-BE49-F238E27FC236}">
                <a16:creationId xmlns:a16="http://schemas.microsoft.com/office/drawing/2014/main" id="{6B0E6350-56FC-F76F-CDB2-07607ECA64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21" name="Rectangle 5">
            <a:extLst>
              <a:ext uri="{FF2B5EF4-FFF2-40B4-BE49-F238E27FC236}">
                <a16:creationId xmlns:a16="http://schemas.microsoft.com/office/drawing/2014/main" id="{BD4F01D3-91F6-80FC-403E-03C311427E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22" name="Rectangle 6">
            <a:extLst>
              <a:ext uri="{FF2B5EF4-FFF2-40B4-BE49-F238E27FC236}">
                <a16:creationId xmlns:a16="http://schemas.microsoft.com/office/drawing/2014/main" id="{5B964E47-914E-0ED6-01E4-31937F8E106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endParaRPr lang="en-US" altLang="en-US"/>
          </a:p>
        </p:txBody>
      </p:sp>
      <p:sp>
        <p:nvSpPr>
          <p:cNvPr id="9223" name="Rectangle 7">
            <a:extLst>
              <a:ext uri="{FF2B5EF4-FFF2-40B4-BE49-F238E27FC236}">
                <a16:creationId xmlns:a16="http://schemas.microsoft.com/office/drawing/2014/main" id="{AD90B8CE-9C1E-B302-EF9A-A21C08D7C137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 cap="flat"/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>
            <a:extLst>
              <a:ext uri="{FF2B5EF4-FFF2-40B4-BE49-F238E27FC236}">
                <a16:creationId xmlns:a16="http://schemas.microsoft.com/office/drawing/2014/main" id="{328CD7EA-09C5-7F2B-B857-C70F8B0CBD5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EDABF98-4F5B-4780-8AC7-13470EF24202}" type="slidenum">
              <a:rPr lang="en-US" altLang="en-US"/>
              <a:pPr/>
              <a:t>4</a:t>
            </a:fld>
            <a:endParaRPr lang="en-US" altLang="en-US"/>
          </a:p>
        </p:txBody>
      </p:sp>
      <p:sp>
        <p:nvSpPr>
          <p:cNvPr id="11266" name="Rectangle 2">
            <a:extLst>
              <a:ext uri="{FF2B5EF4-FFF2-40B4-BE49-F238E27FC236}">
                <a16:creationId xmlns:a16="http://schemas.microsoft.com/office/drawing/2014/main" id="{C88CD86E-EC7A-6677-CB36-B21AB33D70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AA7C5188-6380-7AE6-2C90-3B41A565D9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9050" tIns="0" rIns="19050" bIns="0" anchor="b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/>
            <a:r>
              <a:rPr lang="en-US" altLang="en-US" sz="1000" b="0" i="1">
                <a:effectLst/>
                <a:latin typeface="Times New Roman" panose="02020603050405020304" pitchFamily="18" charset="0"/>
              </a:rPr>
              <a:t>15</a:t>
            </a:r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6FB26571-1B79-BAFE-CF94-94CA6403B6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CF0AA295-F51F-C9A0-15FF-FFB266D4C3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0" name="Rectangle 6">
            <a:extLst>
              <a:ext uri="{FF2B5EF4-FFF2-40B4-BE49-F238E27FC236}">
                <a16:creationId xmlns:a16="http://schemas.microsoft.com/office/drawing/2014/main" id="{940770AB-AAEF-6126-1BF9-6C581053542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endParaRPr lang="en-US" altLang="en-US"/>
          </a:p>
        </p:txBody>
      </p:sp>
      <p:sp>
        <p:nvSpPr>
          <p:cNvPr id="11271" name="Rectangle 7">
            <a:extLst>
              <a:ext uri="{FF2B5EF4-FFF2-40B4-BE49-F238E27FC236}">
                <a16:creationId xmlns:a16="http://schemas.microsoft.com/office/drawing/2014/main" id="{ED2A60A7-53B1-7A6E-FD21-CD183E0351D2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 cap="flat"/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>
            <a:extLst>
              <a:ext uri="{FF2B5EF4-FFF2-40B4-BE49-F238E27FC236}">
                <a16:creationId xmlns:a16="http://schemas.microsoft.com/office/drawing/2014/main" id="{32B802AC-AC85-F2DD-D0CA-50C11B19FC2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47172F6-226E-4D4F-B2C2-3C043DCFF4F8}" type="slidenum">
              <a:rPr lang="en-US" altLang="en-US"/>
              <a:pPr/>
              <a:t>5</a:t>
            </a:fld>
            <a:endParaRPr lang="en-US" altLang="en-US"/>
          </a:p>
        </p:txBody>
      </p:sp>
      <p:sp>
        <p:nvSpPr>
          <p:cNvPr id="13314" name="Rectangle 2">
            <a:extLst>
              <a:ext uri="{FF2B5EF4-FFF2-40B4-BE49-F238E27FC236}">
                <a16:creationId xmlns:a16="http://schemas.microsoft.com/office/drawing/2014/main" id="{3F765BAE-94F0-A2F4-E7BE-426F5BCF7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315" name="Rectangle 3">
            <a:extLst>
              <a:ext uri="{FF2B5EF4-FFF2-40B4-BE49-F238E27FC236}">
                <a16:creationId xmlns:a16="http://schemas.microsoft.com/office/drawing/2014/main" id="{216DA9DA-2EC8-4FE4-FCCC-10E8766A73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9050" tIns="0" rIns="19050" bIns="0" anchor="b"/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/>
            <a:r>
              <a:rPr lang="en-US" altLang="en-US" sz="1000" b="0" i="1">
                <a:effectLst/>
                <a:latin typeface="Times New Roman" panose="02020603050405020304" pitchFamily="18" charset="0"/>
              </a:rPr>
              <a:t>16</a:t>
            </a:r>
          </a:p>
        </p:txBody>
      </p:sp>
      <p:sp>
        <p:nvSpPr>
          <p:cNvPr id="13316" name="Rectangle 4">
            <a:extLst>
              <a:ext uri="{FF2B5EF4-FFF2-40B4-BE49-F238E27FC236}">
                <a16:creationId xmlns:a16="http://schemas.microsoft.com/office/drawing/2014/main" id="{B6A067ED-A0C6-91B5-59B7-15498D2F36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05850"/>
            <a:ext cx="2971800" cy="42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317" name="Rectangle 5">
            <a:extLst>
              <a:ext uri="{FF2B5EF4-FFF2-40B4-BE49-F238E27FC236}">
                <a16:creationId xmlns:a16="http://schemas.microsoft.com/office/drawing/2014/main" id="{FE7EE4BC-C25A-D87C-FF0C-3AACC0B06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938"/>
            <a:ext cx="2971800" cy="428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318" name="Rectangle 6">
            <a:extLst>
              <a:ext uri="{FF2B5EF4-FFF2-40B4-BE49-F238E27FC236}">
                <a16:creationId xmlns:a16="http://schemas.microsoft.com/office/drawing/2014/main" id="{E524532D-376F-27BF-B284-9BB5987D00C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endParaRPr lang="en-US" altLang="en-US"/>
          </a:p>
        </p:txBody>
      </p:sp>
      <p:sp>
        <p:nvSpPr>
          <p:cNvPr id="13319" name="Rectangle 7">
            <a:extLst>
              <a:ext uri="{FF2B5EF4-FFF2-40B4-BE49-F238E27FC236}">
                <a16:creationId xmlns:a16="http://schemas.microsoft.com/office/drawing/2014/main" id="{0A881A2A-5253-8D27-69FC-CAE61686C26C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 cap="flat"/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207D1-32FD-89D8-0458-69CF955F9E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82E545-EBFA-3F3B-6CC7-E1B68721AA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45683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14370-BCD5-3426-4E44-08D4D653F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39D35-A6FA-D1B3-A61F-2875E1E8B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85761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FB05F-D3C4-D3B4-8F2B-B223DE819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1284CB-95A0-EBC2-7CB7-5C6F3F1524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8135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EA558-7125-1242-9961-363802E00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ACA4B-EB07-00AF-BF99-9A30028115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FD8260-720B-92E3-EBB5-54EC58B7DC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30933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8E2CA-7233-1207-17CB-175E9B785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DC263A-10BF-2362-E426-F657FC1E13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08BEA5-AB18-F6E4-0697-0A2388DE1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EA52E8-A30D-72C8-CF12-F60D332D20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203152-EE08-8BC2-F0D0-13A2C7435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3266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65B97-41B2-3730-EFA6-FEA87EB48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9288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929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46080-47D9-4DE8-F3FE-D2A4047E8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42A33-148B-AE0C-DF3C-AE1DB32B7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E07EF7-FB09-F291-648B-26CDECCE36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2513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03A65-8413-B455-C952-13953DD2D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AD780D-F8A8-1EC1-150F-AA1A51682F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550CC5-A251-E68F-3C44-C1680C713C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469045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2A6BF-2412-12F3-9947-921C66D40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CC6B32-B6E5-A25F-D769-CFBA0EBF36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32768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169585-0E2A-20ED-2595-1A3443E3E7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754775-8945-A0A2-7DF4-A08A7A6CBB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70081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3B3BAA83-48C6-5BE7-7060-AA18511F2F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88" y="77788"/>
            <a:ext cx="8988425" cy="6702425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 kern="1200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panose="020B060402020202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panose="020B060402020202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panose="020B060402020202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panose="020B0604020202020204" pitchFamily="34" charset="0"/>
        </a:defRPr>
      </a:lvl5pPr>
      <a:lvl6pPr marL="457200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panose="020B0604020202020204" pitchFamily="34" charset="0"/>
        </a:defRPr>
      </a:lvl6pPr>
      <a:lvl7pPr marL="914400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panose="020B0604020202020204" pitchFamily="34" charset="0"/>
        </a:defRPr>
      </a:lvl7pPr>
      <a:lvl8pPr marL="1371600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panose="020B0604020202020204" pitchFamily="34" charset="0"/>
        </a:defRPr>
      </a:lvl8pPr>
      <a:lvl9pPr marL="1828800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28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panose="020B0604020202020204" pitchFamily="34" charset="0"/>
        </a:defRPr>
      </a:lvl9pPr>
    </p:titleStyle>
    <p:bodyStyle>
      <a:lvl1pPr marL="381000" indent="-38100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Clr>
          <a:schemeClr val="accent2"/>
        </a:buClr>
        <a:buSzPct val="75000"/>
        <a:buFont typeface="Wingdings" panose="05000000000000000000" pitchFamily="2" charset="2"/>
        <a:buChar char="u"/>
        <a:defRPr sz="2400" b="1" kern="12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n-lt"/>
          <a:ea typeface="+mn-ea"/>
          <a:cs typeface="+mn-cs"/>
        </a:defRPr>
      </a:lvl1pPr>
      <a:lvl2pPr marL="952500" indent="-38100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Clr>
          <a:schemeClr val="hlink"/>
        </a:buClr>
        <a:buSzPct val="65000"/>
        <a:buFont typeface="Monotype Sorts" charset="0"/>
        <a:buChar char="l"/>
        <a:defRPr sz="2400" b="1" kern="12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Times New Roman" panose="02020603050405020304" pitchFamily="18" charset="0"/>
          <a:ea typeface="+mn-ea"/>
          <a:cs typeface="+mn-cs"/>
        </a:defRPr>
      </a:lvl2pPr>
      <a:lvl3pPr marL="1524000" indent="-2857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®"/>
        <a:defRPr sz="2000" b="1" kern="12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Times New Roman" panose="02020603050405020304" pitchFamily="18" charset="0"/>
          <a:ea typeface="+mn-ea"/>
          <a:cs typeface="+mn-cs"/>
        </a:defRPr>
      </a:lvl3pPr>
      <a:lvl4pPr marL="2095500" indent="-285750" algn="l" rtl="0" eaLnBrk="0" fontAlgn="base" hangingPunct="0">
        <a:lnSpc>
          <a:spcPct val="90000"/>
        </a:lnSpc>
        <a:spcBef>
          <a:spcPct val="30000"/>
        </a:spcBef>
        <a:spcAft>
          <a:spcPct val="0"/>
        </a:spcAft>
        <a:buClr>
          <a:srgbClr val="8CF4EA"/>
        </a:buClr>
        <a:buSzPct val="100000"/>
        <a:buFont typeface="Wingdings" panose="05000000000000000000" pitchFamily="2" charset="2"/>
        <a:buChar char="¯"/>
        <a:defRPr b="1" kern="12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Times New Roman" panose="02020603050405020304" pitchFamily="18" charset="0"/>
          <a:ea typeface="+mn-ea"/>
          <a:cs typeface="+mn-cs"/>
        </a:defRPr>
      </a:lvl4pPr>
      <a:lvl5pPr marL="2438400" indent="-228600" algn="l" rtl="0" eaLnBrk="0" fontAlgn="base" hangingPunct="0">
        <a:spcBef>
          <a:spcPct val="20000"/>
        </a:spcBef>
        <a:spcAft>
          <a:spcPct val="0"/>
        </a:spcAft>
        <a:buSzPct val="10000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EB5DBAB0-91C9-C286-3E6F-9CEA8CF973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1950" y="1073150"/>
            <a:ext cx="2197100" cy="2921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76200" tIns="46038" rIns="76200" bIns="46038"/>
          <a:lstStyle/>
          <a:p>
            <a:r>
              <a:rPr lang="en-US" altLang="en-US" sz="1400">
                <a:solidFill>
                  <a:srgbClr val="00279F"/>
                </a:solidFill>
                <a:effectLst/>
              </a:rPr>
              <a:t>Num1  Num2     Result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B2F847A0-DA63-A84D-D738-B7F27990BC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988" y="153988"/>
            <a:ext cx="6400800" cy="618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$ SET SOURCEFORMAT"FREE"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IDENTIFICATION DIVISION.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PROGRAM-ID.  </a:t>
            </a:r>
            <a:r>
              <a:rPr lang="en-US" altLang="en-US" sz="20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Sequence-Program</a:t>
            </a:r>
            <a:r>
              <a:rPr lang="en-US" altLang="en-US" sz="2000">
                <a:solidFill>
                  <a:schemeClr val="accent2"/>
                </a:solidFill>
                <a:effectLst/>
                <a:latin typeface="Courier New" panose="02070309020205020404" pitchFamily="49" charset="0"/>
              </a:rPr>
              <a:t>.</a:t>
            </a:r>
            <a:endParaRPr lang="en-US" altLang="en-US" sz="200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AUTHOR.  Michael Coughlan.</a:t>
            </a:r>
          </a:p>
          <a:p>
            <a:endParaRPr lang="en-US" altLang="en-US" sz="200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DATA DIVISION.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WORKING-STORAGE SECTION.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Num1           PIC 9  VALUE ZEROS.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Num2           PIC 9  VALUE ZEROS.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Result         PIC 99 VALUE ZEROS.</a:t>
            </a:r>
          </a:p>
          <a:p>
            <a:endParaRPr lang="en-US" altLang="en-US" sz="200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PROCEDURE DIVISION.</a:t>
            </a:r>
          </a:p>
          <a:p>
            <a:r>
              <a:rPr lang="en-US" altLang="en-US" sz="20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Calc-Result</a:t>
            </a:r>
            <a:r>
              <a:rPr lang="en-US" altLang="en-US" sz="2000">
                <a:solidFill>
                  <a:schemeClr val="accent2"/>
                </a:solidFill>
                <a:effectLst/>
                <a:latin typeface="Courier New" panose="02070309020205020404" pitchFamily="49" charset="0"/>
              </a:rPr>
              <a:t>.</a:t>
            </a:r>
            <a:endParaRPr lang="en-US" altLang="en-US" sz="200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Num1.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Num2.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MULTIPLY Num1 BY Num2 GIVING Result.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DISPLAY "Result is = ", Result.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STOP RUN.</a:t>
            </a:r>
            <a:endParaRPr lang="en-US" altLang="en-US" sz="2000">
              <a:solidFill>
                <a:srgbClr val="000000"/>
              </a:solidFill>
              <a:effectLst/>
            </a:endParaRPr>
          </a:p>
          <a:p>
            <a:endParaRPr lang="en-US" altLang="en-US" sz="2000">
              <a:solidFill>
                <a:srgbClr val="000000"/>
              </a:solidFill>
              <a:effectLst/>
            </a:endParaRPr>
          </a:p>
          <a:p>
            <a:endParaRPr lang="en-US" altLang="en-US" sz="2000">
              <a:solidFill>
                <a:srgbClr val="000000"/>
              </a:solidFill>
              <a:effectLst/>
            </a:endParaRPr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C1AE7CFC-E4C8-B94A-FA35-B6E1CE437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1950" y="1377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0</a:t>
            </a:r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C47E7B7A-B386-3DC0-2F28-4AAB9C8579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1550" y="1377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0</a:t>
            </a: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</p:txBody>
      </p:sp>
      <p:sp>
        <p:nvSpPr>
          <p:cNvPr id="4102" name="Rectangle 6">
            <a:extLst>
              <a:ext uri="{FF2B5EF4-FFF2-40B4-BE49-F238E27FC236}">
                <a16:creationId xmlns:a16="http://schemas.microsoft.com/office/drawing/2014/main" id="{6E657E17-1599-1DB6-A8DC-B262B8E92C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1377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00</a:t>
            </a:r>
          </a:p>
        </p:txBody>
      </p:sp>
      <p:sp>
        <p:nvSpPr>
          <p:cNvPr id="4103" name="Rectangle 7">
            <a:extLst>
              <a:ext uri="{FF2B5EF4-FFF2-40B4-BE49-F238E27FC236}">
                <a16:creationId xmlns:a16="http://schemas.microsoft.com/office/drawing/2014/main" id="{0BB5D9D6-BF9B-794B-E55B-56644B75B1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1550" y="692150"/>
            <a:ext cx="10541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solidFill>
                  <a:srgbClr val="00279F"/>
                </a:solidFill>
                <a:effectLst/>
              </a:rPr>
              <a:t>D</a:t>
            </a:r>
            <a:r>
              <a:rPr lang="en-US" altLang="en-US" sz="1600">
                <a:solidFill>
                  <a:srgbClr val="00279F"/>
                </a:solidFill>
                <a:effectLst/>
              </a:rPr>
              <a:t>ATA</a:t>
            </a:r>
          </a:p>
        </p:txBody>
      </p:sp>
    </p:spTree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5543F3-0464-4882-B5E9-065F1DD2A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988" y="153988"/>
            <a:ext cx="6400800" cy="6127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$ SET SOURCEFORMAT"FREE"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IDENTIFICATION DIVISION.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PROGRAM-ID.  Sequence-Program.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AUTHOR.  Michael Coughlan.</a:t>
            </a:r>
          </a:p>
          <a:p>
            <a:endParaRPr lang="en-US" altLang="en-US" sz="200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DATA DIVISION.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WORKING-STORAGE SECTION.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Num1           PIC 9  VALUE ZEROS.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Num2           PIC 9  VALUE ZEROS.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Result         PIC 99 VALUE ZEROS.</a:t>
            </a:r>
          </a:p>
          <a:p>
            <a:endParaRPr lang="en-US" altLang="en-US" sz="200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PROCEDURE DIVISION.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Calc-Result.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</a:t>
            </a:r>
            <a:r>
              <a:rPr lang="en-US" altLang="en-US" sz="2000">
                <a:solidFill>
                  <a:srgbClr val="0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20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ACCEPT Num1</a:t>
            </a:r>
            <a:r>
              <a:rPr lang="en-US" altLang="en-US" sz="2000">
                <a:solidFill>
                  <a:schemeClr val="accent2"/>
                </a:solidFill>
                <a:effectLst/>
                <a:latin typeface="Courier New" panose="02070309020205020404" pitchFamily="49" charset="0"/>
              </a:rPr>
              <a:t>.</a:t>
            </a:r>
            <a:endParaRPr lang="en-US" altLang="en-US" sz="200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Num2.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MULTIPLY Num1 BY Num2 GIVING Result.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DISPLAY "Result is = ", Result.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STOP RUN.</a:t>
            </a:r>
            <a:endParaRPr lang="en-US" altLang="en-US" b="0">
              <a:solidFill>
                <a:srgbClr val="000000"/>
              </a:solidFill>
              <a:effectLst/>
            </a:endParaRPr>
          </a:p>
          <a:p>
            <a:endParaRPr lang="en-US" altLang="en-US" b="0">
              <a:solidFill>
                <a:srgbClr val="000000"/>
              </a:solidFill>
              <a:effectLst/>
            </a:endParaRPr>
          </a:p>
          <a:p>
            <a:endParaRPr lang="en-US" altLang="en-US" b="0">
              <a:solidFill>
                <a:srgbClr val="000000"/>
              </a:solidFill>
              <a:effectLst/>
            </a:endParaRP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18CDD7C-29F6-D832-690E-F99350F212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1950" y="1377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 sz="2000">
                <a:solidFill>
                  <a:srgbClr val="CF0E30"/>
                </a:solidFill>
                <a:effectLst/>
              </a:rPr>
              <a:t>9</a:t>
            </a:r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3C675540-9ADF-C95B-B57F-41689CAE27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1550" y="1377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0</a:t>
            </a: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92E0D23F-D8E3-F3DF-B796-C5DDB0D8D9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1377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00</a:t>
            </a:r>
          </a:p>
        </p:txBody>
      </p:sp>
      <p:sp>
        <p:nvSpPr>
          <p:cNvPr id="6150" name="Rectangle 6">
            <a:extLst>
              <a:ext uri="{FF2B5EF4-FFF2-40B4-BE49-F238E27FC236}">
                <a16:creationId xmlns:a16="http://schemas.microsoft.com/office/drawing/2014/main" id="{9663D4B2-B614-D525-3B45-663CF481EE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1950" y="1073150"/>
            <a:ext cx="2197100" cy="2921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6200" tIns="46038" rIns="76200" bIns="46038"/>
          <a:lstStyle/>
          <a:p>
            <a:r>
              <a:rPr lang="en-US" altLang="en-US" sz="1400">
                <a:solidFill>
                  <a:srgbClr val="00279F"/>
                </a:solidFill>
                <a:effectLst/>
              </a:rPr>
              <a:t>Num1  Num2     Result</a:t>
            </a:r>
          </a:p>
        </p:txBody>
      </p:sp>
      <p:sp>
        <p:nvSpPr>
          <p:cNvPr id="6151" name="Rectangle 7">
            <a:extLst>
              <a:ext uri="{FF2B5EF4-FFF2-40B4-BE49-F238E27FC236}">
                <a16:creationId xmlns:a16="http://schemas.microsoft.com/office/drawing/2014/main" id="{173C10E0-F369-D878-AE3D-0FB12E933E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1550" y="692150"/>
            <a:ext cx="10541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solidFill>
                  <a:srgbClr val="00279F"/>
                </a:solidFill>
                <a:effectLst/>
              </a:rPr>
              <a:t>D</a:t>
            </a:r>
            <a:r>
              <a:rPr lang="en-US" altLang="en-US" sz="1600">
                <a:solidFill>
                  <a:srgbClr val="00279F"/>
                </a:solidFill>
                <a:effectLst/>
              </a:rPr>
              <a:t>ATA</a:t>
            </a:r>
          </a:p>
        </p:txBody>
      </p:sp>
    </p:spTree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1A5B6C60-C016-FF80-5C51-5CE31C759A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988" y="153988"/>
            <a:ext cx="6400800" cy="6127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$ SET SOURCEFORMAT"FREE"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IDENTIFICATION DIVISION.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PROGRAM-ID.  Sequence-Program.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AUTHOR.  Michael Coughlan.</a:t>
            </a:r>
          </a:p>
          <a:p>
            <a:endParaRPr lang="en-US" altLang="en-US" sz="200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DATA DIVISION.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WORKING-STORAGE SECTION.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Num1           PIC 9  VALUE ZEROS.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Num2           PIC 9  VALUE ZEROS.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Result         PIC 99 VALUE ZEROS.</a:t>
            </a:r>
          </a:p>
          <a:p>
            <a:endParaRPr lang="en-US" altLang="en-US" sz="200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PROCEDURE DIVISION.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Calc-Result.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Num1.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</a:t>
            </a:r>
            <a:r>
              <a:rPr lang="en-US" altLang="en-US" sz="2000">
                <a:solidFill>
                  <a:srgbClr val="0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20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ACCEPT Num2</a:t>
            </a:r>
            <a:r>
              <a:rPr lang="en-US" altLang="en-US" sz="2000">
                <a:solidFill>
                  <a:schemeClr val="accent2"/>
                </a:solidFill>
                <a:effectLst/>
                <a:latin typeface="Courier New" panose="02070309020205020404" pitchFamily="49" charset="0"/>
              </a:rPr>
              <a:t>.</a:t>
            </a:r>
            <a:endParaRPr lang="en-US" altLang="en-US" sz="200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MULTIPLY Num1 BY Num2 GIVING Result.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DISPLAY "Result is = ", Result.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STOP RUN.</a:t>
            </a:r>
            <a:endParaRPr lang="en-US" altLang="en-US" b="0">
              <a:solidFill>
                <a:srgbClr val="000000"/>
              </a:solidFill>
              <a:effectLst/>
            </a:endParaRPr>
          </a:p>
          <a:p>
            <a:endParaRPr lang="en-US" altLang="en-US" b="0">
              <a:solidFill>
                <a:srgbClr val="000000"/>
              </a:solidFill>
              <a:effectLst/>
            </a:endParaRPr>
          </a:p>
          <a:p>
            <a:endParaRPr lang="en-US" altLang="en-US" b="0">
              <a:solidFill>
                <a:srgbClr val="000000"/>
              </a:solidFill>
              <a:effectLst/>
            </a:endParaRP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AB91D947-662F-515F-D840-D199FD2CF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1950" y="1377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9</a:t>
            </a:r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FBB1337F-CDD8-73EB-8223-188F4735B9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1550" y="1377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 sz="2000">
                <a:solidFill>
                  <a:srgbClr val="CF0E30"/>
                </a:solidFill>
                <a:effectLst/>
              </a:rPr>
              <a:t>5</a:t>
            </a:r>
          </a:p>
        </p:txBody>
      </p:sp>
      <p:sp>
        <p:nvSpPr>
          <p:cNvPr id="8197" name="Rectangle 5">
            <a:extLst>
              <a:ext uri="{FF2B5EF4-FFF2-40B4-BE49-F238E27FC236}">
                <a16:creationId xmlns:a16="http://schemas.microsoft.com/office/drawing/2014/main" id="{3C4EE6D4-A798-4BC7-207E-B1BFB51311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1377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00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6C5079B0-91F8-3BC2-C1F1-CE7E12BAB6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1950" y="1073150"/>
            <a:ext cx="2197100" cy="2921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6200" tIns="46038" rIns="76200" bIns="46038"/>
          <a:lstStyle/>
          <a:p>
            <a:r>
              <a:rPr lang="en-US" altLang="en-US" sz="1400">
                <a:solidFill>
                  <a:srgbClr val="00279F"/>
                </a:solidFill>
                <a:effectLst/>
              </a:rPr>
              <a:t>Num1  Num2     Result</a:t>
            </a:r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D1FD68E4-9902-DBF4-E4AD-7EC3C9FD69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1550" y="692150"/>
            <a:ext cx="10541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solidFill>
                  <a:srgbClr val="00279F"/>
                </a:solidFill>
                <a:effectLst/>
              </a:rPr>
              <a:t>D</a:t>
            </a:r>
            <a:r>
              <a:rPr lang="en-US" altLang="en-US" sz="1600">
                <a:solidFill>
                  <a:srgbClr val="00279F"/>
                </a:solidFill>
                <a:effectLst/>
              </a:rPr>
              <a:t>ATA</a:t>
            </a:r>
          </a:p>
        </p:txBody>
      </p:sp>
    </p:spTree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C00B369B-2030-FAD3-06DF-07782710DB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988" y="153988"/>
            <a:ext cx="6400800" cy="6127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$ SET SOURCEFORMAT"FREE"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IDENTIFICATION DIVISION.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PROGRAM-ID.  Sequence-Program.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AUTHOR.  Michael Coughlan.</a:t>
            </a:r>
          </a:p>
          <a:p>
            <a:endParaRPr lang="en-US" altLang="en-US" sz="200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DATA DIVISION.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WORKING-STORAGE SECTION.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Num1           PIC 9  VALUE ZEROS.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Num2           PIC 9  VALUE ZEROS.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Result         PIC 99 VALUE ZEROS.</a:t>
            </a:r>
          </a:p>
          <a:p>
            <a:endParaRPr lang="en-US" altLang="en-US" sz="200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PROCEDURE DIVISION.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Calc-Result.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Num1.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Num2.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</a:t>
            </a:r>
            <a:r>
              <a:rPr lang="en-US" altLang="en-US" sz="2000">
                <a:solidFill>
                  <a:srgbClr val="0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20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MULTIPLY Num1 BY Num2 GIVING Result</a:t>
            </a:r>
            <a:r>
              <a:rPr lang="en-US" altLang="en-US" sz="2000">
                <a:solidFill>
                  <a:schemeClr val="accent2"/>
                </a:solidFill>
                <a:effectLst/>
                <a:latin typeface="Courier New" panose="02070309020205020404" pitchFamily="49" charset="0"/>
              </a:rPr>
              <a:t>.</a:t>
            </a:r>
            <a:endParaRPr lang="en-US" altLang="en-US" sz="200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DISPLAY "Result is = ", Result.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STOP RUN.</a:t>
            </a:r>
            <a:endParaRPr lang="en-US" altLang="en-US" sz="2000">
              <a:solidFill>
                <a:srgbClr val="000000"/>
              </a:solidFill>
              <a:effectLst/>
            </a:endParaRPr>
          </a:p>
          <a:p>
            <a:endParaRPr lang="en-US" altLang="en-US" b="0">
              <a:solidFill>
                <a:srgbClr val="000000"/>
              </a:solidFill>
              <a:effectLst/>
            </a:endParaRPr>
          </a:p>
          <a:p>
            <a:endParaRPr lang="en-US" altLang="en-US" b="0">
              <a:solidFill>
                <a:srgbClr val="000000"/>
              </a:solidFill>
              <a:effectLst/>
            </a:endParaRPr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B44A7151-DEDC-777F-BB05-3D19022AA3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1950" y="1377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9</a:t>
            </a:r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56729970-C42C-B674-A0C7-A8FC4BEB57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1550" y="1377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5</a:t>
            </a: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C76706C6-3992-2C3E-5289-3CD03E29EA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1377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 sz="2000">
                <a:solidFill>
                  <a:srgbClr val="CF0E30"/>
                </a:solidFill>
                <a:effectLst/>
              </a:rPr>
              <a:t>45</a:t>
            </a:r>
          </a:p>
        </p:txBody>
      </p:sp>
      <p:sp>
        <p:nvSpPr>
          <p:cNvPr id="10246" name="Rectangle 6">
            <a:extLst>
              <a:ext uri="{FF2B5EF4-FFF2-40B4-BE49-F238E27FC236}">
                <a16:creationId xmlns:a16="http://schemas.microsoft.com/office/drawing/2014/main" id="{09AE939F-9749-96B6-FC28-6443E8DDC6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1950" y="1073150"/>
            <a:ext cx="2197100" cy="2921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6200" tIns="46038" rIns="76200" bIns="46038"/>
          <a:lstStyle/>
          <a:p>
            <a:r>
              <a:rPr lang="en-US" altLang="en-US" sz="1400">
                <a:solidFill>
                  <a:srgbClr val="00279F"/>
                </a:solidFill>
                <a:effectLst/>
              </a:rPr>
              <a:t>Num1  Num2     Result</a:t>
            </a:r>
          </a:p>
        </p:txBody>
      </p:sp>
      <p:sp>
        <p:nvSpPr>
          <p:cNvPr id="10247" name="Rectangle 7">
            <a:extLst>
              <a:ext uri="{FF2B5EF4-FFF2-40B4-BE49-F238E27FC236}">
                <a16:creationId xmlns:a16="http://schemas.microsoft.com/office/drawing/2014/main" id="{3EE7C2FE-7441-418D-E2C1-1B5A15A75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1550" y="692150"/>
            <a:ext cx="10541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solidFill>
                  <a:srgbClr val="00279F"/>
                </a:solidFill>
                <a:effectLst/>
              </a:rPr>
              <a:t>D</a:t>
            </a:r>
            <a:r>
              <a:rPr lang="en-US" altLang="en-US" sz="1600">
                <a:solidFill>
                  <a:srgbClr val="00279F"/>
                </a:solidFill>
                <a:effectLst/>
              </a:rPr>
              <a:t>ATA</a:t>
            </a:r>
          </a:p>
        </p:txBody>
      </p:sp>
    </p:spTree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AD6B772F-C816-4303-3F24-FA4858B0A0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988" y="153988"/>
            <a:ext cx="6400800" cy="6127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  $ SET SOURCEFORMAT"FREE"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IDENTIFICATION DIVISION.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PROGRAM-ID.  Sequence-Program.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AUTHOR.  Michael Coughlan.</a:t>
            </a:r>
          </a:p>
          <a:p>
            <a:endParaRPr lang="en-US" altLang="en-US" sz="200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DATA DIVISION.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WORKING-STORAGE SECTION.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Num1           PIC 9  VALUE ZEROS.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Num2           PIC 9  VALUE ZEROS.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01  Result         PIC 99 VALUE ZEROS.</a:t>
            </a:r>
          </a:p>
          <a:p>
            <a:endParaRPr lang="en-US" altLang="en-US" sz="200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PROCEDURE DIVISION.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Calc-Result.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Num1.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ACCEPT Num2.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MULTIPLY Num1 BY Num2 GIVING Result.</a:t>
            </a: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altLang="en-US" sz="2000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DISPLAY "Result is = ", Result</a:t>
            </a:r>
            <a:r>
              <a:rPr lang="en-US" altLang="en-US" sz="2000">
                <a:solidFill>
                  <a:schemeClr val="accent2"/>
                </a:solidFill>
                <a:effectLst/>
                <a:latin typeface="Courier New" panose="02070309020205020404" pitchFamily="49" charset="0"/>
              </a:rPr>
              <a:t>.</a:t>
            </a:r>
            <a:endParaRPr lang="en-US" altLang="en-US" sz="200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en-US" sz="200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   STOP RUN.</a:t>
            </a:r>
            <a:endParaRPr lang="en-US" altLang="en-US" b="0">
              <a:solidFill>
                <a:srgbClr val="000000"/>
              </a:solidFill>
              <a:effectLst/>
            </a:endParaRPr>
          </a:p>
          <a:p>
            <a:endParaRPr lang="en-US" altLang="en-US" b="0">
              <a:solidFill>
                <a:srgbClr val="000000"/>
              </a:solidFill>
              <a:effectLst/>
            </a:endParaRPr>
          </a:p>
          <a:p>
            <a:endParaRPr lang="en-US" altLang="en-US" b="0">
              <a:solidFill>
                <a:srgbClr val="000000"/>
              </a:solidFill>
              <a:effectLst/>
            </a:endParaRP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C8AD05DA-EA75-3CD5-B363-B83F49844A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1950" y="1377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9</a:t>
            </a:r>
          </a:p>
        </p:txBody>
      </p:sp>
      <p:sp>
        <p:nvSpPr>
          <p:cNvPr id="12292" name="Rectangle 4">
            <a:extLst>
              <a:ext uri="{FF2B5EF4-FFF2-40B4-BE49-F238E27FC236}">
                <a16:creationId xmlns:a16="http://schemas.microsoft.com/office/drawing/2014/main" id="{87FB4321-F545-25BF-C9D2-E1F5EB7EF2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1550" y="1377950"/>
            <a:ext cx="596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>
              <a:spcBef>
                <a:spcPct val="50000"/>
              </a:spcBef>
            </a:pPr>
            <a:r>
              <a:rPr lang="en-US" altLang="en-US">
                <a:solidFill>
                  <a:schemeClr val="bg1"/>
                </a:solidFill>
                <a:effectLst/>
              </a:rPr>
              <a:t>5</a:t>
            </a: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  <a:p>
            <a:pPr>
              <a:spcBef>
                <a:spcPct val="50000"/>
              </a:spcBef>
            </a:pPr>
            <a:endParaRPr lang="en-US" altLang="en-US">
              <a:solidFill>
                <a:schemeClr val="bg1"/>
              </a:solidFill>
              <a:effectLst/>
            </a:endParaRPr>
          </a:p>
        </p:txBody>
      </p:sp>
      <p:sp>
        <p:nvSpPr>
          <p:cNvPr id="12293" name="Rectangle 5">
            <a:extLst>
              <a:ext uri="{FF2B5EF4-FFF2-40B4-BE49-F238E27FC236}">
                <a16:creationId xmlns:a16="http://schemas.microsoft.com/office/drawing/2014/main" id="{B8730422-51A1-FF17-C647-EF1B99D823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1377950"/>
            <a:ext cx="9779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/>
          <a:lstStyle/>
          <a:p>
            <a:pPr algn="ctr">
              <a:spcBef>
                <a:spcPct val="50000"/>
              </a:spcBef>
            </a:pPr>
            <a:r>
              <a:rPr lang="en-US" altLang="en-US" sz="2000">
                <a:solidFill>
                  <a:schemeClr val="accent2"/>
                </a:solidFill>
                <a:effectLst/>
              </a:rPr>
              <a:t>45</a:t>
            </a:r>
          </a:p>
        </p:txBody>
      </p:sp>
      <p:sp>
        <p:nvSpPr>
          <p:cNvPr id="12294" name="Rectangle 6">
            <a:extLst>
              <a:ext uri="{FF2B5EF4-FFF2-40B4-BE49-F238E27FC236}">
                <a16:creationId xmlns:a16="http://schemas.microsoft.com/office/drawing/2014/main" id="{2E497D90-9331-76DC-73D9-7FAB3686E6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1950" y="1073150"/>
            <a:ext cx="2197100" cy="2921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76200" tIns="46038" rIns="76200" bIns="46038"/>
          <a:lstStyle/>
          <a:p>
            <a:r>
              <a:rPr lang="en-US" altLang="en-US" sz="1400">
                <a:solidFill>
                  <a:srgbClr val="00279F"/>
                </a:solidFill>
                <a:effectLst/>
              </a:rPr>
              <a:t>Num1  Num2     Result</a:t>
            </a:r>
          </a:p>
        </p:txBody>
      </p:sp>
      <p:sp>
        <p:nvSpPr>
          <p:cNvPr id="12295" name="Rectangle 7">
            <a:extLst>
              <a:ext uri="{FF2B5EF4-FFF2-40B4-BE49-F238E27FC236}">
                <a16:creationId xmlns:a16="http://schemas.microsoft.com/office/drawing/2014/main" id="{AC86599B-6020-26A3-2241-BD3D88A1BB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1550" y="692150"/>
            <a:ext cx="1054100" cy="3683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>
                <a:solidFill>
                  <a:srgbClr val="00279F"/>
                </a:solidFill>
                <a:effectLst/>
              </a:rPr>
              <a:t>D</a:t>
            </a:r>
            <a:r>
              <a:rPr lang="en-US" altLang="en-US" sz="1600">
                <a:solidFill>
                  <a:srgbClr val="00279F"/>
                </a:solidFill>
                <a:effectLst/>
              </a:rPr>
              <a:t>ATA</a:t>
            </a:r>
          </a:p>
        </p:txBody>
      </p:sp>
      <p:sp>
        <p:nvSpPr>
          <p:cNvPr id="12296" name="AutoShape 8">
            <a:extLst>
              <a:ext uri="{FF2B5EF4-FFF2-40B4-BE49-F238E27FC236}">
                <a16:creationId xmlns:a16="http://schemas.microsoft.com/office/drawing/2014/main" id="{50DC20DE-EB94-4D92-7100-98543D849642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6196013" y="1838325"/>
            <a:ext cx="2630487" cy="2709333"/>
          </a:xfrm>
          <a:prstGeom prst="wedgeRoundRectCallout">
            <a:avLst>
              <a:gd name="adj1" fmla="val -40838"/>
              <a:gd name="adj2" fmla="val 66667"/>
              <a:gd name="adj3" fmla="val 16667"/>
            </a:avLst>
          </a:prstGeom>
          <a:solidFill>
            <a:srgbClr val="FFFFCA"/>
          </a:solidFill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lIns="92075" tIns="46038" rIns="92075" bIns="46038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715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145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860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43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004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57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1148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2000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Right .. At last!!</a:t>
            </a:r>
            <a:br>
              <a:rPr lang="en-US" altLang="en-US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</a:br>
            <a:endParaRPr lang="en-US" altLang="en-US">
              <a:solidFill>
                <a:schemeClr val="accent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algn="ctr"/>
            <a:r>
              <a:rPr lang="en-US" altLang="en-US" sz="1600">
                <a:solidFill>
                  <a:srgbClr val="000000"/>
                </a:solidFill>
                <a:effectLst/>
              </a:rPr>
              <a:t>It’s not enough to know what statements are needed.</a:t>
            </a:r>
          </a:p>
          <a:p>
            <a:pPr algn="ctr"/>
            <a:r>
              <a:rPr lang="en-US" altLang="en-US" sz="1600">
                <a:solidFill>
                  <a:srgbClr val="000000"/>
                </a:solidFill>
                <a:effectLst/>
              </a:rPr>
              <a:t>  We must make sure that the computer executes them in the right order.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b-slide">
  <a:themeElements>
    <a:clrScheme name="">
      <a:dk1>
        <a:srgbClr val="919191"/>
      </a:dk1>
      <a:lt1>
        <a:srgbClr val="FFFFFF"/>
      </a:lt1>
      <a:dk2>
        <a:srgbClr val="114FFB"/>
      </a:dk2>
      <a:lt2>
        <a:srgbClr val="FAFD00"/>
      </a:lt2>
      <a:accent1>
        <a:srgbClr val="DADADA"/>
      </a:accent1>
      <a:accent2>
        <a:srgbClr val="FC0128"/>
      </a:accent2>
      <a:accent3>
        <a:srgbClr val="AAB2FD"/>
      </a:accent3>
      <a:accent4>
        <a:srgbClr val="DADADA"/>
      </a:accent4>
      <a:accent5>
        <a:srgbClr val="EAEAEA"/>
      </a:accent5>
      <a:accent6>
        <a:srgbClr val="E40123"/>
      </a:accent6>
      <a:hlink>
        <a:srgbClr val="00FF00"/>
      </a:hlink>
      <a:folHlink>
        <a:srgbClr val="DC0081"/>
      </a:folHlink>
    </a:clrScheme>
    <a:fontScheme name="b-slid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Arial" panose="020B0604020202020204" pitchFamily="34" charset="0"/>
          </a:defRPr>
        </a:defPPr>
      </a:lstStyle>
    </a:lnDef>
  </a:objectDefaults>
  <a:extraClrSchemeLst>
    <a:extraClrScheme>
      <a:clrScheme name="b-slide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-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-slide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-slide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-slide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-slide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-slide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e:\pptdata\b-slide.ppt</Template>
  <TotalTime>1490414737</TotalTime>
  <Pages>36</Pages>
  <Words>476</Words>
  <Application>Microsoft Office PowerPoint</Application>
  <PresentationFormat>On-screen Show (4:3)</PresentationFormat>
  <Paragraphs>128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Wingdings</vt:lpstr>
      <vt:lpstr>Times New Roman</vt:lpstr>
      <vt:lpstr>Monotype Sorts</vt:lpstr>
      <vt:lpstr>Courier New</vt:lpstr>
      <vt:lpstr>b-slide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ALGORITHMS </dc:title>
  <dc:subject/>
  <dc:creator>Michael Coughlan</dc:creator>
  <cp:keywords/>
  <dc:description/>
  <cp:lastModifiedBy>Sean McBride</cp:lastModifiedBy>
  <cp:revision>1346190244</cp:revision>
  <cp:lastPrinted>1601-01-01T00:00:00Z</cp:lastPrinted>
  <dcterms:created xsi:type="dcterms:W3CDTF">1995-02-14T10:18:06Z</dcterms:created>
  <dcterms:modified xsi:type="dcterms:W3CDTF">2026-05-13T01:06:39Z</dcterms:modified>
</cp:coreProperties>
</file>