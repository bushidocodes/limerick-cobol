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4572000" cy="304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63000"/>
            <a:ext cx="411444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28600" y="713160"/>
            <a:ext cx="411444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572000" cy="3048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7000" y="7920"/>
            <a:ext cx="4532400" cy="302580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28600" y="121320"/>
            <a:ext cx="4114440" cy="50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28600" y="713160"/>
            <a:ext cx="411444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615960" y="293760"/>
            <a:ext cx="3263760" cy="252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The organization of primary and alternate keys in an Indexed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the program,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419120" y="17640"/>
            <a:ext cx="20383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Primary key index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571760" y="2576520"/>
            <a:ext cx="116856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3320" y="1413000"/>
            <a:ext cx="1444680" cy="1143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Records in the indexed file are sequenced on ascending primary key.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6" name=""/>
          <p:cNvGrpSpPr/>
          <p:nvPr/>
        </p:nvGrpSpPr>
        <p:grpSpPr>
          <a:xfrm>
            <a:off x="49320" y="20520"/>
            <a:ext cx="4289040" cy="2519640"/>
            <a:chOff x="49320" y="20520"/>
            <a:chExt cx="4289040" cy="2519640"/>
          </a:xfrm>
        </p:grpSpPr>
        <p:sp>
          <p:nvSpPr>
            <p:cNvPr id="47" name=""/>
            <p:cNvSpPr/>
            <p:nvPr/>
          </p:nvSpPr>
          <p:spPr>
            <a:xfrm flipH="1">
              <a:off x="1174680" y="1898640"/>
              <a:ext cx="565200" cy="61596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"/>
            <p:cNvSpPr/>
            <p:nvPr/>
          </p:nvSpPr>
          <p:spPr>
            <a:xfrm>
              <a:off x="2158920" y="1914480"/>
              <a:ext cx="0" cy="62568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"/>
            <p:cNvSpPr/>
            <p:nvPr/>
          </p:nvSpPr>
          <p:spPr>
            <a:xfrm>
              <a:off x="2581200" y="1913040"/>
              <a:ext cx="536760" cy="60156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"/>
            <p:cNvSpPr/>
            <p:nvPr/>
          </p:nvSpPr>
          <p:spPr>
            <a:xfrm>
              <a:off x="3002040" y="1898640"/>
              <a:ext cx="1087200" cy="62856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"/>
            <p:cNvSpPr/>
            <p:nvPr/>
          </p:nvSpPr>
          <p:spPr>
            <a:xfrm flipH="1">
              <a:off x="317520" y="1889280"/>
              <a:ext cx="1001520" cy="61272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2" name=""/>
            <p:cNvGrpSpPr/>
            <p:nvPr/>
          </p:nvGrpSpPr>
          <p:grpSpPr>
            <a:xfrm>
              <a:off x="520560" y="808200"/>
              <a:ext cx="3817800" cy="1082520"/>
              <a:chOff x="520560" y="808200"/>
              <a:chExt cx="3817800" cy="1082520"/>
            </a:xfrm>
          </p:grpSpPr>
          <p:sp>
            <p:nvSpPr>
              <p:cNvPr id="53" name=""/>
              <p:cNvSpPr txBox="1"/>
              <p:nvPr/>
            </p:nvSpPr>
            <p:spPr>
              <a:xfrm>
                <a:off x="1639800" y="808200"/>
                <a:ext cx="966960" cy="339840"/>
              </a:xfrm>
              <a:prstGeom prst="rect">
                <a:avLst/>
              </a:prstGeom>
              <a:solidFill>
                <a:srgbClr val="EAEAEA"/>
              </a:solidFill>
              <a:ln w="25560">
                <a:solidFill>
                  <a:srgbClr val="969696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400" b="1" u="none" strike="noStrike">
                    <a:solidFill>
                      <a:srgbClr val="037C03"/>
                    </a:solidFill>
                    <a:effectLst/>
                    <a:uFillTx/>
                    <a:latin typeface="Arial"/>
                    <a:ea typeface="Arial"/>
                  </a:rPr>
                  <a:t>30   60  99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" name=""/>
              <p:cNvSpPr/>
              <p:nvPr/>
            </p:nvSpPr>
            <p:spPr>
              <a:xfrm flipH="1">
                <a:off x="1987560" y="817560"/>
                <a:ext cx="3240" cy="30636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"/>
              <p:cNvSpPr/>
              <p:nvPr/>
            </p:nvSpPr>
            <p:spPr>
              <a:xfrm>
                <a:off x="2292480" y="831960"/>
                <a:ext cx="0" cy="31104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"/>
              <p:cNvSpPr txBox="1"/>
              <p:nvPr/>
            </p:nvSpPr>
            <p:spPr>
              <a:xfrm>
                <a:off x="1646280" y="1550880"/>
                <a:ext cx="1015920" cy="339840"/>
              </a:xfrm>
              <a:prstGeom prst="rect">
                <a:avLst/>
              </a:prstGeom>
              <a:solidFill>
                <a:srgbClr val="EAEAEA"/>
              </a:solidFill>
              <a:ln w="25560">
                <a:solidFill>
                  <a:srgbClr val="969696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400" b="1" u="none" strike="noStrike">
                    <a:solidFill>
                      <a:srgbClr val="037C03"/>
                    </a:solidFill>
                    <a:effectLst/>
                    <a:uFillTx/>
                    <a:latin typeface="Arial"/>
                    <a:ea typeface="Arial"/>
                  </a:rPr>
                  <a:t>40   49   60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"/>
              <p:cNvSpPr/>
              <p:nvPr/>
            </p:nvSpPr>
            <p:spPr>
              <a:xfrm>
                <a:off x="2305080" y="1550880"/>
                <a:ext cx="0" cy="32400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"/>
              <p:cNvSpPr txBox="1"/>
              <p:nvPr/>
            </p:nvSpPr>
            <p:spPr>
              <a:xfrm>
                <a:off x="520560" y="1550880"/>
                <a:ext cx="1015920" cy="339840"/>
              </a:xfrm>
              <a:prstGeom prst="rect">
                <a:avLst/>
              </a:prstGeom>
              <a:solidFill>
                <a:srgbClr val="EAEAEA"/>
              </a:solidFill>
              <a:ln w="25560">
                <a:solidFill>
                  <a:srgbClr val="969696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400" b="1" u="none" strike="noStrike">
                    <a:solidFill>
                      <a:srgbClr val="037C03"/>
                    </a:solidFill>
                    <a:effectLst/>
                    <a:uFillTx/>
                    <a:latin typeface="Arial"/>
                    <a:ea typeface="Arial"/>
                  </a:rPr>
                  <a:t>10   20   30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"/>
              <p:cNvSpPr/>
              <p:nvPr/>
            </p:nvSpPr>
            <p:spPr>
              <a:xfrm>
                <a:off x="857160" y="1550880"/>
                <a:ext cx="0" cy="33336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" name=""/>
              <p:cNvSpPr/>
              <p:nvPr/>
            </p:nvSpPr>
            <p:spPr>
              <a:xfrm>
                <a:off x="1155600" y="1550880"/>
                <a:ext cx="0" cy="32076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" name=""/>
              <p:cNvSpPr txBox="1"/>
              <p:nvPr/>
            </p:nvSpPr>
            <p:spPr>
              <a:xfrm>
                <a:off x="2776680" y="1550880"/>
                <a:ext cx="1015920" cy="339840"/>
              </a:xfrm>
              <a:prstGeom prst="rect">
                <a:avLst/>
              </a:prstGeom>
              <a:solidFill>
                <a:srgbClr val="EAEAEA"/>
              </a:solidFill>
              <a:ln w="25560">
                <a:solidFill>
                  <a:srgbClr val="969696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400" b="1" u="none" strike="noStrike">
                    <a:solidFill>
                      <a:srgbClr val="037C03"/>
                    </a:solidFill>
                    <a:effectLst/>
                    <a:uFillTx/>
                    <a:latin typeface="Arial"/>
                    <a:ea typeface="Arial"/>
                  </a:rPr>
                  <a:t>70   80   99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" name=""/>
              <p:cNvSpPr/>
              <p:nvPr/>
            </p:nvSpPr>
            <p:spPr>
              <a:xfrm>
                <a:off x="2152800" y="1141560"/>
                <a:ext cx="0" cy="382320"/>
              </a:xfrm>
              <a:prstGeom prst="line">
                <a:avLst/>
              </a:prstGeom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" name=""/>
              <p:cNvSpPr/>
              <p:nvPr/>
            </p:nvSpPr>
            <p:spPr>
              <a:xfrm flipH="1">
                <a:off x="1060560" y="1144440"/>
                <a:ext cx="620640" cy="379440"/>
              </a:xfrm>
              <a:prstGeom prst="line">
                <a:avLst/>
              </a:prstGeom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" name=""/>
              <p:cNvSpPr txBox="1"/>
              <p:nvPr/>
            </p:nvSpPr>
            <p:spPr>
              <a:xfrm>
                <a:off x="3643200" y="1238400"/>
                <a:ext cx="695160" cy="28404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algn="ctr">
                  <a:lnSpc>
                    <a:spcPct val="100000"/>
                  </a:lnSpc>
                </a:pPr>
                <a:r>
                  <a:rPr lang="en-US" sz="1000" b="1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  <a:ea typeface="Arial"/>
                  </a:rPr>
                  <a:t>Index Records</a:t>
                </a:r>
                <a:endParaRPr lang="en-US" sz="10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"/>
              <p:cNvSpPr/>
              <p:nvPr/>
            </p:nvSpPr>
            <p:spPr>
              <a:xfrm>
                <a:off x="2746440" y="1015920"/>
                <a:ext cx="1324440" cy="248040"/>
              </a:xfrm>
              <a:custGeom>
                <a:avLst/>
                <a:gdLst/>
                <a:ahLst/>
                <a:rect l="0" t="0" r="r" b="b"/>
                <a:pathLst>
                  <a:path fill="none" w="3679" h="689">
                    <a:moveTo>
                      <a:pt x="3679" y="689"/>
                    </a:moveTo>
                    <a:lnTo>
                      <a:pt x="3679" y="689"/>
                    </a:lnTo>
                    <a:lnTo>
                      <a:pt x="3679" y="689"/>
                    </a:lnTo>
                    <a:cubicBezTo>
                      <a:pt x="3679" y="568"/>
                      <a:pt x="3509" y="449"/>
                      <a:pt x="3186" y="344"/>
                    </a:cubicBezTo>
                    <a:cubicBezTo>
                      <a:pt x="2863" y="240"/>
                      <a:pt x="2399" y="153"/>
                      <a:pt x="1839" y="92"/>
                    </a:cubicBezTo>
                    <a:cubicBezTo>
                      <a:pt x="1280" y="32"/>
                      <a:pt x="646" y="0"/>
                      <a:pt x="0" y="0"/>
                    </a:cubicBezTo>
                  </a:path>
                </a:pathLst>
              </a:custGeom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"/>
              <p:cNvSpPr/>
              <p:nvPr/>
            </p:nvSpPr>
            <p:spPr>
              <a:xfrm>
                <a:off x="3760920" y="1343160"/>
                <a:ext cx="468720" cy="390960"/>
              </a:xfrm>
              <a:custGeom>
                <a:avLst/>
                <a:gdLst/>
                <a:ahLst/>
                <a:rect l="0" t="0" r="r" b="b"/>
                <a:pathLst>
                  <a:path fill="none" w="1302" h="1086">
                    <a:moveTo>
                      <a:pt x="0" y="1086"/>
                    </a:moveTo>
                    <a:lnTo>
                      <a:pt x="0" y="1086"/>
                    </a:lnTo>
                    <a:cubicBezTo>
                      <a:pt x="229" y="1086"/>
                      <a:pt x="453" y="1036"/>
                      <a:pt x="651" y="941"/>
                    </a:cubicBezTo>
                    <a:cubicBezTo>
                      <a:pt x="849" y="845"/>
                      <a:pt x="1013" y="708"/>
                      <a:pt x="1128" y="543"/>
                    </a:cubicBezTo>
                    <a:cubicBezTo>
                      <a:pt x="1242" y="378"/>
                      <a:pt x="1302" y="191"/>
                      <a:pt x="1302" y="0"/>
                    </a:cubicBezTo>
                  </a:path>
                </a:pathLst>
              </a:custGeom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" name=""/>
              <p:cNvSpPr/>
              <p:nvPr/>
            </p:nvSpPr>
            <p:spPr>
              <a:xfrm>
                <a:off x="2552760" y="1136520"/>
                <a:ext cx="685800" cy="387360"/>
              </a:xfrm>
              <a:prstGeom prst="line">
                <a:avLst/>
              </a:prstGeom>
              <a:ln w="12600">
                <a:solidFill>
                  <a:srgbClr val="00000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" name=""/>
              <p:cNvSpPr/>
              <p:nvPr/>
            </p:nvSpPr>
            <p:spPr>
              <a:xfrm>
                <a:off x="1984320" y="1565280"/>
                <a:ext cx="0" cy="32076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"/>
              <p:cNvSpPr/>
              <p:nvPr/>
            </p:nvSpPr>
            <p:spPr>
              <a:xfrm>
                <a:off x="3084480" y="1555920"/>
                <a:ext cx="0" cy="32040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" name=""/>
              <p:cNvSpPr/>
              <p:nvPr/>
            </p:nvSpPr>
            <p:spPr>
              <a:xfrm>
                <a:off x="3451320" y="1555920"/>
                <a:ext cx="0" cy="320400"/>
              </a:xfrm>
              <a:prstGeom prst="line">
                <a:avLst/>
              </a:prstGeom>
              <a:ln w="25560">
                <a:solidFill>
                  <a:srgbClr val="969696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02600" tIns="57600" rIns="102600" bIns="576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1" name=""/>
            <p:cNvSpPr txBox="1"/>
            <p:nvPr/>
          </p:nvSpPr>
          <p:spPr>
            <a:xfrm>
              <a:off x="49320" y="20520"/>
              <a:ext cx="1398600" cy="1539720"/>
            </a:xfrm>
            <a:prstGeom prst="rect">
              <a:avLst/>
            </a:prstGeom>
            <a:solidFill>
              <a:srgbClr val="FFFFCC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80000"/>
                </a:lnSpc>
              </a:pPr>
              <a:r>
                <a:rPr lang="en-US" sz="12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Over the actual data records, the file system builds an index which is used to access the required record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"/>
          <p:cNvSpPr txBox="1"/>
          <p:nvPr/>
        </p:nvSpPr>
        <p:spPr>
          <a:xfrm>
            <a:off x="1639800" y="808200"/>
            <a:ext cx="9669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30   60  99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 flipH="1">
            <a:off x="1987560" y="817560"/>
            <a:ext cx="3240" cy="306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6462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40   49   60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52056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10   20   30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27766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70   80   99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3643200" y="1238400"/>
            <a:ext cx="69516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2746440" y="10159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760920" y="1343160"/>
            <a:ext cx="468720" cy="390960"/>
          </a:xfrm>
          <a:custGeom>
            <a:avLst/>
            <a:gdLst/>
            <a:ahLst/>
            <a:rect l="0" t="0" r="r" b="b"/>
            <a:pathLst>
              <a:path fill="none" w="1302" h="1086">
                <a:moveTo>
                  <a:pt x="0" y="1086"/>
                </a:moveTo>
                <a:lnTo>
                  <a:pt x="0" y="1086"/>
                </a:lnTo>
                <a:cubicBezTo>
                  <a:pt x="229" y="1086"/>
                  <a:pt x="453" y="1036"/>
                  <a:pt x="651" y="941"/>
                </a:cubicBezTo>
                <a:cubicBezTo>
                  <a:pt x="849" y="845"/>
                  <a:pt x="1013" y="708"/>
                  <a:pt x="1128" y="543"/>
                </a:cubicBezTo>
                <a:cubicBezTo>
                  <a:pt x="1242" y="378"/>
                  <a:pt x="1302" y="191"/>
                  <a:pt x="1302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571760" y="2576520"/>
            <a:ext cx="116856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0" name=""/>
          <p:cNvGrpSpPr/>
          <p:nvPr/>
        </p:nvGrpSpPr>
        <p:grpSpPr>
          <a:xfrm>
            <a:off x="704880" y="17640"/>
            <a:ext cx="3813120" cy="1014120"/>
            <a:chOff x="704880" y="17640"/>
            <a:chExt cx="3813120" cy="1014120"/>
          </a:xfrm>
        </p:grpSpPr>
        <p:sp>
          <p:nvSpPr>
            <p:cNvPr id="131" name=""/>
            <p:cNvSpPr txBox="1"/>
            <p:nvPr/>
          </p:nvSpPr>
          <p:spPr>
            <a:xfrm>
              <a:off x="3546360" y="787320"/>
              <a:ext cx="91440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Record Buffer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 txBox="1"/>
            <p:nvPr/>
          </p:nvSpPr>
          <p:spPr>
            <a:xfrm>
              <a:off x="3444840" y="541440"/>
              <a:ext cx="1073160" cy="24444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43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 txBox="1"/>
            <p:nvPr/>
          </p:nvSpPr>
          <p:spPr>
            <a:xfrm>
              <a:off x="3355920" y="349200"/>
              <a:ext cx="39528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Key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/>
            <p:nvPr/>
          </p:nvSpPr>
          <p:spPr>
            <a:xfrm>
              <a:off x="3720960" y="546120"/>
              <a:ext cx="0" cy="241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"/>
            <p:cNvSpPr txBox="1"/>
            <p:nvPr/>
          </p:nvSpPr>
          <p:spPr>
            <a:xfrm>
              <a:off x="704880" y="17640"/>
              <a:ext cx="2979720" cy="274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800" b="0" u="none" strike="noStrike">
                  <a:solidFill>
                    <a:srgbClr val="CC0000"/>
                  </a:solidFill>
                  <a:effectLst/>
                  <a:uFillTx/>
                  <a:latin typeface="Arial"/>
                  <a:ea typeface="Arial"/>
                </a:rPr>
                <a:t>Reading on the primary key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 txBox="1"/>
          <p:nvPr/>
        </p:nvSpPr>
        <p:spPr>
          <a:xfrm>
            <a:off x="1639800" y="808200"/>
            <a:ext cx="96840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3333CC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30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60</a:t>
            </a: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 flipH="1">
            <a:off x="1987560" y="817560"/>
            <a:ext cx="3240" cy="306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462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40   49   60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2056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10   20   30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27766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70   80   99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643200" y="1238400"/>
            <a:ext cx="69516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2746440" y="10159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3760920" y="1343160"/>
            <a:ext cx="468720" cy="390960"/>
          </a:xfrm>
          <a:custGeom>
            <a:avLst/>
            <a:gdLst/>
            <a:ahLst/>
            <a:rect l="0" t="0" r="r" b="b"/>
            <a:pathLst>
              <a:path fill="none" w="1302" h="1086">
                <a:moveTo>
                  <a:pt x="0" y="1086"/>
                </a:moveTo>
                <a:lnTo>
                  <a:pt x="0" y="1086"/>
                </a:lnTo>
                <a:cubicBezTo>
                  <a:pt x="229" y="1086"/>
                  <a:pt x="453" y="1036"/>
                  <a:pt x="651" y="941"/>
                </a:cubicBezTo>
                <a:cubicBezTo>
                  <a:pt x="849" y="845"/>
                  <a:pt x="1013" y="708"/>
                  <a:pt x="1128" y="543"/>
                </a:cubicBezTo>
                <a:cubicBezTo>
                  <a:pt x="1242" y="378"/>
                  <a:pt x="1302" y="191"/>
                  <a:pt x="1302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571760" y="2576520"/>
            <a:ext cx="116856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4" name=""/>
          <p:cNvGrpSpPr/>
          <p:nvPr/>
        </p:nvGrpSpPr>
        <p:grpSpPr>
          <a:xfrm>
            <a:off x="704880" y="17640"/>
            <a:ext cx="3813120" cy="1014120"/>
            <a:chOff x="704880" y="17640"/>
            <a:chExt cx="3813120" cy="1014120"/>
          </a:xfrm>
        </p:grpSpPr>
        <p:sp>
          <p:nvSpPr>
            <p:cNvPr id="195" name=""/>
            <p:cNvSpPr txBox="1"/>
            <p:nvPr/>
          </p:nvSpPr>
          <p:spPr>
            <a:xfrm>
              <a:off x="3546360" y="787320"/>
              <a:ext cx="91440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Record Buffer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"/>
            <p:cNvSpPr txBox="1"/>
            <p:nvPr/>
          </p:nvSpPr>
          <p:spPr>
            <a:xfrm>
              <a:off x="3444840" y="541440"/>
              <a:ext cx="1073160" cy="24444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43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"/>
            <p:cNvSpPr txBox="1"/>
            <p:nvPr/>
          </p:nvSpPr>
          <p:spPr>
            <a:xfrm>
              <a:off x="3355920" y="349200"/>
              <a:ext cx="39528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Key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"/>
            <p:cNvSpPr/>
            <p:nvPr/>
          </p:nvSpPr>
          <p:spPr>
            <a:xfrm>
              <a:off x="3720960" y="546120"/>
              <a:ext cx="0" cy="241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"/>
            <p:cNvSpPr txBox="1"/>
            <p:nvPr/>
          </p:nvSpPr>
          <p:spPr>
            <a:xfrm>
              <a:off x="704880" y="17640"/>
              <a:ext cx="2979720" cy="274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Reading on the primary key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0" name=""/>
          <p:cNvSpPr/>
          <p:nvPr/>
        </p:nvSpPr>
        <p:spPr>
          <a:xfrm>
            <a:off x="1650960" y="812880"/>
            <a:ext cx="952560" cy="33012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 txBox="1"/>
          <p:nvPr/>
        </p:nvSpPr>
        <p:spPr>
          <a:xfrm>
            <a:off x="1639800" y="808200"/>
            <a:ext cx="9669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30   60  99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 flipH="1">
            <a:off x="1987560" y="817560"/>
            <a:ext cx="3240" cy="306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646280" y="1550880"/>
            <a:ext cx="10177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3333CC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40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49</a:t>
            </a: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 60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52056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10   20   30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27766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70   80   99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643200" y="1238400"/>
            <a:ext cx="69516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2746440" y="10159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760920" y="1343160"/>
            <a:ext cx="468720" cy="390960"/>
          </a:xfrm>
          <a:custGeom>
            <a:avLst/>
            <a:gdLst/>
            <a:ahLst/>
            <a:rect l="0" t="0" r="r" b="b"/>
            <a:pathLst>
              <a:path fill="none" w="1302" h="1086">
                <a:moveTo>
                  <a:pt x="0" y="1086"/>
                </a:moveTo>
                <a:lnTo>
                  <a:pt x="0" y="1086"/>
                </a:lnTo>
                <a:cubicBezTo>
                  <a:pt x="229" y="1086"/>
                  <a:pt x="453" y="1036"/>
                  <a:pt x="651" y="941"/>
                </a:cubicBezTo>
                <a:cubicBezTo>
                  <a:pt x="849" y="845"/>
                  <a:pt x="1013" y="708"/>
                  <a:pt x="1128" y="543"/>
                </a:cubicBezTo>
                <a:cubicBezTo>
                  <a:pt x="1242" y="378"/>
                  <a:pt x="1302" y="191"/>
                  <a:pt x="1302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571760" y="2576520"/>
            <a:ext cx="116856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9" name=""/>
          <p:cNvGrpSpPr/>
          <p:nvPr/>
        </p:nvGrpSpPr>
        <p:grpSpPr>
          <a:xfrm>
            <a:off x="704880" y="17640"/>
            <a:ext cx="3813120" cy="1014120"/>
            <a:chOff x="704880" y="17640"/>
            <a:chExt cx="3813120" cy="1014120"/>
          </a:xfrm>
        </p:grpSpPr>
        <p:sp>
          <p:nvSpPr>
            <p:cNvPr id="260" name=""/>
            <p:cNvSpPr txBox="1"/>
            <p:nvPr/>
          </p:nvSpPr>
          <p:spPr>
            <a:xfrm>
              <a:off x="3546360" y="787320"/>
              <a:ext cx="91440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Record Buffer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1" name=""/>
            <p:cNvSpPr txBox="1"/>
            <p:nvPr/>
          </p:nvSpPr>
          <p:spPr>
            <a:xfrm>
              <a:off x="3444840" y="541440"/>
              <a:ext cx="1073160" cy="24444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43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"/>
            <p:cNvSpPr txBox="1"/>
            <p:nvPr/>
          </p:nvSpPr>
          <p:spPr>
            <a:xfrm>
              <a:off x="3355920" y="349200"/>
              <a:ext cx="39528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Key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"/>
            <p:cNvSpPr/>
            <p:nvPr/>
          </p:nvSpPr>
          <p:spPr>
            <a:xfrm>
              <a:off x="3720960" y="546120"/>
              <a:ext cx="0" cy="241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"/>
            <p:cNvSpPr txBox="1"/>
            <p:nvPr/>
          </p:nvSpPr>
          <p:spPr>
            <a:xfrm>
              <a:off x="704880" y="17640"/>
              <a:ext cx="2979720" cy="274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Reading on the primary key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"/>
          <p:cNvSpPr/>
          <p:nvPr/>
        </p:nvSpPr>
        <p:spPr>
          <a:xfrm>
            <a:off x="1650960" y="1555920"/>
            <a:ext cx="1009800" cy="33012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"/>
          <p:cNvSpPr txBox="1"/>
          <p:nvPr/>
        </p:nvSpPr>
        <p:spPr>
          <a:xfrm>
            <a:off x="1639800" y="808200"/>
            <a:ext cx="9669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30   60  99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 flipH="1">
            <a:off x="1987560" y="817560"/>
            <a:ext cx="3240" cy="306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2292480" y="831960"/>
            <a:ext cx="0" cy="3110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6462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40   49   60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2305080" y="155088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2056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10   20   30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857160" y="155088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1155600" y="15508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776680" y="1550880"/>
            <a:ext cx="10159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70   80   99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196920" y="254808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1646280" y="254952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2670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409716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200340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2160720" y="25495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 flipH="1">
            <a:off x="1174680" y="1898640"/>
            <a:ext cx="565200" cy="6159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2158920" y="1914480"/>
            <a:ext cx="0" cy="6256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2581200" y="1913040"/>
            <a:ext cx="536760" cy="601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3002040" y="1898640"/>
            <a:ext cx="1087200" cy="6285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 flipH="1">
            <a:off x="317520" y="1889280"/>
            <a:ext cx="1001520" cy="6127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154080" y="252108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127080" y="247320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4387680" y="253044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4327560" y="250668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14875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182880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5205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83196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2324160" y="255276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24940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2819520" y="2557440"/>
            <a:ext cx="0" cy="243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3452760" y="255276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/>
          <p:nvPr/>
        </p:nvSpPr>
        <p:spPr>
          <a:xfrm>
            <a:off x="2152800" y="1141560"/>
            <a:ext cx="0" cy="3823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 flipH="1">
            <a:off x="1060560" y="1144440"/>
            <a:ext cx="620640" cy="3794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643200" y="1238400"/>
            <a:ext cx="69516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2746440" y="10159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3760920" y="1343160"/>
            <a:ext cx="468720" cy="390960"/>
          </a:xfrm>
          <a:custGeom>
            <a:avLst/>
            <a:gdLst/>
            <a:ahLst/>
            <a:rect l="0" t="0" r="r" b="b"/>
            <a:pathLst>
              <a:path fill="none" w="1302" h="1086">
                <a:moveTo>
                  <a:pt x="0" y="1086"/>
                </a:moveTo>
                <a:lnTo>
                  <a:pt x="0" y="1086"/>
                </a:lnTo>
                <a:cubicBezTo>
                  <a:pt x="229" y="1086"/>
                  <a:pt x="453" y="1036"/>
                  <a:pt x="651" y="941"/>
                </a:cubicBezTo>
                <a:cubicBezTo>
                  <a:pt x="849" y="845"/>
                  <a:pt x="1013" y="708"/>
                  <a:pt x="1128" y="543"/>
                </a:cubicBezTo>
                <a:cubicBezTo>
                  <a:pt x="1242" y="378"/>
                  <a:pt x="1302" y="191"/>
                  <a:pt x="1302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898640" y="284004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132732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1170000" y="254808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100332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660240" y="255888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374760" y="2552760"/>
            <a:ext cx="0" cy="2538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297180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31370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 flipH="1">
            <a:off x="3289320" y="2552760"/>
            <a:ext cx="144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 flipH="1">
            <a:off x="655560" y="2557440"/>
            <a:ext cx="180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36068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3770280" y="254952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3941640" y="2554200"/>
            <a:ext cx="0" cy="257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3597120" y="2552760"/>
            <a:ext cx="0" cy="2617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4245120" y="255888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4389480" y="25527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2552760" y="1136520"/>
            <a:ext cx="685800" cy="387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1984320" y="156528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08448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3451320" y="155592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571760" y="2576520"/>
            <a:ext cx="116856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</a:t>
            </a: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43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1631880" y="2546280"/>
            <a:ext cx="1047600" cy="27288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5" name=""/>
          <p:cNvGrpSpPr/>
          <p:nvPr/>
        </p:nvGrpSpPr>
        <p:grpSpPr>
          <a:xfrm>
            <a:off x="704880" y="17640"/>
            <a:ext cx="3813120" cy="1014120"/>
            <a:chOff x="704880" y="17640"/>
            <a:chExt cx="3813120" cy="1014120"/>
          </a:xfrm>
        </p:grpSpPr>
        <p:sp>
          <p:nvSpPr>
            <p:cNvPr id="326" name=""/>
            <p:cNvSpPr txBox="1"/>
            <p:nvPr/>
          </p:nvSpPr>
          <p:spPr>
            <a:xfrm>
              <a:off x="3546360" y="787320"/>
              <a:ext cx="91440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Record Buffer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"/>
            <p:cNvSpPr txBox="1"/>
            <p:nvPr/>
          </p:nvSpPr>
          <p:spPr>
            <a:xfrm>
              <a:off x="3444840" y="541440"/>
              <a:ext cx="1073160" cy="244440"/>
            </a:xfrm>
            <a:prstGeom prst="rect">
              <a:avLst/>
            </a:prstGeom>
            <a:solidFill>
              <a:srgbClr val="EAEAE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69696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Times New Roman"/>
                  <a:ea typeface="Times New Roman"/>
                </a:rPr>
                <a:t>43    data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"/>
            <p:cNvSpPr txBox="1"/>
            <p:nvPr/>
          </p:nvSpPr>
          <p:spPr>
            <a:xfrm>
              <a:off x="3355920" y="349200"/>
              <a:ext cx="395280" cy="24444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Key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"/>
            <p:cNvSpPr/>
            <p:nvPr/>
          </p:nvSpPr>
          <p:spPr>
            <a:xfrm>
              <a:off x="3720960" y="546120"/>
              <a:ext cx="0" cy="241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"/>
            <p:cNvSpPr txBox="1"/>
            <p:nvPr/>
          </p:nvSpPr>
          <p:spPr>
            <a:xfrm>
              <a:off x="704880" y="17640"/>
              <a:ext cx="2979720" cy="274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Reading on the primary key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1" name=""/>
          <p:cNvSpPr/>
          <p:nvPr/>
        </p:nvSpPr>
        <p:spPr>
          <a:xfrm>
            <a:off x="1638360" y="2552760"/>
            <a:ext cx="1035000" cy="25416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1828800" y="2495520"/>
            <a:ext cx="171360" cy="36180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1955880" y="952560"/>
            <a:ext cx="2051280" cy="1803600"/>
          </a:xfrm>
          <a:custGeom>
            <a:avLst/>
            <a:gdLst/>
            <a:ahLst/>
            <a:rect l="0" t="0" r="r" b="b"/>
            <a:pathLst>
              <a:path fill="none" w="5698" h="5010">
                <a:moveTo>
                  <a:pt x="0" y="5010"/>
                </a:moveTo>
                <a:lnTo>
                  <a:pt x="0" y="5010"/>
                </a:lnTo>
                <a:cubicBezTo>
                  <a:pt x="1000" y="5010"/>
                  <a:pt x="1983" y="4779"/>
                  <a:pt x="2849" y="4339"/>
                </a:cubicBezTo>
                <a:cubicBezTo>
                  <a:pt x="3715" y="3899"/>
                  <a:pt x="4435" y="3267"/>
                  <a:pt x="4935" y="2505"/>
                </a:cubicBezTo>
                <a:cubicBezTo>
                  <a:pt x="5435" y="1743"/>
                  <a:pt x="5698" y="879"/>
                  <a:pt x="5698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120680" y="49320"/>
            <a:ext cx="21286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Alternate key index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2152800" y="2124000"/>
            <a:ext cx="2357280" cy="7444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lowest level of an alternate index does not contain actual data records.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934920" y="2257560"/>
            <a:ext cx="3571920" cy="7444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Instead, this level made up of base records which contain only the alternate key value and a pointer to where the actual record is.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942840" y="2295360"/>
            <a:ext cx="3571920" cy="7444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base records are organized in ascending alternate key order and this allows us to process the file in ascending alternate key sequence.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04920" y="2876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158760" y="2533680"/>
            <a:ext cx="4281480" cy="34128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120600" y="2533680"/>
            <a:ext cx="101880" cy="367200"/>
          </a:xfrm>
          <a:custGeom>
            <a:avLst/>
            <a:gdLst/>
            <a:ahLst/>
            <a:rect l="0" t="0" r="r" b="b"/>
            <a:pathLst>
              <a:path w="283" h="1020">
                <a:moveTo>
                  <a:pt x="142" y="30"/>
                </a:moveTo>
                <a:lnTo>
                  <a:pt x="162" y="76"/>
                </a:lnTo>
                <a:lnTo>
                  <a:pt x="202" y="121"/>
                </a:lnTo>
                <a:lnTo>
                  <a:pt x="222" y="167"/>
                </a:lnTo>
                <a:lnTo>
                  <a:pt x="263" y="212"/>
                </a:lnTo>
                <a:lnTo>
                  <a:pt x="202" y="243"/>
                </a:lnTo>
                <a:lnTo>
                  <a:pt x="142" y="259"/>
                </a:lnTo>
                <a:lnTo>
                  <a:pt x="142" y="305"/>
                </a:lnTo>
                <a:lnTo>
                  <a:pt x="202" y="335"/>
                </a:lnTo>
                <a:lnTo>
                  <a:pt x="242" y="381"/>
                </a:lnTo>
                <a:lnTo>
                  <a:pt x="283" y="426"/>
                </a:lnTo>
                <a:lnTo>
                  <a:pt x="222" y="457"/>
                </a:lnTo>
                <a:lnTo>
                  <a:pt x="182" y="502"/>
                </a:lnTo>
                <a:lnTo>
                  <a:pt x="120" y="533"/>
                </a:lnTo>
                <a:lnTo>
                  <a:pt x="142" y="578"/>
                </a:lnTo>
                <a:lnTo>
                  <a:pt x="202" y="593"/>
                </a:lnTo>
                <a:lnTo>
                  <a:pt x="263" y="624"/>
                </a:lnTo>
                <a:lnTo>
                  <a:pt x="242" y="669"/>
                </a:lnTo>
                <a:lnTo>
                  <a:pt x="182" y="700"/>
                </a:lnTo>
                <a:lnTo>
                  <a:pt x="120" y="730"/>
                </a:lnTo>
                <a:lnTo>
                  <a:pt x="162" y="777"/>
                </a:lnTo>
                <a:lnTo>
                  <a:pt x="202" y="822"/>
                </a:lnTo>
                <a:lnTo>
                  <a:pt x="263" y="853"/>
                </a:lnTo>
                <a:lnTo>
                  <a:pt x="222" y="899"/>
                </a:lnTo>
                <a:lnTo>
                  <a:pt x="162" y="944"/>
                </a:lnTo>
                <a:lnTo>
                  <a:pt x="0" y="1020"/>
                </a:lnTo>
                <a:lnTo>
                  <a:pt x="0" y="0"/>
                </a:lnTo>
                <a:lnTo>
                  <a:pt x="142" y="3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93600" y="2473200"/>
            <a:ext cx="98640" cy="451080"/>
          </a:xfrm>
          <a:custGeom>
            <a:avLst/>
            <a:gdLst/>
            <a:ahLst/>
            <a:rect l="0" t="0" r="r" b="b"/>
            <a:pathLst>
              <a:path w="274" h="1253">
                <a:moveTo>
                  <a:pt x="274" y="198"/>
                </a:moveTo>
                <a:lnTo>
                  <a:pt x="247" y="244"/>
                </a:lnTo>
                <a:lnTo>
                  <a:pt x="206" y="274"/>
                </a:lnTo>
                <a:lnTo>
                  <a:pt x="165" y="305"/>
                </a:lnTo>
                <a:lnTo>
                  <a:pt x="136" y="351"/>
                </a:lnTo>
                <a:lnTo>
                  <a:pt x="123" y="397"/>
                </a:lnTo>
                <a:lnTo>
                  <a:pt x="165" y="947"/>
                </a:lnTo>
                <a:lnTo>
                  <a:pt x="274" y="1207"/>
                </a:lnTo>
                <a:lnTo>
                  <a:pt x="27" y="1253"/>
                </a:lnTo>
                <a:lnTo>
                  <a:pt x="0" y="0"/>
                </a:lnTo>
                <a:lnTo>
                  <a:pt x="274" y="19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4349880" y="2521080"/>
            <a:ext cx="133560" cy="379800"/>
          </a:xfrm>
          <a:custGeom>
            <a:avLst/>
            <a:gdLst/>
            <a:ahLst/>
            <a:rect l="0" t="0" r="r" b="b"/>
            <a:pathLst>
              <a:path w="371" h="1055">
                <a:moveTo>
                  <a:pt x="234" y="0"/>
                </a:moveTo>
                <a:lnTo>
                  <a:pt x="58" y="226"/>
                </a:lnTo>
                <a:lnTo>
                  <a:pt x="116" y="276"/>
                </a:lnTo>
                <a:lnTo>
                  <a:pt x="195" y="292"/>
                </a:lnTo>
                <a:lnTo>
                  <a:pt x="136" y="341"/>
                </a:lnTo>
                <a:lnTo>
                  <a:pt x="77" y="357"/>
                </a:lnTo>
                <a:lnTo>
                  <a:pt x="38" y="406"/>
                </a:lnTo>
                <a:lnTo>
                  <a:pt x="97" y="454"/>
                </a:lnTo>
                <a:lnTo>
                  <a:pt x="155" y="487"/>
                </a:lnTo>
                <a:lnTo>
                  <a:pt x="195" y="536"/>
                </a:lnTo>
                <a:lnTo>
                  <a:pt x="215" y="584"/>
                </a:lnTo>
                <a:lnTo>
                  <a:pt x="273" y="600"/>
                </a:lnTo>
                <a:lnTo>
                  <a:pt x="215" y="584"/>
                </a:lnTo>
                <a:lnTo>
                  <a:pt x="175" y="633"/>
                </a:lnTo>
                <a:lnTo>
                  <a:pt x="116" y="665"/>
                </a:lnTo>
                <a:lnTo>
                  <a:pt x="58" y="714"/>
                </a:lnTo>
                <a:lnTo>
                  <a:pt x="0" y="730"/>
                </a:lnTo>
                <a:lnTo>
                  <a:pt x="38" y="779"/>
                </a:lnTo>
                <a:lnTo>
                  <a:pt x="97" y="796"/>
                </a:lnTo>
                <a:lnTo>
                  <a:pt x="155" y="828"/>
                </a:lnTo>
                <a:lnTo>
                  <a:pt x="155" y="877"/>
                </a:lnTo>
                <a:lnTo>
                  <a:pt x="97" y="909"/>
                </a:lnTo>
                <a:lnTo>
                  <a:pt x="38" y="942"/>
                </a:lnTo>
                <a:lnTo>
                  <a:pt x="0" y="1055"/>
                </a:lnTo>
                <a:lnTo>
                  <a:pt x="351" y="1023"/>
                </a:lnTo>
                <a:lnTo>
                  <a:pt x="371" y="16"/>
                </a:lnTo>
                <a:lnTo>
                  <a:pt x="234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4305240" y="2502000"/>
            <a:ext cx="197280" cy="419400"/>
          </a:xfrm>
          <a:custGeom>
            <a:avLst/>
            <a:gdLst/>
            <a:ahLst/>
            <a:rect l="0" t="0" r="r" b="b"/>
            <a:pathLst>
              <a:path w="548" h="1165">
                <a:moveTo>
                  <a:pt x="226" y="31"/>
                </a:moveTo>
                <a:lnTo>
                  <a:pt x="370" y="251"/>
                </a:lnTo>
                <a:lnTo>
                  <a:pt x="338" y="771"/>
                </a:lnTo>
                <a:lnTo>
                  <a:pt x="338" y="992"/>
                </a:lnTo>
                <a:lnTo>
                  <a:pt x="0" y="1070"/>
                </a:lnTo>
                <a:lnTo>
                  <a:pt x="96" y="1165"/>
                </a:lnTo>
                <a:lnTo>
                  <a:pt x="532" y="1149"/>
                </a:lnTo>
                <a:lnTo>
                  <a:pt x="548" y="0"/>
                </a:lnTo>
                <a:lnTo>
                  <a:pt x="226" y="3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1608120" y="2541600"/>
            <a:ext cx="0" cy="328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263196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405936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196524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212256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14493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179064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48276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79380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2286000" y="2546280"/>
            <a:ext cx="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2451240" y="2546280"/>
            <a:ext cx="468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2781360" y="2550960"/>
            <a:ext cx="0" cy="30672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341460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12891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1131840" y="254016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96516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62244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33660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293364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30988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 flipH="1">
            <a:off x="325116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 flipH="1">
            <a:off x="617400" y="2550960"/>
            <a:ext cx="1800" cy="314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35686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373212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390384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355932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420696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435132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542960" y="2511360"/>
            <a:ext cx="116856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  Ef Bi Nt  Jt  Oi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946080" y="260496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291456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354960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1676520" y="2057400"/>
            <a:ext cx="2006640" cy="47628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1803240" y="2050920"/>
            <a:ext cx="119412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 flipH="1">
            <a:off x="1695600" y="2050920"/>
            <a:ext cx="291960" cy="4892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2152800" y="2057400"/>
            <a:ext cx="5076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2336760" y="2050920"/>
            <a:ext cx="222120" cy="5018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 flipH="1">
            <a:off x="1047600" y="2057400"/>
            <a:ext cx="1447920" cy="46980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120680" y="49320"/>
            <a:ext cx="21286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Alternate key index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"/>
          <p:cNvSpPr txBox="1"/>
          <p:nvPr/>
        </p:nvSpPr>
        <p:spPr>
          <a:xfrm>
            <a:off x="69840" y="3380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    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71360" y="58428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6600" y="155520"/>
            <a:ext cx="4748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Pkey  Akey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304920" y="2876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581040" y="34308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853920" y="20520"/>
            <a:ext cx="31068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Reading on the alternate key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158760" y="2533680"/>
            <a:ext cx="4281480" cy="34128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120600" y="2533680"/>
            <a:ext cx="101880" cy="367200"/>
          </a:xfrm>
          <a:custGeom>
            <a:avLst/>
            <a:gdLst/>
            <a:ahLst/>
            <a:rect l="0" t="0" r="r" b="b"/>
            <a:pathLst>
              <a:path w="283" h="1020">
                <a:moveTo>
                  <a:pt x="142" y="30"/>
                </a:moveTo>
                <a:lnTo>
                  <a:pt x="162" y="76"/>
                </a:lnTo>
                <a:lnTo>
                  <a:pt x="202" y="121"/>
                </a:lnTo>
                <a:lnTo>
                  <a:pt x="222" y="167"/>
                </a:lnTo>
                <a:lnTo>
                  <a:pt x="263" y="212"/>
                </a:lnTo>
                <a:lnTo>
                  <a:pt x="202" y="243"/>
                </a:lnTo>
                <a:lnTo>
                  <a:pt x="142" y="259"/>
                </a:lnTo>
                <a:lnTo>
                  <a:pt x="142" y="305"/>
                </a:lnTo>
                <a:lnTo>
                  <a:pt x="202" y="335"/>
                </a:lnTo>
                <a:lnTo>
                  <a:pt x="242" y="381"/>
                </a:lnTo>
                <a:lnTo>
                  <a:pt x="283" y="426"/>
                </a:lnTo>
                <a:lnTo>
                  <a:pt x="222" y="457"/>
                </a:lnTo>
                <a:lnTo>
                  <a:pt x="182" y="502"/>
                </a:lnTo>
                <a:lnTo>
                  <a:pt x="120" y="533"/>
                </a:lnTo>
                <a:lnTo>
                  <a:pt x="142" y="578"/>
                </a:lnTo>
                <a:lnTo>
                  <a:pt x="202" y="593"/>
                </a:lnTo>
                <a:lnTo>
                  <a:pt x="263" y="624"/>
                </a:lnTo>
                <a:lnTo>
                  <a:pt x="242" y="669"/>
                </a:lnTo>
                <a:lnTo>
                  <a:pt x="182" y="700"/>
                </a:lnTo>
                <a:lnTo>
                  <a:pt x="120" y="730"/>
                </a:lnTo>
                <a:lnTo>
                  <a:pt x="162" y="777"/>
                </a:lnTo>
                <a:lnTo>
                  <a:pt x="202" y="822"/>
                </a:lnTo>
                <a:lnTo>
                  <a:pt x="263" y="853"/>
                </a:lnTo>
                <a:lnTo>
                  <a:pt x="222" y="899"/>
                </a:lnTo>
                <a:lnTo>
                  <a:pt x="162" y="944"/>
                </a:lnTo>
                <a:lnTo>
                  <a:pt x="0" y="1020"/>
                </a:lnTo>
                <a:lnTo>
                  <a:pt x="0" y="0"/>
                </a:lnTo>
                <a:lnTo>
                  <a:pt x="142" y="3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93600" y="2473200"/>
            <a:ext cx="98640" cy="451080"/>
          </a:xfrm>
          <a:custGeom>
            <a:avLst/>
            <a:gdLst/>
            <a:ahLst/>
            <a:rect l="0" t="0" r="r" b="b"/>
            <a:pathLst>
              <a:path w="274" h="1253">
                <a:moveTo>
                  <a:pt x="274" y="198"/>
                </a:moveTo>
                <a:lnTo>
                  <a:pt x="247" y="244"/>
                </a:lnTo>
                <a:lnTo>
                  <a:pt x="206" y="274"/>
                </a:lnTo>
                <a:lnTo>
                  <a:pt x="165" y="305"/>
                </a:lnTo>
                <a:lnTo>
                  <a:pt x="136" y="351"/>
                </a:lnTo>
                <a:lnTo>
                  <a:pt x="123" y="397"/>
                </a:lnTo>
                <a:lnTo>
                  <a:pt x="165" y="947"/>
                </a:lnTo>
                <a:lnTo>
                  <a:pt x="274" y="1207"/>
                </a:lnTo>
                <a:lnTo>
                  <a:pt x="27" y="1253"/>
                </a:lnTo>
                <a:lnTo>
                  <a:pt x="0" y="0"/>
                </a:lnTo>
                <a:lnTo>
                  <a:pt x="274" y="19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4349880" y="2521080"/>
            <a:ext cx="133560" cy="379800"/>
          </a:xfrm>
          <a:custGeom>
            <a:avLst/>
            <a:gdLst/>
            <a:ahLst/>
            <a:rect l="0" t="0" r="r" b="b"/>
            <a:pathLst>
              <a:path w="371" h="1055">
                <a:moveTo>
                  <a:pt x="234" y="0"/>
                </a:moveTo>
                <a:lnTo>
                  <a:pt x="58" y="226"/>
                </a:lnTo>
                <a:lnTo>
                  <a:pt x="116" y="276"/>
                </a:lnTo>
                <a:lnTo>
                  <a:pt x="195" y="292"/>
                </a:lnTo>
                <a:lnTo>
                  <a:pt x="136" y="341"/>
                </a:lnTo>
                <a:lnTo>
                  <a:pt x="77" y="357"/>
                </a:lnTo>
                <a:lnTo>
                  <a:pt x="38" y="406"/>
                </a:lnTo>
                <a:lnTo>
                  <a:pt x="97" y="454"/>
                </a:lnTo>
                <a:lnTo>
                  <a:pt x="155" y="487"/>
                </a:lnTo>
                <a:lnTo>
                  <a:pt x="195" y="536"/>
                </a:lnTo>
                <a:lnTo>
                  <a:pt x="215" y="584"/>
                </a:lnTo>
                <a:lnTo>
                  <a:pt x="273" y="600"/>
                </a:lnTo>
                <a:lnTo>
                  <a:pt x="215" y="584"/>
                </a:lnTo>
                <a:lnTo>
                  <a:pt x="175" y="633"/>
                </a:lnTo>
                <a:lnTo>
                  <a:pt x="116" y="665"/>
                </a:lnTo>
                <a:lnTo>
                  <a:pt x="58" y="714"/>
                </a:lnTo>
                <a:lnTo>
                  <a:pt x="0" y="730"/>
                </a:lnTo>
                <a:lnTo>
                  <a:pt x="38" y="779"/>
                </a:lnTo>
                <a:lnTo>
                  <a:pt x="97" y="796"/>
                </a:lnTo>
                <a:lnTo>
                  <a:pt x="155" y="828"/>
                </a:lnTo>
                <a:lnTo>
                  <a:pt x="155" y="877"/>
                </a:lnTo>
                <a:lnTo>
                  <a:pt x="97" y="909"/>
                </a:lnTo>
                <a:lnTo>
                  <a:pt x="38" y="942"/>
                </a:lnTo>
                <a:lnTo>
                  <a:pt x="0" y="1055"/>
                </a:lnTo>
                <a:lnTo>
                  <a:pt x="351" y="1023"/>
                </a:lnTo>
                <a:lnTo>
                  <a:pt x="371" y="16"/>
                </a:lnTo>
                <a:lnTo>
                  <a:pt x="234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4305240" y="2502000"/>
            <a:ext cx="197280" cy="419400"/>
          </a:xfrm>
          <a:custGeom>
            <a:avLst/>
            <a:gdLst/>
            <a:ahLst/>
            <a:rect l="0" t="0" r="r" b="b"/>
            <a:pathLst>
              <a:path w="548" h="1165">
                <a:moveTo>
                  <a:pt x="226" y="31"/>
                </a:moveTo>
                <a:lnTo>
                  <a:pt x="370" y="251"/>
                </a:lnTo>
                <a:lnTo>
                  <a:pt x="338" y="771"/>
                </a:lnTo>
                <a:lnTo>
                  <a:pt x="338" y="992"/>
                </a:lnTo>
                <a:lnTo>
                  <a:pt x="0" y="1070"/>
                </a:lnTo>
                <a:lnTo>
                  <a:pt x="96" y="1165"/>
                </a:lnTo>
                <a:lnTo>
                  <a:pt x="532" y="1149"/>
                </a:lnTo>
                <a:lnTo>
                  <a:pt x="548" y="0"/>
                </a:lnTo>
                <a:lnTo>
                  <a:pt x="226" y="3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1608120" y="2541600"/>
            <a:ext cx="0" cy="328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>
            <a:off x="263196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>
            <a:off x="405936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196524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>
            <a:off x="212256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14493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179064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48276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"/>
          <p:cNvSpPr/>
          <p:nvPr/>
        </p:nvSpPr>
        <p:spPr>
          <a:xfrm>
            <a:off x="79380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2286000" y="2546280"/>
            <a:ext cx="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2451240" y="2546280"/>
            <a:ext cx="468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2781360" y="2550960"/>
            <a:ext cx="0" cy="30672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341460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12891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1131840" y="254016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96516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62244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33660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293364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30988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 flipH="1">
            <a:off x="325116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 flipH="1">
            <a:off x="617400" y="2550960"/>
            <a:ext cx="1800" cy="314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35686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373212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390384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355932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420696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435132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1542960" y="2511360"/>
            <a:ext cx="116856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  Ef Bi Nt  Jt  Oi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946080" y="260496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291456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354960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1676520" y="2057400"/>
            <a:ext cx="2006640" cy="47628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1803240" y="2050920"/>
            <a:ext cx="119412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 flipH="1">
            <a:off x="1695600" y="2050920"/>
            <a:ext cx="291960" cy="4892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2152800" y="2057400"/>
            <a:ext cx="5076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2336760" y="2050920"/>
            <a:ext cx="222120" cy="5018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 flipH="1">
            <a:off x="1047600" y="2057400"/>
            <a:ext cx="1447920" cy="46980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>
            <a:off x="307800" y="33660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"/>
          <p:cNvSpPr txBox="1"/>
          <p:nvPr/>
        </p:nvSpPr>
        <p:spPr>
          <a:xfrm>
            <a:off x="69840" y="3380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    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71360" y="58428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6600" y="155520"/>
            <a:ext cx="4748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Pkey  Akey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3333CC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</a:t>
            </a:r>
            <a:r>
              <a:rPr lang="en-US" sz="1400" b="1" u="none" strike="noStrike">
                <a:solidFill>
                  <a:srgbClr val="CC3300"/>
                </a:solidFill>
                <a:effectLst/>
                <a:uFillTx/>
                <a:latin typeface="Arial"/>
                <a:ea typeface="Arial"/>
              </a:rPr>
              <a:t>Ry</a:t>
            </a: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CC33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304920" y="2876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"/>
          <p:cNvSpPr/>
          <p:nvPr/>
        </p:nvSpPr>
        <p:spPr>
          <a:xfrm>
            <a:off x="581040" y="34308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853920" y="20520"/>
            <a:ext cx="31068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Reading on the alternate key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>
            <a:off x="158760" y="2533680"/>
            <a:ext cx="4281480" cy="34128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120600" y="2533680"/>
            <a:ext cx="101880" cy="367200"/>
          </a:xfrm>
          <a:custGeom>
            <a:avLst/>
            <a:gdLst/>
            <a:ahLst/>
            <a:rect l="0" t="0" r="r" b="b"/>
            <a:pathLst>
              <a:path w="283" h="1020">
                <a:moveTo>
                  <a:pt x="142" y="30"/>
                </a:moveTo>
                <a:lnTo>
                  <a:pt x="162" y="76"/>
                </a:lnTo>
                <a:lnTo>
                  <a:pt x="202" y="121"/>
                </a:lnTo>
                <a:lnTo>
                  <a:pt x="222" y="167"/>
                </a:lnTo>
                <a:lnTo>
                  <a:pt x="263" y="212"/>
                </a:lnTo>
                <a:lnTo>
                  <a:pt x="202" y="243"/>
                </a:lnTo>
                <a:lnTo>
                  <a:pt x="142" y="259"/>
                </a:lnTo>
                <a:lnTo>
                  <a:pt x="142" y="305"/>
                </a:lnTo>
                <a:lnTo>
                  <a:pt x="202" y="335"/>
                </a:lnTo>
                <a:lnTo>
                  <a:pt x="242" y="381"/>
                </a:lnTo>
                <a:lnTo>
                  <a:pt x="283" y="426"/>
                </a:lnTo>
                <a:lnTo>
                  <a:pt x="222" y="457"/>
                </a:lnTo>
                <a:lnTo>
                  <a:pt x="182" y="502"/>
                </a:lnTo>
                <a:lnTo>
                  <a:pt x="120" y="533"/>
                </a:lnTo>
                <a:lnTo>
                  <a:pt x="142" y="578"/>
                </a:lnTo>
                <a:lnTo>
                  <a:pt x="202" y="593"/>
                </a:lnTo>
                <a:lnTo>
                  <a:pt x="263" y="624"/>
                </a:lnTo>
                <a:lnTo>
                  <a:pt x="242" y="669"/>
                </a:lnTo>
                <a:lnTo>
                  <a:pt x="182" y="700"/>
                </a:lnTo>
                <a:lnTo>
                  <a:pt x="120" y="730"/>
                </a:lnTo>
                <a:lnTo>
                  <a:pt x="162" y="777"/>
                </a:lnTo>
                <a:lnTo>
                  <a:pt x="202" y="822"/>
                </a:lnTo>
                <a:lnTo>
                  <a:pt x="263" y="853"/>
                </a:lnTo>
                <a:lnTo>
                  <a:pt x="222" y="899"/>
                </a:lnTo>
                <a:lnTo>
                  <a:pt x="162" y="944"/>
                </a:lnTo>
                <a:lnTo>
                  <a:pt x="0" y="1020"/>
                </a:lnTo>
                <a:lnTo>
                  <a:pt x="0" y="0"/>
                </a:lnTo>
                <a:lnTo>
                  <a:pt x="142" y="3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"/>
          <p:cNvSpPr/>
          <p:nvPr/>
        </p:nvSpPr>
        <p:spPr>
          <a:xfrm>
            <a:off x="93600" y="2473200"/>
            <a:ext cx="98640" cy="451080"/>
          </a:xfrm>
          <a:custGeom>
            <a:avLst/>
            <a:gdLst/>
            <a:ahLst/>
            <a:rect l="0" t="0" r="r" b="b"/>
            <a:pathLst>
              <a:path w="274" h="1253">
                <a:moveTo>
                  <a:pt x="274" y="198"/>
                </a:moveTo>
                <a:lnTo>
                  <a:pt x="247" y="244"/>
                </a:lnTo>
                <a:lnTo>
                  <a:pt x="206" y="274"/>
                </a:lnTo>
                <a:lnTo>
                  <a:pt x="165" y="305"/>
                </a:lnTo>
                <a:lnTo>
                  <a:pt x="136" y="351"/>
                </a:lnTo>
                <a:lnTo>
                  <a:pt x="123" y="397"/>
                </a:lnTo>
                <a:lnTo>
                  <a:pt x="165" y="947"/>
                </a:lnTo>
                <a:lnTo>
                  <a:pt x="274" y="1207"/>
                </a:lnTo>
                <a:lnTo>
                  <a:pt x="27" y="1253"/>
                </a:lnTo>
                <a:lnTo>
                  <a:pt x="0" y="0"/>
                </a:lnTo>
                <a:lnTo>
                  <a:pt x="274" y="19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4349880" y="2521080"/>
            <a:ext cx="133560" cy="379800"/>
          </a:xfrm>
          <a:custGeom>
            <a:avLst/>
            <a:gdLst/>
            <a:ahLst/>
            <a:rect l="0" t="0" r="r" b="b"/>
            <a:pathLst>
              <a:path w="371" h="1055">
                <a:moveTo>
                  <a:pt x="234" y="0"/>
                </a:moveTo>
                <a:lnTo>
                  <a:pt x="58" y="226"/>
                </a:lnTo>
                <a:lnTo>
                  <a:pt x="116" y="276"/>
                </a:lnTo>
                <a:lnTo>
                  <a:pt x="195" y="292"/>
                </a:lnTo>
                <a:lnTo>
                  <a:pt x="136" y="341"/>
                </a:lnTo>
                <a:lnTo>
                  <a:pt x="77" y="357"/>
                </a:lnTo>
                <a:lnTo>
                  <a:pt x="38" y="406"/>
                </a:lnTo>
                <a:lnTo>
                  <a:pt x="97" y="454"/>
                </a:lnTo>
                <a:lnTo>
                  <a:pt x="155" y="487"/>
                </a:lnTo>
                <a:lnTo>
                  <a:pt x="195" y="536"/>
                </a:lnTo>
                <a:lnTo>
                  <a:pt x="215" y="584"/>
                </a:lnTo>
                <a:lnTo>
                  <a:pt x="273" y="600"/>
                </a:lnTo>
                <a:lnTo>
                  <a:pt x="215" y="584"/>
                </a:lnTo>
                <a:lnTo>
                  <a:pt x="175" y="633"/>
                </a:lnTo>
                <a:lnTo>
                  <a:pt x="116" y="665"/>
                </a:lnTo>
                <a:lnTo>
                  <a:pt x="58" y="714"/>
                </a:lnTo>
                <a:lnTo>
                  <a:pt x="0" y="730"/>
                </a:lnTo>
                <a:lnTo>
                  <a:pt x="38" y="779"/>
                </a:lnTo>
                <a:lnTo>
                  <a:pt x="97" y="796"/>
                </a:lnTo>
                <a:lnTo>
                  <a:pt x="155" y="828"/>
                </a:lnTo>
                <a:lnTo>
                  <a:pt x="155" y="877"/>
                </a:lnTo>
                <a:lnTo>
                  <a:pt x="97" y="909"/>
                </a:lnTo>
                <a:lnTo>
                  <a:pt x="38" y="942"/>
                </a:lnTo>
                <a:lnTo>
                  <a:pt x="0" y="1055"/>
                </a:lnTo>
                <a:lnTo>
                  <a:pt x="351" y="1023"/>
                </a:lnTo>
                <a:lnTo>
                  <a:pt x="371" y="16"/>
                </a:lnTo>
                <a:lnTo>
                  <a:pt x="234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"/>
          <p:cNvSpPr/>
          <p:nvPr/>
        </p:nvSpPr>
        <p:spPr>
          <a:xfrm>
            <a:off x="4305240" y="2502000"/>
            <a:ext cx="197280" cy="419400"/>
          </a:xfrm>
          <a:custGeom>
            <a:avLst/>
            <a:gdLst/>
            <a:ahLst/>
            <a:rect l="0" t="0" r="r" b="b"/>
            <a:pathLst>
              <a:path w="548" h="1165">
                <a:moveTo>
                  <a:pt x="226" y="31"/>
                </a:moveTo>
                <a:lnTo>
                  <a:pt x="370" y="251"/>
                </a:lnTo>
                <a:lnTo>
                  <a:pt x="338" y="771"/>
                </a:lnTo>
                <a:lnTo>
                  <a:pt x="338" y="992"/>
                </a:lnTo>
                <a:lnTo>
                  <a:pt x="0" y="1070"/>
                </a:lnTo>
                <a:lnTo>
                  <a:pt x="96" y="1165"/>
                </a:lnTo>
                <a:lnTo>
                  <a:pt x="532" y="1149"/>
                </a:lnTo>
                <a:lnTo>
                  <a:pt x="548" y="0"/>
                </a:lnTo>
                <a:lnTo>
                  <a:pt x="226" y="3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1608120" y="2541600"/>
            <a:ext cx="0" cy="328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263196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"/>
          <p:cNvSpPr/>
          <p:nvPr/>
        </p:nvSpPr>
        <p:spPr>
          <a:xfrm>
            <a:off x="405936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196524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212256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14493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179064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48276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"/>
          <p:cNvSpPr/>
          <p:nvPr/>
        </p:nvSpPr>
        <p:spPr>
          <a:xfrm>
            <a:off x="79380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2286000" y="2546280"/>
            <a:ext cx="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2451240" y="2546280"/>
            <a:ext cx="468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"/>
          <p:cNvSpPr/>
          <p:nvPr/>
        </p:nvSpPr>
        <p:spPr>
          <a:xfrm>
            <a:off x="2781360" y="2550960"/>
            <a:ext cx="0" cy="30672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341460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12891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1131840" y="254016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"/>
          <p:cNvSpPr/>
          <p:nvPr/>
        </p:nvSpPr>
        <p:spPr>
          <a:xfrm>
            <a:off x="96516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62244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33660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293364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30988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 flipH="1">
            <a:off x="325116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 flipH="1">
            <a:off x="617400" y="2550960"/>
            <a:ext cx="1800" cy="314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35686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373212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390384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355932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420696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"/>
          <p:cNvSpPr/>
          <p:nvPr/>
        </p:nvSpPr>
        <p:spPr>
          <a:xfrm>
            <a:off x="435132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542960" y="2511360"/>
            <a:ext cx="116856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  Ef Bi Nt  Jt  Oi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946080" y="260496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91456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354960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"/>
          <p:cNvSpPr/>
          <p:nvPr/>
        </p:nvSpPr>
        <p:spPr>
          <a:xfrm>
            <a:off x="1676520" y="2057400"/>
            <a:ext cx="2006640" cy="47628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1803240" y="2050920"/>
            <a:ext cx="119412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 flipH="1">
            <a:off x="1695600" y="2050920"/>
            <a:ext cx="291960" cy="4892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2152800" y="2057400"/>
            <a:ext cx="5076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2336760" y="2050920"/>
            <a:ext cx="222120" cy="5018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 flipH="1">
            <a:off x="1047600" y="2057400"/>
            <a:ext cx="1447920" cy="46980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307800" y="33660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1600200" y="444600"/>
            <a:ext cx="1079640" cy="33012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 txBox="1"/>
          <p:nvPr/>
        </p:nvSpPr>
        <p:spPr>
          <a:xfrm>
            <a:off x="69840" y="3380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    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71360" y="58428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6600" y="155520"/>
            <a:ext cx="4748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Pkey  Akey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3333CC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</a:t>
            </a:r>
            <a:r>
              <a:rPr lang="en-US" sz="1400" b="1" u="none" strike="noStrike">
                <a:solidFill>
                  <a:srgbClr val="CC3300"/>
                </a:solidFill>
                <a:effectLst/>
                <a:uFillTx/>
                <a:latin typeface="Arial"/>
                <a:ea typeface="Arial"/>
              </a:rPr>
              <a:t>Ot</a:t>
            </a: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CC33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304920" y="2876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"/>
          <p:cNvSpPr/>
          <p:nvPr/>
        </p:nvSpPr>
        <p:spPr>
          <a:xfrm>
            <a:off x="581040" y="34308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853920" y="20520"/>
            <a:ext cx="31068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on the alternate key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>
            <a:off x="158760" y="2533680"/>
            <a:ext cx="4281480" cy="34128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120600" y="2533680"/>
            <a:ext cx="101880" cy="367200"/>
          </a:xfrm>
          <a:custGeom>
            <a:avLst/>
            <a:gdLst/>
            <a:ahLst/>
            <a:rect l="0" t="0" r="r" b="b"/>
            <a:pathLst>
              <a:path w="283" h="1020">
                <a:moveTo>
                  <a:pt x="142" y="30"/>
                </a:moveTo>
                <a:lnTo>
                  <a:pt x="162" y="76"/>
                </a:lnTo>
                <a:lnTo>
                  <a:pt x="202" y="121"/>
                </a:lnTo>
                <a:lnTo>
                  <a:pt x="222" y="167"/>
                </a:lnTo>
                <a:lnTo>
                  <a:pt x="263" y="212"/>
                </a:lnTo>
                <a:lnTo>
                  <a:pt x="202" y="243"/>
                </a:lnTo>
                <a:lnTo>
                  <a:pt x="142" y="259"/>
                </a:lnTo>
                <a:lnTo>
                  <a:pt x="142" y="305"/>
                </a:lnTo>
                <a:lnTo>
                  <a:pt x="202" y="335"/>
                </a:lnTo>
                <a:lnTo>
                  <a:pt x="242" y="381"/>
                </a:lnTo>
                <a:lnTo>
                  <a:pt x="283" y="426"/>
                </a:lnTo>
                <a:lnTo>
                  <a:pt x="222" y="457"/>
                </a:lnTo>
                <a:lnTo>
                  <a:pt x="182" y="502"/>
                </a:lnTo>
                <a:lnTo>
                  <a:pt x="120" y="533"/>
                </a:lnTo>
                <a:lnTo>
                  <a:pt x="142" y="578"/>
                </a:lnTo>
                <a:lnTo>
                  <a:pt x="202" y="593"/>
                </a:lnTo>
                <a:lnTo>
                  <a:pt x="263" y="624"/>
                </a:lnTo>
                <a:lnTo>
                  <a:pt x="242" y="669"/>
                </a:lnTo>
                <a:lnTo>
                  <a:pt x="182" y="700"/>
                </a:lnTo>
                <a:lnTo>
                  <a:pt x="120" y="730"/>
                </a:lnTo>
                <a:lnTo>
                  <a:pt x="162" y="777"/>
                </a:lnTo>
                <a:lnTo>
                  <a:pt x="202" y="822"/>
                </a:lnTo>
                <a:lnTo>
                  <a:pt x="263" y="853"/>
                </a:lnTo>
                <a:lnTo>
                  <a:pt x="222" y="899"/>
                </a:lnTo>
                <a:lnTo>
                  <a:pt x="162" y="944"/>
                </a:lnTo>
                <a:lnTo>
                  <a:pt x="0" y="1020"/>
                </a:lnTo>
                <a:lnTo>
                  <a:pt x="0" y="0"/>
                </a:lnTo>
                <a:lnTo>
                  <a:pt x="142" y="3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93600" y="2473200"/>
            <a:ext cx="98640" cy="451080"/>
          </a:xfrm>
          <a:custGeom>
            <a:avLst/>
            <a:gdLst/>
            <a:ahLst/>
            <a:rect l="0" t="0" r="r" b="b"/>
            <a:pathLst>
              <a:path w="274" h="1253">
                <a:moveTo>
                  <a:pt x="274" y="198"/>
                </a:moveTo>
                <a:lnTo>
                  <a:pt x="247" y="244"/>
                </a:lnTo>
                <a:lnTo>
                  <a:pt x="206" y="274"/>
                </a:lnTo>
                <a:lnTo>
                  <a:pt x="165" y="305"/>
                </a:lnTo>
                <a:lnTo>
                  <a:pt x="136" y="351"/>
                </a:lnTo>
                <a:lnTo>
                  <a:pt x="123" y="397"/>
                </a:lnTo>
                <a:lnTo>
                  <a:pt x="165" y="947"/>
                </a:lnTo>
                <a:lnTo>
                  <a:pt x="274" y="1207"/>
                </a:lnTo>
                <a:lnTo>
                  <a:pt x="27" y="1253"/>
                </a:lnTo>
                <a:lnTo>
                  <a:pt x="0" y="0"/>
                </a:lnTo>
                <a:lnTo>
                  <a:pt x="274" y="19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4349880" y="2521080"/>
            <a:ext cx="133560" cy="379800"/>
          </a:xfrm>
          <a:custGeom>
            <a:avLst/>
            <a:gdLst/>
            <a:ahLst/>
            <a:rect l="0" t="0" r="r" b="b"/>
            <a:pathLst>
              <a:path w="371" h="1055">
                <a:moveTo>
                  <a:pt x="234" y="0"/>
                </a:moveTo>
                <a:lnTo>
                  <a:pt x="58" y="226"/>
                </a:lnTo>
                <a:lnTo>
                  <a:pt x="116" y="276"/>
                </a:lnTo>
                <a:lnTo>
                  <a:pt x="195" y="292"/>
                </a:lnTo>
                <a:lnTo>
                  <a:pt x="136" y="341"/>
                </a:lnTo>
                <a:lnTo>
                  <a:pt x="77" y="357"/>
                </a:lnTo>
                <a:lnTo>
                  <a:pt x="38" y="406"/>
                </a:lnTo>
                <a:lnTo>
                  <a:pt x="97" y="454"/>
                </a:lnTo>
                <a:lnTo>
                  <a:pt x="155" y="487"/>
                </a:lnTo>
                <a:lnTo>
                  <a:pt x="195" y="536"/>
                </a:lnTo>
                <a:lnTo>
                  <a:pt x="215" y="584"/>
                </a:lnTo>
                <a:lnTo>
                  <a:pt x="273" y="600"/>
                </a:lnTo>
                <a:lnTo>
                  <a:pt x="215" y="584"/>
                </a:lnTo>
                <a:lnTo>
                  <a:pt x="175" y="633"/>
                </a:lnTo>
                <a:lnTo>
                  <a:pt x="116" y="665"/>
                </a:lnTo>
                <a:lnTo>
                  <a:pt x="58" y="714"/>
                </a:lnTo>
                <a:lnTo>
                  <a:pt x="0" y="730"/>
                </a:lnTo>
                <a:lnTo>
                  <a:pt x="38" y="779"/>
                </a:lnTo>
                <a:lnTo>
                  <a:pt x="97" y="796"/>
                </a:lnTo>
                <a:lnTo>
                  <a:pt x="155" y="828"/>
                </a:lnTo>
                <a:lnTo>
                  <a:pt x="155" y="877"/>
                </a:lnTo>
                <a:lnTo>
                  <a:pt x="97" y="909"/>
                </a:lnTo>
                <a:lnTo>
                  <a:pt x="38" y="942"/>
                </a:lnTo>
                <a:lnTo>
                  <a:pt x="0" y="1055"/>
                </a:lnTo>
                <a:lnTo>
                  <a:pt x="351" y="1023"/>
                </a:lnTo>
                <a:lnTo>
                  <a:pt x="371" y="16"/>
                </a:lnTo>
                <a:lnTo>
                  <a:pt x="234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"/>
          <p:cNvSpPr/>
          <p:nvPr/>
        </p:nvSpPr>
        <p:spPr>
          <a:xfrm>
            <a:off x="4305240" y="2502000"/>
            <a:ext cx="197280" cy="419400"/>
          </a:xfrm>
          <a:custGeom>
            <a:avLst/>
            <a:gdLst/>
            <a:ahLst/>
            <a:rect l="0" t="0" r="r" b="b"/>
            <a:pathLst>
              <a:path w="548" h="1165">
                <a:moveTo>
                  <a:pt x="226" y="31"/>
                </a:moveTo>
                <a:lnTo>
                  <a:pt x="370" y="251"/>
                </a:lnTo>
                <a:lnTo>
                  <a:pt x="338" y="771"/>
                </a:lnTo>
                <a:lnTo>
                  <a:pt x="338" y="992"/>
                </a:lnTo>
                <a:lnTo>
                  <a:pt x="0" y="1070"/>
                </a:lnTo>
                <a:lnTo>
                  <a:pt x="96" y="1165"/>
                </a:lnTo>
                <a:lnTo>
                  <a:pt x="532" y="1149"/>
                </a:lnTo>
                <a:lnTo>
                  <a:pt x="548" y="0"/>
                </a:lnTo>
                <a:lnTo>
                  <a:pt x="226" y="3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>
            <a:off x="1608120" y="2541600"/>
            <a:ext cx="0" cy="328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"/>
          <p:cNvSpPr/>
          <p:nvPr/>
        </p:nvSpPr>
        <p:spPr>
          <a:xfrm>
            <a:off x="263196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405936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196524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212256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14493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179064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48276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79380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2286000" y="2546280"/>
            <a:ext cx="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2451240" y="2546280"/>
            <a:ext cx="468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>
            <a:off x="2781360" y="2550960"/>
            <a:ext cx="0" cy="30672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>
            <a:off x="341460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"/>
          <p:cNvSpPr/>
          <p:nvPr/>
        </p:nvSpPr>
        <p:spPr>
          <a:xfrm>
            <a:off x="12891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1131840" y="254016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96516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>
            <a:off x="62244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>
            <a:off x="33660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293364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30988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"/>
          <p:cNvSpPr/>
          <p:nvPr/>
        </p:nvSpPr>
        <p:spPr>
          <a:xfrm flipH="1">
            <a:off x="325116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"/>
          <p:cNvSpPr/>
          <p:nvPr/>
        </p:nvSpPr>
        <p:spPr>
          <a:xfrm flipH="1">
            <a:off x="617400" y="2550960"/>
            <a:ext cx="1800" cy="314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35686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"/>
          <p:cNvSpPr/>
          <p:nvPr/>
        </p:nvSpPr>
        <p:spPr>
          <a:xfrm>
            <a:off x="373212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390384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"/>
          <p:cNvSpPr/>
          <p:nvPr/>
        </p:nvSpPr>
        <p:spPr>
          <a:xfrm>
            <a:off x="355932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"/>
          <p:cNvSpPr/>
          <p:nvPr/>
        </p:nvSpPr>
        <p:spPr>
          <a:xfrm>
            <a:off x="420696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435132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542960" y="2511360"/>
            <a:ext cx="116856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  Ef Bi Nt  Jt  Oi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946080" y="260496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91456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54960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1676520" y="2057400"/>
            <a:ext cx="2006640" cy="47628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1803240" y="2050920"/>
            <a:ext cx="119412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 flipH="1">
            <a:off x="1695600" y="2050920"/>
            <a:ext cx="291960" cy="4892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"/>
          <p:cNvSpPr/>
          <p:nvPr/>
        </p:nvSpPr>
        <p:spPr>
          <a:xfrm>
            <a:off x="2152800" y="2057400"/>
            <a:ext cx="5076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2336760" y="2050920"/>
            <a:ext cx="222120" cy="5018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"/>
          <p:cNvSpPr/>
          <p:nvPr/>
        </p:nvSpPr>
        <p:spPr>
          <a:xfrm flipH="1">
            <a:off x="1047600" y="2057400"/>
            <a:ext cx="1447920" cy="46980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>
            <a:off x="307800" y="33660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"/>
          <p:cNvSpPr/>
          <p:nvPr/>
        </p:nvSpPr>
        <p:spPr>
          <a:xfrm>
            <a:off x="1650960" y="1009800"/>
            <a:ext cx="1047600" cy="33012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"/>
          <p:cNvSpPr txBox="1"/>
          <p:nvPr/>
        </p:nvSpPr>
        <p:spPr>
          <a:xfrm>
            <a:off x="69840" y="3380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    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171360" y="58428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66600" y="155520"/>
            <a:ext cx="4748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Pkey  Akey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</a:t>
            </a:r>
            <a:r>
              <a:rPr lang="en-US" sz="1000" b="1" u="none" strike="noStrike">
                <a:solidFill>
                  <a:srgbClr val="CC3300"/>
                </a:solidFill>
                <a:effectLst/>
                <a:uFillTx/>
                <a:latin typeface="Times New Roman"/>
                <a:ea typeface="Times New Roman"/>
              </a:rPr>
              <a:t>Nt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04920" y="2876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581040" y="34308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853920" y="20520"/>
            <a:ext cx="31068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on the alternate key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"/>
          <p:cNvSpPr/>
          <p:nvPr/>
        </p:nvSpPr>
        <p:spPr>
          <a:xfrm>
            <a:off x="158760" y="2533680"/>
            <a:ext cx="4281480" cy="34128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120600" y="2533680"/>
            <a:ext cx="101880" cy="367200"/>
          </a:xfrm>
          <a:custGeom>
            <a:avLst/>
            <a:gdLst/>
            <a:ahLst/>
            <a:rect l="0" t="0" r="r" b="b"/>
            <a:pathLst>
              <a:path w="283" h="1020">
                <a:moveTo>
                  <a:pt x="142" y="30"/>
                </a:moveTo>
                <a:lnTo>
                  <a:pt x="162" y="76"/>
                </a:lnTo>
                <a:lnTo>
                  <a:pt x="202" y="121"/>
                </a:lnTo>
                <a:lnTo>
                  <a:pt x="222" y="167"/>
                </a:lnTo>
                <a:lnTo>
                  <a:pt x="263" y="212"/>
                </a:lnTo>
                <a:lnTo>
                  <a:pt x="202" y="243"/>
                </a:lnTo>
                <a:lnTo>
                  <a:pt x="142" y="259"/>
                </a:lnTo>
                <a:lnTo>
                  <a:pt x="142" y="305"/>
                </a:lnTo>
                <a:lnTo>
                  <a:pt x="202" y="335"/>
                </a:lnTo>
                <a:lnTo>
                  <a:pt x="242" y="381"/>
                </a:lnTo>
                <a:lnTo>
                  <a:pt x="283" y="426"/>
                </a:lnTo>
                <a:lnTo>
                  <a:pt x="222" y="457"/>
                </a:lnTo>
                <a:lnTo>
                  <a:pt x="182" y="502"/>
                </a:lnTo>
                <a:lnTo>
                  <a:pt x="120" y="533"/>
                </a:lnTo>
                <a:lnTo>
                  <a:pt x="142" y="578"/>
                </a:lnTo>
                <a:lnTo>
                  <a:pt x="202" y="593"/>
                </a:lnTo>
                <a:lnTo>
                  <a:pt x="263" y="624"/>
                </a:lnTo>
                <a:lnTo>
                  <a:pt x="242" y="669"/>
                </a:lnTo>
                <a:lnTo>
                  <a:pt x="182" y="700"/>
                </a:lnTo>
                <a:lnTo>
                  <a:pt x="120" y="730"/>
                </a:lnTo>
                <a:lnTo>
                  <a:pt x="162" y="777"/>
                </a:lnTo>
                <a:lnTo>
                  <a:pt x="202" y="822"/>
                </a:lnTo>
                <a:lnTo>
                  <a:pt x="263" y="853"/>
                </a:lnTo>
                <a:lnTo>
                  <a:pt x="222" y="899"/>
                </a:lnTo>
                <a:lnTo>
                  <a:pt x="162" y="944"/>
                </a:lnTo>
                <a:lnTo>
                  <a:pt x="0" y="1020"/>
                </a:lnTo>
                <a:lnTo>
                  <a:pt x="0" y="0"/>
                </a:lnTo>
                <a:lnTo>
                  <a:pt x="142" y="3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"/>
          <p:cNvSpPr/>
          <p:nvPr/>
        </p:nvSpPr>
        <p:spPr>
          <a:xfrm>
            <a:off x="93600" y="2473200"/>
            <a:ext cx="98640" cy="451080"/>
          </a:xfrm>
          <a:custGeom>
            <a:avLst/>
            <a:gdLst/>
            <a:ahLst/>
            <a:rect l="0" t="0" r="r" b="b"/>
            <a:pathLst>
              <a:path w="274" h="1253">
                <a:moveTo>
                  <a:pt x="274" y="198"/>
                </a:moveTo>
                <a:lnTo>
                  <a:pt x="247" y="244"/>
                </a:lnTo>
                <a:lnTo>
                  <a:pt x="206" y="274"/>
                </a:lnTo>
                <a:lnTo>
                  <a:pt x="165" y="305"/>
                </a:lnTo>
                <a:lnTo>
                  <a:pt x="136" y="351"/>
                </a:lnTo>
                <a:lnTo>
                  <a:pt x="123" y="397"/>
                </a:lnTo>
                <a:lnTo>
                  <a:pt x="165" y="947"/>
                </a:lnTo>
                <a:lnTo>
                  <a:pt x="274" y="1207"/>
                </a:lnTo>
                <a:lnTo>
                  <a:pt x="27" y="1253"/>
                </a:lnTo>
                <a:lnTo>
                  <a:pt x="0" y="0"/>
                </a:lnTo>
                <a:lnTo>
                  <a:pt x="274" y="19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4349880" y="2521080"/>
            <a:ext cx="133560" cy="379800"/>
          </a:xfrm>
          <a:custGeom>
            <a:avLst/>
            <a:gdLst/>
            <a:ahLst/>
            <a:rect l="0" t="0" r="r" b="b"/>
            <a:pathLst>
              <a:path w="371" h="1055">
                <a:moveTo>
                  <a:pt x="234" y="0"/>
                </a:moveTo>
                <a:lnTo>
                  <a:pt x="58" y="226"/>
                </a:lnTo>
                <a:lnTo>
                  <a:pt x="116" y="276"/>
                </a:lnTo>
                <a:lnTo>
                  <a:pt x="195" y="292"/>
                </a:lnTo>
                <a:lnTo>
                  <a:pt x="136" y="341"/>
                </a:lnTo>
                <a:lnTo>
                  <a:pt x="77" y="357"/>
                </a:lnTo>
                <a:lnTo>
                  <a:pt x="38" y="406"/>
                </a:lnTo>
                <a:lnTo>
                  <a:pt x="97" y="454"/>
                </a:lnTo>
                <a:lnTo>
                  <a:pt x="155" y="487"/>
                </a:lnTo>
                <a:lnTo>
                  <a:pt x="195" y="536"/>
                </a:lnTo>
                <a:lnTo>
                  <a:pt x="215" y="584"/>
                </a:lnTo>
                <a:lnTo>
                  <a:pt x="273" y="600"/>
                </a:lnTo>
                <a:lnTo>
                  <a:pt x="215" y="584"/>
                </a:lnTo>
                <a:lnTo>
                  <a:pt x="175" y="633"/>
                </a:lnTo>
                <a:lnTo>
                  <a:pt x="116" y="665"/>
                </a:lnTo>
                <a:lnTo>
                  <a:pt x="58" y="714"/>
                </a:lnTo>
                <a:lnTo>
                  <a:pt x="0" y="730"/>
                </a:lnTo>
                <a:lnTo>
                  <a:pt x="38" y="779"/>
                </a:lnTo>
                <a:lnTo>
                  <a:pt x="97" y="796"/>
                </a:lnTo>
                <a:lnTo>
                  <a:pt x="155" y="828"/>
                </a:lnTo>
                <a:lnTo>
                  <a:pt x="155" y="877"/>
                </a:lnTo>
                <a:lnTo>
                  <a:pt x="97" y="909"/>
                </a:lnTo>
                <a:lnTo>
                  <a:pt x="38" y="942"/>
                </a:lnTo>
                <a:lnTo>
                  <a:pt x="0" y="1055"/>
                </a:lnTo>
                <a:lnTo>
                  <a:pt x="351" y="1023"/>
                </a:lnTo>
                <a:lnTo>
                  <a:pt x="371" y="16"/>
                </a:lnTo>
                <a:lnTo>
                  <a:pt x="234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"/>
          <p:cNvSpPr/>
          <p:nvPr/>
        </p:nvSpPr>
        <p:spPr>
          <a:xfrm>
            <a:off x="4305240" y="2502000"/>
            <a:ext cx="197280" cy="419400"/>
          </a:xfrm>
          <a:custGeom>
            <a:avLst/>
            <a:gdLst/>
            <a:ahLst/>
            <a:rect l="0" t="0" r="r" b="b"/>
            <a:pathLst>
              <a:path w="548" h="1165">
                <a:moveTo>
                  <a:pt x="226" y="31"/>
                </a:moveTo>
                <a:lnTo>
                  <a:pt x="370" y="251"/>
                </a:lnTo>
                <a:lnTo>
                  <a:pt x="338" y="771"/>
                </a:lnTo>
                <a:lnTo>
                  <a:pt x="338" y="992"/>
                </a:lnTo>
                <a:lnTo>
                  <a:pt x="0" y="1070"/>
                </a:lnTo>
                <a:lnTo>
                  <a:pt x="96" y="1165"/>
                </a:lnTo>
                <a:lnTo>
                  <a:pt x="532" y="1149"/>
                </a:lnTo>
                <a:lnTo>
                  <a:pt x="548" y="0"/>
                </a:lnTo>
                <a:lnTo>
                  <a:pt x="226" y="3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"/>
          <p:cNvSpPr/>
          <p:nvPr/>
        </p:nvSpPr>
        <p:spPr>
          <a:xfrm>
            <a:off x="1608120" y="2541600"/>
            <a:ext cx="0" cy="328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"/>
          <p:cNvSpPr/>
          <p:nvPr/>
        </p:nvSpPr>
        <p:spPr>
          <a:xfrm>
            <a:off x="263196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"/>
          <p:cNvSpPr/>
          <p:nvPr/>
        </p:nvSpPr>
        <p:spPr>
          <a:xfrm>
            <a:off x="405936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"/>
          <p:cNvSpPr/>
          <p:nvPr/>
        </p:nvSpPr>
        <p:spPr>
          <a:xfrm>
            <a:off x="196524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"/>
          <p:cNvSpPr/>
          <p:nvPr/>
        </p:nvSpPr>
        <p:spPr>
          <a:xfrm>
            <a:off x="212256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14493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"/>
          <p:cNvSpPr/>
          <p:nvPr/>
        </p:nvSpPr>
        <p:spPr>
          <a:xfrm>
            <a:off x="179064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>
            <a:off x="48276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79380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"/>
          <p:cNvSpPr/>
          <p:nvPr/>
        </p:nvSpPr>
        <p:spPr>
          <a:xfrm>
            <a:off x="2286000" y="2546280"/>
            <a:ext cx="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2451240" y="2546280"/>
            <a:ext cx="468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"/>
          <p:cNvSpPr/>
          <p:nvPr/>
        </p:nvSpPr>
        <p:spPr>
          <a:xfrm>
            <a:off x="2781360" y="2550960"/>
            <a:ext cx="0" cy="30672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"/>
          <p:cNvSpPr/>
          <p:nvPr/>
        </p:nvSpPr>
        <p:spPr>
          <a:xfrm>
            <a:off x="341460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"/>
          <p:cNvSpPr/>
          <p:nvPr/>
        </p:nvSpPr>
        <p:spPr>
          <a:xfrm>
            <a:off x="12891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"/>
          <p:cNvSpPr/>
          <p:nvPr/>
        </p:nvSpPr>
        <p:spPr>
          <a:xfrm>
            <a:off x="1131840" y="254016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"/>
          <p:cNvSpPr/>
          <p:nvPr/>
        </p:nvSpPr>
        <p:spPr>
          <a:xfrm>
            <a:off x="96516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"/>
          <p:cNvSpPr/>
          <p:nvPr/>
        </p:nvSpPr>
        <p:spPr>
          <a:xfrm>
            <a:off x="62244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"/>
          <p:cNvSpPr/>
          <p:nvPr/>
        </p:nvSpPr>
        <p:spPr>
          <a:xfrm>
            <a:off x="33660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"/>
          <p:cNvSpPr/>
          <p:nvPr/>
        </p:nvSpPr>
        <p:spPr>
          <a:xfrm>
            <a:off x="293364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"/>
          <p:cNvSpPr/>
          <p:nvPr/>
        </p:nvSpPr>
        <p:spPr>
          <a:xfrm>
            <a:off x="30988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"/>
          <p:cNvSpPr/>
          <p:nvPr/>
        </p:nvSpPr>
        <p:spPr>
          <a:xfrm flipH="1">
            <a:off x="325116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 flipH="1">
            <a:off x="617400" y="2550960"/>
            <a:ext cx="1800" cy="314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35686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"/>
          <p:cNvSpPr/>
          <p:nvPr/>
        </p:nvSpPr>
        <p:spPr>
          <a:xfrm>
            <a:off x="373212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"/>
          <p:cNvSpPr/>
          <p:nvPr/>
        </p:nvSpPr>
        <p:spPr>
          <a:xfrm>
            <a:off x="390384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"/>
          <p:cNvSpPr/>
          <p:nvPr/>
        </p:nvSpPr>
        <p:spPr>
          <a:xfrm>
            <a:off x="355932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420696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"/>
          <p:cNvSpPr/>
          <p:nvPr/>
        </p:nvSpPr>
        <p:spPr>
          <a:xfrm>
            <a:off x="435132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1542960" y="2511360"/>
            <a:ext cx="116856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41  43 44 45 46  49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  Ef Bi Nt  Jt  Oi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946080" y="260496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91456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354960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"/>
          <p:cNvSpPr/>
          <p:nvPr/>
        </p:nvSpPr>
        <p:spPr>
          <a:xfrm>
            <a:off x="1676520" y="2057400"/>
            <a:ext cx="2006640" cy="47628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1803240" y="2050920"/>
            <a:ext cx="119412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"/>
          <p:cNvSpPr/>
          <p:nvPr/>
        </p:nvSpPr>
        <p:spPr>
          <a:xfrm flipH="1">
            <a:off x="1695600" y="2050920"/>
            <a:ext cx="291960" cy="4892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2152800" y="2057400"/>
            <a:ext cx="50760" cy="482760"/>
          </a:xfrm>
          <a:prstGeom prst="line">
            <a:avLst/>
          </a:prstGeom>
          <a:ln w="12600">
            <a:solidFill>
              <a:srgbClr val="CC33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"/>
          <p:cNvSpPr/>
          <p:nvPr/>
        </p:nvSpPr>
        <p:spPr>
          <a:xfrm>
            <a:off x="2336760" y="2050920"/>
            <a:ext cx="222120" cy="5018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"/>
          <p:cNvSpPr/>
          <p:nvPr/>
        </p:nvSpPr>
        <p:spPr>
          <a:xfrm flipH="1">
            <a:off x="1047600" y="2057400"/>
            <a:ext cx="1447920" cy="46980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>
            <a:off x="307800" y="33660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1533600" y="1790640"/>
            <a:ext cx="1085760" cy="27612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1536840" y="1790640"/>
            <a:ext cx="1073160" cy="272880"/>
          </a:xfrm>
          <a:prstGeom prst="rect">
            <a:avLst/>
          </a:prstGeom>
          <a:noFill/>
          <a:ln w="25560">
            <a:solidFill>
              <a:srgbClr val="3333CC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"/>
          <p:cNvSpPr txBox="1"/>
          <p:nvPr/>
        </p:nvSpPr>
        <p:spPr>
          <a:xfrm>
            <a:off x="69840" y="338040"/>
            <a:ext cx="1073160" cy="24444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45  Nt    data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171360" y="584280"/>
            <a:ext cx="914400" cy="2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Record Buffer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600" y="155520"/>
            <a:ext cx="4748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Pkey  Akey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592280" y="446040"/>
            <a:ext cx="109548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Hv   Ry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"/>
          <p:cNvSpPr/>
          <p:nvPr/>
        </p:nvSpPr>
        <p:spPr>
          <a:xfrm>
            <a:off x="2004840" y="461880"/>
            <a:ext cx="0" cy="3002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2309760" y="469800"/>
            <a:ext cx="0" cy="311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1650960" y="1004760"/>
            <a:ext cx="105552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Ly   Ot   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"/>
          <p:cNvSpPr/>
          <p:nvPr/>
        </p:nvSpPr>
        <p:spPr>
          <a:xfrm>
            <a:off x="2328840" y="1004760"/>
            <a:ext cx="0" cy="3240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530280" y="1004760"/>
            <a:ext cx="104616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Cv   Ft   Hv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"/>
          <p:cNvSpPr/>
          <p:nvPr/>
        </p:nvSpPr>
        <p:spPr>
          <a:xfrm>
            <a:off x="880920" y="1004760"/>
            <a:ext cx="0" cy="3333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"/>
          <p:cNvSpPr/>
          <p:nvPr/>
        </p:nvSpPr>
        <p:spPr>
          <a:xfrm>
            <a:off x="1179360" y="10047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2795760" y="1004760"/>
            <a:ext cx="1025640" cy="33984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Tt   Wi   Zp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112680" y="1798560"/>
            <a:ext cx="4281480" cy="26496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 Nf Ni Nt Oi Ot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  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"/>
          <p:cNvSpPr/>
          <p:nvPr/>
        </p:nvSpPr>
        <p:spPr>
          <a:xfrm>
            <a:off x="1562040" y="1800360"/>
            <a:ext cx="0" cy="2602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"/>
          <p:cNvSpPr/>
          <p:nvPr/>
        </p:nvSpPr>
        <p:spPr>
          <a:xfrm>
            <a:off x="258588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401328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"/>
          <p:cNvSpPr/>
          <p:nvPr/>
        </p:nvSpPr>
        <p:spPr>
          <a:xfrm>
            <a:off x="191916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"/>
          <p:cNvSpPr/>
          <p:nvPr/>
        </p:nvSpPr>
        <p:spPr>
          <a:xfrm>
            <a:off x="2076480" y="180036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"/>
          <p:cNvSpPr/>
          <p:nvPr/>
        </p:nvSpPr>
        <p:spPr>
          <a:xfrm flipH="1">
            <a:off x="1111320" y="1328760"/>
            <a:ext cx="620640" cy="449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"/>
          <p:cNvSpPr/>
          <p:nvPr/>
        </p:nvSpPr>
        <p:spPr>
          <a:xfrm>
            <a:off x="2151000" y="1336680"/>
            <a:ext cx="1800" cy="44784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"/>
          <p:cNvSpPr/>
          <p:nvPr/>
        </p:nvSpPr>
        <p:spPr>
          <a:xfrm>
            <a:off x="2573280" y="1336680"/>
            <a:ext cx="468360" cy="4413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"/>
          <p:cNvSpPr/>
          <p:nvPr/>
        </p:nvSpPr>
        <p:spPr>
          <a:xfrm>
            <a:off x="2994120" y="1328760"/>
            <a:ext cx="1012680" cy="45576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"/>
          <p:cNvSpPr/>
          <p:nvPr/>
        </p:nvSpPr>
        <p:spPr>
          <a:xfrm flipH="1">
            <a:off x="355680" y="1346040"/>
            <a:ext cx="1015920" cy="4320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69840" y="1771560"/>
            <a:ext cx="135360" cy="317880"/>
          </a:xfrm>
          <a:custGeom>
            <a:avLst/>
            <a:gdLst/>
            <a:ahLst/>
            <a:rect l="0" t="0" r="r" b="b"/>
            <a:pathLst>
              <a:path w="376" h="883">
                <a:moveTo>
                  <a:pt x="188" y="26"/>
                </a:moveTo>
                <a:lnTo>
                  <a:pt x="215" y="65"/>
                </a:lnTo>
                <a:lnTo>
                  <a:pt x="268" y="105"/>
                </a:lnTo>
                <a:lnTo>
                  <a:pt x="296" y="144"/>
                </a:lnTo>
                <a:lnTo>
                  <a:pt x="350" y="184"/>
                </a:lnTo>
                <a:lnTo>
                  <a:pt x="268" y="210"/>
                </a:lnTo>
                <a:lnTo>
                  <a:pt x="188" y="224"/>
                </a:lnTo>
                <a:lnTo>
                  <a:pt x="188" y="264"/>
                </a:lnTo>
                <a:lnTo>
                  <a:pt x="268" y="290"/>
                </a:lnTo>
                <a:lnTo>
                  <a:pt x="323" y="330"/>
                </a:lnTo>
                <a:lnTo>
                  <a:pt x="376" y="369"/>
                </a:lnTo>
                <a:lnTo>
                  <a:pt x="296" y="395"/>
                </a:lnTo>
                <a:lnTo>
                  <a:pt x="241" y="435"/>
                </a:lnTo>
                <a:lnTo>
                  <a:pt x="161" y="461"/>
                </a:lnTo>
                <a:lnTo>
                  <a:pt x="188" y="501"/>
                </a:lnTo>
                <a:lnTo>
                  <a:pt x="268" y="514"/>
                </a:lnTo>
                <a:lnTo>
                  <a:pt x="350" y="540"/>
                </a:lnTo>
                <a:lnTo>
                  <a:pt x="323" y="580"/>
                </a:lnTo>
                <a:lnTo>
                  <a:pt x="241" y="606"/>
                </a:lnTo>
                <a:lnTo>
                  <a:pt x="161" y="632"/>
                </a:lnTo>
                <a:lnTo>
                  <a:pt x="215" y="673"/>
                </a:lnTo>
                <a:lnTo>
                  <a:pt x="268" y="712"/>
                </a:lnTo>
                <a:lnTo>
                  <a:pt x="350" y="739"/>
                </a:lnTo>
                <a:lnTo>
                  <a:pt x="296" y="778"/>
                </a:lnTo>
                <a:lnTo>
                  <a:pt x="215" y="818"/>
                </a:lnTo>
                <a:lnTo>
                  <a:pt x="0" y="883"/>
                </a:lnTo>
                <a:lnTo>
                  <a:pt x="0" y="0"/>
                </a:lnTo>
                <a:lnTo>
                  <a:pt x="188" y="26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"/>
          <p:cNvSpPr/>
          <p:nvPr/>
        </p:nvSpPr>
        <p:spPr>
          <a:xfrm>
            <a:off x="42840" y="1724040"/>
            <a:ext cx="132120" cy="389160"/>
          </a:xfrm>
          <a:custGeom>
            <a:avLst/>
            <a:gdLst/>
            <a:ahLst/>
            <a:rect l="0" t="0" r="r" b="b"/>
            <a:pathLst>
              <a:path w="367" h="1081">
                <a:moveTo>
                  <a:pt x="367" y="171"/>
                </a:moveTo>
                <a:lnTo>
                  <a:pt x="330" y="210"/>
                </a:lnTo>
                <a:lnTo>
                  <a:pt x="275" y="237"/>
                </a:lnTo>
                <a:lnTo>
                  <a:pt x="220" y="263"/>
                </a:lnTo>
                <a:lnTo>
                  <a:pt x="183" y="303"/>
                </a:lnTo>
                <a:lnTo>
                  <a:pt x="164" y="342"/>
                </a:lnTo>
                <a:lnTo>
                  <a:pt x="220" y="817"/>
                </a:lnTo>
                <a:lnTo>
                  <a:pt x="367" y="1041"/>
                </a:lnTo>
                <a:lnTo>
                  <a:pt x="36" y="1081"/>
                </a:lnTo>
                <a:lnTo>
                  <a:pt x="0" y="0"/>
                </a:lnTo>
                <a:lnTo>
                  <a:pt x="367" y="17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"/>
          <p:cNvSpPr/>
          <p:nvPr/>
        </p:nvSpPr>
        <p:spPr>
          <a:xfrm>
            <a:off x="4303800" y="1781280"/>
            <a:ext cx="125640" cy="308160"/>
          </a:xfrm>
          <a:custGeom>
            <a:avLst/>
            <a:gdLst/>
            <a:ahLst/>
            <a:rect l="0" t="0" r="r" b="b"/>
            <a:pathLst>
              <a:path w="349" h="856">
                <a:moveTo>
                  <a:pt x="221" y="0"/>
                </a:moveTo>
                <a:lnTo>
                  <a:pt x="55" y="184"/>
                </a:lnTo>
                <a:lnTo>
                  <a:pt x="110" y="223"/>
                </a:lnTo>
                <a:lnTo>
                  <a:pt x="184" y="236"/>
                </a:lnTo>
                <a:lnTo>
                  <a:pt x="128" y="276"/>
                </a:lnTo>
                <a:lnTo>
                  <a:pt x="73" y="289"/>
                </a:lnTo>
                <a:lnTo>
                  <a:pt x="36" y="329"/>
                </a:lnTo>
                <a:lnTo>
                  <a:pt x="91" y="368"/>
                </a:lnTo>
                <a:lnTo>
                  <a:pt x="146" y="394"/>
                </a:lnTo>
                <a:lnTo>
                  <a:pt x="184" y="435"/>
                </a:lnTo>
                <a:lnTo>
                  <a:pt x="202" y="474"/>
                </a:lnTo>
                <a:lnTo>
                  <a:pt x="257" y="487"/>
                </a:lnTo>
                <a:lnTo>
                  <a:pt x="202" y="474"/>
                </a:lnTo>
                <a:lnTo>
                  <a:pt x="165" y="514"/>
                </a:lnTo>
                <a:lnTo>
                  <a:pt x="110" y="540"/>
                </a:lnTo>
                <a:lnTo>
                  <a:pt x="55" y="580"/>
                </a:lnTo>
                <a:lnTo>
                  <a:pt x="0" y="593"/>
                </a:lnTo>
                <a:lnTo>
                  <a:pt x="36" y="632"/>
                </a:lnTo>
                <a:lnTo>
                  <a:pt x="91" y="645"/>
                </a:lnTo>
                <a:lnTo>
                  <a:pt x="146" y="672"/>
                </a:lnTo>
                <a:lnTo>
                  <a:pt x="146" y="711"/>
                </a:lnTo>
                <a:lnTo>
                  <a:pt x="91" y="738"/>
                </a:lnTo>
                <a:lnTo>
                  <a:pt x="36" y="764"/>
                </a:lnTo>
                <a:lnTo>
                  <a:pt x="0" y="856"/>
                </a:lnTo>
                <a:lnTo>
                  <a:pt x="331" y="830"/>
                </a:lnTo>
                <a:lnTo>
                  <a:pt x="349" y="13"/>
                </a:lnTo>
                <a:lnTo>
                  <a:pt x="221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"/>
          <p:cNvSpPr/>
          <p:nvPr/>
        </p:nvSpPr>
        <p:spPr>
          <a:xfrm>
            <a:off x="4243320" y="1757520"/>
            <a:ext cx="225720" cy="351360"/>
          </a:xfrm>
          <a:custGeom>
            <a:avLst/>
            <a:gdLst/>
            <a:ahLst/>
            <a:rect l="0" t="0" r="r" b="b"/>
            <a:pathLst>
              <a:path w="627" h="976">
                <a:moveTo>
                  <a:pt x="257" y="26"/>
                </a:moveTo>
                <a:lnTo>
                  <a:pt x="424" y="210"/>
                </a:lnTo>
                <a:lnTo>
                  <a:pt x="387" y="646"/>
                </a:lnTo>
                <a:lnTo>
                  <a:pt x="387" y="831"/>
                </a:lnTo>
                <a:lnTo>
                  <a:pt x="0" y="897"/>
                </a:lnTo>
                <a:lnTo>
                  <a:pt x="110" y="976"/>
                </a:lnTo>
                <a:lnTo>
                  <a:pt x="608" y="963"/>
                </a:lnTo>
                <a:lnTo>
                  <a:pt x="627" y="0"/>
                </a:lnTo>
                <a:lnTo>
                  <a:pt x="257" y="26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"/>
          <p:cNvSpPr/>
          <p:nvPr/>
        </p:nvSpPr>
        <p:spPr>
          <a:xfrm>
            <a:off x="14032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174456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"/>
          <p:cNvSpPr/>
          <p:nvPr/>
        </p:nvSpPr>
        <p:spPr>
          <a:xfrm>
            <a:off x="43668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"/>
          <p:cNvSpPr/>
          <p:nvPr/>
        </p:nvSpPr>
        <p:spPr>
          <a:xfrm>
            <a:off x="74772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2239920" y="1803240"/>
            <a:ext cx="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"/>
          <p:cNvSpPr/>
          <p:nvPr/>
        </p:nvSpPr>
        <p:spPr>
          <a:xfrm>
            <a:off x="24098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"/>
          <p:cNvSpPr/>
          <p:nvPr/>
        </p:nvSpPr>
        <p:spPr>
          <a:xfrm>
            <a:off x="2735280" y="1808280"/>
            <a:ext cx="0" cy="2426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"/>
          <p:cNvSpPr/>
          <p:nvPr/>
        </p:nvSpPr>
        <p:spPr>
          <a:xfrm>
            <a:off x="336852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2152800" y="785880"/>
            <a:ext cx="0" cy="23328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"/>
          <p:cNvSpPr/>
          <p:nvPr/>
        </p:nvSpPr>
        <p:spPr>
          <a:xfrm flipH="1">
            <a:off x="1079640" y="781200"/>
            <a:ext cx="514080" cy="22212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2763720" y="654120"/>
            <a:ext cx="1324440" cy="248040"/>
          </a:xfrm>
          <a:custGeom>
            <a:avLst/>
            <a:gdLst/>
            <a:ahLst/>
            <a:rect l="0" t="0" r="r" b="b"/>
            <a:pathLst>
              <a:path fill="none" w="3679" h="689">
                <a:moveTo>
                  <a:pt x="3679" y="689"/>
                </a:moveTo>
                <a:lnTo>
                  <a:pt x="3679" y="689"/>
                </a:lnTo>
                <a:lnTo>
                  <a:pt x="3679" y="689"/>
                </a:lnTo>
                <a:cubicBezTo>
                  <a:pt x="3679" y="568"/>
                  <a:pt x="3509" y="449"/>
                  <a:pt x="3186" y="344"/>
                </a:cubicBezTo>
                <a:cubicBezTo>
                  <a:pt x="2863" y="240"/>
                  <a:pt x="2399" y="153"/>
                  <a:pt x="1839" y="92"/>
                </a:cubicBezTo>
                <a:cubicBezTo>
                  <a:pt x="1280" y="32"/>
                  <a:pt x="646" y="0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"/>
          <p:cNvSpPr/>
          <p:nvPr/>
        </p:nvSpPr>
        <p:spPr>
          <a:xfrm>
            <a:off x="3854520" y="981000"/>
            <a:ext cx="392400" cy="238320"/>
          </a:xfrm>
          <a:custGeom>
            <a:avLst/>
            <a:gdLst/>
            <a:ahLst/>
            <a:rect l="0" t="0" r="r" b="b"/>
            <a:pathLst>
              <a:path fill="none" w="1090" h="662">
                <a:moveTo>
                  <a:pt x="0" y="662"/>
                </a:moveTo>
                <a:lnTo>
                  <a:pt x="0" y="662"/>
                </a:lnTo>
                <a:cubicBezTo>
                  <a:pt x="191" y="662"/>
                  <a:pt x="379" y="631"/>
                  <a:pt x="545" y="573"/>
                </a:cubicBezTo>
                <a:cubicBezTo>
                  <a:pt x="711" y="515"/>
                  <a:pt x="848" y="432"/>
                  <a:pt x="944" y="331"/>
                </a:cubicBezTo>
                <a:cubicBezTo>
                  <a:pt x="1040" y="230"/>
                  <a:pt x="1090" y="116"/>
                  <a:pt x="109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304920" y="2876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"/>
          <p:cNvSpPr/>
          <p:nvPr/>
        </p:nvSpPr>
        <p:spPr>
          <a:xfrm>
            <a:off x="124308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1085760" y="179856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"/>
          <p:cNvSpPr/>
          <p:nvPr/>
        </p:nvSpPr>
        <p:spPr>
          <a:xfrm>
            <a:off x="91908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"/>
          <p:cNvSpPr/>
          <p:nvPr/>
        </p:nvSpPr>
        <p:spPr>
          <a:xfrm>
            <a:off x="576360" y="180972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"/>
          <p:cNvSpPr/>
          <p:nvPr/>
        </p:nvSpPr>
        <p:spPr>
          <a:xfrm>
            <a:off x="290520" y="1803240"/>
            <a:ext cx="0" cy="2541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"/>
          <p:cNvSpPr/>
          <p:nvPr/>
        </p:nvSpPr>
        <p:spPr>
          <a:xfrm>
            <a:off x="288756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"/>
          <p:cNvSpPr/>
          <p:nvPr/>
        </p:nvSpPr>
        <p:spPr>
          <a:xfrm>
            <a:off x="30528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"/>
          <p:cNvSpPr/>
          <p:nvPr/>
        </p:nvSpPr>
        <p:spPr>
          <a:xfrm flipH="1">
            <a:off x="3205080" y="1803240"/>
            <a:ext cx="1800" cy="2476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"/>
          <p:cNvSpPr/>
          <p:nvPr/>
        </p:nvSpPr>
        <p:spPr>
          <a:xfrm flipH="1">
            <a:off x="571680" y="1808280"/>
            <a:ext cx="1440" cy="247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"/>
          <p:cNvSpPr/>
          <p:nvPr/>
        </p:nvSpPr>
        <p:spPr>
          <a:xfrm>
            <a:off x="352260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"/>
          <p:cNvSpPr/>
          <p:nvPr/>
        </p:nvSpPr>
        <p:spPr>
          <a:xfrm>
            <a:off x="3686040" y="180036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"/>
          <p:cNvSpPr/>
          <p:nvPr/>
        </p:nvSpPr>
        <p:spPr>
          <a:xfrm>
            <a:off x="3857760" y="1805040"/>
            <a:ext cx="0" cy="2570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"/>
          <p:cNvSpPr/>
          <p:nvPr/>
        </p:nvSpPr>
        <p:spPr>
          <a:xfrm>
            <a:off x="3513240" y="1803240"/>
            <a:ext cx="0" cy="2620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"/>
          <p:cNvSpPr/>
          <p:nvPr/>
        </p:nvSpPr>
        <p:spPr>
          <a:xfrm>
            <a:off x="4160880" y="180972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"/>
          <p:cNvSpPr/>
          <p:nvPr/>
        </p:nvSpPr>
        <p:spPr>
          <a:xfrm>
            <a:off x="4305240" y="1803240"/>
            <a:ext cx="0" cy="2556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"/>
          <p:cNvSpPr/>
          <p:nvPr/>
        </p:nvSpPr>
        <p:spPr>
          <a:xfrm>
            <a:off x="2679840" y="774720"/>
            <a:ext cx="645840" cy="228600"/>
          </a:xfrm>
          <a:prstGeom prst="line">
            <a:avLst/>
          </a:prstGeom>
          <a:ln w="1260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>
            <a:off x="581040" y="34308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53920" y="20520"/>
            <a:ext cx="31068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Reading on the alternate key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2008080" y="1019160"/>
            <a:ext cx="0" cy="32076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"/>
          <p:cNvSpPr/>
          <p:nvPr/>
        </p:nvSpPr>
        <p:spPr>
          <a:xfrm>
            <a:off x="310824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"/>
          <p:cNvSpPr/>
          <p:nvPr/>
        </p:nvSpPr>
        <p:spPr>
          <a:xfrm>
            <a:off x="3475080" y="1009800"/>
            <a:ext cx="0" cy="32040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158760" y="2533680"/>
            <a:ext cx="4281480" cy="341280"/>
          </a:xfrm>
          <a:prstGeom prst="rect">
            <a:avLst/>
          </a:prstGeom>
          <a:solidFill>
            <a:srgbClr val="EAEAEA"/>
          </a:solidFill>
          <a:ln w="25560">
            <a:solidFill>
              <a:srgbClr val="969696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"/>
          <p:cNvSpPr/>
          <p:nvPr/>
        </p:nvSpPr>
        <p:spPr>
          <a:xfrm>
            <a:off x="120600" y="2533680"/>
            <a:ext cx="101880" cy="367200"/>
          </a:xfrm>
          <a:custGeom>
            <a:avLst/>
            <a:gdLst/>
            <a:ahLst/>
            <a:rect l="0" t="0" r="r" b="b"/>
            <a:pathLst>
              <a:path w="283" h="1020">
                <a:moveTo>
                  <a:pt x="142" y="30"/>
                </a:moveTo>
                <a:lnTo>
                  <a:pt x="162" y="76"/>
                </a:lnTo>
                <a:lnTo>
                  <a:pt x="202" y="121"/>
                </a:lnTo>
                <a:lnTo>
                  <a:pt x="222" y="167"/>
                </a:lnTo>
                <a:lnTo>
                  <a:pt x="263" y="212"/>
                </a:lnTo>
                <a:lnTo>
                  <a:pt x="202" y="243"/>
                </a:lnTo>
                <a:lnTo>
                  <a:pt x="142" y="259"/>
                </a:lnTo>
                <a:lnTo>
                  <a:pt x="142" y="305"/>
                </a:lnTo>
                <a:lnTo>
                  <a:pt x="202" y="335"/>
                </a:lnTo>
                <a:lnTo>
                  <a:pt x="242" y="381"/>
                </a:lnTo>
                <a:lnTo>
                  <a:pt x="283" y="426"/>
                </a:lnTo>
                <a:lnTo>
                  <a:pt x="222" y="457"/>
                </a:lnTo>
                <a:lnTo>
                  <a:pt x="182" y="502"/>
                </a:lnTo>
                <a:lnTo>
                  <a:pt x="120" y="533"/>
                </a:lnTo>
                <a:lnTo>
                  <a:pt x="142" y="578"/>
                </a:lnTo>
                <a:lnTo>
                  <a:pt x="202" y="593"/>
                </a:lnTo>
                <a:lnTo>
                  <a:pt x="263" y="624"/>
                </a:lnTo>
                <a:lnTo>
                  <a:pt x="242" y="669"/>
                </a:lnTo>
                <a:lnTo>
                  <a:pt x="182" y="700"/>
                </a:lnTo>
                <a:lnTo>
                  <a:pt x="120" y="730"/>
                </a:lnTo>
                <a:lnTo>
                  <a:pt x="162" y="777"/>
                </a:lnTo>
                <a:lnTo>
                  <a:pt x="202" y="822"/>
                </a:lnTo>
                <a:lnTo>
                  <a:pt x="263" y="853"/>
                </a:lnTo>
                <a:lnTo>
                  <a:pt x="222" y="899"/>
                </a:lnTo>
                <a:lnTo>
                  <a:pt x="162" y="944"/>
                </a:lnTo>
                <a:lnTo>
                  <a:pt x="0" y="1020"/>
                </a:lnTo>
                <a:lnTo>
                  <a:pt x="0" y="0"/>
                </a:lnTo>
                <a:lnTo>
                  <a:pt x="142" y="3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"/>
          <p:cNvSpPr/>
          <p:nvPr/>
        </p:nvSpPr>
        <p:spPr>
          <a:xfrm>
            <a:off x="93600" y="2473200"/>
            <a:ext cx="98640" cy="451080"/>
          </a:xfrm>
          <a:custGeom>
            <a:avLst/>
            <a:gdLst/>
            <a:ahLst/>
            <a:rect l="0" t="0" r="r" b="b"/>
            <a:pathLst>
              <a:path w="274" h="1253">
                <a:moveTo>
                  <a:pt x="274" y="198"/>
                </a:moveTo>
                <a:lnTo>
                  <a:pt x="247" y="244"/>
                </a:lnTo>
                <a:lnTo>
                  <a:pt x="206" y="274"/>
                </a:lnTo>
                <a:lnTo>
                  <a:pt x="165" y="305"/>
                </a:lnTo>
                <a:lnTo>
                  <a:pt x="136" y="351"/>
                </a:lnTo>
                <a:lnTo>
                  <a:pt x="123" y="397"/>
                </a:lnTo>
                <a:lnTo>
                  <a:pt x="165" y="947"/>
                </a:lnTo>
                <a:lnTo>
                  <a:pt x="274" y="1207"/>
                </a:lnTo>
                <a:lnTo>
                  <a:pt x="27" y="1253"/>
                </a:lnTo>
                <a:lnTo>
                  <a:pt x="0" y="0"/>
                </a:lnTo>
                <a:lnTo>
                  <a:pt x="274" y="19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"/>
          <p:cNvSpPr/>
          <p:nvPr/>
        </p:nvSpPr>
        <p:spPr>
          <a:xfrm>
            <a:off x="4349880" y="2521080"/>
            <a:ext cx="133560" cy="379800"/>
          </a:xfrm>
          <a:custGeom>
            <a:avLst/>
            <a:gdLst/>
            <a:ahLst/>
            <a:rect l="0" t="0" r="r" b="b"/>
            <a:pathLst>
              <a:path w="371" h="1055">
                <a:moveTo>
                  <a:pt x="234" y="0"/>
                </a:moveTo>
                <a:lnTo>
                  <a:pt x="58" y="226"/>
                </a:lnTo>
                <a:lnTo>
                  <a:pt x="116" y="276"/>
                </a:lnTo>
                <a:lnTo>
                  <a:pt x="195" y="292"/>
                </a:lnTo>
                <a:lnTo>
                  <a:pt x="136" y="341"/>
                </a:lnTo>
                <a:lnTo>
                  <a:pt x="77" y="357"/>
                </a:lnTo>
                <a:lnTo>
                  <a:pt x="38" y="406"/>
                </a:lnTo>
                <a:lnTo>
                  <a:pt x="97" y="454"/>
                </a:lnTo>
                <a:lnTo>
                  <a:pt x="155" y="487"/>
                </a:lnTo>
                <a:lnTo>
                  <a:pt x="195" y="536"/>
                </a:lnTo>
                <a:lnTo>
                  <a:pt x="215" y="584"/>
                </a:lnTo>
                <a:lnTo>
                  <a:pt x="273" y="600"/>
                </a:lnTo>
                <a:lnTo>
                  <a:pt x="215" y="584"/>
                </a:lnTo>
                <a:lnTo>
                  <a:pt x="175" y="633"/>
                </a:lnTo>
                <a:lnTo>
                  <a:pt x="116" y="665"/>
                </a:lnTo>
                <a:lnTo>
                  <a:pt x="58" y="714"/>
                </a:lnTo>
                <a:lnTo>
                  <a:pt x="0" y="730"/>
                </a:lnTo>
                <a:lnTo>
                  <a:pt x="38" y="779"/>
                </a:lnTo>
                <a:lnTo>
                  <a:pt x="97" y="796"/>
                </a:lnTo>
                <a:lnTo>
                  <a:pt x="155" y="828"/>
                </a:lnTo>
                <a:lnTo>
                  <a:pt x="155" y="877"/>
                </a:lnTo>
                <a:lnTo>
                  <a:pt x="97" y="909"/>
                </a:lnTo>
                <a:lnTo>
                  <a:pt x="38" y="942"/>
                </a:lnTo>
                <a:lnTo>
                  <a:pt x="0" y="1055"/>
                </a:lnTo>
                <a:lnTo>
                  <a:pt x="351" y="1023"/>
                </a:lnTo>
                <a:lnTo>
                  <a:pt x="371" y="16"/>
                </a:lnTo>
                <a:lnTo>
                  <a:pt x="234" y="0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969696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"/>
          <p:cNvSpPr/>
          <p:nvPr/>
        </p:nvSpPr>
        <p:spPr>
          <a:xfrm>
            <a:off x="4305240" y="2502000"/>
            <a:ext cx="197280" cy="419400"/>
          </a:xfrm>
          <a:custGeom>
            <a:avLst/>
            <a:gdLst/>
            <a:ahLst/>
            <a:rect l="0" t="0" r="r" b="b"/>
            <a:pathLst>
              <a:path w="548" h="1165">
                <a:moveTo>
                  <a:pt x="226" y="31"/>
                </a:moveTo>
                <a:lnTo>
                  <a:pt x="370" y="251"/>
                </a:lnTo>
                <a:lnTo>
                  <a:pt x="338" y="771"/>
                </a:lnTo>
                <a:lnTo>
                  <a:pt x="338" y="992"/>
                </a:lnTo>
                <a:lnTo>
                  <a:pt x="0" y="1070"/>
                </a:lnTo>
                <a:lnTo>
                  <a:pt x="96" y="1165"/>
                </a:lnTo>
                <a:lnTo>
                  <a:pt x="532" y="1149"/>
                </a:lnTo>
                <a:lnTo>
                  <a:pt x="548" y="0"/>
                </a:lnTo>
                <a:lnTo>
                  <a:pt x="226" y="3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"/>
          <p:cNvSpPr/>
          <p:nvPr/>
        </p:nvSpPr>
        <p:spPr>
          <a:xfrm>
            <a:off x="1608120" y="2541600"/>
            <a:ext cx="0" cy="32868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>
            <a:off x="263196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"/>
          <p:cNvSpPr/>
          <p:nvPr/>
        </p:nvSpPr>
        <p:spPr>
          <a:xfrm>
            <a:off x="405936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"/>
          <p:cNvSpPr/>
          <p:nvPr/>
        </p:nvSpPr>
        <p:spPr>
          <a:xfrm>
            <a:off x="196524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"/>
          <p:cNvSpPr/>
          <p:nvPr/>
        </p:nvSpPr>
        <p:spPr>
          <a:xfrm>
            <a:off x="2122560" y="254160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"/>
          <p:cNvSpPr/>
          <p:nvPr/>
        </p:nvSpPr>
        <p:spPr>
          <a:xfrm>
            <a:off x="14493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"/>
          <p:cNvSpPr/>
          <p:nvPr/>
        </p:nvSpPr>
        <p:spPr>
          <a:xfrm>
            <a:off x="179064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"/>
          <p:cNvSpPr/>
          <p:nvPr/>
        </p:nvSpPr>
        <p:spPr>
          <a:xfrm>
            <a:off x="48276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"/>
          <p:cNvSpPr/>
          <p:nvPr/>
        </p:nvSpPr>
        <p:spPr>
          <a:xfrm>
            <a:off x="79380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"/>
          <p:cNvSpPr/>
          <p:nvPr/>
        </p:nvSpPr>
        <p:spPr>
          <a:xfrm>
            <a:off x="2286000" y="2546280"/>
            <a:ext cx="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"/>
          <p:cNvSpPr/>
          <p:nvPr/>
        </p:nvSpPr>
        <p:spPr>
          <a:xfrm>
            <a:off x="2451240" y="2546280"/>
            <a:ext cx="468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"/>
          <p:cNvSpPr/>
          <p:nvPr/>
        </p:nvSpPr>
        <p:spPr>
          <a:xfrm>
            <a:off x="2781360" y="2550960"/>
            <a:ext cx="0" cy="30672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"/>
          <p:cNvSpPr/>
          <p:nvPr/>
        </p:nvSpPr>
        <p:spPr>
          <a:xfrm>
            <a:off x="341460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"/>
          <p:cNvSpPr/>
          <p:nvPr/>
        </p:nvSpPr>
        <p:spPr>
          <a:xfrm>
            <a:off x="128916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"/>
          <p:cNvSpPr/>
          <p:nvPr/>
        </p:nvSpPr>
        <p:spPr>
          <a:xfrm>
            <a:off x="1131840" y="254016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"/>
          <p:cNvSpPr/>
          <p:nvPr/>
        </p:nvSpPr>
        <p:spPr>
          <a:xfrm>
            <a:off x="96516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"/>
          <p:cNvSpPr/>
          <p:nvPr/>
        </p:nvSpPr>
        <p:spPr>
          <a:xfrm>
            <a:off x="622440" y="2556000"/>
            <a:ext cx="0" cy="31896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"/>
          <p:cNvSpPr/>
          <p:nvPr/>
        </p:nvSpPr>
        <p:spPr>
          <a:xfrm>
            <a:off x="336600" y="2546280"/>
            <a:ext cx="0" cy="3222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"/>
          <p:cNvSpPr/>
          <p:nvPr/>
        </p:nvSpPr>
        <p:spPr>
          <a:xfrm>
            <a:off x="293364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"/>
          <p:cNvSpPr/>
          <p:nvPr/>
        </p:nvSpPr>
        <p:spPr>
          <a:xfrm>
            <a:off x="30988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"/>
          <p:cNvSpPr/>
          <p:nvPr/>
        </p:nvSpPr>
        <p:spPr>
          <a:xfrm flipH="1">
            <a:off x="3251160" y="2546280"/>
            <a:ext cx="1800" cy="311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"/>
          <p:cNvSpPr/>
          <p:nvPr/>
        </p:nvSpPr>
        <p:spPr>
          <a:xfrm flipH="1">
            <a:off x="617400" y="2550960"/>
            <a:ext cx="1800" cy="31464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"/>
          <p:cNvSpPr/>
          <p:nvPr/>
        </p:nvSpPr>
        <p:spPr>
          <a:xfrm>
            <a:off x="356868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"/>
          <p:cNvSpPr/>
          <p:nvPr/>
        </p:nvSpPr>
        <p:spPr>
          <a:xfrm>
            <a:off x="3732120" y="2541600"/>
            <a:ext cx="0" cy="32688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"/>
          <p:cNvSpPr/>
          <p:nvPr/>
        </p:nvSpPr>
        <p:spPr>
          <a:xfrm>
            <a:off x="3903840" y="2546280"/>
            <a:ext cx="0" cy="32544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"/>
          <p:cNvSpPr/>
          <p:nvPr/>
        </p:nvSpPr>
        <p:spPr>
          <a:xfrm>
            <a:off x="3559320" y="2546280"/>
            <a:ext cx="0" cy="330120"/>
          </a:xfrm>
          <a:prstGeom prst="line">
            <a:avLst/>
          </a:prstGeom>
          <a:ln w="2556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"/>
          <p:cNvSpPr/>
          <p:nvPr/>
        </p:nvSpPr>
        <p:spPr>
          <a:xfrm>
            <a:off x="4206960" y="2556000"/>
            <a:ext cx="0" cy="3204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"/>
          <p:cNvSpPr/>
          <p:nvPr/>
        </p:nvSpPr>
        <p:spPr>
          <a:xfrm>
            <a:off x="4351320" y="2546280"/>
            <a:ext cx="0" cy="324000"/>
          </a:xfrm>
          <a:prstGeom prst="line">
            <a:avLst/>
          </a:prstGeom>
          <a:ln w="12600">
            <a:solidFill>
              <a:srgbClr val="9696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1542960" y="2511360"/>
            <a:ext cx="116856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41  43 44 </a:t>
            </a:r>
            <a:r>
              <a:rPr lang="en-US" sz="1000" b="0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45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46  49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Ni  Ef Bi </a:t>
            </a:r>
            <a:r>
              <a:rPr lang="en-US" sz="1000" b="0" u="none" strike="noStrike">
                <a:solidFill>
                  <a:srgbClr val="CC0000"/>
                </a:solidFill>
                <a:effectLst/>
                <a:uFillTx/>
                <a:latin typeface="Times New Roman"/>
                <a:ea typeface="Times New Roman"/>
              </a:rPr>
              <a:t>Nt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Jt  Oi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241200" y="2084400"/>
            <a:ext cx="698400" cy="28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Base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946080" y="260496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291456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3549600" y="2617920"/>
            <a:ext cx="190440" cy="28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"/>
          <p:cNvSpPr/>
          <p:nvPr/>
        </p:nvSpPr>
        <p:spPr>
          <a:xfrm>
            <a:off x="1676520" y="2057400"/>
            <a:ext cx="2006640" cy="47628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"/>
          <p:cNvSpPr/>
          <p:nvPr/>
        </p:nvSpPr>
        <p:spPr>
          <a:xfrm>
            <a:off x="1803240" y="2050920"/>
            <a:ext cx="119412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3724200" y="806400"/>
            <a:ext cx="695160" cy="2840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Index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"/>
          <p:cNvSpPr/>
          <p:nvPr/>
        </p:nvSpPr>
        <p:spPr>
          <a:xfrm flipH="1">
            <a:off x="1695600" y="2050920"/>
            <a:ext cx="291960" cy="4892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"/>
          <p:cNvSpPr/>
          <p:nvPr/>
        </p:nvSpPr>
        <p:spPr>
          <a:xfrm>
            <a:off x="2152800" y="2057400"/>
            <a:ext cx="50760" cy="48276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"/>
          <p:cNvSpPr/>
          <p:nvPr/>
        </p:nvSpPr>
        <p:spPr>
          <a:xfrm>
            <a:off x="2336760" y="2050920"/>
            <a:ext cx="222120" cy="50184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"/>
          <p:cNvSpPr/>
          <p:nvPr/>
        </p:nvSpPr>
        <p:spPr>
          <a:xfrm flipH="1">
            <a:off x="1047600" y="2057400"/>
            <a:ext cx="1447920" cy="469800"/>
          </a:xfrm>
          <a:prstGeom prst="line">
            <a:avLst/>
          </a:prstGeom>
          <a:ln w="12600">
            <a:solidFill>
              <a:srgbClr val="5F5F5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"/>
          <p:cNvSpPr/>
          <p:nvPr/>
        </p:nvSpPr>
        <p:spPr>
          <a:xfrm>
            <a:off x="307800" y="336600"/>
            <a:ext cx="0" cy="24120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"/>
          <p:cNvSpPr/>
          <p:nvPr/>
        </p:nvSpPr>
        <p:spPr>
          <a:xfrm>
            <a:off x="2114640" y="2495520"/>
            <a:ext cx="171360" cy="42876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"/>
          <p:cNvSpPr/>
          <p:nvPr/>
        </p:nvSpPr>
        <p:spPr>
          <a:xfrm>
            <a:off x="171360" y="645480"/>
            <a:ext cx="1991520" cy="2059920"/>
          </a:xfrm>
          <a:custGeom>
            <a:avLst/>
            <a:gdLst/>
            <a:ahLst/>
            <a:rect l="0" t="0" r="r" b="b"/>
            <a:pathLst>
              <a:path fill="none" w="5532" h="5722">
                <a:moveTo>
                  <a:pt x="10" y="0"/>
                </a:moveTo>
                <a:lnTo>
                  <a:pt x="10" y="0"/>
                </a:lnTo>
                <a:cubicBezTo>
                  <a:pt x="3" y="108"/>
                  <a:pt x="0" y="216"/>
                  <a:pt x="0" y="324"/>
                </a:cubicBezTo>
                <a:cubicBezTo>
                  <a:pt x="0" y="1272"/>
                  <a:pt x="256" y="2202"/>
                  <a:pt x="741" y="3023"/>
                </a:cubicBezTo>
                <a:cubicBezTo>
                  <a:pt x="1226" y="3844"/>
                  <a:pt x="1925" y="4525"/>
                  <a:pt x="2766" y="4999"/>
                </a:cubicBezTo>
                <a:cubicBezTo>
                  <a:pt x="3606" y="5473"/>
                  <a:pt x="4560" y="5722"/>
                  <a:pt x="5531" y="5722"/>
                </a:cubicBezTo>
                <a:lnTo>
                  <a:pt x="5532" y="5722"/>
                </a:ln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