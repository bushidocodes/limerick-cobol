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3" r:id="rId3"/>
    <p:sldId id="302" r:id="rId4"/>
    <p:sldId id="314" r:id="rId5"/>
    <p:sldId id="303" r:id="rId6"/>
    <p:sldId id="304" r:id="rId7"/>
    <p:sldId id="275" r:id="rId8"/>
    <p:sldId id="308" r:id="rId9"/>
    <p:sldId id="316" r:id="rId10"/>
    <p:sldId id="317" r:id="rId11"/>
    <p:sldId id="310" r:id="rId12"/>
    <p:sldId id="311" r:id="rId13"/>
    <p:sldId id="312" r:id="rId14"/>
  </p:sldIdLst>
  <p:sldSz cx="4572000" cy="304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-240">
          <p15:clr>
            <a:srgbClr val="A4A3A4"/>
          </p15:clr>
        </p15:guide>
        <p15:guide id="2" pos="1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CC"/>
    <a:srgbClr val="EAEAEA"/>
    <a:srgbClr val="FFFFCC"/>
    <a:srgbClr val="393939"/>
    <a:srgbClr val="4D4D4D"/>
    <a:srgbClr val="5F5F5F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7" d="100"/>
          <a:sy n="257" d="100"/>
        </p:scale>
        <p:origin x="210" y="378"/>
      </p:cViewPr>
      <p:guideLst>
        <p:guide orient="horz" pos="-240"/>
        <p:guide pos="1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0BD7-5D88-8AA8-185F-4454A417D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498475"/>
            <a:ext cx="3429000" cy="10620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070E4-4F48-38F4-FD5F-B8C67EF6A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600200"/>
            <a:ext cx="3429000" cy="7366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2073A-636E-D6FF-6BC7-98B651C7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9C730-2A26-B4C5-DEC5-EC47FAA4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DDDE8-A3FD-4B4E-EF13-135C54B6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DD77C-D739-4154-945A-E752AFC431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69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2C30-983B-195C-23ED-885F4F17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3C360-D1D1-800B-AD08-FEF9BBCF5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86C48-4CBC-703D-0C05-E7B58ADB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CBADD-795A-89D6-60E4-91054056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AE7D0-AFE5-1803-9303-67BCB2D0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6DA8C5-2AE3-4232-B328-DA4232605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416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F718-6BAE-6D2D-2BFD-EB9BE3DE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8" y="760413"/>
            <a:ext cx="3943350" cy="1266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2AE16-78FD-5E19-0502-8277AC50D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38" y="2039938"/>
            <a:ext cx="3943350" cy="6667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CD200-CAA1-05E1-F376-398F1768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9A3FB-FAA1-CD43-28F4-A2535B3A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D76A5-9495-CFAD-C92C-32DB5F53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A4A713-1758-462A-A695-FF8A7C4BF3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DC05-C7CA-375C-616E-75A48F0E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7D1E0-670C-8CEE-F4FF-8526D8A8B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879475"/>
            <a:ext cx="1866900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C6F2-8A01-89EC-E007-E728DE9FC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2200" y="879475"/>
            <a:ext cx="1866900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DDD5F-C5E0-2A52-2CD8-3E7AB940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2213D-4C6D-26E4-85C8-EA96A170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F40C7-7F50-7FE9-8E87-43E0E079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E8C20-9DF7-4489-9412-7E727CEBE1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260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8DF5-433A-81C3-54AC-ED8402F4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61925"/>
            <a:ext cx="3943350" cy="588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3ECE1-4922-5818-47EB-51D2252AD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5" y="747713"/>
            <a:ext cx="1935163" cy="365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CEBFB-C3B6-0F3B-F793-AAB69474D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5" y="1112838"/>
            <a:ext cx="1935163" cy="1638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0AEF3-71D5-48F3-F4EB-56C726813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14575" y="747713"/>
            <a:ext cx="1943100" cy="365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BBC71-9900-4987-4E6C-4271D61DE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14575" y="1112838"/>
            <a:ext cx="1943100" cy="1638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16FAE6-0802-C2FA-66B9-8232DED1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A5CC5-5344-F336-7545-3C7DD910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1C20C-867E-B04F-6545-D18F6533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D06EF8-1AE9-4C7A-99ED-D91F33236F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22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66CF-2356-11AB-CB0F-4AA00E504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606BE-4B34-58AE-A7A7-A564FAB7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35EC-EF48-6E14-CDE0-BF4A0AEA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2AA4B-2229-862B-A444-37CD2C1F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809C3-8009-47E4-8030-6A205FF105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1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5CE6D-15E0-07A2-B65B-29F0C44B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AD2B0-7029-2148-EDC7-319BC076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BFAB-A281-DA89-DB26-9F6D48C47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8346F5-0109-4C47-87B8-353365147F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78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BB49-60A4-E82D-2F6F-0E948F22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3200"/>
            <a:ext cx="1474788" cy="711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4ECD7-D113-CB3C-F984-DCEE3104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438150"/>
            <a:ext cx="2314575" cy="21669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034FC-DA95-44D5-B57C-37A30DB81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914400"/>
            <a:ext cx="1474788" cy="1693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585C2-6FB9-F72E-7861-34D90A51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B3AB9-95E8-6F18-5D2A-7B94AC3D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3F6E3-2771-F457-B2FF-9E5577CD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9A66F-DAE2-4142-A6FA-DFA9993729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87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5DA8-9DEE-E8B3-C24E-F930F10FF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03200"/>
            <a:ext cx="1474788" cy="711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F03E3E-4411-6F51-6CC6-6F6AF5BE5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43100" y="438150"/>
            <a:ext cx="2314575" cy="21669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AA8D6-2900-14C1-878A-E8ED08B36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914400"/>
            <a:ext cx="1474788" cy="1693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44AE-6FC4-61B4-3E55-CA85A10D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9D8A-A9E0-BCB2-BF57-6C152757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6B398-A0C8-D57D-5778-CAF99711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8E119-47CA-404E-86CC-566B224AF5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78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49F6-AE59-1329-F9E4-30276E76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A149B-A319-586C-711F-6E330C626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3FDB4-46A0-F6FD-2B82-8E735BB0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C0555-D904-688A-6FED-BD7EAE83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C9485-86D6-1387-1BFC-CEBAF9F9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A86A4-B5D4-41E6-9DE4-013C9EC816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45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3B4BB5-8326-2295-CA89-8D2EFAE4B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57550" y="268288"/>
            <a:ext cx="971550" cy="2439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84AE1-EC68-25F8-9569-A9E9FE108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68288"/>
            <a:ext cx="2762250" cy="2439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3CD43-199F-600C-7D74-14C0D229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CE780-FC2C-CAF2-0D14-310105D9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265E-2182-1CE2-EA6D-481BAF21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5B933E-4D03-4F9B-89E9-B1A772D703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65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58E328-5341-DF47-9AC8-596641096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68288"/>
            <a:ext cx="38862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23F4F6-9736-7123-2731-5C12432AB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879475"/>
            <a:ext cx="3886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B3CE4F-69E4-DA22-7F9C-B06B51BA87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2779713"/>
            <a:ext cx="9525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C80BED-8C72-90D4-6CE7-676441F927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62100" y="2779713"/>
            <a:ext cx="14478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ctr"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D4A341-3F5D-368E-2819-77A045C70A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2779713"/>
            <a:ext cx="952500" cy="20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r" defTabSz="114300">
              <a:defRPr sz="400"/>
            </a:lvl1pPr>
          </a:lstStyle>
          <a:p>
            <a:fld id="{B871F0EC-B212-4796-8495-DFF37A57B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5CC6FD0-6C42-BD90-9373-3799D078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8" y="14288"/>
            <a:ext cx="4519612" cy="301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4300" rtl="0" eaLnBrk="0" fontAlgn="base" hangingPunct="0">
        <a:spcBef>
          <a:spcPct val="0"/>
        </a:spcBef>
        <a:spcAft>
          <a:spcPct val="0"/>
        </a:spcAft>
        <a:defRPr sz="1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2pPr>
      <a:lvl3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3pPr>
      <a:lvl4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4pPr>
      <a:lvl5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19063" indent="-119063" algn="l" defTabSz="114300" rtl="0" eaLnBrk="0" fontAlgn="base" hangingPunct="0">
        <a:spcBef>
          <a:spcPct val="20000"/>
        </a:spcBef>
        <a:spcAft>
          <a:spcPct val="0"/>
        </a:spcAft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30163" algn="l" defTabSz="114300" rtl="0" eaLnBrk="0" fontAlgn="base" hangingPunct="0">
        <a:spcBef>
          <a:spcPct val="20000"/>
        </a:spcBef>
        <a:spcAft>
          <a:spcPct val="0"/>
        </a:spcAft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404813" indent="-26988" algn="l" defTabSz="114300" rtl="0" eaLnBrk="0" fontAlgn="base" hangingPunct="0">
        <a:spcBef>
          <a:spcPct val="20000"/>
        </a:spcBef>
        <a:spcAft>
          <a:spcPct val="0"/>
        </a:spcAft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6738" indent="-47625" algn="l" defTabSz="114300" rtl="0" eaLnBrk="0" fontAlgn="base" hangingPunct="0">
        <a:spcBef>
          <a:spcPct val="20000"/>
        </a:spcBef>
        <a:spcAft>
          <a:spcPct val="0"/>
        </a:spcAft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728663" indent="-47625" algn="l" defTabSz="114300" rtl="0" eaLnBrk="0" fontAlgn="base" hangingPunct="0">
        <a:spcBef>
          <a:spcPct val="20000"/>
        </a:spcBef>
        <a:spcAft>
          <a:spcPct val="0"/>
        </a:spcAft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F81A0CB-81F9-20E6-E391-758A13BA5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293688"/>
            <a:ext cx="326390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The organization of primary and alternate keys in an Indexed file</a:t>
            </a:r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/>
              <a:t>Click to view</a:t>
            </a:r>
          </a:p>
          <a:p>
            <a:pPr algn="ctr"/>
            <a:endParaRPr lang="en-US" altLang="en-US" sz="1400" b="1"/>
          </a:p>
          <a:p>
            <a:pPr algn="ctr"/>
            <a:r>
              <a:rPr lang="en-US" altLang="en-US" sz="1000"/>
              <a:t>When viewing the program,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D8A8BD6-71A0-80D4-F8C9-3017BD351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Line 3">
            <a:extLst>
              <a:ext uri="{FF2B5EF4-FFF2-40B4-BE49-F238E27FC236}">
                <a16:creationId xmlns:a16="http://schemas.microsoft.com/office/drawing/2014/main" id="{DA2DE69A-790E-ADD1-186F-2335AA455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Line 4">
            <a:extLst>
              <a:ext uri="{FF2B5EF4-FFF2-40B4-BE49-F238E27FC236}">
                <a16:creationId xmlns:a16="http://schemas.microsoft.com/office/drawing/2014/main" id="{B2D09C1D-D587-20BA-DD44-67137B712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Line 5">
            <a:extLst>
              <a:ext uri="{FF2B5EF4-FFF2-40B4-BE49-F238E27FC236}">
                <a16:creationId xmlns:a16="http://schemas.microsoft.com/office/drawing/2014/main" id="{E9511194-7F8E-BC0E-9E62-80BE9D723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Line 6">
            <a:extLst>
              <a:ext uri="{FF2B5EF4-FFF2-40B4-BE49-F238E27FC236}">
                <a16:creationId xmlns:a16="http://schemas.microsoft.com/office/drawing/2014/main" id="{0AB78093-A894-4620-BE7B-41B74C08A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Line 7">
            <a:extLst>
              <a:ext uri="{FF2B5EF4-FFF2-40B4-BE49-F238E27FC236}">
                <a16:creationId xmlns:a16="http://schemas.microsoft.com/office/drawing/2014/main" id="{003092D6-34EB-7373-3820-8A1CEC2A9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80" name="Freeform 8">
            <a:extLst>
              <a:ext uri="{FF2B5EF4-FFF2-40B4-BE49-F238E27FC236}">
                <a16:creationId xmlns:a16="http://schemas.microsoft.com/office/drawing/2014/main" id="{1AE71434-C30F-557E-2318-275D756AF9B1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81" name="Freeform 9">
            <a:extLst>
              <a:ext uri="{FF2B5EF4-FFF2-40B4-BE49-F238E27FC236}">
                <a16:creationId xmlns:a16="http://schemas.microsoft.com/office/drawing/2014/main" id="{E1E10147-34DF-CB6A-5259-521528BB788E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82" name="Freeform 10">
            <a:extLst>
              <a:ext uri="{FF2B5EF4-FFF2-40B4-BE49-F238E27FC236}">
                <a16:creationId xmlns:a16="http://schemas.microsoft.com/office/drawing/2014/main" id="{78FDD7E0-7A27-7840-BE1A-019BE87C386E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3083" name="Freeform 11">
            <a:extLst>
              <a:ext uri="{FF2B5EF4-FFF2-40B4-BE49-F238E27FC236}">
                <a16:creationId xmlns:a16="http://schemas.microsoft.com/office/drawing/2014/main" id="{93BF85CA-CC68-5C86-38B9-5A136FD55B1A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3F73ADBC-86F2-352D-1368-FA2DFC6DE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" name="Line 13">
            <a:extLst>
              <a:ext uri="{FF2B5EF4-FFF2-40B4-BE49-F238E27FC236}">
                <a16:creationId xmlns:a16="http://schemas.microsoft.com/office/drawing/2014/main" id="{4E60ABC2-C7FE-E0B2-6B91-04D317639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" name="Line 14">
            <a:extLst>
              <a:ext uri="{FF2B5EF4-FFF2-40B4-BE49-F238E27FC236}">
                <a16:creationId xmlns:a16="http://schemas.microsoft.com/office/drawing/2014/main" id="{2C3A5C5C-9252-E1D1-A7BC-E86E1903A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5">
            <a:extLst>
              <a:ext uri="{FF2B5EF4-FFF2-40B4-BE49-F238E27FC236}">
                <a16:creationId xmlns:a16="http://schemas.microsoft.com/office/drawing/2014/main" id="{9B9407F0-F50D-8B23-E043-510924DCD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" name="Line 16">
            <a:extLst>
              <a:ext uri="{FF2B5EF4-FFF2-40B4-BE49-F238E27FC236}">
                <a16:creationId xmlns:a16="http://schemas.microsoft.com/office/drawing/2014/main" id="{86671DFF-AC43-935C-03AC-EC8322793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" name="Line 17">
            <a:extLst>
              <a:ext uri="{FF2B5EF4-FFF2-40B4-BE49-F238E27FC236}">
                <a16:creationId xmlns:a16="http://schemas.microsoft.com/office/drawing/2014/main" id="{4ED44DAD-9AA9-805E-8CDD-CD7DBEB8EF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" name="Line 18">
            <a:extLst>
              <a:ext uri="{FF2B5EF4-FFF2-40B4-BE49-F238E27FC236}">
                <a16:creationId xmlns:a16="http://schemas.microsoft.com/office/drawing/2014/main" id="{9DF6E1E4-AB29-8A93-FA25-FBA8C9516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" name="Line 19">
            <a:extLst>
              <a:ext uri="{FF2B5EF4-FFF2-40B4-BE49-F238E27FC236}">
                <a16:creationId xmlns:a16="http://schemas.microsoft.com/office/drawing/2014/main" id="{66C267D8-CAC9-DAEB-8921-B5084F0FC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A5DEAFD1-1999-CDC6-A345-43EC1E2B3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3093" name="Line 21">
            <a:extLst>
              <a:ext uri="{FF2B5EF4-FFF2-40B4-BE49-F238E27FC236}">
                <a16:creationId xmlns:a16="http://schemas.microsoft.com/office/drawing/2014/main" id="{B8C02BEA-FD7D-A611-3E9F-6B01AD9BE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4" name="Line 22">
            <a:extLst>
              <a:ext uri="{FF2B5EF4-FFF2-40B4-BE49-F238E27FC236}">
                <a16:creationId xmlns:a16="http://schemas.microsoft.com/office/drawing/2014/main" id="{06171890-C9EE-3760-4CB9-AA2C2D34C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5" name="Line 23">
            <a:extLst>
              <a:ext uri="{FF2B5EF4-FFF2-40B4-BE49-F238E27FC236}">
                <a16:creationId xmlns:a16="http://schemas.microsoft.com/office/drawing/2014/main" id="{4399BCEB-440B-F52A-087A-8884A34C4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6" name="Line 24">
            <a:extLst>
              <a:ext uri="{FF2B5EF4-FFF2-40B4-BE49-F238E27FC236}">
                <a16:creationId xmlns:a16="http://schemas.microsoft.com/office/drawing/2014/main" id="{F15B3874-EB23-D58E-5900-13738F357A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7" name="Line 25">
            <a:extLst>
              <a:ext uri="{FF2B5EF4-FFF2-40B4-BE49-F238E27FC236}">
                <a16:creationId xmlns:a16="http://schemas.microsoft.com/office/drawing/2014/main" id="{74394D24-9DA0-506E-9310-7EB1AE9FF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8" name="Line 26">
            <a:extLst>
              <a:ext uri="{FF2B5EF4-FFF2-40B4-BE49-F238E27FC236}">
                <a16:creationId xmlns:a16="http://schemas.microsoft.com/office/drawing/2014/main" id="{CBEBC04B-2269-B954-F620-02A9927E4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9" name="Line 27">
            <a:extLst>
              <a:ext uri="{FF2B5EF4-FFF2-40B4-BE49-F238E27FC236}">
                <a16:creationId xmlns:a16="http://schemas.microsoft.com/office/drawing/2014/main" id="{1C8B89CF-F2E6-12AA-11BF-987F69D2D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0" name="Line 28">
            <a:extLst>
              <a:ext uri="{FF2B5EF4-FFF2-40B4-BE49-F238E27FC236}">
                <a16:creationId xmlns:a16="http://schemas.microsoft.com/office/drawing/2014/main" id="{6303CE05-D4CF-7D1D-C933-17965D4F5A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EF47DCBA-AEA5-B17D-5596-1E2B78B615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910B5F55-E958-DC08-27AB-9CAC75A70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85E2A38E-F7D9-8B85-C345-3CA084ECA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4" name="Line 32">
            <a:extLst>
              <a:ext uri="{FF2B5EF4-FFF2-40B4-BE49-F238E27FC236}">
                <a16:creationId xmlns:a16="http://schemas.microsoft.com/office/drawing/2014/main" id="{41D6E980-A472-2693-E86D-BB41CA32B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5" name="Line 33">
            <a:extLst>
              <a:ext uri="{FF2B5EF4-FFF2-40B4-BE49-F238E27FC236}">
                <a16:creationId xmlns:a16="http://schemas.microsoft.com/office/drawing/2014/main" id="{CBB94241-5DE9-633B-1532-50BDEDDE7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99155C80-A7C6-1216-3509-6F86642C6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7" name="Line 35">
            <a:extLst>
              <a:ext uri="{FF2B5EF4-FFF2-40B4-BE49-F238E27FC236}">
                <a16:creationId xmlns:a16="http://schemas.microsoft.com/office/drawing/2014/main" id="{F01B64FF-DA41-2A2A-B0D2-445AFA4E3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8" name="Rectangle 36">
            <a:extLst>
              <a:ext uri="{FF2B5EF4-FFF2-40B4-BE49-F238E27FC236}">
                <a16:creationId xmlns:a16="http://schemas.microsoft.com/office/drawing/2014/main" id="{6247A20E-DAB3-14B3-4D32-421A1EF9B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9225" y="17463"/>
            <a:ext cx="20383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0" rIns="92075" bIns="0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Primary key index</a:t>
            </a:r>
          </a:p>
        </p:txBody>
      </p:sp>
      <p:sp>
        <p:nvSpPr>
          <p:cNvPr id="3109" name="Rectangle 37">
            <a:extLst>
              <a:ext uri="{FF2B5EF4-FFF2-40B4-BE49-F238E27FC236}">
                <a16:creationId xmlns:a16="http://schemas.microsoft.com/office/drawing/2014/main" id="{21A3611B-9CC2-9C6A-ECA3-3C6EC1D15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576513"/>
            <a:ext cx="1168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solidFill>
                  <a:srgbClr val="000000"/>
                </a:solidFill>
              </a:rPr>
              <a:t>41  43 44 45 46  49</a:t>
            </a:r>
          </a:p>
        </p:txBody>
      </p:sp>
      <p:sp>
        <p:nvSpPr>
          <p:cNvPr id="3110" name="AutoShape 38">
            <a:extLst>
              <a:ext uri="{FF2B5EF4-FFF2-40B4-BE49-F238E27FC236}">
                <a16:creationId xmlns:a16="http://schemas.microsoft.com/office/drawing/2014/main" id="{DF29E47D-2E5A-227A-E719-E69237778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1419225"/>
            <a:ext cx="1431925" cy="941917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200"/>
              <a:t>Records in the indexed file are sequenced on ascending primary key.</a:t>
            </a:r>
            <a:r>
              <a:rPr lang="en-US" altLang="en-US" sz="1000"/>
              <a:t> </a:t>
            </a:r>
          </a:p>
        </p:txBody>
      </p:sp>
      <p:grpSp>
        <p:nvGrpSpPr>
          <p:cNvPr id="3136" name="Group 64">
            <a:extLst>
              <a:ext uri="{FF2B5EF4-FFF2-40B4-BE49-F238E27FC236}">
                <a16:creationId xmlns:a16="http://schemas.microsoft.com/office/drawing/2014/main" id="{F97F5324-2203-FD8A-63CB-DDBF876EA6A2}"/>
              </a:ext>
            </a:extLst>
          </p:cNvPr>
          <p:cNvGrpSpPr>
            <a:grpSpLocks/>
          </p:cNvGrpSpPr>
          <p:nvPr/>
        </p:nvGrpSpPr>
        <p:grpSpPr bwMode="auto">
          <a:xfrm>
            <a:off x="55563" y="26988"/>
            <a:ext cx="4283075" cy="2513012"/>
            <a:chOff x="35" y="17"/>
            <a:chExt cx="2698" cy="1583"/>
          </a:xfrm>
        </p:grpSpPr>
        <p:sp>
          <p:nvSpPr>
            <p:cNvPr id="3111" name="Line 39">
              <a:extLst>
                <a:ext uri="{FF2B5EF4-FFF2-40B4-BE49-F238E27FC236}">
                  <a16:creationId xmlns:a16="http://schemas.microsoft.com/office/drawing/2014/main" id="{E43DF17F-BB10-DDE8-A9CC-9EC226506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0" y="1196"/>
              <a:ext cx="356" cy="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2" name="Line 40">
              <a:extLst>
                <a:ext uri="{FF2B5EF4-FFF2-40B4-BE49-F238E27FC236}">
                  <a16:creationId xmlns:a16="http://schemas.microsoft.com/office/drawing/2014/main" id="{0BCFC550-2705-F8A4-F5EA-0E950DCBE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0" y="1206"/>
              <a:ext cx="0" cy="3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3" name="Line 41">
              <a:extLst>
                <a:ext uri="{FF2B5EF4-FFF2-40B4-BE49-F238E27FC236}">
                  <a16:creationId xmlns:a16="http://schemas.microsoft.com/office/drawing/2014/main" id="{F65989FE-DC08-6D4B-A37A-17B4E20CD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205"/>
              <a:ext cx="338" cy="3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4" name="Line 42">
              <a:extLst>
                <a:ext uri="{FF2B5EF4-FFF2-40B4-BE49-F238E27FC236}">
                  <a16:creationId xmlns:a16="http://schemas.microsoft.com/office/drawing/2014/main" id="{467C581E-606D-A2FD-3DAC-7736F6DFA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1196"/>
              <a:ext cx="685" cy="3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5" name="Line 43">
              <a:extLst>
                <a:ext uri="{FF2B5EF4-FFF2-40B4-BE49-F238E27FC236}">
                  <a16:creationId xmlns:a16="http://schemas.microsoft.com/office/drawing/2014/main" id="{F9EF13C7-CF66-1363-E713-D57C237E1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" y="1190"/>
              <a:ext cx="631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34" name="Group 62">
              <a:extLst>
                <a:ext uri="{FF2B5EF4-FFF2-40B4-BE49-F238E27FC236}">
                  <a16:creationId xmlns:a16="http://schemas.microsoft.com/office/drawing/2014/main" id="{974D4F41-FC24-74C3-C001-07C8A0783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515"/>
              <a:ext cx="2397" cy="673"/>
              <a:chOff x="336" y="515"/>
              <a:chExt cx="2397" cy="673"/>
            </a:xfrm>
          </p:grpSpPr>
          <p:sp>
            <p:nvSpPr>
              <p:cNvPr id="3116" name="Rectangle 44">
                <a:extLst>
                  <a:ext uri="{FF2B5EF4-FFF2-40B4-BE49-F238E27FC236}">
                    <a16:creationId xmlns:a16="http://schemas.microsoft.com/office/drawing/2014/main" id="{5E5F8EF1-D1C2-360A-C47E-4A1FCCAF5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517"/>
                <a:ext cx="593" cy="198"/>
              </a:xfrm>
              <a:prstGeom prst="rect">
                <a:avLst/>
              </a:prstGeom>
              <a:solidFill>
                <a:srgbClr val="EAEAEA"/>
              </a:solidFill>
              <a:ln w="254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8100" tIns="38100" rIns="38100" bIns="38100" anchor="ctr">
                <a:spAutoFit/>
              </a:bodyPr>
              <a:lstStyle/>
              <a:p>
                <a:pPr algn="ctr"/>
                <a:r>
                  <a:rPr lang="en-US" altLang="en-US" sz="1400" b="1">
                    <a:solidFill>
                      <a:srgbClr val="037C03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30   60  99</a:t>
                </a:r>
              </a:p>
            </p:txBody>
          </p:sp>
          <p:sp>
            <p:nvSpPr>
              <p:cNvPr id="3117" name="Line 45">
                <a:extLst>
                  <a:ext uri="{FF2B5EF4-FFF2-40B4-BE49-F238E27FC236}">
                    <a16:creationId xmlns:a16="http://schemas.microsoft.com/office/drawing/2014/main" id="{8298AD8E-479B-41C1-AD09-603873941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2" y="515"/>
                <a:ext cx="2" cy="193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8" name="Line 46">
                <a:extLst>
                  <a:ext uri="{FF2B5EF4-FFF2-40B4-BE49-F238E27FC236}">
                    <a16:creationId xmlns:a16="http://schemas.microsoft.com/office/drawing/2014/main" id="{746F5A07-D0C5-7169-5B4E-31A4A74C3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4" y="524"/>
                <a:ext cx="0" cy="196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9" name="Rectangle 47">
                <a:extLst>
                  <a:ext uri="{FF2B5EF4-FFF2-40B4-BE49-F238E27FC236}">
                    <a16:creationId xmlns:a16="http://schemas.microsoft.com/office/drawing/2014/main" id="{FDC509D1-CA29-29A3-6147-A19DBF190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5" y="985"/>
                <a:ext cx="624" cy="198"/>
              </a:xfrm>
              <a:prstGeom prst="rect">
                <a:avLst/>
              </a:prstGeom>
              <a:solidFill>
                <a:srgbClr val="EAEAEA"/>
              </a:solidFill>
              <a:ln w="254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8100" tIns="38100" rIns="38100" bIns="38100" anchor="ctr">
                <a:spAutoFit/>
              </a:bodyPr>
              <a:lstStyle/>
              <a:p>
                <a:pPr algn="ctr"/>
                <a:r>
                  <a:rPr lang="en-US" altLang="en-US" sz="1400" b="1">
                    <a:solidFill>
                      <a:srgbClr val="037C03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40   49   60</a:t>
                </a:r>
              </a:p>
            </p:txBody>
          </p:sp>
          <p:sp>
            <p:nvSpPr>
              <p:cNvPr id="3120" name="Line 48">
                <a:extLst>
                  <a:ext uri="{FF2B5EF4-FFF2-40B4-BE49-F238E27FC236}">
                    <a16:creationId xmlns:a16="http://schemas.microsoft.com/office/drawing/2014/main" id="{2097AA73-CCF0-6885-6740-0175A25D7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2" y="977"/>
                <a:ext cx="0" cy="204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1" name="Rectangle 49">
                <a:extLst>
                  <a:ext uri="{FF2B5EF4-FFF2-40B4-BE49-F238E27FC236}">
                    <a16:creationId xmlns:a16="http://schemas.microsoft.com/office/drawing/2014/main" id="{4F0A083D-BD81-CBCC-F3DF-487E4D768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985"/>
                <a:ext cx="624" cy="198"/>
              </a:xfrm>
              <a:prstGeom prst="rect">
                <a:avLst/>
              </a:prstGeom>
              <a:solidFill>
                <a:srgbClr val="EAEAEA"/>
              </a:solidFill>
              <a:ln w="254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8100" tIns="38100" rIns="38100" bIns="38100" anchor="ctr">
                <a:spAutoFit/>
              </a:bodyPr>
              <a:lstStyle/>
              <a:p>
                <a:pPr algn="ctr"/>
                <a:r>
                  <a:rPr lang="en-US" altLang="en-US" sz="1400" b="1">
                    <a:solidFill>
                      <a:srgbClr val="037C03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10   20   30</a:t>
                </a:r>
              </a:p>
            </p:txBody>
          </p:sp>
          <p:sp>
            <p:nvSpPr>
              <p:cNvPr id="3122" name="Line 50">
                <a:extLst>
                  <a:ext uri="{FF2B5EF4-FFF2-40B4-BE49-F238E27FC236}">
                    <a16:creationId xmlns:a16="http://schemas.microsoft.com/office/drawing/2014/main" id="{B7E545FA-3EC1-BC50-649B-514063476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0" y="977"/>
                <a:ext cx="0" cy="210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3" name="Line 51">
                <a:extLst>
                  <a:ext uri="{FF2B5EF4-FFF2-40B4-BE49-F238E27FC236}">
                    <a16:creationId xmlns:a16="http://schemas.microsoft.com/office/drawing/2014/main" id="{56722524-1B4E-F095-7752-FC3A9E29F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8" y="977"/>
                <a:ext cx="0" cy="202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4" name="Rectangle 52">
                <a:extLst>
                  <a:ext uri="{FF2B5EF4-FFF2-40B4-BE49-F238E27FC236}">
                    <a16:creationId xmlns:a16="http://schemas.microsoft.com/office/drawing/2014/main" id="{446C3BE2-02A9-72DB-3518-0546D9FFE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985"/>
                <a:ext cx="624" cy="198"/>
              </a:xfrm>
              <a:prstGeom prst="rect">
                <a:avLst/>
              </a:prstGeom>
              <a:solidFill>
                <a:srgbClr val="EAEAEA"/>
              </a:solidFill>
              <a:ln w="254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8100" tIns="38100" rIns="38100" bIns="38100" anchor="ctr">
                <a:spAutoFit/>
              </a:bodyPr>
              <a:lstStyle/>
              <a:p>
                <a:pPr algn="ctr"/>
                <a:r>
                  <a:rPr lang="en-US" altLang="en-US" sz="1400" b="1">
                    <a:solidFill>
                      <a:srgbClr val="037C03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anose="020B0604020202020204" pitchFamily="34" charset="0"/>
                  </a:rPr>
                  <a:t>70   80   99</a:t>
                </a:r>
              </a:p>
            </p:txBody>
          </p:sp>
          <p:sp>
            <p:nvSpPr>
              <p:cNvPr id="3125" name="Line 53">
                <a:extLst>
                  <a:ext uri="{FF2B5EF4-FFF2-40B4-BE49-F238E27FC236}">
                    <a16:creationId xmlns:a16="http://schemas.microsoft.com/office/drawing/2014/main" id="{7F23E7F4-9464-E2FD-6CA2-5932942A1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6" y="719"/>
                <a:ext cx="0" cy="2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6" name="Line 54">
                <a:extLst>
                  <a:ext uri="{FF2B5EF4-FFF2-40B4-BE49-F238E27FC236}">
                    <a16:creationId xmlns:a16="http://schemas.microsoft.com/office/drawing/2014/main" id="{71DA4B95-2A72-430D-E93A-65B3047A9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8" y="721"/>
                <a:ext cx="391" cy="2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7" name="Rectangle 55">
                <a:extLst>
                  <a:ext uri="{FF2B5EF4-FFF2-40B4-BE49-F238E27FC236}">
                    <a16:creationId xmlns:a16="http://schemas.microsoft.com/office/drawing/2014/main" id="{C0DEE194-8910-0086-DB59-598D8FC5D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5" y="780"/>
                <a:ext cx="438" cy="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en-US" altLang="en-US" sz="1000" b="1">
                    <a:latin typeface="Arial" panose="020B0604020202020204" pitchFamily="34" charset="0"/>
                  </a:rPr>
                  <a:t>Index Records</a:t>
                </a:r>
              </a:p>
            </p:txBody>
          </p:sp>
          <p:sp>
            <p:nvSpPr>
              <p:cNvPr id="3128" name="Arc 56">
                <a:extLst>
                  <a:ext uri="{FF2B5EF4-FFF2-40B4-BE49-F238E27FC236}">
                    <a16:creationId xmlns:a16="http://schemas.microsoft.com/office/drawing/2014/main" id="{74D33F16-D25C-9D3A-819B-9F0695A7E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0" y="640"/>
                <a:ext cx="834" cy="15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stealth" w="med" len="med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9" name="Arc 57">
                <a:extLst>
                  <a:ext uri="{FF2B5EF4-FFF2-40B4-BE49-F238E27FC236}">
                    <a16:creationId xmlns:a16="http://schemas.microsoft.com/office/drawing/2014/main" id="{87619778-B5EA-E2B6-7DFD-23DCDD784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846"/>
                <a:ext cx="295" cy="24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0" name="Line 58">
                <a:extLst>
                  <a:ext uri="{FF2B5EF4-FFF2-40B4-BE49-F238E27FC236}">
                    <a16:creationId xmlns:a16="http://schemas.microsoft.com/office/drawing/2014/main" id="{95F35101-404A-0372-5FC6-E0A62D66B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8" y="716"/>
                <a:ext cx="432" cy="2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1" name="Line 59">
                <a:extLst>
                  <a:ext uri="{FF2B5EF4-FFF2-40B4-BE49-F238E27FC236}">
                    <a16:creationId xmlns:a16="http://schemas.microsoft.com/office/drawing/2014/main" id="{217DFC48-3CAF-35CF-1D2E-F1972F444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0" y="986"/>
                <a:ext cx="0" cy="202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Line 60">
                <a:extLst>
                  <a:ext uri="{FF2B5EF4-FFF2-40B4-BE49-F238E27FC236}">
                    <a16:creationId xmlns:a16="http://schemas.microsoft.com/office/drawing/2014/main" id="{EDB6924B-55A3-A31E-A45C-E88AAF1DC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3" y="980"/>
                <a:ext cx="0" cy="202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3" name="Line 61">
                <a:extLst>
                  <a:ext uri="{FF2B5EF4-FFF2-40B4-BE49-F238E27FC236}">
                    <a16:creationId xmlns:a16="http://schemas.microsoft.com/office/drawing/2014/main" id="{4954CA63-606B-E863-0530-BEA4114D6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4" y="980"/>
                <a:ext cx="0" cy="202"/>
              </a:xfrm>
              <a:prstGeom prst="line">
                <a:avLst/>
              </a:prstGeom>
              <a:noFill/>
              <a:ln w="25400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35" name="AutoShape 63">
              <a:extLst>
                <a:ext uri="{FF2B5EF4-FFF2-40B4-BE49-F238E27FC236}">
                  <a16:creationId xmlns:a16="http://schemas.microsoft.com/office/drawing/2014/main" id="{58FB9556-FE2E-3D5E-62B0-3C00E9EEE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" y="17"/>
              <a:ext cx="873" cy="802"/>
            </a:xfrm>
            <a:prstGeom prst="wedgeRoundRectCallout">
              <a:avLst>
                <a:gd name="adj1" fmla="val -49338"/>
                <a:gd name="adj2" fmla="val 66667"/>
                <a:gd name="adj3" fmla="val 16667"/>
              </a:avLst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en-US" sz="1200"/>
                <a:t> Over the actual data records, the file system builds an index which is used to access the required record</a:t>
              </a:r>
              <a:r>
                <a:rPr lang="en-US" altLang="en-US" sz="1000"/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9ED226C-84F7-83A7-D35C-B9784BD9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820738"/>
            <a:ext cx="9413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30   60  99</a:t>
            </a:r>
          </a:p>
        </p:txBody>
      </p:sp>
      <p:sp>
        <p:nvSpPr>
          <p:cNvPr id="4099" name="Line 3">
            <a:extLst>
              <a:ext uri="{FF2B5EF4-FFF2-40B4-BE49-F238E27FC236}">
                <a16:creationId xmlns:a16="http://schemas.microsoft.com/office/drawing/2014/main" id="{99D8D38F-63EE-7437-906A-587B825970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7550" y="817563"/>
            <a:ext cx="3175" cy="30638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" name="Line 4">
            <a:extLst>
              <a:ext uri="{FF2B5EF4-FFF2-40B4-BE49-F238E27FC236}">
                <a16:creationId xmlns:a16="http://schemas.microsoft.com/office/drawing/2014/main" id="{A135C475-D293-02CF-FF13-295FC0C24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C30AD4C-6951-E910-3307-41A6FAA57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40   49   60</a:t>
            </a:r>
          </a:p>
        </p:txBody>
      </p:sp>
      <p:sp>
        <p:nvSpPr>
          <p:cNvPr id="4102" name="Line 6">
            <a:extLst>
              <a:ext uri="{FF2B5EF4-FFF2-40B4-BE49-F238E27FC236}">
                <a16:creationId xmlns:a16="http://schemas.microsoft.com/office/drawing/2014/main" id="{6634D381-648C-BD70-7B4D-C8568415A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78C083B-F24A-2F88-0A49-50D1FBDFC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10   20   30</a:t>
            </a:r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id="{1CD6D8E2-0BB8-73A1-20B0-48C87A794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Line 9">
            <a:extLst>
              <a:ext uri="{FF2B5EF4-FFF2-40B4-BE49-F238E27FC236}">
                <a16:creationId xmlns:a16="http://schemas.microsoft.com/office/drawing/2014/main" id="{0D8B987D-D7CA-0D66-B4B0-CB8D1ED78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328A5C4D-D8CD-6725-18B4-BCC51FA36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70   80   99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2BFBA17-72DF-FC6D-24BB-9400C7678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id="{72B1655A-469E-F7B8-5CA4-B8BF502B4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9" name="Line 13">
            <a:extLst>
              <a:ext uri="{FF2B5EF4-FFF2-40B4-BE49-F238E27FC236}">
                <a16:creationId xmlns:a16="http://schemas.microsoft.com/office/drawing/2014/main" id="{768BB7BE-7C23-3D47-CC8F-F48430922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0" name="Line 14">
            <a:extLst>
              <a:ext uri="{FF2B5EF4-FFF2-40B4-BE49-F238E27FC236}">
                <a16:creationId xmlns:a16="http://schemas.microsoft.com/office/drawing/2014/main" id="{210DCB64-737C-A63F-275E-4F8C4593B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id="{7F73C27C-670C-4D71-9C94-3F771EAE9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Line 16">
            <a:extLst>
              <a:ext uri="{FF2B5EF4-FFF2-40B4-BE49-F238E27FC236}">
                <a16:creationId xmlns:a16="http://schemas.microsoft.com/office/drawing/2014/main" id="{C8FEA301-D3CA-B5F4-82A1-46F79FB1A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id="{88B4AFB9-F63F-A344-BEBA-706196B1E0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4" name="Line 18">
            <a:extLst>
              <a:ext uri="{FF2B5EF4-FFF2-40B4-BE49-F238E27FC236}">
                <a16:creationId xmlns:a16="http://schemas.microsoft.com/office/drawing/2014/main" id="{52B516C0-13E6-B1F3-B368-DAA5E7169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5" name="Line 19">
            <a:extLst>
              <a:ext uri="{FF2B5EF4-FFF2-40B4-BE49-F238E27FC236}">
                <a16:creationId xmlns:a16="http://schemas.microsoft.com/office/drawing/2014/main" id="{5A4859E8-B9E4-B70A-2FFF-94AB8EFD3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6" name="Line 20">
            <a:extLst>
              <a:ext uri="{FF2B5EF4-FFF2-40B4-BE49-F238E27FC236}">
                <a16:creationId xmlns:a16="http://schemas.microsoft.com/office/drawing/2014/main" id="{0FF66A0C-5524-1258-DBD0-208E39868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7" name="Line 21">
            <a:extLst>
              <a:ext uri="{FF2B5EF4-FFF2-40B4-BE49-F238E27FC236}">
                <a16:creationId xmlns:a16="http://schemas.microsoft.com/office/drawing/2014/main" id="{AB2A67B2-0795-73FE-71E0-215F8BDB1A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18" name="Freeform 22">
            <a:extLst>
              <a:ext uri="{FF2B5EF4-FFF2-40B4-BE49-F238E27FC236}">
                <a16:creationId xmlns:a16="http://schemas.microsoft.com/office/drawing/2014/main" id="{FB3BE698-EF81-2B8A-6EA9-76E3A6370D07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19" name="Freeform 23">
            <a:extLst>
              <a:ext uri="{FF2B5EF4-FFF2-40B4-BE49-F238E27FC236}">
                <a16:creationId xmlns:a16="http://schemas.microsoft.com/office/drawing/2014/main" id="{53DC07E3-FCF9-BF31-2150-10574FE8C6FA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0" name="Freeform 24">
            <a:extLst>
              <a:ext uri="{FF2B5EF4-FFF2-40B4-BE49-F238E27FC236}">
                <a16:creationId xmlns:a16="http://schemas.microsoft.com/office/drawing/2014/main" id="{906F989A-4930-525C-0590-86165E0E66A1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4121" name="Freeform 25">
            <a:extLst>
              <a:ext uri="{FF2B5EF4-FFF2-40B4-BE49-F238E27FC236}">
                <a16:creationId xmlns:a16="http://schemas.microsoft.com/office/drawing/2014/main" id="{F544FB24-339B-9C63-1EDE-022C6CB2499B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2" name="Line 26">
            <a:extLst>
              <a:ext uri="{FF2B5EF4-FFF2-40B4-BE49-F238E27FC236}">
                <a16:creationId xmlns:a16="http://schemas.microsoft.com/office/drawing/2014/main" id="{ED8AF0EF-362F-C0DF-392C-703E0C8B7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3" name="Line 27">
            <a:extLst>
              <a:ext uri="{FF2B5EF4-FFF2-40B4-BE49-F238E27FC236}">
                <a16:creationId xmlns:a16="http://schemas.microsoft.com/office/drawing/2014/main" id="{449A20F2-5489-C215-359B-199B513BE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4" name="Line 28">
            <a:extLst>
              <a:ext uri="{FF2B5EF4-FFF2-40B4-BE49-F238E27FC236}">
                <a16:creationId xmlns:a16="http://schemas.microsoft.com/office/drawing/2014/main" id="{7F3C1284-BDCC-79E9-E1FE-E4C792C02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5" name="Line 29">
            <a:extLst>
              <a:ext uri="{FF2B5EF4-FFF2-40B4-BE49-F238E27FC236}">
                <a16:creationId xmlns:a16="http://schemas.microsoft.com/office/drawing/2014/main" id="{4E55081F-06AF-227E-67CD-6418428D3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6" name="Line 30">
            <a:extLst>
              <a:ext uri="{FF2B5EF4-FFF2-40B4-BE49-F238E27FC236}">
                <a16:creationId xmlns:a16="http://schemas.microsoft.com/office/drawing/2014/main" id="{6DE97202-1B23-48E0-8C61-EC3848DFF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7" name="Line 31">
            <a:extLst>
              <a:ext uri="{FF2B5EF4-FFF2-40B4-BE49-F238E27FC236}">
                <a16:creationId xmlns:a16="http://schemas.microsoft.com/office/drawing/2014/main" id="{6FF0D51A-0459-F7BE-370F-6885623DD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8" name="Line 32">
            <a:extLst>
              <a:ext uri="{FF2B5EF4-FFF2-40B4-BE49-F238E27FC236}">
                <a16:creationId xmlns:a16="http://schemas.microsoft.com/office/drawing/2014/main" id="{DCFFD46F-50EC-5B03-98B6-8D98B9578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9" name="Line 33">
            <a:extLst>
              <a:ext uri="{FF2B5EF4-FFF2-40B4-BE49-F238E27FC236}">
                <a16:creationId xmlns:a16="http://schemas.microsoft.com/office/drawing/2014/main" id="{9A984025-C646-D4FB-41A6-D1866C9B8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0" name="Line 34">
            <a:extLst>
              <a:ext uri="{FF2B5EF4-FFF2-40B4-BE49-F238E27FC236}">
                <a16:creationId xmlns:a16="http://schemas.microsoft.com/office/drawing/2014/main" id="{FE22E907-CE11-B67B-5E0C-B57C2E816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1" name="Line 35">
            <a:extLst>
              <a:ext uri="{FF2B5EF4-FFF2-40B4-BE49-F238E27FC236}">
                <a16:creationId xmlns:a16="http://schemas.microsoft.com/office/drawing/2014/main" id="{7E7EB5F1-3406-EB05-E0A8-1B75A50F2D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2" name="Rectangle 36">
            <a:extLst>
              <a:ext uri="{FF2B5EF4-FFF2-40B4-BE49-F238E27FC236}">
                <a16:creationId xmlns:a16="http://schemas.microsoft.com/office/drawing/2014/main" id="{C6E41931-D425-2BBE-516B-B37143ACB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4133" name="Arc 37">
            <a:extLst>
              <a:ext uri="{FF2B5EF4-FFF2-40B4-BE49-F238E27FC236}">
                <a16:creationId xmlns:a16="http://schemas.microsoft.com/office/drawing/2014/main" id="{1D283910-0657-F657-B888-5C068A5D54C9}"/>
              </a:ext>
            </a:extLst>
          </p:cNvPr>
          <p:cNvSpPr>
            <a:spLocks/>
          </p:cNvSpPr>
          <p:nvPr/>
        </p:nvSpPr>
        <p:spPr bwMode="auto">
          <a:xfrm>
            <a:off x="2746375" y="101600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4" name="Arc 38">
            <a:extLst>
              <a:ext uri="{FF2B5EF4-FFF2-40B4-BE49-F238E27FC236}">
                <a16:creationId xmlns:a16="http://schemas.microsoft.com/office/drawing/2014/main" id="{6B96F75A-D30A-5158-A440-B451B8F4D245}"/>
              </a:ext>
            </a:extLst>
          </p:cNvPr>
          <p:cNvSpPr>
            <a:spLocks/>
          </p:cNvSpPr>
          <p:nvPr/>
        </p:nvSpPr>
        <p:spPr bwMode="auto">
          <a:xfrm>
            <a:off x="3760788" y="1343025"/>
            <a:ext cx="468312" cy="3905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5" name="Rectangle 39">
            <a:extLst>
              <a:ext uri="{FF2B5EF4-FFF2-40B4-BE49-F238E27FC236}">
                <a16:creationId xmlns:a16="http://schemas.microsoft.com/office/drawing/2014/main" id="{329B1655-C693-26E2-E0AD-96F41E424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4136" name="Line 40">
            <a:extLst>
              <a:ext uri="{FF2B5EF4-FFF2-40B4-BE49-F238E27FC236}">
                <a16:creationId xmlns:a16="http://schemas.microsoft.com/office/drawing/2014/main" id="{49F6A1F1-0BBF-B779-DBA0-D79350C79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7" name="Line 41">
            <a:extLst>
              <a:ext uri="{FF2B5EF4-FFF2-40B4-BE49-F238E27FC236}">
                <a16:creationId xmlns:a16="http://schemas.microsoft.com/office/drawing/2014/main" id="{F59EA7FD-D761-E85F-DF95-F2CDE3532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8" name="Line 42">
            <a:extLst>
              <a:ext uri="{FF2B5EF4-FFF2-40B4-BE49-F238E27FC236}">
                <a16:creationId xmlns:a16="http://schemas.microsoft.com/office/drawing/2014/main" id="{72A8C326-CDA4-4D45-208B-64F6C89D1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9" name="Line 43">
            <a:extLst>
              <a:ext uri="{FF2B5EF4-FFF2-40B4-BE49-F238E27FC236}">
                <a16:creationId xmlns:a16="http://schemas.microsoft.com/office/drawing/2014/main" id="{1A73A4C3-B641-18AC-B50C-F87F148A4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0" name="Line 44">
            <a:extLst>
              <a:ext uri="{FF2B5EF4-FFF2-40B4-BE49-F238E27FC236}">
                <a16:creationId xmlns:a16="http://schemas.microsoft.com/office/drawing/2014/main" id="{B69BFC14-DA79-44C5-7947-FCCDE92FD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1" name="Line 45">
            <a:extLst>
              <a:ext uri="{FF2B5EF4-FFF2-40B4-BE49-F238E27FC236}">
                <a16:creationId xmlns:a16="http://schemas.microsoft.com/office/drawing/2014/main" id="{44314D0C-5F5D-81FE-F349-831879946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2" name="Line 46">
            <a:extLst>
              <a:ext uri="{FF2B5EF4-FFF2-40B4-BE49-F238E27FC236}">
                <a16:creationId xmlns:a16="http://schemas.microsoft.com/office/drawing/2014/main" id="{178C4043-0F9D-D337-9CF9-CF84D64A3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3" name="Line 47">
            <a:extLst>
              <a:ext uri="{FF2B5EF4-FFF2-40B4-BE49-F238E27FC236}">
                <a16:creationId xmlns:a16="http://schemas.microsoft.com/office/drawing/2014/main" id="{B39BBA64-6BE0-06B6-91DD-A0760DB454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4" name="Line 48">
            <a:extLst>
              <a:ext uri="{FF2B5EF4-FFF2-40B4-BE49-F238E27FC236}">
                <a16:creationId xmlns:a16="http://schemas.microsoft.com/office/drawing/2014/main" id="{7C1AA082-1946-AE01-882B-728763AE26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5" name="Line 49">
            <a:extLst>
              <a:ext uri="{FF2B5EF4-FFF2-40B4-BE49-F238E27FC236}">
                <a16:creationId xmlns:a16="http://schemas.microsoft.com/office/drawing/2014/main" id="{D42EEDD0-C7D1-7431-23A0-335ECAE7D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6" name="Line 50">
            <a:extLst>
              <a:ext uri="{FF2B5EF4-FFF2-40B4-BE49-F238E27FC236}">
                <a16:creationId xmlns:a16="http://schemas.microsoft.com/office/drawing/2014/main" id="{5AA0BB2A-5A2E-D35E-6873-C2CC57A062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7" name="Line 51">
            <a:extLst>
              <a:ext uri="{FF2B5EF4-FFF2-40B4-BE49-F238E27FC236}">
                <a16:creationId xmlns:a16="http://schemas.microsoft.com/office/drawing/2014/main" id="{F531F169-F50E-A530-9E0D-028EE2CE9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8" name="Line 52">
            <a:extLst>
              <a:ext uri="{FF2B5EF4-FFF2-40B4-BE49-F238E27FC236}">
                <a16:creationId xmlns:a16="http://schemas.microsoft.com/office/drawing/2014/main" id="{051A3C3B-DE6E-7A58-D5DB-6F189FDB7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9" name="Line 53">
            <a:extLst>
              <a:ext uri="{FF2B5EF4-FFF2-40B4-BE49-F238E27FC236}">
                <a16:creationId xmlns:a16="http://schemas.microsoft.com/office/drawing/2014/main" id="{8272BE97-E462-A06A-829C-5F1701D2E9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0" name="Line 54">
            <a:extLst>
              <a:ext uri="{FF2B5EF4-FFF2-40B4-BE49-F238E27FC236}">
                <a16:creationId xmlns:a16="http://schemas.microsoft.com/office/drawing/2014/main" id="{46556595-A470-7A31-E7BD-9C3FEC205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1" name="Line 55">
            <a:extLst>
              <a:ext uri="{FF2B5EF4-FFF2-40B4-BE49-F238E27FC236}">
                <a16:creationId xmlns:a16="http://schemas.microsoft.com/office/drawing/2014/main" id="{56A8B9A9-F05B-6908-7403-9BB316730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2" name="Line 56">
            <a:extLst>
              <a:ext uri="{FF2B5EF4-FFF2-40B4-BE49-F238E27FC236}">
                <a16:creationId xmlns:a16="http://schemas.microsoft.com/office/drawing/2014/main" id="{454D6814-E4C3-3E7E-D772-CE4F8AB0B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3" name="Line 57">
            <a:extLst>
              <a:ext uri="{FF2B5EF4-FFF2-40B4-BE49-F238E27FC236}">
                <a16:creationId xmlns:a16="http://schemas.microsoft.com/office/drawing/2014/main" id="{77F60D19-D20E-0C10-D88C-771F06ED3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4" name="Line 58">
            <a:extLst>
              <a:ext uri="{FF2B5EF4-FFF2-40B4-BE49-F238E27FC236}">
                <a16:creationId xmlns:a16="http://schemas.microsoft.com/office/drawing/2014/main" id="{83ABA649-6AC6-CFB4-2977-E3BCF70E57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5" name="Rectangle 59">
            <a:extLst>
              <a:ext uri="{FF2B5EF4-FFF2-40B4-BE49-F238E27FC236}">
                <a16:creationId xmlns:a16="http://schemas.microsoft.com/office/drawing/2014/main" id="{704544D7-4D49-249B-0F62-7AA834492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576513"/>
            <a:ext cx="1168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solidFill>
                  <a:srgbClr val="000000"/>
                </a:solidFill>
              </a:rPr>
              <a:t>41  43 44 45 46  49</a:t>
            </a:r>
          </a:p>
        </p:txBody>
      </p:sp>
      <p:grpSp>
        <p:nvGrpSpPr>
          <p:cNvPr id="4161" name="Group 65">
            <a:extLst>
              <a:ext uri="{FF2B5EF4-FFF2-40B4-BE49-F238E27FC236}">
                <a16:creationId xmlns:a16="http://schemas.microsoft.com/office/drawing/2014/main" id="{9EB22F91-D1F6-21E7-A988-4512A0A77953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17463"/>
            <a:ext cx="3806825" cy="1014412"/>
            <a:chOff x="444" y="11"/>
            <a:chExt cx="2398" cy="639"/>
          </a:xfrm>
        </p:grpSpPr>
        <p:sp>
          <p:nvSpPr>
            <p:cNvPr id="4156" name="Rectangle 60">
              <a:extLst>
                <a:ext uri="{FF2B5EF4-FFF2-40B4-BE49-F238E27FC236}">
                  <a16:creationId xmlns:a16="http://schemas.microsoft.com/office/drawing/2014/main" id="{EC470F10-958F-EED5-654A-BCA78BA26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496"/>
              <a:ext cx="5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Record Buffer</a:t>
              </a:r>
            </a:p>
          </p:txBody>
        </p:sp>
        <p:sp>
          <p:nvSpPr>
            <p:cNvPr id="4157" name="Rectangle 61">
              <a:extLst>
                <a:ext uri="{FF2B5EF4-FFF2-40B4-BE49-F238E27FC236}">
                  <a16:creationId xmlns:a16="http://schemas.microsoft.com/office/drawing/2014/main" id="{AE53C6B6-CA8B-3C02-9911-A205F5255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345"/>
              <a:ext cx="668" cy="14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38100" tIns="46038" rIns="38100" bIns="46038" anchor="ctr"/>
            <a:lstStyle/>
            <a:p>
              <a:r>
                <a:rPr lang="en-US" altLang="en-US" sz="1400" b="1"/>
                <a:t>43</a:t>
              </a:r>
            </a:p>
          </p:txBody>
        </p:sp>
        <p:sp>
          <p:nvSpPr>
            <p:cNvPr id="4158" name="Rectangle 62">
              <a:extLst>
                <a:ext uri="{FF2B5EF4-FFF2-40B4-BE49-F238E27FC236}">
                  <a16:creationId xmlns:a16="http://schemas.microsoft.com/office/drawing/2014/main" id="{28CD4D37-7C1B-C4E5-D58A-996920751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0"/>
              <a:ext cx="2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Key</a:t>
              </a:r>
            </a:p>
          </p:txBody>
        </p:sp>
        <p:sp>
          <p:nvSpPr>
            <p:cNvPr id="4159" name="Line 63">
              <a:extLst>
                <a:ext uri="{FF2B5EF4-FFF2-40B4-BE49-F238E27FC236}">
                  <a16:creationId xmlns:a16="http://schemas.microsoft.com/office/drawing/2014/main" id="{CDBC33AF-74AE-258F-53C0-575423864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4" y="344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0" name="Rectangle 64">
              <a:extLst>
                <a:ext uri="{FF2B5EF4-FFF2-40B4-BE49-F238E27FC236}">
                  <a16:creationId xmlns:a16="http://schemas.microsoft.com/office/drawing/2014/main" id="{C7B9C2F1-6F6D-7651-0E32-4FD8B68C4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1"/>
              <a:ext cx="187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0" rIns="92075" bIns="0">
              <a:spAutoFit/>
            </a:bodyPr>
            <a:lstStyle/>
            <a:p>
              <a:r>
                <a:rPr lang="en-US" altLang="en-US" sz="180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Reading on the primary key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AA35B3A-4422-7D8A-F028-802B81F66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820738"/>
            <a:ext cx="942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30   </a:t>
            </a:r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60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99</a:t>
            </a:r>
          </a:p>
        </p:txBody>
      </p:sp>
      <p:sp>
        <p:nvSpPr>
          <p:cNvPr id="5123" name="Line 3">
            <a:extLst>
              <a:ext uri="{FF2B5EF4-FFF2-40B4-BE49-F238E27FC236}">
                <a16:creationId xmlns:a16="http://schemas.microsoft.com/office/drawing/2014/main" id="{1EDFDC5F-A59B-1706-4E1B-0A4CA16FC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7550" y="817563"/>
            <a:ext cx="3175" cy="30638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Line 4">
            <a:extLst>
              <a:ext uri="{FF2B5EF4-FFF2-40B4-BE49-F238E27FC236}">
                <a16:creationId xmlns:a16="http://schemas.microsoft.com/office/drawing/2014/main" id="{EE50C70C-075E-2F2B-FAE4-AFD20B597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19D5476-AF73-9FA4-F1C3-EABF87F9B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40   49   60</a:t>
            </a:r>
          </a:p>
        </p:txBody>
      </p:sp>
      <p:sp>
        <p:nvSpPr>
          <p:cNvPr id="5126" name="Line 6">
            <a:extLst>
              <a:ext uri="{FF2B5EF4-FFF2-40B4-BE49-F238E27FC236}">
                <a16:creationId xmlns:a16="http://schemas.microsoft.com/office/drawing/2014/main" id="{224D8F45-0AB9-1AF7-1B86-B226DC4E3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0A16E511-89F6-B7DD-AD12-E5A30F851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10   20   30</a:t>
            </a:r>
          </a:p>
        </p:txBody>
      </p:sp>
      <p:sp>
        <p:nvSpPr>
          <p:cNvPr id="5128" name="Line 8">
            <a:extLst>
              <a:ext uri="{FF2B5EF4-FFF2-40B4-BE49-F238E27FC236}">
                <a16:creationId xmlns:a16="http://schemas.microsoft.com/office/drawing/2014/main" id="{5F6AC6FE-9FA2-F0C9-8AEC-9D24F5AA0C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9">
            <a:extLst>
              <a:ext uri="{FF2B5EF4-FFF2-40B4-BE49-F238E27FC236}">
                <a16:creationId xmlns:a16="http://schemas.microsoft.com/office/drawing/2014/main" id="{98C203BF-B06A-6C3B-8A1B-F67EF9F75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E7740FCE-4F9A-4147-6147-82D4AD77F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70   80   99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E0521A01-D187-A25E-887A-19A13077A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8844BEF2-6C1C-E058-A15C-DC65A6B2C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Line 13">
            <a:extLst>
              <a:ext uri="{FF2B5EF4-FFF2-40B4-BE49-F238E27FC236}">
                <a16:creationId xmlns:a16="http://schemas.microsoft.com/office/drawing/2014/main" id="{36AE9936-72E5-0316-81E1-BF6390010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14">
            <a:extLst>
              <a:ext uri="{FF2B5EF4-FFF2-40B4-BE49-F238E27FC236}">
                <a16:creationId xmlns:a16="http://schemas.microsoft.com/office/drawing/2014/main" id="{2C28D742-B934-2A62-5E87-416428CCD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Line 15">
            <a:extLst>
              <a:ext uri="{FF2B5EF4-FFF2-40B4-BE49-F238E27FC236}">
                <a16:creationId xmlns:a16="http://schemas.microsoft.com/office/drawing/2014/main" id="{D5F7603E-BB8A-D8EC-774B-1AA8F646E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Line 16">
            <a:extLst>
              <a:ext uri="{FF2B5EF4-FFF2-40B4-BE49-F238E27FC236}">
                <a16:creationId xmlns:a16="http://schemas.microsoft.com/office/drawing/2014/main" id="{29C9E81D-A65C-14D2-940F-DC985045A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Line 17">
            <a:extLst>
              <a:ext uri="{FF2B5EF4-FFF2-40B4-BE49-F238E27FC236}">
                <a16:creationId xmlns:a16="http://schemas.microsoft.com/office/drawing/2014/main" id="{92188A4D-D500-8D99-EBC3-37DBB79E86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Line 18">
            <a:extLst>
              <a:ext uri="{FF2B5EF4-FFF2-40B4-BE49-F238E27FC236}">
                <a16:creationId xmlns:a16="http://schemas.microsoft.com/office/drawing/2014/main" id="{5E468947-0408-9CB2-559A-095D8E0F6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2FE6A9A9-10FD-FE0D-C32C-A36274DE2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FBC82F19-93A9-F7D1-834B-CE15EB3D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1" name="Line 21">
            <a:extLst>
              <a:ext uri="{FF2B5EF4-FFF2-40B4-BE49-F238E27FC236}">
                <a16:creationId xmlns:a16="http://schemas.microsoft.com/office/drawing/2014/main" id="{42A1521C-3A66-846A-B078-C6338DBD3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2" name="Freeform 22">
            <a:extLst>
              <a:ext uri="{FF2B5EF4-FFF2-40B4-BE49-F238E27FC236}">
                <a16:creationId xmlns:a16="http://schemas.microsoft.com/office/drawing/2014/main" id="{F156C10C-17EC-E763-D6DD-9256C0006E72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3" name="Freeform 23">
            <a:extLst>
              <a:ext uri="{FF2B5EF4-FFF2-40B4-BE49-F238E27FC236}">
                <a16:creationId xmlns:a16="http://schemas.microsoft.com/office/drawing/2014/main" id="{0CE19B78-F5F2-F942-D614-999D4C833B01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4" name="Freeform 24">
            <a:extLst>
              <a:ext uri="{FF2B5EF4-FFF2-40B4-BE49-F238E27FC236}">
                <a16:creationId xmlns:a16="http://schemas.microsoft.com/office/drawing/2014/main" id="{A4A561FE-63BF-6D77-3966-EA315DDDD240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5145" name="Freeform 25">
            <a:extLst>
              <a:ext uri="{FF2B5EF4-FFF2-40B4-BE49-F238E27FC236}">
                <a16:creationId xmlns:a16="http://schemas.microsoft.com/office/drawing/2014/main" id="{573E0797-F726-BD1A-634F-C4E3219DC386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6" name="Line 26">
            <a:extLst>
              <a:ext uri="{FF2B5EF4-FFF2-40B4-BE49-F238E27FC236}">
                <a16:creationId xmlns:a16="http://schemas.microsoft.com/office/drawing/2014/main" id="{C86858B6-B7AE-47F2-0ADA-C046640C5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7" name="Line 27">
            <a:extLst>
              <a:ext uri="{FF2B5EF4-FFF2-40B4-BE49-F238E27FC236}">
                <a16:creationId xmlns:a16="http://schemas.microsoft.com/office/drawing/2014/main" id="{A1483395-74CE-0A50-2DE2-B9F1C6137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8" name="Line 28">
            <a:extLst>
              <a:ext uri="{FF2B5EF4-FFF2-40B4-BE49-F238E27FC236}">
                <a16:creationId xmlns:a16="http://schemas.microsoft.com/office/drawing/2014/main" id="{3931AC9C-E653-E7AE-9281-7F79D4BC5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9" name="Line 29">
            <a:extLst>
              <a:ext uri="{FF2B5EF4-FFF2-40B4-BE49-F238E27FC236}">
                <a16:creationId xmlns:a16="http://schemas.microsoft.com/office/drawing/2014/main" id="{3423E30A-4B01-4BFF-4607-42D46B052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0" name="Line 30">
            <a:extLst>
              <a:ext uri="{FF2B5EF4-FFF2-40B4-BE49-F238E27FC236}">
                <a16:creationId xmlns:a16="http://schemas.microsoft.com/office/drawing/2014/main" id="{93901942-023C-0C12-60F7-E076158C7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1" name="Line 31">
            <a:extLst>
              <a:ext uri="{FF2B5EF4-FFF2-40B4-BE49-F238E27FC236}">
                <a16:creationId xmlns:a16="http://schemas.microsoft.com/office/drawing/2014/main" id="{680980E6-0D27-B281-197A-85370AB7E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2" name="Line 32">
            <a:extLst>
              <a:ext uri="{FF2B5EF4-FFF2-40B4-BE49-F238E27FC236}">
                <a16:creationId xmlns:a16="http://schemas.microsoft.com/office/drawing/2014/main" id="{B5A15264-4536-BCBE-9485-6996D7017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3" name="Line 33">
            <a:extLst>
              <a:ext uri="{FF2B5EF4-FFF2-40B4-BE49-F238E27FC236}">
                <a16:creationId xmlns:a16="http://schemas.microsoft.com/office/drawing/2014/main" id="{1A17A3C2-C2D8-358B-545D-38C267608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4" name="Line 34">
            <a:extLst>
              <a:ext uri="{FF2B5EF4-FFF2-40B4-BE49-F238E27FC236}">
                <a16:creationId xmlns:a16="http://schemas.microsoft.com/office/drawing/2014/main" id="{0EDE0E2B-5176-5CDC-E2EB-BC97B9EAD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5" name="Line 35">
            <a:extLst>
              <a:ext uri="{FF2B5EF4-FFF2-40B4-BE49-F238E27FC236}">
                <a16:creationId xmlns:a16="http://schemas.microsoft.com/office/drawing/2014/main" id="{B36DB2D6-8AC7-4EBB-90BB-A2BCF49B6F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6" name="Rectangle 36">
            <a:extLst>
              <a:ext uri="{FF2B5EF4-FFF2-40B4-BE49-F238E27FC236}">
                <a16:creationId xmlns:a16="http://schemas.microsoft.com/office/drawing/2014/main" id="{F2D3ECFB-7970-726F-74EB-83F0B8AFC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5157" name="Arc 37">
            <a:extLst>
              <a:ext uri="{FF2B5EF4-FFF2-40B4-BE49-F238E27FC236}">
                <a16:creationId xmlns:a16="http://schemas.microsoft.com/office/drawing/2014/main" id="{C9934FEB-4918-AA5D-4D68-2F43F120F51D}"/>
              </a:ext>
            </a:extLst>
          </p:cNvPr>
          <p:cNvSpPr>
            <a:spLocks/>
          </p:cNvSpPr>
          <p:nvPr/>
        </p:nvSpPr>
        <p:spPr bwMode="auto">
          <a:xfrm>
            <a:off x="2746375" y="101600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8" name="Arc 38">
            <a:extLst>
              <a:ext uri="{FF2B5EF4-FFF2-40B4-BE49-F238E27FC236}">
                <a16:creationId xmlns:a16="http://schemas.microsoft.com/office/drawing/2014/main" id="{6C5464E9-0E21-55D1-CF4A-E81AAD59979D}"/>
              </a:ext>
            </a:extLst>
          </p:cNvPr>
          <p:cNvSpPr>
            <a:spLocks/>
          </p:cNvSpPr>
          <p:nvPr/>
        </p:nvSpPr>
        <p:spPr bwMode="auto">
          <a:xfrm>
            <a:off x="3760788" y="1343025"/>
            <a:ext cx="468312" cy="3905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9" name="Rectangle 39">
            <a:extLst>
              <a:ext uri="{FF2B5EF4-FFF2-40B4-BE49-F238E27FC236}">
                <a16:creationId xmlns:a16="http://schemas.microsoft.com/office/drawing/2014/main" id="{97F43283-495D-C5D9-1849-985581D2B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5160" name="Line 40">
            <a:extLst>
              <a:ext uri="{FF2B5EF4-FFF2-40B4-BE49-F238E27FC236}">
                <a16:creationId xmlns:a16="http://schemas.microsoft.com/office/drawing/2014/main" id="{B5042CA2-D82C-3ACE-FF0F-999C1B9815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1" name="Line 41">
            <a:extLst>
              <a:ext uri="{FF2B5EF4-FFF2-40B4-BE49-F238E27FC236}">
                <a16:creationId xmlns:a16="http://schemas.microsoft.com/office/drawing/2014/main" id="{5B7B2B69-B64D-7B8F-BBDE-8E03FC451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2" name="Line 42">
            <a:extLst>
              <a:ext uri="{FF2B5EF4-FFF2-40B4-BE49-F238E27FC236}">
                <a16:creationId xmlns:a16="http://schemas.microsoft.com/office/drawing/2014/main" id="{B36ED547-D52C-8AFB-C9FE-4B58682FF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3" name="Line 43">
            <a:extLst>
              <a:ext uri="{FF2B5EF4-FFF2-40B4-BE49-F238E27FC236}">
                <a16:creationId xmlns:a16="http://schemas.microsoft.com/office/drawing/2014/main" id="{6FFC642C-04C1-9B6E-D732-E1AB296B5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4" name="Line 44">
            <a:extLst>
              <a:ext uri="{FF2B5EF4-FFF2-40B4-BE49-F238E27FC236}">
                <a16:creationId xmlns:a16="http://schemas.microsoft.com/office/drawing/2014/main" id="{3F572749-952D-2432-572E-D7BDAA259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5" name="Line 45">
            <a:extLst>
              <a:ext uri="{FF2B5EF4-FFF2-40B4-BE49-F238E27FC236}">
                <a16:creationId xmlns:a16="http://schemas.microsoft.com/office/drawing/2014/main" id="{B72DD6F3-366A-2446-4370-2D3A5AB47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6" name="Line 46">
            <a:extLst>
              <a:ext uri="{FF2B5EF4-FFF2-40B4-BE49-F238E27FC236}">
                <a16:creationId xmlns:a16="http://schemas.microsoft.com/office/drawing/2014/main" id="{ADF2C0F5-15EB-7436-A41C-0A82AA48F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7" name="Line 47">
            <a:extLst>
              <a:ext uri="{FF2B5EF4-FFF2-40B4-BE49-F238E27FC236}">
                <a16:creationId xmlns:a16="http://schemas.microsoft.com/office/drawing/2014/main" id="{FDB023F0-D185-3837-FB76-EAC5D08A7D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8" name="Line 48">
            <a:extLst>
              <a:ext uri="{FF2B5EF4-FFF2-40B4-BE49-F238E27FC236}">
                <a16:creationId xmlns:a16="http://schemas.microsoft.com/office/drawing/2014/main" id="{331E98D5-3BA3-0E32-C367-1E9B754A2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9" name="Line 49">
            <a:extLst>
              <a:ext uri="{FF2B5EF4-FFF2-40B4-BE49-F238E27FC236}">
                <a16:creationId xmlns:a16="http://schemas.microsoft.com/office/drawing/2014/main" id="{1E0049E5-6B26-AE07-198B-7761E304E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0" name="Line 50">
            <a:extLst>
              <a:ext uri="{FF2B5EF4-FFF2-40B4-BE49-F238E27FC236}">
                <a16:creationId xmlns:a16="http://schemas.microsoft.com/office/drawing/2014/main" id="{88631FE0-DC00-B13D-B450-42F5A5334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1" name="Line 51">
            <a:extLst>
              <a:ext uri="{FF2B5EF4-FFF2-40B4-BE49-F238E27FC236}">
                <a16:creationId xmlns:a16="http://schemas.microsoft.com/office/drawing/2014/main" id="{C0452BBC-8E40-6A9D-4CB3-11B872D8F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2" name="Line 52">
            <a:extLst>
              <a:ext uri="{FF2B5EF4-FFF2-40B4-BE49-F238E27FC236}">
                <a16:creationId xmlns:a16="http://schemas.microsoft.com/office/drawing/2014/main" id="{6B9C9CD2-C4ED-6D55-6CCB-E03937196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3" name="Line 53">
            <a:extLst>
              <a:ext uri="{FF2B5EF4-FFF2-40B4-BE49-F238E27FC236}">
                <a16:creationId xmlns:a16="http://schemas.microsoft.com/office/drawing/2014/main" id="{1A7A02C2-6314-B628-41B9-1262F5676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4" name="Line 54">
            <a:extLst>
              <a:ext uri="{FF2B5EF4-FFF2-40B4-BE49-F238E27FC236}">
                <a16:creationId xmlns:a16="http://schemas.microsoft.com/office/drawing/2014/main" id="{BBE54062-232D-748E-FA77-3428A363D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5" name="Line 55">
            <a:extLst>
              <a:ext uri="{FF2B5EF4-FFF2-40B4-BE49-F238E27FC236}">
                <a16:creationId xmlns:a16="http://schemas.microsoft.com/office/drawing/2014/main" id="{10B3C043-7337-5F48-9023-F0B07385C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6" name="Line 56">
            <a:extLst>
              <a:ext uri="{FF2B5EF4-FFF2-40B4-BE49-F238E27FC236}">
                <a16:creationId xmlns:a16="http://schemas.microsoft.com/office/drawing/2014/main" id="{145DC360-7584-62E3-25EA-4A3023EAB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7" name="Line 57">
            <a:extLst>
              <a:ext uri="{FF2B5EF4-FFF2-40B4-BE49-F238E27FC236}">
                <a16:creationId xmlns:a16="http://schemas.microsoft.com/office/drawing/2014/main" id="{8D16F8E6-C517-D40F-7840-B99AE091A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8" name="Line 58">
            <a:extLst>
              <a:ext uri="{FF2B5EF4-FFF2-40B4-BE49-F238E27FC236}">
                <a16:creationId xmlns:a16="http://schemas.microsoft.com/office/drawing/2014/main" id="{1007F200-A509-AD37-D545-DCC8DC58C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79" name="Rectangle 59">
            <a:extLst>
              <a:ext uri="{FF2B5EF4-FFF2-40B4-BE49-F238E27FC236}">
                <a16:creationId xmlns:a16="http://schemas.microsoft.com/office/drawing/2014/main" id="{28F18A2F-32C8-1F4F-C3DD-ADBF941B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576513"/>
            <a:ext cx="1168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solidFill>
                  <a:srgbClr val="000000"/>
                </a:solidFill>
              </a:rPr>
              <a:t>41  43 44 45 46  49</a:t>
            </a:r>
          </a:p>
        </p:txBody>
      </p:sp>
      <p:grpSp>
        <p:nvGrpSpPr>
          <p:cNvPr id="5185" name="Group 65">
            <a:extLst>
              <a:ext uri="{FF2B5EF4-FFF2-40B4-BE49-F238E27FC236}">
                <a16:creationId xmlns:a16="http://schemas.microsoft.com/office/drawing/2014/main" id="{6125C5A0-01D6-5635-B2E8-59AEEB2F31BB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17463"/>
            <a:ext cx="3806825" cy="1014412"/>
            <a:chOff x="444" y="11"/>
            <a:chExt cx="2398" cy="639"/>
          </a:xfrm>
        </p:grpSpPr>
        <p:sp>
          <p:nvSpPr>
            <p:cNvPr id="5180" name="Rectangle 60">
              <a:extLst>
                <a:ext uri="{FF2B5EF4-FFF2-40B4-BE49-F238E27FC236}">
                  <a16:creationId xmlns:a16="http://schemas.microsoft.com/office/drawing/2014/main" id="{DE0B55A7-5D2F-D28C-84D6-871CC98F2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496"/>
              <a:ext cx="5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Record Buffer</a:t>
              </a:r>
            </a:p>
          </p:txBody>
        </p:sp>
        <p:sp>
          <p:nvSpPr>
            <p:cNvPr id="5181" name="Rectangle 61">
              <a:extLst>
                <a:ext uri="{FF2B5EF4-FFF2-40B4-BE49-F238E27FC236}">
                  <a16:creationId xmlns:a16="http://schemas.microsoft.com/office/drawing/2014/main" id="{DF565E0D-5A51-522D-E30B-50F15E41E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345"/>
              <a:ext cx="668" cy="14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38100" tIns="46038" rIns="38100" bIns="46038" anchor="ctr"/>
            <a:lstStyle/>
            <a:p>
              <a:r>
                <a:rPr lang="en-US" altLang="en-US" sz="1400" b="1"/>
                <a:t>43</a:t>
              </a:r>
            </a:p>
          </p:txBody>
        </p:sp>
        <p:sp>
          <p:nvSpPr>
            <p:cNvPr id="5182" name="Rectangle 62">
              <a:extLst>
                <a:ext uri="{FF2B5EF4-FFF2-40B4-BE49-F238E27FC236}">
                  <a16:creationId xmlns:a16="http://schemas.microsoft.com/office/drawing/2014/main" id="{FB66D712-8961-733B-2C80-B1D6D22A4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0"/>
              <a:ext cx="2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Key</a:t>
              </a:r>
            </a:p>
          </p:txBody>
        </p:sp>
        <p:sp>
          <p:nvSpPr>
            <p:cNvPr id="5183" name="Line 63">
              <a:extLst>
                <a:ext uri="{FF2B5EF4-FFF2-40B4-BE49-F238E27FC236}">
                  <a16:creationId xmlns:a16="http://schemas.microsoft.com/office/drawing/2014/main" id="{8DBB0AC4-4938-E8A5-56BC-BF6AB250C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4" y="344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Rectangle 64">
              <a:extLst>
                <a:ext uri="{FF2B5EF4-FFF2-40B4-BE49-F238E27FC236}">
                  <a16:creationId xmlns:a16="http://schemas.microsoft.com/office/drawing/2014/main" id="{71785A4C-E1DC-50E4-4EE4-B836750A4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1"/>
              <a:ext cx="187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0" rIns="92075" bIns="0">
              <a:spAutoFit/>
            </a:bodyPr>
            <a:lstStyle/>
            <a:p>
              <a:r>
                <a:rPr lang="en-US" alt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Reading on the primary key</a:t>
              </a:r>
            </a:p>
          </p:txBody>
        </p:sp>
      </p:grpSp>
      <p:sp>
        <p:nvSpPr>
          <p:cNvPr id="5186" name="Rectangle 66">
            <a:extLst>
              <a:ext uri="{FF2B5EF4-FFF2-40B4-BE49-F238E27FC236}">
                <a16:creationId xmlns:a16="http://schemas.microsoft.com/office/drawing/2014/main" id="{78BEA12D-A59F-FB29-D83A-ABCE79310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825500"/>
            <a:ext cx="92710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8987A35-52C2-69DB-0008-C714AE780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820738"/>
            <a:ext cx="9413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30   60  99</a:t>
            </a:r>
          </a:p>
        </p:txBody>
      </p:sp>
      <p:sp>
        <p:nvSpPr>
          <p:cNvPr id="6147" name="Line 3">
            <a:extLst>
              <a:ext uri="{FF2B5EF4-FFF2-40B4-BE49-F238E27FC236}">
                <a16:creationId xmlns:a16="http://schemas.microsoft.com/office/drawing/2014/main" id="{82B7120C-7957-AE25-4459-254926604F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7550" y="817563"/>
            <a:ext cx="3175" cy="30638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Line 4">
            <a:extLst>
              <a:ext uri="{FF2B5EF4-FFF2-40B4-BE49-F238E27FC236}">
                <a16:creationId xmlns:a16="http://schemas.microsoft.com/office/drawing/2014/main" id="{D53174D8-D872-DF41-4A3E-3CAC6914E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F64954A6-191D-2C06-B5C7-C6D0CA67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563688"/>
            <a:ext cx="9921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40   </a:t>
            </a:r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49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60</a:t>
            </a:r>
          </a:p>
        </p:txBody>
      </p:sp>
      <p:sp>
        <p:nvSpPr>
          <p:cNvPr id="6150" name="Line 6">
            <a:extLst>
              <a:ext uri="{FF2B5EF4-FFF2-40B4-BE49-F238E27FC236}">
                <a16:creationId xmlns:a16="http://schemas.microsoft.com/office/drawing/2014/main" id="{6C6C9750-C13F-E949-B559-A65C6F17F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C99E1EB-FF57-4C44-1F5E-9B05C56B6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10   20   30</a:t>
            </a:r>
          </a:p>
        </p:txBody>
      </p:sp>
      <p:sp>
        <p:nvSpPr>
          <p:cNvPr id="6152" name="Line 8">
            <a:extLst>
              <a:ext uri="{FF2B5EF4-FFF2-40B4-BE49-F238E27FC236}">
                <a16:creationId xmlns:a16="http://schemas.microsoft.com/office/drawing/2014/main" id="{8E9C948B-9F30-DB15-738C-1E44AF1FA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Line 9">
            <a:extLst>
              <a:ext uri="{FF2B5EF4-FFF2-40B4-BE49-F238E27FC236}">
                <a16:creationId xmlns:a16="http://schemas.microsoft.com/office/drawing/2014/main" id="{2AEE0330-634C-F4DA-1AD1-0E046C3A8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D3A136F5-A800-A4CE-7FF8-087D9C7F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70   80   99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7B3A3A37-678A-B5DC-E146-ED11540C8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12">
            <a:extLst>
              <a:ext uri="{FF2B5EF4-FFF2-40B4-BE49-F238E27FC236}">
                <a16:creationId xmlns:a16="http://schemas.microsoft.com/office/drawing/2014/main" id="{3F71A642-4B32-3B01-A0B5-833A4D6112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Line 13">
            <a:extLst>
              <a:ext uri="{FF2B5EF4-FFF2-40B4-BE49-F238E27FC236}">
                <a16:creationId xmlns:a16="http://schemas.microsoft.com/office/drawing/2014/main" id="{8648216A-6769-DF32-8F33-E8C1D167B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>
            <a:extLst>
              <a:ext uri="{FF2B5EF4-FFF2-40B4-BE49-F238E27FC236}">
                <a16:creationId xmlns:a16="http://schemas.microsoft.com/office/drawing/2014/main" id="{59FB7FCB-A550-3A4B-DA98-FAE58A391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822B4FD2-EA3D-2FAE-70C4-A5A6D18BAD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F6A7018B-13F6-C6E4-7B0B-444FB0D84C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1" name="Line 17">
            <a:extLst>
              <a:ext uri="{FF2B5EF4-FFF2-40B4-BE49-F238E27FC236}">
                <a16:creationId xmlns:a16="http://schemas.microsoft.com/office/drawing/2014/main" id="{5CDE59FC-131D-2EF9-0ADF-C93963A8E0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2" name="Line 18">
            <a:extLst>
              <a:ext uri="{FF2B5EF4-FFF2-40B4-BE49-F238E27FC236}">
                <a16:creationId xmlns:a16="http://schemas.microsoft.com/office/drawing/2014/main" id="{4FF1CCD6-4992-97EF-F090-289D77957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3" name="Line 19">
            <a:extLst>
              <a:ext uri="{FF2B5EF4-FFF2-40B4-BE49-F238E27FC236}">
                <a16:creationId xmlns:a16="http://schemas.microsoft.com/office/drawing/2014/main" id="{44A75EF4-672D-9E7F-E7B4-65C062D75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" name="Line 20">
            <a:extLst>
              <a:ext uri="{FF2B5EF4-FFF2-40B4-BE49-F238E27FC236}">
                <a16:creationId xmlns:a16="http://schemas.microsoft.com/office/drawing/2014/main" id="{C05F6788-3CC9-FC77-9094-B938BE622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" name="Line 21">
            <a:extLst>
              <a:ext uri="{FF2B5EF4-FFF2-40B4-BE49-F238E27FC236}">
                <a16:creationId xmlns:a16="http://schemas.microsoft.com/office/drawing/2014/main" id="{72E4ACDA-B3AC-AAA2-3EFF-C0CAADF2E3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66" name="Freeform 22">
            <a:extLst>
              <a:ext uri="{FF2B5EF4-FFF2-40B4-BE49-F238E27FC236}">
                <a16:creationId xmlns:a16="http://schemas.microsoft.com/office/drawing/2014/main" id="{E9883160-9332-E0B5-C0E5-DF689F9FC668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67" name="Freeform 23">
            <a:extLst>
              <a:ext uri="{FF2B5EF4-FFF2-40B4-BE49-F238E27FC236}">
                <a16:creationId xmlns:a16="http://schemas.microsoft.com/office/drawing/2014/main" id="{C7C9FFA5-1E7C-DE19-9F54-EC857360EADB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68" name="Freeform 24">
            <a:extLst>
              <a:ext uri="{FF2B5EF4-FFF2-40B4-BE49-F238E27FC236}">
                <a16:creationId xmlns:a16="http://schemas.microsoft.com/office/drawing/2014/main" id="{BF41D3C8-32A7-233A-1E41-5013CF47D4B0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6169" name="Freeform 25">
            <a:extLst>
              <a:ext uri="{FF2B5EF4-FFF2-40B4-BE49-F238E27FC236}">
                <a16:creationId xmlns:a16="http://schemas.microsoft.com/office/drawing/2014/main" id="{381A2C14-0678-820E-1475-ED2B4C0668E7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0" name="Line 26">
            <a:extLst>
              <a:ext uri="{FF2B5EF4-FFF2-40B4-BE49-F238E27FC236}">
                <a16:creationId xmlns:a16="http://schemas.microsoft.com/office/drawing/2014/main" id="{E218D2A6-5BF6-6F3E-E0A9-3E5D60C53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1" name="Line 27">
            <a:extLst>
              <a:ext uri="{FF2B5EF4-FFF2-40B4-BE49-F238E27FC236}">
                <a16:creationId xmlns:a16="http://schemas.microsoft.com/office/drawing/2014/main" id="{48A08769-06BE-F2E2-C973-4B0BEB117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2" name="Line 28">
            <a:extLst>
              <a:ext uri="{FF2B5EF4-FFF2-40B4-BE49-F238E27FC236}">
                <a16:creationId xmlns:a16="http://schemas.microsoft.com/office/drawing/2014/main" id="{C225F8C9-7167-40C2-70A4-F9C7DCCA6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3" name="Line 29">
            <a:extLst>
              <a:ext uri="{FF2B5EF4-FFF2-40B4-BE49-F238E27FC236}">
                <a16:creationId xmlns:a16="http://schemas.microsoft.com/office/drawing/2014/main" id="{2A2F0B9F-1200-7159-78C6-5EA5B6F05F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4" name="Line 30">
            <a:extLst>
              <a:ext uri="{FF2B5EF4-FFF2-40B4-BE49-F238E27FC236}">
                <a16:creationId xmlns:a16="http://schemas.microsoft.com/office/drawing/2014/main" id="{310CE545-7DB9-4E81-BAAC-D6B45D05D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" name="Line 31">
            <a:extLst>
              <a:ext uri="{FF2B5EF4-FFF2-40B4-BE49-F238E27FC236}">
                <a16:creationId xmlns:a16="http://schemas.microsoft.com/office/drawing/2014/main" id="{F6AB0E2A-C999-56C8-F7A6-5216E5BD5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6" name="Line 32">
            <a:extLst>
              <a:ext uri="{FF2B5EF4-FFF2-40B4-BE49-F238E27FC236}">
                <a16:creationId xmlns:a16="http://schemas.microsoft.com/office/drawing/2014/main" id="{ED4057BF-5A08-2ADD-5B13-3F4DB23E4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7" name="Line 33">
            <a:extLst>
              <a:ext uri="{FF2B5EF4-FFF2-40B4-BE49-F238E27FC236}">
                <a16:creationId xmlns:a16="http://schemas.microsoft.com/office/drawing/2014/main" id="{73C3D973-0B8A-AAD8-BB75-EEE01E226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8" name="Line 34">
            <a:extLst>
              <a:ext uri="{FF2B5EF4-FFF2-40B4-BE49-F238E27FC236}">
                <a16:creationId xmlns:a16="http://schemas.microsoft.com/office/drawing/2014/main" id="{CA137D8C-05A6-FC09-A913-7B3216193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9" name="Line 35">
            <a:extLst>
              <a:ext uri="{FF2B5EF4-FFF2-40B4-BE49-F238E27FC236}">
                <a16:creationId xmlns:a16="http://schemas.microsoft.com/office/drawing/2014/main" id="{07E630C0-A589-C763-C588-DC61A9ACF4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0" name="Rectangle 36">
            <a:extLst>
              <a:ext uri="{FF2B5EF4-FFF2-40B4-BE49-F238E27FC236}">
                <a16:creationId xmlns:a16="http://schemas.microsoft.com/office/drawing/2014/main" id="{A60CC8B9-0DF7-F0C7-B9ED-77BB2199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6181" name="Arc 37">
            <a:extLst>
              <a:ext uri="{FF2B5EF4-FFF2-40B4-BE49-F238E27FC236}">
                <a16:creationId xmlns:a16="http://schemas.microsoft.com/office/drawing/2014/main" id="{A29F628A-111B-A4CF-7277-504D76F3810D}"/>
              </a:ext>
            </a:extLst>
          </p:cNvPr>
          <p:cNvSpPr>
            <a:spLocks/>
          </p:cNvSpPr>
          <p:nvPr/>
        </p:nvSpPr>
        <p:spPr bwMode="auto">
          <a:xfrm>
            <a:off x="2746375" y="101600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2" name="Arc 38">
            <a:extLst>
              <a:ext uri="{FF2B5EF4-FFF2-40B4-BE49-F238E27FC236}">
                <a16:creationId xmlns:a16="http://schemas.microsoft.com/office/drawing/2014/main" id="{D7512D67-2CE5-3BF3-9AF8-44807BBF681B}"/>
              </a:ext>
            </a:extLst>
          </p:cNvPr>
          <p:cNvSpPr>
            <a:spLocks/>
          </p:cNvSpPr>
          <p:nvPr/>
        </p:nvSpPr>
        <p:spPr bwMode="auto">
          <a:xfrm>
            <a:off x="3760788" y="1343025"/>
            <a:ext cx="468312" cy="3905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3" name="Rectangle 39">
            <a:extLst>
              <a:ext uri="{FF2B5EF4-FFF2-40B4-BE49-F238E27FC236}">
                <a16:creationId xmlns:a16="http://schemas.microsoft.com/office/drawing/2014/main" id="{816CBF54-35B4-C241-0264-2FA57E56C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6184" name="Line 40">
            <a:extLst>
              <a:ext uri="{FF2B5EF4-FFF2-40B4-BE49-F238E27FC236}">
                <a16:creationId xmlns:a16="http://schemas.microsoft.com/office/drawing/2014/main" id="{6FCC15EA-6103-87B4-7AF7-1E7A4FEB0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" name="Line 41">
            <a:extLst>
              <a:ext uri="{FF2B5EF4-FFF2-40B4-BE49-F238E27FC236}">
                <a16:creationId xmlns:a16="http://schemas.microsoft.com/office/drawing/2014/main" id="{E3F93E85-A31A-D8E5-65AC-FE1E2EFE7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6" name="Line 42">
            <a:extLst>
              <a:ext uri="{FF2B5EF4-FFF2-40B4-BE49-F238E27FC236}">
                <a16:creationId xmlns:a16="http://schemas.microsoft.com/office/drawing/2014/main" id="{A926A4EA-1DE0-CF32-A775-DBD4F0539B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7" name="Line 43">
            <a:extLst>
              <a:ext uri="{FF2B5EF4-FFF2-40B4-BE49-F238E27FC236}">
                <a16:creationId xmlns:a16="http://schemas.microsoft.com/office/drawing/2014/main" id="{7FA06440-C854-C990-2BC1-4D5D1E57F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8" name="Line 44">
            <a:extLst>
              <a:ext uri="{FF2B5EF4-FFF2-40B4-BE49-F238E27FC236}">
                <a16:creationId xmlns:a16="http://schemas.microsoft.com/office/drawing/2014/main" id="{349FF017-6E9A-12ED-42F2-009ED1379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9" name="Line 45">
            <a:extLst>
              <a:ext uri="{FF2B5EF4-FFF2-40B4-BE49-F238E27FC236}">
                <a16:creationId xmlns:a16="http://schemas.microsoft.com/office/drawing/2014/main" id="{0A34ED01-5098-FF83-A83A-A662DEE07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0" name="Line 46">
            <a:extLst>
              <a:ext uri="{FF2B5EF4-FFF2-40B4-BE49-F238E27FC236}">
                <a16:creationId xmlns:a16="http://schemas.microsoft.com/office/drawing/2014/main" id="{410DE3A0-2DC5-4BD8-0178-E349B3BD8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1" name="Line 47">
            <a:extLst>
              <a:ext uri="{FF2B5EF4-FFF2-40B4-BE49-F238E27FC236}">
                <a16:creationId xmlns:a16="http://schemas.microsoft.com/office/drawing/2014/main" id="{BE81F537-3372-F994-ED0C-A4C3C6C0FC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2" name="Line 48">
            <a:extLst>
              <a:ext uri="{FF2B5EF4-FFF2-40B4-BE49-F238E27FC236}">
                <a16:creationId xmlns:a16="http://schemas.microsoft.com/office/drawing/2014/main" id="{A9664EB7-5256-E49B-7D79-55D5EABF3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3" name="Line 49">
            <a:extLst>
              <a:ext uri="{FF2B5EF4-FFF2-40B4-BE49-F238E27FC236}">
                <a16:creationId xmlns:a16="http://schemas.microsoft.com/office/drawing/2014/main" id="{865906D5-FC26-67DA-249C-E49B4B0B4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4" name="Line 50">
            <a:extLst>
              <a:ext uri="{FF2B5EF4-FFF2-40B4-BE49-F238E27FC236}">
                <a16:creationId xmlns:a16="http://schemas.microsoft.com/office/drawing/2014/main" id="{E0E00684-8E52-37FC-5EAE-1978288E8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5" name="Line 51">
            <a:extLst>
              <a:ext uri="{FF2B5EF4-FFF2-40B4-BE49-F238E27FC236}">
                <a16:creationId xmlns:a16="http://schemas.microsoft.com/office/drawing/2014/main" id="{56E9BBD6-83B2-2CE2-B10E-2951E6D99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6" name="Line 52">
            <a:extLst>
              <a:ext uri="{FF2B5EF4-FFF2-40B4-BE49-F238E27FC236}">
                <a16:creationId xmlns:a16="http://schemas.microsoft.com/office/drawing/2014/main" id="{E20BF46F-F6D6-D7A7-6CFF-AB919A253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7" name="Line 53">
            <a:extLst>
              <a:ext uri="{FF2B5EF4-FFF2-40B4-BE49-F238E27FC236}">
                <a16:creationId xmlns:a16="http://schemas.microsoft.com/office/drawing/2014/main" id="{E678037A-370F-D7BE-E793-27DBE8FE4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8" name="Line 54">
            <a:extLst>
              <a:ext uri="{FF2B5EF4-FFF2-40B4-BE49-F238E27FC236}">
                <a16:creationId xmlns:a16="http://schemas.microsoft.com/office/drawing/2014/main" id="{744D147D-85EF-8B3C-B825-1A230C615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99" name="Line 55">
            <a:extLst>
              <a:ext uri="{FF2B5EF4-FFF2-40B4-BE49-F238E27FC236}">
                <a16:creationId xmlns:a16="http://schemas.microsoft.com/office/drawing/2014/main" id="{A8D8DE82-3C15-0479-7BE5-E9E331337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0" name="Line 56">
            <a:extLst>
              <a:ext uri="{FF2B5EF4-FFF2-40B4-BE49-F238E27FC236}">
                <a16:creationId xmlns:a16="http://schemas.microsoft.com/office/drawing/2014/main" id="{47F0BAF2-5209-5785-6160-8111410A4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1" name="Line 57">
            <a:extLst>
              <a:ext uri="{FF2B5EF4-FFF2-40B4-BE49-F238E27FC236}">
                <a16:creationId xmlns:a16="http://schemas.microsoft.com/office/drawing/2014/main" id="{6A05FE4E-4D2E-1449-C171-01F026C03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2" name="Line 58">
            <a:extLst>
              <a:ext uri="{FF2B5EF4-FFF2-40B4-BE49-F238E27FC236}">
                <a16:creationId xmlns:a16="http://schemas.microsoft.com/office/drawing/2014/main" id="{ADADB253-422C-63B3-8CCC-ABE6DA2BE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03" name="Rectangle 59">
            <a:extLst>
              <a:ext uri="{FF2B5EF4-FFF2-40B4-BE49-F238E27FC236}">
                <a16:creationId xmlns:a16="http://schemas.microsoft.com/office/drawing/2014/main" id="{543C65BD-582B-232A-EBC9-2C609BF33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576513"/>
            <a:ext cx="1168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solidFill>
                  <a:srgbClr val="000000"/>
                </a:solidFill>
              </a:rPr>
              <a:t>41  43 44 45 46  49</a:t>
            </a:r>
          </a:p>
        </p:txBody>
      </p:sp>
      <p:grpSp>
        <p:nvGrpSpPr>
          <p:cNvPr id="6209" name="Group 65">
            <a:extLst>
              <a:ext uri="{FF2B5EF4-FFF2-40B4-BE49-F238E27FC236}">
                <a16:creationId xmlns:a16="http://schemas.microsoft.com/office/drawing/2014/main" id="{C784E950-03EA-E05D-4C2E-352CDA9C56B8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17463"/>
            <a:ext cx="3806825" cy="1014412"/>
            <a:chOff x="444" y="11"/>
            <a:chExt cx="2398" cy="639"/>
          </a:xfrm>
        </p:grpSpPr>
        <p:sp>
          <p:nvSpPr>
            <p:cNvPr id="6204" name="Rectangle 60">
              <a:extLst>
                <a:ext uri="{FF2B5EF4-FFF2-40B4-BE49-F238E27FC236}">
                  <a16:creationId xmlns:a16="http://schemas.microsoft.com/office/drawing/2014/main" id="{4D307308-BF4B-A245-8248-7E8038BEF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496"/>
              <a:ext cx="5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Record Buffer</a:t>
              </a:r>
            </a:p>
          </p:txBody>
        </p:sp>
        <p:sp>
          <p:nvSpPr>
            <p:cNvPr id="6205" name="Rectangle 61">
              <a:extLst>
                <a:ext uri="{FF2B5EF4-FFF2-40B4-BE49-F238E27FC236}">
                  <a16:creationId xmlns:a16="http://schemas.microsoft.com/office/drawing/2014/main" id="{F061BC8C-8ED2-30CC-DDA0-C95DACBA0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345"/>
              <a:ext cx="668" cy="14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38100" tIns="46038" rIns="38100" bIns="46038" anchor="ctr"/>
            <a:lstStyle/>
            <a:p>
              <a:r>
                <a:rPr lang="en-US" altLang="en-US" sz="1400" b="1"/>
                <a:t>43</a:t>
              </a:r>
            </a:p>
          </p:txBody>
        </p:sp>
        <p:sp>
          <p:nvSpPr>
            <p:cNvPr id="6206" name="Rectangle 62">
              <a:extLst>
                <a:ext uri="{FF2B5EF4-FFF2-40B4-BE49-F238E27FC236}">
                  <a16:creationId xmlns:a16="http://schemas.microsoft.com/office/drawing/2014/main" id="{A007406E-4597-5BA1-6F72-118F8DCA9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0"/>
              <a:ext cx="2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Key</a:t>
              </a:r>
            </a:p>
          </p:txBody>
        </p:sp>
        <p:sp>
          <p:nvSpPr>
            <p:cNvPr id="6207" name="Line 63">
              <a:extLst>
                <a:ext uri="{FF2B5EF4-FFF2-40B4-BE49-F238E27FC236}">
                  <a16:creationId xmlns:a16="http://schemas.microsoft.com/office/drawing/2014/main" id="{17E6E62C-E873-428F-EF71-C185C462A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4" y="344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08" name="Rectangle 64">
              <a:extLst>
                <a:ext uri="{FF2B5EF4-FFF2-40B4-BE49-F238E27FC236}">
                  <a16:creationId xmlns:a16="http://schemas.microsoft.com/office/drawing/2014/main" id="{82A430C1-64AD-9E5B-99A5-0DCF81423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1"/>
              <a:ext cx="187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0" rIns="92075" bIns="0">
              <a:spAutoFit/>
            </a:bodyPr>
            <a:lstStyle/>
            <a:p>
              <a:r>
                <a:rPr lang="en-US" alt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Reading on the primary key</a:t>
              </a:r>
            </a:p>
          </p:txBody>
        </p:sp>
      </p:grpSp>
      <p:sp>
        <p:nvSpPr>
          <p:cNvPr id="6210" name="Rectangle 66">
            <a:extLst>
              <a:ext uri="{FF2B5EF4-FFF2-40B4-BE49-F238E27FC236}">
                <a16:creationId xmlns:a16="http://schemas.microsoft.com/office/drawing/2014/main" id="{463B9345-5F05-B2C8-D115-221A275F4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568450"/>
            <a:ext cx="98425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58F3767-62AB-A4DD-62E9-9AC67D831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820738"/>
            <a:ext cx="941387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30   60  99</a:t>
            </a:r>
          </a:p>
        </p:txBody>
      </p:sp>
      <p:sp>
        <p:nvSpPr>
          <p:cNvPr id="7171" name="Line 3">
            <a:extLst>
              <a:ext uri="{FF2B5EF4-FFF2-40B4-BE49-F238E27FC236}">
                <a16:creationId xmlns:a16="http://schemas.microsoft.com/office/drawing/2014/main" id="{BB4F4AA0-3CAE-74C3-13D2-B2D806BDCD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7550" y="817563"/>
            <a:ext cx="3175" cy="30638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152D6B76-4C57-3D27-ECFE-7E7849AEA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83185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23DC507-2D95-58A7-F6F3-9695E8583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40   49   60</a:t>
            </a: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D8BCE6E7-D0FE-D8FA-D5E6-68FF7081C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5050" y="15509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4B99C940-9BF8-B9B9-C2B0-B2DEA992E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10   20   30</a:t>
            </a:r>
          </a:p>
        </p:txBody>
      </p:sp>
      <p:sp>
        <p:nvSpPr>
          <p:cNvPr id="7176" name="Line 8">
            <a:extLst>
              <a:ext uri="{FF2B5EF4-FFF2-40B4-BE49-F238E27FC236}">
                <a16:creationId xmlns:a16="http://schemas.microsoft.com/office/drawing/2014/main" id="{737426CE-8587-E0D8-B532-906EED2E7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50" y="15509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D5E0035F-D0B0-BF1B-F872-37066FA23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55700" y="15509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3BFB3154-4A12-8E73-B0BE-825028691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238" y="1563688"/>
            <a:ext cx="990600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70   80   99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88E42AE5-01EC-D7A6-7B23-37CB5282D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2560638"/>
            <a:ext cx="4256088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D6D4B9D1-2496-DD7A-4296-FFEF53280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6238" y="25495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9F81CBC6-10DF-14DA-BA85-ED616286A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429C319D-10AF-0C3E-AF15-46026D89F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3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5">
            <a:extLst>
              <a:ext uri="{FF2B5EF4-FFF2-40B4-BE49-F238E27FC236}">
                <a16:creationId xmlns:a16="http://schemas.microsoft.com/office/drawing/2014/main" id="{70638229-201F-4103-E6DF-02B314BA6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3425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221FEB63-0E1E-735E-636D-923A57737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0588" y="25495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BC1014D1-E5C6-73CA-4513-0C3FF776E8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4750" y="1898650"/>
            <a:ext cx="565150" cy="615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8">
            <a:extLst>
              <a:ext uri="{FF2B5EF4-FFF2-40B4-BE49-F238E27FC236}">
                <a16:creationId xmlns:a16="http://schemas.microsoft.com/office/drawing/2014/main" id="{FF695FCA-BFF6-0CC5-67C3-2BE148930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1914525"/>
            <a:ext cx="0" cy="625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9">
            <a:extLst>
              <a:ext uri="{FF2B5EF4-FFF2-40B4-BE49-F238E27FC236}">
                <a16:creationId xmlns:a16="http://schemas.microsoft.com/office/drawing/2014/main" id="{D6630A56-5134-05E4-98BD-1626BECEF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275" y="1912938"/>
            <a:ext cx="536575" cy="6016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Line 20">
            <a:extLst>
              <a:ext uri="{FF2B5EF4-FFF2-40B4-BE49-F238E27FC236}">
                <a16:creationId xmlns:a16="http://schemas.microsoft.com/office/drawing/2014/main" id="{677FF4AF-09B1-2D05-2824-B28575351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963" y="1898650"/>
            <a:ext cx="1087437" cy="62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Line 21">
            <a:extLst>
              <a:ext uri="{FF2B5EF4-FFF2-40B4-BE49-F238E27FC236}">
                <a16:creationId xmlns:a16="http://schemas.microsoft.com/office/drawing/2014/main" id="{968B45B2-FDC3-BE11-B770-684F056858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889125"/>
            <a:ext cx="1001713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0" name="Freeform 22">
            <a:extLst>
              <a:ext uri="{FF2B5EF4-FFF2-40B4-BE49-F238E27FC236}">
                <a16:creationId xmlns:a16="http://schemas.microsoft.com/office/drawing/2014/main" id="{E7213785-3622-F64E-BEEC-3B1F1232825F}"/>
              </a:ext>
            </a:extLst>
          </p:cNvPr>
          <p:cNvSpPr>
            <a:spLocks/>
          </p:cNvSpPr>
          <p:nvPr/>
        </p:nvSpPr>
        <p:spPr bwMode="auto">
          <a:xfrm>
            <a:off x="153988" y="25209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1" name="Freeform 23">
            <a:extLst>
              <a:ext uri="{FF2B5EF4-FFF2-40B4-BE49-F238E27FC236}">
                <a16:creationId xmlns:a16="http://schemas.microsoft.com/office/drawing/2014/main" id="{FDD66C99-B8DF-EEE6-BC36-7E29F7A0D95D}"/>
              </a:ext>
            </a:extLst>
          </p:cNvPr>
          <p:cNvSpPr>
            <a:spLocks/>
          </p:cNvSpPr>
          <p:nvPr/>
        </p:nvSpPr>
        <p:spPr bwMode="auto">
          <a:xfrm>
            <a:off x="127000" y="24733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2" name="Freeform 24">
            <a:extLst>
              <a:ext uri="{FF2B5EF4-FFF2-40B4-BE49-F238E27FC236}">
                <a16:creationId xmlns:a16="http://schemas.microsoft.com/office/drawing/2014/main" id="{191E3430-DE73-A314-FD7B-F402831E8E37}"/>
              </a:ext>
            </a:extLst>
          </p:cNvPr>
          <p:cNvSpPr>
            <a:spLocks/>
          </p:cNvSpPr>
          <p:nvPr/>
        </p:nvSpPr>
        <p:spPr bwMode="auto">
          <a:xfrm>
            <a:off x="4387850" y="25304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7193" name="Freeform 25">
            <a:extLst>
              <a:ext uri="{FF2B5EF4-FFF2-40B4-BE49-F238E27FC236}">
                <a16:creationId xmlns:a16="http://schemas.microsoft.com/office/drawing/2014/main" id="{48AFBC23-7D57-A77D-1A35-A5FD1221C58B}"/>
              </a:ext>
            </a:extLst>
          </p:cNvPr>
          <p:cNvSpPr>
            <a:spLocks/>
          </p:cNvSpPr>
          <p:nvPr/>
        </p:nvSpPr>
        <p:spPr bwMode="auto">
          <a:xfrm>
            <a:off x="4327525" y="2506663"/>
            <a:ext cx="227013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4" name="Line 26">
            <a:extLst>
              <a:ext uri="{FF2B5EF4-FFF2-40B4-BE49-F238E27FC236}">
                <a16:creationId xmlns:a16="http://schemas.microsoft.com/office/drawing/2014/main" id="{8DD8E2F3-7728-282A-3DDF-A92ECD0D7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7488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5" name="Line 27">
            <a:extLst>
              <a:ext uri="{FF2B5EF4-FFF2-40B4-BE49-F238E27FC236}">
                <a16:creationId xmlns:a16="http://schemas.microsoft.com/office/drawing/2014/main" id="{E01C40E0-A182-BCD7-6558-FDB7E7A39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Line 28">
            <a:extLst>
              <a:ext uri="{FF2B5EF4-FFF2-40B4-BE49-F238E27FC236}">
                <a16:creationId xmlns:a16="http://schemas.microsoft.com/office/drawing/2014/main" id="{A78ABC97-F2A8-BA32-50A2-C68AA42B5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7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Line 29">
            <a:extLst>
              <a:ext uri="{FF2B5EF4-FFF2-40B4-BE49-F238E27FC236}">
                <a16:creationId xmlns:a16="http://schemas.microsoft.com/office/drawing/2014/main" id="{5C754C2F-76EC-3B97-E899-77C2FFC2B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8" name="Line 30">
            <a:extLst>
              <a:ext uri="{FF2B5EF4-FFF2-40B4-BE49-F238E27FC236}">
                <a16:creationId xmlns:a16="http://schemas.microsoft.com/office/drawing/2014/main" id="{8341306D-B68B-3F56-30F2-1A424A683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5527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Line 31">
            <a:extLst>
              <a:ext uri="{FF2B5EF4-FFF2-40B4-BE49-F238E27FC236}">
                <a16:creationId xmlns:a16="http://schemas.microsoft.com/office/drawing/2014/main" id="{CA4256BE-39E3-0CD3-E2A8-53733B5C3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396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" name="Line 32">
            <a:extLst>
              <a:ext uri="{FF2B5EF4-FFF2-40B4-BE49-F238E27FC236}">
                <a16:creationId xmlns:a16="http://schemas.microsoft.com/office/drawing/2014/main" id="{BC838548-67AB-D165-927A-3F1ACB2AB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574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1" name="Line 33">
            <a:extLst>
              <a:ext uri="{FF2B5EF4-FFF2-40B4-BE49-F238E27FC236}">
                <a16:creationId xmlns:a16="http://schemas.microsoft.com/office/drawing/2014/main" id="{A4AF5B2E-F8D6-A32C-F0CE-CEAB9CBDC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25527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2" name="Line 34">
            <a:extLst>
              <a:ext uri="{FF2B5EF4-FFF2-40B4-BE49-F238E27FC236}">
                <a16:creationId xmlns:a16="http://schemas.microsoft.com/office/drawing/2014/main" id="{E9AB03B8-E31C-33CD-9E32-66F11FE59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1141413"/>
            <a:ext cx="0" cy="382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3" name="Line 35">
            <a:extLst>
              <a:ext uri="{FF2B5EF4-FFF2-40B4-BE49-F238E27FC236}">
                <a16:creationId xmlns:a16="http://schemas.microsoft.com/office/drawing/2014/main" id="{A22FEDCA-A793-3060-D91A-63784B6393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1144588"/>
            <a:ext cx="620713" cy="379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4" name="Rectangle 36">
            <a:extLst>
              <a:ext uri="{FF2B5EF4-FFF2-40B4-BE49-F238E27FC236}">
                <a16:creationId xmlns:a16="http://schemas.microsoft.com/office/drawing/2014/main" id="{0741A92A-6D88-FF4C-56E1-CC4786E0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1238250"/>
            <a:ext cx="695325" cy="1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7205" name="Arc 37">
            <a:extLst>
              <a:ext uri="{FF2B5EF4-FFF2-40B4-BE49-F238E27FC236}">
                <a16:creationId xmlns:a16="http://schemas.microsoft.com/office/drawing/2014/main" id="{D1013C80-C045-A550-8876-A579B7863369}"/>
              </a:ext>
            </a:extLst>
          </p:cNvPr>
          <p:cNvSpPr>
            <a:spLocks/>
          </p:cNvSpPr>
          <p:nvPr/>
        </p:nvSpPr>
        <p:spPr bwMode="auto">
          <a:xfrm>
            <a:off x="2746375" y="101600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6" name="Arc 38">
            <a:extLst>
              <a:ext uri="{FF2B5EF4-FFF2-40B4-BE49-F238E27FC236}">
                <a16:creationId xmlns:a16="http://schemas.microsoft.com/office/drawing/2014/main" id="{B1A1FAE7-F308-9E3F-E7A5-B746E701CE17}"/>
              </a:ext>
            </a:extLst>
          </p:cNvPr>
          <p:cNvSpPr>
            <a:spLocks/>
          </p:cNvSpPr>
          <p:nvPr/>
        </p:nvSpPr>
        <p:spPr bwMode="auto">
          <a:xfrm>
            <a:off x="3760788" y="1343025"/>
            <a:ext cx="468312" cy="3905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7" name="Rectangle 39">
            <a:extLst>
              <a:ext uri="{FF2B5EF4-FFF2-40B4-BE49-F238E27FC236}">
                <a16:creationId xmlns:a16="http://schemas.microsoft.com/office/drawing/2014/main" id="{CED2203B-2629-5138-8CBD-8ADC004ED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84003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7208" name="Line 40">
            <a:extLst>
              <a:ext uri="{FF2B5EF4-FFF2-40B4-BE49-F238E27FC236}">
                <a16:creationId xmlns:a16="http://schemas.microsoft.com/office/drawing/2014/main" id="{31D5A55F-30DB-6605-34F0-F0AFDD179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71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9" name="Line 41">
            <a:extLst>
              <a:ext uri="{FF2B5EF4-FFF2-40B4-BE49-F238E27FC236}">
                <a16:creationId xmlns:a16="http://schemas.microsoft.com/office/drawing/2014/main" id="{280154B7-8EFF-63A7-E3D0-BB06A4827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9988" y="25479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0" name="Line 42">
            <a:extLst>
              <a:ext uri="{FF2B5EF4-FFF2-40B4-BE49-F238E27FC236}">
                <a16:creationId xmlns:a16="http://schemas.microsoft.com/office/drawing/2014/main" id="{2892C405-32A7-24E7-7B52-A39536256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1" name="Line 43">
            <a:extLst>
              <a:ext uri="{FF2B5EF4-FFF2-40B4-BE49-F238E27FC236}">
                <a16:creationId xmlns:a16="http://schemas.microsoft.com/office/drawing/2014/main" id="{D656D079-2F53-A042-163D-0D3499FBE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25590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2" name="Line 44">
            <a:extLst>
              <a:ext uri="{FF2B5EF4-FFF2-40B4-BE49-F238E27FC236}">
                <a16:creationId xmlns:a16="http://schemas.microsoft.com/office/drawing/2014/main" id="{FA39257E-8428-74D5-46C4-77D556A78F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650" y="25527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3" name="Line 45">
            <a:extLst>
              <a:ext uri="{FF2B5EF4-FFF2-40B4-BE49-F238E27FC236}">
                <a16:creationId xmlns:a16="http://schemas.microsoft.com/office/drawing/2014/main" id="{80C19261-00E4-F394-8E44-1D63DC5F7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4" name="Line 46">
            <a:extLst>
              <a:ext uri="{FF2B5EF4-FFF2-40B4-BE49-F238E27FC236}">
                <a16:creationId xmlns:a16="http://schemas.microsoft.com/office/drawing/2014/main" id="{1B60D7B6-7E50-947D-96FC-3685A5F5C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5" name="Line 47">
            <a:extLst>
              <a:ext uri="{FF2B5EF4-FFF2-40B4-BE49-F238E27FC236}">
                <a16:creationId xmlns:a16="http://schemas.microsoft.com/office/drawing/2014/main" id="{8F342E7C-7251-A212-3725-CFA34D36A0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9300" y="25527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6" name="Line 48">
            <a:extLst>
              <a:ext uri="{FF2B5EF4-FFF2-40B4-BE49-F238E27FC236}">
                <a16:creationId xmlns:a16="http://schemas.microsoft.com/office/drawing/2014/main" id="{486D2096-55C6-274B-0E02-3A9466FC8D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638" y="2557463"/>
            <a:ext cx="1587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7" name="Line 49">
            <a:extLst>
              <a:ext uri="{FF2B5EF4-FFF2-40B4-BE49-F238E27FC236}">
                <a16:creationId xmlns:a16="http://schemas.microsoft.com/office/drawing/2014/main" id="{A2CD0024-2789-B77F-7709-D89C57DA2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800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8" name="Line 50">
            <a:extLst>
              <a:ext uri="{FF2B5EF4-FFF2-40B4-BE49-F238E27FC236}">
                <a16:creationId xmlns:a16="http://schemas.microsoft.com/office/drawing/2014/main" id="{E8D4FDC7-722A-A6DE-D0BF-46D011043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3" y="25495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9" name="Line 51">
            <a:extLst>
              <a:ext uri="{FF2B5EF4-FFF2-40B4-BE49-F238E27FC236}">
                <a16:creationId xmlns:a16="http://schemas.microsoft.com/office/drawing/2014/main" id="{7CD5E15D-088A-DA9A-6EDD-786340A62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1763" y="25542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0" name="Line 52">
            <a:extLst>
              <a:ext uri="{FF2B5EF4-FFF2-40B4-BE49-F238E27FC236}">
                <a16:creationId xmlns:a16="http://schemas.microsoft.com/office/drawing/2014/main" id="{09886A59-E6A3-4744-E5A0-E22790735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7275" y="25527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1" name="Line 53">
            <a:extLst>
              <a:ext uri="{FF2B5EF4-FFF2-40B4-BE49-F238E27FC236}">
                <a16:creationId xmlns:a16="http://schemas.microsoft.com/office/drawing/2014/main" id="{C7E06B71-59E2-A1C8-0CBF-4BC58D466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975" y="25590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2" name="Line 54">
            <a:extLst>
              <a:ext uri="{FF2B5EF4-FFF2-40B4-BE49-F238E27FC236}">
                <a16:creationId xmlns:a16="http://schemas.microsoft.com/office/drawing/2014/main" id="{57DBFDE9-DF2E-B3AF-ED81-AEDDEE47C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25527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3" name="Line 55">
            <a:extLst>
              <a:ext uri="{FF2B5EF4-FFF2-40B4-BE49-F238E27FC236}">
                <a16:creationId xmlns:a16="http://schemas.microsoft.com/office/drawing/2014/main" id="{6F6925C5-1D90-9288-4258-825225B1A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136650"/>
            <a:ext cx="68580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4" name="Line 56">
            <a:extLst>
              <a:ext uri="{FF2B5EF4-FFF2-40B4-BE49-F238E27FC236}">
                <a16:creationId xmlns:a16="http://schemas.microsoft.com/office/drawing/2014/main" id="{DA28605E-7377-68D7-540A-A51120088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15652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5" name="Line 57">
            <a:extLst>
              <a:ext uri="{FF2B5EF4-FFF2-40B4-BE49-F238E27FC236}">
                <a16:creationId xmlns:a16="http://schemas.microsoft.com/office/drawing/2014/main" id="{B998916B-B887-B781-120F-251B8BB13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4513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6" name="Line 58">
            <a:extLst>
              <a:ext uri="{FF2B5EF4-FFF2-40B4-BE49-F238E27FC236}">
                <a16:creationId xmlns:a16="http://schemas.microsoft.com/office/drawing/2014/main" id="{078426B9-BA10-C90D-5739-F6FE424C6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1225" y="15557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27" name="Rectangle 59">
            <a:extLst>
              <a:ext uri="{FF2B5EF4-FFF2-40B4-BE49-F238E27FC236}">
                <a16:creationId xmlns:a16="http://schemas.microsoft.com/office/drawing/2014/main" id="{9230128E-4C62-9FF4-F095-BFBCF822D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576513"/>
            <a:ext cx="1168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 b="1">
                <a:solidFill>
                  <a:srgbClr val="000000"/>
                </a:solidFill>
              </a:rPr>
              <a:t>41  </a:t>
            </a:r>
            <a:r>
              <a:rPr lang="en-US" altLang="en-US" sz="1000" b="1">
                <a:solidFill>
                  <a:srgbClr val="CC0000"/>
                </a:solidFill>
              </a:rPr>
              <a:t>43</a:t>
            </a:r>
            <a:r>
              <a:rPr lang="en-US" altLang="en-US" sz="1000" b="1">
                <a:solidFill>
                  <a:srgbClr val="000000"/>
                </a:solidFill>
              </a:rPr>
              <a:t> 44 45 46  49</a:t>
            </a:r>
          </a:p>
        </p:txBody>
      </p:sp>
      <p:sp>
        <p:nvSpPr>
          <p:cNvPr id="7228" name="Rectangle 60">
            <a:extLst>
              <a:ext uri="{FF2B5EF4-FFF2-40B4-BE49-F238E27FC236}">
                <a16:creationId xmlns:a16="http://schemas.microsoft.com/office/drawing/2014/main" id="{F8200E7F-DCB7-CC05-0722-4606EBFA0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2559050"/>
            <a:ext cx="1022350" cy="2476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234" name="Group 66">
            <a:extLst>
              <a:ext uri="{FF2B5EF4-FFF2-40B4-BE49-F238E27FC236}">
                <a16:creationId xmlns:a16="http://schemas.microsoft.com/office/drawing/2014/main" id="{E7EC8E24-2795-7C78-38AF-0B665907F3A8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17463"/>
            <a:ext cx="3806825" cy="1014412"/>
            <a:chOff x="444" y="11"/>
            <a:chExt cx="2398" cy="639"/>
          </a:xfrm>
        </p:grpSpPr>
        <p:sp>
          <p:nvSpPr>
            <p:cNvPr id="7229" name="Rectangle 61">
              <a:extLst>
                <a:ext uri="{FF2B5EF4-FFF2-40B4-BE49-F238E27FC236}">
                  <a16:creationId xmlns:a16="http://schemas.microsoft.com/office/drawing/2014/main" id="{55891C9D-FA26-0ED5-EFE0-224AA0BBD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496"/>
              <a:ext cx="5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Record Buffer</a:t>
              </a:r>
            </a:p>
          </p:txBody>
        </p:sp>
        <p:sp>
          <p:nvSpPr>
            <p:cNvPr id="7230" name="Rectangle 62">
              <a:extLst>
                <a:ext uri="{FF2B5EF4-FFF2-40B4-BE49-F238E27FC236}">
                  <a16:creationId xmlns:a16="http://schemas.microsoft.com/office/drawing/2014/main" id="{A768175F-99BC-F1AB-1843-7AF33C69C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345"/>
              <a:ext cx="668" cy="14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38100" tIns="46038" rIns="38100" bIns="46038" anchor="ctr"/>
            <a:lstStyle/>
            <a:p>
              <a:r>
                <a:rPr lang="en-US" altLang="en-US" sz="1400" b="1">
                  <a:solidFill>
                    <a:srgbClr val="CC0000"/>
                  </a:solidFill>
                </a:rPr>
                <a:t>43    data</a:t>
              </a:r>
            </a:p>
          </p:txBody>
        </p:sp>
        <p:sp>
          <p:nvSpPr>
            <p:cNvPr id="7231" name="Rectangle 63">
              <a:extLst>
                <a:ext uri="{FF2B5EF4-FFF2-40B4-BE49-F238E27FC236}">
                  <a16:creationId xmlns:a16="http://schemas.microsoft.com/office/drawing/2014/main" id="{90CC90CB-8A04-4C6B-843C-F11613C95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4" y="220"/>
              <a:ext cx="249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1000"/>
                <a:t>Key</a:t>
              </a:r>
            </a:p>
          </p:txBody>
        </p:sp>
        <p:sp>
          <p:nvSpPr>
            <p:cNvPr id="7232" name="Line 64">
              <a:extLst>
                <a:ext uri="{FF2B5EF4-FFF2-40B4-BE49-F238E27FC236}">
                  <a16:creationId xmlns:a16="http://schemas.microsoft.com/office/drawing/2014/main" id="{2B3791A7-3407-1802-833F-77D2E3431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4" y="344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3" name="Rectangle 65">
              <a:extLst>
                <a:ext uri="{FF2B5EF4-FFF2-40B4-BE49-F238E27FC236}">
                  <a16:creationId xmlns:a16="http://schemas.microsoft.com/office/drawing/2014/main" id="{8F897B20-7441-9781-A932-651097521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" y="11"/>
              <a:ext cx="187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0" rIns="92075" bIns="0">
              <a:spAutoFit/>
            </a:bodyPr>
            <a:lstStyle/>
            <a:p>
              <a:r>
                <a:rPr lang="en-US" alt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Reading on the primary key</a:t>
              </a:r>
            </a:p>
          </p:txBody>
        </p:sp>
      </p:grpSp>
      <p:sp>
        <p:nvSpPr>
          <p:cNvPr id="7235" name="Rectangle 67">
            <a:extLst>
              <a:ext uri="{FF2B5EF4-FFF2-40B4-BE49-F238E27FC236}">
                <a16:creationId xmlns:a16="http://schemas.microsoft.com/office/drawing/2014/main" id="{DEC21511-80B1-DE79-DD26-CA6DF96D9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2565400"/>
            <a:ext cx="1009650" cy="228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36" name="Rectangle 68">
            <a:extLst>
              <a:ext uri="{FF2B5EF4-FFF2-40B4-BE49-F238E27FC236}">
                <a16:creationId xmlns:a16="http://schemas.microsoft.com/office/drawing/2014/main" id="{96E65BA2-01E4-3AD2-F0C6-1CD73F160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501900"/>
            <a:ext cx="158750" cy="34925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37" name="Arc 69">
            <a:extLst>
              <a:ext uri="{FF2B5EF4-FFF2-40B4-BE49-F238E27FC236}">
                <a16:creationId xmlns:a16="http://schemas.microsoft.com/office/drawing/2014/main" id="{77427961-2ED2-24FD-825C-5E548CF6EB2F}"/>
              </a:ext>
            </a:extLst>
          </p:cNvPr>
          <p:cNvSpPr>
            <a:spLocks/>
          </p:cNvSpPr>
          <p:nvPr/>
        </p:nvSpPr>
        <p:spPr bwMode="auto">
          <a:xfrm>
            <a:off x="1955800" y="952500"/>
            <a:ext cx="2051050" cy="18034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0E5FD3-812F-2950-5921-88FAB7E09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55A3C975-A329-AF57-9B5C-93A23E836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Line 4">
            <a:extLst>
              <a:ext uri="{FF2B5EF4-FFF2-40B4-BE49-F238E27FC236}">
                <a16:creationId xmlns:a16="http://schemas.microsoft.com/office/drawing/2014/main" id="{67A4A682-277B-F712-BD79-085525260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9561F8C-39F8-C4FB-6558-D6F0609B5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B453A34D-4BFB-6DAF-DF80-18610291C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9D8629F2-EF19-5BE6-4E69-71654A8EB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1C46ACB2-EF11-9034-3076-43341666D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id="{0889E70C-91AF-2B88-4193-17953C531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0E01F54F-7AFF-4D63-DD37-D6C6EB9CD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9D3B7717-F279-5E9A-69AD-B3C8A473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FDA07A61-8F4A-31FC-52AD-68890D0FB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77F2FEEE-8F29-31C3-C6B4-B3116627E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33449A1E-B98A-CC2B-DAA6-1EE6EF4B6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7BEDFA17-0D5D-89D3-BA31-FC7985AD7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575D1D2D-D3D6-4594-2B82-F9097AF48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F1A8E812-9A6F-B436-A798-64C45464FC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0" name="Line 18">
            <a:extLst>
              <a:ext uri="{FF2B5EF4-FFF2-40B4-BE49-F238E27FC236}">
                <a16:creationId xmlns:a16="http://schemas.microsoft.com/office/drawing/2014/main" id="{9B36DE34-1AC2-8BD2-C9E1-AF498A694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1" name="Line 19">
            <a:extLst>
              <a:ext uri="{FF2B5EF4-FFF2-40B4-BE49-F238E27FC236}">
                <a16:creationId xmlns:a16="http://schemas.microsoft.com/office/drawing/2014/main" id="{ADB57863-967E-8CBF-43E9-9B004C9AD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E32A5890-1445-C002-7C23-369820738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3" name="Line 21">
            <a:extLst>
              <a:ext uri="{FF2B5EF4-FFF2-40B4-BE49-F238E27FC236}">
                <a16:creationId xmlns:a16="http://schemas.microsoft.com/office/drawing/2014/main" id="{1BB7DFFE-2372-69FE-738B-E9E5D5F51A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4" name="Freeform 22">
            <a:extLst>
              <a:ext uri="{FF2B5EF4-FFF2-40B4-BE49-F238E27FC236}">
                <a16:creationId xmlns:a16="http://schemas.microsoft.com/office/drawing/2014/main" id="{FBF20266-B0F0-B9D6-1778-2004DDF7F989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5" name="Freeform 23">
            <a:extLst>
              <a:ext uri="{FF2B5EF4-FFF2-40B4-BE49-F238E27FC236}">
                <a16:creationId xmlns:a16="http://schemas.microsoft.com/office/drawing/2014/main" id="{5E6E1A71-069D-A375-42B9-6357ACE48E95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6" name="Freeform 24">
            <a:extLst>
              <a:ext uri="{FF2B5EF4-FFF2-40B4-BE49-F238E27FC236}">
                <a16:creationId xmlns:a16="http://schemas.microsoft.com/office/drawing/2014/main" id="{8D206431-520A-E542-EE4E-EADACC6C9681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8217" name="Freeform 25">
            <a:extLst>
              <a:ext uri="{FF2B5EF4-FFF2-40B4-BE49-F238E27FC236}">
                <a16:creationId xmlns:a16="http://schemas.microsoft.com/office/drawing/2014/main" id="{9256DF0E-4082-6FF8-84CB-B37D6A19F5CE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8" name="Line 26">
            <a:extLst>
              <a:ext uri="{FF2B5EF4-FFF2-40B4-BE49-F238E27FC236}">
                <a16:creationId xmlns:a16="http://schemas.microsoft.com/office/drawing/2014/main" id="{7099E2D5-29B0-F0BF-A8E1-3D78A7DEF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19" name="Line 27">
            <a:extLst>
              <a:ext uri="{FF2B5EF4-FFF2-40B4-BE49-F238E27FC236}">
                <a16:creationId xmlns:a16="http://schemas.microsoft.com/office/drawing/2014/main" id="{23372204-2AC6-627B-1867-8E7FF94F2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0" name="Line 28">
            <a:extLst>
              <a:ext uri="{FF2B5EF4-FFF2-40B4-BE49-F238E27FC236}">
                <a16:creationId xmlns:a16="http://schemas.microsoft.com/office/drawing/2014/main" id="{2425D347-EC31-72A7-F37A-B8623FDA4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1" name="Line 29">
            <a:extLst>
              <a:ext uri="{FF2B5EF4-FFF2-40B4-BE49-F238E27FC236}">
                <a16:creationId xmlns:a16="http://schemas.microsoft.com/office/drawing/2014/main" id="{B5F251AD-4EA9-9EEC-5F2D-DF379C71E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2" name="Line 30">
            <a:extLst>
              <a:ext uri="{FF2B5EF4-FFF2-40B4-BE49-F238E27FC236}">
                <a16:creationId xmlns:a16="http://schemas.microsoft.com/office/drawing/2014/main" id="{B5A1C734-03A1-BD2D-A369-C5D49EA67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3" name="Line 31">
            <a:extLst>
              <a:ext uri="{FF2B5EF4-FFF2-40B4-BE49-F238E27FC236}">
                <a16:creationId xmlns:a16="http://schemas.microsoft.com/office/drawing/2014/main" id="{F0D19F38-FAE9-98E5-8448-BECB38834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4" name="Line 32">
            <a:extLst>
              <a:ext uri="{FF2B5EF4-FFF2-40B4-BE49-F238E27FC236}">
                <a16:creationId xmlns:a16="http://schemas.microsoft.com/office/drawing/2014/main" id="{7A01896D-1B29-6D84-7632-8B2B63C61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5" name="Line 33">
            <a:extLst>
              <a:ext uri="{FF2B5EF4-FFF2-40B4-BE49-F238E27FC236}">
                <a16:creationId xmlns:a16="http://schemas.microsoft.com/office/drawing/2014/main" id="{7990D6D7-50C4-3D93-94B1-912F35470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6" name="Line 34">
            <a:extLst>
              <a:ext uri="{FF2B5EF4-FFF2-40B4-BE49-F238E27FC236}">
                <a16:creationId xmlns:a16="http://schemas.microsoft.com/office/drawing/2014/main" id="{149EA5F7-E032-A941-7948-A7E609448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7" name="Line 35">
            <a:extLst>
              <a:ext uri="{FF2B5EF4-FFF2-40B4-BE49-F238E27FC236}">
                <a16:creationId xmlns:a16="http://schemas.microsoft.com/office/drawing/2014/main" id="{7A176E3E-542E-8588-C0A1-22C720BB9B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8" name="Arc 36">
            <a:extLst>
              <a:ext uri="{FF2B5EF4-FFF2-40B4-BE49-F238E27FC236}">
                <a16:creationId xmlns:a16="http://schemas.microsoft.com/office/drawing/2014/main" id="{42664DBF-B662-65FC-8EBC-9AB4F4359323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9" name="Arc 37">
            <a:extLst>
              <a:ext uri="{FF2B5EF4-FFF2-40B4-BE49-F238E27FC236}">
                <a16:creationId xmlns:a16="http://schemas.microsoft.com/office/drawing/2014/main" id="{62147D71-31E9-FEAE-7E05-C58C6AF424F2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0" name="Line 38">
            <a:extLst>
              <a:ext uri="{FF2B5EF4-FFF2-40B4-BE49-F238E27FC236}">
                <a16:creationId xmlns:a16="http://schemas.microsoft.com/office/drawing/2014/main" id="{499D268A-640F-AFED-AE17-7AE43A01C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1" name="Line 39">
            <a:extLst>
              <a:ext uri="{FF2B5EF4-FFF2-40B4-BE49-F238E27FC236}">
                <a16:creationId xmlns:a16="http://schemas.microsoft.com/office/drawing/2014/main" id="{1D9911AF-5A67-2FA4-707E-2870679FF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2" name="Line 40">
            <a:extLst>
              <a:ext uri="{FF2B5EF4-FFF2-40B4-BE49-F238E27FC236}">
                <a16:creationId xmlns:a16="http://schemas.microsoft.com/office/drawing/2014/main" id="{60BFC553-607B-999A-7356-5136F8D09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3" name="Line 41">
            <a:extLst>
              <a:ext uri="{FF2B5EF4-FFF2-40B4-BE49-F238E27FC236}">
                <a16:creationId xmlns:a16="http://schemas.microsoft.com/office/drawing/2014/main" id="{5E4F6C94-2ABE-08BD-1A3A-53E8735FA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4" name="Line 42">
            <a:extLst>
              <a:ext uri="{FF2B5EF4-FFF2-40B4-BE49-F238E27FC236}">
                <a16:creationId xmlns:a16="http://schemas.microsoft.com/office/drawing/2014/main" id="{862F5401-BAC4-E36C-52CA-75C120DE0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5" name="Line 43">
            <a:extLst>
              <a:ext uri="{FF2B5EF4-FFF2-40B4-BE49-F238E27FC236}">
                <a16:creationId xmlns:a16="http://schemas.microsoft.com/office/drawing/2014/main" id="{EA779A79-A9A1-EB15-0C3B-F2F45EC85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6" name="Line 44">
            <a:extLst>
              <a:ext uri="{FF2B5EF4-FFF2-40B4-BE49-F238E27FC236}">
                <a16:creationId xmlns:a16="http://schemas.microsoft.com/office/drawing/2014/main" id="{714218A6-E78F-0304-AF3C-36D70A346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7" name="Line 45">
            <a:extLst>
              <a:ext uri="{FF2B5EF4-FFF2-40B4-BE49-F238E27FC236}">
                <a16:creationId xmlns:a16="http://schemas.microsoft.com/office/drawing/2014/main" id="{2B39B0AB-8296-3869-7E0F-F2BD2216BB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8" name="Line 46">
            <a:extLst>
              <a:ext uri="{FF2B5EF4-FFF2-40B4-BE49-F238E27FC236}">
                <a16:creationId xmlns:a16="http://schemas.microsoft.com/office/drawing/2014/main" id="{2AC16EBF-141D-D07E-1C88-F3DE96E2BB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9" name="Line 47">
            <a:extLst>
              <a:ext uri="{FF2B5EF4-FFF2-40B4-BE49-F238E27FC236}">
                <a16:creationId xmlns:a16="http://schemas.microsoft.com/office/drawing/2014/main" id="{3AC40CA4-0DBF-49F4-4F3A-00278AE69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0" name="Line 48">
            <a:extLst>
              <a:ext uri="{FF2B5EF4-FFF2-40B4-BE49-F238E27FC236}">
                <a16:creationId xmlns:a16="http://schemas.microsoft.com/office/drawing/2014/main" id="{EEBEC2BF-9B53-07D0-3FC1-6081C739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1" name="Line 49">
            <a:extLst>
              <a:ext uri="{FF2B5EF4-FFF2-40B4-BE49-F238E27FC236}">
                <a16:creationId xmlns:a16="http://schemas.microsoft.com/office/drawing/2014/main" id="{630C6B2C-4F7F-62F9-FB15-541527186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2" name="Line 50">
            <a:extLst>
              <a:ext uri="{FF2B5EF4-FFF2-40B4-BE49-F238E27FC236}">
                <a16:creationId xmlns:a16="http://schemas.microsoft.com/office/drawing/2014/main" id="{AFB65BE9-FEBF-995E-C66A-5E855C641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3" name="Line 51">
            <a:extLst>
              <a:ext uri="{FF2B5EF4-FFF2-40B4-BE49-F238E27FC236}">
                <a16:creationId xmlns:a16="http://schemas.microsoft.com/office/drawing/2014/main" id="{852F1C68-72DA-16A2-6330-5C51F6002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4" name="Line 52">
            <a:extLst>
              <a:ext uri="{FF2B5EF4-FFF2-40B4-BE49-F238E27FC236}">
                <a16:creationId xmlns:a16="http://schemas.microsoft.com/office/drawing/2014/main" id="{AE135D71-D7CF-9D93-1EAF-88E59470E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5" name="Line 53">
            <a:extLst>
              <a:ext uri="{FF2B5EF4-FFF2-40B4-BE49-F238E27FC236}">
                <a16:creationId xmlns:a16="http://schemas.microsoft.com/office/drawing/2014/main" id="{FE18E2A4-62CF-CE41-3B04-ECB524E55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6" name="Rectangle 54">
            <a:extLst>
              <a:ext uri="{FF2B5EF4-FFF2-40B4-BE49-F238E27FC236}">
                <a16:creationId xmlns:a16="http://schemas.microsoft.com/office/drawing/2014/main" id="{C07F808B-40B5-6962-7C1F-AEBECDF1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49213"/>
            <a:ext cx="21288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Alternate key index</a:t>
            </a:r>
          </a:p>
        </p:txBody>
      </p:sp>
      <p:sp>
        <p:nvSpPr>
          <p:cNvPr id="8247" name="Line 55">
            <a:extLst>
              <a:ext uri="{FF2B5EF4-FFF2-40B4-BE49-F238E27FC236}">
                <a16:creationId xmlns:a16="http://schemas.microsoft.com/office/drawing/2014/main" id="{8C2DD0AE-94AE-C448-B380-0F2E74C0B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8" name="Line 56">
            <a:extLst>
              <a:ext uri="{FF2B5EF4-FFF2-40B4-BE49-F238E27FC236}">
                <a16:creationId xmlns:a16="http://schemas.microsoft.com/office/drawing/2014/main" id="{E50A6331-8AAD-2999-22BF-357164BFF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9" name="Line 57">
            <a:extLst>
              <a:ext uri="{FF2B5EF4-FFF2-40B4-BE49-F238E27FC236}">
                <a16:creationId xmlns:a16="http://schemas.microsoft.com/office/drawing/2014/main" id="{37A3E81D-2AC5-4B2D-3E69-FD0786CF3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50" name="Rectangle 58">
            <a:extLst>
              <a:ext uri="{FF2B5EF4-FFF2-40B4-BE49-F238E27FC236}">
                <a16:creationId xmlns:a16="http://schemas.microsoft.com/office/drawing/2014/main" id="{F503C20A-7329-559D-7868-8ADEE4D7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8251" name="Rectangle 59">
            <a:extLst>
              <a:ext uri="{FF2B5EF4-FFF2-40B4-BE49-F238E27FC236}">
                <a16:creationId xmlns:a16="http://schemas.microsoft.com/office/drawing/2014/main" id="{E6CB4537-8C7C-C366-778D-3F779B6FA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8252" name="AutoShape 60">
            <a:extLst>
              <a:ext uri="{FF2B5EF4-FFF2-40B4-BE49-F238E27FC236}">
                <a16:creationId xmlns:a16="http://schemas.microsoft.com/office/drawing/2014/main" id="{DB879E18-F598-9FF4-D65D-0EC713255D7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59000" y="2130425"/>
            <a:ext cx="2344738" cy="609865"/>
          </a:xfrm>
          <a:prstGeom prst="wedgeRoundRectCallout">
            <a:avLst>
              <a:gd name="adj1" fmla="val -3513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200"/>
              <a:t>The lowest level of an alternate index does not contain actual data records.</a:t>
            </a:r>
            <a:r>
              <a:rPr lang="en-US" altLang="en-US" sz="1000"/>
              <a:t> </a:t>
            </a:r>
          </a:p>
        </p:txBody>
      </p:sp>
      <p:sp>
        <p:nvSpPr>
          <p:cNvPr id="8253" name="AutoShape 61">
            <a:extLst>
              <a:ext uri="{FF2B5EF4-FFF2-40B4-BE49-F238E27FC236}">
                <a16:creationId xmlns:a16="http://schemas.microsoft.com/office/drawing/2014/main" id="{1CA0EEC5-9A16-7146-2965-9E77AD47EF4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1388" y="2263775"/>
            <a:ext cx="3559175" cy="609865"/>
          </a:xfrm>
          <a:prstGeom prst="wedgeRoundRectCallout">
            <a:avLst>
              <a:gd name="adj1" fmla="val -3513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200"/>
              <a:t>Instead, this level made up of base records which contain only the alternate key value and a pointer to where the actual record is.</a:t>
            </a:r>
            <a:r>
              <a:rPr lang="en-US" altLang="en-US" sz="1000"/>
              <a:t>  </a:t>
            </a:r>
          </a:p>
        </p:txBody>
      </p:sp>
      <p:sp>
        <p:nvSpPr>
          <p:cNvPr id="8254" name="AutoShape 62">
            <a:extLst>
              <a:ext uri="{FF2B5EF4-FFF2-40B4-BE49-F238E27FC236}">
                <a16:creationId xmlns:a16="http://schemas.microsoft.com/office/drawing/2014/main" id="{F6763053-1D13-A607-B6BF-7F50CCABDD7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9325" y="2301875"/>
            <a:ext cx="3559175" cy="609865"/>
          </a:xfrm>
          <a:prstGeom prst="wedgeRoundRectCallout">
            <a:avLst>
              <a:gd name="adj1" fmla="val -35130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200"/>
              <a:t>The base records are organized in ascending alternate key order and this allows us to process the file in ascending alternate key sequence.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2" grpId="0" animBg="1" autoUpdateAnimBg="0"/>
      <p:bldP spid="8253" grpId="0" animBg="1" autoUpdateAnimBg="0"/>
      <p:bldP spid="825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1F92A2E-8543-3FCB-C45B-253A58D09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3344C20F-EA6E-08A0-178E-531972C16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D843C4D4-4369-1E34-C0D4-0EDFEEBB4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99C26FA-0DEC-53F2-7CF8-ACAF55F1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9222" name="Line 6">
            <a:extLst>
              <a:ext uri="{FF2B5EF4-FFF2-40B4-BE49-F238E27FC236}">
                <a16:creationId xmlns:a16="http://schemas.microsoft.com/office/drawing/2014/main" id="{9E7538E5-01E2-F20C-34A0-5C3B1BB58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B367582-AE4E-E061-5DD1-70CA3335F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9224" name="Line 8">
            <a:extLst>
              <a:ext uri="{FF2B5EF4-FFF2-40B4-BE49-F238E27FC236}">
                <a16:creationId xmlns:a16="http://schemas.microsoft.com/office/drawing/2014/main" id="{F214BE45-4766-E45D-C4E2-E5C8A96F4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A8D4AE6B-B58F-F535-847D-0E69D0658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14A28E85-6077-C55F-5ED5-7E0C18A07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75BD4D92-EEC1-CAE9-CD17-5B75C5D2E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F11F9170-EB40-37B7-C2BE-F9A1ACC6E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95BF1C66-B76C-72E6-8419-5EC7ECA93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>
            <a:extLst>
              <a:ext uri="{FF2B5EF4-FFF2-40B4-BE49-F238E27FC236}">
                <a16:creationId xmlns:a16="http://schemas.microsoft.com/office/drawing/2014/main" id="{0E7B2063-DE23-9408-B2F1-D3DC0831B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5">
            <a:extLst>
              <a:ext uri="{FF2B5EF4-FFF2-40B4-BE49-F238E27FC236}">
                <a16:creationId xmlns:a16="http://schemas.microsoft.com/office/drawing/2014/main" id="{14434213-FAF0-049A-0FFF-07217F1F8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A7024E51-09F3-D03D-B146-7FE18F618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20804E55-5840-F840-4AAC-5F79B24A61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Line 18">
            <a:extLst>
              <a:ext uri="{FF2B5EF4-FFF2-40B4-BE49-F238E27FC236}">
                <a16:creationId xmlns:a16="http://schemas.microsoft.com/office/drawing/2014/main" id="{2A5B4BA0-A652-5F5B-86F8-40A6CE789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DE24F127-13CF-D5BE-0BCF-46CB82737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3D44450B-4B27-811F-612D-D09CBDE46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Line 21">
            <a:extLst>
              <a:ext uri="{FF2B5EF4-FFF2-40B4-BE49-F238E27FC236}">
                <a16:creationId xmlns:a16="http://schemas.microsoft.com/office/drawing/2014/main" id="{06EAFE2B-64AB-2592-9608-F8AB29A4F3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38" name="Freeform 22">
            <a:extLst>
              <a:ext uri="{FF2B5EF4-FFF2-40B4-BE49-F238E27FC236}">
                <a16:creationId xmlns:a16="http://schemas.microsoft.com/office/drawing/2014/main" id="{F90D0A25-5CBB-F141-50EB-BBB2010FA14B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39" name="Freeform 23">
            <a:extLst>
              <a:ext uri="{FF2B5EF4-FFF2-40B4-BE49-F238E27FC236}">
                <a16:creationId xmlns:a16="http://schemas.microsoft.com/office/drawing/2014/main" id="{5F39D731-783E-C69E-93D7-AFBE6F8E8CC1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0" name="Freeform 24">
            <a:extLst>
              <a:ext uri="{FF2B5EF4-FFF2-40B4-BE49-F238E27FC236}">
                <a16:creationId xmlns:a16="http://schemas.microsoft.com/office/drawing/2014/main" id="{C5C26882-9109-43E0-6A08-BA139895E357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41" name="Freeform 25">
            <a:extLst>
              <a:ext uri="{FF2B5EF4-FFF2-40B4-BE49-F238E27FC236}">
                <a16:creationId xmlns:a16="http://schemas.microsoft.com/office/drawing/2014/main" id="{000ABEF4-A4E4-10A6-FB05-EB8D415D904A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2" name="Line 26">
            <a:extLst>
              <a:ext uri="{FF2B5EF4-FFF2-40B4-BE49-F238E27FC236}">
                <a16:creationId xmlns:a16="http://schemas.microsoft.com/office/drawing/2014/main" id="{80D0B191-8AC5-3457-FB4D-A233828A0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3" name="Line 27">
            <a:extLst>
              <a:ext uri="{FF2B5EF4-FFF2-40B4-BE49-F238E27FC236}">
                <a16:creationId xmlns:a16="http://schemas.microsoft.com/office/drawing/2014/main" id="{7B842E50-3B57-1BD6-B4C5-77D5792B6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Line 28">
            <a:extLst>
              <a:ext uri="{FF2B5EF4-FFF2-40B4-BE49-F238E27FC236}">
                <a16:creationId xmlns:a16="http://schemas.microsoft.com/office/drawing/2014/main" id="{826A66FF-E46E-2B92-B485-8E590826D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5" name="Line 29">
            <a:extLst>
              <a:ext uri="{FF2B5EF4-FFF2-40B4-BE49-F238E27FC236}">
                <a16:creationId xmlns:a16="http://schemas.microsoft.com/office/drawing/2014/main" id="{05941506-AE10-6F54-7536-F5C2A0F14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" name="Line 30">
            <a:extLst>
              <a:ext uri="{FF2B5EF4-FFF2-40B4-BE49-F238E27FC236}">
                <a16:creationId xmlns:a16="http://schemas.microsoft.com/office/drawing/2014/main" id="{C8B34086-2828-B114-A747-AEAC72263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7" name="Line 31">
            <a:extLst>
              <a:ext uri="{FF2B5EF4-FFF2-40B4-BE49-F238E27FC236}">
                <a16:creationId xmlns:a16="http://schemas.microsoft.com/office/drawing/2014/main" id="{3677781D-A6AE-95D6-D411-ED42A8FF9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Line 32">
            <a:extLst>
              <a:ext uri="{FF2B5EF4-FFF2-40B4-BE49-F238E27FC236}">
                <a16:creationId xmlns:a16="http://schemas.microsoft.com/office/drawing/2014/main" id="{EC481577-C214-0FA0-CBB5-110330D27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3">
            <a:extLst>
              <a:ext uri="{FF2B5EF4-FFF2-40B4-BE49-F238E27FC236}">
                <a16:creationId xmlns:a16="http://schemas.microsoft.com/office/drawing/2014/main" id="{FD71DCC9-3020-58A2-F6FE-15D67C725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Line 34">
            <a:extLst>
              <a:ext uri="{FF2B5EF4-FFF2-40B4-BE49-F238E27FC236}">
                <a16:creationId xmlns:a16="http://schemas.microsoft.com/office/drawing/2014/main" id="{743E3921-655A-ACDA-6E7A-418A1C4FA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1" name="Line 35">
            <a:extLst>
              <a:ext uri="{FF2B5EF4-FFF2-40B4-BE49-F238E27FC236}">
                <a16:creationId xmlns:a16="http://schemas.microsoft.com/office/drawing/2014/main" id="{BD545F73-C08D-1BE6-BF87-C02BD460C4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2" name="Arc 36">
            <a:extLst>
              <a:ext uri="{FF2B5EF4-FFF2-40B4-BE49-F238E27FC236}">
                <a16:creationId xmlns:a16="http://schemas.microsoft.com/office/drawing/2014/main" id="{898FAC47-C111-702D-AEA7-91715AA2597B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3" name="Arc 37">
            <a:extLst>
              <a:ext uri="{FF2B5EF4-FFF2-40B4-BE49-F238E27FC236}">
                <a16:creationId xmlns:a16="http://schemas.microsoft.com/office/drawing/2014/main" id="{DEEE8112-EB5D-6D9F-437E-EB3092BAAD91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4" name="Rectangle 38">
            <a:extLst>
              <a:ext uri="{FF2B5EF4-FFF2-40B4-BE49-F238E27FC236}">
                <a16:creationId xmlns:a16="http://schemas.microsoft.com/office/drawing/2014/main" id="{CB84F13C-B49B-AE95-6B88-6787DF87B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9255" name="Line 39">
            <a:extLst>
              <a:ext uri="{FF2B5EF4-FFF2-40B4-BE49-F238E27FC236}">
                <a16:creationId xmlns:a16="http://schemas.microsoft.com/office/drawing/2014/main" id="{55E12BC3-4CEB-55A4-0F23-40610533E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6" name="Line 40">
            <a:extLst>
              <a:ext uri="{FF2B5EF4-FFF2-40B4-BE49-F238E27FC236}">
                <a16:creationId xmlns:a16="http://schemas.microsoft.com/office/drawing/2014/main" id="{01DA731F-2E11-3B68-FFB6-39D473BEE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7" name="Line 41">
            <a:extLst>
              <a:ext uri="{FF2B5EF4-FFF2-40B4-BE49-F238E27FC236}">
                <a16:creationId xmlns:a16="http://schemas.microsoft.com/office/drawing/2014/main" id="{F8011367-9FBA-0A85-ACB2-5AF6E509F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8" name="Line 42">
            <a:extLst>
              <a:ext uri="{FF2B5EF4-FFF2-40B4-BE49-F238E27FC236}">
                <a16:creationId xmlns:a16="http://schemas.microsoft.com/office/drawing/2014/main" id="{2EAF2E88-6817-9442-AF91-F2A201FA3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9" name="Line 43">
            <a:extLst>
              <a:ext uri="{FF2B5EF4-FFF2-40B4-BE49-F238E27FC236}">
                <a16:creationId xmlns:a16="http://schemas.microsoft.com/office/drawing/2014/main" id="{0C9CF972-C333-FFD0-54DE-1C91A0F28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0" name="Line 44">
            <a:extLst>
              <a:ext uri="{FF2B5EF4-FFF2-40B4-BE49-F238E27FC236}">
                <a16:creationId xmlns:a16="http://schemas.microsoft.com/office/drawing/2014/main" id="{A0189C32-EF7A-4EC1-754F-893955EED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1" name="Line 45">
            <a:extLst>
              <a:ext uri="{FF2B5EF4-FFF2-40B4-BE49-F238E27FC236}">
                <a16:creationId xmlns:a16="http://schemas.microsoft.com/office/drawing/2014/main" id="{7099FE11-E2A1-0AD3-16E6-8AD1CA081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2" name="Line 46">
            <a:extLst>
              <a:ext uri="{FF2B5EF4-FFF2-40B4-BE49-F238E27FC236}">
                <a16:creationId xmlns:a16="http://schemas.microsoft.com/office/drawing/2014/main" id="{EADF3A6A-909F-C425-DC46-AF93B70C2C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3" name="Line 47">
            <a:extLst>
              <a:ext uri="{FF2B5EF4-FFF2-40B4-BE49-F238E27FC236}">
                <a16:creationId xmlns:a16="http://schemas.microsoft.com/office/drawing/2014/main" id="{4848F563-306F-3997-75BC-D19EB3437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4" name="Line 48">
            <a:extLst>
              <a:ext uri="{FF2B5EF4-FFF2-40B4-BE49-F238E27FC236}">
                <a16:creationId xmlns:a16="http://schemas.microsoft.com/office/drawing/2014/main" id="{28CE7228-5BE1-E329-5A0E-9C0089E0E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5" name="Line 49">
            <a:extLst>
              <a:ext uri="{FF2B5EF4-FFF2-40B4-BE49-F238E27FC236}">
                <a16:creationId xmlns:a16="http://schemas.microsoft.com/office/drawing/2014/main" id="{88630BA4-E39A-32B0-2CAE-C58156298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6" name="Line 50">
            <a:extLst>
              <a:ext uri="{FF2B5EF4-FFF2-40B4-BE49-F238E27FC236}">
                <a16:creationId xmlns:a16="http://schemas.microsoft.com/office/drawing/2014/main" id="{41110042-494F-30AB-D37B-D2461C971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7" name="Line 51">
            <a:extLst>
              <a:ext uri="{FF2B5EF4-FFF2-40B4-BE49-F238E27FC236}">
                <a16:creationId xmlns:a16="http://schemas.microsoft.com/office/drawing/2014/main" id="{C853894A-7F38-F208-8B34-4081CDF16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8" name="Line 52">
            <a:extLst>
              <a:ext uri="{FF2B5EF4-FFF2-40B4-BE49-F238E27FC236}">
                <a16:creationId xmlns:a16="http://schemas.microsoft.com/office/drawing/2014/main" id="{B3E6287C-6E04-B7C8-BD4A-31E5961B3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69" name="Line 53">
            <a:extLst>
              <a:ext uri="{FF2B5EF4-FFF2-40B4-BE49-F238E27FC236}">
                <a16:creationId xmlns:a16="http://schemas.microsoft.com/office/drawing/2014/main" id="{99514A5C-A0D2-A58A-8FDA-D7B8B55E2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0" name="Line 54">
            <a:extLst>
              <a:ext uri="{FF2B5EF4-FFF2-40B4-BE49-F238E27FC236}">
                <a16:creationId xmlns:a16="http://schemas.microsoft.com/office/drawing/2014/main" id="{5652A05B-ACE1-CB3F-3424-B82E17116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1" name="Line 55">
            <a:extLst>
              <a:ext uri="{FF2B5EF4-FFF2-40B4-BE49-F238E27FC236}">
                <a16:creationId xmlns:a16="http://schemas.microsoft.com/office/drawing/2014/main" id="{E19EA83F-4591-ABA6-F894-8449A264D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2" name="Line 56">
            <a:extLst>
              <a:ext uri="{FF2B5EF4-FFF2-40B4-BE49-F238E27FC236}">
                <a16:creationId xmlns:a16="http://schemas.microsoft.com/office/drawing/2014/main" id="{3C34B3E9-4C19-C545-184D-B02A61868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3" name="Line 57">
            <a:extLst>
              <a:ext uri="{FF2B5EF4-FFF2-40B4-BE49-F238E27FC236}">
                <a16:creationId xmlns:a16="http://schemas.microsoft.com/office/drawing/2014/main" id="{9F23BF50-A76E-46E7-BBB0-BA1E6D7504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4" name="Rectangle 58">
            <a:extLst>
              <a:ext uri="{FF2B5EF4-FFF2-40B4-BE49-F238E27FC236}">
                <a16:creationId xmlns:a16="http://schemas.microsoft.com/office/drawing/2014/main" id="{2963C30E-7D95-651A-9B7F-FA8B6120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9275" name="Freeform 59">
            <a:extLst>
              <a:ext uri="{FF2B5EF4-FFF2-40B4-BE49-F238E27FC236}">
                <a16:creationId xmlns:a16="http://schemas.microsoft.com/office/drawing/2014/main" id="{6723818C-D87D-06C4-9ED7-C9FC53BEF8AC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76" name="Freeform 60">
            <a:extLst>
              <a:ext uri="{FF2B5EF4-FFF2-40B4-BE49-F238E27FC236}">
                <a16:creationId xmlns:a16="http://schemas.microsoft.com/office/drawing/2014/main" id="{02509CB3-2D5C-EF73-9DD1-127458B394A9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77" name="Freeform 61">
            <a:extLst>
              <a:ext uri="{FF2B5EF4-FFF2-40B4-BE49-F238E27FC236}">
                <a16:creationId xmlns:a16="http://schemas.microsoft.com/office/drawing/2014/main" id="{906E130C-C6F1-B0B8-8A72-F37FFA18735B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9278" name="Freeform 62">
            <a:extLst>
              <a:ext uri="{FF2B5EF4-FFF2-40B4-BE49-F238E27FC236}">
                <a16:creationId xmlns:a16="http://schemas.microsoft.com/office/drawing/2014/main" id="{17C37B27-C5F1-87C6-DF14-6E12EDACC262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9" name="Line 63">
            <a:extLst>
              <a:ext uri="{FF2B5EF4-FFF2-40B4-BE49-F238E27FC236}">
                <a16:creationId xmlns:a16="http://schemas.microsoft.com/office/drawing/2014/main" id="{76ADAF3A-4A5C-675D-75F7-88A13163C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0" name="Line 64">
            <a:extLst>
              <a:ext uri="{FF2B5EF4-FFF2-40B4-BE49-F238E27FC236}">
                <a16:creationId xmlns:a16="http://schemas.microsoft.com/office/drawing/2014/main" id="{A4B60A91-8C26-4CC7-8AB1-D8A32FDAD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1" name="Line 65">
            <a:extLst>
              <a:ext uri="{FF2B5EF4-FFF2-40B4-BE49-F238E27FC236}">
                <a16:creationId xmlns:a16="http://schemas.microsoft.com/office/drawing/2014/main" id="{652A1F00-1690-9EC4-2B26-804996DCA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2" name="Line 66">
            <a:extLst>
              <a:ext uri="{FF2B5EF4-FFF2-40B4-BE49-F238E27FC236}">
                <a16:creationId xmlns:a16="http://schemas.microsoft.com/office/drawing/2014/main" id="{C728C63B-63F3-B7F5-D766-13061B4D6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3" name="Line 67">
            <a:extLst>
              <a:ext uri="{FF2B5EF4-FFF2-40B4-BE49-F238E27FC236}">
                <a16:creationId xmlns:a16="http://schemas.microsoft.com/office/drawing/2014/main" id="{E0159E06-C4BE-6439-0E49-A807C2CD5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4" name="Line 68">
            <a:extLst>
              <a:ext uri="{FF2B5EF4-FFF2-40B4-BE49-F238E27FC236}">
                <a16:creationId xmlns:a16="http://schemas.microsoft.com/office/drawing/2014/main" id="{DCA19C13-E793-0ABC-90D5-F0A78F3ED0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5" name="Line 69">
            <a:extLst>
              <a:ext uri="{FF2B5EF4-FFF2-40B4-BE49-F238E27FC236}">
                <a16:creationId xmlns:a16="http://schemas.microsoft.com/office/drawing/2014/main" id="{7D0E1324-C28F-AB23-05A1-83F9D98595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6" name="Line 70">
            <a:extLst>
              <a:ext uri="{FF2B5EF4-FFF2-40B4-BE49-F238E27FC236}">
                <a16:creationId xmlns:a16="http://schemas.microsoft.com/office/drawing/2014/main" id="{3CE7295A-B3E6-F708-1C68-45B3A937D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7" name="Line 71">
            <a:extLst>
              <a:ext uri="{FF2B5EF4-FFF2-40B4-BE49-F238E27FC236}">
                <a16:creationId xmlns:a16="http://schemas.microsoft.com/office/drawing/2014/main" id="{CF50CA56-F76D-3D0B-5572-43DA96D4C3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8" name="Line 72">
            <a:extLst>
              <a:ext uri="{FF2B5EF4-FFF2-40B4-BE49-F238E27FC236}">
                <a16:creationId xmlns:a16="http://schemas.microsoft.com/office/drawing/2014/main" id="{76F6E1C4-F62E-2B28-7418-1358C86E2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89" name="Line 73">
            <a:extLst>
              <a:ext uri="{FF2B5EF4-FFF2-40B4-BE49-F238E27FC236}">
                <a16:creationId xmlns:a16="http://schemas.microsoft.com/office/drawing/2014/main" id="{6D77E467-C936-DB1F-BE8C-38B0B555B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0" name="Line 74">
            <a:extLst>
              <a:ext uri="{FF2B5EF4-FFF2-40B4-BE49-F238E27FC236}">
                <a16:creationId xmlns:a16="http://schemas.microsoft.com/office/drawing/2014/main" id="{C2875C16-4DD4-03B4-253E-C205C142B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1" name="Line 75">
            <a:extLst>
              <a:ext uri="{FF2B5EF4-FFF2-40B4-BE49-F238E27FC236}">
                <a16:creationId xmlns:a16="http://schemas.microsoft.com/office/drawing/2014/main" id="{8A3F0F5A-9E81-0814-EEB9-E70CFB06D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2" name="Line 76">
            <a:extLst>
              <a:ext uri="{FF2B5EF4-FFF2-40B4-BE49-F238E27FC236}">
                <a16:creationId xmlns:a16="http://schemas.microsoft.com/office/drawing/2014/main" id="{4E7EAA18-4030-CA61-1E39-FB379466C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3" name="Line 77">
            <a:extLst>
              <a:ext uri="{FF2B5EF4-FFF2-40B4-BE49-F238E27FC236}">
                <a16:creationId xmlns:a16="http://schemas.microsoft.com/office/drawing/2014/main" id="{A5D17DAC-01EE-6728-FF7F-582A59D84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4" name="Line 78">
            <a:extLst>
              <a:ext uri="{FF2B5EF4-FFF2-40B4-BE49-F238E27FC236}">
                <a16:creationId xmlns:a16="http://schemas.microsoft.com/office/drawing/2014/main" id="{D2AA3173-EE32-CAA7-4548-720486B80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5" name="Line 79">
            <a:extLst>
              <a:ext uri="{FF2B5EF4-FFF2-40B4-BE49-F238E27FC236}">
                <a16:creationId xmlns:a16="http://schemas.microsoft.com/office/drawing/2014/main" id="{9030BCC8-FC33-DDB2-C1A4-973D3C16C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6" name="Line 80">
            <a:extLst>
              <a:ext uri="{FF2B5EF4-FFF2-40B4-BE49-F238E27FC236}">
                <a16:creationId xmlns:a16="http://schemas.microsoft.com/office/drawing/2014/main" id="{2C933318-C925-CA35-7BB4-EB8567EDE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7" name="Line 81">
            <a:extLst>
              <a:ext uri="{FF2B5EF4-FFF2-40B4-BE49-F238E27FC236}">
                <a16:creationId xmlns:a16="http://schemas.microsoft.com/office/drawing/2014/main" id="{795AFBCC-3F1F-F074-49C5-9AE4173C8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8" name="Line 82">
            <a:extLst>
              <a:ext uri="{FF2B5EF4-FFF2-40B4-BE49-F238E27FC236}">
                <a16:creationId xmlns:a16="http://schemas.microsoft.com/office/drawing/2014/main" id="{799C7E2F-159E-E872-6CED-079E9868F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9" name="Line 83">
            <a:extLst>
              <a:ext uri="{FF2B5EF4-FFF2-40B4-BE49-F238E27FC236}">
                <a16:creationId xmlns:a16="http://schemas.microsoft.com/office/drawing/2014/main" id="{F63674E9-0674-DF35-B3DD-0AA4F47174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0" name="Line 84">
            <a:extLst>
              <a:ext uri="{FF2B5EF4-FFF2-40B4-BE49-F238E27FC236}">
                <a16:creationId xmlns:a16="http://schemas.microsoft.com/office/drawing/2014/main" id="{F0E2EFF6-0C5F-7DFC-C802-3310A2CC0A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1" name="Line 85">
            <a:extLst>
              <a:ext uri="{FF2B5EF4-FFF2-40B4-BE49-F238E27FC236}">
                <a16:creationId xmlns:a16="http://schemas.microsoft.com/office/drawing/2014/main" id="{58D587EA-BC05-E02A-F481-2D70C299E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2" name="Line 86">
            <a:extLst>
              <a:ext uri="{FF2B5EF4-FFF2-40B4-BE49-F238E27FC236}">
                <a16:creationId xmlns:a16="http://schemas.microsoft.com/office/drawing/2014/main" id="{145A9AF8-3E33-0444-1281-92103D5AE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3" name="Line 87">
            <a:extLst>
              <a:ext uri="{FF2B5EF4-FFF2-40B4-BE49-F238E27FC236}">
                <a16:creationId xmlns:a16="http://schemas.microsoft.com/office/drawing/2014/main" id="{051D17B7-BBF6-D991-6B3D-7FF0B09BE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4" name="Line 88">
            <a:extLst>
              <a:ext uri="{FF2B5EF4-FFF2-40B4-BE49-F238E27FC236}">
                <a16:creationId xmlns:a16="http://schemas.microsoft.com/office/drawing/2014/main" id="{2BBED973-40D2-8B9B-483A-A99E5BF5B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5" name="Line 89">
            <a:extLst>
              <a:ext uri="{FF2B5EF4-FFF2-40B4-BE49-F238E27FC236}">
                <a16:creationId xmlns:a16="http://schemas.microsoft.com/office/drawing/2014/main" id="{55E6C4F8-FA0D-C86B-5887-7F4CFBE6B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6" name="Line 90">
            <a:extLst>
              <a:ext uri="{FF2B5EF4-FFF2-40B4-BE49-F238E27FC236}">
                <a16:creationId xmlns:a16="http://schemas.microsoft.com/office/drawing/2014/main" id="{CD06854C-D55E-7D71-7CA5-B7B4EDA61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07" name="Rectangle 91">
            <a:extLst>
              <a:ext uri="{FF2B5EF4-FFF2-40B4-BE49-F238E27FC236}">
                <a16:creationId xmlns:a16="http://schemas.microsoft.com/office/drawing/2014/main" id="{F37486FD-6201-DE6C-CBC8-2373008D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41  43 44 45 46  49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Nt  Jt  Oi</a:t>
            </a:r>
          </a:p>
        </p:txBody>
      </p:sp>
      <p:sp>
        <p:nvSpPr>
          <p:cNvPr id="9308" name="Rectangle 92">
            <a:extLst>
              <a:ext uri="{FF2B5EF4-FFF2-40B4-BE49-F238E27FC236}">
                <a16:creationId xmlns:a16="http://schemas.microsoft.com/office/drawing/2014/main" id="{5B1B77E4-E7DB-DAB2-6D48-BF833B8F9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9309" name="Rectangle 93">
            <a:extLst>
              <a:ext uri="{FF2B5EF4-FFF2-40B4-BE49-F238E27FC236}">
                <a16:creationId xmlns:a16="http://schemas.microsoft.com/office/drawing/2014/main" id="{22E86A13-9E77-C6EE-538F-862A24EC1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9310" name="Rectangle 94">
            <a:extLst>
              <a:ext uri="{FF2B5EF4-FFF2-40B4-BE49-F238E27FC236}">
                <a16:creationId xmlns:a16="http://schemas.microsoft.com/office/drawing/2014/main" id="{AE2DC756-4DAE-580D-AA14-F8A300CB3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9311" name="Rectangle 95">
            <a:extLst>
              <a:ext uri="{FF2B5EF4-FFF2-40B4-BE49-F238E27FC236}">
                <a16:creationId xmlns:a16="http://schemas.microsoft.com/office/drawing/2014/main" id="{34200A0C-FF6B-CC2A-10D4-678D1CE9C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9312" name="Line 96">
            <a:extLst>
              <a:ext uri="{FF2B5EF4-FFF2-40B4-BE49-F238E27FC236}">
                <a16:creationId xmlns:a16="http://schemas.microsoft.com/office/drawing/2014/main" id="{34ADA36A-01AF-9F17-5D47-47EBE6E52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3" name="Line 97">
            <a:extLst>
              <a:ext uri="{FF2B5EF4-FFF2-40B4-BE49-F238E27FC236}">
                <a16:creationId xmlns:a16="http://schemas.microsoft.com/office/drawing/2014/main" id="{7CB9DB62-11FC-20A0-4F97-7C9874AA3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4" name="Rectangle 98">
            <a:extLst>
              <a:ext uri="{FF2B5EF4-FFF2-40B4-BE49-F238E27FC236}">
                <a16:creationId xmlns:a16="http://schemas.microsoft.com/office/drawing/2014/main" id="{A0296B32-F81D-AC17-4083-9BB80A1F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9315" name="Line 99">
            <a:extLst>
              <a:ext uri="{FF2B5EF4-FFF2-40B4-BE49-F238E27FC236}">
                <a16:creationId xmlns:a16="http://schemas.microsoft.com/office/drawing/2014/main" id="{3DA6501B-2958-A879-9A91-9EFEB69F66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6" name="Line 100">
            <a:extLst>
              <a:ext uri="{FF2B5EF4-FFF2-40B4-BE49-F238E27FC236}">
                <a16:creationId xmlns:a16="http://schemas.microsoft.com/office/drawing/2014/main" id="{6B0E80C4-DD41-2571-3CF4-8D5D42C4D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7" name="Line 101">
            <a:extLst>
              <a:ext uri="{FF2B5EF4-FFF2-40B4-BE49-F238E27FC236}">
                <a16:creationId xmlns:a16="http://schemas.microsoft.com/office/drawing/2014/main" id="{3E46A651-A30F-9D8C-1A98-FF05EEA0D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" name="Line 102">
            <a:extLst>
              <a:ext uri="{FF2B5EF4-FFF2-40B4-BE49-F238E27FC236}">
                <a16:creationId xmlns:a16="http://schemas.microsoft.com/office/drawing/2014/main" id="{C9DAC88C-EF7A-B0B4-4B80-5FF6471D96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" name="Rectangle 103">
            <a:extLst>
              <a:ext uri="{FF2B5EF4-FFF2-40B4-BE49-F238E27FC236}">
                <a16:creationId xmlns:a16="http://schemas.microsoft.com/office/drawing/2014/main" id="{F5529807-0405-99C6-407A-52B822245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49213"/>
            <a:ext cx="21288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Alternate key index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B0ED07-AC70-A8E7-42A0-9B24B335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44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46038" rIns="38100" bIns="46038" anchor="ctr"/>
          <a:lstStyle/>
          <a:p>
            <a:r>
              <a:rPr lang="en-US" altLang="en-US" sz="1200" b="1">
                <a:solidFill>
                  <a:srgbClr val="CC0000"/>
                </a:solidFill>
              </a:rPr>
              <a:t>      </a:t>
            </a:r>
            <a:r>
              <a:rPr lang="en-US" altLang="en-US" sz="1200" b="1"/>
              <a:t>Nt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694A200-15EF-CB00-D8E1-1E3512867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842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E5A84421-E4C9-D31D-A975-058F9591A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55575"/>
            <a:ext cx="4746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>
            <a:spAutoFit/>
          </a:bodyPr>
          <a:lstStyle/>
          <a:p>
            <a:r>
              <a:rPr lang="en-US" altLang="en-US" sz="800"/>
              <a:t>Pkey  Akey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2C1EE756-3065-E8F0-8316-E7001E6F9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579C4AA0-BA76-3CE9-13C1-80101659D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DEA58129-3C31-B098-4AC2-E376E9530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EE4C1025-D39E-AC60-5FF4-CF4AB8345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D3201B70-8E28-29BE-8113-7DF0BF326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04DF1DDF-2F18-A719-5032-6B500BE28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4D917A46-97F0-CAFD-16D4-BE693F62D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AF05FE6D-7E9D-C69F-BB63-A168FF94B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05BDC1D7-B8D2-61C5-FB06-126AEA22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349F9129-0CE0-B177-4C7F-76BBD8EB2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2E28BD14-66B8-288D-78BA-54112714F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17354A1D-418F-259B-5B20-2B1267108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DC2DC8A4-26E1-F6CC-8141-E20C5F7B5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C4035B7C-5788-94D6-4455-F24E25EC4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3964DD6E-C01F-449B-FECD-DB8E3F87A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BA372BF6-9A35-0049-A79E-6C38B5F8F4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Line 21">
            <a:extLst>
              <a:ext uri="{FF2B5EF4-FFF2-40B4-BE49-F238E27FC236}">
                <a16:creationId xmlns:a16="http://schemas.microsoft.com/office/drawing/2014/main" id="{66267DFC-A2F1-892A-B99D-53046B962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E04D6A6F-52C1-1891-41EF-327560EA3E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EA9C85B0-44D5-8488-F710-61481E97B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023AAA8C-F2B2-3FD6-B6E6-37BA52D5D3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5" name="Freeform 25">
            <a:extLst>
              <a:ext uri="{FF2B5EF4-FFF2-40B4-BE49-F238E27FC236}">
                <a16:creationId xmlns:a16="http://schemas.microsoft.com/office/drawing/2014/main" id="{EB689A14-8D09-AC06-993B-6728131ADC41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6" name="Freeform 26">
            <a:extLst>
              <a:ext uri="{FF2B5EF4-FFF2-40B4-BE49-F238E27FC236}">
                <a16:creationId xmlns:a16="http://schemas.microsoft.com/office/drawing/2014/main" id="{B649D7FD-011B-AE01-8F8C-37D22AABCA12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7" name="Freeform 27">
            <a:extLst>
              <a:ext uri="{FF2B5EF4-FFF2-40B4-BE49-F238E27FC236}">
                <a16:creationId xmlns:a16="http://schemas.microsoft.com/office/drawing/2014/main" id="{EFEC73F9-6018-197B-CF20-8078CD180D5A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268" name="Freeform 28">
            <a:extLst>
              <a:ext uri="{FF2B5EF4-FFF2-40B4-BE49-F238E27FC236}">
                <a16:creationId xmlns:a16="http://schemas.microsoft.com/office/drawing/2014/main" id="{334E1C30-6752-E6C5-3E43-AEED86DF7A5D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0F76EF28-3A7C-7207-4A91-921588D97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0" name="Line 30">
            <a:extLst>
              <a:ext uri="{FF2B5EF4-FFF2-40B4-BE49-F238E27FC236}">
                <a16:creationId xmlns:a16="http://schemas.microsoft.com/office/drawing/2014/main" id="{3F5F6F28-08BF-A3AD-7AE2-44A8DD783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1" name="Line 31">
            <a:extLst>
              <a:ext uri="{FF2B5EF4-FFF2-40B4-BE49-F238E27FC236}">
                <a16:creationId xmlns:a16="http://schemas.microsoft.com/office/drawing/2014/main" id="{010A5DEC-859E-2F77-88A7-7B9540996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2" name="Line 32">
            <a:extLst>
              <a:ext uri="{FF2B5EF4-FFF2-40B4-BE49-F238E27FC236}">
                <a16:creationId xmlns:a16="http://schemas.microsoft.com/office/drawing/2014/main" id="{99E6DBD5-D19C-1116-FEBF-FC57F0239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9D0ECCEF-F526-FA82-E227-9A63CF58E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EC7D7C6C-8264-1EA8-4830-5A7364B92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5" name="Line 35">
            <a:extLst>
              <a:ext uri="{FF2B5EF4-FFF2-40B4-BE49-F238E27FC236}">
                <a16:creationId xmlns:a16="http://schemas.microsoft.com/office/drawing/2014/main" id="{92C7B298-914E-B921-0139-185A5D025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6" name="Line 36">
            <a:extLst>
              <a:ext uri="{FF2B5EF4-FFF2-40B4-BE49-F238E27FC236}">
                <a16:creationId xmlns:a16="http://schemas.microsoft.com/office/drawing/2014/main" id="{A3D270ED-CEF0-AED5-124A-4AA718B78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5C511949-B72C-11C5-E425-8ACC69693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8" name="Line 38">
            <a:extLst>
              <a:ext uri="{FF2B5EF4-FFF2-40B4-BE49-F238E27FC236}">
                <a16:creationId xmlns:a16="http://schemas.microsoft.com/office/drawing/2014/main" id="{8E21EEEB-3F09-E4E3-06AB-868F5B25E3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9" name="Arc 39">
            <a:extLst>
              <a:ext uri="{FF2B5EF4-FFF2-40B4-BE49-F238E27FC236}">
                <a16:creationId xmlns:a16="http://schemas.microsoft.com/office/drawing/2014/main" id="{D7884589-0F79-159D-5B94-6DBCD1406E53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0" name="Arc 40">
            <a:extLst>
              <a:ext uri="{FF2B5EF4-FFF2-40B4-BE49-F238E27FC236}">
                <a16:creationId xmlns:a16="http://schemas.microsoft.com/office/drawing/2014/main" id="{ADD6E1EE-6880-62F7-4AC4-428B0FB908FA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1" name="Rectangle 41">
            <a:extLst>
              <a:ext uri="{FF2B5EF4-FFF2-40B4-BE49-F238E27FC236}">
                <a16:creationId xmlns:a16="http://schemas.microsoft.com/office/drawing/2014/main" id="{90EEF83C-29F5-EDBC-9D96-31ACF294C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0282" name="Line 42">
            <a:extLst>
              <a:ext uri="{FF2B5EF4-FFF2-40B4-BE49-F238E27FC236}">
                <a16:creationId xmlns:a16="http://schemas.microsoft.com/office/drawing/2014/main" id="{09436D0B-CDA7-F47D-B651-407CEA769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3" name="Line 43">
            <a:extLst>
              <a:ext uri="{FF2B5EF4-FFF2-40B4-BE49-F238E27FC236}">
                <a16:creationId xmlns:a16="http://schemas.microsoft.com/office/drawing/2014/main" id="{663D4070-E4C4-34B7-DDA2-095E21536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4" name="Line 44">
            <a:extLst>
              <a:ext uri="{FF2B5EF4-FFF2-40B4-BE49-F238E27FC236}">
                <a16:creationId xmlns:a16="http://schemas.microsoft.com/office/drawing/2014/main" id="{DFC6989F-6760-B313-9D03-41B75254D1E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5" name="Line 45">
            <a:extLst>
              <a:ext uri="{FF2B5EF4-FFF2-40B4-BE49-F238E27FC236}">
                <a16:creationId xmlns:a16="http://schemas.microsoft.com/office/drawing/2014/main" id="{DF5C0A18-B0E5-AC14-851C-F5FBB94D9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6" name="Line 46">
            <a:extLst>
              <a:ext uri="{FF2B5EF4-FFF2-40B4-BE49-F238E27FC236}">
                <a16:creationId xmlns:a16="http://schemas.microsoft.com/office/drawing/2014/main" id="{B2B01D84-1F4D-E253-F3C1-7884B0254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7" name="Line 47">
            <a:extLst>
              <a:ext uri="{FF2B5EF4-FFF2-40B4-BE49-F238E27FC236}">
                <a16:creationId xmlns:a16="http://schemas.microsoft.com/office/drawing/2014/main" id="{D1EDF460-AEE9-FA2E-C96F-F898C1064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8" name="Line 48">
            <a:extLst>
              <a:ext uri="{FF2B5EF4-FFF2-40B4-BE49-F238E27FC236}">
                <a16:creationId xmlns:a16="http://schemas.microsoft.com/office/drawing/2014/main" id="{438FE2AC-CB97-F79E-E5E6-E92C2D19A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9" name="Line 49">
            <a:extLst>
              <a:ext uri="{FF2B5EF4-FFF2-40B4-BE49-F238E27FC236}">
                <a16:creationId xmlns:a16="http://schemas.microsoft.com/office/drawing/2014/main" id="{1BB45B0A-1837-AE5F-409A-54B29D3F9A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F5153FFE-3952-7237-AF1C-7C0E071B2B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1" name="Line 51">
            <a:extLst>
              <a:ext uri="{FF2B5EF4-FFF2-40B4-BE49-F238E27FC236}">
                <a16:creationId xmlns:a16="http://schemas.microsoft.com/office/drawing/2014/main" id="{867D3FF9-CE4B-2F1C-020D-77C1195B8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015ECD7E-13F9-8AA6-5C60-05BAE35BD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DDFFD67A-26FB-26EE-9FBE-3ED43D6EC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4" name="Line 54">
            <a:extLst>
              <a:ext uri="{FF2B5EF4-FFF2-40B4-BE49-F238E27FC236}">
                <a16:creationId xmlns:a16="http://schemas.microsoft.com/office/drawing/2014/main" id="{4A9B005A-8414-E0E6-2F54-8240C9CB26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5" name="Line 55">
            <a:extLst>
              <a:ext uri="{FF2B5EF4-FFF2-40B4-BE49-F238E27FC236}">
                <a16:creationId xmlns:a16="http://schemas.microsoft.com/office/drawing/2014/main" id="{A313ADEA-2D58-F82D-0FE1-5E5B02F5AA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6" name="Line 56">
            <a:extLst>
              <a:ext uri="{FF2B5EF4-FFF2-40B4-BE49-F238E27FC236}">
                <a16:creationId xmlns:a16="http://schemas.microsoft.com/office/drawing/2014/main" id="{38436DFF-6532-57E2-9B77-232B6AF6F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7" name="Line 57">
            <a:extLst>
              <a:ext uri="{FF2B5EF4-FFF2-40B4-BE49-F238E27FC236}">
                <a16:creationId xmlns:a16="http://schemas.microsoft.com/office/drawing/2014/main" id="{081CEA59-B1B9-6827-287E-C3CC0286F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8" name="Line 58">
            <a:extLst>
              <a:ext uri="{FF2B5EF4-FFF2-40B4-BE49-F238E27FC236}">
                <a16:creationId xmlns:a16="http://schemas.microsoft.com/office/drawing/2014/main" id="{17BBE822-40FE-45ED-F4A5-B827BF000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3429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9" name="Rectangle 59">
            <a:extLst>
              <a:ext uri="{FF2B5EF4-FFF2-40B4-BE49-F238E27FC236}">
                <a16:creationId xmlns:a16="http://schemas.microsoft.com/office/drawing/2014/main" id="{FD79EFAF-84E4-5150-11CB-3AE696D4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0638"/>
            <a:ext cx="3106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on the alternate key</a:t>
            </a:r>
          </a:p>
        </p:txBody>
      </p:sp>
      <p:sp>
        <p:nvSpPr>
          <p:cNvPr id="10300" name="Line 60">
            <a:extLst>
              <a:ext uri="{FF2B5EF4-FFF2-40B4-BE49-F238E27FC236}">
                <a16:creationId xmlns:a16="http://schemas.microsoft.com/office/drawing/2014/main" id="{F5C9A2F5-F0F2-BA46-3EF2-7838D1BCF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1" name="Line 61">
            <a:extLst>
              <a:ext uri="{FF2B5EF4-FFF2-40B4-BE49-F238E27FC236}">
                <a16:creationId xmlns:a16="http://schemas.microsoft.com/office/drawing/2014/main" id="{AF0E419D-AF43-EC44-BAD1-CE423EB35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2" name="Line 62">
            <a:extLst>
              <a:ext uri="{FF2B5EF4-FFF2-40B4-BE49-F238E27FC236}">
                <a16:creationId xmlns:a16="http://schemas.microsoft.com/office/drawing/2014/main" id="{47D59586-53E7-DBD1-9A8B-33D03A7FB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3" name="Rectangle 63">
            <a:extLst>
              <a:ext uri="{FF2B5EF4-FFF2-40B4-BE49-F238E27FC236}">
                <a16:creationId xmlns:a16="http://schemas.microsoft.com/office/drawing/2014/main" id="{8796B956-FEF7-B656-3AD2-A4600911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10304" name="Freeform 64">
            <a:extLst>
              <a:ext uri="{FF2B5EF4-FFF2-40B4-BE49-F238E27FC236}">
                <a16:creationId xmlns:a16="http://schemas.microsoft.com/office/drawing/2014/main" id="{7A5A692B-227C-354C-F345-2DF567DF94C4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305" name="Freeform 65">
            <a:extLst>
              <a:ext uri="{FF2B5EF4-FFF2-40B4-BE49-F238E27FC236}">
                <a16:creationId xmlns:a16="http://schemas.microsoft.com/office/drawing/2014/main" id="{CEC0C578-6315-A2CF-45DC-12D395C78008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306" name="Freeform 66">
            <a:extLst>
              <a:ext uri="{FF2B5EF4-FFF2-40B4-BE49-F238E27FC236}">
                <a16:creationId xmlns:a16="http://schemas.microsoft.com/office/drawing/2014/main" id="{6292116F-E6B8-6EBA-D3C3-77B47000DCD0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0307" name="Freeform 67">
            <a:extLst>
              <a:ext uri="{FF2B5EF4-FFF2-40B4-BE49-F238E27FC236}">
                <a16:creationId xmlns:a16="http://schemas.microsoft.com/office/drawing/2014/main" id="{401B60A2-8E84-0417-BD81-E471FFB5BDD0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8" name="Line 68">
            <a:extLst>
              <a:ext uri="{FF2B5EF4-FFF2-40B4-BE49-F238E27FC236}">
                <a16:creationId xmlns:a16="http://schemas.microsoft.com/office/drawing/2014/main" id="{5ACFF28C-AB93-2FAE-7447-E57586926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9" name="Line 69">
            <a:extLst>
              <a:ext uri="{FF2B5EF4-FFF2-40B4-BE49-F238E27FC236}">
                <a16:creationId xmlns:a16="http://schemas.microsoft.com/office/drawing/2014/main" id="{932CA10F-E8CB-6091-6BF1-C5FB3563C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0" name="Line 70">
            <a:extLst>
              <a:ext uri="{FF2B5EF4-FFF2-40B4-BE49-F238E27FC236}">
                <a16:creationId xmlns:a16="http://schemas.microsoft.com/office/drawing/2014/main" id="{115DC05E-EADA-A161-8CA7-00A8BEC64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1" name="Line 71">
            <a:extLst>
              <a:ext uri="{FF2B5EF4-FFF2-40B4-BE49-F238E27FC236}">
                <a16:creationId xmlns:a16="http://schemas.microsoft.com/office/drawing/2014/main" id="{4F9A04A9-691F-612F-0A5B-1B0F847E6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2" name="Line 72">
            <a:extLst>
              <a:ext uri="{FF2B5EF4-FFF2-40B4-BE49-F238E27FC236}">
                <a16:creationId xmlns:a16="http://schemas.microsoft.com/office/drawing/2014/main" id="{FAFD14C0-3116-4B09-A118-5BDC9B602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3" name="Line 73">
            <a:extLst>
              <a:ext uri="{FF2B5EF4-FFF2-40B4-BE49-F238E27FC236}">
                <a16:creationId xmlns:a16="http://schemas.microsoft.com/office/drawing/2014/main" id="{518D6E80-94D5-FA87-1652-C5A148B7C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4" name="Line 74">
            <a:extLst>
              <a:ext uri="{FF2B5EF4-FFF2-40B4-BE49-F238E27FC236}">
                <a16:creationId xmlns:a16="http://schemas.microsoft.com/office/drawing/2014/main" id="{7F0FC877-7A07-894D-32A7-3C861C3E4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5" name="Line 75">
            <a:extLst>
              <a:ext uri="{FF2B5EF4-FFF2-40B4-BE49-F238E27FC236}">
                <a16:creationId xmlns:a16="http://schemas.microsoft.com/office/drawing/2014/main" id="{E0269B43-3758-7722-AAA7-9A39FDDD2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6" name="Line 76">
            <a:extLst>
              <a:ext uri="{FF2B5EF4-FFF2-40B4-BE49-F238E27FC236}">
                <a16:creationId xmlns:a16="http://schemas.microsoft.com/office/drawing/2014/main" id="{076BDEB3-6371-2BB3-26F1-F359DF97F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7" name="Line 77">
            <a:extLst>
              <a:ext uri="{FF2B5EF4-FFF2-40B4-BE49-F238E27FC236}">
                <a16:creationId xmlns:a16="http://schemas.microsoft.com/office/drawing/2014/main" id="{A792DBB2-B792-25F5-179B-4E5D78550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8" name="Line 78">
            <a:extLst>
              <a:ext uri="{FF2B5EF4-FFF2-40B4-BE49-F238E27FC236}">
                <a16:creationId xmlns:a16="http://schemas.microsoft.com/office/drawing/2014/main" id="{B98F3EF1-5787-A59E-9797-FD3372957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9" name="Line 79">
            <a:extLst>
              <a:ext uri="{FF2B5EF4-FFF2-40B4-BE49-F238E27FC236}">
                <a16:creationId xmlns:a16="http://schemas.microsoft.com/office/drawing/2014/main" id="{BA685649-1DC1-0743-A8CD-A1D87D493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0" name="Line 80">
            <a:extLst>
              <a:ext uri="{FF2B5EF4-FFF2-40B4-BE49-F238E27FC236}">
                <a16:creationId xmlns:a16="http://schemas.microsoft.com/office/drawing/2014/main" id="{C4314138-E705-D331-E041-C3A39F585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1" name="Line 81">
            <a:extLst>
              <a:ext uri="{FF2B5EF4-FFF2-40B4-BE49-F238E27FC236}">
                <a16:creationId xmlns:a16="http://schemas.microsoft.com/office/drawing/2014/main" id="{0D6100B4-609B-0496-1E80-4B4C1D2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2" name="Line 82">
            <a:extLst>
              <a:ext uri="{FF2B5EF4-FFF2-40B4-BE49-F238E27FC236}">
                <a16:creationId xmlns:a16="http://schemas.microsoft.com/office/drawing/2014/main" id="{E6252C88-0BCC-EEFC-B07E-307455A31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3" name="Line 83">
            <a:extLst>
              <a:ext uri="{FF2B5EF4-FFF2-40B4-BE49-F238E27FC236}">
                <a16:creationId xmlns:a16="http://schemas.microsoft.com/office/drawing/2014/main" id="{6644FA30-FE65-7C43-B648-C8636081B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4" name="Line 84">
            <a:extLst>
              <a:ext uri="{FF2B5EF4-FFF2-40B4-BE49-F238E27FC236}">
                <a16:creationId xmlns:a16="http://schemas.microsoft.com/office/drawing/2014/main" id="{90D163AF-68FC-1C22-3ADB-A85E9A32E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5" name="Line 85">
            <a:extLst>
              <a:ext uri="{FF2B5EF4-FFF2-40B4-BE49-F238E27FC236}">
                <a16:creationId xmlns:a16="http://schemas.microsoft.com/office/drawing/2014/main" id="{E615F31B-4EB9-1111-2B52-92622D2DC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6" name="Line 86">
            <a:extLst>
              <a:ext uri="{FF2B5EF4-FFF2-40B4-BE49-F238E27FC236}">
                <a16:creationId xmlns:a16="http://schemas.microsoft.com/office/drawing/2014/main" id="{2E921EEE-5E55-9643-6A8E-FEE93A16F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7" name="Line 87">
            <a:extLst>
              <a:ext uri="{FF2B5EF4-FFF2-40B4-BE49-F238E27FC236}">
                <a16:creationId xmlns:a16="http://schemas.microsoft.com/office/drawing/2014/main" id="{CD68DC8E-B922-A4FB-B6A2-2D7B05676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8" name="Line 88">
            <a:extLst>
              <a:ext uri="{FF2B5EF4-FFF2-40B4-BE49-F238E27FC236}">
                <a16:creationId xmlns:a16="http://schemas.microsoft.com/office/drawing/2014/main" id="{88ECED70-694E-C851-141F-4037BE9B3A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9" name="Line 89">
            <a:extLst>
              <a:ext uri="{FF2B5EF4-FFF2-40B4-BE49-F238E27FC236}">
                <a16:creationId xmlns:a16="http://schemas.microsoft.com/office/drawing/2014/main" id="{6F7A5855-6DA8-E2EC-1494-4A37034596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0" name="Line 90">
            <a:extLst>
              <a:ext uri="{FF2B5EF4-FFF2-40B4-BE49-F238E27FC236}">
                <a16:creationId xmlns:a16="http://schemas.microsoft.com/office/drawing/2014/main" id="{49A57630-BA23-D27B-7DB0-5CFAC795A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1" name="Line 91">
            <a:extLst>
              <a:ext uri="{FF2B5EF4-FFF2-40B4-BE49-F238E27FC236}">
                <a16:creationId xmlns:a16="http://schemas.microsoft.com/office/drawing/2014/main" id="{894551C9-2B34-4325-3CAD-971243DAC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2" name="Line 92">
            <a:extLst>
              <a:ext uri="{FF2B5EF4-FFF2-40B4-BE49-F238E27FC236}">
                <a16:creationId xmlns:a16="http://schemas.microsoft.com/office/drawing/2014/main" id="{BB70CC6C-B420-67E0-4B19-11346E250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3" name="Line 93">
            <a:extLst>
              <a:ext uri="{FF2B5EF4-FFF2-40B4-BE49-F238E27FC236}">
                <a16:creationId xmlns:a16="http://schemas.microsoft.com/office/drawing/2014/main" id="{D6F3FCCB-AE07-B37F-D950-5A6973626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4" name="Line 94">
            <a:extLst>
              <a:ext uri="{FF2B5EF4-FFF2-40B4-BE49-F238E27FC236}">
                <a16:creationId xmlns:a16="http://schemas.microsoft.com/office/drawing/2014/main" id="{23C9DC62-F9BA-6D53-89D0-C56987984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5" name="Line 95">
            <a:extLst>
              <a:ext uri="{FF2B5EF4-FFF2-40B4-BE49-F238E27FC236}">
                <a16:creationId xmlns:a16="http://schemas.microsoft.com/office/drawing/2014/main" id="{A5446753-2261-1A2E-9C3C-91FC0DD81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6" name="Rectangle 96">
            <a:extLst>
              <a:ext uri="{FF2B5EF4-FFF2-40B4-BE49-F238E27FC236}">
                <a16:creationId xmlns:a16="http://schemas.microsoft.com/office/drawing/2014/main" id="{26092ECB-2510-F533-9509-5057FD3E3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41  43 44 45 46  49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Nt  Jt  Oi</a:t>
            </a:r>
          </a:p>
        </p:txBody>
      </p:sp>
      <p:sp>
        <p:nvSpPr>
          <p:cNvPr id="10337" name="Rectangle 97">
            <a:extLst>
              <a:ext uri="{FF2B5EF4-FFF2-40B4-BE49-F238E27FC236}">
                <a16:creationId xmlns:a16="http://schemas.microsoft.com/office/drawing/2014/main" id="{F6206AD0-3AAF-78F0-5EB4-8ED7F346A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10338" name="Rectangle 98">
            <a:extLst>
              <a:ext uri="{FF2B5EF4-FFF2-40B4-BE49-F238E27FC236}">
                <a16:creationId xmlns:a16="http://schemas.microsoft.com/office/drawing/2014/main" id="{0459F7F8-857C-1D5D-E0BB-3E364B860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10339" name="Rectangle 99">
            <a:extLst>
              <a:ext uri="{FF2B5EF4-FFF2-40B4-BE49-F238E27FC236}">
                <a16:creationId xmlns:a16="http://schemas.microsoft.com/office/drawing/2014/main" id="{AC43D502-2D61-2BEC-799C-015ABF093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10340" name="Rectangle 100">
            <a:extLst>
              <a:ext uri="{FF2B5EF4-FFF2-40B4-BE49-F238E27FC236}">
                <a16:creationId xmlns:a16="http://schemas.microsoft.com/office/drawing/2014/main" id="{79DA2AA3-BB45-F3FB-99DD-F7377DA73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10341" name="Line 101">
            <a:extLst>
              <a:ext uri="{FF2B5EF4-FFF2-40B4-BE49-F238E27FC236}">
                <a16:creationId xmlns:a16="http://schemas.microsoft.com/office/drawing/2014/main" id="{61EA91C6-424D-FAD0-F582-6A1CB97B9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" name="Line 102">
            <a:extLst>
              <a:ext uri="{FF2B5EF4-FFF2-40B4-BE49-F238E27FC236}">
                <a16:creationId xmlns:a16="http://schemas.microsoft.com/office/drawing/2014/main" id="{447515BC-9A78-DF37-4AC8-02D88CEED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" name="Rectangle 103">
            <a:extLst>
              <a:ext uri="{FF2B5EF4-FFF2-40B4-BE49-F238E27FC236}">
                <a16:creationId xmlns:a16="http://schemas.microsoft.com/office/drawing/2014/main" id="{C0E6B972-2FF9-A1D6-EA78-88BD30B27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10344" name="Line 104">
            <a:extLst>
              <a:ext uri="{FF2B5EF4-FFF2-40B4-BE49-F238E27FC236}">
                <a16:creationId xmlns:a16="http://schemas.microsoft.com/office/drawing/2014/main" id="{15F71D2B-729D-F3F1-96E5-A98D6056A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" name="Line 105">
            <a:extLst>
              <a:ext uri="{FF2B5EF4-FFF2-40B4-BE49-F238E27FC236}">
                <a16:creationId xmlns:a16="http://schemas.microsoft.com/office/drawing/2014/main" id="{C71FF306-E94B-AD7B-8760-4EB7D9823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6" name="Line 106">
            <a:extLst>
              <a:ext uri="{FF2B5EF4-FFF2-40B4-BE49-F238E27FC236}">
                <a16:creationId xmlns:a16="http://schemas.microsoft.com/office/drawing/2014/main" id="{8327A4AA-A691-5C45-B83C-4BB67E209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7" name="Line 107">
            <a:extLst>
              <a:ext uri="{FF2B5EF4-FFF2-40B4-BE49-F238E27FC236}">
                <a16:creationId xmlns:a16="http://schemas.microsoft.com/office/drawing/2014/main" id="{F8BD737D-0C83-8C80-FE12-5FBCEEB549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8" name="Line 108">
            <a:extLst>
              <a:ext uri="{FF2B5EF4-FFF2-40B4-BE49-F238E27FC236}">
                <a16:creationId xmlns:a16="http://schemas.microsoft.com/office/drawing/2014/main" id="{5F153DF6-D006-B2E6-9FEE-F316DD861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" y="33655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22A2FB5-0B13-AA30-A985-F15C63C0E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44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46038" rIns="38100" bIns="46038" anchor="ctr"/>
          <a:lstStyle/>
          <a:p>
            <a:r>
              <a:rPr lang="en-US" altLang="en-US" sz="1200" b="1">
                <a:solidFill>
                  <a:srgbClr val="CC0000"/>
                </a:solidFill>
              </a:rPr>
              <a:t>      </a:t>
            </a:r>
            <a:r>
              <a:rPr lang="en-US" altLang="en-US" sz="1200" b="1"/>
              <a:t>Nt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1CB5D09-478E-713C-7067-C0DFFA4D0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842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531A8107-C515-2368-987B-AD5EF3669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55575"/>
            <a:ext cx="4746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>
            <a:spAutoFit/>
          </a:bodyPr>
          <a:lstStyle/>
          <a:p>
            <a:r>
              <a:rPr lang="en-US" altLang="en-US" sz="800"/>
              <a:t>Pkey  Akey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5A999290-4650-B36A-193F-76E7DDEF4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</a:t>
            </a:r>
            <a:r>
              <a:rPr lang="en-US" altLang="en-US" sz="14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Ry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Zp</a:t>
            </a:r>
          </a:p>
        </p:txBody>
      </p:sp>
      <p:sp>
        <p:nvSpPr>
          <p:cNvPr id="11270" name="Line 6">
            <a:extLst>
              <a:ext uri="{FF2B5EF4-FFF2-40B4-BE49-F238E27FC236}">
                <a16:creationId xmlns:a16="http://schemas.microsoft.com/office/drawing/2014/main" id="{EA2E5641-E8E0-46FE-0927-E45073CC0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2E5A8C6F-EBED-D806-562F-64E590E26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0E9DBBBC-4889-CC2A-590F-2A213978C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11273" name="Line 9">
            <a:extLst>
              <a:ext uri="{FF2B5EF4-FFF2-40B4-BE49-F238E27FC236}">
                <a16:creationId xmlns:a16="http://schemas.microsoft.com/office/drawing/2014/main" id="{B2E7ED18-5653-ADCA-67A2-B64E518D1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E46FB65E-A129-5457-FDC7-3CAC8C5D4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1275" name="Line 11">
            <a:extLst>
              <a:ext uri="{FF2B5EF4-FFF2-40B4-BE49-F238E27FC236}">
                <a16:creationId xmlns:a16="http://schemas.microsoft.com/office/drawing/2014/main" id="{5C7EC945-5048-A03B-1A24-8CECFFB0B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2">
            <a:extLst>
              <a:ext uri="{FF2B5EF4-FFF2-40B4-BE49-F238E27FC236}">
                <a16:creationId xmlns:a16="http://schemas.microsoft.com/office/drawing/2014/main" id="{454CFDB8-2956-3949-34F7-A10EBAC3A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8B0160F7-6619-EDC7-75A6-66BDB9E9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0FFD978F-BEC9-B954-9407-D26A31A7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1279" name="Line 15">
            <a:extLst>
              <a:ext uri="{FF2B5EF4-FFF2-40B4-BE49-F238E27FC236}">
                <a16:creationId xmlns:a16="http://schemas.microsoft.com/office/drawing/2014/main" id="{4033F6BF-3CC6-9FBB-A0C3-0B302B42D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6">
            <a:extLst>
              <a:ext uri="{FF2B5EF4-FFF2-40B4-BE49-F238E27FC236}">
                <a16:creationId xmlns:a16="http://schemas.microsoft.com/office/drawing/2014/main" id="{F0AF6245-E3E8-7CC2-A466-2050C3C45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Line 17">
            <a:extLst>
              <a:ext uri="{FF2B5EF4-FFF2-40B4-BE49-F238E27FC236}">
                <a16:creationId xmlns:a16="http://schemas.microsoft.com/office/drawing/2014/main" id="{562357EC-D55E-8670-5190-24EE99C70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2" name="Line 18">
            <a:extLst>
              <a:ext uri="{FF2B5EF4-FFF2-40B4-BE49-F238E27FC236}">
                <a16:creationId xmlns:a16="http://schemas.microsoft.com/office/drawing/2014/main" id="{7D82846C-07E5-B7A6-5358-0E1B20672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Line 19">
            <a:extLst>
              <a:ext uri="{FF2B5EF4-FFF2-40B4-BE49-F238E27FC236}">
                <a16:creationId xmlns:a16="http://schemas.microsoft.com/office/drawing/2014/main" id="{19777635-DC99-7113-27CE-297F503F2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20">
            <a:extLst>
              <a:ext uri="{FF2B5EF4-FFF2-40B4-BE49-F238E27FC236}">
                <a16:creationId xmlns:a16="http://schemas.microsoft.com/office/drawing/2014/main" id="{3B97A8E4-A044-41AB-13DB-8634EB13F8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Line 21">
            <a:extLst>
              <a:ext uri="{FF2B5EF4-FFF2-40B4-BE49-F238E27FC236}">
                <a16:creationId xmlns:a16="http://schemas.microsoft.com/office/drawing/2014/main" id="{0301CB10-26E2-D4B2-D27A-68B92D405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Line 22">
            <a:extLst>
              <a:ext uri="{FF2B5EF4-FFF2-40B4-BE49-F238E27FC236}">
                <a16:creationId xmlns:a16="http://schemas.microsoft.com/office/drawing/2014/main" id="{B461F725-DE71-6153-D951-10DCB920C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Line 23">
            <a:extLst>
              <a:ext uri="{FF2B5EF4-FFF2-40B4-BE49-F238E27FC236}">
                <a16:creationId xmlns:a16="http://schemas.microsoft.com/office/drawing/2014/main" id="{8BB0A053-8470-F36E-E102-3EE465BF5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4">
            <a:extLst>
              <a:ext uri="{FF2B5EF4-FFF2-40B4-BE49-F238E27FC236}">
                <a16:creationId xmlns:a16="http://schemas.microsoft.com/office/drawing/2014/main" id="{7AB98261-F70A-B138-52C6-9E0FC29591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289" name="Freeform 25">
            <a:extLst>
              <a:ext uri="{FF2B5EF4-FFF2-40B4-BE49-F238E27FC236}">
                <a16:creationId xmlns:a16="http://schemas.microsoft.com/office/drawing/2014/main" id="{74073D79-012C-364B-24BA-8C58F4DA75B7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290" name="Freeform 26">
            <a:extLst>
              <a:ext uri="{FF2B5EF4-FFF2-40B4-BE49-F238E27FC236}">
                <a16:creationId xmlns:a16="http://schemas.microsoft.com/office/drawing/2014/main" id="{05CA53E6-48C5-7140-2B55-DEEB9C1998B4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291" name="Freeform 27">
            <a:extLst>
              <a:ext uri="{FF2B5EF4-FFF2-40B4-BE49-F238E27FC236}">
                <a16:creationId xmlns:a16="http://schemas.microsoft.com/office/drawing/2014/main" id="{E63A5405-8E3F-7BEE-CB23-90961F721DB1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292" name="Freeform 28">
            <a:extLst>
              <a:ext uri="{FF2B5EF4-FFF2-40B4-BE49-F238E27FC236}">
                <a16:creationId xmlns:a16="http://schemas.microsoft.com/office/drawing/2014/main" id="{42C8496D-6A33-F2FA-5A32-E5E29D2F05A2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3" name="Line 29">
            <a:extLst>
              <a:ext uri="{FF2B5EF4-FFF2-40B4-BE49-F238E27FC236}">
                <a16:creationId xmlns:a16="http://schemas.microsoft.com/office/drawing/2014/main" id="{236CBD51-9BE8-ABC2-F2D5-C5C0EFB83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4" name="Line 30">
            <a:extLst>
              <a:ext uri="{FF2B5EF4-FFF2-40B4-BE49-F238E27FC236}">
                <a16:creationId xmlns:a16="http://schemas.microsoft.com/office/drawing/2014/main" id="{50D08D70-E252-23DE-EA9A-D8BC387061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5" name="Line 31">
            <a:extLst>
              <a:ext uri="{FF2B5EF4-FFF2-40B4-BE49-F238E27FC236}">
                <a16:creationId xmlns:a16="http://schemas.microsoft.com/office/drawing/2014/main" id="{3955A159-8837-9EAD-4075-8DA89691B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6" name="Line 32">
            <a:extLst>
              <a:ext uri="{FF2B5EF4-FFF2-40B4-BE49-F238E27FC236}">
                <a16:creationId xmlns:a16="http://schemas.microsoft.com/office/drawing/2014/main" id="{787671A4-501F-0676-1EDC-0FE4655F4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7" name="Line 33">
            <a:extLst>
              <a:ext uri="{FF2B5EF4-FFF2-40B4-BE49-F238E27FC236}">
                <a16:creationId xmlns:a16="http://schemas.microsoft.com/office/drawing/2014/main" id="{F8864581-2342-2EBA-1F6C-8CC063575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8" name="Line 34">
            <a:extLst>
              <a:ext uri="{FF2B5EF4-FFF2-40B4-BE49-F238E27FC236}">
                <a16:creationId xmlns:a16="http://schemas.microsoft.com/office/drawing/2014/main" id="{40E7E934-A36E-4F1F-4668-30AB85EDD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9" name="Line 35">
            <a:extLst>
              <a:ext uri="{FF2B5EF4-FFF2-40B4-BE49-F238E27FC236}">
                <a16:creationId xmlns:a16="http://schemas.microsoft.com/office/drawing/2014/main" id="{230F3D8E-8AAC-4E6A-5F09-16200688F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0" name="Line 36">
            <a:extLst>
              <a:ext uri="{FF2B5EF4-FFF2-40B4-BE49-F238E27FC236}">
                <a16:creationId xmlns:a16="http://schemas.microsoft.com/office/drawing/2014/main" id="{651034EA-87C8-1F33-45F4-58C212370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1" name="Line 37">
            <a:extLst>
              <a:ext uri="{FF2B5EF4-FFF2-40B4-BE49-F238E27FC236}">
                <a16:creationId xmlns:a16="http://schemas.microsoft.com/office/drawing/2014/main" id="{79A59D0E-F357-3A52-EA1F-A9B5E9276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2" name="Line 38">
            <a:extLst>
              <a:ext uri="{FF2B5EF4-FFF2-40B4-BE49-F238E27FC236}">
                <a16:creationId xmlns:a16="http://schemas.microsoft.com/office/drawing/2014/main" id="{2D4829A4-38D2-F719-0EA6-39B7B0CCDA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3" name="Arc 39">
            <a:extLst>
              <a:ext uri="{FF2B5EF4-FFF2-40B4-BE49-F238E27FC236}">
                <a16:creationId xmlns:a16="http://schemas.microsoft.com/office/drawing/2014/main" id="{87A4EBB2-4552-CD41-9FBC-9679FC27B5C1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4" name="Arc 40">
            <a:extLst>
              <a:ext uri="{FF2B5EF4-FFF2-40B4-BE49-F238E27FC236}">
                <a16:creationId xmlns:a16="http://schemas.microsoft.com/office/drawing/2014/main" id="{FE088212-A234-9368-B164-F828795B958E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5" name="Rectangle 41">
            <a:extLst>
              <a:ext uri="{FF2B5EF4-FFF2-40B4-BE49-F238E27FC236}">
                <a16:creationId xmlns:a16="http://schemas.microsoft.com/office/drawing/2014/main" id="{7715BF4E-1513-8279-B2BC-853B63942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1306" name="Line 42">
            <a:extLst>
              <a:ext uri="{FF2B5EF4-FFF2-40B4-BE49-F238E27FC236}">
                <a16:creationId xmlns:a16="http://schemas.microsoft.com/office/drawing/2014/main" id="{0D81705E-3327-CE75-F29B-43D36E16D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7" name="Line 43">
            <a:extLst>
              <a:ext uri="{FF2B5EF4-FFF2-40B4-BE49-F238E27FC236}">
                <a16:creationId xmlns:a16="http://schemas.microsoft.com/office/drawing/2014/main" id="{0DE03AFC-8D5D-94DE-8491-C7E89FFE6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8" name="Line 44">
            <a:extLst>
              <a:ext uri="{FF2B5EF4-FFF2-40B4-BE49-F238E27FC236}">
                <a16:creationId xmlns:a16="http://schemas.microsoft.com/office/drawing/2014/main" id="{39FF8B44-B075-5BBB-CB27-95012C2BE03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9" name="Line 45">
            <a:extLst>
              <a:ext uri="{FF2B5EF4-FFF2-40B4-BE49-F238E27FC236}">
                <a16:creationId xmlns:a16="http://schemas.microsoft.com/office/drawing/2014/main" id="{10154DA4-E2B8-2457-B008-1ABA52160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0" name="Line 46">
            <a:extLst>
              <a:ext uri="{FF2B5EF4-FFF2-40B4-BE49-F238E27FC236}">
                <a16:creationId xmlns:a16="http://schemas.microsoft.com/office/drawing/2014/main" id="{E31DCDF5-5CF1-B136-4295-D99DDA211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1" name="Line 47">
            <a:extLst>
              <a:ext uri="{FF2B5EF4-FFF2-40B4-BE49-F238E27FC236}">
                <a16:creationId xmlns:a16="http://schemas.microsoft.com/office/drawing/2014/main" id="{E49A1A55-3F67-A7F0-A023-3D0213293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2" name="Line 48">
            <a:extLst>
              <a:ext uri="{FF2B5EF4-FFF2-40B4-BE49-F238E27FC236}">
                <a16:creationId xmlns:a16="http://schemas.microsoft.com/office/drawing/2014/main" id="{5ADAE9B8-5A97-7E20-8264-EFF834491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3" name="Line 49">
            <a:extLst>
              <a:ext uri="{FF2B5EF4-FFF2-40B4-BE49-F238E27FC236}">
                <a16:creationId xmlns:a16="http://schemas.microsoft.com/office/drawing/2014/main" id="{6554FE20-C243-8DD3-5694-C054A0B0B6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4" name="Line 50">
            <a:extLst>
              <a:ext uri="{FF2B5EF4-FFF2-40B4-BE49-F238E27FC236}">
                <a16:creationId xmlns:a16="http://schemas.microsoft.com/office/drawing/2014/main" id="{8AD5D54E-9A2D-D3D4-A95A-105DD262AD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5" name="Line 51">
            <a:extLst>
              <a:ext uri="{FF2B5EF4-FFF2-40B4-BE49-F238E27FC236}">
                <a16:creationId xmlns:a16="http://schemas.microsoft.com/office/drawing/2014/main" id="{A37153F0-855F-82D3-100B-CD054C44F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6" name="Line 52">
            <a:extLst>
              <a:ext uri="{FF2B5EF4-FFF2-40B4-BE49-F238E27FC236}">
                <a16:creationId xmlns:a16="http://schemas.microsoft.com/office/drawing/2014/main" id="{D099FEE0-C643-EAD5-CBE8-299EFD4AB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7" name="Line 53">
            <a:extLst>
              <a:ext uri="{FF2B5EF4-FFF2-40B4-BE49-F238E27FC236}">
                <a16:creationId xmlns:a16="http://schemas.microsoft.com/office/drawing/2014/main" id="{4BF165EB-DA94-60DE-61AB-4B5DBDCC2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8" name="Line 54">
            <a:extLst>
              <a:ext uri="{FF2B5EF4-FFF2-40B4-BE49-F238E27FC236}">
                <a16:creationId xmlns:a16="http://schemas.microsoft.com/office/drawing/2014/main" id="{8F80B280-0C89-3153-777B-C79F6D897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19" name="Line 55">
            <a:extLst>
              <a:ext uri="{FF2B5EF4-FFF2-40B4-BE49-F238E27FC236}">
                <a16:creationId xmlns:a16="http://schemas.microsoft.com/office/drawing/2014/main" id="{75629DB1-596C-C967-12C6-878EDEDF3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0" name="Line 56">
            <a:extLst>
              <a:ext uri="{FF2B5EF4-FFF2-40B4-BE49-F238E27FC236}">
                <a16:creationId xmlns:a16="http://schemas.microsoft.com/office/drawing/2014/main" id="{4C6490B2-BE37-9F11-5E6E-BAC93875E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1" name="Line 57">
            <a:extLst>
              <a:ext uri="{FF2B5EF4-FFF2-40B4-BE49-F238E27FC236}">
                <a16:creationId xmlns:a16="http://schemas.microsoft.com/office/drawing/2014/main" id="{742CF8E8-3A7D-F49E-F5D6-0F5C14C69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2" name="Line 58">
            <a:extLst>
              <a:ext uri="{FF2B5EF4-FFF2-40B4-BE49-F238E27FC236}">
                <a16:creationId xmlns:a16="http://schemas.microsoft.com/office/drawing/2014/main" id="{84DA44FB-C9AE-C552-04EE-B1D5F0FBF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3429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3" name="Rectangle 59">
            <a:extLst>
              <a:ext uri="{FF2B5EF4-FFF2-40B4-BE49-F238E27FC236}">
                <a16:creationId xmlns:a16="http://schemas.microsoft.com/office/drawing/2014/main" id="{87FF8BA7-44A9-DA12-417D-525BA89A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0638"/>
            <a:ext cx="3106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on the alternate key</a:t>
            </a:r>
          </a:p>
        </p:txBody>
      </p:sp>
      <p:sp>
        <p:nvSpPr>
          <p:cNvPr id="11324" name="Line 60">
            <a:extLst>
              <a:ext uri="{FF2B5EF4-FFF2-40B4-BE49-F238E27FC236}">
                <a16:creationId xmlns:a16="http://schemas.microsoft.com/office/drawing/2014/main" id="{6F5D9ACC-C041-546C-96E5-23A83A522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5" name="Line 61">
            <a:extLst>
              <a:ext uri="{FF2B5EF4-FFF2-40B4-BE49-F238E27FC236}">
                <a16:creationId xmlns:a16="http://schemas.microsoft.com/office/drawing/2014/main" id="{FCE9977D-EE68-8601-16D4-47E7D3B1A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6" name="Line 62">
            <a:extLst>
              <a:ext uri="{FF2B5EF4-FFF2-40B4-BE49-F238E27FC236}">
                <a16:creationId xmlns:a16="http://schemas.microsoft.com/office/drawing/2014/main" id="{BF24AD55-7E87-DD07-B976-95EAC73EB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27" name="Rectangle 63">
            <a:extLst>
              <a:ext uri="{FF2B5EF4-FFF2-40B4-BE49-F238E27FC236}">
                <a16:creationId xmlns:a16="http://schemas.microsoft.com/office/drawing/2014/main" id="{07F1BE94-C70B-691C-D6FB-3C7DB7564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11328" name="Freeform 64">
            <a:extLst>
              <a:ext uri="{FF2B5EF4-FFF2-40B4-BE49-F238E27FC236}">
                <a16:creationId xmlns:a16="http://schemas.microsoft.com/office/drawing/2014/main" id="{13A37DA5-C908-1AB4-D954-93DA30C2ACAD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329" name="Freeform 65">
            <a:extLst>
              <a:ext uri="{FF2B5EF4-FFF2-40B4-BE49-F238E27FC236}">
                <a16:creationId xmlns:a16="http://schemas.microsoft.com/office/drawing/2014/main" id="{8DD29005-3A56-C35C-3914-F813B4CB877E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330" name="Freeform 66">
            <a:extLst>
              <a:ext uri="{FF2B5EF4-FFF2-40B4-BE49-F238E27FC236}">
                <a16:creationId xmlns:a16="http://schemas.microsoft.com/office/drawing/2014/main" id="{55053088-A944-57F9-E611-D14EE560806A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1331" name="Freeform 67">
            <a:extLst>
              <a:ext uri="{FF2B5EF4-FFF2-40B4-BE49-F238E27FC236}">
                <a16:creationId xmlns:a16="http://schemas.microsoft.com/office/drawing/2014/main" id="{4C974938-BED8-CAA0-567F-52F178DFD82F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2" name="Line 68">
            <a:extLst>
              <a:ext uri="{FF2B5EF4-FFF2-40B4-BE49-F238E27FC236}">
                <a16:creationId xmlns:a16="http://schemas.microsoft.com/office/drawing/2014/main" id="{C5285C34-3819-A3AC-5B2C-05A658112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3" name="Line 69">
            <a:extLst>
              <a:ext uri="{FF2B5EF4-FFF2-40B4-BE49-F238E27FC236}">
                <a16:creationId xmlns:a16="http://schemas.microsoft.com/office/drawing/2014/main" id="{E9BB5703-3633-3903-74B0-1B3D54995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4" name="Line 70">
            <a:extLst>
              <a:ext uri="{FF2B5EF4-FFF2-40B4-BE49-F238E27FC236}">
                <a16:creationId xmlns:a16="http://schemas.microsoft.com/office/drawing/2014/main" id="{A8062E7D-817E-3638-7892-139B86F60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5" name="Line 71">
            <a:extLst>
              <a:ext uri="{FF2B5EF4-FFF2-40B4-BE49-F238E27FC236}">
                <a16:creationId xmlns:a16="http://schemas.microsoft.com/office/drawing/2014/main" id="{27A0A634-D19D-1107-9583-5993C7EE7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6" name="Line 72">
            <a:extLst>
              <a:ext uri="{FF2B5EF4-FFF2-40B4-BE49-F238E27FC236}">
                <a16:creationId xmlns:a16="http://schemas.microsoft.com/office/drawing/2014/main" id="{71C979C3-DF09-9409-D928-200660548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7" name="Line 73">
            <a:extLst>
              <a:ext uri="{FF2B5EF4-FFF2-40B4-BE49-F238E27FC236}">
                <a16:creationId xmlns:a16="http://schemas.microsoft.com/office/drawing/2014/main" id="{D5758B59-80B3-F692-4FF1-41C513FEC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8" name="Line 74">
            <a:extLst>
              <a:ext uri="{FF2B5EF4-FFF2-40B4-BE49-F238E27FC236}">
                <a16:creationId xmlns:a16="http://schemas.microsoft.com/office/drawing/2014/main" id="{A95899E4-6033-2FB3-63A8-4071EEB27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39" name="Line 75">
            <a:extLst>
              <a:ext uri="{FF2B5EF4-FFF2-40B4-BE49-F238E27FC236}">
                <a16:creationId xmlns:a16="http://schemas.microsoft.com/office/drawing/2014/main" id="{B77E6B35-21E3-7750-19FA-9F5047803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0" name="Line 76">
            <a:extLst>
              <a:ext uri="{FF2B5EF4-FFF2-40B4-BE49-F238E27FC236}">
                <a16:creationId xmlns:a16="http://schemas.microsoft.com/office/drawing/2014/main" id="{F35E1B70-473B-817F-4826-B38C1B89FF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1" name="Line 77">
            <a:extLst>
              <a:ext uri="{FF2B5EF4-FFF2-40B4-BE49-F238E27FC236}">
                <a16:creationId xmlns:a16="http://schemas.microsoft.com/office/drawing/2014/main" id="{F26F6CDD-6D6A-2FE8-A58A-1C2C97D82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2" name="Line 78">
            <a:extLst>
              <a:ext uri="{FF2B5EF4-FFF2-40B4-BE49-F238E27FC236}">
                <a16:creationId xmlns:a16="http://schemas.microsoft.com/office/drawing/2014/main" id="{040D2FEC-5902-58BD-5908-52A16F577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3" name="Line 79">
            <a:extLst>
              <a:ext uri="{FF2B5EF4-FFF2-40B4-BE49-F238E27FC236}">
                <a16:creationId xmlns:a16="http://schemas.microsoft.com/office/drawing/2014/main" id="{AF489F5A-AF2E-211B-6E88-A57E1B897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4" name="Line 80">
            <a:extLst>
              <a:ext uri="{FF2B5EF4-FFF2-40B4-BE49-F238E27FC236}">
                <a16:creationId xmlns:a16="http://schemas.microsoft.com/office/drawing/2014/main" id="{F7350021-8F8F-D0DC-6013-8D6B86B62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5" name="Line 81">
            <a:extLst>
              <a:ext uri="{FF2B5EF4-FFF2-40B4-BE49-F238E27FC236}">
                <a16:creationId xmlns:a16="http://schemas.microsoft.com/office/drawing/2014/main" id="{FDC94FDC-33BA-235E-5AC4-6FD58EFDE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6" name="Line 82">
            <a:extLst>
              <a:ext uri="{FF2B5EF4-FFF2-40B4-BE49-F238E27FC236}">
                <a16:creationId xmlns:a16="http://schemas.microsoft.com/office/drawing/2014/main" id="{26C3AF66-82E5-C6F8-01AD-07751501A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7" name="Line 83">
            <a:extLst>
              <a:ext uri="{FF2B5EF4-FFF2-40B4-BE49-F238E27FC236}">
                <a16:creationId xmlns:a16="http://schemas.microsoft.com/office/drawing/2014/main" id="{0C2F9264-1F25-C32E-6784-856D915EB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8" name="Line 84">
            <a:extLst>
              <a:ext uri="{FF2B5EF4-FFF2-40B4-BE49-F238E27FC236}">
                <a16:creationId xmlns:a16="http://schemas.microsoft.com/office/drawing/2014/main" id="{2EA11290-E5EF-A9D8-E2FD-5CD8F1A87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49" name="Line 85">
            <a:extLst>
              <a:ext uri="{FF2B5EF4-FFF2-40B4-BE49-F238E27FC236}">
                <a16:creationId xmlns:a16="http://schemas.microsoft.com/office/drawing/2014/main" id="{11C6F683-BFB1-DDB2-873B-2713F38EC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0" name="Line 86">
            <a:extLst>
              <a:ext uri="{FF2B5EF4-FFF2-40B4-BE49-F238E27FC236}">
                <a16:creationId xmlns:a16="http://schemas.microsoft.com/office/drawing/2014/main" id="{A015C1F3-B58A-249A-F2D1-4120C70B97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1" name="Line 87">
            <a:extLst>
              <a:ext uri="{FF2B5EF4-FFF2-40B4-BE49-F238E27FC236}">
                <a16:creationId xmlns:a16="http://schemas.microsoft.com/office/drawing/2014/main" id="{CD36CE57-25E3-4EFA-9270-2425E2C94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2" name="Line 88">
            <a:extLst>
              <a:ext uri="{FF2B5EF4-FFF2-40B4-BE49-F238E27FC236}">
                <a16:creationId xmlns:a16="http://schemas.microsoft.com/office/drawing/2014/main" id="{3D9D4C38-0F9A-686B-2B4B-3A333378AB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3" name="Line 89">
            <a:extLst>
              <a:ext uri="{FF2B5EF4-FFF2-40B4-BE49-F238E27FC236}">
                <a16:creationId xmlns:a16="http://schemas.microsoft.com/office/drawing/2014/main" id="{0E566321-026D-CBE7-C5D1-A3B90E265B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4" name="Line 90">
            <a:extLst>
              <a:ext uri="{FF2B5EF4-FFF2-40B4-BE49-F238E27FC236}">
                <a16:creationId xmlns:a16="http://schemas.microsoft.com/office/drawing/2014/main" id="{94982716-8D98-E8E4-D52D-E4BAB365D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5" name="Line 91">
            <a:extLst>
              <a:ext uri="{FF2B5EF4-FFF2-40B4-BE49-F238E27FC236}">
                <a16:creationId xmlns:a16="http://schemas.microsoft.com/office/drawing/2014/main" id="{8533EA6B-15E7-F5C6-EA51-AE1202E1B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6" name="Line 92">
            <a:extLst>
              <a:ext uri="{FF2B5EF4-FFF2-40B4-BE49-F238E27FC236}">
                <a16:creationId xmlns:a16="http://schemas.microsoft.com/office/drawing/2014/main" id="{58A052C4-503B-77C2-272B-28126CAB1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7" name="Line 93">
            <a:extLst>
              <a:ext uri="{FF2B5EF4-FFF2-40B4-BE49-F238E27FC236}">
                <a16:creationId xmlns:a16="http://schemas.microsoft.com/office/drawing/2014/main" id="{E6B99E41-5BE6-D37F-EC3A-7ECF8515C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8" name="Line 94">
            <a:extLst>
              <a:ext uri="{FF2B5EF4-FFF2-40B4-BE49-F238E27FC236}">
                <a16:creationId xmlns:a16="http://schemas.microsoft.com/office/drawing/2014/main" id="{092AAC3D-8FD7-FDFD-E445-3F583CA7F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59" name="Line 95">
            <a:extLst>
              <a:ext uri="{FF2B5EF4-FFF2-40B4-BE49-F238E27FC236}">
                <a16:creationId xmlns:a16="http://schemas.microsoft.com/office/drawing/2014/main" id="{C91AE7B6-1C55-9980-2D5D-B6FD6E935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0" name="Rectangle 96">
            <a:extLst>
              <a:ext uri="{FF2B5EF4-FFF2-40B4-BE49-F238E27FC236}">
                <a16:creationId xmlns:a16="http://schemas.microsoft.com/office/drawing/2014/main" id="{970B8C69-96F0-4E0A-C11D-E65BB0506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41  43 44 45 46  49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Nt  Jt  Oi</a:t>
            </a:r>
          </a:p>
        </p:txBody>
      </p:sp>
      <p:sp>
        <p:nvSpPr>
          <p:cNvPr id="11361" name="Rectangle 97">
            <a:extLst>
              <a:ext uri="{FF2B5EF4-FFF2-40B4-BE49-F238E27FC236}">
                <a16:creationId xmlns:a16="http://schemas.microsoft.com/office/drawing/2014/main" id="{F641553A-3183-AACD-D1EB-A820EB058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11362" name="Rectangle 98">
            <a:extLst>
              <a:ext uri="{FF2B5EF4-FFF2-40B4-BE49-F238E27FC236}">
                <a16:creationId xmlns:a16="http://schemas.microsoft.com/office/drawing/2014/main" id="{EA88EF75-2D0D-1361-5782-0342E56A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11363" name="Rectangle 99">
            <a:extLst>
              <a:ext uri="{FF2B5EF4-FFF2-40B4-BE49-F238E27FC236}">
                <a16:creationId xmlns:a16="http://schemas.microsoft.com/office/drawing/2014/main" id="{9A1D80A2-3510-392D-0CE8-08B270CF4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11364" name="Rectangle 100">
            <a:extLst>
              <a:ext uri="{FF2B5EF4-FFF2-40B4-BE49-F238E27FC236}">
                <a16:creationId xmlns:a16="http://schemas.microsoft.com/office/drawing/2014/main" id="{D3328D24-AF60-CC48-E891-FE8A895EB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11365" name="Line 101">
            <a:extLst>
              <a:ext uri="{FF2B5EF4-FFF2-40B4-BE49-F238E27FC236}">
                <a16:creationId xmlns:a16="http://schemas.microsoft.com/office/drawing/2014/main" id="{1748FB42-867A-D692-D47F-91F585657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6" name="Line 102">
            <a:extLst>
              <a:ext uri="{FF2B5EF4-FFF2-40B4-BE49-F238E27FC236}">
                <a16:creationId xmlns:a16="http://schemas.microsoft.com/office/drawing/2014/main" id="{BB275702-7D9E-C1E6-EE28-153C769B34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7" name="Rectangle 103">
            <a:extLst>
              <a:ext uri="{FF2B5EF4-FFF2-40B4-BE49-F238E27FC236}">
                <a16:creationId xmlns:a16="http://schemas.microsoft.com/office/drawing/2014/main" id="{2406A0FE-340C-59D5-0F8C-CE10262A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11368" name="Line 104">
            <a:extLst>
              <a:ext uri="{FF2B5EF4-FFF2-40B4-BE49-F238E27FC236}">
                <a16:creationId xmlns:a16="http://schemas.microsoft.com/office/drawing/2014/main" id="{987B66FC-1B89-1E9E-641B-736F40603F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69" name="Line 105">
            <a:extLst>
              <a:ext uri="{FF2B5EF4-FFF2-40B4-BE49-F238E27FC236}">
                <a16:creationId xmlns:a16="http://schemas.microsoft.com/office/drawing/2014/main" id="{2D0E07BA-F1D5-BCD5-E2A8-47C00F3D9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0" name="Line 106">
            <a:extLst>
              <a:ext uri="{FF2B5EF4-FFF2-40B4-BE49-F238E27FC236}">
                <a16:creationId xmlns:a16="http://schemas.microsoft.com/office/drawing/2014/main" id="{5D4C2631-C48E-D96C-E8CA-2EF4BDF5B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1" name="Line 107">
            <a:extLst>
              <a:ext uri="{FF2B5EF4-FFF2-40B4-BE49-F238E27FC236}">
                <a16:creationId xmlns:a16="http://schemas.microsoft.com/office/drawing/2014/main" id="{27C33982-05B7-0848-1DD0-F1D96B1CEC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2" name="Line 108">
            <a:extLst>
              <a:ext uri="{FF2B5EF4-FFF2-40B4-BE49-F238E27FC236}">
                <a16:creationId xmlns:a16="http://schemas.microsoft.com/office/drawing/2014/main" id="{18936EA0-FD53-C4D5-8229-2A8F29E1B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" y="33655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73" name="Rectangle 109">
            <a:extLst>
              <a:ext uri="{FF2B5EF4-FFF2-40B4-BE49-F238E27FC236}">
                <a16:creationId xmlns:a16="http://schemas.microsoft.com/office/drawing/2014/main" id="{79AA8414-64D9-DA31-F48A-530CC553B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900" y="457200"/>
            <a:ext cx="105410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9E048F0-6E6C-1EF5-3FD8-755093C9B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44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46038" rIns="38100" bIns="46038" anchor="ctr"/>
          <a:lstStyle/>
          <a:p>
            <a:r>
              <a:rPr lang="en-US" altLang="en-US" sz="1200" b="1">
                <a:solidFill>
                  <a:srgbClr val="CC0000"/>
                </a:solidFill>
              </a:rPr>
              <a:t>      </a:t>
            </a:r>
            <a:r>
              <a:rPr lang="en-US" altLang="en-US" sz="1200" b="1"/>
              <a:t>Nt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2A723CC-4CF0-264D-1572-0EB177DC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842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B30CA1CD-9728-D06D-8A61-BD4983193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55575"/>
            <a:ext cx="4746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>
            <a:spAutoFit/>
          </a:bodyPr>
          <a:lstStyle/>
          <a:p>
            <a:r>
              <a:rPr lang="en-US" altLang="en-US" sz="800"/>
              <a:t>Pkey  Akey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F32A121-1C1F-51BB-30F0-A480B070D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62E76A23-1FAF-BB01-7020-FFC366C1DA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7">
            <a:extLst>
              <a:ext uri="{FF2B5EF4-FFF2-40B4-BE49-F238E27FC236}">
                <a16:creationId xmlns:a16="http://schemas.microsoft.com/office/drawing/2014/main" id="{105DC4EA-530A-3E6F-8C9A-5D4A93E76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2E5BD86B-5140-1952-BB74-4852B38AF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</a:t>
            </a:r>
            <a:r>
              <a:rPr lang="en-US" altLang="en-US" sz="1400" b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Ot</a:t>
            </a:r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Ry</a:t>
            </a:r>
          </a:p>
        </p:txBody>
      </p:sp>
      <p:sp>
        <p:nvSpPr>
          <p:cNvPr id="12297" name="Line 9">
            <a:extLst>
              <a:ext uri="{FF2B5EF4-FFF2-40B4-BE49-F238E27FC236}">
                <a16:creationId xmlns:a16="http://schemas.microsoft.com/office/drawing/2014/main" id="{9D567C5F-5AD0-FAF6-015C-2B4E50C70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56165635-B242-CC38-66C8-21A0F4681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2299" name="Line 11">
            <a:extLst>
              <a:ext uri="{FF2B5EF4-FFF2-40B4-BE49-F238E27FC236}">
                <a16:creationId xmlns:a16="http://schemas.microsoft.com/office/drawing/2014/main" id="{B5D2F4E1-D378-87B8-8BF6-D971ED715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>
            <a:extLst>
              <a:ext uri="{FF2B5EF4-FFF2-40B4-BE49-F238E27FC236}">
                <a16:creationId xmlns:a16="http://schemas.microsoft.com/office/drawing/2014/main" id="{824A4E04-BEAC-DC56-7E2F-649E771D8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9FD024B8-EC59-577F-D882-8F146EFB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EB3C9034-C8E9-10A4-776C-00710D448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2303" name="Line 15">
            <a:extLst>
              <a:ext uri="{FF2B5EF4-FFF2-40B4-BE49-F238E27FC236}">
                <a16:creationId xmlns:a16="http://schemas.microsoft.com/office/drawing/2014/main" id="{54DDF57B-084E-0E82-4CED-85DEC1C7B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4" name="Line 16">
            <a:extLst>
              <a:ext uri="{FF2B5EF4-FFF2-40B4-BE49-F238E27FC236}">
                <a16:creationId xmlns:a16="http://schemas.microsoft.com/office/drawing/2014/main" id="{88D0CA65-F83A-42FD-E542-EB4FA16FB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Line 17">
            <a:extLst>
              <a:ext uri="{FF2B5EF4-FFF2-40B4-BE49-F238E27FC236}">
                <a16:creationId xmlns:a16="http://schemas.microsoft.com/office/drawing/2014/main" id="{F0DE537D-05C1-23C8-3BDA-316A36403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6" name="Line 18">
            <a:extLst>
              <a:ext uri="{FF2B5EF4-FFF2-40B4-BE49-F238E27FC236}">
                <a16:creationId xmlns:a16="http://schemas.microsoft.com/office/drawing/2014/main" id="{DCC47443-B8E4-D5E4-8645-78AB6A8D5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7" name="Line 19">
            <a:extLst>
              <a:ext uri="{FF2B5EF4-FFF2-40B4-BE49-F238E27FC236}">
                <a16:creationId xmlns:a16="http://schemas.microsoft.com/office/drawing/2014/main" id="{29B23826-857B-600D-95C6-AB4785A3E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8" name="Line 20">
            <a:extLst>
              <a:ext uri="{FF2B5EF4-FFF2-40B4-BE49-F238E27FC236}">
                <a16:creationId xmlns:a16="http://schemas.microsoft.com/office/drawing/2014/main" id="{A06B3366-87A9-9BA7-9C98-F35EE2C96A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9" name="Line 21">
            <a:extLst>
              <a:ext uri="{FF2B5EF4-FFF2-40B4-BE49-F238E27FC236}">
                <a16:creationId xmlns:a16="http://schemas.microsoft.com/office/drawing/2014/main" id="{D3F9FA3B-DCA7-E3DF-27C1-109F59CAC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0" name="Line 22">
            <a:extLst>
              <a:ext uri="{FF2B5EF4-FFF2-40B4-BE49-F238E27FC236}">
                <a16:creationId xmlns:a16="http://schemas.microsoft.com/office/drawing/2014/main" id="{81FE2E1C-3966-9D91-C120-ADB0D348B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1" name="Line 23">
            <a:extLst>
              <a:ext uri="{FF2B5EF4-FFF2-40B4-BE49-F238E27FC236}">
                <a16:creationId xmlns:a16="http://schemas.microsoft.com/office/drawing/2014/main" id="{64280B0D-BEAB-17F3-578E-54CE66FD3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Line 24">
            <a:extLst>
              <a:ext uri="{FF2B5EF4-FFF2-40B4-BE49-F238E27FC236}">
                <a16:creationId xmlns:a16="http://schemas.microsoft.com/office/drawing/2014/main" id="{F6A0BF3E-F670-9F50-B019-FD5013C4F8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13" name="Freeform 25">
            <a:extLst>
              <a:ext uri="{FF2B5EF4-FFF2-40B4-BE49-F238E27FC236}">
                <a16:creationId xmlns:a16="http://schemas.microsoft.com/office/drawing/2014/main" id="{9F31325B-58A5-0C4B-A37B-599EF2D6AEE8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14" name="Freeform 26">
            <a:extLst>
              <a:ext uri="{FF2B5EF4-FFF2-40B4-BE49-F238E27FC236}">
                <a16:creationId xmlns:a16="http://schemas.microsoft.com/office/drawing/2014/main" id="{05A549DB-8E2E-0648-780F-4468D2109DC7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15" name="Freeform 27">
            <a:extLst>
              <a:ext uri="{FF2B5EF4-FFF2-40B4-BE49-F238E27FC236}">
                <a16:creationId xmlns:a16="http://schemas.microsoft.com/office/drawing/2014/main" id="{3FCCA7F9-6D42-93E5-5F64-C4A6E4512FA4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16" name="Freeform 28">
            <a:extLst>
              <a:ext uri="{FF2B5EF4-FFF2-40B4-BE49-F238E27FC236}">
                <a16:creationId xmlns:a16="http://schemas.microsoft.com/office/drawing/2014/main" id="{CCE36C99-CF28-B644-D336-856C1C0E029F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7" name="Line 29">
            <a:extLst>
              <a:ext uri="{FF2B5EF4-FFF2-40B4-BE49-F238E27FC236}">
                <a16:creationId xmlns:a16="http://schemas.microsoft.com/office/drawing/2014/main" id="{3FF16EB0-A37D-081C-C5C1-E41B5C320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8" name="Line 30">
            <a:extLst>
              <a:ext uri="{FF2B5EF4-FFF2-40B4-BE49-F238E27FC236}">
                <a16:creationId xmlns:a16="http://schemas.microsoft.com/office/drawing/2014/main" id="{C617F580-4FD2-B781-264A-EE06AA150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9" name="Line 31">
            <a:extLst>
              <a:ext uri="{FF2B5EF4-FFF2-40B4-BE49-F238E27FC236}">
                <a16:creationId xmlns:a16="http://schemas.microsoft.com/office/drawing/2014/main" id="{E84F0364-15EE-A688-787F-CC62075F5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0" name="Line 32">
            <a:extLst>
              <a:ext uri="{FF2B5EF4-FFF2-40B4-BE49-F238E27FC236}">
                <a16:creationId xmlns:a16="http://schemas.microsoft.com/office/drawing/2014/main" id="{621CC074-9403-DB29-E657-0968D0A2C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1" name="Line 33">
            <a:extLst>
              <a:ext uri="{FF2B5EF4-FFF2-40B4-BE49-F238E27FC236}">
                <a16:creationId xmlns:a16="http://schemas.microsoft.com/office/drawing/2014/main" id="{726CADE6-DDD4-BCEF-4044-47587379F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2" name="Line 34">
            <a:extLst>
              <a:ext uri="{FF2B5EF4-FFF2-40B4-BE49-F238E27FC236}">
                <a16:creationId xmlns:a16="http://schemas.microsoft.com/office/drawing/2014/main" id="{44055DBB-5E84-9C8C-6457-4C63911CF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3" name="Line 35">
            <a:extLst>
              <a:ext uri="{FF2B5EF4-FFF2-40B4-BE49-F238E27FC236}">
                <a16:creationId xmlns:a16="http://schemas.microsoft.com/office/drawing/2014/main" id="{989EC72E-E168-E454-573E-2BD1C4B47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4" name="Line 36">
            <a:extLst>
              <a:ext uri="{FF2B5EF4-FFF2-40B4-BE49-F238E27FC236}">
                <a16:creationId xmlns:a16="http://schemas.microsoft.com/office/drawing/2014/main" id="{3AD6DF58-D5AE-1463-8D89-90020EBC2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5" name="Line 37">
            <a:extLst>
              <a:ext uri="{FF2B5EF4-FFF2-40B4-BE49-F238E27FC236}">
                <a16:creationId xmlns:a16="http://schemas.microsoft.com/office/drawing/2014/main" id="{F32999E6-C7B2-BAFE-6B70-0FCA2E557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6" name="Line 38">
            <a:extLst>
              <a:ext uri="{FF2B5EF4-FFF2-40B4-BE49-F238E27FC236}">
                <a16:creationId xmlns:a16="http://schemas.microsoft.com/office/drawing/2014/main" id="{D87CFF66-5A05-0C1E-8582-317F9C468C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7" name="Arc 39">
            <a:extLst>
              <a:ext uri="{FF2B5EF4-FFF2-40B4-BE49-F238E27FC236}">
                <a16:creationId xmlns:a16="http://schemas.microsoft.com/office/drawing/2014/main" id="{8A63C980-DF52-8B03-B529-D8BFF1DAE3BE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8" name="Arc 40">
            <a:extLst>
              <a:ext uri="{FF2B5EF4-FFF2-40B4-BE49-F238E27FC236}">
                <a16:creationId xmlns:a16="http://schemas.microsoft.com/office/drawing/2014/main" id="{06EE10A7-0A5B-400E-1F41-AEB7B6375088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9" name="Rectangle 41">
            <a:extLst>
              <a:ext uri="{FF2B5EF4-FFF2-40B4-BE49-F238E27FC236}">
                <a16:creationId xmlns:a16="http://schemas.microsoft.com/office/drawing/2014/main" id="{D7E34BF2-25EE-56CA-8B64-6E5B80BDF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2330" name="Line 42">
            <a:extLst>
              <a:ext uri="{FF2B5EF4-FFF2-40B4-BE49-F238E27FC236}">
                <a16:creationId xmlns:a16="http://schemas.microsoft.com/office/drawing/2014/main" id="{96F083BE-D9AE-CB9C-B4F7-50D891A67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1" name="Line 43">
            <a:extLst>
              <a:ext uri="{FF2B5EF4-FFF2-40B4-BE49-F238E27FC236}">
                <a16:creationId xmlns:a16="http://schemas.microsoft.com/office/drawing/2014/main" id="{9F29B6B2-6D2F-BD4C-F41E-0F5B9CCE3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2" name="Line 44">
            <a:extLst>
              <a:ext uri="{FF2B5EF4-FFF2-40B4-BE49-F238E27FC236}">
                <a16:creationId xmlns:a16="http://schemas.microsoft.com/office/drawing/2014/main" id="{1A6CD4AC-56C9-6E5F-66D1-EBA7667D4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3" name="Line 45">
            <a:extLst>
              <a:ext uri="{FF2B5EF4-FFF2-40B4-BE49-F238E27FC236}">
                <a16:creationId xmlns:a16="http://schemas.microsoft.com/office/drawing/2014/main" id="{5A1AC2F5-481C-1B5B-E2E4-94D8F27E9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4" name="Line 46">
            <a:extLst>
              <a:ext uri="{FF2B5EF4-FFF2-40B4-BE49-F238E27FC236}">
                <a16:creationId xmlns:a16="http://schemas.microsoft.com/office/drawing/2014/main" id="{2235476A-19A2-8C32-2999-1271E6C42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5" name="Line 47">
            <a:extLst>
              <a:ext uri="{FF2B5EF4-FFF2-40B4-BE49-F238E27FC236}">
                <a16:creationId xmlns:a16="http://schemas.microsoft.com/office/drawing/2014/main" id="{910825E3-1061-12A2-25B7-E3127BFAC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6" name="Line 48">
            <a:extLst>
              <a:ext uri="{FF2B5EF4-FFF2-40B4-BE49-F238E27FC236}">
                <a16:creationId xmlns:a16="http://schemas.microsoft.com/office/drawing/2014/main" id="{5F73602B-F6F4-4999-5651-021C1C1CA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7" name="Line 49">
            <a:extLst>
              <a:ext uri="{FF2B5EF4-FFF2-40B4-BE49-F238E27FC236}">
                <a16:creationId xmlns:a16="http://schemas.microsoft.com/office/drawing/2014/main" id="{5F07F727-273F-9AE3-6E88-E989C20009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8" name="Line 50">
            <a:extLst>
              <a:ext uri="{FF2B5EF4-FFF2-40B4-BE49-F238E27FC236}">
                <a16:creationId xmlns:a16="http://schemas.microsoft.com/office/drawing/2014/main" id="{E3B42F56-B740-652F-A068-7A2C74AD04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9" name="Line 51">
            <a:extLst>
              <a:ext uri="{FF2B5EF4-FFF2-40B4-BE49-F238E27FC236}">
                <a16:creationId xmlns:a16="http://schemas.microsoft.com/office/drawing/2014/main" id="{81EEB440-ED5F-7AD8-9F95-648657C07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0" name="Line 52">
            <a:extLst>
              <a:ext uri="{FF2B5EF4-FFF2-40B4-BE49-F238E27FC236}">
                <a16:creationId xmlns:a16="http://schemas.microsoft.com/office/drawing/2014/main" id="{514E826B-FED8-AB50-9D7C-057522F7D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1" name="Line 53">
            <a:extLst>
              <a:ext uri="{FF2B5EF4-FFF2-40B4-BE49-F238E27FC236}">
                <a16:creationId xmlns:a16="http://schemas.microsoft.com/office/drawing/2014/main" id="{D81F1540-A779-41C3-85C3-6457308C2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2" name="Line 54">
            <a:extLst>
              <a:ext uri="{FF2B5EF4-FFF2-40B4-BE49-F238E27FC236}">
                <a16:creationId xmlns:a16="http://schemas.microsoft.com/office/drawing/2014/main" id="{54EE4452-A690-9884-5E8C-59B917D12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3" name="Line 55">
            <a:extLst>
              <a:ext uri="{FF2B5EF4-FFF2-40B4-BE49-F238E27FC236}">
                <a16:creationId xmlns:a16="http://schemas.microsoft.com/office/drawing/2014/main" id="{2FDF155A-89EC-1364-C282-AE9B3AD6F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4" name="Line 56">
            <a:extLst>
              <a:ext uri="{FF2B5EF4-FFF2-40B4-BE49-F238E27FC236}">
                <a16:creationId xmlns:a16="http://schemas.microsoft.com/office/drawing/2014/main" id="{62C73913-B7FB-26ED-73E3-68AAC6EBF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5" name="Line 57">
            <a:extLst>
              <a:ext uri="{FF2B5EF4-FFF2-40B4-BE49-F238E27FC236}">
                <a16:creationId xmlns:a16="http://schemas.microsoft.com/office/drawing/2014/main" id="{E757A777-E816-8BA5-F6E6-2AF9A220D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6" name="Line 58">
            <a:extLst>
              <a:ext uri="{FF2B5EF4-FFF2-40B4-BE49-F238E27FC236}">
                <a16:creationId xmlns:a16="http://schemas.microsoft.com/office/drawing/2014/main" id="{3252E195-077C-11E1-C6D3-DE1897D0C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3429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7" name="Rectangle 59">
            <a:extLst>
              <a:ext uri="{FF2B5EF4-FFF2-40B4-BE49-F238E27FC236}">
                <a16:creationId xmlns:a16="http://schemas.microsoft.com/office/drawing/2014/main" id="{A89EE9A8-DCCE-5A00-69FD-0BC361DD7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0638"/>
            <a:ext cx="3106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on the alternate key</a:t>
            </a:r>
          </a:p>
        </p:txBody>
      </p:sp>
      <p:sp>
        <p:nvSpPr>
          <p:cNvPr id="12348" name="Line 60">
            <a:extLst>
              <a:ext uri="{FF2B5EF4-FFF2-40B4-BE49-F238E27FC236}">
                <a16:creationId xmlns:a16="http://schemas.microsoft.com/office/drawing/2014/main" id="{AD3A2B3F-B467-35D3-43DE-2D5C95002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9" name="Line 61">
            <a:extLst>
              <a:ext uri="{FF2B5EF4-FFF2-40B4-BE49-F238E27FC236}">
                <a16:creationId xmlns:a16="http://schemas.microsoft.com/office/drawing/2014/main" id="{83208943-DB82-F896-F98F-00E7F865D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0" name="Line 62">
            <a:extLst>
              <a:ext uri="{FF2B5EF4-FFF2-40B4-BE49-F238E27FC236}">
                <a16:creationId xmlns:a16="http://schemas.microsoft.com/office/drawing/2014/main" id="{8E747F1C-118A-57D4-1CC2-5C694189F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1" name="Rectangle 63">
            <a:extLst>
              <a:ext uri="{FF2B5EF4-FFF2-40B4-BE49-F238E27FC236}">
                <a16:creationId xmlns:a16="http://schemas.microsoft.com/office/drawing/2014/main" id="{5C49F9E6-50F1-B757-0719-76300B8F4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12352" name="Freeform 64">
            <a:extLst>
              <a:ext uri="{FF2B5EF4-FFF2-40B4-BE49-F238E27FC236}">
                <a16:creationId xmlns:a16="http://schemas.microsoft.com/office/drawing/2014/main" id="{D9E22D0A-25E3-9B34-8B56-207B8850EE83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53" name="Freeform 65">
            <a:extLst>
              <a:ext uri="{FF2B5EF4-FFF2-40B4-BE49-F238E27FC236}">
                <a16:creationId xmlns:a16="http://schemas.microsoft.com/office/drawing/2014/main" id="{5A3ADB68-7EEA-784D-0635-33E84BFCDA23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54" name="Freeform 66">
            <a:extLst>
              <a:ext uri="{FF2B5EF4-FFF2-40B4-BE49-F238E27FC236}">
                <a16:creationId xmlns:a16="http://schemas.microsoft.com/office/drawing/2014/main" id="{8CB17BFB-12A0-27D4-80C1-73A7C43E2972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2355" name="Freeform 67">
            <a:extLst>
              <a:ext uri="{FF2B5EF4-FFF2-40B4-BE49-F238E27FC236}">
                <a16:creationId xmlns:a16="http://schemas.microsoft.com/office/drawing/2014/main" id="{CF6CB400-4EC3-837E-FA04-60E1ED6540C8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6" name="Line 68">
            <a:extLst>
              <a:ext uri="{FF2B5EF4-FFF2-40B4-BE49-F238E27FC236}">
                <a16:creationId xmlns:a16="http://schemas.microsoft.com/office/drawing/2014/main" id="{F9554F96-C4F7-A2A5-F0F1-C36031051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7" name="Line 69">
            <a:extLst>
              <a:ext uri="{FF2B5EF4-FFF2-40B4-BE49-F238E27FC236}">
                <a16:creationId xmlns:a16="http://schemas.microsoft.com/office/drawing/2014/main" id="{E75FBEF6-1F45-4470-7B2B-1B2E34B85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8" name="Line 70">
            <a:extLst>
              <a:ext uri="{FF2B5EF4-FFF2-40B4-BE49-F238E27FC236}">
                <a16:creationId xmlns:a16="http://schemas.microsoft.com/office/drawing/2014/main" id="{1A49FA95-0003-B65D-EB94-983748F82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59" name="Line 71">
            <a:extLst>
              <a:ext uri="{FF2B5EF4-FFF2-40B4-BE49-F238E27FC236}">
                <a16:creationId xmlns:a16="http://schemas.microsoft.com/office/drawing/2014/main" id="{A64B9F8D-FD46-2869-F2F9-8C80F2B12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0" name="Line 72">
            <a:extLst>
              <a:ext uri="{FF2B5EF4-FFF2-40B4-BE49-F238E27FC236}">
                <a16:creationId xmlns:a16="http://schemas.microsoft.com/office/drawing/2014/main" id="{5938CBCE-AC6B-3FA7-1FBA-0727639CF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1" name="Line 73">
            <a:extLst>
              <a:ext uri="{FF2B5EF4-FFF2-40B4-BE49-F238E27FC236}">
                <a16:creationId xmlns:a16="http://schemas.microsoft.com/office/drawing/2014/main" id="{A4E0603D-A24C-17D1-93CE-47761F662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2" name="Line 74">
            <a:extLst>
              <a:ext uri="{FF2B5EF4-FFF2-40B4-BE49-F238E27FC236}">
                <a16:creationId xmlns:a16="http://schemas.microsoft.com/office/drawing/2014/main" id="{6E7281B5-A80D-3437-559B-A2CE0054E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3" name="Line 75">
            <a:extLst>
              <a:ext uri="{FF2B5EF4-FFF2-40B4-BE49-F238E27FC236}">
                <a16:creationId xmlns:a16="http://schemas.microsoft.com/office/drawing/2014/main" id="{23F2A397-1494-A149-CE7B-435EA61FC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4" name="Line 76">
            <a:extLst>
              <a:ext uri="{FF2B5EF4-FFF2-40B4-BE49-F238E27FC236}">
                <a16:creationId xmlns:a16="http://schemas.microsoft.com/office/drawing/2014/main" id="{D48D0946-04D5-6FA0-7A18-999E3D9D0F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5" name="Line 77">
            <a:extLst>
              <a:ext uri="{FF2B5EF4-FFF2-40B4-BE49-F238E27FC236}">
                <a16:creationId xmlns:a16="http://schemas.microsoft.com/office/drawing/2014/main" id="{CBDC50FC-423B-4F44-8DA0-095764D9F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6" name="Line 78">
            <a:extLst>
              <a:ext uri="{FF2B5EF4-FFF2-40B4-BE49-F238E27FC236}">
                <a16:creationId xmlns:a16="http://schemas.microsoft.com/office/drawing/2014/main" id="{F892DC40-466A-E295-9B9E-D2DCB408E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7" name="Line 79">
            <a:extLst>
              <a:ext uri="{FF2B5EF4-FFF2-40B4-BE49-F238E27FC236}">
                <a16:creationId xmlns:a16="http://schemas.microsoft.com/office/drawing/2014/main" id="{30FA702B-60D4-5E7E-A758-2F06F780E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8" name="Line 80">
            <a:extLst>
              <a:ext uri="{FF2B5EF4-FFF2-40B4-BE49-F238E27FC236}">
                <a16:creationId xmlns:a16="http://schemas.microsoft.com/office/drawing/2014/main" id="{606D8C20-EB87-DD06-DB1A-BB5BE8899E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69" name="Line 81">
            <a:extLst>
              <a:ext uri="{FF2B5EF4-FFF2-40B4-BE49-F238E27FC236}">
                <a16:creationId xmlns:a16="http://schemas.microsoft.com/office/drawing/2014/main" id="{D36C2DCD-8E72-30EC-D51A-60812C89D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0" name="Line 82">
            <a:extLst>
              <a:ext uri="{FF2B5EF4-FFF2-40B4-BE49-F238E27FC236}">
                <a16:creationId xmlns:a16="http://schemas.microsoft.com/office/drawing/2014/main" id="{772B32DF-5CE8-7112-26DC-364B64A65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1" name="Line 83">
            <a:extLst>
              <a:ext uri="{FF2B5EF4-FFF2-40B4-BE49-F238E27FC236}">
                <a16:creationId xmlns:a16="http://schemas.microsoft.com/office/drawing/2014/main" id="{C12523A1-FA3F-27CE-06F8-231CCA956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2" name="Line 84">
            <a:extLst>
              <a:ext uri="{FF2B5EF4-FFF2-40B4-BE49-F238E27FC236}">
                <a16:creationId xmlns:a16="http://schemas.microsoft.com/office/drawing/2014/main" id="{0045F67F-7891-086B-60FF-210F1FFAB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3" name="Line 85">
            <a:extLst>
              <a:ext uri="{FF2B5EF4-FFF2-40B4-BE49-F238E27FC236}">
                <a16:creationId xmlns:a16="http://schemas.microsoft.com/office/drawing/2014/main" id="{6671A54B-629F-A809-C860-D2A00AB5C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4" name="Line 86">
            <a:extLst>
              <a:ext uri="{FF2B5EF4-FFF2-40B4-BE49-F238E27FC236}">
                <a16:creationId xmlns:a16="http://schemas.microsoft.com/office/drawing/2014/main" id="{BE0B1B98-CF40-CEC7-C339-C3D599E3BF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5" name="Line 87">
            <a:extLst>
              <a:ext uri="{FF2B5EF4-FFF2-40B4-BE49-F238E27FC236}">
                <a16:creationId xmlns:a16="http://schemas.microsoft.com/office/drawing/2014/main" id="{A0DD7073-0199-5C96-FDCD-FB678D758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6" name="Line 88">
            <a:extLst>
              <a:ext uri="{FF2B5EF4-FFF2-40B4-BE49-F238E27FC236}">
                <a16:creationId xmlns:a16="http://schemas.microsoft.com/office/drawing/2014/main" id="{A5BB6673-770F-BF8B-1D68-3422CF07A5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7" name="Line 89">
            <a:extLst>
              <a:ext uri="{FF2B5EF4-FFF2-40B4-BE49-F238E27FC236}">
                <a16:creationId xmlns:a16="http://schemas.microsoft.com/office/drawing/2014/main" id="{4D6202FC-E8A7-CA4D-88F8-F9DA60D13D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8" name="Line 90">
            <a:extLst>
              <a:ext uri="{FF2B5EF4-FFF2-40B4-BE49-F238E27FC236}">
                <a16:creationId xmlns:a16="http://schemas.microsoft.com/office/drawing/2014/main" id="{4120114D-8369-94C4-B949-3CD358850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79" name="Line 91">
            <a:extLst>
              <a:ext uri="{FF2B5EF4-FFF2-40B4-BE49-F238E27FC236}">
                <a16:creationId xmlns:a16="http://schemas.microsoft.com/office/drawing/2014/main" id="{49EDA32E-33A6-DD75-48F9-671DB44F56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0" name="Line 92">
            <a:extLst>
              <a:ext uri="{FF2B5EF4-FFF2-40B4-BE49-F238E27FC236}">
                <a16:creationId xmlns:a16="http://schemas.microsoft.com/office/drawing/2014/main" id="{07814415-1176-2054-2027-ED57763B67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1" name="Line 93">
            <a:extLst>
              <a:ext uri="{FF2B5EF4-FFF2-40B4-BE49-F238E27FC236}">
                <a16:creationId xmlns:a16="http://schemas.microsoft.com/office/drawing/2014/main" id="{9DFFAA94-95D7-5DA1-9B75-499ACDBF0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2" name="Line 94">
            <a:extLst>
              <a:ext uri="{FF2B5EF4-FFF2-40B4-BE49-F238E27FC236}">
                <a16:creationId xmlns:a16="http://schemas.microsoft.com/office/drawing/2014/main" id="{5243FCF5-158C-60A1-82A5-C5CD2AC59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3" name="Line 95">
            <a:extLst>
              <a:ext uri="{FF2B5EF4-FFF2-40B4-BE49-F238E27FC236}">
                <a16:creationId xmlns:a16="http://schemas.microsoft.com/office/drawing/2014/main" id="{031423EA-4E67-40AF-5B97-857F41E5E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84" name="Rectangle 96">
            <a:extLst>
              <a:ext uri="{FF2B5EF4-FFF2-40B4-BE49-F238E27FC236}">
                <a16:creationId xmlns:a16="http://schemas.microsoft.com/office/drawing/2014/main" id="{9010C37B-0341-5770-3408-D3497751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41  43 44 45 46  49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Nt  Jt  Oi</a:t>
            </a:r>
          </a:p>
        </p:txBody>
      </p:sp>
      <p:sp>
        <p:nvSpPr>
          <p:cNvPr id="12385" name="Rectangle 97">
            <a:extLst>
              <a:ext uri="{FF2B5EF4-FFF2-40B4-BE49-F238E27FC236}">
                <a16:creationId xmlns:a16="http://schemas.microsoft.com/office/drawing/2014/main" id="{1613DA9F-E43B-93C4-F5A1-CA9CA6CA2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12386" name="Rectangle 98">
            <a:extLst>
              <a:ext uri="{FF2B5EF4-FFF2-40B4-BE49-F238E27FC236}">
                <a16:creationId xmlns:a16="http://schemas.microsoft.com/office/drawing/2014/main" id="{C0D60F4D-A0FE-C8D7-D5F5-91B8DC9F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12387" name="Rectangle 99">
            <a:extLst>
              <a:ext uri="{FF2B5EF4-FFF2-40B4-BE49-F238E27FC236}">
                <a16:creationId xmlns:a16="http://schemas.microsoft.com/office/drawing/2014/main" id="{8A6D6DA2-69AE-8605-C937-4BD27F7DC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12388" name="Rectangle 100">
            <a:extLst>
              <a:ext uri="{FF2B5EF4-FFF2-40B4-BE49-F238E27FC236}">
                <a16:creationId xmlns:a16="http://schemas.microsoft.com/office/drawing/2014/main" id="{9A86E90A-10B0-40CD-557E-2C900D86E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12389" name="Line 101">
            <a:extLst>
              <a:ext uri="{FF2B5EF4-FFF2-40B4-BE49-F238E27FC236}">
                <a16:creationId xmlns:a16="http://schemas.microsoft.com/office/drawing/2014/main" id="{746521D4-1696-8A74-6459-F2DDCE7E4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0" name="Line 102">
            <a:extLst>
              <a:ext uri="{FF2B5EF4-FFF2-40B4-BE49-F238E27FC236}">
                <a16:creationId xmlns:a16="http://schemas.microsoft.com/office/drawing/2014/main" id="{2855B508-153A-8B06-0914-871796EDD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" name="Rectangle 103">
            <a:extLst>
              <a:ext uri="{FF2B5EF4-FFF2-40B4-BE49-F238E27FC236}">
                <a16:creationId xmlns:a16="http://schemas.microsoft.com/office/drawing/2014/main" id="{BC6D0C37-2810-1B51-2171-21058945C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12392" name="Line 104">
            <a:extLst>
              <a:ext uri="{FF2B5EF4-FFF2-40B4-BE49-F238E27FC236}">
                <a16:creationId xmlns:a16="http://schemas.microsoft.com/office/drawing/2014/main" id="{39D01675-8EE5-9C91-B15F-75185CE32A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3" name="Line 105">
            <a:extLst>
              <a:ext uri="{FF2B5EF4-FFF2-40B4-BE49-F238E27FC236}">
                <a16:creationId xmlns:a16="http://schemas.microsoft.com/office/drawing/2014/main" id="{B710F894-BD3F-8120-10C4-CC23B94D2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4" name="Line 106">
            <a:extLst>
              <a:ext uri="{FF2B5EF4-FFF2-40B4-BE49-F238E27FC236}">
                <a16:creationId xmlns:a16="http://schemas.microsoft.com/office/drawing/2014/main" id="{B749159B-F102-A836-3C6C-9A8D2F8D29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5" name="Line 107">
            <a:extLst>
              <a:ext uri="{FF2B5EF4-FFF2-40B4-BE49-F238E27FC236}">
                <a16:creationId xmlns:a16="http://schemas.microsoft.com/office/drawing/2014/main" id="{21BB2932-4EB2-701E-2ACD-C5B542837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6" name="Line 108">
            <a:extLst>
              <a:ext uri="{FF2B5EF4-FFF2-40B4-BE49-F238E27FC236}">
                <a16:creationId xmlns:a16="http://schemas.microsoft.com/office/drawing/2014/main" id="{842B568F-81C7-96DE-BAD1-A4CE6BE43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" y="33655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7" name="Rectangle 109">
            <a:extLst>
              <a:ext uri="{FF2B5EF4-FFF2-40B4-BE49-F238E27FC236}">
                <a16:creationId xmlns:a16="http://schemas.microsoft.com/office/drawing/2014/main" id="{529BA9EA-2DAF-F493-D481-199C2C4BD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22350"/>
            <a:ext cx="102235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4885D55-FF54-F2A6-4915-CB6C90201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44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46038" rIns="38100" bIns="46038" anchor="ctr"/>
          <a:lstStyle/>
          <a:p>
            <a:r>
              <a:rPr lang="en-US" altLang="en-US" sz="1200" b="1">
                <a:solidFill>
                  <a:srgbClr val="CC0000"/>
                </a:solidFill>
              </a:rPr>
              <a:t>      </a:t>
            </a:r>
            <a:r>
              <a:rPr lang="en-US" altLang="en-US" sz="1200" b="1"/>
              <a:t>Nt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6F0DF4-3C6A-121A-6DA4-B3C39B738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842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27461BF-DCAF-99B5-E04E-51330C772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55575"/>
            <a:ext cx="4746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>
            <a:spAutoFit/>
          </a:bodyPr>
          <a:lstStyle/>
          <a:p>
            <a:r>
              <a:rPr lang="en-US" altLang="en-US" sz="800"/>
              <a:t>Pkey  Akey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109586C8-8EB8-2CFF-478F-27A8A412E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4937B0DF-E642-27A2-43A3-C72F7843D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CE832772-57D5-1BC1-452E-4E0045906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C428294E-60EF-6EE2-6B78-25207F56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685BA08C-74CD-634E-8628-B2F7514E0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58729C31-7239-ADC1-254B-C9EACCC15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3AF4C081-37A9-14F1-42AB-92F24BF38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2">
            <a:extLst>
              <a:ext uri="{FF2B5EF4-FFF2-40B4-BE49-F238E27FC236}">
                <a16:creationId xmlns:a16="http://schemas.microsoft.com/office/drawing/2014/main" id="{D1E20F2D-A2B9-3A61-D7A2-111B31865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6A20750C-B2BD-B607-43C8-F1264F2AF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F3571BFF-4F00-ACA0-5237-7A65590C1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</a:t>
            </a:r>
            <a:r>
              <a:rPr lang="en-US" altLang="en-US" sz="1000" b="1">
                <a:solidFill>
                  <a:srgbClr val="CC3300"/>
                </a:solidFill>
              </a:rPr>
              <a:t>Nt</a:t>
            </a:r>
            <a:r>
              <a:rPr lang="en-US" altLang="en-US" sz="1000" b="1">
                <a:solidFill>
                  <a:srgbClr val="000000"/>
                </a:solidFill>
              </a:rPr>
              <a:t>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7FFF9DCA-13C7-22A7-3B3D-6059D473F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16">
            <a:extLst>
              <a:ext uri="{FF2B5EF4-FFF2-40B4-BE49-F238E27FC236}">
                <a16:creationId xmlns:a16="http://schemas.microsoft.com/office/drawing/2014/main" id="{BDCD6CCE-961A-3D60-1BCA-E88FD0B2A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E434C9E7-FDDE-406E-D1C3-B035ABD48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0" name="Line 18">
            <a:extLst>
              <a:ext uri="{FF2B5EF4-FFF2-40B4-BE49-F238E27FC236}">
                <a16:creationId xmlns:a16="http://schemas.microsoft.com/office/drawing/2014/main" id="{248796AE-0B6B-4023-E9A5-C1E7E5897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1" name="Line 19">
            <a:extLst>
              <a:ext uri="{FF2B5EF4-FFF2-40B4-BE49-F238E27FC236}">
                <a16:creationId xmlns:a16="http://schemas.microsoft.com/office/drawing/2014/main" id="{05CC1B8E-13B7-C82E-FABF-24CE5742E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Line 20">
            <a:extLst>
              <a:ext uri="{FF2B5EF4-FFF2-40B4-BE49-F238E27FC236}">
                <a16:creationId xmlns:a16="http://schemas.microsoft.com/office/drawing/2014/main" id="{40A1CE98-BA21-6C3A-F531-376B2FBE4F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Line 21">
            <a:extLst>
              <a:ext uri="{FF2B5EF4-FFF2-40B4-BE49-F238E27FC236}">
                <a16:creationId xmlns:a16="http://schemas.microsoft.com/office/drawing/2014/main" id="{713DBA17-E94C-C636-5C60-C025B4308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Line 22">
            <a:extLst>
              <a:ext uri="{FF2B5EF4-FFF2-40B4-BE49-F238E27FC236}">
                <a16:creationId xmlns:a16="http://schemas.microsoft.com/office/drawing/2014/main" id="{8C9E00AF-F81A-D6CF-2513-22CD2D27B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23">
            <a:extLst>
              <a:ext uri="{FF2B5EF4-FFF2-40B4-BE49-F238E27FC236}">
                <a16:creationId xmlns:a16="http://schemas.microsoft.com/office/drawing/2014/main" id="{59B7D013-B0FD-238A-E184-4FAEC29B8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Line 24">
            <a:extLst>
              <a:ext uri="{FF2B5EF4-FFF2-40B4-BE49-F238E27FC236}">
                <a16:creationId xmlns:a16="http://schemas.microsoft.com/office/drawing/2014/main" id="{313FDE48-1FFF-E5F5-F430-3F35E7934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37" name="Freeform 25">
            <a:extLst>
              <a:ext uri="{FF2B5EF4-FFF2-40B4-BE49-F238E27FC236}">
                <a16:creationId xmlns:a16="http://schemas.microsoft.com/office/drawing/2014/main" id="{1D5307C7-3812-9B20-2CFD-89151755E196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38" name="Freeform 26">
            <a:extLst>
              <a:ext uri="{FF2B5EF4-FFF2-40B4-BE49-F238E27FC236}">
                <a16:creationId xmlns:a16="http://schemas.microsoft.com/office/drawing/2014/main" id="{E3977B69-3BB8-D503-0A72-F5A3D1DE9FBE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39" name="Freeform 27">
            <a:extLst>
              <a:ext uri="{FF2B5EF4-FFF2-40B4-BE49-F238E27FC236}">
                <a16:creationId xmlns:a16="http://schemas.microsoft.com/office/drawing/2014/main" id="{59E51966-836E-E622-03A9-175A44D3950E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40" name="Freeform 28">
            <a:extLst>
              <a:ext uri="{FF2B5EF4-FFF2-40B4-BE49-F238E27FC236}">
                <a16:creationId xmlns:a16="http://schemas.microsoft.com/office/drawing/2014/main" id="{D0B73BD7-6DCE-5C87-7C8F-E6308AC0BCE8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1" name="Line 29">
            <a:extLst>
              <a:ext uri="{FF2B5EF4-FFF2-40B4-BE49-F238E27FC236}">
                <a16:creationId xmlns:a16="http://schemas.microsoft.com/office/drawing/2014/main" id="{07156F7D-50DF-70B4-82A3-022CA3C3C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Line 30">
            <a:extLst>
              <a:ext uri="{FF2B5EF4-FFF2-40B4-BE49-F238E27FC236}">
                <a16:creationId xmlns:a16="http://schemas.microsoft.com/office/drawing/2014/main" id="{31FC4D9C-96A5-C64E-DC20-A5C63F35F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3" name="Line 31">
            <a:extLst>
              <a:ext uri="{FF2B5EF4-FFF2-40B4-BE49-F238E27FC236}">
                <a16:creationId xmlns:a16="http://schemas.microsoft.com/office/drawing/2014/main" id="{DEECEBEC-BB72-25AD-FDC9-3C77B6D8E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Line 32">
            <a:extLst>
              <a:ext uri="{FF2B5EF4-FFF2-40B4-BE49-F238E27FC236}">
                <a16:creationId xmlns:a16="http://schemas.microsoft.com/office/drawing/2014/main" id="{C72C30C5-317B-6B8A-AF29-44D57D1EE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5" name="Line 33">
            <a:extLst>
              <a:ext uri="{FF2B5EF4-FFF2-40B4-BE49-F238E27FC236}">
                <a16:creationId xmlns:a16="http://schemas.microsoft.com/office/drawing/2014/main" id="{CBF315C2-7DF9-C22C-1F59-D97D09016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6" name="Line 34">
            <a:extLst>
              <a:ext uri="{FF2B5EF4-FFF2-40B4-BE49-F238E27FC236}">
                <a16:creationId xmlns:a16="http://schemas.microsoft.com/office/drawing/2014/main" id="{D04B8345-B645-0ABE-5C14-D9F643D82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7" name="Line 35">
            <a:extLst>
              <a:ext uri="{FF2B5EF4-FFF2-40B4-BE49-F238E27FC236}">
                <a16:creationId xmlns:a16="http://schemas.microsoft.com/office/drawing/2014/main" id="{2493697E-476E-5F9D-B7E8-7D7DD8A94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8" name="Line 36">
            <a:extLst>
              <a:ext uri="{FF2B5EF4-FFF2-40B4-BE49-F238E27FC236}">
                <a16:creationId xmlns:a16="http://schemas.microsoft.com/office/drawing/2014/main" id="{499DAA4C-E6D7-F925-0A93-0749E7799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9" name="Line 37">
            <a:extLst>
              <a:ext uri="{FF2B5EF4-FFF2-40B4-BE49-F238E27FC236}">
                <a16:creationId xmlns:a16="http://schemas.microsoft.com/office/drawing/2014/main" id="{CB72D444-8F46-6837-7003-ED898CB59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0" name="Line 38">
            <a:extLst>
              <a:ext uri="{FF2B5EF4-FFF2-40B4-BE49-F238E27FC236}">
                <a16:creationId xmlns:a16="http://schemas.microsoft.com/office/drawing/2014/main" id="{9ECFD757-6118-1397-9B10-C6882517F3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1" name="Arc 39">
            <a:extLst>
              <a:ext uri="{FF2B5EF4-FFF2-40B4-BE49-F238E27FC236}">
                <a16:creationId xmlns:a16="http://schemas.microsoft.com/office/drawing/2014/main" id="{B8B3F7E8-3B03-1968-65BA-A5C4E77FA900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2" name="Arc 40">
            <a:extLst>
              <a:ext uri="{FF2B5EF4-FFF2-40B4-BE49-F238E27FC236}">
                <a16:creationId xmlns:a16="http://schemas.microsoft.com/office/drawing/2014/main" id="{F5B5C995-3CE1-EDCB-2340-435077E2FC54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3" name="Rectangle 41">
            <a:extLst>
              <a:ext uri="{FF2B5EF4-FFF2-40B4-BE49-F238E27FC236}">
                <a16:creationId xmlns:a16="http://schemas.microsoft.com/office/drawing/2014/main" id="{FEE80825-1DDC-93A9-7F36-43A56D9E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3354" name="Line 42">
            <a:extLst>
              <a:ext uri="{FF2B5EF4-FFF2-40B4-BE49-F238E27FC236}">
                <a16:creationId xmlns:a16="http://schemas.microsoft.com/office/drawing/2014/main" id="{DBC41D30-06B7-8C78-0F3D-7FFF62277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5" name="Line 43">
            <a:extLst>
              <a:ext uri="{FF2B5EF4-FFF2-40B4-BE49-F238E27FC236}">
                <a16:creationId xmlns:a16="http://schemas.microsoft.com/office/drawing/2014/main" id="{ECF0984D-0DCC-6059-B494-0091CFD3DF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6" name="Line 44">
            <a:extLst>
              <a:ext uri="{FF2B5EF4-FFF2-40B4-BE49-F238E27FC236}">
                <a16:creationId xmlns:a16="http://schemas.microsoft.com/office/drawing/2014/main" id="{F59CFB61-09DC-EC82-F9C5-9549D37EF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7" name="Line 45">
            <a:extLst>
              <a:ext uri="{FF2B5EF4-FFF2-40B4-BE49-F238E27FC236}">
                <a16:creationId xmlns:a16="http://schemas.microsoft.com/office/drawing/2014/main" id="{AC75F20D-A12D-CB0E-0838-459E6ECFB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8" name="Line 46">
            <a:extLst>
              <a:ext uri="{FF2B5EF4-FFF2-40B4-BE49-F238E27FC236}">
                <a16:creationId xmlns:a16="http://schemas.microsoft.com/office/drawing/2014/main" id="{E4203455-7812-74F3-6A03-D288A4831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9" name="Line 47">
            <a:extLst>
              <a:ext uri="{FF2B5EF4-FFF2-40B4-BE49-F238E27FC236}">
                <a16:creationId xmlns:a16="http://schemas.microsoft.com/office/drawing/2014/main" id="{F8EEC7BE-91EC-779A-3E58-4EEDADD17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0" name="Line 48">
            <a:extLst>
              <a:ext uri="{FF2B5EF4-FFF2-40B4-BE49-F238E27FC236}">
                <a16:creationId xmlns:a16="http://schemas.microsoft.com/office/drawing/2014/main" id="{764398E5-B8D6-CF23-9A6A-2D12458C6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1" name="Line 49">
            <a:extLst>
              <a:ext uri="{FF2B5EF4-FFF2-40B4-BE49-F238E27FC236}">
                <a16:creationId xmlns:a16="http://schemas.microsoft.com/office/drawing/2014/main" id="{3C3950AE-F883-66C2-BF4D-7489902BD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2" name="Line 50">
            <a:extLst>
              <a:ext uri="{FF2B5EF4-FFF2-40B4-BE49-F238E27FC236}">
                <a16:creationId xmlns:a16="http://schemas.microsoft.com/office/drawing/2014/main" id="{20C2FD22-1F84-32B1-9195-DC98E766C9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3" name="Line 51">
            <a:extLst>
              <a:ext uri="{FF2B5EF4-FFF2-40B4-BE49-F238E27FC236}">
                <a16:creationId xmlns:a16="http://schemas.microsoft.com/office/drawing/2014/main" id="{DD715677-F30A-3017-7C0B-C1FD97AB0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4" name="Line 52">
            <a:extLst>
              <a:ext uri="{FF2B5EF4-FFF2-40B4-BE49-F238E27FC236}">
                <a16:creationId xmlns:a16="http://schemas.microsoft.com/office/drawing/2014/main" id="{825BF05B-4720-74CB-D9DF-065708EFA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5" name="Line 53">
            <a:extLst>
              <a:ext uri="{FF2B5EF4-FFF2-40B4-BE49-F238E27FC236}">
                <a16:creationId xmlns:a16="http://schemas.microsoft.com/office/drawing/2014/main" id="{F7213E96-1979-1B86-5833-3C6232BD9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Line 54">
            <a:extLst>
              <a:ext uri="{FF2B5EF4-FFF2-40B4-BE49-F238E27FC236}">
                <a16:creationId xmlns:a16="http://schemas.microsoft.com/office/drawing/2014/main" id="{F8E5C023-AFFE-34C7-FFAB-39C389146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7" name="Line 55">
            <a:extLst>
              <a:ext uri="{FF2B5EF4-FFF2-40B4-BE49-F238E27FC236}">
                <a16:creationId xmlns:a16="http://schemas.microsoft.com/office/drawing/2014/main" id="{A22FD32B-9522-6456-7EDF-8B1108F24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8" name="Line 56">
            <a:extLst>
              <a:ext uri="{FF2B5EF4-FFF2-40B4-BE49-F238E27FC236}">
                <a16:creationId xmlns:a16="http://schemas.microsoft.com/office/drawing/2014/main" id="{ABFA8F72-C37A-6173-AD14-0CC9BC32D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Line 57">
            <a:extLst>
              <a:ext uri="{FF2B5EF4-FFF2-40B4-BE49-F238E27FC236}">
                <a16:creationId xmlns:a16="http://schemas.microsoft.com/office/drawing/2014/main" id="{EEAD518D-B4D3-B43B-9A69-7845D7341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0" name="Line 58">
            <a:extLst>
              <a:ext uri="{FF2B5EF4-FFF2-40B4-BE49-F238E27FC236}">
                <a16:creationId xmlns:a16="http://schemas.microsoft.com/office/drawing/2014/main" id="{CBA6CA92-87AD-2754-9B60-5FB364143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3429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1" name="Rectangle 59">
            <a:extLst>
              <a:ext uri="{FF2B5EF4-FFF2-40B4-BE49-F238E27FC236}">
                <a16:creationId xmlns:a16="http://schemas.microsoft.com/office/drawing/2014/main" id="{BBC02809-E544-7365-69EF-D32A21369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0638"/>
            <a:ext cx="3106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on the alternate key</a:t>
            </a:r>
          </a:p>
        </p:txBody>
      </p:sp>
      <p:sp>
        <p:nvSpPr>
          <p:cNvPr id="13372" name="Line 60">
            <a:extLst>
              <a:ext uri="{FF2B5EF4-FFF2-40B4-BE49-F238E27FC236}">
                <a16:creationId xmlns:a16="http://schemas.microsoft.com/office/drawing/2014/main" id="{3F81DD61-91FD-6472-9CBD-7058CFF8CA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3" name="Line 61">
            <a:extLst>
              <a:ext uri="{FF2B5EF4-FFF2-40B4-BE49-F238E27FC236}">
                <a16:creationId xmlns:a16="http://schemas.microsoft.com/office/drawing/2014/main" id="{46A374BF-8572-E6D2-4CB4-6784D1357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4" name="Line 62">
            <a:extLst>
              <a:ext uri="{FF2B5EF4-FFF2-40B4-BE49-F238E27FC236}">
                <a16:creationId xmlns:a16="http://schemas.microsoft.com/office/drawing/2014/main" id="{2504788B-2C13-9FE1-DFDA-1B3815C0E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5" name="Rectangle 63">
            <a:extLst>
              <a:ext uri="{FF2B5EF4-FFF2-40B4-BE49-F238E27FC236}">
                <a16:creationId xmlns:a16="http://schemas.microsoft.com/office/drawing/2014/main" id="{4BB38954-D232-7A92-742F-7CF76AFF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13376" name="Freeform 64">
            <a:extLst>
              <a:ext uri="{FF2B5EF4-FFF2-40B4-BE49-F238E27FC236}">
                <a16:creationId xmlns:a16="http://schemas.microsoft.com/office/drawing/2014/main" id="{F4B40DFD-2878-9E50-A310-A135E2876EC2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77" name="Freeform 65">
            <a:extLst>
              <a:ext uri="{FF2B5EF4-FFF2-40B4-BE49-F238E27FC236}">
                <a16:creationId xmlns:a16="http://schemas.microsoft.com/office/drawing/2014/main" id="{581B0C70-5B80-D8AF-70CE-2A646D458A46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78" name="Freeform 66">
            <a:extLst>
              <a:ext uri="{FF2B5EF4-FFF2-40B4-BE49-F238E27FC236}">
                <a16:creationId xmlns:a16="http://schemas.microsoft.com/office/drawing/2014/main" id="{5AED9CE9-87BC-7780-FC00-A3466E547C2E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3379" name="Freeform 67">
            <a:extLst>
              <a:ext uri="{FF2B5EF4-FFF2-40B4-BE49-F238E27FC236}">
                <a16:creationId xmlns:a16="http://schemas.microsoft.com/office/drawing/2014/main" id="{56DF8E09-47B7-F261-1FD7-E6A1C3573B6F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0" name="Line 68">
            <a:extLst>
              <a:ext uri="{FF2B5EF4-FFF2-40B4-BE49-F238E27FC236}">
                <a16:creationId xmlns:a16="http://schemas.microsoft.com/office/drawing/2014/main" id="{3D92C018-2CAF-2F39-4799-9D4078F45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1" name="Line 69">
            <a:extLst>
              <a:ext uri="{FF2B5EF4-FFF2-40B4-BE49-F238E27FC236}">
                <a16:creationId xmlns:a16="http://schemas.microsoft.com/office/drawing/2014/main" id="{F0B8BE48-E282-5A7A-0A49-E66B848F5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2" name="Line 70">
            <a:extLst>
              <a:ext uri="{FF2B5EF4-FFF2-40B4-BE49-F238E27FC236}">
                <a16:creationId xmlns:a16="http://schemas.microsoft.com/office/drawing/2014/main" id="{72C2FA81-2257-0D2C-11B7-99EB8A702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3" name="Line 71">
            <a:extLst>
              <a:ext uri="{FF2B5EF4-FFF2-40B4-BE49-F238E27FC236}">
                <a16:creationId xmlns:a16="http://schemas.microsoft.com/office/drawing/2014/main" id="{2A0C41AD-3F27-FF67-F16E-BF7012793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4" name="Line 72">
            <a:extLst>
              <a:ext uri="{FF2B5EF4-FFF2-40B4-BE49-F238E27FC236}">
                <a16:creationId xmlns:a16="http://schemas.microsoft.com/office/drawing/2014/main" id="{2D2C49D3-068F-2B74-ABD2-5DF17DD5C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5" name="Line 73">
            <a:extLst>
              <a:ext uri="{FF2B5EF4-FFF2-40B4-BE49-F238E27FC236}">
                <a16:creationId xmlns:a16="http://schemas.microsoft.com/office/drawing/2014/main" id="{8ABF6F63-43D9-372E-B8CE-627FA6469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6" name="Line 74">
            <a:extLst>
              <a:ext uri="{FF2B5EF4-FFF2-40B4-BE49-F238E27FC236}">
                <a16:creationId xmlns:a16="http://schemas.microsoft.com/office/drawing/2014/main" id="{E374970B-FC13-2919-2308-ED363684C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7" name="Line 75">
            <a:extLst>
              <a:ext uri="{FF2B5EF4-FFF2-40B4-BE49-F238E27FC236}">
                <a16:creationId xmlns:a16="http://schemas.microsoft.com/office/drawing/2014/main" id="{9980527B-93D1-B4E3-D514-C5E9CC61D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8" name="Line 76">
            <a:extLst>
              <a:ext uri="{FF2B5EF4-FFF2-40B4-BE49-F238E27FC236}">
                <a16:creationId xmlns:a16="http://schemas.microsoft.com/office/drawing/2014/main" id="{FCC80A87-733D-CC70-2BE0-BEBFC3303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89" name="Line 77">
            <a:extLst>
              <a:ext uri="{FF2B5EF4-FFF2-40B4-BE49-F238E27FC236}">
                <a16:creationId xmlns:a16="http://schemas.microsoft.com/office/drawing/2014/main" id="{3C057998-0A5A-3C51-9398-E99A62D6A4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0" name="Line 78">
            <a:extLst>
              <a:ext uri="{FF2B5EF4-FFF2-40B4-BE49-F238E27FC236}">
                <a16:creationId xmlns:a16="http://schemas.microsoft.com/office/drawing/2014/main" id="{CE62847E-273B-30CF-EF5B-8AA9E19FB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1" name="Line 79">
            <a:extLst>
              <a:ext uri="{FF2B5EF4-FFF2-40B4-BE49-F238E27FC236}">
                <a16:creationId xmlns:a16="http://schemas.microsoft.com/office/drawing/2014/main" id="{E8AA9C58-AD84-2B5D-9117-FC97BDB26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2" name="Line 80">
            <a:extLst>
              <a:ext uri="{FF2B5EF4-FFF2-40B4-BE49-F238E27FC236}">
                <a16:creationId xmlns:a16="http://schemas.microsoft.com/office/drawing/2014/main" id="{B993426E-0343-86F9-5805-711D62304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3" name="Line 81">
            <a:extLst>
              <a:ext uri="{FF2B5EF4-FFF2-40B4-BE49-F238E27FC236}">
                <a16:creationId xmlns:a16="http://schemas.microsoft.com/office/drawing/2014/main" id="{56A8943D-75D1-B6EF-0B0F-A9EAFEA58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4" name="Line 82">
            <a:extLst>
              <a:ext uri="{FF2B5EF4-FFF2-40B4-BE49-F238E27FC236}">
                <a16:creationId xmlns:a16="http://schemas.microsoft.com/office/drawing/2014/main" id="{4B15947A-4103-D30D-D696-6B9067A9F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5" name="Line 83">
            <a:extLst>
              <a:ext uri="{FF2B5EF4-FFF2-40B4-BE49-F238E27FC236}">
                <a16:creationId xmlns:a16="http://schemas.microsoft.com/office/drawing/2014/main" id="{4D277C8F-0B00-A96E-8BAD-62B3C259F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6" name="Line 84">
            <a:extLst>
              <a:ext uri="{FF2B5EF4-FFF2-40B4-BE49-F238E27FC236}">
                <a16:creationId xmlns:a16="http://schemas.microsoft.com/office/drawing/2014/main" id="{44F1AA8A-A4F2-B0AD-437D-25943AA0E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7" name="Line 85">
            <a:extLst>
              <a:ext uri="{FF2B5EF4-FFF2-40B4-BE49-F238E27FC236}">
                <a16:creationId xmlns:a16="http://schemas.microsoft.com/office/drawing/2014/main" id="{9372C3D3-A9C1-2A59-C765-0D3BB8570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8" name="Line 86">
            <a:extLst>
              <a:ext uri="{FF2B5EF4-FFF2-40B4-BE49-F238E27FC236}">
                <a16:creationId xmlns:a16="http://schemas.microsoft.com/office/drawing/2014/main" id="{CB41C098-2B6B-C40A-B3BC-2449FED2C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9" name="Line 87">
            <a:extLst>
              <a:ext uri="{FF2B5EF4-FFF2-40B4-BE49-F238E27FC236}">
                <a16:creationId xmlns:a16="http://schemas.microsoft.com/office/drawing/2014/main" id="{9266D191-E930-32BB-887B-3C24774CA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0" name="Line 88">
            <a:extLst>
              <a:ext uri="{FF2B5EF4-FFF2-40B4-BE49-F238E27FC236}">
                <a16:creationId xmlns:a16="http://schemas.microsoft.com/office/drawing/2014/main" id="{46454034-E368-F64B-5F1E-80941F634E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1" name="Line 89">
            <a:extLst>
              <a:ext uri="{FF2B5EF4-FFF2-40B4-BE49-F238E27FC236}">
                <a16:creationId xmlns:a16="http://schemas.microsoft.com/office/drawing/2014/main" id="{AA49E093-5390-1870-6324-DDBE6B4560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2" name="Line 90">
            <a:extLst>
              <a:ext uri="{FF2B5EF4-FFF2-40B4-BE49-F238E27FC236}">
                <a16:creationId xmlns:a16="http://schemas.microsoft.com/office/drawing/2014/main" id="{A84EFE96-A8CB-E714-E319-90E92525D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3" name="Line 91">
            <a:extLst>
              <a:ext uri="{FF2B5EF4-FFF2-40B4-BE49-F238E27FC236}">
                <a16:creationId xmlns:a16="http://schemas.microsoft.com/office/drawing/2014/main" id="{9C82E11D-C6EB-6857-AB2C-BE0B42CB6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4" name="Line 92">
            <a:extLst>
              <a:ext uri="{FF2B5EF4-FFF2-40B4-BE49-F238E27FC236}">
                <a16:creationId xmlns:a16="http://schemas.microsoft.com/office/drawing/2014/main" id="{CBD0091F-D36A-E244-AE5E-75EE3CB21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5" name="Line 93">
            <a:extLst>
              <a:ext uri="{FF2B5EF4-FFF2-40B4-BE49-F238E27FC236}">
                <a16:creationId xmlns:a16="http://schemas.microsoft.com/office/drawing/2014/main" id="{0C32F0FA-AC7E-77C2-10E5-11044B6B3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6" name="Line 94">
            <a:extLst>
              <a:ext uri="{FF2B5EF4-FFF2-40B4-BE49-F238E27FC236}">
                <a16:creationId xmlns:a16="http://schemas.microsoft.com/office/drawing/2014/main" id="{A5B20948-3210-B564-8A60-0E3B095A4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7" name="Line 95">
            <a:extLst>
              <a:ext uri="{FF2B5EF4-FFF2-40B4-BE49-F238E27FC236}">
                <a16:creationId xmlns:a16="http://schemas.microsoft.com/office/drawing/2014/main" id="{92C344DE-0520-754B-D5E2-AE041D309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08" name="Rectangle 96">
            <a:extLst>
              <a:ext uri="{FF2B5EF4-FFF2-40B4-BE49-F238E27FC236}">
                <a16:creationId xmlns:a16="http://schemas.microsoft.com/office/drawing/2014/main" id="{B83CD091-2990-8863-2661-13C837C1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41  43 44 45 46  49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Nt  Jt  Oi</a:t>
            </a:r>
          </a:p>
        </p:txBody>
      </p:sp>
      <p:sp>
        <p:nvSpPr>
          <p:cNvPr id="13409" name="Rectangle 97">
            <a:extLst>
              <a:ext uri="{FF2B5EF4-FFF2-40B4-BE49-F238E27FC236}">
                <a16:creationId xmlns:a16="http://schemas.microsoft.com/office/drawing/2014/main" id="{F88C316B-4F06-9F1B-0692-1E913B59A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13410" name="Rectangle 98">
            <a:extLst>
              <a:ext uri="{FF2B5EF4-FFF2-40B4-BE49-F238E27FC236}">
                <a16:creationId xmlns:a16="http://schemas.microsoft.com/office/drawing/2014/main" id="{0C8BA5A7-1FF3-B6BD-C36F-9F886946D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13411" name="Rectangle 99">
            <a:extLst>
              <a:ext uri="{FF2B5EF4-FFF2-40B4-BE49-F238E27FC236}">
                <a16:creationId xmlns:a16="http://schemas.microsoft.com/office/drawing/2014/main" id="{3E0767CF-4554-F08A-8A92-8A929CD9D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13412" name="Rectangle 100">
            <a:extLst>
              <a:ext uri="{FF2B5EF4-FFF2-40B4-BE49-F238E27FC236}">
                <a16:creationId xmlns:a16="http://schemas.microsoft.com/office/drawing/2014/main" id="{B1F6B105-04BA-7417-B257-AA7A4B301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13413" name="Line 101">
            <a:extLst>
              <a:ext uri="{FF2B5EF4-FFF2-40B4-BE49-F238E27FC236}">
                <a16:creationId xmlns:a16="http://schemas.microsoft.com/office/drawing/2014/main" id="{0D880874-1D7B-EF33-ADB6-B29188FF8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4" name="Line 102">
            <a:extLst>
              <a:ext uri="{FF2B5EF4-FFF2-40B4-BE49-F238E27FC236}">
                <a16:creationId xmlns:a16="http://schemas.microsoft.com/office/drawing/2014/main" id="{1A1300BA-BE9C-E1E1-F282-41A5812DC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" name="Rectangle 103">
            <a:extLst>
              <a:ext uri="{FF2B5EF4-FFF2-40B4-BE49-F238E27FC236}">
                <a16:creationId xmlns:a16="http://schemas.microsoft.com/office/drawing/2014/main" id="{02593DD7-1168-3F44-6F11-21F556959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13416" name="Line 104">
            <a:extLst>
              <a:ext uri="{FF2B5EF4-FFF2-40B4-BE49-F238E27FC236}">
                <a16:creationId xmlns:a16="http://schemas.microsoft.com/office/drawing/2014/main" id="{EDF40AE8-2B51-B66F-EA33-1738032A1F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7" name="Line 105">
            <a:extLst>
              <a:ext uri="{FF2B5EF4-FFF2-40B4-BE49-F238E27FC236}">
                <a16:creationId xmlns:a16="http://schemas.microsoft.com/office/drawing/2014/main" id="{7A91E0EC-442C-AFE5-CEF1-EE8B12ABF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CC33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8" name="Line 106">
            <a:extLst>
              <a:ext uri="{FF2B5EF4-FFF2-40B4-BE49-F238E27FC236}">
                <a16:creationId xmlns:a16="http://schemas.microsoft.com/office/drawing/2014/main" id="{9FBD0DC7-75C7-3365-1F8C-F4E7AC45C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9" name="Line 107">
            <a:extLst>
              <a:ext uri="{FF2B5EF4-FFF2-40B4-BE49-F238E27FC236}">
                <a16:creationId xmlns:a16="http://schemas.microsoft.com/office/drawing/2014/main" id="{A847FA6B-82FE-B8A1-7010-07D93A8CFA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20" name="Line 108">
            <a:extLst>
              <a:ext uri="{FF2B5EF4-FFF2-40B4-BE49-F238E27FC236}">
                <a16:creationId xmlns:a16="http://schemas.microsoft.com/office/drawing/2014/main" id="{58BB1719-2F4D-1544-5C14-7DA2EB092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" y="33655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21" name="Rectangle 109">
            <a:extLst>
              <a:ext uri="{FF2B5EF4-FFF2-40B4-BE49-F238E27FC236}">
                <a16:creationId xmlns:a16="http://schemas.microsoft.com/office/drawing/2014/main" id="{20889A16-4742-26EA-F8F0-0F8732C7B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1803400"/>
            <a:ext cx="1060450" cy="250825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22" name="Rectangle 110">
            <a:extLst>
              <a:ext uri="{FF2B5EF4-FFF2-40B4-BE49-F238E27FC236}">
                <a16:creationId xmlns:a16="http://schemas.microsoft.com/office/drawing/2014/main" id="{101DF304-FBAD-755C-5024-B2405827E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803400"/>
            <a:ext cx="1047750" cy="2476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8278779-F16B-656D-B9A6-3F42833FD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44488"/>
            <a:ext cx="1060450" cy="231775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46038" rIns="38100" bIns="46038" anchor="ctr"/>
          <a:lstStyle/>
          <a:p>
            <a:r>
              <a:rPr lang="en-US" altLang="en-US" sz="1200" b="1">
                <a:solidFill>
                  <a:srgbClr val="CC0000"/>
                </a:solidFill>
              </a:rPr>
              <a:t>45  Nt    data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31CA9D5-8E59-0A8F-0E2F-7352C80B1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584200"/>
            <a:ext cx="9144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/>
              <a:t>Record Buffer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54324FA-29F2-E962-0F62-9F93E2388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55575"/>
            <a:ext cx="474663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46038" rIns="0" bIns="46038">
            <a:spAutoFit/>
          </a:bodyPr>
          <a:lstStyle/>
          <a:p>
            <a:r>
              <a:rPr lang="en-US" altLang="en-US" sz="800"/>
              <a:t>Pkey  Akey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3E534239-DD23-5902-D957-730419788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788"/>
            <a:ext cx="106997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Hv   Ry   Zp</a:t>
            </a:r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DD9FD876-914B-35B1-B32F-D40D05841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461963"/>
            <a:ext cx="0" cy="300037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D0D975EF-777F-0EA5-0998-92A30D3A0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9813" y="469900"/>
            <a:ext cx="0" cy="3111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935A2F57-3F27-875C-E278-1D267566C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1017588"/>
            <a:ext cx="1030288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Ly   Ot   Ry</a:t>
            </a:r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78FBDFA3-5546-C4EB-9E08-DD4ACA9EA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1004888"/>
            <a:ext cx="0" cy="3238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4C8C4B0C-4004-80CA-2C6F-557C72E08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1017588"/>
            <a:ext cx="1020763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Cv   Ft   Hv</a:t>
            </a:r>
          </a:p>
        </p:txBody>
      </p:sp>
      <p:sp>
        <p:nvSpPr>
          <p:cNvPr id="14347" name="Line 11">
            <a:extLst>
              <a:ext uri="{FF2B5EF4-FFF2-40B4-BE49-F238E27FC236}">
                <a16:creationId xmlns:a16="http://schemas.microsoft.com/office/drawing/2014/main" id="{923D54C2-B470-E278-1B1F-86DBDB251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1004888"/>
            <a:ext cx="0" cy="3333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21F17277-C8B2-5B87-E357-85E58106F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9513" y="1004888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4CC96C2F-E263-CD98-B9A2-7E44A6AB5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1017588"/>
            <a:ext cx="1000125" cy="314325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algn="ctr"/>
            <a:r>
              <a:rPr lang="en-US" altLang="en-US" sz="1400" b="1">
                <a:solidFill>
                  <a:srgbClr val="037C0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Tt   Wi   Zp</a:t>
            </a:r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94D5FD1A-3BEB-F174-BB45-C7F38938E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1811338"/>
            <a:ext cx="4256087" cy="239712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52400" tIns="114300" rIns="152400" bIns="114300" anchor="ctr"/>
          <a:lstStyle/>
          <a:p>
            <a:pPr algn="ctr"/>
            <a:r>
              <a:rPr lang="en-US" altLang="en-US" sz="1000" b="1">
                <a:solidFill>
                  <a:srgbClr val="000000"/>
                </a:solidFill>
              </a:rPr>
              <a:t>Mi Nf Ni Nt Oi Ot</a:t>
            </a:r>
            <a:r>
              <a:rPr lang="en-US" altLang="en-US" sz="1400" b="1">
                <a:solidFill>
                  <a:srgbClr val="000000"/>
                </a:solidFill>
              </a:rPr>
              <a:t>        </a:t>
            </a:r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DA98CDDA-59AD-B850-6AA6-29FFA91C7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1800225"/>
            <a:ext cx="0" cy="2603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Line 16">
            <a:extLst>
              <a:ext uri="{FF2B5EF4-FFF2-40B4-BE49-F238E27FC236}">
                <a16:creationId xmlns:a16="http://schemas.microsoft.com/office/drawing/2014/main" id="{13D0904F-EB8B-8006-A83D-EC7F0070F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60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Line 17">
            <a:extLst>
              <a:ext uri="{FF2B5EF4-FFF2-40B4-BE49-F238E27FC236}">
                <a16:creationId xmlns:a16="http://schemas.microsoft.com/office/drawing/2014/main" id="{BEBF5AA1-6CF4-1BD4-6626-27C012D86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8">
            <a:extLst>
              <a:ext uri="{FF2B5EF4-FFF2-40B4-BE49-F238E27FC236}">
                <a16:creationId xmlns:a16="http://schemas.microsoft.com/office/drawing/2014/main" id="{48E23278-3599-D0E9-5A18-07F8D57D4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Line 19">
            <a:extLst>
              <a:ext uri="{FF2B5EF4-FFF2-40B4-BE49-F238E27FC236}">
                <a16:creationId xmlns:a16="http://schemas.microsoft.com/office/drawing/2014/main" id="{D2EFD6FB-553B-2FE7-0CFF-0EECB0D98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6450" y="1800225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Line 20">
            <a:extLst>
              <a:ext uri="{FF2B5EF4-FFF2-40B4-BE49-F238E27FC236}">
                <a16:creationId xmlns:a16="http://schemas.microsoft.com/office/drawing/2014/main" id="{F37877D6-22C2-F9E2-1CB9-3A98C68263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250" y="1328738"/>
            <a:ext cx="620713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7" name="Line 21">
            <a:extLst>
              <a:ext uri="{FF2B5EF4-FFF2-40B4-BE49-F238E27FC236}">
                <a16:creationId xmlns:a16="http://schemas.microsoft.com/office/drawing/2014/main" id="{491343AC-A2CD-1CFE-9736-361BB1A79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1336675"/>
            <a:ext cx="1587" cy="44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22">
            <a:extLst>
              <a:ext uri="{FF2B5EF4-FFF2-40B4-BE49-F238E27FC236}">
                <a16:creationId xmlns:a16="http://schemas.microsoft.com/office/drawing/2014/main" id="{D867EA8B-A295-C9B2-9A81-59C8A52D5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3338" y="1336675"/>
            <a:ext cx="468312" cy="441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Line 23">
            <a:extLst>
              <a:ext uri="{FF2B5EF4-FFF2-40B4-BE49-F238E27FC236}">
                <a16:creationId xmlns:a16="http://schemas.microsoft.com/office/drawing/2014/main" id="{AB79E147-C470-150C-B0DA-7CC3D3A1A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4025" y="1328738"/>
            <a:ext cx="1012825" cy="455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Line 24">
            <a:extLst>
              <a:ext uri="{FF2B5EF4-FFF2-40B4-BE49-F238E27FC236}">
                <a16:creationId xmlns:a16="http://schemas.microsoft.com/office/drawing/2014/main" id="{CCEFC8A0-E2AB-2893-6B4E-AB290C6EAA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600" y="1346200"/>
            <a:ext cx="10160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361" name="Freeform 25">
            <a:extLst>
              <a:ext uri="{FF2B5EF4-FFF2-40B4-BE49-F238E27FC236}">
                <a16:creationId xmlns:a16="http://schemas.microsoft.com/office/drawing/2014/main" id="{18D4A563-CDF9-C15D-AF01-3B8DE909D835}"/>
              </a:ext>
            </a:extLst>
          </p:cNvPr>
          <p:cNvSpPr>
            <a:spLocks/>
          </p:cNvSpPr>
          <p:nvPr/>
        </p:nvSpPr>
        <p:spPr bwMode="auto">
          <a:xfrm>
            <a:off x="69850" y="1771650"/>
            <a:ext cx="136525" cy="319088"/>
          </a:xfrm>
          <a:custGeom>
            <a:avLst/>
            <a:gdLst>
              <a:gd name="T0" fmla="*/ 42 w 86"/>
              <a:gd name="T1" fmla="*/ 5 h 201"/>
              <a:gd name="T2" fmla="*/ 48 w 86"/>
              <a:gd name="T3" fmla="*/ 14 h 201"/>
              <a:gd name="T4" fmla="*/ 60 w 86"/>
              <a:gd name="T5" fmla="*/ 23 h 201"/>
              <a:gd name="T6" fmla="*/ 66 w 86"/>
              <a:gd name="T7" fmla="*/ 32 h 201"/>
              <a:gd name="T8" fmla="*/ 78 w 86"/>
              <a:gd name="T9" fmla="*/ 41 h 201"/>
              <a:gd name="T10" fmla="*/ 60 w 86"/>
              <a:gd name="T11" fmla="*/ 47 h 201"/>
              <a:gd name="T12" fmla="*/ 42 w 86"/>
              <a:gd name="T13" fmla="*/ 50 h 201"/>
              <a:gd name="T14" fmla="*/ 42 w 86"/>
              <a:gd name="T15" fmla="*/ 59 h 201"/>
              <a:gd name="T16" fmla="*/ 60 w 86"/>
              <a:gd name="T17" fmla="*/ 65 h 201"/>
              <a:gd name="T18" fmla="*/ 72 w 86"/>
              <a:gd name="T19" fmla="*/ 74 h 201"/>
              <a:gd name="T20" fmla="*/ 85 w 86"/>
              <a:gd name="T21" fmla="*/ 83 h 201"/>
              <a:gd name="T22" fmla="*/ 66 w 86"/>
              <a:gd name="T23" fmla="*/ 89 h 201"/>
              <a:gd name="T24" fmla="*/ 54 w 86"/>
              <a:gd name="T25" fmla="*/ 98 h 201"/>
              <a:gd name="T26" fmla="*/ 36 w 86"/>
              <a:gd name="T27" fmla="*/ 104 h 201"/>
              <a:gd name="T28" fmla="*/ 42 w 86"/>
              <a:gd name="T29" fmla="*/ 113 h 201"/>
              <a:gd name="T30" fmla="*/ 60 w 86"/>
              <a:gd name="T31" fmla="*/ 116 h 201"/>
              <a:gd name="T32" fmla="*/ 78 w 86"/>
              <a:gd name="T33" fmla="*/ 122 h 201"/>
              <a:gd name="T34" fmla="*/ 72 w 86"/>
              <a:gd name="T35" fmla="*/ 131 h 201"/>
              <a:gd name="T36" fmla="*/ 54 w 86"/>
              <a:gd name="T37" fmla="*/ 137 h 201"/>
              <a:gd name="T38" fmla="*/ 36 w 86"/>
              <a:gd name="T39" fmla="*/ 143 h 201"/>
              <a:gd name="T40" fmla="*/ 48 w 86"/>
              <a:gd name="T41" fmla="*/ 152 h 201"/>
              <a:gd name="T42" fmla="*/ 60 w 86"/>
              <a:gd name="T43" fmla="*/ 161 h 201"/>
              <a:gd name="T44" fmla="*/ 78 w 86"/>
              <a:gd name="T45" fmla="*/ 167 h 201"/>
              <a:gd name="T46" fmla="*/ 66 w 86"/>
              <a:gd name="T47" fmla="*/ 176 h 201"/>
              <a:gd name="T48" fmla="*/ 48 w 86"/>
              <a:gd name="T49" fmla="*/ 185 h 201"/>
              <a:gd name="T50" fmla="*/ 0 w 86"/>
              <a:gd name="T51" fmla="*/ 200 h 201"/>
              <a:gd name="T52" fmla="*/ 0 w 86"/>
              <a:gd name="T53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6" h="201">
                <a:moveTo>
                  <a:pt x="42" y="5"/>
                </a:moveTo>
                <a:lnTo>
                  <a:pt x="48" y="14"/>
                </a:lnTo>
                <a:lnTo>
                  <a:pt x="60" y="23"/>
                </a:lnTo>
                <a:lnTo>
                  <a:pt x="66" y="32"/>
                </a:lnTo>
                <a:lnTo>
                  <a:pt x="78" y="41"/>
                </a:lnTo>
                <a:lnTo>
                  <a:pt x="60" y="47"/>
                </a:lnTo>
                <a:lnTo>
                  <a:pt x="42" y="50"/>
                </a:lnTo>
                <a:lnTo>
                  <a:pt x="42" y="59"/>
                </a:lnTo>
                <a:lnTo>
                  <a:pt x="60" y="65"/>
                </a:lnTo>
                <a:lnTo>
                  <a:pt x="72" y="74"/>
                </a:lnTo>
                <a:lnTo>
                  <a:pt x="85" y="83"/>
                </a:lnTo>
                <a:lnTo>
                  <a:pt x="66" y="89"/>
                </a:lnTo>
                <a:lnTo>
                  <a:pt x="54" y="98"/>
                </a:lnTo>
                <a:lnTo>
                  <a:pt x="36" y="104"/>
                </a:lnTo>
                <a:lnTo>
                  <a:pt x="42" y="113"/>
                </a:lnTo>
                <a:lnTo>
                  <a:pt x="60" y="116"/>
                </a:lnTo>
                <a:lnTo>
                  <a:pt x="78" y="122"/>
                </a:lnTo>
                <a:lnTo>
                  <a:pt x="72" y="131"/>
                </a:lnTo>
                <a:lnTo>
                  <a:pt x="54" y="137"/>
                </a:lnTo>
                <a:lnTo>
                  <a:pt x="36" y="143"/>
                </a:lnTo>
                <a:lnTo>
                  <a:pt x="48" y="152"/>
                </a:lnTo>
                <a:lnTo>
                  <a:pt x="60" y="161"/>
                </a:lnTo>
                <a:lnTo>
                  <a:pt x="78" y="167"/>
                </a:lnTo>
                <a:lnTo>
                  <a:pt x="66" y="176"/>
                </a:lnTo>
                <a:lnTo>
                  <a:pt x="48" y="185"/>
                </a:lnTo>
                <a:lnTo>
                  <a:pt x="0" y="200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362" name="Freeform 26">
            <a:extLst>
              <a:ext uri="{FF2B5EF4-FFF2-40B4-BE49-F238E27FC236}">
                <a16:creationId xmlns:a16="http://schemas.microsoft.com/office/drawing/2014/main" id="{4927FF31-BF23-2262-4848-12D1FA7E2128}"/>
              </a:ext>
            </a:extLst>
          </p:cNvPr>
          <p:cNvSpPr>
            <a:spLocks/>
          </p:cNvSpPr>
          <p:nvPr/>
        </p:nvSpPr>
        <p:spPr bwMode="auto">
          <a:xfrm>
            <a:off x="42863" y="1724025"/>
            <a:ext cx="133350" cy="390525"/>
          </a:xfrm>
          <a:custGeom>
            <a:avLst/>
            <a:gdLst>
              <a:gd name="T0" fmla="*/ 83 w 84"/>
              <a:gd name="T1" fmla="*/ 38 h 246"/>
              <a:gd name="T2" fmla="*/ 74 w 84"/>
              <a:gd name="T3" fmla="*/ 47 h 246"/>
              <a:gd name="T4" fmla="*/ 62 w 84"/>
              <a:gd name="T5" fmla="*/ 53 h 246"/>
              <a:gd name="T6" fmla="*/ 49 w 84"/>
              <a:gd name="T7" fmla="*/ 59 h 246"/>
              <a:gd name="T8" fmla="*/ 41 w 84"/>
              <a:gd name="T9" fmla="*/ 68 h 246"/>
              <a:gd name="T10" fmla="*/ 37 w 84"/>
              <a:gd name="T11" fmla="*/ 77 h 246"/>
              <a:gd name="T12" fmla="*/ 49 w 84"/>
              <a:gd name="T13" fmla="*/ 185 h 246"/>
              <a:gd name="T14" fmla="*/ 83 w 84"/>
              <a:gd name="T15" fmla="*/ 236 h 246"/>
              <a:gd name="T16" fmla="*/ 8 w 84"/>
              <a:gd name="T17" fmla="*/ 245 h 246"/>
              <a:gd name="T18" fmla="*/ 0 w 84"/>
              <a:gd name="T19" fmla="*/ 0 h 246"/>
              <a:gd name="T20" fmla="*/ 83 w 84"/>
              <a:gd name="T21" fmla="*/ 38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" h="246">
                <a:moveTo>
                  <a:pt x="83" y="38"/>
                </a:moveTo>
                <a:lnTo>
                  <a:pt x="74" y="47"/>
                </a:lnTo>
                <a:lnTo>
                  <a:pt x="62" y="53"/>
                </a:lnTo>
                <a:lnTo>
                  <a:pt x="49" y="59"/>
                </a:lnTo>
                <a:lnTo>
                  <a:pt x="41" y="68"/>
                </a:lnTo>
                <a:lnTo>
                  <a:pt x="37" y="77"/>
                </a:lnTo>
                <a:lnTo>
                  <a:pt x="49" y="185"/>
                </a:lnTo>
                <a:lnTo>
                  <a:pt x="83" y="236"/>
                </a:lnTo>
                <a:lnTo>
                  <a:pt x="8" y="245"/>
                </a:lnTo>
                <a:lnTo>
                  <a:pt x="0" y="0"/>
                </a:lnTo>
                <a:lnTo>
                  <a:pt x="83" y="38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363" name="Freeform 27">
            <a:extLst>
              <a:ext uri="{FF2B5EF4-FFF2-40B4-BE49-F238E27FC236}">
                <a16:creationId xmlns:a16="http://schemas.microsoft.com/office/drawing/2014/main" id="{DEDDB32F-53CF-79B3-8EC9-3828F599F03C}"/>
              </a:ext>
            </a:extLst>
          </p:cNvPr>
          <p:cNvSpPr>
            <a:spLocks/>
          </p:cNvSpPr>
          <p:nvPr/>
        </p:nvSpPr>
        <p:spPr bwMode="auto">
          <a:xfrm>
            <a:off x="4303713" y="1781175"/>
            <a:ext cx="127000" cy="309563"/>
          </a:xfrm>
          <a:custGeom>
            <a:avLst/>
            <a:gdLst>
              <a:gd name="T0" fmla="*/ 49 w 80"/>
              <a:gd name="T1" fmla="*/ 0 h 195"/>
              <a:gd name="T2" fmla="*/ 12 w 80"/>
              <a:gd name="T3" fmla="*/ 41 h 195"/>
              <a:gd name="T4" fmla="*/ 24 w 80"/>
              <a:gd name="T5" fmla="*/ 50 h 195"/>
              <a:gd name="T6" fmla="*/ 41 w 80"/>
              <a:gd name="T7" fmla="*/ 53 h 195"/>
              <a:gd name="T8" fmla="*/ 29 w 80"/>
              <a:gd name="T9" fmla="*/ 62 h 195"/>
              <a:gd name="T10" fmla="*/ 16 w 80"/>
              <a:gd name="T11" fmla="*/ 65 h 195"/>
              <a:gd name="T12" fmla="*/ 8 w 80"/>
              <a:gd name="T13" fmla="*/ 74 h 195"/>
              <a:gd name="T14" fmla="*/ 20 w 80"/>
              <a:gd name="T15" fmla="*/ 83 h 195"/>
              <a:gd name="T16" fmla="*/ 33 w 80"/>
              <a:gd name="T17" fmla="*/ 89 h 195"/>
              <a:gd name="T18" fmla="*/ 41 w 80"/>
              <a:gd name="T19" fmla="*/ 98 h 195"/>
              <a:gd name="T20" fmla="*/ 45 w 80"/>
              <a:gd name="T21" fmla="*/ 107 h 195"/>
              <a:gd name="T22" fmla="*/ 58 w 80"/>
              <a:gd name="T23" fmla="*/ 110 h 195"/>
              <a:gd name="T24" fmla="*/ 45 w 80"/>
              <a:gd name="T25" fmla="*/ 107 h 195"/>
              <a:gd name="T26" fmla="*/ 37 w 80"/>
              <a:gd name="T27" fmla="*/ 116 h 195"/>
              <a:gd name="T28" fmla="*/ 24 w 80"/>
              <a:gd name="T29" fmla="*/ 122 h 195"/>
              <a:gd name="T30" fmla="*/ 12 w 80"/>
              <a:gd name="T31" fmla="*/ 131 h 195"/>
              <a:gd name="T32" fmla="*/ 0 w 80"/>
              <a:gd name="T33" fmla="*/ 134 h 195"/>
              <a:gd name="T34" fmla="*/ 8 w 80"/>
              <a:gd name="T35" fmla="*/ 143 h 195"/>
              <a:gd name="T36" fmla="*/ 20 w 80"/>
              <a:gd name="T37" fmla="*/ 146 h 195"/>
              <a:gd name="T38" fmla="*/ 33 w 80"/>
              <a:gd name="T39" fmla="*/ 152 h 195"/>
              <a:gd name="T40" fmla="*/ 33 w 80"/>
              <a:gd name="T41" fmla="*/ 161 h 195"/>
              <a:gd name="T42" fmla="*/ 20 w 80"/>
              <a:gd name="T43" fmla="*/ 167 h 195"/>
              <a:gd name="T44" fmla="*/ 8 w 80"/>
              <a:gd name="T45" fmla="*/ 173 h 195"/>
              <a:gd name="T46" fmla="*/ 0 w 80"/>
              <a:gd name="T47" fmla="*/ 194 h 195"/>
              <a:gd name="T48" fmla="*/ 74 w 80"/>
              <a:gd name="T49" fmla="*/ 188 h 195"/>
              <a:gd name="T50" fmla="*/ 79 w 80"/>
              <a:gd name="T51" fmla="*/ 2 h 195"/>
              <a:gd name="T52" fmla="*/ 49 w 80"/>
              <a:gd name="T53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0" h="195">
                <a:moveTo>
                  <a:pt x="49" y="0"/>
                </a:moveTo>
                <a:lnTo>
                  <a:pt x="12" y="41"/>
                </a:lnTo>
                <a:lnTo>
                  <a:pt x="24" y="50"/>
                </a:lnTo>
                <a:lnTo>
                  <a:pt x="41" y="53"/>
                </a:lnTo>
                <a:lnTo>
                  <a:pt x="29" y="62"/>
                </a:lnTo>
                <a:lnTo>
                  <a:pt x="16" y="65"/>
                </a:lnTo>
                <a:lnTo>
                  <a:pt x="8" y="74"/>
                </a:lnTo>
                <a:lnTo>
                  <a:pt x="20" y="83"/>
                </a:lnTo>
                <a:lnTo>
                  <a:pt x="33" y="89"/>
                </a:lnTo>
                <a:lnTo>
                  <a:pt x="41" y="98"/>
                </a:lnTo>
                <a:lnTo>
                  <a:pt x="45" y="107"/>
                </a:lnTo>
                <a:lnTo>
                  <a:pt x="58" y="110"/>
                </a:lnTo>
                <a:lnTo>
                  <a:pt x="45" y="107"/>
                </a:lnTo>
                <a:lnTo>
                  <a:pt x="37" y="116"/>
                </a:lnTo>
                <a:lnTo>
                  <a:pt x="24" y="122"/>
                </a:lnTo>
                <a:lnTo>
                  <a:pt x="12" y="131"/>
                </a:lnTo>
                <a:lnTo>
                  <a:pt x="0" y="134"/>
                </a:lnTo>
                <a:lnTo>
                  <a:pt x="8" y="143"/>
                </a:lnTo>
                <a:lnTo>
                  <a:pt x="20" y="146"/>
                </a:lnTo>
                <a:lnTo>
                  <a:pt x="33" y="152"/>
                </a:lnTo>
                <a:lnTo>
                  <a:pt x="33" y="161"/>
                </a:lnTo>
                <a:lnTo>
                  <a:pt x="20" y="167"/>
                </a:lnTo>
                <a:lnTo>
                  <a:pt x="8" y="173"/>
                </a:lnTo>
                <a:lnTo>
                  <a:pt x="0" y="194"/>
                </a:lnTo>
                <a:lnTo>
                  <a:pt x="74" y="188"/>
                </a:lnTo>
                <a:lnTo>
                  <a:pt x="79" y="2"/>
                </a:lnTo>
                <a:lnTo>
                  <a:pt x="49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364" name="Freeform 28">
            <a:extLst>
              <a:ext uri="{FF2B5EF4-FFF2-40B4-BE49-F238E27FC236}">
                <a16:creationId xmlns:a16="http://schemas.microsoft.com/office/drawing/2014/main" id="{CDC54CB3-30BC-97F0-404D-2330E1CEDBBA}"/>
              </a:ext>
            </a:extLst>
          </p:cNvPr>
          <p:cNvSpPr>
            <a:spLocks/>
          </p:cNvSpPr>
          <p:nvPr/>
        </p:nvSpPr>
        <p:spPr bwMode="auto">
          <a:xfrm>
            <a:off x="4243388" y="1757363"/>
            <a:ext cx="227012" cy="352425"/>
          </a:xfrm>
          <a:custGeom>
            <a:avLst/>
            <a:gdLst>
              <a:gd name="T0" fmla="*/ 58 w 143"/>
              <a:gd name="T1" fmla="*/ 5 h 222"/>
              <a:gd name="T2" fmla="*/ 96 w 143"/>
              <a:gd name="T3" fmla="*/ 47 h 222"/>
              <a:gd name="T4" fmla="*/ 87 w 143"/>
              <a:gd name="T5" fmla="*/ 146 h 222"/>
              <a:gd name="T6" fmla="*/ 87 w 143"/>
              <a:gd name="T7" fmla="*/ 188 h 222"/>
              <a:gd name="T8" fmla="*/ 0 w 143"/>
              <a:gd name="T9" fmla="*/ 203 h 222"/>
              <a:gd name="T10" fmla="*/ 25 w 143"/>
              <a:gd name="T11" fmla="*/ 221 h 222"/>
              <a:gd name="T12" fmla="*/ 137 w 143"/>
              <a:gd name="T13" fmla="*/ 218 h 222"/>
              <a:gd name="T14" fmla="*/ 142 w 143"/>
              <a:gd name="T15" fmla="*/ 0 h 222"/>
              <a:gd name="T16" fmla="*/ 58 w 143"/>
              <a:gd name="T17" fmla="*/ 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222">
                <a:moveTo>
                  <a:pt x="58" y="5"/>
                </a:moveTo>
                <a:lnTo>
                  <a:pt x="96" y="47"/>
                </a:lnTo>
                <a:lnTo>
                  <a:pt x="87" y="146"/>
                </a:lnTo>
                <a:lnTo>
                  <a:pt x="87" y="188"/>
                </a:lnTo>
                <a:lnTo>
                  <a:pt x="0" y="203"/>
                </a:lnTo>
                <a:lnTo>
                  <a:pt x="25" y="221"/>
                </a:lnTo>
                <a:lnTo>
                  <a:pt x="137" y="218"/>
                </a:lnTo>
                <a:lnTo>
                  <a:pt x="142" y="0"/>
                </a:lnTo>
                <a:lnTo>
                  <a:pt x="58" y="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5" name="Line 29">
            <a:extLst>
              <a:ext uri="{FF2B5EF4-FFF2-40B4-BE49-F238E27FC236}">
                <a16:creationId xmlns:a16="http://schemas.microsoft.com/office/drawing/2014/main" id="{40B71FCF-5E79-1377-EED0-C8F0CC655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30">
            <a:extLst>
              <a:ext uri="{FF2B5EF4-FFF2-40B4-BE49-F238E27FC236}">
                <a16:creationId xmlns:a16="http://schemas.microsoft.com/office/drawing/2014/main" id="{8064D508-8660-55C4-90B6-5117A78A2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4663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Line 31">
            <a:extLst>
              <a:ext uri="{FF2B5EF4-FFF2-40B4-BE49-F238E27FC236}">
                <a16:creationId xmlns:a16="http://schemas.microsoft.com/office/drawing/2014/main" id="{C3AD8E11-3038-87FF-E60B-019CDA45F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8" name="Line 32">
            <a:extLst>
              <a:ext uri="{FF2B5EF4-FFF2-40B4-BE49-F238E27FC236}">
                <a16:creationId xmlns:a16="http://schemas.microsoft.com/office/drawing/2014/main" id="{45604E24-452D-527F-8A3C-71D0E7F36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71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9" name="Line 33">
            <a:extLst>
              <a:ext uri="{FF2B5EF4-FFF2-40B4-BE49-F238E27FC236}">
                <a16:creationId xmlns:a16="http://schemas.microsoft.com/office/drawing/2014/main" id="{F3C07F4A-9C8F-6CEF-AFAD-F96F54E7F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963" y="1803400"/>
            <a:ext cx="0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0" name="Line 34">
            <a:extLst>
              <a:ext uri="{FF2B5EF4-FFF2-40B4-BE49-F238E27FC236}">
                <a16:creationId xmlns:a16="http://schemas.microsoft.com/office/drawing/2014/main" id="{2CDC2CCF-279B-9FBB-5CD8-1DED4705A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1" name="Line 35">
            <a:extLst>
              <a:ext uri="{FF2B5EF4-FFF2-40B4-BE49-F238E27FC236}">
                <a16:creationId xmlns:a16="http://schemas.microsoft.com/office/drawing/2014/main" id="{2DCFB331-D2B6-BE66-FA37-2B1D3D66F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1808163"/>
            <a:ext cx="0" cy="2428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Line 36">
            <a:extLst>
              <a:ext uri="{FF2B5EF4-FFF2-40B4-BE49-F238E27FC236}">
                <a16:creationId xmlns:a16="http://schemas.microsoft.com/office/drawing/2014/main" id="{75A1885B-3131-F227-F327-7C36E2DD1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803400"/>
            <a:ext cx="1588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3" name="Line 37">
            <a:extLst>
              <a:ext uri="{FF2B5EF4-FFF2-40B4-BE49-F238E27FC236}">
                <a16:creationId xmlns:a16="http://schemas.microsoft.com/office/drawing/2014/main" id="{F231BDFC-27C2-42B3-B309-89901B73D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785813"/>
            <a:ext cx="0" cy="233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4" name="Line 38">
            <a:extLst>
              <a:ext uri="{FF2B5EF4-FFF2-40B4-BE49-F238E27FC236}">
                <a16:creationId xmlns:a16="http://schemas.microsoft.com/office/drawing/2014/main" id="{F35B319A-16E7-C934-434E-846CA0EE6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9500" y="781050"/>
            <a:ext cx="514350" cy="222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5" name="Arc 39">
            <a:extLst>
              <a:ext uri="{FF2B5EF4-FFF2-40B4-BE49-F238E27FC236}">
                <a16:creationId xmlns:a16="http://schemas.microsoft.com/office/drawing/2014/main" id="{ACEACD6F-6237-7632-AAE0-4ABF53AD1971}"/>
              </a:ext>
            </a:extLst>
          </p:cNvPr>
          <p:cNvSpPr>
            <a:spLocks/>
          </p:cNvSpPr>
          <p:nvPr/>
        </p:nvSpPr>
        <p:spPr bwMode="auto">
          <a:xfrm>
            <a:off x="2763838" y="654050"/>
            <a:ext cx="1323975" cy="247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6" name="Arc 40">
            <a:extLst>
              <a:ext uri="{FF2B5EF4-FFF2-40B4-BE49-F238E27FC236}">
                <a16:creationId xmlns:a16="http://schemas.microsoft.com/office/drawing/2014/main" id="{EB1D4C32-68C0-C3B9-60AE-33B10E6C2CC0}"/>
              </a:ext>
            </a:extLst>
          </p:cNvPr>
          <p:cNvSpPr>
            <a:spLocks/>
          </p:cNvSpPr>
          <p:nvPr/>
        </p:nvSpPr>
        <p:spPr bwMode="auto">
          <a:xfrm>
            <a:off x="3854450" y="981075"/>
            <a:ext cx="392113" cy="238125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599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7" name="Rectangle 41">
            <a:extLst>
              <a:ext uri="{FF2B5EF4-FFF2-40B4-BE49-F238E27FC236}">
                <a16:creationId xmlns:a16="http://schemas.microsoft.com/office/drawing/2014/main" id="{95C99012-0709-BCA3-4C88-03E54D40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76550"/>
            <a:ext cx="698500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Data Records</a:t>
            </a:r>
          </a:p>
        </p:txBody>
      </p:sp>
      <p:sp>
        <p:nvSpPr>
          <p:cNvPr id="14378" name="Line 42">
            <a:extLst>
              <a:ext uri="{FF2B5EF4-FFF2-40B4-BE49-F238E27FC236}">
                <a16:creationId xmlns:a16="http://schemas.microsoft.com/office/drawing/2014/main" id="{EE6E95E0-7479-5188-594E-70AEC8E11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30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9" name="Line 43">
            <a:extLst>
              <a:ext uri="{FF2B5EF4-FFF2-40B4-BE49-F238E27FC236}">
                <a16:creationId xmlns:a16="http://schemas.microsoft.com/office/drawing/2014/main" id="{59411896-E078-39C1-CD67-1A8C79F66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5850" y="1798638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0" name="Line 44">
            <a:extLst>
              <a:ext uri="{FF2B5EF4-FFF2-40B4-BE49-F238E27FC236}">
                <a16:creationId xmlns:a16="http://schemas.microsoft.com/office/drawing/2014/main" id="{04700BC6-ACA8-FC57-31AA-CFFA0EF08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1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1" name="Line 45">
            <a:extLst>
              <a:ext uri="{FF2B5EF4-FFF2-40B4-BE49-F238E27FC236}">
                <a16:creationId xmlns:a16="http://schemas.microsoft.com/office/drawing/2014/main" id="{3560241B-30B2-29DB-1AB5-8781205B7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3" y="180975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Line 46">
            <a:extLst>
              <a:ext uri="{FF2B5EF4-FFF2-40B4-BE49-F238E27FC236}">
                <a16:creationId xmlns:a16="http://schemas.microsoft.com/office/drawing/2014/main" id="{AE265946-AA3B-FEB5-438E-9DCBF7797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513" y="1803400"/>
            <a:ext cx="0" cy="2540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3" name="Line 47">
            <a:extLst>
              <a:ext uri="{FF2B5EF4-FFF2-40B4-BE49-F238E27FC236}">
                <a16:creationId xmlns:a16="http://schemas.microsoft.com/office/drawing/2014/main" id="{0E9A7E8F-EF86-DC41-1833-ECBFB1835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4" name="Line 48">
            <a:extLst>
              <a:ext uri="{FF2B5EF4-FFF2-40B4-BE49-F238E27FC236}">
                <a16:creationId xmlns:a16="http://schemas.microsoft.com/office/drawing/2014/main" id="{CCD7660F-7822-91CE-7F74-94AF45C06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27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5" name="Line 49">
            <a:extLst>
              <a:ext uri="{FF2B5EF4-FFF2-40B4-BE49-F238E27FC236}">
                <a16:creationId xmlns:a16="http://schemas.microsoft.com/office/drawing/2014/main" id="{1E1D181C-A0DC-FCB5-5255-F80981A219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5163" y="1803400"/>
            <a:ext cx="1587" cy="2476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6" name="Line 50">
            <a:extLst>
              <a:ext uri="{FF2B5EF4-FFF2-40B4-BE49-F238E27FC236}">
                <a16:creationId xmlns:a16="http://schemas.microsoft.com/office/drawing/2014/main" id="{0F09A82A-83A2-59DE-EC6E-9E838FDBF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" y="1808163"/>
            <a:ext cx="1588" cy="24765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7" name="Line 51">
            <a:extLst>
              <a:ext uri="{FF2B5EF4-FFF2-40B4-BE49-F238E27FC236}">
                <a16:creationId xmlns:a16="http://schemas.microsoft.com/office/drawing/2014/main" id="{31FE698D-24C5-C0AD-0755-0137326C1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2663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8" name="Line 52">
            <a:extLst>
              <a:ext uri="{FF2B5EF4-FFF2-40B4-BE49-F238E27FC236}">
                <a16:creationId xmlns:a16="http://schemas.microsoft.com/office/drawing/2014/main" id="{14998BD9-D285-B677-10C1-45A5FF6AB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1800225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9" name="Line 53">
            <a:extLst>
              <a:ext uri="{FF2B5EF4-FFF2-40B4-BE49-F238E27FC236}">
                <a16:creationId xmlns:a16="http://schemas.microsoft.com/office/drawing/2014/main" id="{202B463F-FCCA-0618-1B90-0C7554BCA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1804988"/>
            <a:ext cx="0" cy="2571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0" name="Line 54">
            <a:extLst>
              <a:ext uri="{FF2B5EF4-FFF2-40B4-BE49-F238E27FC236}">
                <a16:creationId xmlns:a16="http://schemas.microsoft.com/office/drawing/2014/main" id="{A2E0249D-2E10-F1BA-CB1A-F5AFDE78B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1803400"/>
            <a:ext cx="0" cy="261938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1" name="Line 55">
            <a:extLst>
              <a:ext uri="{FF2B5EF4-FFF2-40B4-BE49-F238E27FC236}">
                <a16:creationId xmlns:a16="http://schemas.microsoft.com/office/drawing/2014/main" id="{C95D654D-C69E-351E-69C1-11DA328D9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180975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2" name="Line 56">
            <a:extLst>
              <a:ext uri="{FF2B5EF4-FFF2-40B4-BE49-F238E27FC236}">
                <a16:creationId xmlns:a16="http://schemas.microsoft.com/office/drawing/2014/main" id="{D2E77CBD-E5BF-0725-874F-99F43BBA8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803400"/>
            <a:ext cx="0" cy="2555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3" name="Line 57">
            <a:extLst>
              <a:ext uri="{FF2B5EF4-FFF2-40B4-BE49-F238E27FC236}">
                <a16:creationId xmlns:a16="http://schemas.microsoft.com/office/drawing/2014/main" id="{9EDF6E14-CB60-E494-148C-5B05EA0ED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774700"/>
            <a:ext cx="64611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4" name="Line 58">
            <a:extLst>
              <a:ext uri="{FF2B5EF4-FFF2-40B4-BE49-F238E27FC236}">
                <a16:creationId xmlns:a16="http://schemas.microsoft.com/office/drawing/2014/main" id="{30CD0ACB-1B27-D30A-3F17-5371F4399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025" y="34290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5" name="Rectangle 59">
            <a:extLst>
              <a:ext uri="{FF2B5EF4-FFF2-40B4-BE49-F238E27FC236}">
                <a16:creationId xmlns:a16="http://schemas.microsoft.com/office/drawing/2014/main" id="{1B0115DA-5A30-CE55-B4BF-21CC6EF8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20638"/>
            <a:ext cx="310673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on the alternate key</a:t>
            </a:r>
          </a:p>
        </p:txBody>
      </p:sp>
      <p:sp>
        <p:nvSpPr>
          <p:cNvPr id="14396" name="Line 60">
            <a:extLst>
              <a:ext uri="{FF2B5EF4-FFF2-40B4-BE49-F238E27FC236}">
                <a16:creationId xmlns:a16="http://schemas.microsoft.com/office/drawing/2014/main" id="{591D31FF-F347-DF3E-5A30-C82D7B881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1019175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7" name="Line 61">
            <a:extLst>
              <a:ext uri="{FF2B5EF4-FFF2-40B4-BE49-F238E27FC236}">
                <a16:creationId xmlns:a16="http://schemas.microsoft.com/office/drawing/2014/main" id="{A8AEBFA5-A623-5CAE-38B2-AFC2000B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8325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8" name="Line 62">
            <a:extLst>
              <a:ext uri="{FF2B5EF4-FFF2-40B4-BE49-F238E27FC236}">
                <a16:creationId xmlns:a16="http://schemas.microsoft.com/office/drawing/2014/main" id="{DA270FE9-5D5F-8852-1114-92915E6BB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5038" y="1009650"/>
            <a:ext cx="0" cy="32067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9" name="Rectangle 63">
            <a:extLst>
              <a:ext uri="{FF2B5EF4-FFF2-40B4-BE49-F238E27FC236}">
                <a16:creationId xmlns:a16="http://schemas.microsoft.com/office/drawing/2014/main" id="{FC6FB28B-0F79-8158-D7A8-8D6A1DFE2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2546350"/>
            <a:ext cx="4256088" cy="315913"/>
          </a:xfrm>
          <a:prstGeom prst="rect">
            <a:avLst/>
          </a:prstGeom>
          <a:solidFill>
            <a:srgbClr val="EAEAEA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 useBgFill="1">
        <p:nvSpPr>
          <p:cNvPr id="14400" name="Freeform 64">
            <a:extLst>
              <a:ext uri="{FF2B5EF4-FFF2-40B4-BE49-F238E27FC236}">
                <a16:creationId xmlns:a16="http://schemas.microsoft.com/office/drawing/2014/main" id="{F4A557A1-8C65-DEC9-7BC9-F6127B591146}"/>
              </a:ext>
            </a:extLst>
          </p:cNvPr>
          <p:cNvSpPr>
            <a:spLocks/>
          </p:cNvSpPr>
          <p:nvPr/>
        </p:nvSpPr>
        <p:spPr bwMode="auto">
          <a:xfrm>
            <a:off x="120650" y="2533650"/>
            <a:ext cx="103188" cy="368300"/>
          </a:xfrm>
          <a:custGeom>
            <a:avLst/>
            <a:gdLst>
              <a:gd name="T0" fmla="*/ 32 w 65"/>
              <a:gd name="T1" fmla="*/ 6 h 232"/>
              <a:gd name="T2" fmla="*/ 36 w 65"/>
              <a:gd name="T3" fmla="*/ 17 h 232"/>
              <a:gd name="T4" fmla="*/ 45 w 65"/>
              <a:gd name="T5" fmla="*/ 27 h 232"/>
              <a:gd name="T6" fmla="*/ 50 w 65"/>
              <a:gd name="T7" fmla="*/ 37 h 232"/>
              <a:gd name="T8" fmla="*/ 59 w 65"/>
              <a:gd name="T9" fmla="*/ 48 h 232"/>
              <a:gd name="T10" fmla="*/ 45 w 65"/>
              <a:gd name="T11" fmla="*/ 55 h 232"/>
              <a:gd name="T12" fmla="*/ 32 w 65"/>
              <a:gd name="T13" fmla="*/ 58 h 232"/>
              <a:gd name="T14" fmla="*/ 32 w 65"/>
              <a:gd name="T15" fmla="*/ 68 h 232"/>
              <a:gd name="T16" fmla="*/ 45 w 65"/>
              <a:gd name="T17" fmla="*/ 75 h 232"/>
              <a:gd name="T18" fmla="*/ 54 w 65"/>
              <a:gd name="T19" fmla="*/ 86 h 232"/>
              <a:gd name="T20" fmla="*/ 64 w 65"/>
              <a:gd name="T21" fmla="*/ 96 h 232"/>
              <a:gd name="T22" fmla="*/ 50 w 65"/>
              <a:gd name="T23" fmla="*/ 103 h 232"/>
              <a:gd name="T24" fmla="*/ 41 w 65"/>
              <a:gd name="T25" fmla="*/ 113 h 232"/>
              <a:gd name="T26" fmla="*/ 27 w 65"/>
              <a:gd name="T27" fmla="*/ 120 h 232"/>
              <a:gd name="T28" fmla="*/ 32 w 65"/>
              <a:gd name="T29" fmla="*/ 131 h 232"/>
              <a:gd name="T30" fmla="*/ 45 w 65"/>
              <a:gd name="T31" fmla="*/ 134 h 232"/>
              <a:gd name="T32" fmla="*/ 59 w 65"/>
              <a:gd name="T33" fmla="*/ 141 h 232"/>
              <a:gd name="T34" fmla="*/ 54 w 65"/>
              <a:gd name="T35" fmla="*/ 151 h 232"/>
              <a:gd name="T36" fmla="*/ 41 w 65"/>
              <a:gd name="T37" fmla="*/ 158 h 232"/>
              <a:gd name="T38" fmla="*/ 27 w 65"/>
              <a:gd name="T39" fmla="*/ 165 h 232"/>
              <a:gd name="T40" fmla="*/ 36 w 65"/>
              <a:gd name="T41" fmla="*/ 175 h 232"/>
              <a:gd name="T42" fmla="*/ 45 w 65"/>
              <a:gd name="T43" fmla="*/ 186 h 232"/>
              <a:gd name="T44" fmla="*/ 59 w 65"/>
              <a:gd name="T45" fmla="*/ 193 h 232"/>
              <a:gd name="T46" fmla="*/ 50 w 65"/>
              <a:gd name="T47" fmla="*/ 203 h 232"/>
              <a:gd name="T48" fmla="*/ 36 w 65"/>
              <a:gd name="T49" fmla="*/ 213 h 232"/>
              <a:gd name="T50" fmla="*/ 0 w 65"/>
              <a:gd name="T51" fmla="*/ 231 h 232"/>
              <a:gd name="T52" fmla="*/ 0 w 65"/>
              <a:gd name="T53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5" h="232">
                <a:moveTo>
                  <a:pt x="32" y="6"/>
                </a:moveTo>
                <a:lnTo>
                  <a:pt x="36" y="17"/>
                </a:lnTo>
                <a:lnTo>
                  <a:pt x="45" y="27"/>
                </a:lnTo>
                <a:lnTo>
                  <a:pt x="50" y="37"/>
                </a:lnTo>
                <a:lnTo>
                  <a:pt x="59" y="48"/>
                </a:lnTo>
                <a:lnTo>
                  <a:pt x="45" y="55"/>
                </a:lnTo>
                <a:lnTo>
                  <a:pt x="32" y="58"/>
                </a:lnTo>
                <a:lnTo>
                  <a:pt x="32" y="68"/>
                </a:lnTo>
                <a:lnTo>
                  <a:pt x="45" y="75"/>
                </a:lnTo>
                <a:lnTo>
                  <a:pt x="54" y="86"/>
                </a:lnTo>
                <a:lnTo>
                  <a:pt x="64" y="96"/>
                </a:lnTo>
                <a:lnTo>
                  <a:pt x="50" y="103"/>
                </a:lnTo>
                <a:lnTo>
                  <a:pt x="41" y="113"/>
                </a:lnTo>
                <a:lnTo>
                  <a:pt x="27" y="120"/>
                </a:lnTo>
                <a:lnTo>
                  <a:pt x="32" y="131"/>
                </a:lnTo>
                <a:lnTo>
                  <a:pt x="45" y="134"/>
                </a:lnTo>
                <a:lnTo>
                  <a:pt x="59" y="141"/>
                </a:lnTo>
                <a:lnTo>
                  <a:pt x="54" y="151"/>
                </a:lnTo>
                <a:lnTo>
                  <a:pt x="41" y="158"/>
                </a:lnTo>
                <a:lnTo>
                  <a:pt x="27" y="165"/>
                </a:lnTo>
                <a:lnTo>
                  <a:pt x="36" y="175"/>
                </a:lnTo>
                <a:lnTo>
                  <a:pt x="45" y="186"/>
                </a:lnTo>
                <a:lnTo>
                  <a:pt x="59" y="193"/>
                </a:lnTo>
                <a:lnTo>
                  <a:pt x="50" y="203"/>
                </a:lnTo>
                <a:lnTo>
                  <a:pt x="36" y="213"/>
                </a:lnTo>
                <a:lnTo>
                  <a:pt x="0" y="231"/>
                </a:lnTo>
                <a:lnTo>
                  <a:pt x="0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401" name="Freeform 65">
            <a:extLst>
              <a:ext uri="{FF2B5EF4-FFF2-40B4-BE49-F238E27FC236}">
                <a16:creationId xmlns:a16="http://schemas.microsoft.com/office/drawing/2014/main" id="{DFA84D9D-19F5-1DC4-7EF1-6AE241CB1C48}"/>
              </a:ext>
            </a:extLst>
          </p:cNvPr>
          <p:cNvSpPr>
            <a:spLocks/>
          </p:cNvSpPr>
          <p:nvPr/>
        </p:nvSpPr>
        <p:spPr bwMode="auto">
          <a:xfrm>
            <a:off x="93663" y="2473325"/>
            <a:ext cx="100012" cy="452438"/>
          </a:xfrm>
          <a:custGeom>
            <a:avLst/>
            <a:gdLst>
              <a:gd name="T0" fmla="*/ 62 w 63"/>
              <a:gd name="T1" fmla="*/ 45 h 285"/>
              <a:gd name="T2" fmla="*/ 55 w 63"/>
              <a:gd name="T3" fmla="*/ 55 h 285"/>
              <a:gd name="T4" fmla="*/ 46 w 63"/>
              <a:gd name="T5" fmla="*/ 62 h 285"/>
              <a:gd name="T6" fmla="*/ 37 w 63"/>
              <a:gd name="T7" fmla="*/ 69 h 285"/>
              <a:gd name="T8" fmla="*/ 31 w 63"/>
              <a:gd name="T9" fmla="*/ 79 h 285"/>
              <a:gd name="T10" fmla="*/ 27 w 63"/>
              <a:gd name="T11" fmla="*/ 90 h 285"/>
              <a:gd name="T12" fmla="*/ 37 w 63"/>
              <a:gd name="T13" fmla="*/ 214 h 285"/>
              <a:gd name="T14" fmla="*/ 62 w 63"/>
              <a:gd name="T15" fmla="*/ 273 h 285"/>
              <a:gd name="T16" fmla="*/ 6 w 63"/>
              <a:gd name="T17" fmla="*/ 284 h 285"/>
              <a:gd name="T18" fmla="*/ 0 w 63"/>
              <a:gd name="T19" fmla="*/ 0 h 285"/>
              <a:gd name="T20" fmla="*/ 62 w 63"/>
              <a:gd name="T21" fmla="*/ 45 h 2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" h="285">
                <a:moveTo>
                  <a:pt x="62" y="45"/>
                </a:moveTo>
                <a:lnTo>
                  <a:pt x="55" y="55"/>
                </a:lnTo>
                <a:lnTo>
                  <a:pt x="46" y="62"/>
                </a:lnTo>
                <a:lnTo>
                  <a:pt x="37" y="69"/>
                </a:lnTo>
                <a:lnTo>
                  <a:pt x="31" y="79"/>
                </a:lnTo>
                <a:lnTo>
                  <a:pt x="27" y="90"/>
                </a:lnTo>
                <a:lnTo>
                  <a:pt x="37" y="214"/>
                </a:lnTo>
                <a:lnTo>
                  <a:pt x="62" y="273"/>
                </a:lnTo>
                <a:lnTo>
                  <a:pt x="6" y="284"/>
                </a:lnTo>
                <a:lnTo>
                  <a:pt x="0" y="0"/>
                </a:lnTo>
                <a:lnTo>
                  <a:pt x="62" y="45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402" name="Freeform 66">
            <a:extLst>
              <a:ext uri="{FF2B5EF4-FFF2-40B4-BE49-F238E27FC236}">
                <a16:creationId xmlns:a16="http://schemas.microsoft.com/office/drawing/2014/main" id="{85E99C53-B702-AC70-0EBD-41315AB6EA7F}"/>
              </a:ext>
            </a:extLst>
          </p:cNvPr>
          <p:cNvSpPr>
            <a:spLocks/>
          </p:cNvSpPr>
          <p:nvPr/>
        </p:nvSpPr>
        <p:spPr bwMode="auto">
          <a:xfrm>
            <a:off x="4349750" y="2520950"/>
            <a:ext cx="134938" cy="381000"/>
          </a:xfrm>
          <a:custGeom>
            <a:avLst/>
            <a:gdLst>
              <a:gd name="T0" fmla="*/ 53 w 85"/>
              <a:gd name="T1" fmla="*/ 0 h 240"/>
              <a:gd name="T2" fmla="*/ 13 w 85"/>
              <a:gd name="T3" fmla="*/ 51 h 240"/>
              <a:gd name="T4" fmla="*/ 26 w 85"/>
              <a:gd name="T5" fmla="*/ 62 h 240"/>
              <a:gd name="T6" fmla="*/ 44 w 85"/>
              <a:gd name="T7" fmla="*/ 66 h 240"/>
              <a:gd name="T8" fmla="*/ 30 w 85"/>
              <a:gd name="T9" fmla="*/ 77 h 240"/>
              <a:gd name="T10" fmla="*/ 17 w 85"/>
              <a:gd name="T11" fmla="*/ 80 h 240"/>
              <a:gd name="T12" fmla="*/ 8 w 85"/>
              <a:gd name="T13" fmla="*/ 91 h 240"/>
              <a:gd name="T14" fmla="*/ 22 w 85"/>
              <a:gd name="T15" fmla="*/ 102 h 240"/>
              <a:gd name="T16" fmla="*/ 35 w 85"/>
              <a:gd name="T17" fmla="*/ 110 h 240"/>
              <a:gd name="T18" fmla="*/ 44 w 85"/>
              <a:gd name="T19" fmla="*/ 121 h 240"/>
              <a:gd name="T20" fmla="*/ 48 w 85"/>
              <a:gd name="T21" fmla="*/ 132 h 240"/>
              <a:gd name="T22" fmla="*/ 61 w 85"/>
              <a:gd name="T23" fmla="*/ 136 h 240"/>
              <a:gd name="T24" fmla="*/ 48 w 85"/>
              <a:gd name="T25" fmla="*/ 132 h 240"/>
              <a:gd name="T26" fmla="*/ 39 w 85"/>
              <a:gd name="T27" fmla="*/ 143 h 240"/>
              <a:gd name="T28" fmla="*/ 26 w 85"/>
              <a:gd name="T29" fmla="*/ 150 h 240"/>
              <a:gd name="T30" fmla="*/ 13 w 85"/>
              <a:gd name="T31" fmla="*/ 161 h 240"/>
              <a:gd name="T32" fmla="*/ 0 w 85"/>
              <a:gd name="T33" fmla="*/ 165 h 240"/>
              <a:gd name="T34" fmla="*/ 8 w 85"/>
              <a:gd name="T35" fmla="*/ 176 h 240"/>
              <a:gd name="T36" fmla="*/ 22 w 85"/>
              <a:gd name="T37" fmla="*/ 180 h 240"/>
              <a:gd name="T38" fmla="*/ 35 w 85"/>
              <a:gd name="T39" fmla="*/ 187 h 240"/>
              <a:gd name="T40" fmla="*/ 35 w 85"/>
              <a:gd name="T41" fmla="*/ 198 h 240"/>
              <a:gd name="T42" fmla="*/ 22 w 85"/>
              <a:gd name="T43" fmla="*/ 205 h 240"/>
              <a:gd name="T44" fmla="*/ 8 w 85"/>
              <a:gd name="T45" fmla="*/ 213 h 240"/>
              <a:gd name="T46" fmla="*/ 0 w 85"/>
              <a:gd name="T47" fmla="*/ 239 h 240"/>
              <a:gd name="T48" fmla="*/ 79 w 85"/>
              <a:gd name="T49" fmla="*/ 231 h 240"/>
              <a:gd name="T50" fmla="*/ 84 w 85"/>
              <a:gd name="T51" fmla="*/ 3 h 240"/>
              <a:gd name="T52" fmla="*/ 53 w 85"/>
              <a:gd name="T5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5" h="240">
                <a:moveTo>
                  <a:pt x="53" y="0"/>
                </a:moveTo>
                <a:lnTo>
                  <a:pt x="13" y="51"/>
                </a:lnTo>
                <a:lnTo>
                  <a:pt x="26" y="62"/>
                </a:lnTo>
                <a:lnTo>
                  <a:pt x="44" y="66"/>
                </a:lnTo>
                <a:lnTo>
                  <a:pt x="30" y="77"/>
                </a:lnTo>
                <a:lnTo>
                  <a:pt x="17" y="80"/>
                </a:lnTo>
                <a:lnTo>
                  <a:pt x="8" y="91"/>
                </a:lnTo>
                <a:lnTo>
                  <a:pt x="22" y="102"/>
                </a:lnTo>
                <a:lnTo>
                  <a:pt x="35" y="110"/>
                </a:lnTo>
                <a:lnTo>
                  <a:pt x="44" y="121"/>
                </a:lnTo>
                <a:lnTo>
                  <a:pt x="48" y="132"/>
                </a:lnTo>
                <a:lnTo>
                  <a:pt x="61" y="136"/>
                </a:lnTo>
                <a:lnTo>
                  <a:pt x="48" y="132"/>
                </a:lnTo>
                <a:lnTo>
                  <a:pt x="39" y="143"/>
                </a:lnTo>
                <a:lnTo>
                  <a:pt x="26" y="150"/>
                </a:lnTo>
                <a:lnTo>
                  <a:pt x="13" y="161"/>
                </a:lnTo>
                <a:lnTo>
                  <a:pt x="0" y="165"/>
                </a:lnTo>
                <a:lnTo>
                  <a:pt x="8" y="176"/>
                </a:lnTo>
                <a:lnTo>
                  <a:pt x="22" y="180"/>
                </a:lnTo>
                <a:lnTo>
                  <a:pt x="35" y="187"/>
                </a:lnTo>
                <a:lnTo>
                  <a:pt x="35" y="198"/>
                </a:lnTo>
                <a:lnTo>
                  <a:pt x="22" y="205"/>
                </a:lnTo>
                <a:lnTo>
                  <a:pt x="8" y="213"/>
                </a:lnTo>
                <a:lnTo>
                  <a:pt x="0" y="239"/>
                </a:lnTo>
                <a:lnTo>
                  <a:pt x="79" y="231"/>
                </a:lnTo>
                <a:lnTo>
                  <a:pt x="84" y="3"/>
                </a:lnTo>
                <a:lnTo>
                  <a:pt x="53" y="0"/>
                </a:lnTo>
              </a:path>
            </a:pathLst>
          </a:custGeom>
          <a:ln w="12700" cap="rnd" cmpd="sng">
            <a:solidFill>
              <a:schemeClr val="bg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 useBgFill="1">
        <p:nvSpPr>
          <p:cNvPr id="14403" name="Freeform 67">
            <a:extLst>
              <a:ext uri="{FF2B5EF4-FFF2-40B4-BE49-F238E27FC236}">
                <a16:creationId xmlns:a16="http://schemas.microsoft.com/office/drawing/2014/main" id="{0B7AA131-0C3F-6DBC-7CBB-497DC41136D2}"/>
              </a:ext>
            </a:extLst>
          </p:cNvPr>
          <p:cNvSpPr>
            <a:spLocks/>
          </p:cNvSpPr>
          <p:nvPr/>
        </p:nvSpPr>
        <p:spPr bwMode="auto">
          <a:xfrm>
            <a:off x="4305300" y="2501900"/>
            <a:ext cx="198438" cy="420688"/>
          </a:xfrm>
          <a:custGeom>
            <a:avLst/>
            <a:gdLst>
              <a:gd name="T0" fmla="*/ 51 w 125"/>
              <a:gd name="T1" fmla="*/ 7 h 265"/>
              <a:gd name="T2" fmla="*/ 83 w 125"/>
              <a:gd name="T3" fmla="*/ 57 h 265"/>
              <a:gd name="T4" fmla="*/ 76 w 125"/>
              <a:gd name="T5" fmla="*/ 174 h 265"/>
              <a:gd name="T6" fmla="*/ 76 w 125"/>
              <a:gd name="T7" fmla="*/ 224 h 265"/>
              <a:gd name="T8" fmla="*/ 0 w 125"/>
              <a:gd name="T9" fmla="*/ 242 h 265"/>
              <a:gd name="T10" fmla="*/ 21 w 125"/>
              <a:gd name="T11" fmla="*/ 264 h 265"/>
              <a:gd name="T12" fmla="*/ 120 w 125"/>
              <a:gd name="T13" fmla="*/ 260 h 265"/>
              <a:gd name="T14" fmla="*/ 124 w 125"/>
              <a:gd name="T15" fmla="*/ 0 h 265"/>
              <a:gd name="T16" fmla="*/ 51 w 125"/>
              <a:gd name="T17" fmla="*/ 7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5" h="265">
                <a:moveTo>
                  <a:pt x="51" y="7"/>
                </a:moveTo>
                <a:lnTo>
                  <a:pt x="83" y="57"/>
                </a:lnTo>
                <a:lnTo>
                  <a:pt x="76" y="174"/>
                </a:lnTo>
                <a:lnTo>
                  <a:pt x="76" y="224"/>
                </a:lnTo>
                <a:lnTo>
                  <a:pt x="0" y="242"/>
                </a:lnTo>
                <a:lnTo>
                  <a:pt x="21" y="264"/>
                </a:lnTo>
                <a:lnTo>
                  <a:pt x="120" y="260"/>
                </a:lnTo>
                <a:lnTo>
                  <a:pt x="124" y="0"/>
                </a:lnTo>
                <a:lnTo>
                  <a:pt x="51" y="7"/>
                </a:lnTo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4" name="Line 68">
            <a:extLst>
              <a:ext uri="{FF2B5EF4-FFF2-40B4-BE49-F238E27FC236}">
                <a16:creationId xmlns:a16="http://schemas.microsoft.com/office/drawing/2014/main" id="{C4D8EEFE-F3BE-1116-138A-9D200E847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8138" y="2541588"/>
            <a:ext cx="0" cy="32861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5" name="Line 69">
            <a:extLst>
              <a:ext uri="{FF2B5EF4-FFF2-40B4-BE49-F238E27FC236}">
                <a16:creationId xmlns:a16="http://schemas.microsoft.com/office/drawing/2014/main" id="{60BD5CE9-FE17-655A-9099-4EF6CE961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0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6" name="Line 70">
            <a:extLst>
              <a:ext uri="{FF2B5EF4-FFF2-40B4-BE49-F238E27FC236}">
                <a16:creationId xmlns:a16="http://schemas.microsoft.com/office/drawing/2014/main" id="{4B24C570-8C15-B40C-0AA2-B7BFCC16A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7" name="Line 71">
            <a:extLst>
              <a:ext uri="{FF2B5EF4-FFF2-40B4-BE49-F238E27FC236}">
                <a16:creationId xmlns:a16="http://schemas.microsoft.com/office/drawing/2014/main" id="{CC433EF4-3723-5106-B4A5-011A446D8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325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8" name="Line 72">
            <a:extLst>
              <a:ext uri="{FF2B5EF4-FFF2-40B4-BE49-F238E27FC236}">
                <a16:creationId xmlns:a16="http://schemas.microsoft.com/office/drawing/2014/main" id="{0B3E98FB-F3F7-1F7A-6284-19D5736D4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488" y="2541588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9" name="Line 73">
            <a:extLst>
              <a:ext uri="{FF2B5EF4-FFF2-40B4-BE49-F238E27FC236}">
                <a16:creationId xmlns:a16="http://schemas.microsoft.com/office/drawing/2014/main" id="{1B9DD16E-B0AF-2445-2232-59D096A0A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9388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0" name="Line 74">
            <a:extLst>
              <a:ext uri="{FF2B5EF4-FFF2-40B4-BE49-F238E27FC236}">
                <a16:creationId xmlns:a16="http://schemas.microsoft.com/office/drawing/2014/main" id="{75FD9A82-FB98-3E57-C410-229FC067F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700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1" name="Line 75">
            <a:extLst>
              <a:ext uri="{FF2B5EF4-FFF2-40B4-BE49-F238E27FC236}">
                <a16:creationId xmlns:a16="http://schemas.microsoft.com/office/drawing/2014/main" id="{BB7E4795-8202-2D3C-28CE-CFE4E2EC7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2" name="Line 76">
            <a:extLst>
              <a:ext uri="{FF2B5EF4-FFF2-40B4-BE49-F238E27FC236}">
                <a16:creationId xmlns:a16="http://schemas.microsoft.com/office/drawing/2014/main" id="{7368A0A1-4262-D54F-219D-8398E3390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3" name="Line 77">
            <a:extLst>
              <a:ext uri="{FF2B5EF4-FFF2-40B4-BE49-F238E27FC236}">
                <a16:creationId xmlns:a16="http://schemas.microsoft.com/office/drawing/2014/main" id="{3EFA33F6-63D7-3B14-CBA1-3AAA870EF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46350"/>
            <a:ext cx="0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4" name="Line 78">
            <a:extLst>
              <a:ext uri="{FF2B5EF4-FFF2-40B4-BE49-F238E27FC236}">
                <a16:creationId xmlns:a16="http://schemas.microsoft.com/office/drawing/2014/main" id="{CE8EA679-A5EF-2979-A0D9-B4E6CCEBF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2546350"/>
            <a:ext cx="4763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5" name="Line 79">
            <a:extLst>
              <a:ext uri="{FF2B5EF4-FFF2-40B4-BE49-F238E27FC236}">
                <a16:creationId xmlns:a16="http://schemas.microsoft.com/office/drawing/2014/main" id="{9D435692-474C-3173-A8DB-6D92E5BDF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1300" y="2551113"/>
            <a:ext cx="0" cy="306387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6" name="Line 80">
            <a:extLst>
              <a:ext uri="{FF2B5EF4-FFF2-40B4-BE49-F238E27FC236}">
                <a16:creationId xmlns:a16="http://schemas.microsoft.com/office/drawing/2014/main" id="{4D4AFF91-E6FB-5C0B-161E-2C42B4DB0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713" y="2546350"/>
            <a:ext cx="1587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7" name="Line 81">
            <a:extLst>
              <a:ext uri="{FF2B5EF4-FFF2-40B4-BE49-F238E27FC236}">
                <a16:creationId xmlns:a16="http://schemas.microsoft.com/office/drawing/2014/main" id="{876A81DD-6BAF-8AEB-A303-06DF47A2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90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8" name="Line 82">
            <a:extLst>
              <a:ext uri="{FF2B5EF4-FFF2-40B4-BE49-F238E27FC236}">
                <a16:creationId xmlns:a16="http://schemas.microsoft.com/office/drawing/2014/main" id="{89054D67-82C5-DC95-DDCD-9DDA16B3F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1888" y="2540000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9" name="Line 83">
            <a:extLst>
              <a:ext uri="{FF2B5EF4-FFF2-40B4-BE49-F238E27FC236}">
                <a16:creationId xmlns:a16="http://schemas.microsoft.com/office/drawing/2014/main" id="{1828AD52-8627-0562-7546-BDEBF2340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0" name="Line 84">
            <a:extLst>
              <a:ext uri="{FF2B5EF4-FFF2-40B4-BE49-F238E27FC236}">
                <a16:creationId xmlns:a16="http://schemas.microsoft.com/office/drawing/2014/main" id="{D549BD2B-9786-BF5C-30B2-3D4135D67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" y="2555875"/>
            <a:ext cx="0" cy="31908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1" name="Line 85">
            <a:extLst>
              <a:ext uri="{FF2B5EF4-FFF2-40B4-BE49-F238E27FC236}">
                <a16:creationId xmlns:a16="http://schemas.microsoft.com/office/drawing/2014/main" id="{7E2909DB-E440-3C19-2C5C-7FD5BBD4C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" y="2546350"/>
            <a:ext cx="0" cy="322263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2" name="Line 86">
            <a:extLst>
              <a:ext uri="{FF2B5EF4-FFF2-40B4-BE49-F238E27FC236}">
                <a16:creationId xmlns:a16="http://schemas.microsoft.com/office/drawing/2014/main" id="{E3248D90-B20F-5627-F720-67724A3213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3700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3" name="Line 87">
            <a:extLst>
              <a:ext uri="{FF2B5EF4-FFF2-40B4-BE49-F238E27FC236}">
                <a16:creationId xmlns:a16="http://schemas.microsoft.com/office/drawing/2014/main" id="{F05EC44B-8564-5C24-9AA1-35CA41A4C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88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4" name="Line 88">
            <a:extLst>
              <a:ext uri="{FF2B5EF4-FFF2-40B4-BE49-F238E27FC236}">
                <a16:creationId xmlns:a16="http://schemas.microsoft.com/office/drawing/2014/main" id="{9DAB37A9-70AC-8C96-E95E-95837EF1C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2546350"/>
            <a:ext cx="1588" cy="3111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5" name="Line 89">
            <a:extLst>
              <a:ext uri="{FF2B5EF4-FFF2-40B4-BE49-F238E27FC236}">
                <a16:creationId xmlns:a16="http://schemas.microsoft.com/office/drawing/2014/main" id="{9688D218-7EEC-FBD5-D201-B5EEB8274F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538" y="2551113"/>
            <a:ext cx="1587" cy="314325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6" name="Line 90">
            <a:extLst>
              <a:ext uri="{FF2B5EF4-FFF2-40B4-BE49-F238E27FC236}">
                <a16:creationId xmlns:a16="http://schemas.microsoft.com/office/drawing/2014/main" id="{488470C8-FD35-02D0-BC5F-8650EA560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7" name="Line 91">
            <a:extLst>
              <a:ext uri="{FF2B5EF4-FFF2-40B4-BE49-F238E27FC236}">
                <a16:creationId xmlns:a16="http://schemas.microsoft.com/office/drawing/2014/main" id="{9804E3D5-2155-9CB9-BA89-3FF4C1448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2213" y="2541588"/>
            <a:ext cx="0" cy="3270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8" name="Line 92">
            <a:extLst>
              <a:ext uri="{FF2B5EF4-FFF2-40B4-BE49-F238E27FC236}">
                <a16:creationId xmlns:a16="http://schemas.microsoft.com/office/drawing/2014/main" id="{B0185A56-8EBB-D8AF-29D1-6975B524D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3663" y="2546350"/>
            <a:ext cx="0" cy="325438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9" name="Line 93">
            <a:extLst>
              <a:ext uri="{FF2B5EF4-FFF2-40B4-BE49-F238E27FC236}">
                <a16:creationId xmlns:a16="http://schemas.microsoft.com/office/drawing/2014/main" id="{94112656-3FE2-5DAD-9B15-27AD64308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254635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0" name="Line 94">
            <a:extLst>
              <a:ext uri="{FF2B5EF4-FFF2-40B4-BE49-F238E27FC236}">
                <a16:creationId xmlns:a16="http://schemas.microsoft.com/office/drawing/2014/main" id="{CE1B4196-9AC0-3608-E5AE-227F5036E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875" y="2555875"/>
            <a:ext cx="0" cy="32067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1" name="Line 95">
            <a:extLst>
              <a:ext uri="{FF2B5EF4-FFF2-40B4-BE49-F238E27FC236}">
                <a16:creationId xmlns:a16="http://schemas.microsoft.com/office/drawing/2014/main" id="{DF0F7E5A-F03C-67E9-6652-4004CE802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546350"/>
            <a:ext cx="0" cy="32385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2" name="Rectangle 96">
            <a:extLst>
              <a:ext uri="{FF2B5EF4-FFF2-40B4-BE49-F238E27FC236}">
                <a16:creationId xmlns:a16="http://schemas.microsoft.com/office/drawing/2014/main" id="{5D5CC446-7C66-EA25-E175-BE169C393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511425"/>
            <a:ext cx="116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000">
                <a:solidFill>
                  <a:srgbClr val="000000"/>
                </a:solidFill>
              </a:rPr>
              <a:t>41  43 44 </a:t>
            </a:r>
            <a:r>
              <a:rPr lang="en-US" altLang="en-US" sz="1000">
                <a:solidFill>
                  <a:srgbClr val="CC0000"/>
                </a:solidFill>
              </a:rPr>
              <a:t>45</a:t>
            </a:r>
            <a:r>
              <a:rPr lang="en-US" altLang="en-US" sz="1000">
                <a:solidFill>
                  <a:srgbClr val="000000"/>
                </a:solidFill>
              </a:rPr>
              <a:t> 46  49</a:t>
            </a:r>
          </a:p>
          <a:p>
            <a:r>
              <a:rPr lang="en-US" altLang="en-US" sz="1000">
                <a:solidFill>
                  <a:srgbClr val="000000"/>
                </a:solidFill>
              </a:rPr>
              <a:t>Ni  Ef Bi </a:t>
            </a:r>
            <a:r>
              <a:rPr lang="en-US" altLang="en-US" sz="1000">
                <a:solidFill>
                  <a:srgbClr val="CC0000"/>
                </a:solidFill>
              </a:rPr>
              <a:t>Nt</a:t>
            </a:r>
            <a:r>
              <a:rPr lang="en-US" altLang="en-US" sz="1000">
                <a:solidFill>
                  <a:srgbClr val="000000"/>
                </a:solidFill>
              </a:rPr>
              <a:t>  Jt  Oi</a:t>
            </a:r>
          </a:p>
        </p:txBody>
      </p:sp>
      <p:sp>
        <p:nvSpPr>
          <p:cNvPr id="14433" name="Rectangle 97">
            <a:extLst>
              <a:ext uri="{FF2B5EF4-FFF2-40B4-BE49-F238E27FC236}">
                <a16:creationId xmlns:a16="http://schemas.microsoft.com/office/drawing/2014/main" id="{6A14F7C9-CF5C-7502-8082-EBC3FE080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2084388"/>
            <a:ext cx="698500" cy="14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latin typeface="Arial" panose="020B0604020202020204" pitchFamily="34" charset="0"/>
              </a:rPr>
              <a:t>Base Records</a:t>
            </a:r>
          </a:p>
        </p:txBody>
      </p:sp>
      <p:sp>
        <p:nvSpPr>
          <p:cNvPr id="14434" name="Rectangle 98">
            <a:extLst>
              <a:ext uri="{FF2B5EF4-FFF2-40B4-BE49-F238E27FC236}">
                <a16:creationId xmlns:a16="http://schemas.microsoft.com/office/drawing/2014/main" id="{47E732AC-78D8-9EF1-E1E5-13B0AA5D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26050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35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Ot</a:t>
            </a:r>
          </a:p>
        </p:txBody>
      </p:sp>
      <p:sp>
        <p:nvSpPr>
          <p:cNvPr id="14435" name="Rectangle 99">
            <a:extLst>
              <a:ext uri="{FF2B5EF4-FFF2-40B4-BE49-F238E27FC236}">
                <a16:creationId xmlns:a16="http://schemas.microsoft.com/office/drawing/2014/main" id="{A26494BD-B457-F465-F4CE-45C275EF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65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Nf</a:t>
            </a:r>
          </a:p>
        </p:txBody>
      </p:sp>
      <p:sp>
        <p:nvSpPr>
          <p:cNvPr id="14436" name="Rectangle 100">
            <a:extLst>
              <a:ext uri="{FF2B5EF4-FFF2-40B4-BE49-F238E27FC236}">
                <a16:creationId xmlns:a16="http://schemas.microsoft.com/office/drawing/2014/main" id="{18E9C12A-5B19-3C62-88E2-7553C1E75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2617788"/>
            <a:ext cx="19050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>
                <a:solidFill>
                  <a:srgbClr val="000000"/>
                </a:solidFill>
              </a:rPr>
              <a:t>72</a:t>
            </a:r>
          </a:p>
          <a:p>
            <a:pPr algn="ctr"/>
            <a:r>
              <a:rPr lang="en-US" altLang="en-US" sz="1000">
                <a:solidFill>
                  <a:srgbClr val="000000"/>
                </a:solidFill>
              </a:rPr>
              <a:t>Mi</a:t>
            </a:r>
          </a:p>
        </p:txBody>
      </p:sp>
      <p:sp>
        <p:nvSpPr>
          <p:cNvPr id="14437" name="Line 101">
            <a:extLst>
              <a:ext uri="{FF2B5EF4-FFF2-40B4-BE49-F238E27FC236}">
                <a16:creationId xmlns:a16="http://schemas.microsoft.com/office/drawing/2014/main" id="{6291EDC5-BA70-4B3C-2F44-6FC3866C3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057400"/>
            <a:ext cx="2006600" cy="4762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8" name="Line 102">
            <a:extLst>
              <a:ext uri="{FF2B5EF4-FFF2-40B4-BE49-F238E27FC236}">
                <a16:creationId xmlns:a16="http://schemas.microsoft.com/office/drawing/2014/main" id="{0DCE4355-8D6C-3CBD-0358-9C7492E43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051050"/>
            <a:ext cx="1193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9" name="Rectangle 103">
            <a:extLst>
              <a:ext uri="{FF2B5EF4-FFF2-40B4-BE49-F238E27FC236}">
                <a16:creationId xmlns:a16="http://schemas.microsoft.com/office/drawing/2014/main" id="{6DA5300D-9E16-4AA4-9087-E6163A76C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806450"/>
            <a:ext cx="695325" cy="14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000" b="1">
                <a:latin typeface="Arial" panose="020B0604020202020204" pitchFamily="34" charset="0"/>
              </a:rPr>
              <a:t>Index Records</a:t>
            </a:r>
          </a:p>
        </p:txBody>
      </p:sp>
      <p:sp>
        <p:nvSpPr>
          <p:cNvPr id="14440" name="Line 104">
            <a:extLst>
              <a:ext uri="{FF2B5EF4-FFF2-40B4-BE49-F238E27FC236}">
                <a16:creationId xmlns:a16="http://schemas.microsoft.com/office/drawing/2014/main" id="{279C4976-E45F-6365-C426-ED9D90A8B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2051050"/>
            <a:ext cx="292100" cy="4889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1" name="Line 105">
            <a:extLst>
              <a:ext uri="{FF2B5EF4-FFF2-40B4-BE49-F238E27FC236}">
                <a16:creationId xmlns:a16="http://schemas.microsoft.com/office/drawing/2014/main" id="{77119D7B-833C-5081-A219-A499E0DB0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057400"/>
            <a:ext cx="50800" cy="4826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2" name="Line 106">
            <a:extLst>
              <a:ext uri="{FF2B5EF4-FFF2-40B4-BE49-F238E27FC236}">
                <a16:creationId xmlns:a16="http://schemas.microsoft.com/office/drawing/2014/main" id="{FAE8C072-C104-704C-0405-95B01C462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6800" y="2051050"/>
            <a:ext cx="222250" cy="50165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3" name="Line 107">
            <a:extLst>
              <a:ext uri="{FF2B5EF4-FFF2-40B4-BE49-F238E27FC236}">
                <a16:creationId xmlns:a16="http://schemas.microsoft.com/office/drawing/2014/main" id="{890C98AB-EECD-A604-67BB-94E4E84343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7750" y="2057400"/>
            <a:ext cx="1447800" cy="469900"/>
          </a:xfrm>
          <a:prstGeom prst="line">
            <a:avLst/>
          </a:prstGeom>
          <a:noFill/>
          <a:ln w="12700">
            <a:solidFill>
              <a:srgbClr val="5F5F5F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4" name="Line 108">
            <a:extLst>
              <a:ext uri="{FF2B5EF4-FFF2-40B4-BE49-F238E27FC236}">
                <a16:creationId xmlns:a16="http://schemas.microsoft.com/office/drawing/2014/main" id="{CF963D5A-42DB-CB3D-DA3E-74F209D91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" y="336550"/>
            <a:ext cx="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5" name="Rectangle 109">
            <a:extLst>
              <a:ext uri="{FF2B5EF4-FFF2-40B4-BE49-F238E27FC236}">
                <a16:creationId xmlns:a16="http://schemas.microsoft.com/office/drawing/2014/main" id="{81D0418F-2AD0-CDAF-52C9-3177C7926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00" y="2501900"/>
            <a:ext cx="158750" cy="415925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46" name="Arc 110">
            <a:extLst>
              <a:ext uri="{FF2B5EF4-FFF2-40B4-BE49-F238E27FC236}">
                <a16:creationId xmlns:a16="http://schemas.microsoft.com/office/drawing/2014/main" id="{C8A9855F-76E6-4451-CDFA-FD4FA5E86237}"/>
              </a:ext>
            </a:extLst>
          </p:cNvPr>
          <p:cNvSpPr>
            <a:spLocks/>
          </p:cNvSpPr>
          <p:nvPr/>
        </p:nvSpPr>
        <p:spPr bwMode="auto">
          <a:xfrm>
            <a:off x="171450" y="644525"/>
            <a:ext cx="1990725" cy="2060575"/>
          </a:xfrm>
          <a:custGeom>
            <a:avLst/>
            <a:gdLst>
              <a:gd name="G0" fmla="+- 21600 0 0"/>
              <a:gd name="G1" fmla="+- 1306 0 0"/>
              <a:gd name="G2" fmla="+- 21600 0 0"/>
              <a:gd name="T0" fmla="*/ 21600 w 21600"/>
              <a:gd name="T1" fmla="*/ 22906 h 22906"/>
              <a:gd name="T2" fmla="*/ 39 w 21600"/>
              <a:gd name="T3" fmla="*/ 0 h 22906"/>
              <a:gd name="T4" fmla="*/ 21600 w 21600"/>
              <a:gd name="T5" fmla="*/ 1306 h 22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2906" fill="none" extrusionOk="0">
                <a:moveTo>
                  <a:pt x="21600" y="22905"/>
                </a:moveTo>
                <a:cubicBezTo>
                  <a:pt x="9670" y="22906"/>
                  <a:pt x="0" y="13235"/>
                  <a:pt x="0" y="1306"/>
                </a:cubicBezTo>
                <a:cubicBezTo>
                  <a:pt x="0" y="870"/>
                  <a:pt x="13" y="434"/>
                  <a:pt x="39" y="0"/>
                </a:cubicBezTo>
              </a:path>
              <a:path w="21600" h="22906" stroke="0" extrusionOk="0">
                <a:moveTo>
                  <a:pt x="21600" y="22905"/>
                </a:moveTo>
                <a:cubicBezTo>
                  <a:pt x="9670" y="22906"/>
                  <a:pt x="0" y="13235"/>
                  <a:pt x="0" y="1306"/>
                </a:cubicBezTo>
                <a:cubicBezTo>
                  <a:pt x="0" y="870"/>
                  <a:pt x="13" y="434"/>
                  <a:pt x="39" y="0"/>
                </a:cubicBezTo>
                <a:lnTo>
                  <a:pt x="21600" y="1306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685</TotalTime>
  <Words>632</Words>
  <Application>Microsoft Office PowerPoint</Application>
  <PresentationFormat>Custom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21</cp:revision>
  <dcterms:created xsi:type="dcterms:W3CDTF">1995-06-17T23:31:02Z</dcterms:created>
  <dcterms:modified xsi:type="dcterms:W3CDTF">2026-05-13T01:05:30Z</dcterms:modified>
</cp:coreProperties>
</file>