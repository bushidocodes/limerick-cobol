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4762500" cy="1905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-77760"/>
            <a:ext cx="428580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445680"/>
            <a:ext cx="4285800" cy="1104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1905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4400"/>
            <a:ext cx="4738680" cy="1876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75960"/>
            <a:ext cx="4285800" cy="31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445680"/>
            <a:ext cx="4285800" cy="1104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4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This is the destination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0" y="0"/>
            <a:ext cx="166356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1 - Before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28440" y="239760"/>
            <a:ext cx="39178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1. STRING Field1 DELIMITED BY SPACES INTO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Where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is the destination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0" y="0"/>
            <a:ext cx="149400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1 - After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8440" y="239760"/>
            <a:ext cx="391788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1. STRING Field1 DELIMITED BY SPACES INTO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2081160" y="504720"/>
            <a:ext cx="2660760" cy="86688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delimiter is encountered after “Where”.  The text in Field2 that is not explicitly overwritten, is left intact.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This is the destination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0" y="0"/>
            <a:ext cx="166356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2 - Before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28440" y="239760"/>
            <a:ext cx="3765600" cy="54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2. STRING Field1 DELIMITED BY SIZE INTO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Where does this go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0" y="0"/>
            <a:ext cx="149400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2 - After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28440" y="239760"/>
            <a:ext cx="3765600" cy="54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2. STRING Field1 DELIMITED BY SIZE INTO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462040" y="685800"/>
            <a:ext cx="2279520" cy="6858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DELIMITED BY SIZE, strings the entire contents of Field1 into Field2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This is the destination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0" y="0"/>
            <a:ext cx="166356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3 - Before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28440" y="239760"/>
            <a:ext cx="3537000" cy="115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3. MOVE 6 TO StrPtr.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Field1, Field3 DELIMITED BY SPACE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Field2 WITH POINTER StrPtr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ON OVERFLOW DISPLAY "String Error"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NOT ON OVERFLOW "No Error"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END-STRING.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 txBox="1"/>
          <p:nvPr/>
        </p:nvSpPr>
        <p:spPr>
          <a:xfrm>
            <a:off x="214200" y="1450800"/>
            <a:ext cx="43196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This 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WhereHere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stination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0" y="0"/>
            <a:ext cx="149400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3 - After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28440" y="239760"/>
            <a:ext cx="3537000" cy="115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3. MOVE 6 TO StrPtr.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Field1, Field3 DELIMITED BY SPACE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Field2 WITH POINTER StrPtr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ON OVERFLOW DISPLAY "String Error"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NOT ON OVERFLOW "No Error"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END-STRING.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809640" y="409680"/>
            <a:ext cx="248040" cy="1152720"/>
          </a:xfrm>
          <a:custGeom>
            <a:avLst/>
            <a:gdLst/>
            <a:ahLst/>
            <a:rect l="0" t="0" r="r" b="b"/>
            <a:pathLst>
              <a:path fill="none" w="689" h="3202">
                <a:moveTo>
                  <a:pt x="689" y="3202"/>
                </a:moveTo>
                <a:lnTo>
                  <a:pt x="689" y="3202"/>
                </a:lnTo>
                <a:lnTo>
                  <a:pt x="689" y="3202"/>
                </a:lnTo>
                <a:cubicBezTo>
                  <a:pt x="689" y="2640"/>
                  <a:pt x="657" y="2088"/>
                  <a:pt x="597" y="1601"/>
                </a:cubicBezTo>
                <a:cubicBezTo>
                  <a:pt x="536" y="1114"/>
                  <a:pt x="449" y="710"/>
                  <a:pt x="344" y="429"/>
                </a:cubicBezTo>
                <a:cubicBezTo>
                  <a:pt x="240" y="148"/>
                  <a:pt x="121" y="0"/>
                  <a:pt x="0" y="0"/>
                </a:cubicBezTo>
              </a:path>
            </a:pathLst>
          </a:custGeom>
          <a:ln w="12600">
            <a:solidFill>
              <a:srgbClr val="FF33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3357720" y="533520"/>
            <a:ext cx="1389240" cy="11714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WITH POINTER phrase, means that characters are inserted into Field2 starting at character position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0" y="0"/>
            <a:ext cx="166356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4 - Before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28440" y="239760"/>
            <a:ext cx="3079800" cy="701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4. STRING Field1, Field2, Field3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DELIMITED BY SPACES INTO Field4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END-STRING.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WhereThisHere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0" y="0"/>
            <a:ext cx="149400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4 - After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440" y="239760"/>
            <a:ext cx="3079800" cy="701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4. STRING Field1, Field2, Field3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DELIMITED BY SPACES INTO Field4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END-STRING.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This is the destination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0" y="0"/>
            <a:ext cx="166356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5 - Before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28440" y="239760"/>
            <a:ext cx="2927520" cy="115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5. MOVE 4 TO NewPtr.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Field1 DELIMITED BY "this"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Field3 DELIMITED BY SPACE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"END"  DELIMITED BY 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INTO Field2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END-STRING.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Where does HereEND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0" y="0"/>
            <a:ext cx="149400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5 - After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28440" y="239760"/>
            <a:ext cx="2927520" cy="115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5. MOVE 4 TO NewPtr.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Field1 DELIMITED BY "this"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Field3 DELIMITED BY SPACE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"END"  DELIMITED BY 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INTO Field2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END-STRING.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2876400" y="123840"/>
            <a:ext cx="1819440" cy="138096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Are you puzzled by this answer?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Have you examined the STRING statement carefully?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once more to see a full explanation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878200" y="123840"/>
            <a:ext cx="1819440" cy="138096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This was a trick question.  Even though 4 is moved to the NewPtr, there is no WITH POINTER phrase in the STRING statement.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So moving 4 to NewPtr has no effect.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This is the destination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0" y="0"/>
            <a:ext cx="166356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6 - Before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9360" y="243000"/>
            <a:ext cx="3308400" cy="1192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6. MOVE 4 TO NewPtr.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Field1 DELIMITED BY "this"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Field3 DELIMITED BY SPACE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"Tom"  DELIMITED BY 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Field2 WITH POINTER NewPtr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ON OVERFLOW DISPLAY "String Error"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NOT ON OVERFLOW DISPLAY Field2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END-STRING.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 txBox="1"/>
          <p:nvPr/>
        </p:nvSpPr>
        <p:spPr>
          <a:xfrm>
            <a:off x="214200" y="1450800"/>
            <a:ext cx="4317840" cy="401760"/>
          </a:xfrm>
          <a:prstGeom prst="rect">
            <a:avLst/>
          </a:prstGeom>
          <a:solidFill>
            <a:srgbClr val="DDDDDD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000000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Thi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Where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he destination string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0" y="0"/>
            <a:ext cx="149400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String 6 - After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9360" y="243000"/>
            <a:ext cx="3308400" cy="1192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6. MOVE 4 TO NewPtr.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Field1 DELIMITED BY "this"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Field3 DELIMITED BY SPACE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"Tom"  DELIMITED BY 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Field2 WITH POINTER NewPtr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ON OVERFLOW DISPLAY "String Error"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NOT ON OVERFLOW DISPLAY Field2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END-STRING.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Field2.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257640" y="47520"/>
            <a:ext cx="1487520" cy="16812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Puzzled again?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Examine the description of NewPtr carefully and see if you can figure out what’s going wrong.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again to see an explanation of what’s happening.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3262320" y="42840"/>
            <a:ext cx="1487520" cy="16956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NewPtr is incremented until its value reaches 10.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Because it is described as PIC 9, the 1 is truncated and NewPtr contains a value of 0.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again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3267000" y="41400"/>
            <a:ext cx="1487520" cy="16970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Since NewPtr now contains 0, it is pointing outside the string and the STRING statement terminates.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again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3263760" y="52560"/>
            <a:ext cx="1487520" cy="16812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Because there are valid characters in the source strings that have not been transferred to the destination string, the ON OVERFLOW activates.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