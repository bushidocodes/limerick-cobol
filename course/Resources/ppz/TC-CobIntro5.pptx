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73" r:id="rId2"/>
    <p:sldId id="274" r:id="rId3"/>
    <p:sldId id="275" r:id="rId4"/>
    <p:sldId id="276" r:id="rId5"/>
    <p:sldId id="277" r:id="rId6"/>
    <p:sldId id="278" r:id="rId7"/>
    <p:sldId id="279" r:id="rId8"/>
    <p:sldId id="280" r:id="rId9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CF0E30"/>
    <a:srgbClr val="00279F"/>
    <a:srgbClr val="037C0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-800" y="-177"/>
      </p:cViewPr>
      <p:guideLst>
        <p:guide orient="horz" pos="2160"/>
        <p:guide pos="2880"/>
      </p:guideLst>
    </p:cSldViewPr>
  </p:slide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D4C1BF9F-BEE2-8785-D21F-D3AA25F9F84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b="0" i="1">
                <a:effectLst/>
              </a:defRPr>
            </a:lvl1pPr>
          </a:lstStyle>
          <a:p>
            <a:endParaRPr lang="en-US" alt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C3E8B709-97B8-EA6F-DA01-33C86B171990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b="0" i="1">
                <a:effectLst/>
              </a:defRPr>
            </a:lvl1pPr>
          </a:lstStyle>
          <a:p>
            <a:endParaRPr lang="en-US" alt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BB48732B-68FF-F00D-3E98-EAE97B0D70E1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b="0" i="1">
                <a:effectLst/>
              </a:defRPr>
            </a:lvl1pPr>
          </a:lstStyle>
          <a:p>
            <a:endParaRPr lang="en-US" altLang="en-US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C712A498-69C8-B135-ACE9-A1DB9750DABD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b="0" i="1">
                <a:effectLst/>
              </a:defRPr>
            </a:lvl1pPr>
          </a:lstStyle>
          <a:p>
            <a:fld id="{D4197153-D603-4A8B-8102-88EC15EF219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EDEE5269-DCDC-7ED6-26F8-0D988DD093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9588" y="8707438"/>
            <a:ext cx="758825" cy="25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7313" tIns="44450" rIns="87313" bIns="44450">
            <a:spAutoFit/>
          </a:bodyPr>
          <a:lstStyle>
            <a:lvl1pPr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34975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68363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03338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736725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1939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6511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1083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5655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altLang="en-US" sz="1200" b="0">
                <a:effectLst/>
              </a:rPr>
              <a:t>Page </a:t>
            </a:r>
            <a:fld id="{DFA46940-A771-4008-8E2D-B5137467F779}" type="slidenum">
              <a:rPr lang="en-US" altLang="en-US" sz="1200" b="0">
                <a:effectLst/>
              </a:rPr>
              <a:pPr algn="ctr">
                <a:lnSpc>
                  <a:spcPct val="90000"/>
                </a:lnSpc>
              </a:pPr>
              <a:t>‹#›</a:t>
            </a:fld>
            <a:endParaRPr lang="en-US" altLang="en-US" sz="1200" b="0">
              <a:effectLst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7FCF5DE8-272B-B1FA-41C4-0CA1C9A1AF6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defTabSz="762000">
              <a:defRPr sz="1000" b="0" i="1">
                <a:effectLst/>
                <a:latin typeface="Times New Roman" panose="02020603050405020304" pitchFamily="18" charset="0"/>
              </a:defRPr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0B179619-EC0A-4FEA-637D-3D6E496E057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 defTabSz="762000">
              <a:defRPr sz="1000" b="0" i="1">
                <a:effectLst/>
                <a:latin typeface="Times New Roman" panose="02020603050405020304" pitchFamily="18" charset="0"/>
              </a:defRPr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AFBAD83C-60DB-4AF6-7C84-57FADCF8378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defTabSz="762000">
              <a:defRPr sz="1000" b="0" i="1">
                <a:effectLst/>
                <a:latin typeface="Times New Roman" panose="02020603050405020304" pitchFamily="18" charset="0"/>
              </a:defRPr>
            </a:lvl1pPr>
          </a:lstStyle>
          <a:p>
            <a:endParaRPr lang="en-US" altLang="en-US"/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ADE34CA9-6F4D-90C9-B287-C3950C09D19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 defTabSz="762000">
              <a:defRPr sz="1000" b="0" i="1">
                <a:effectLst/>
                <a:latin typeface="Times New Roman" panose="02020603050405020304" pitchFamily="18" charset="0"/>
              </a:defRPr>
            </a:lvl1pPr>
          </a:lstStyle>
          <a:p>
            <a:fld id="{BC0CC8A7-13F6-4053-85FE-0C6573D4CD3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D4C606B9-CCCB-0AE9-4026-E800F7702EE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4988"/>
            <a:ext cx="5029200" cy="3849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Body Text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7DDF9F54-642E-0BBB-3011-A292BBD4A1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9588" y="8707438"/>
            <a:ext cx="758825" cy="25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7313" tIns="44450" rIns="87313" bIns="44450">
            <a:spAutoFit/>
          </a:bodyPr>
          <a:lstStyle>
            <a:lvl1pPr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34975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68363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03338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736725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1939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6511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1083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5655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altLang="en-US" sz="1200" b="0">
                <a:effectLst/>
              </a:rPr>
              <a:t>Page </a:t>
            </a:r>
            <a:fld id="{73B3A70E-8EC9-4107-A9B6-BB7E35F09DBE}" type="slidenum">
              <a:rPr lang="en-US" altLang="en-US" sz="1200" b="0">
                <a:effectLst/>
              </a:rPr>
              <a:pPr algn="ctr">
                <a:lnSpc>
                  <a:spcPct val="90000"/>
                </a:lnSpc>
              </a:pPr>
              <a:t>‹#›</a:t>
            </a:fld>
            <a:endParaRPr lang="en-US" altLang="en-US" sz="1200" b="0">
              <a:effectLst/>
            </a:endParaRPr>
          </a:p>
        </p:txBody>
      </p:sp>
      <p:sp>
        <p:nvSpPr>
          <p:cNvPr id="2056" name="Rectangle 8">
            <a:extLst>
              <a:ext uri="{FF2B5EF4-FFF2-40B4-BE49-F238E27FC236}">
                <a16:creationId xmlns:a16="http://schemas.microsoft.com/office/drawing/2014/main" id="{FBF1257B-B826-985C-4B01-3C6C3D790808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149350" y="692150"/>
            <a:ext cx="455930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77A73B8F-A3B4-D068-8F61-7D7F5CA0DA9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687B8D9-DAF3-4184-91D9-9C9CB78D3B0E}" type="slidenum">
              <a:rPr lang="en-US" altLang="en-US"/>
              <a:pPr/>
              <a:t>1</a:t>
            </a:fld>
            <a:endParaRPr lang="en-US" altLang="en-US"/>
          </a:p>
        </p:txBody>
      </p:sp>
      <p:sp>
        <p:nvSpPr>
          <p:cNvPr id="5122" name="Rectangle 2">
            <a:extLst>
              <a:ext uri="{FF2B5EF4-FFF2-40B4-BE49-F238E27FC236}">
                <a16:creationId xmlns:a16="http://schemas.microsoft.com/office/drawing/2014/main" id="{4A761F38-FD11-3C8D-DD38-28DCA7F73A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31497396-90F7-366D-7CF3-E197635C8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0" rIns="19050" bIns="0" anchor="b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/>
            <a:r>
              <a:rPr lang="en-US" altLang="en-US" sz="1000" b="0" i="1">
                <a:effectLst/>
                <a:latin typeface="Times New Roman" panose="02020603050405020304" pitchFamily="18" charset="0"/>
              </a:rPr>
              <a:t>18</a:t>
            </a:r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70B016EB-AAAE-1999-3809-F3AC84953A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7CD4D5BD-5412-73F6-331C-0AB4C6B629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4AF1B8A7-A597-C33C-375A-A07DE9AA06A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D88B474B-8916-14CF-FE4B-FD048F768591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C802F3B7-D7E8-D247-B206-51BBB80A3CE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6C4B53-4A7A-429A-9283-75BFEA950C84}" type="slidenum">
              <a:rPr lang="en-US" altLang="en-US"/>
              <a:pPr/>
              <a:t>2</a:t>
            </a:fld>
            <a:endParaRPr lang="en-US" altLang="en-US"/>
          </a:p>
        </p:txBody>
      </p:sp>
      <p:sp>
        <p:nvSpPr>
          <p:cNvPr id="7170" name="Rectangle 2">
            <a:extLst>
              <a:ext uri="{FF2B5EF4-FFF2-40B4-BE49-F238E27FC236}">
                <a16:creationId xmlns:a16="http://schemas.microsoft.com/office/drawing/2014/main" id="{3F497759-C6B6-971B-9F7F-4CC5CB665A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E76BA9F2-1D58-EFF1-65E7-F53C030A0E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0" rIns="19050" bIns="0" anchor="b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/>
            <a:r>
              <a:rPr lang="en-US" altLang="en-US" sz="1000" b="0" i="1">
                <a:effectLst/>
                <a:latin typeface="Times New Roman" panose="02020603050405020304" pitchFamily="18" charset="0"/>
              </a:rPr>
              <a:t>19</a:t>
            </a:r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53828EC1-3536-E663-6856-9FBD72639B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3" name="Rectangle 5">
            <a:extLst>
              <a:ext uri="{FF2B5EF4-FFF2-40B4-BE49-F238E27FC236}">
                <a16:creationId xmlns:a16="http://schemas.microsoft.com/office/drawing/2014/main" id="{474E7217-6D97-6A13-97CF-D005AC76A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31DF7CC8-0069-2312-F289-B2F0F0E6F7D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  <p:sp>
        <p:nvSpPr>
          <p:cNvPr id="7175" name="Rectangle 7">
            <a:extLst>
              <a:ext uri="{FF2B5EF4-FFF2-40B4-BE49-F238E27FC236}">
                <a16:creationId xmlns:a16="http://schemas.microsoft.com/office/drawing/2014/main" id="{EDD57D8E-AF0D-E40C-8BAF-FE651BCE77B4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FAB5E815-3E7F-3ED1-278C-3D8EF38FE4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313FA62-8447-45D1-8FC1-0C76FCD7DE6D}" type="slidenum">
              <a:rPr lang="en-US" altLang="en-US"/>
              <a:pPr/>
              <a:t>3</a:t>
            </a:fld>
            <a:endParaRPr lang="en-US" altLang="en-US"/>
          </a:p>
        </p:txBody>
      </p:sp>
      <p:sp>
        <p:nvSpPr>
          <p:cNvPr id="9218" name="Rectangle 2">
            <a:extLst>
              <a:ext uri="{FF2B5EF4-FFF2-40B4-BE49-F238E27FC236}">
                <a16:creationId xmlns:a16="http://schemas.microsoft.com/office/drawing/2014/main" id="{9CF5E97C-2422-B488-E200-4ED9865279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89FEB407-23B9-0DFC-3B41-7B192D060F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0" rIns="19050" bIns="0" anchor="b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/>
            <a:r>
              <a:rPr lang="en-US" altLang="en-US" sz="1000" b="0" i="1">
                <a:effectLst/>
                <a:latin typeface="Times New Roman" panose="02020603050405020304" pitchFamily="18" charset="0"/>
              </a:rPr>
              <a:t>20</a:t>
            </a:r>
          </a:p>
        </p:txBody>
      </p:sp>
      <p:sp>
        <p:nvSpPr>
          <p:cNvPr id="9220" name="Rectangle 4">
            <a:extLst>
              <a:ext uri="{FF2B5EF4-FFF2-40B4-BE49-F238E27FC236}">
                <a16:creationId xmlns:a16="http://schemas.microsoft.com/office/drawing/2014/main" id="{FCFA5360-6A63-F379-4ED3-17CCE84141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21" name="Rectangle 5">
            <a:extLst>
              <a:ext uri="{FF2B5EF4-FFF2-40B4-BE49-F238E27FC236}">
                <a16:creationId xmlns:a16="http://schemas.microsoft.com/office/drawing/2014/main" id="{5F906FF1-80C7-3C13-917F-6F68B096FC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22" name="Rectangle 6">
            <a:extLst>
              <a:ext uri="{FF2B5EF4-FFF2-40B4-BE49-F238E27FC236}">
                <a16:creationId xmlns:a16="http://schemas.microsoft.com/office/drawing/2014/main" id="{57A49EF9-9F99-DD25-6D6F-5D909503EA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  <p:sp>
        <p:nvSpPr>
          <p:cNvPr id="9223" name="Rectangle 7">
            <a:extLst>
              <a:ext uri="{FF2B5EF4-FFF2-40B4-BE49-F238E27FC236}">
                <a16:creationId xmlns:a16="http://schemas.microsoft.com/office/drawing/2014/main" id="{ABEC1D2D-6006-FA9F-0659-2A3D65B41826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692AC161-775C-8F4D-C1EA-F19BE9727D2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09828F7-E108-4ECD-9BFB-6C34AEC52E10}" type="slidenum">
              <a:rPr lang="en-US" altLang="en-US"/>
              <a:pPr/>
              <a:t>4</a:t>
            </a:fld>
            <a:endParaRPr lang="en-US" altLang="en-US"/>
          </a:p>
        </p:txBody>
      </p:sp>
      <p:sp>
        <p:nvSpPr>
          <p:cNvPr id="11266" name="Rectangle 2">
            <a:extLst>
              <a:ext uri="{FF2B5EF4-FFF2-40B4-BE49-F238E27FC236}">
                <a16:creationId xmlns:a16="http://schemas.microsoft.com/office/drawing/2014/main" id="{ACB0C142-DB1C-7CBC-4B39-D48C682045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178F98C0-164A-4105-8279-BA3011C4AE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0" rIns="19050" bIns="0" anchor="b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/>
            <a:r>
              <a:rPr lang="en-US" altLang="en-US" sz="1000" b="0" i="1">
                <a:effectLst/>
                <a:latin typeface="Times New Roman" panose="02020603050405020304" pitchFamily="18" charset="0"/>
              </a:rPr>
              <a:t>21</a:t>
            </a:r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9CCDABA8-D4EE-10D8-7C7E-77748B3DF9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21846E49-8664-EB6E-7D10-8F2DE574E5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0" name="Rectangle 6">
            <a:extLst>
              <a:ext uri="{FF2B5EF4-FFF2-40B4-BE49-F238E27FC236}">
                <a16:creationId xmlns:a16="http://schemas.microsoft.com/office/drawing/2014/main" id="{0BCC9311-C1C9-9406-CD32-AA067063FC9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  <p:sp>
        <p:nvSpPr>
          <p:cNvPr id="11271" name="Rectangle 7">
            <a:extLst>
              <a:ext uri="{FF2B5EF4-FFF2-40B4-BE49-F238E27FC236}">
                <a16:creationId xmlns:a16="http://schemas.microsoft.com/office/drawing/2014/main" id="{DEABAC5D-1FE2-1DAC-DAB6-17A1AA4AA7E6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1ECBA6AD-F0E5-5010-2859-E6D904E757C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15BEFE8-B37B-4E57-A837-2904F06F3793}" type="slidenum">
              <a:rPr lang="en-US" altLang="en-US"/>
              <a:pPr/>
              <a:t>5</a:t>
            </a:fld>
            <a:endParaRPr lang="en-US" altLang="en-US"/>
          </a:p>
        </p:txBody>
      </p:sp>
      <p:sp>
        <p:nvSpPr>
          <p:cNvPr id="13314" name="Rectangle 2">
            <a:extLst>
              <a:ext uri="{FF2B5EF4-FFF2-40B4-BE49-F238E27FC236}">
                <a16:creationId xmlns:a16="http://schemas.microsoft.com/office/drawing/2014/main" id="{E2847667-8909-0D63-EFF7-B290D70496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id="{68691378-18ED-EE12-7988-09ABEE13DC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0" rIns="19050" bIns="0" anchor="b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/>
            <a:r>
              <a:rPr lang="en-US" altLang="en-US" sz="1000" b="0" i="1">
                <a:effectLst/>
                <a:latin typeface="Times New Roman" panose="02020603050405020304" pitchFamily="18" charset="0"/>
              </a:rPr>
              <a:t>22</a:t>
            </a:r>
          </a:p>
        </p:txBody>
      </p:sp>
      <p:sp>
        <p:nvSpPr>
          <p:cNvPr id="13316" name="Rectangle 4">
            <a:extLst>
              <a:ext uri="{FF2B5EF4-FFF2-40B4-BE49-F238E27FC236}">
                <a16:creationId xmlns:a16="http://schemas.microsoft.com/office/drawing/2014/main" id="{E31B8D41-29C5-2E47-DC4B-43A39D5F33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317" name="Rectangle 5">
            <a:extLst>
              <a:ext uri="{FF2B5EF4-FFF2-40B4-BE49-F238E27FC236}">
                <a16:creationId xmlns:a16="http://schemas.microsoft.com/office/drawing/2014/main" id="{E2F9F8A5-EE9F-3FD0-2BAB-406F3359A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318" name="Rectangle 6">
            <a:extLst>
              <a:ext uri="{FF2B5EF4-FFF2-40B4-BE49-F238E27FC236}">
                <a16:creationId xmlns:a16="http://schemas.microsoft.com/office/drawing/2014/main" id="{94B32181-E0F3-425E-C09C-4AAB83C5913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  <p:sp>
        <p:nvSpPr>
          <p:cNvPr id="13319" name="Rectangle 7">
            <a:extLst>
              <a:ext uri="{FF2B5EF4-FFF2-40B4-BE49-F238E27FC236}">
                <a16:creationId xmlns:a16="http://schemas.microsoft.com/office/drawing/2014/main" id="{822A06AB-7292-86C4-56D8-D31C3FF0ECC9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BD312EA6-B810-7631-B801-5AACF7AF9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C1E1F76-6E76-4349-B5CE-8B3A868E75B7}" type="slidenum">
              <a:rPr lang="en-US" altLang="en-US"/>
              <a:pPr/>
              <a:t>6</a:t>
            </a:fld>
            <a:endParaRPr lang="en-US" altLang="en-US"/>
          </a:p>
        </p:txBody>
      </p:sp>
      <p:sp>
        <p:nvSpPr>
          <p:cNvPr id="15362" name="Rectangle 2">
            <a:extLst>
              <a:ext uri="{FF2B5EF4-FFF2-40B4-BE49-F238E27FC236}">
                <a16:creationId xmlns:a16="http://schemas.microsoft.com/office/drawing/2014/main" id="{9FC67F96-2960-1284-0AEE-CC0FEB04ED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D15299E4-8BD6-5313-7D0D-646DD8EC6F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0" rIns="19050" bIns="0" anchor="b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/>
            <a:r>
              <a:rPr lang="en-US" altLang="en-US" sz="1000" b="0" i="1">
                <a:effectLst/>
                <a:latin typeface="Times New Roman" panose="02020603050405020304" pitchFamily="18" charset="0"/>
              </a:rPr>
              <a:t>23</a:t>
            </a:r>
          </a:p>
        </p:txBody>
      </p:sp>
      <p:sp>
        <p:nvSpPr>
          <p:cNvPr id="15364" name="Rectangle 4">
            <a:extLst>
              <a:ext uri="{FF2B5EF4-FFF2-40B4-BE49-F238E27FC236}">
                <a16:creationId xmlns:a16="http://schemas.microsoft.com/office/drawing/2014/main" id="{813A0F32-DE36-89F4-A81C-FFCDFC1D30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5365" name="Rectangle 5">
            <a:extLst>
              <a:ext uri="{FF2B5EF4-FFF2-40B4-BE49-F238E27FC236}">
                <a16:creationId xmlns:a16="http://schemas.microsoft.com/office/drawing/2014/main" id="{A791D236-DC51-E072-8A6F-0E8EAB3FCB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5366" name="Rectangle 6">
            <a:extLst>
              <a:ext uri="{FF2B5EF4-FFF2-40B4-BE49-F238E27FC236}">
                <a16:creationId xmlns:a16="http://schemas.microsoft.com/office/drawing/2014/main" id="{A1387309-7848-0AD5-22B1-CAEF00CB400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  <p:sp>
        <p:nvSpPr>
          <p:cNvPr id="15367" name="Rectangle 7">
            <a:extLst>
              <a:ext uri="{FF2B5EF4-FFF2-40B4-BE49-F238E27FC236}">
                <a16:creationId xmlns:a16="http://schemas.microsoft.com/office/drawing/2014/main" id="{BAE6D001-7E85-8436-BAAA-C7CFE70F73CD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0555AA51-2A60-4D29-6CB0-DF24B2A293D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36729D3-2F02-4D7A-8350-73EC44A2B0B9}" type="slidenum">
              <a:rPr lang="en-US" altLang="en-US"/>
              <a:pPr/>
              <a:t>7</a:t>
            </a:fld>
            <a:endParaRPr lang="en-US" altLang="en-US"/>
          </a:p>
        </p:txBody>
      </p:sp>
      <p:sp>
        <p:nvSpPr>
          <p:cNvPr id="17410" name="Rectangle 2">
            <a:extLst>
              <a:ext uri="{FF2B5EF4-FFF2-40B4-BE49-F238E27FC236}">
                <a16:creationId xmlns:a16="http://schemas.microsoft.com/office/drawing/2014/main" id="{61984AC2-459C-CD9F-095A-4CAFEA337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>
            <a:extLst>
              <a:ext uri="{FF2B5EF4-FFF2-40B4-BE49-F238E27FC236}">
                <a16:creationId xmlns:a16="http://schemas.microsoft.com/office/drawing/2014/main" id="{9B01FB06-D65D-5AC0-A4B2-BEBD69EB6F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0" rIns="19050" bIns="0" anchor="b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/>
            <a:r>
              <a:rPr lang="en-US" altLang="en-US" sz="1000" b="0" i="1">
                <a:effectLst/>
                <a:latin typeface="Times New Roman" panose="02020603050405020304" pitchFamily="18" charset="0"/>
              </a:rPr>
              <a:t>24</a:t>
            </a:r>
          </a:p>
        </p:txBody>
      </p:sp>
      <p:sp>
        <p:nvSpPr>
          <p:cNvPr id="17412" name="Rectangle 4">
            <a:extLst>
              <a:ext uri="{FF2B5EF4-FFF2-40B4-BE49-F238E27FC236}">
                <a16:creationId xmlns:a16="http://schemas.microsoft.com/office/drawing/2014/main" id="{03F72282-2061-B8CC-108E-C67636B66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>
            <a:extLst>
              <a:ext uri="{FF2B5EF4-FFF2-40B4-BE49-F238E27FC236}">
                <a16:creationId xmlns:a16="http://schemas.microsoft.com/office/drawing/2014/main" id="{1A49C97F-E4AC-D2D8-AB9B-1E5BA6C1D0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>
            <a:extLst>
              <a:ext uri="{FF2B5EF4-FFF2-40B4-BE49-F238E27FC236}">
                <a16:creationId xmlns:a16="http://schemas.microsoft.com/office/drawing/2014/main" id="{52749970-4ADB-9432-5490-D6D42348EB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  <p:sp>
        <p:nvSpPr>
          <p:cNvPr id="17415" name="Rectangle 7">
            <a:extLst>
              <a:ext uri="{FF2B5EF4-FFF2-40B4-BE49-F238E27FC236}">
                <a16:creationId xmlns:a16="http://schemas.microsoft.com/office/drawing/2014/main" id="{1A4BCB46-AC98-2C04-87BA-7DAAA91D9BBC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5DCB98A4-FF49-4A8B-4F17-0CCDF6520F5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B6EDC11-7EBE-476E-BCA2-67D31016DC84}" type="slidenum">
              <a:rPr lang="en-US" altLang="en-US"/>
              <a:pPr/>
              <a:t>8</a:t>
            </a:fld>
            <a:endParaRPr lang="en-US" altLang="en-US"/>
          </a:p>
        </p:txBody>
      </p:sp>
      <p:sp>
        <p:nvSpPr>
          <p:cNvPr id="19458" name="Rectangle 2">
            <a:extLst>
              <a:ext uri="{FF2B5EF4-FFF2-40B4-BE49-F238E27FC236}">
                <a16:creationId xmlns:a16="http://schemas.microsoft.com/office/drawing/2014/main" id="{9BBE75AB-A65C-282D-4F03-CCAFF4CE5B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20777DA5-108D-364B-E6AF-65C3CDE1C1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0" rIns="19050" bIns="0" anchor="b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/>
            <a:r>
              <a:rPr lang="en-US" altLang="en-US" sz="1000" b="0" i="1">
                <a:effectLst/>
                <a:latin typeface="Times New Roman" panose="02020603050405020304" pitchFamily="18" charset="0"/>
              </a:rPr>
              <a:t>25</a:t>
            </a:r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CA168020-473E-7F0A-F88D-FEB8CA0B96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9461" name="Rectangle 5">
            <a:extLst>
              <a:ext uri="{FF2B5EF4-FFF2-40B4-BE49-F238E27FC236}">
                <a16:creationId xmlns:a16="http://schemas.microsoft.com/office/drawing/2014/main" id="{782D31A3-66A8-1954-25CF-2864878222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9462" name="Rectangle 6">
            <a:extLst>
              <a:ext uri="{FF2B5EF4-FFF2-40B4-BE49-F238E27FC236}">
                <a16:creationId xmlns:a16="http://schemas.microsoft.com/office/drawing/2014/main" id="{0A0DC7C8-16C2-5E56-8BED-9CBB02A023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  <p:sp>
        <p:nvSpPr>
          <p:cNvPr id="19463" name="Rectangle 7">
            <a:extLst>
              <a:ext uri="{FF2B5EF4-FFF2-40B4-BE49-F238E27FC236}">
                <a16:creationId xmlns:a16="http://schemas.microsoft.com/office/drawing/2014/main" id="{18DA7797-0002-69C6-6295-A3F793F23321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86037-D3C2-BD25-DDC4-70032528F7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F61951-55A1-5767-67A0-3049AD8ECF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951056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DBB84-4CC6-E28D-9AB7-38F19E06E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78A8-2EC0-826F-8C7E-B3FAB2E48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828595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95DBB-A4E2-9526-A91F-B872C07DB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9E807F-2BFF-4633-C5C0-D1F8972506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37400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9806F-7792-79F9-FB5D-8B7ADA31F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1A78F-6308-D79C-CB71-EB6CBE6DC8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D90730-1780-CC1E-6DAC-F8CF6CA4B3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82477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C6817-C591-7065-B2FE-957941536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8C517E-CE56-9770-01E8-302CC4BEFD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2EF821-66C4-1124-2E61-023DFFFD98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4B02C4-5C56-600E-3D67-2197BBD4E4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56BC43-256A-DC1B-158F-1FD18E776C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96455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C7067-3B89-7797-A663-A3344ADEE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8609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0776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DC168-A5D8-DBA7-2829-B814EB93B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F5831-9956-3F1E-832E-BF82A755D7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40A93D-7556-FC14-08C4-39F9D8F2B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54926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113CC-1315-684A-94D7-460C6EE08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93804A-DDF5-47EF-DDAF-0E18069B4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2BB736-76E7-235D-EBD8-E2F1DB7D4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8858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CF389-8773-16DE-2204-5A8CD09B6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8B456-C0AE-46B0-45B1-DEF9A82299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06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64B64F-E5B2-8038-7307-2ADF6C1866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2639F-CED5-3434-5A5D-858B4880CC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76287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25B93B30-9513-AB6B-6A82-F1C5F89367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88" y="77788"/>
            <a:ext cx="8988425" cy="6702425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 kern="1200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5pPr>
      <a:lvl6pPr marL="4572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6pPr>
      <a:lvl7pPr marL="9144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7pPr>
      <a:lvl8pPr marL="13716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8pPr>
      <a:lvl9pPr marL="18288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9pPr>
    </p:titleStyle>
    <p:bodyStyle>
      <a:lvl1pPr marL="381000" indent="-38100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Clr>
          <a:schemeClr val="accent2"/>
        </a:buClr>
        <a:buSzPct val="75000"/>
        <a:buFont typeface="Wingdings" panose="05000000000000000000" pitchFamily="2" charset="2"/>
        <a:buChar char="u"/>
        <a:defRPr sz="2400" b="1" kern="12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n-lt"/>
          <a:ea typeface="+mn-ea"/>
          <a:cs typeface="+mn-cs"/>
        </a:defRPr>
      </a:lvl1pPr>
      <a:lvl2pPr marL="952500" indent="-38100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Clr>
          <a:schemeClr val="hlink"/>
        </a:buClr>
        <a:buSzPct val="65000"/>
        <a:buFont typeface="Monotype Sorts" charset="0"/>
        <a:buChar char="l"/>
        <a:defRPr sz="2400" b="1" kern="12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Times New Roman" panose="02020603050405020304" pitchFamily="18" charset="0"/>
          <a:ea typeface="+mn-ea"/>
          <a:cs typeface="+mn-cs"/>
        </a:defRPr>
      </a:lvl2pPr>
      <a:lvl3pPr marL="1524000" indent="-2857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®"/>
        <a:defRPr sz="2000" b="1" kern="12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Times New Roman" panose="02020603050405020304" pitchFamily="18" charset="0"/>
          <a:ea typeface="+mn-ea"/>
          <a:cs typeface="+mn-cs"/>
        </a:defRPr>
      </a:lvl3pPr>
      <a:lvl4pPr marL="2095500" indent="-2857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Clr>
          <a:srgbClr val="8CF4EA"/>
        </a:buClr>
        <a:buSzPct val="100000"/>
        <a:buFont typeface="Wingdings" panose="05000000000000000000" pitchFamily="2" charset="2"/>
        <a:buChar char="¯"/>
        <a:defRPr b="1" kern="12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Times New Roman" panose="02020603050405020304" pitchFamily="18" charset="0"/>
          <a:ea typeface="+mn-ea"/>
          <a:cs typeface="+mn-cs"/>
        </a:defRPr>
      </a:lvl4pPr>
      <a:lvl5pPr marL="2438400" indent="-228600" algn="l" rtl="0" eaLnBrk="0" fontAlgn="base" hangingPunct="0">
        <a:spcBef>
          <a:spcPct val="20000"/>
        </a:spcBef>
        <a:spcAft>
          <a:spcPct val="0"/>
        </a:spcAft>
        <a:buSzPct val="10000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6B5AD213-5860-ED5A-0EDA-6AD311CF28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692150"/>
            <a:ext cx="3187700" cy="2921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76200" tIns="46038" rIns="76200" bIns="46038"/>
          <a:lstStyle/>
          <a:p>
            <a:r>
              <a:rPr lang="en-US" altLang="en-US" sz="1400">
                <a:solidFill>
                  <a:srgbClr val="00279F"/>
                </a:solidFill>
                <a:effectLst/>
              </a:rPr>
              <a:t>Num1  Num2     Result       Operator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B78B62EA-5626-FC20-5C0E-9DBD040ED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0</a:t>
            </a:r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4E44510B-9995-8A01-09AA-0B97832148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9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0</a:t>
            </a: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2F29A546-4397-16C5-7C4B-0BDF25BE60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05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00</a:t>
            </a:r>
          </a:p>
        </p:txBody>
      </p:sp>
      <p:sp>
        <p:nvSpPr>
          <p:cNvPr id="4102" name="Rectangle 6">
            <a:extLst>
              <a:ext uri="{FF2B5EF4-FFF2-40B4-BE49-F238E27FC236}">
                <a16:creationId xmlns:a16="http://schemas.microsoft.com/office/drawing/2014/main" id="{300E9884-2990-E772-2956-5165BEE355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8150" y="311150"/>
            <a:ext cx="10541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solidFill>
                  <a:srgbClr val="00279F"/>
                </a:solidFill>
                <a:effectLst/>
              </a:rPr>
              <a:t>D</a:t>
            </a:r>
            <a:r>
              <a:rPr lang="en-US" altLang="en-US" sz="1600">
                <a:solidFill>
                  <a:srgbClr val="00279F"/>
                </a:solidFill>
                <a:effectLst/>
              </a:rPr>
              <a:t>ATA</a:t>
            </a:r>
          </a:p>
        </p:txBody>
      </p:sp>
      <p:sp>
        <p:nvSpPr>
          <p:cNvPr id="4103" name="Rectangle 7">
            <a:extLst>
              <a:ext uri="{FF2B5EF4-FFF2-40B4-BE49-F238E27FC236}">
                <a16:creationId xmlns:a16="http://schemas.microsoft.com/office/drawing/2014/main" id="{57D2E82B-3F87-568D-61B0-9FEBAB549B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_</a:t>
            </a:r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1B80FA11-E491-837D-2AE4-E6C7351ACA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88" y="153988"/>
            <a:ext cx="6172200" cy="6283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$ SET SOURCEFORMAT"FREE"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IDENTIFICATION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PROGRAM-ID.  </a:t>
            </a:r>
            <a:r>
              <a:rPr lang="en-US" altLang="en-US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Selection-Program.</a:t>
            </a: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AUTHOR.  Michael Coughlan.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WORKING-STORAGE SECTION.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Num1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Num2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Result         PIC 99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Operator       PIC X  VALUE SPACE.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Calculator.</a:t>
            </a: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Num1.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Num2.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Operator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IF Operator = "+" THEN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ADD Num1,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IF Operator = "*" THEN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MULTIPLY Num1 BY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DISPLAY "Result is = ", Result.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STOP RUN.</a:t>
            </a:r>
          </a:p>
        </p:txBody>
      </p:sp>
    </p:spTree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F2A3D2-EB54-1604-2660-B3A272A1CD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3305851-CC94-BAC8-F132-2D3FF41A95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91757A08-810A-1056-D5C6-A2A9AF556D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88" y="153988"/>
            <a:ext cx="6172200" cy="6283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$ SET SOURCEFORMAT"FREE"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IDENTIFICATION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PROGRAM-ID.  Selection-Program.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AUTHOR.  Michael Coughlan.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WORKING-STORAGE SECTION.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Num1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Num2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Result         PIC 99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Operator       PIC X  VALUE SPACE.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Calculator.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</a:t>
            </a:r>
            <a:r>
              <a:rPr lang="en-US" altLang="en-US">
                <a:solidFill>
                  <a:srgbClr val="0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</a:t>
            </a:r>
            <a:r>
              <a:rPr lang="en-US" altLang="en-US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ACCEPT Num1.</a:t>
            </a: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Num2.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Operator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IF Operator = "+" THEN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ADD Num1,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IF Operator = "*" THEN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MULTIPLY Num1 BY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DISPLAY "Result is = ", Result.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STOP RUN.</a:t>
            </a: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BD3A6651-C560-FB45-5B0F-5530560054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692150"/>
            <a:ext cx="3187700" cy="2921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76200" tIns="46038" rIns="76200" bIns="46038"/>
          <a:lstStyle/>
          <a:p>
            <a:r>
              <a:rPr lang="en-US" altLang="en-US" sz="1400">
                <a:solidFill>
                  <a:srgbClr val="00279F"/>
                </a:solidFill>
                <a:effectLst/>
              </a:rPr>
              <a:t>Num1  Num2     Result       Operator</a:t>
            </a:r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FFA92903-DE99-21B6-2E8D-18E6D90FED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 sz="2000">
                <a:solidFill>
                  <a:srgbClr val="CF0E30"/>
                </a:solidFill>
                <a:effectLst/>
              </a:rPr>
              <a:t>7</a:t>
            </a:r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AC9C5520-73A4-2BAD-49A3-8C7F9C171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9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0</a:t>
            </a: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</p:txBody>
      </p:sp>
      <p:sp>
        <p:nvSpPr>
          <p:cNvPr id="6152" name="Rectangle 8">
            <a:extLst>
              <a:ext uri="{FF2B5EF4-FFF2-40B4-BE49-F238E27FC236}">
                <a16:creationId xmlns:a16="http://schemas.microsoft.com/office/drawing/2014/main" id="{FECD552C-D7D8-A130-DFC1-DE8BC542FC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05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00</a:t>
            </a:r>
          </a:p>
        </p:txBody>
      </p:sp>
      <p:sp>
        <p:nvSpPr>
          <p:cNvPr id="6153" name="Rectangle 9">
            <a:extLst>
              <a:ext uri="{FF2B5EF4-FFF2-40B4-BE49-F238E27FC236}">
                <a16:creationId xmlns:a16="http://schemas.microsoft.com/office/drawing/2014/main" id="{C5EB4E53-0ABD-2032-D602-C321E7D2AF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8150" y="311150"/>
            <a:ext cx="10541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solidFill>
                  <a:srgbClr val="00279F"/>
                </a:solidFill>
                <a:effectLst/>
              </a:rPr>
              <a:t>D</a:t>
            </a:r>
            <a:r>
              <a:rPr lang="en-US" altLang="en-US" sz="1600">
                <a:solidFill>
                  <a:srgbClr val="00279F"/>
                </a:solidFill>
                <a:effectLst/>
              </a:rPr>
              <a:t>ATA</a:t>
            </a:r>
          </a:p>
        </p:txBody>
      </p:sp>
      <p:sp>
        <p:nvSpPr>
          <p:cNvPr id="6154" name="Rectangle 10">
            <a:extLst>
              <a:ext uri="{FF2B5EF4-FFF2-40B4-BE49-F238E27FC236}">
                <a16:creationId xmlns:a16="http://schemas.microsoft.com/office/drawing/2014/main" id="{E84D281E-A74B-D126-16A8-742BDE0E9B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_</a:t>
            </a:r>
          </a:p>
        </p:txBody>
      </p:sp>
    </p:spTree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7C921000-0ADB-08F6-CA7B-0C1C2EE6FE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096B5399-8A56-8D94-C57D-5005FA8AE5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67EBBA10-D699-FFF6-328C-938D856CC0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88" y="153988"/>
            <a:ext cx="6172200" cy="6283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$ SET SOURCEFORMAT"FREE"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IDENTIFICATION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PROGRAM-ID.  Selection-Program.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AUTHOR.  Michael Coughlan.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WORKING-STORAGE SECTION.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Num1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Num2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Result         PIC 99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Operator       PIC X  VALUE SPACE.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Calculator.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Num1.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altLang="en-US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ACCEPT Num2.</a:t>
            </a: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Operator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IF Operator = "+" THEN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ADD Num1,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IF Operator = "*" THEN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MULTIPLY Num1 BY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DISPLAY "Result is = ", Result.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STOP RUN.</a:t>
            </a:r>
          </a:p>
        </p:txBody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6D6F0205-6193-E55D-DFFB-39B9E14B68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692150"/>
            <a:ext cx="3187700" cy="2921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76200" tIns="46038" rIns="76200" bIns="46038"/>
          <a:lstStyle/>
          <a:p>
            <a:r>
              <a:rPr lang="en-US" altLang="en-US" sz="1400">
                <a:solidFill>
                  <a:srgbClr val="00279F"/>
                </a:solidFill>
                <a:effectLst/>
              </a:rPr>
              <a:t>Num1  Num2     Result       Operator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9B099F2-B019-5D45-8171-6FD9E16F8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7</a:t>
            </a:r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712BE071-B185-6FA4-F074-97BFAD7338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9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>
              <a:spcBef>
                <a:spcPct val="50000"/>
              </a:spcBef>
            </a:pPr>
            <a:r>
              <a:rPr lang="en-US" altLang="en-US" sz="2000">
                <a:solidFill>
                  <a:srgbClr val="CF0E30"/>
                </a:solidFill>
                <a:effectLst/>
              </a:rPr>
              <a:t>3</a:t>
            </a:r>
            <a:endParaRPr lang="en-US" altLang="en-US">
              <a:solidFill>
                <a:schemeClr val="bg1"/>
              </a:solidFill>
              <a:effectLst/>
            </a:endParaRP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</p:txBody>
      </p:sp>
      <p:sp>
        <p:nvSpPr>
          <p:cNvPr id="8200" name="Rectangle 8">
            <a:extLst>
              <a:ext uri="{FF2B5EF4-FFF2-40B4-BE49-F238E27FC236}">
                <a16:creationId xmlns:a16="http://schemas.microsoft.com/office/drawing/2014/main" id="{7DE8E921-A4ED-26E1-0370-CBD3EAB838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05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00</a:t>
            </a:r>
          </a:p>
        </p:txBody>
      </p:sp>
      <p:sp>
        <p:nvSpPr>
          <p:cNvPr id="8201" name="Rectangle 9">
            <a:extLst>
              <a:ext uri="{FF2B5EF4-FFF2-40B4-BE49-F238E27FC236}">
                <a16:creationId xmlns:a16="http://schemas.microsoft.com/office/drawing/2014/main" id="{14F50D64-D45B-B4D2-D709-D0286EDC72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8150" y="311150"/>
            <a:ext cx="10541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solidFill>
                  <a:srgbClr val="00279F"/>
                </a:solidFill>
                <a:effectLst/>
              </a:rPr>
              <a:t>D</a:t>
            </a:r>
            <a:r>
              <a:rPr lang="en-US" altLang="en-US" sz="1600">
                <a:solidFill>
                  <a:srgbClr val="00279F"/>
                </a:solidFill>
                <a:effectLst/>
              </a:rPr>
              <a:t>ATA</a:t>
            </a:r>
          </a:p>
        </p:txBody>
      </p:sp>
      <p:sp>
        <p:nvSpPr>
          <p:cNvPr id="8202" name="Rectangle 10">
            <a:extLst>
              <a:ext uri="{FF2B5EF4-FFF2-40B4-BE49-F238E27FC236}">
                <a16:creationId xmlns:a16="http://schemas.microsoft.com/office/drawing/2014/main" id="{55235E36-9520-C5C2-24C6-4AAFD2C47A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_</a:t>
            </a:r>
          </a:p>
        </p:txBody>
      </p:sp>
    </p:spTree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C25CDE2D-2DDE-91F3-F2BB-42FEE3116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8557761E-CB4A-C32E-7C0F-27EF718562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64ADEDFC-B3F0-8B7E-4E62-3602F2CBFA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88" y="153988"/>
            <a:ext cx="6172200" cy="6283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$ SET SOURCEFORMAT"FREE"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IDENTIFICATION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PROGRAM-ID.  Selection-Program.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AUTHOR.  Michael Coughlan.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WORKING-STORAGE SECTION.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Num1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Num2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Result         PIC 99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Operator       PIC X  VALUE SPACE.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Calculator.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Num1.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Num2.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altLang="en-US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ACCEPT Operator</a:t>
            </a: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IF Operator = "+" THEN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ADD Num1,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IF Operator = "*" THEN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MULTIPLY Num1 BY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DISPLAY "Result is = ", Result.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STOP RUN</a:t>
            </a:r>
            <a:r>
              <a:rPr lang="en-US" altLang="en-US" b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.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A7A4D38C-E0CE-65B4-E723-5617A3D31B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692150"/>
            <a:ext cx="3187700" cy="2921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76200" tIns="46038" rIns="76200" bIns="46038"/>
          <a:lstStyle/>
          <a:p>
            <a:r>
              <a:rPr lang="en-US" altLang="en-US" sz="1400">
                <a:solidFill>
                  <a:srgbClr val="00279F"/>
                </a:solidFill>
                <a:effectLst/>
              </a:rPr>
              <a:t>Num1  Num2     Result       Operator</a:t>
            </a:r>
          </a:p>
        </p:txBody>
      </p:sp>
      <p:sp>
        <p:nvSpPr>
          <p:cNvPr id="10246" name="Rectangle 6">
            <a:extLst>
              <a:ext uri="{FF2B5EF4-FFF2-40B4-BE49-F238E27FC236}">
                <a16:creationId xmlns:a16="http://schemas.microsoft.com/office/drawing/2014/main" id="{B7E9F665-8FBF-E6C0-4D5B-D14278CCCA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7</a:t>
            </a:r>
          </a:p>
        </p:txBody>
      </p:sp>
      <p:sp>
        <p:nvSpPr>
          <p:cNvPr id="10247" name="Rectangle 7">
            <a:extLst>
              <a:ext uri="{FF2B5EF4-FFF2-40B4-BE49-F238E27FC236}">
                <a16:creationId xmlns:a16="http://schemas.microsoft.com/office/drawing/2014/main" id="{8E8FD582-1201-8EDF-1584-B01F1D329C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9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3</a:t>
            </a: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</p:txBody>
      </p:sp>
      <p:sp>
        <p:nvSpPr>
          <p:cNvPr id="10248" name="Rectangle 8">
            <a:extLst>
              <a:ext uri="{FF2B5EF4-FFF2-40B4-BE49-F238E27FC236}">
                <a16:creationId xmlns:a16="http://schemas.microsoft.com/office/drawing/2014/main" id="{3275DFD6-F653-1EAD-EE98-ED3A69D0A6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05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00</a:t>
            </a:r>
          </a:p>
        </p:txBody>
      </p:sp>
      <p:sp>
        <p:nvSpPr>
          <p:cNvPr id="10249" name="Rectangle 9">
            <a:extLst>
              <a:ext uri="{FF2B5EF4-FFF2-40B4-BE49-F238E27FC236}">
                <a16:creationId xmlns:a16="http://schemas.microsoft.com/office/drawing/2014/main" id="{12099E14-8CCD-B72B-6347-ECD7E8FC33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8150" y="311150"/>
            <a:ext cx="10541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solidFill>
                  <a:srgbClr val="00279F"/>
                </a:solidFill>
                <a:effectLst/>
              </a:rPr>
              <a:t>D</a:t>
            </a:r>
            <a:r>
              <a:rPr lang="en-US" altLang="en-US" sz="1600">
                <a:solidFill>
                  <a:srgbClr val="00279F"/>
                </a:solidFill>
                <a:effectLst/>
              </a:rPr>
              <a:t>ATA</a:t>
            </a:r>
          </a:p>
        </p:txBody>
      </p:sp>
      <p:sp>
        <p:nvSpPr>
          <p:cNvPr id="10250" name="Rectangle 10">
            <a:extLst>
              <a:ext uri="{FF2B5EF4-FFF2-40B4-BE49-F238E27FC236}">
                <a16:creationId xmlns:a16="http://schemas.microsoft.com/office/drawing/2014/main" id="{4219837C-BF2C-4793-4891-9F2717F743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 sz="2000">
                <a:solidFill>
                  <a:srgbClr val="CF0E30"/>
                </a:solidFill>
                <a:effectLst/>
              </a:rPr>
              <a:t>+</a:t>
            </a:r>
          </a:p>
        </p:txBody>
      </p:sp>
    </p:spTree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1776DEF8-73E1-3565-004C-7BC09B5AC1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53A42437-A889-E02B-FE2D-EC2ECB2BCD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2292" name="Rectangle 4">
            <a:extLst>
              <a:ext uri="{FF2B5EF4-FFF2-40B4-BE49-F238E27FC236}">
                <a16:creationId xmlns:a16="http://schemas.microsoft.com/office/drawing/2014/main" id="{974578F0-707F-3E4A-A8FC-6718FFA015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88" y="153988"/>
            <a:ext cx="6172200" cy="6283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$ SET SOURCEFORMAT"FREE"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IDENTIFICATION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PROGRAM-ID.  Selection-Program.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AUTHOR.  Michael Coughlan.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WORKING-STORAGE SECTION.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Num1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Num2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Result         PIC 99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Operator       PIC X  VALUE SPACE.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Calculator.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Num1.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Num2.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Operator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</a:t>
            </a:r>
            <a:r>
              <a:rPr lang="en-US" altLang="en-US">
                <a:solidFill>
                  <a:srgbClr val="0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IF Operator = "+" THEN</a:t>
            </a: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ADD Num1,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IF Operator = "*" THEN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MULTIPLY Num1 BY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DISPLAY "Result is = ", Result.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STOP RUN.</a:t>
            </a:r>
          </a:p>
        </p:txBody>
      </p:sp>
      <p:sp>
        <p:nvSpPr>
          <p:cNvPr id="12293" name="Rectangle 5">
            <a:extLst>
              <a:ext uri="{FF2B5EF4-FFF2-40B4-BE49-F238E27FC236}">
                <a16:creationId xmlns:a16="http://schemas.microsoft.com/office/drawing/2014/main" id="{53D130D0-9288-0159-0662-519D3D5925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692150"/>
            <a:ext cx="3187700" cy="2921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76200" tIns="46038" rIns="76200" bIns="46038"/>
          <a:lstStyle/>
          <a:p>
            <a:r>
              <a:rPr lang="en-US" altLang="en-US" sz="1400">
                <a:solidFill>
                  <a:srgbClr val="00279F"/>
                </a:solidFill>
                <a:effectLst/>
              </a:rPr>
              <a:t>Num1  Num2     Result       Operator</a:t>
            </a:r>
          </a:p>
        </p:txBody>
      </p:sp>
      <p:sp>
        <p:nvSpPr>
          <p:cNvPr id="12294" name="Rectangle 6">
            <a:extLst>
              <a:ext uri="{FF2B5EF4-FFF2-40B4-BE49-F238E27FC236}">
                <a16:creationId xmlns:a16="http://schemas.microsoft.com/office/drawing/2014/main" id="{B8C41743-36BA-00F2-75C6-2997CF537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7</a:t>
            </a:r>
          </a:p>
        </p:txBody>
      </p:sp>
      <p:sp>
        <p:nvSpPr>
          <p:cNvPr id="12295" name="Rectangle 7">
            <a:extLst>
              <a:ext uri="{FF2B5EF4-FFF2-40B4-BE49-F238E27FC236}">
                <a16:creationId xmlns:a16="http://schemas.microsoft.com/office/drawing/2014/main" id="{784CB0DF-3636-DAA0-0229-639E55E62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9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3</a:t>
            </a: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</p:txBody>
      </p:sp>
      <p:sp>
        <p:nvSpPr>
          <p:cNvPr id="12296" name="Rectangle 8">
            <a:extLst>
              <a:ext uri="{FF2B5EF4-FFF2-40B4-BE49-F238E27FC236}">
                <a16:creationId xmlns:a16="http://schemas.microsoft.com/office/drawing/2014/main" id="{401CDCD2-33EC-53F8-C3F0-7E683195D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05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00</a:t>
            </a:r>
          </a:p>
        </p:txBody>
      </p:sp>
      <p:sp>
        <p:nvSpPr>
          <p:cNvPr id="12297" name="Rectangle 9">
            <a:extLst>
              <a:ext uri="{FF2B5EF4-FFF2-40B4-BE49-F238E27FC236}">
                <a16:creationId xmlns:a16="http://schemas.microsoft.com/office/drawing/2014/main" id="{9892D63A-1DF7-15B8-DC3D-D3895B806D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8150" y="311150"/>
            <a:ext cx="10541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solidFill>
                  <a:srgbClr val="00279F"/>
                </a:solidFill>
                <a:effectLst/>
              </a:rPr>
              <a:t>D</a:t>
            </a:r>
            <a:r>
              <a:rPr lang="en-US" altLang="en-US" sz="1600">
                <a:solidFill>
                  <a:srgbClr val="00279F"/>
                </a:solidFill>
                <a:effectLst/>
              </a:rPr>
              <a:t>ATA</a:t>
            </a:r>
          </a:p>
        </p:txBody>
      </p:sp>
      <p:sp>
        <p:nvSpPr>
          <p:cNvPr id="12298" name="Rectangle 10">
            <a:extLst>
              <a:ext uri="{FF2B5EF4-FFF2-40B4-BE49-F238E27FC236}">
                <a16:creationId xmlns:a16="http://schemas.microsoft.com/office/drawing/2014/main" id="{5BE4D3BA-072A-74BE-CC4F-A16633E405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+</a:t>
            </a:r>
          </a:p>
        </p:txBody>
      </p:sp>
    </p:spTree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5F72BEFC-C314-5DAE-728E-0AC06FF838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88" y="153988"/>
            <a:ext cx="6172200" cy="6283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$ SET SOURCEFORMAT"FREE"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IDENTIFICATION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PROGRAM-ID.  Selection-Program.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AUTHOR.  Michael Coughlan.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WORKING-STORAGE SECTION.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Num1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Num2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Result         PIC 99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Operator       PIC X  VALUE SPACE.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Calculator.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Num1.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Num2.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Operator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IF Operator = "+" THEN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chemeClr val="accent2"/>
                </a:solidFill>
                <a:effectLst/>
                <a:latin typeface="Courier New" panose="02070309020205020404" pitchFamily="49" charset="0"/>
              </a:rPr>
              <a:t>       </a:t>
            </a:r>
            <a:r>
              <a:rPr lang="en-US" altLang="en-US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ADD Num1, Num2 GIVING Result</a:t>
            </a: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IF Operator = "*" THEN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MULTIPLY Num1 BY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DISPLAY "Result is = ", Result.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STOP RUN.</a:t>
            </a:r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083B2054-CE7B-9884-33EB-5C1585D59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692150"/>
            <a:ext cx="3187700" cy="2921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76200" tIns="46038" rIns="76200" bIns="46038"/>
          <a:lstStyle/>
          <a:p>
            <a:r>
              <a:rPr lang="en-US" altLang="en-US" sz="1400">
                <a:solidFill>
                  <a:srgbClr val="00279F"/>
                </a:solidFill>
                <a:effectLst/>
              </a:rPr>
              <a:t>Num1  Num2     Result       Operator</a:t>
            </a:r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AB7F2E4-03BE-C88E-2CC3-E4CC8BBD2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7</a:t>
            </a:r>
          </a:p>
        </p:txBody>
      </p:sp>
      <p:sp>
        <p:nvSpPr>
          <p:cNvPr id="14341" name="Rectangle 5">
            <a:extLst>
              <a:ext uri="{FF2B5EF4-FFF2-40B4-BE49-F238E27FC236}">
                <a16:creationId xmlns:a16="http://schemas.microsoft.com/office/drawing/2014/main" id="{ADB41028-893C-AE70-8A42-4F1F1B093D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9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3</a:t>
            </a: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</p:txBody>
      </p:sp>
      <p:sp>
        <p:nvSpPr>
          <p:cNvPr id="14342" name="Rectangle 6">
            <a:extLst>
              <a:ext uri="{FF2B5EF4-FFF2-40B4-BE49-F238E27FC236}">
                <a16:creationId xmlns:a16="http://schemas.microsoft.com/office/drawing/2014/main" id="{77105316-14D2-6B2D-04C5-5E3D4ECABD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05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 sz="2000">
                <a:solidFill>
                  <a:srgbClr val="CF0E30"/>
                </a:solidFill>
                <a:effectLst/>
              </a:rPr>
              <a:t>10</a:t>
            </a:r>
          </a:p>
        </p:txBody>
      </p:sp>
      <p:sp>
        <p:nvSpPr>
          <p:cNvPr id="14343" name="Rectangle 7">
            <a:extLst>
              <a:ext uri="{FF2B5EF4-FFF2-40B4-BE49-F238E27FC236}">
                <a16:creationId xmlns:a16="http://schemas.microsoft.com/office/drawing/2014/main" id="{25F450CB-D852-F323-20C5-07527BF60F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8150" y="311150"/>
            <a:ext cx="10541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solidFill>
                  <a:srgbClr val="00279F"/>
                </a:solidFill>
                <a:effectLst/>
              </a:rPr>
              <a:t>D</a:t>
            </a:r>
            <a:r>
              <a:rPr lang="en-US" altLang="en-US" sz="1600">
                <a:solidFill>
                  <a:srgbClr val="00279F"/>
                </a:solidFill>
                <a:effectLst/>
              </a:rPr>
              <a:t>ATA</a:t>
            </a:r>
          </a:p>
        </p:txBody>
      </p:sp>
      <p:sp>
        <p:nvSpPr>
          <p:cNvPr id="14344" name="Rectangle 8">
            <a:extLst>
              <a:ext uri="{FF2B5EF4-FFF2-40B4-BE49-F238E27FC236}">
                <a16:creationId xmlns:a16="http://schemas.microsoft.com/office/drawing/2014/main" id="{12A2614E-C592-032D-17DA-C3592E84A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+</a:t>
            </a:r>
          </a:p>
        </p:txBody>
      </p:sp>
    </p:spTree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>
            <a:extLst>
              <a:ext uri="{FF2B5EF4-FFF2-40B4-BE49-F238E27FC236}">
                <a16:creationId xmlns:a16="http://schemas.microsoft.com/office/drawing/2014/main" id="{6C29FB2F-0462-F814-93A7-7CD46F92F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88" y="153988"/>
            <a:ext cx="6172200" cy="6283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$ SET SOURCEFORMAT"FREE"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IDENTIFICATION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PROGRAM-ID.  Selection-Program.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AUTHOR.  Michael Coughlan.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WORKING-STORAGE SECTION.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Num1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Num2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Result         PIC 99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Operator       PIC X  VALUE SPACE.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Calculator.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Num1.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Num2.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Operator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IF Operator = "+" THEN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ADD Num1,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altLang="en-US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IF Operator = "*" THEN</a:t>
            </a: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MULTIPLY Num1 BY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DISPLAY "Result is = ", Result.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STOP RUN.</a:t>
            </a:r>
          </a:p>
        </p:txBody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id="{22C7C4CD-23D0-4DED-AAB3-46C4D1A4D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692150"/>
            <a:ext cx="3187700" cy="2921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76200" tIns="46038" rIns="76200" bIns="46038"/>
          <a:lstStyle/>
          <a:p>
            <a:r>
              <a:rPr lang="en-US" altLang="en-US" sz="1400">
                <a:solidFill>
                  <a:srgbClr val="00279F"/>
                </a:solidFill>
                <a:effectLst/>
              </a:rPr>
              <a:t>Num1  Num2     Result       Operator</a:t>
            </a:r>
          </a:p>
        </p:txBody>
      </p:sp>
      <p:sp>
        <p:nvSpPr>
          <p:cNvPr id="16388" name="Rectangle 4">
            <a:extLst>
              <a:ext uri="{FF2B5EF4-FFF2-40B4-BE49-F238E27FC236}">
                <a16:creationId xmlns:a16="http://schemas.microsoft.com/office/drawing/2014/main" id="{9BEEF1FD-0693-7EFE-B22C-92C957C0E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7</a:t>
            </a:r>
          </a:p>
        </p:txBody>
      </p:sp>
      <p:sp>
        <p:nvSpPr>
          <p:cNvPr id="16389" name="Rectangle 5">
            <a:extLst>
              <a:ext uri="{FF2B5EF4-FFF2-40B4-BE49-F238E27FC236}">
                <a16:creationId xmlns:a16="http://schemas.microsoft.com/office/drawing/2014/main" id="{E72F3562-3097-E5CE-59C2-67C27203B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9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3</a:t>
            </a: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</p:txBody>
      </p:sp>
      <p:sp>
        <p:nvSpPr>
          <p:cNvPr id="16390" name="Rectangle 6">
            <a:extLst>
              <a:ext uri="{FF2B5EF4-FFF2-40B4-BE49-F238E27FC236}">
                <a16:creationId xmlns:a16="http://schemas.microsoft.com/office/drawing/2014/main" id="{33C37BCF-51C2-EDF9-3B33-84BC6B6B08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05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10</a:t>
            </a:r>
          </a:p>
        </p:txBody>
      </p:sp>
      <p:sp>
        <p:nvSpPr>
          <p:cNvPr id="16391" name="Rectangle 7">
            <a:extLst>
              <a:ext uri="{FF2B5EF4-FFF2-40B4-BE49-F238E27FC236}">
                <a16:creationId xmlns:a16="http://schemas.microsoft.com/office/drawing/2014/main" id="{B91166F8-CF8B-D506-1E29-B372CC8CED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8150" y="311150"/>
            <a:ext cx="10541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solidFill>
                  <a:srgbClr val="00279F"/>
                </a:solidFill>
                <a:effectLst/>
              </a:rPr>
              <a:t>D</a:t>
            </a:r>
            <a:r>
              <a:rPr lang="en-US" altLang="en-US" sz="1600">
                <a:solidFill>
                  <a:srgbClr val="00279F"/>
                </a:solidFill>
                <a:effectLst/>
              </a:rPr>
              <a:t>ATA</a:t>
            </a:r>
          </a:p>
        </p:txBody>
      </p:sp>
      <p:sp>
        <p:nvSpPr>
          <p:cNvPr id="16392" name="Rectangle 8">
            <a:extLst>
              <a:ext uri="{FF2B5EF4-FFF2-40B4-BE49-F238E27FC236}">
                <a16:creationId xmlns:a16="http://schemas.microsoft.com/office/drawing/2014/main" id="{D250BD4F-F606-56B5-3E1E-FB643FA0A7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+</a:t>
            </a:r>
          </a:p>
        </p:txBody>
      </p:sp>
    </p:spTree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4D4145AE-2896-8369-79ED-78FF833567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88" y="153988"/>
            <a:ext cx="6172200" cy="6283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$ SET SOURCEFORMAT"FREE"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IDENTIFICATION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PROGRAM-ID.  Selection-Program.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AUTHOR.  Michael Coughlan.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WORKING-STORAGE SECTION.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Num1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Num2           PIC 9 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Result         PIC 99 VALUE ZEROS.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Operator       PIC X  VALUE SPACE.</a:t>
            </a:r>
          </a:p>
          <a:p>
            <a:pPr>
              <a:lnSpc>
                <a:spcPct val="90000"/>
              </a:lnSpc>
            </a:pP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Calculator.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Num1.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Num2.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Operator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IF Operator = "+" THEN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ADD Num1,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IF Operator = "*" THEN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 MULTIPLY Num1 BY Num2 GIVING Result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END-IF.</a:t>
            </a: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 </a:t>
            </a:r>
            <a:r>
              <a:rPr lang="en-US" altLang="en-US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DISPLAY "Result is = ", Result</a:t>
            </a:r>
            <a:r>
              <a:rPr lang="en-US" altLang="en-US">
                <a:solidFill>
                  <a:schemeClr val="accent2"/>
                </a:solidFill>
                <a:effectLst/>
                <a:latin typeface="Courier New" panose="02070309020205020404" pitchFamily="49" charset="0"/>
              </a:rPr>
              <a:t>.</a:t>
            </a:r>
            <a:endParaRPr lang="en-US" altLang="en-US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STOP RUN.</a:t>
            </a:r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id="{B28DE4FC-202F-889E-D193-46208B17BB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692150"/>
            <a:ext cx="3187700" cy="2921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76200" tIns="46038" rIns="76200" bIns="46038"/>
          <a:lstStyle/>
          <a:p>
            <a:r>
              <a:rPr lang="en-US" altLang="en-US" sz="1400">
                <a:solidFill>
                  <a:srgbClr val="00279F"/>
                </a:solidFill>
                <a:effectLst/>
              </a:rPr>
              <a:t>Num1  Num2     Result       Operator</a:t>
            </a:r>
          </a:p>
        </p:txBody>
      </p:sp>
      <p:sp>
        <p:nvSpPr>
          <p:cNvPr id="18436" name="Rectangle 4">
            <a:extLst>
              <a:ext uri="{FF2B5EF4-FFF2-40B4-BE49-F238E27FC236}">
                <a16:creationId xmlns:a16="http://schemas.microsoft.com/office/drawing/2014/main" id="{989E313A-ABFB-F027-A3F2-A0DFBD304C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7</a:t>
            </a:r>
          </a:p>
        </p:txBody>
      </p:sp>
      <p:sp>
        <p:nvSpPr>
          <p:cNvPr id="18437" name="Rectangle 5">
            <a:extLst>
              <a:ext uri="{FF2B5EF4-FFF2-40B4-BE49-F238E27FC236}">
                <a16:creationId xmlns:a16="http://schemas.microsoft.com/office/drawing/2014/main" id="{BF95E3B5-0FA4-5B04-7FB8-7F69EEFD2F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950" y="996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3</a:t>
            </a: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</p:txBody>
      </p:sp>
      <p:sp>
        <p:nvSpPr>
          <p:cNvPr id="18438" name="Rectangle 6">
            <a:extLst>
              <a:ext uri="{FF2B5EF4-FFF2-40B4-BE49-F238E27FC236}">
                <a16:creationId xmlns:a16="http://schemas.microsoft.com/office/drawing/2014/main" id="{EE3BF410-EAFE-595F-3417-E561831E0A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05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 sz="2000">
                <a:solidFill>
                  <a:srgbClr val="CF0E30"/>
                </a:solidFill>
                <a:effectLst/>
              </a:rPr>
              <a:t>10</a:t>
            </a:r>
          </a:p>
        </p:txBody>
      </p:sp>
      <p:sp>
        <p:nvSpPr>
          <p:cNvPr id="18439" name="Rectangle 7">
            <a:extLst>
              <a:ext uri="{FF2B5EF4-FFF2-40B4-BE49-F238E27FC236}">
                <a16:creationId xmlns:a16="http://schemas.microsoft.com/office/drawing/2014/main" id="{F625D4BE-BF93-7899-0866-7B0E5FB868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8150" y="311150"/>
            <a:ext cx="10541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solidFill>
                  <a:srgbClr val="00279F"/>
                </a:solidFill>
                <a:effectLst/>
              </a:rPr>
              <a:t>D</a:t>
            </a:r>
            <a:r>
              <a:rPr lang="en-US" altLang="en-US" sz="1600">
                <a:solidFill>
                  <a:srgbClr val="00279F"/>
                </a:solidFill>
                <a:effectLst/>
              </a:rPr>
              <a:t>ATA</a:t>
            </a:r>
          </a:p>
        </p:txBody>
      </p:sp>
      <p:sp>
        <p:nvSpPr>
          <p:cNvPr id="18440" name="Rectangle 8">
            <a:extLst>
              <a:ext uri="{FF2B5EF4-FFF2-40B4-BE49-F238E27FC236}">
                <a16:creationId xmlns:a16="http://schemas.microsoft.com/office/drawing/2014/main" id="{FD398176-D218-5D57-926E-EC54EC6111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996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+</a:t>
            </a:r>
          </a:p>
        </p:txBody>
      </p:sp>
      <p:pic>
        <p:nvPicPr>
          <p:cNvPr id="18441" name="Picture 9">
            <a:extLst>
              <a:ext uri="{FF2B5EF4-FFF2-40B4-BE49-F238E27FC236}">
                <a16:creationId xmlns:a16="http://schemas.microsoft.com/office/drawing/2014/main" id="{90A92717-8CAE-9F6F-348B-545D97FFFB9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3788" y="2182813"/>
            <a:ext cx="2782887" cy="2325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8442" name="Rectangle 10">
            <a:extLst>
              <a:ext uri="{FF2B5EF4-FFF2-40B4-BE49-F238E27FC236}">
                <a16:creationId xmlns:a16="http://schemas.microsoft.com/office/drawing/2014/main" id="{FF8C0984-B5C4-7290-98DC-130E29465C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5600" y="2819400"/>
            <a:ext cx="17526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</a:rPr>
              <a:t>Result is = 10</a:t>
            </a:r>
          </a:p>
        </p:txBody>
      </p:sp>
      <p:sp>
        <p:nvSpPr>
          <p:cNvPr id="18443" name="Line 11">
            <a:extLst>
              <a:ext uri="{FF2B5EF4-FFF2-40B4-BE49-F238E27FC236}">
                <a16:creationId xmlns:a16="http://schemas.microsoft.com/office/drawing/2014/main" id="{8EF4BFAB-FB2F-AA8B-A924-2716D1450E80}"/>
              </a:ext>
            </a:extLst>
          </p:cNvPr>
          <p:cNvSpPr>
            <a:spLocks noChangeShapeType="1"/>
          </p:cNvSpPr>
          <p:nvPr/>
        </p:nvSpPr>
        <p:spPr bwMode="auto">
          <a:xfrm>
            <a:off x="7467600" y="1295400"/>
            <a:ext cx="609600" cy="15240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 type="none" w="sm" len="sm"/>
            <a:tailEnd type="stealth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b-slide">
  <a:themeElements>
    <a:clrScheme name="">
      <a:dk1>
        <a:srgbClr val="919191"/>
      </a:dk1>
      <a:lt1>
        <a:srgbClr val="FFFFFF"/>
      </a:lt1>
      <a:dk2>
        <a:srgbClr val="114FFB"/>
      </a:dk2>
      <a:lt2>
        <a:srgbClr val="FAFD00"/>
      </a:lt2>
      <a:accent1>
        <a:srgbClr val="DADADA"/>
      </a:accent1>
      <a:accent2>
        <a:srgbClr val="FC0128"/>
      </a:accent2>
      <a:accent3>
        <a:srgbClr val="AAB2FD"/>
      </a:accent3>
      <a:accent4>
        <a:srgbClr val="DADADA"/>
      </a:accent4>
      <a:accent5>
        <a:srgbClr val="EAEAEA"/>
      </a:accent5>
      <a:accent6>
        <a:srgbClr val="E40123"/>
      </a:accent6>
      <a:hlink>
        <a:srgbClr val="00FF00"/>
      </a:hlink>
      <a:folHlink>
        <a:srgbClr val="DC0081"/>
      </a:folHlink>
    </a:clrScheme>
    <a:fontScheme name="b-slid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Arial" panose="020B0604020202020204" pitchFamily="34" charset="0"/>
          </a:defRPr>
        </a:defPPr>
      </a:lstStyle>
    </a:lnDef>
  </a:objectDefaults>
  <a:extraClrSchemeLst>
    <a:extraClrScheme>
      <a:clrScheme name="b-slide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-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-slide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-slide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-slide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-slide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-slide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e:\pptdata\b-slide.ppt</Template>
  <TotalTime>1490414742</TotalTime>
  <Pages>36</Pages>
  <Words>996</Words>
  <Application>Microsoft Office PowerPoint</Application>
  <PresentationFormat>On-screen Show (4:3)</PresentationFormat>
  <Paragraphs>265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Wingdings</vt:lpstr>
      <vt:lpstr>Times New Roman</vt:lpstr>
      <vt:lpstr>Monotype Sorts</vt:lpstr>
      <vt:lpstr>Courier New</vt:lpstr>
      <vt:lpstr>b-slide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ALGORITHMS </dc:title>
  <dc:subject/>
  <dc:creator>Michael Coughlan</dc:creator>
  <cp:keywords/>
  <dc:description/>
  <cp:lastModifiedBy>Sean McBride</cp:lastModifiedBy>
  <cp:revision>1346190244</cp:revision>
  <cp:lastPrinted>1601-01-01T00:00:00Z</cp:lastPrinted>
  <dcterms:created xsi:type="dcterms:W3CDTF">1995-02-14T10:18:06Z</dcterms:created>
  <dcterms:modified xsi:type="dcterms:W3CDTF">2026-05-13T01:06:40Z</dcterms:modified>
</cp:coreProperties>
</file>