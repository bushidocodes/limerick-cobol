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12ABF7-CA90-43CE-85A2-B70CF473A56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71280" y="71280"/>
            <a:ext cx="9001080" cy="671508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324480" y="990720"/>
            <a:ext cx="609480" cy="691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DISPLAY "Result is = ", Result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6173640" y="2182680"/>
            <a:ext cx="2782800" cy="232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 txBox="1"/>
          <p:nvPr/>
        </p:nvSpPr>
        <p:spPr>
          <a:xfrm>
            <a:off x="6705720" y="2819520"/>
            <a:ext cx="175248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Result is = 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467480" y="1295280"/>
            <a:ext cx="609840" cy="1524240"/>
          </a:xfrm>
          <a:prstGeom prst="line">
            <a:avLst/>
          </a:prstGeom>
          <a:ln w="255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ALGORITHMS </dc:title>
</cp:coreProperties>
</file>