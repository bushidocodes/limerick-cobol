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4762500" cy="3810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2440" cy="380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19080"/>
            <a:ext cx="4743360" cy="37861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51920"/>
            <a:ext cx="4285800" cy="63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891360"/>
            <a:ext cx="4285800" cy="220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905040" y="517680"/>
            <a:ext cx="2933640" cy="225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Deleting records from an ordered Sequential 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Click to view.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When viewing , left click (or press the Page Up key) to see the next frame and right click (or press Page Down)  to see the previous frame.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1258920" y="7632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OPEN INPUT TF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OPEN INPUT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OPEN OUTPUT NF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TF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AT END SET EndTF TO 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AT END SET EndMF TO 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etc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867120" y="380880"/>
            <a:ext cx="779400" cy="2476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9360" y="247644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9360" y="45720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3762360" y="43812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 txBox="1"/>
          <p:nvPr/>
        </p:nvSpPr>
        <p:spPr>
          <a:xfrm>
            <a:off x="1258920" y="7632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OPEN INPUT TF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OPEN INPUT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OPEN OUTPUT NF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READ TF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AT END SET EndTF TO 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READ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AT END SET EndMF TO TRUE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etc</a:t>
            </a: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867120" y="380880"/>
            <a:ext cx="779400" cy="2476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9360" y="262872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9360" y="6285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3762360" y="43812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866880" y="514440"/>
            <a:ext cx="533160" cy="0"/>
          </a:xfrm>
          <a:prstGeom prst="line">
            <a:avLst/>
          </a:prstGeom>
          <a:ln w="1260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-51120" rIns="96120" bIns="-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23800" y="914400"/>
            <a:ext cx="914760" cy="1524240"/>
          </a:xfrm>
          <a:custGeom>
            <a:avLst/>
            <a:gdLst/>
            <a:ahLst/>
            <a:rect l="0" t="0" r="r" b="b"/>
            <a:pathLst>
              <a:path fill="none" w="2541" h="4234">
                <a:moveTo>
                  <a:pt x="2541" y="0"/>
                </a:moveTo>
                <a:lnTo>
                  <a:pt x="2541" y="0"/>
                </a:lnTo>
                <a:cubicBezTo>
                  <a:pt x="2095" y="0"/>
                  <a:pt x="1657" y="196"/>
                  <a:pt x="1270" y="567"/>
                </a:cubicBezTo>
                <a:cubicBezTo>
                  <a:pt x="884" y="939"/>
                  <a:pt x="563" y="1473"/>
                  <a:pt x="340" y="2117"/>
                </a:cubicBezTo>
                <a:cubicBezTo>
                  <a:pt x="117" y="2761"/>
                  <a:pt x="0" y="3491"/>
                  <a:pt x="0" y="4234"/>
                </a:cubicBezTo>
              </a:path>
            </a:pathLst>
          </a:custGeom>
          <a:ln w="12600">
            <a:solidFill>
              <a:srgbClr val="CC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IF TFKey NOT =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MF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867120" y="380880"/>
            <a:ext cx="779400" cy="5047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9360" y="262872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9360" y="6285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3781440" y="7048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2143080" y="914400"/>
            <a:ext cx="324720" cy="400320"/>
          </a:xfrm>
          <a:custGeom>
            <a:avLst/>
            <a:gdLst/>
            <a:ahLst/>
            <a:rect l="0" t="0" r="r" b="b"/>
            <a:pathLst>
              <a:path fill="none" w="902" h="1112">
                <a:moveTo>
                  <a:pt x="0" y="1112"/>
                </a:moveTo>
                <a:lnTo>
                  <a:pt x="0" y="1112"/>
                </a:lnTo>
                <a:cubicBezTo>
                  <a:pt x="158" y="1112"/>
                  <a:pt x="314" y="1086"/>
                  <a:pt x="451" y="1038"/>
                </a:cubicBezTo>
                <a:cubicBezTo>
                  <a:pt x="588" y="989"/>
                  <a:pt x="702" y="919"/>
                  <a:pt x="781" y="834"/>
                </a:cubicBezTo>
                <a:cubicBezTo>
                  <a:pt x="860" y="749"/>
                  <a:pt x="902" y="654"/>
                  <a:pt x="902" y="556"/>
                </a:cubicBezTo>
                <a:cubicBezTo>
                  <a:pt x="902" y="458"/>
                  <a:pt x="860" y="363"/>
                  <a:pt x="781" y="278"/>
                </a:cubicBezTo>
                <a:cubicBezTo>
                  <a:pt x="702" y="193"/>
                  <a:pt x="588" y="123"/>
                  <a:pt x="451" y="74"/>
                </a:cubicBezTo>
                <a:cubicBezTo>
                  <a:pt x="314" y="26"/>
                  <a:pt x="158" y="0"/>
                  <a:pt x="0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2144160" y="628560"/>
            <a:ext cx="2113920" cy="857520"/>
          </a:xfrm>
          <a:custGeom>
            <a:avLst/>
            <a:gdLst/>
            <a:ahLst/>
            <a:rect l="0" t="0" r="r" b="b"/>
            <a:pathLst>
              <a:path fill="none" w="5872" h="2382">
                <a:moveTo>
                  <a:pt x="0" y="2079"/>
                </a:moveTo>
                <a:lnTo>
                  <a:pt x="0" y="2079"/>
                </a:lnTo>
                <a:cubicBezTo>
                  <a:pt x="588" y="2277"/>
                  <a:pt x="1251" y="2382"/>
                  <a:pt x="1925" y="2382"/>
                </a:cubicBezTo>
                <a:cubicBezTo>
                  <a:pt x="2618" y="2382"/>
                  <a:pt x="3299" y="2271"/>
                  <a:pt x="3899" y="2062"/>
                </a:cubicBezTo>
                <a:cubicBezTo>
                  <a:pt x="4499" y="1853"/>
                  <a:pt x="4997" y="1553"/>
                  <a:pt x="5343" y="1191"/>
                </a:cubicBezTo>
                <a:cubicBezTo>
                  <a:pt x="5690" y="829"/>
                  <a:pt x="5872" y="418"/>
                  <a:pt x="5872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IF TFKey NOT =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READ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MF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3867120" y="380880"/>
            <a:ext cx="779400" cy="5047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9360" y="281952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9360" y="6285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3781440" y="7048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57200" y="923760"/>
            <a:ext cx="972000" cy="1695960"/>
          </a:xfrm>
          <a:custGeom>
            <a:avLst/>
            <a:gdLst/>
            <a:ahLst/>
            <a:rect l="0" t="0" r="r" b="b"/>
            <a:pathLst>
              <a:path fill="none" w="2700" h="4711">
                <a:moveTo>
                  <a:pt x="2700" y="0"/>
                </a:moveTo>
                <a:lnTo>
                  <a:pt x="2700" y="0"/>
                </a:lnTo>
                <a:cubicBezTo>
                  <a:pt x="2226" y="0"/>
                  <a:pt x="1760" y="218"/>
                  <a:pt x="1350" y="631"/>
                </a:cubicBezTo>
                <a:cubicBezTo>
                  <a:pt x="940" y="1045"/>
                  <a:pt x="599" y="1639"/>
                  <a:pt x="362" y="2356"/>
                </a:cubicBezTo>
                <a:cubicBezTo>
                  <a:pt x="125" y="3072"/>
                  <a:pt x="0" y="3884"/>
                  <a:pt x="0" y="4711"/>
                </a:cubicBezTo>
              </a:path>
            </a:pathLst>
          </a:custGeom>
          <a:ln w="12600">
            <a:solidFill>
              <a:srgbClr val="CC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IF TFKey NOT =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READ MF </a:t>
            </a:r>
            <a:r>
              <a:rPr lang="en-US" sz="10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3867120" y="380880"/>
            <a:ext cx="779400" cy="5047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9360" y="297180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9360" y="8002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781440" y="7048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 flipH="1">
            <a:off x="838080" y="485640"/>
            <a:ext cx="533520" cy="190800"/>
          </a:xfrm>
          <a:prstGeom prst="line">
            <a:avLst/>
          </a:prstGeom>
          <a:ln w="12600">
            <a:solidFill>
              <a:srgbClr val="CC00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457200" y="923760"/>
            <a:ext cx="972000" cy="1924560"/>
          </a:xfrm>
          <a:custGeom>
            <a:avLst/>
            <a:gdLst/>
            <a:ahLst/>
            <a:rect l="0" t="0" r="r" b="b"/>
            <a:pathLst>
              <a:path fill="none" w="2700" h="5346">
                <a:moveTo>
                  <a:pt x="2700" y="0"/>
                </a:moveTo>
                <a:lnTo>
                  <a:pt x="2700" y="0"/>
                </a:lnTo>
                <a:cubicBezTo>
                  <a:pt x="2226" y="0"/>
                  <a:pt x="1760" y="247"/>
                  <a:pt x="1350" y="716"/>
                </a:cubicBezTo>
                <a:cubicBezTo>
                  <a:pt x="940" y="1185"/>
                  <a:pt x="599" y="1860"/>
                  <a:pt x="362" y="2673"/>
                </a:cubicBezTo>
                <a:cubicBezTo>
                  <a:pt x="125" y="3486"/>
                  <a:pt x="0" y="4408"/>
                  <a:pt x="0" y="5346"/>
                </a:cubicBezTo>
              </a:path>
            </a:pathLst>
          </a:custGeom>
          <a:ln w="12600">
            <a:solidFill>
              <a:srgbClr val="CC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IF TFKey NOT =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MF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867120" y="380880"/>
            <a:ext cx="779400" cy="687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9360" y="297180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9360" y="8002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781440" y="8380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2143080" y="914400"/>
            <a:ext cx="324720" cy="400320"/>
          </a:xfrm>
          <a:custGeom>
            <a:avLst/>
            <a:gdLst/>
            <a:ahLst/>
            <a:rect l="0" t="0" r="r" b="b"/>
            <a:pathLst>
              <a:path fill="none" w="902" h="1112">
                <a:moveTo>
                  <a:pt x="0" y="1112"/>
                </a:moveTo>
                <a:lnTo>
                  <a:pt x="0" y="1112"/>
                </a:lnTo>
                <a:cubicBezTo>
                  <a:pt x="158" y="1112"/>
                  <a:pt x="314" y="1086"/>
                  <a:pt x="451" y="1038"/>
                </a:cubicBezTo>
                <a:cubicBezTo>
                  <a:pt x="588" y="989"/>
                  <a:pt x="702" y="919"/>
                  <a:pt x="781" y="834"/>
                </a:cubicBezTo>
                <a:cubicBezTo>
                  <a:pt x="860" y="749"/>
                  <a:pt x="902" y="654"/>
                  <a:pt x="902" y="556"/>
                </a:cubicBezTo>
                <a:cubicBezTo>
                  <a:pt x="902" y="458"/>
                  <a:pt x="860" y="363"/>
                  <a:pt x="781" y="278"/>
                </a:cubicBezTo>
                <a:cubicBezTo>
                  <a:pt x="702" y="193"/>
                  <a:pt x="588" y="123"/>
                  <a:pt x="451" y="74"/>
                </a:cubicBezTo>
                <a:cubicBezTo>
                  <a:pt x="314" y="26"/>
                  <a:pt x="158" y="0"/>
                  <a:pt x="0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143080" y="799200"/>
            <a:ext cx="2076840" cy="591840"/>
          </a:xfrm>
          <a:custGeom>
            <a:avLst/>
            <a:gdLst/>
            <a:ahLst/>
            <a:rect l="0" t="0" r="r" b="b"/>
            <a:pathLst>
              <a:path fill="none" w="5769" h="1644">
                <a:moveTo>
                  <a:pt x="0" y="1644"/>
                </a:moveTo>
                <a:lnTo>
                  <a:pt x="0" y="1644"/>
                </a:lnTo>
                <a:lnTo>
                  <a:pt x="0" y="1644"/>
                </a:lnTo>
                <a:cubicBezTo>
                  <a:pt x="1013" y="1644"/>
                  <a:pt x="2008" y="1575"/>
                  <a:pt x="2885" y="1445"/>
                </a:cubicBezTo>
                <a:cubicBezTo>
                  <a:pt x="3762" y="1315"/>
                  <a:pt x="4490" y="1128"/>
                  <a:pt x="4996" y="903"/>
                </a:cubicBezTo>
                <a:cubicBezTo>
                  <a:pt x="5503" y="677"/>
                  <a:pt x="5769" y="421"/>
                  <a:pt x="5769" y="161"/>
                </a:cubicBezTo>
                <a:cubicBezTo>
                  <a:pt x="5769" y="107"/>
                  <a:pt x="5758" y="54"/>
                  <a:pt x="5735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IF TFKey NOT =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READ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MF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3867120" y="380880"/>
            <a:ext cx="779400" cy="687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9360" y="31240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9360" y="8002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3781440" y="8380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438120" y="914400"/>
            <a:ext cx="1010160" cy="2095920"/>
          </a:xfrm>
          <a:custGeom>
            <a:avLst/>
            <a:gdLst/>
            <a:ahLst/>
            <a:rect l="0" t="0" r="r" b="b"/>
            <a:pathLst>
              <a:path fill="none" w="2806" h="5822">
                <a:moveTo>
                  <a:pt x="2806" y="0"/>
                </a:moveTo>
                <a:lnTo>
                  <a:pt x="2806" y="0"/>
                </a:lnTo>
                <a:cubicBezTo>
                  <a:pt x="2313" y="0"/>
                  <a:pt x="1830" y="269"/>
                  <a:pt x="1403" y="780"/>
                </a:cubicBezTo>
                <a:cubicBezTo>
                  <a:pt x="976" y="1291"/>
                  <a:pt x="622" y="2026"/>
                  <a:pt x="376" y="2911"/>
                </a:cubicBezTo>
                <a:cubicBezTo>
                  <a:pt x="130" y="3796"/>
                  <a:pt x="0" y="4800"/>
                  <a:pt x="0" y="5822"/>
                </a:cubicBezTo>
              </a:path>
            </a:pathLst>
          </a:custGeom>
          <a:ln w="12600">
            <a:solidFill>
              <a:srgbClr val="CC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IF TFKey NOT =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MF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867120" y="380880"/>
            <a:ext cx="779400" cy="8701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9360" y="31240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9360" y="8002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3781440" y="10857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2143080" y="914400"/>
            <a:ext cx="324720" cy="400320"/>
          </a:xfrm>
          <a:custGeom>
            <a:avLst/>
            <a:gdLst/>
            <a:ahLst/>
            <a:rect l="0" t="0" r="r" b="b"/>
            <a:pathLst>
              <a:path fill="none" w="902" h="1112">
                <a:moveTo>
                  <a:pt x="0" y="1112"/>
                </a:moveTo>
                <a:lnTo>
                  <a:pt x="0" y="1112"/>
                </a:lnTo>
                <a:cubicBezTo>
                  <a:pt x="158" y="1112"/>
                  <a:pt x="314" y="1086"/>
                  <a:pt x="451" y="1038"/>
                </a:cubicBezTo>
                <a:cubicBezTo>
                  <a:pt x="588" y="989"/>
                  <a:pt x="702" y="919"/>
                  <a:pt x="781" y="834"/>
                </a:cubicBezTo>
                <a:cubicBezTo>
                  <a:pt x="860" y="749"/>
                  <a:pt x="902" y="654"/>
                  <a:pt x="902" y="556"/>
                </a:cubicBezTo>
                <a:cubicBezTo>
                  <a:pt x="902" y="458"/>
                  <a:pt x="860" y="363"/>
                  <a:pt x="781" y="278"/>
                </a:cubicBezTo>
                <a:cubicBezTo>
                  <a:pt x="702" y="193"/>
                  <a:pt x="588" y="123"/>
                  <a:pt x="451" y="74"/>
                </a:cubicBezTo>
                <a:cubicBezTo>
                  <a:pt x="314" y="26"/>
                  <a:pt x="158" y="0"/>
                  <a:pt x="0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2161800" y="949680"/>
            <a:ext cx="2058480" cy="613440"/>
          </a:xfrm>
          <a:custGeom>
            <a:avLst/>
            <a:gdLst/>
            <a:ahLst/>
            <a:rect l="0" t="0" r="r" b="b"/>
            <a:pathLst>
              <a:path fill="none" w="5718" h="1704">
                <a:moveTo>
                  <a:pt x="0" y="1212"/>
                </a:moveTo>
                <a:lnTo>
                  <a:pt x="0" y="1212"/>
                </a:lnTo>
                <a:cubicBezTo>
                  <a:pt x="224" y="1325"/>
                  <a:pt x="483" y="1421"/>
                  <a:pt x="769" y="1498"/>
                </a:cubicBezTo>
                <a:cubicBezTo>
                  <a:pt x="1271" y="1633"/>
                  <a:pt x="1839" y="1704"/>
                  <a:pt x="2419" y="1704"/>
                </a:cubicBezTo>
                <a:cubicBezTo>
                  <a:pt x="2998" y="1704"/>
                  <a:pt x="3567" y="1633"/>
                  <a:pt x="4068" y="1498"/>
                </a:cubicBezTo>
                <a:cubicBezTo>
                  <a:pt x="4570" y="1363"/>
                  <a:pt x="4986" y="1169"/>
                  <a:pt x="5276" y="936"/>
                </a:cubicBezTo>
                <a:cubicBezTo>
                  <a:pt x="5565" y="702"/>
                  <a:pt x="5718" y="437"/>
                  <a:pt x="5718" y="168"/>
                </a:cubicBezTo>
                <a:cubicBezTo>
                  <a:pt x="5718" y="112"/>
                  <a:pt x="5711" y="56"/>
                  <a:pt x="5698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IF TFKey NOT =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READ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MF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3867120" y="380880"/>
            <a:ext cx="779400" cy="8701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9360" y="329580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9360" y="8002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3781440" y="10857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438120" y="895320"/>
            <a:ext cx="991080" cy="2229120"/>
          </a:xfrm>
          <a:custGeom>
            <a:avLst/>
            <a:gdLst/>
            <a:ahLst/>
            <a:rect l="0" t="0" r="r" b="b"/>
            <a:pathLst>
              <a:path fill="none" w="2753" h="6192">
                <a:moveTo>
                  <a:pt x="2753" y="0"/>
                </a:moveTo>
                <a:lnTo>
                  <a:pt x="2753" y="0"/>
                </a:lnTo>
                <a:cubicBezTo>
                  <a:pt x="2270" y="0"/>
                  <a:pt x="1795" y="286"/>
                  <a:pt x="1376" y="830"/>
                </a:cubicBezTo>
                <a:cubicBezTo>
                  <a:pt x="958" y="1373"/>
                  <a:pt x="610" y="2155"/>
                  <a:pt x="369" y="3096"/>
                </a:cubicBezTo>
                <a:cubicBezTo>
                  <a:pt x="127" y="4037"/>
                  <a:pt x="0" y="5105"/>
                  <a:pt x="0" y="6192"/>
                </a:cubicBezTo>
              </a:path>
            </a:pathLst>
          </a:custGeom>
          <a:ln w="12600">
            <a:solidFill>
              <a:srgbClr val="CC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IF TFKey NOT =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READ MF </a:t>
            </a:r>
            <a:r>
              <a:rPr lang="en-US" sz="10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3867120" y="380880"/>
            <a:ext cx="779400" cy="8701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9360" y="34671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3781440" y="10857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438120" y="895320"/>
            <a:ext cx="1010160" cy="2400840"/>
          </a:xfrm>
          <a:custGeom>
            <a:avLst/>
            <a:gdLst/>
            <a:ahLst/>
            <a:rect l="0" t="0" r="r" b="b"/>
            <a:pathLst>
              <a:path fill="none" w="2806" h="6669">
                <a:moveTo>
                  <a:pt x="2806" y="0"/>
                </a:moveTo>
                <a:lnTo>
                  <a:pt x="2806" y="0"/>
                </a:lnTo>
                <a:cubicBezTo>
                  <a:pt x="2313" y="0"/>
                  <a:pt x="1830" y="308"/>
                  <a:pt x="1403" y="893"/>
                </a:cubicBezTo>
                <a:cubicBezTo>
                  <a:pt x="976" y="1479"/>
                  <a:pt x="622" y="2321"/>
                  <a:pt x="376" y="3335"/>
                </a:cubicBezTo>
                <a:cubicBezTo>
                  <a:pt x="130" y="4348"/>
                  <a:pt x="0" y="5498"/>
                  <a:pt x="0" y="6669"/>
                </a:cubicBezTo>
              </a:path>
            </a:pathLst>
          </a:custGeom>
          <a:ln w="12600">
            <a:solidFill>
              <a:srgbClr val="CC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 flipV="1">
            <a:off x="857160" y="495360"/>
            <a:ext cx="571680" cy="380880"/>
          </a:xfrm>
          <a:prstGeom prst="line">
            <a:avLst/>
          </a:prstGeom>
          <a:ln w="1260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9360" y="100980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IF TFKey NOT =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READ MF </a:t>
            </a:r>
            <a:r>
              <a:rPr lang="en-US" sz="1000" b="0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3867120" y="380880"/>
            <a:ext cx="779400" cy="8701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CC0000"/>
                </a:solidFill>
                <a:effectLst/>
                <a:uFillTx/>
                <a:latin typeface="Wingdings"/>
                <a:ea typeface="Wingdings"/>
              </a:rPr>
              <a:t>☺☺☺☺☺☺☺☺☺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9360" y="363384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9360" y="100980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3781440" y="108576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438120" y="895320"/>
            <a:ext cx="1010160" cy="2591280"/>
          </a:xfrm>
          <a:custGeom>
            <a:avLst/>
            <a:gdLst/>
            <a:ahLst/>
            <a:rect l="0" t="0" r="r" b="b"/>
            <a:pathLst>
              <a:path fill="none" w="2806" h="7198">
                <a:moveTo>
                  <a:pt x="2806" y="0"/>
                </a:moveTo>
                <a:lnTo>
                  <a:pt x="2806" y="0"/>
                </a:lnTo>
                <a:cubicBezTo>
                  <a:pt x="2313" y="0"/>
                  <a:pt x="1830" y="333"/>
                  <a:pt x="1403" y="964"/>
                </a:cubicBezTo>
                <a:cubicBezTo>
                  <a:pt x="976" y="1596"/>
                  <a:pt x="622" y="2505"/>
                  <a:pt x="376" y="3599"/>
                </a:cubicBezTo>
                <a:cubicBezTo>
                  <a:pt x="130" y="4693"/>
                  <a:pt x="0" y="5934"/>
                  <a:pt x="0" y="7198"/>
                </a:cubicBezTo>
              </a:path>
            </a:pathLst>
          </a:custGeom>
          <a:ln w="12600">
            <a:solidFill>
              <a:srgbClr val="CC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666880" y="95400"/>
            <a:ext cx="1066680" cy="26676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HIGH-VALUES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1009800" y="457200"/>
            <a:ext cx="400320" cy="476640"/>
          </a:xfrm>
          <a:custGeom>
            <a:avLst/>
            <a:gdLst/>
            <a:ahLst/>
            <a:rect l="0" t="0" r="r" b="b"/>
            <a:pathLst>
              <a:path fill="none" w="1112" h="1324">
                <a:moveTo>
                  <a:pt x="1112" y="0"/>
                </a:moveTo>
                <a:lnTo>
                  <a:pt x="1112" y="0"/>
                </a:lnTo>
                <a:cubicBezTo>
                  <a:pt x="917" y="0"/>
                  <a:pt x="725" y="61"/>
                  <a:pt x="556" y="177"/>
                </a:cubicBezTo>
                <a:cubicBezTo>
                  <a:pt x="387" y="294"/>
                  <a:pt x="247" y="461"/>
                  <a:pt x="149" y="662"/>
                </a:cubicBezTo>
                <a:cubicBezTo>
                  <a:pt x="51" y="863"/>
                  <a:pt x="0" y="1092"/>
                  <a:pt x="0" y="1324"/>
                </a:cubicBezTo>
              </a:path>
            </a:pathLst>
          </a:custGeom>
          <a:ln w="12600">
            <a:solidFill>
              <a:srgbClr val="CC0000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32840" y="895320"/>
            <a:ext cx="876960" cy="343440"/>
          </a:xfrm>
          <a:custGeom>
            <a:avLst/>
            <a:gdLst/>
            <a:ahLst/>
            <a:rect l="0" t="0" r="r" b="b"/>
            <a:pathLst>
              <a:path fill="none" w="2436" h="954">
                <a:moveTo>
                  <a:pt x="0" y="720"/>
                </a:moveTo>
                <a:lnTo>
                  <a:pt x="0" y="720"/>
                </a:lnTo>
                <a:cubicBezTo>
                  <a:pt x="71" y="760"/>
                  <a:pt x="148" y="795"/>
                  <a:pt x="230" y="826"/>
                </a:cubicBezTo>
                <a:cubicBezTo>
                  <a:pt x="454" y="910"/>
                  <a:pt x="707" y="954"/>
                  <a:pt x="965" y="954"/>
                </a:cubicBezTo>
                <a:cubicBezTo>
                  <a:pt x="1224" y="954"/>
                  <a:pt x="1477" y="910"/>
                  <a:pt x="1701" y="826"/>
                </a:cubicBezTo>
                <a:cubicBezTo>
                  <a:pt x="1924" y="742"/>
                  <a:pt x="2110" y="622"/>
                  <a:pt x="2239" y="477"/>
                </a:cubicBezTo>
                <a:cubicBezTo>
                  <a:pt x="2368" y="332"/>
                  <a:pt x="2436" y="167"/>
                  <a:pt x="2436" y="0"/>
                </a:cubicBezTo>
              </a:path>
            </a:pathLst>
          </a:custGeom>
          <a:ln w="12600">
            <a:solidFill>
              <a:srgbClr val="CC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 txBox="1"/>
          <p:nvPr/>
        </p:nvSpPr>
        <p:spPr>
          <a:xfrm>
            <a:off x="1258920" y="85680"/>
            <a:ext cx="2379600" cy="36000000"/>
          </a:xfrm>
          <a:prstGeom prst="rect">
            <a:avLst/>
          </a:prstGeom>
          <a:solidFill>
            <a:srgbClr val="EEFFEE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etc.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EndTF AND EndMF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IF TFKey NOT = MFKey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MOVE MFRec TO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WRITE NFRec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MF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ELSE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TF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READ MF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etc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103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END-IF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3867120" y="380880"/>
            <a:ext cx="779400" cy="10526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1419120" y="379440"/>
            <a:ext cx="147636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CC0000"/>
                </a:solidFill>
                <a:effectLst/>
                <a:uFillTx/>
                <a:latin typeface="Wingdings"/>
                <a:ea typeface="Wingdings"/>
              </a:rPr>
              <a:t>☺☺☺☺☺☺☺☺☺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333440" y="204840"/>
            <a:ext cx="46044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422360" y="78912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336680" y="623880"/>
            <a:ext cx="48888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422360" y="1208160"/>
            <a:ext cx="1473120" cy="2192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336680" y="1042920"/>
            <a:ext cx="471600" cy="21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NFRec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3868560" y="18720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9360" y="363384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9360" y="100980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3781440" y="1257480"/>
            <a:ext cx="105120" cy="124200"/>
          </a:xfrm>
          <a:custGeom>
            <a:avLst/>
            <a:gdLst/>
            <a:ahLst/>
            <a:rect l="0" t="0" r="r" b="b"/>
            <a:pathLst>
              <a:path w="292" h="345">
                <a:moveTo>
                  <a:pt x="0" y="115"/>
                </a:moveTo>
                <a:lnTo>
                  <a:pt x="0" y="230"/>
                </a:lnTo>
                <a:lnTo>
                  <a:pt x="204" y="230"/>
                </a:lnTo>
                <a:lnTo>
                  <a:pt x="204" y="345"/>
                </a:lnTo>
                <a:lnTo>
                  <a:pt x="292" y="172"/>
                </a:lnTo>
                <a:lnTo>
                  <a:pt x="204" y="0"/>
                </a:lnTo>
                <a:lnTo>
                  <a:pt x="204" y="115"/>
                </a:lnTo>
                <a:lnTo>
                  <a:pt x="0" y="115"/>
                </a:lnTo>
                <a:close/>
              </a:path>
            </a:pathLst>
          </a:custGeom>
          <a:solidFill>
            <a:srgbClr val="CC0000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666880" y="95400"/>
            <a:ext cx="1066680" cy="266760"/>
          </a:xfrm>
          <a:prstGeom prst="rect">
            <a:avLst/>
          </a:prstGeom>
          <a:solidFill>
            <a:srgbClr val="FFFF99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HIGH-VALUES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2143080" y="914400"/>
            <a:ext cx="324720" cy="400320"/>
          </a:xfrm>
          <a:custGeom>
            <a:avLst/>
            <a:gdLst/>
            <a:ahLst/>
            <a:rect l="0" t="0" r="r" b="b"/>
            <a:pathLst>
              <a:path fill="none" w="902" h="1112">
                <a:moveTo>
                  <a:pt x="0" y="1112"/>
                </a:moveTo>
                <a:lnTo>
                  <a:pt x="0" y="1112"/>
                </a:lnTo>
                <a:cubicBezTo>
                  <a:pt x="158" y="1112"/>
                  <a:pt x="314" y="1086"/>
                  <a:pt x="451" y="1038"/>
                </a:cubicBezTo>
                <a:cubicBezTo>
                  <a:pt x="588" y="989"/>
                  <a:pt x="702" y="919"/>
                  <a:pt x="781" y="834"/>
                </a:cubicBezTo>
                <a:cubicBezTo>
                  <a:pt x="860" y="749"/>
                  <a:pt x="902" y="654"/>
                  <a:pt x="902" y="556"/>
                </a:cubicBezTo>
                <a:cubicBezTo>
                  <a:pt x="902" y="458"/>
                  <a:pt x="860" y="363"/>
                  <a:pt x="781" y="278"/>
                </a:cubicBezTo>
                <a:cubicBezTo>
                  <a:pt x="702" y="193"/>
                  <a:pt x="588" y="123"/>
                  <a:pt x="451" y="74"/>
                </a:cubicBezTo>
                <a:cubicBezTo>
                  <a:pt x="314" y="26"/>
                  <a:pt x="158" y="0"/>
                  <a:pt x="0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1828080" y="1238400"/>
            <a:ext cx="2363400" cy="533160"/>
          </a:xfrm>
          <a:custGeom>
            <a:avLst/>
            <a:gdLst/>
            <a:ahLst/>
            <a:rect l="0" t="0" r="r" b="b"/>
            <a:pathLst>
              <a:path fill="none" w="6565" h="1481">
                <a:moveTo>
                  <a:pt x="0" y="440"/>
                </a:moveTo>
                <a:lnTo>
                  <a:pt x="0" y="440"/>
                </a:lnTo>
                <a:cubicBezTo>
                  <a:pt x="73" y="542"/>
                  <a:pt x="172" y="642"/>
                  <a:pt x="293" y="735"/>
                </a:cubicBezTo>
                <a:cubicBezTo>
                  <a:pt x="588" y="962"/>
                  <a:pt x="1013" y="1150"/>
                  <a:pt x="1524" y="1281"/>
                </a:cubicBezTo>
                <a:cubicBezTo>
                  <a:pt x="2034" y="1412"/>
                  <a:pt x="2614" y="1481"/>
                  <a:pt x="3204" y="1481"/>
                </a:cubicBezTo>
                <a:cubicBezTo>
                  <a:pt x="3794" y="1481"/>
                  <a:pt x="4374" y="1412"/>
                  <a:pt x="4885" y="1281"/>
                </a:cubicBezTo>
                <a:cubicBezTo>
                  <a:pt x="5396" y="1150"/>
                  <a:pt x="5820" y="962"/>
                  <a:pt x="6115" y="735"/>
                </a:cubicBezTo>
                <a:cubicBezTo>
                  <a:pt x="6406" y="511"/>
                  <a:pt x="6561" y="258"/>
                  <a:pt x="6565" y="0"/>
                </a:cubicBezTo>
              </a:path>
            </a:pathLst>
          </a:custGeom>
          <a:ln w="12600">
            <a:solidFill>
              <a:srgbClr val="CC00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"/>
          <p:cNvSpPr txBox="1"/>
          <p:nvPr/>
        </p:nvSpPr>
        <p:spPr>
          <a:xfrm>
            <a:off x="114480" y="380880"/>
            <a:ext cx="779400" cy="30560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14480" y="212760"/>
            <a:ext cx="912960" cy="16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Trans File (TF)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14480" y="2384280"/>
            <a:ext cx="779400" cy="3600000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14480" y="2205000"/>
            <a:ext cx="101268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File (MF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848040" y="1143000"/>
            <a:ext cx="779400" cy="3073212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B2B2B2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  <a:spcAft>
                <a:spcPts val="11858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RecordN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849840" y="949320"/>
            <a:ext cx="816120" cy="19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85000"/>
              </a:lnSpc>
              <a:spcAft>
                <a:spcPts val="118587"/>
              </a:spcAft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NewFile (NF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1965240" y="1327320"/>
            <a:ext cx="104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0" u="none" strike="noStrike">
                <a:solidFill>
                  <a:srgbClr val="009900"/>
                </a:solidFill>
                <a:effectLst/>
                <a:uFillTx/>
                <a:latin typeface="Arial"/>
                <a:ea typeface="Arial"/>
              </a:rPr>
              <a:t>Result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952560" y="619200"/>
            <a:ext cx="1162440" cy="705240"/>
          </a:xfrm>
          <a:custGeom>
            <a:avLst/>
            <a:gdLst/>
            <a:ahLst/>
            <a:rect l="0" t="0" r="r" b="b"/>
            <a:pathLst>
              <a:path fill="none" w="3229" h="1959">
                <a:moveTo>
                  <a:pt x="3229" y="1959"/>
                </a:moveTo>
                <a:lnTo>
                  <a:pt x="3229" y="1959"/>
                </a:lnTo>
                <a:lnTo>
                  <a:pt x="3229" y="1959"/>
                </a:lnTo>
                <a:cubicBezTo>
                  <a:pt x="3229" y="1615"/>
                  <a:pt x="3080" y="1277"/>
                  <a:pt x="2796" y="979"/>
                </a:cubicBezTo>
                <a:cubicBezTo>
                  <a:pt x="2513" y="682"/>
                  <a:pt x="2105" y="434"/>
                  <a:pt x="1614" y="262"/>
                </a:cubicBezTo>
                <a:cubicBezTo>
                  <a:pt x="1124" y="91"/>
                  <a:pt x="567" y="0"/>
                  <a:pt x="0" y="0"/>
                </a:cubicBezTo>
              </a:path>
            </a:pathLst>
          </a:custGeom>
          <a:ln w="25560">
            <a:solidFill>
              <a:srgbClr val="CC0000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1028880" y="1819440"/>
            <a:ext cx="1105200" cy="1029240"/>
          </a:xfrm>
          <a:custGeom>
            <a:avLst/>
            <a:gdLst/>
            <a:ahLst/>
            <a:rect l="0" t="0" r="r" b="b"/>
            <a:pathLst>
              <a:path fill="none" w="3070" h="2859">
                <a:moveTo>
                  <a:pt x="0" y="2859"/>
                </a:moveTo>
                <a:lnTo>
                  <a:pt x="0" y="2859"/>
                </a:lnTo>
                <a:cubicBezTo>
                  <a:pt x="539" y="2859"/>
                  <a:pt x="1068" y="2727"/>
                  <a:pt x="1535" y="2476"/>
                </a:cubicBezTo>
                <a:cubicBezTo>
                  <a:pt x="2002" y="2225"/>
                  <a:pt x="2389" y="1864"/>
                  <a:pt x="2659" y="1429"/>
                </a:cubicBezTo>
                <a:cubicBezTo>
                  <a:pt x="2928" y="995"/>
                  <a:pt x="3070" y="502"/>
                  <a:pt x="3070" y="0"/>
                </a:cubicBezTo>
              </a:path>
            </a:pathLst>
          </a:custGeom>
          <a:ln w="25560">
            <a:solidFill>
              <a:srgbClr val="CC0000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3009960" y="1552680"/>
            <a:ext cx="723960" cy="0"/>
          </a:xfrm>
          <a:prstGeom prst="line">
            <a:avLst/>
          </a:prstGeom>
          <a:ln w="25560">
            <a:solidFill>
              <a:srgbClr val="CC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371600" y="708120"/>
            <a:ext cx="563400" cy="136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remove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