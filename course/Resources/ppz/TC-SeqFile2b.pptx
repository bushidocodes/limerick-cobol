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9080"/>
            <a:ext cx="4743360" cy="3786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905040" y="517680"/>
            <a:ext cx="2933640" cy="252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Attempting to batch-delete records in an unordered Sequential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3746520" y="431640"/>
            <a:ext cx="741240" cy="982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</p:spPr>
        <p:txBody>
          <a:bodyPr lIns="96120" tIns="47160" rIns="96120" bIns="4716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495520" y="530280"/>
            <a:ext cx="0" cy="66024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 flipV="1">
            <a:off x="2495520" y="2009880"/>
            <a:ext cx="0" cy="36180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 flipH="1">
            <a:off x="990720" y="530280"/>
            <a:ext cx="150480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009800" y="2371680"/>
            <a:ext cx="14857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76320" y="6922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76320" y="254016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4457880" y="48276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86080" y="438120"/>
            <a:ext cx="297000" cy="182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428840" y="2286000"/>
            <a:ext cx="297000" cy="182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089160" y="1365120"/>
            <a:ext cx="35388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448080" y="2930400"/>
            <a:ext cx="1171440" cy="6332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We start by reading a record from each 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3238560" y="1590840"/>
            <a:ext cx="24768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3746520" y="431640"/>
            <a:ext cx="741240" cy="2890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3228840" y="1582560"/>
            <a:ext cx="262080" cy="25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 flipV="1">
            <a:off x="3486240" y="619200"/>
            <a:ext cx="0" cy="97164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3486240" y="619200"/>
            <a:ext cx="266760" cy="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76320" y="6922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76320" y="254016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4476600" y="63504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333600" y="1015920"/>
            <a:ext cx="338040" cy="338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write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429000" y="2471760"/>
            <a:ext cx="1266840" cy="119052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If the key fields in the records do not match, we don’t need to delete this record, so we write it to the new 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46520" y="431640"/>
            <a:ext cx="741240" cy="2890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 flipV="1">
            <a:off x="2495520" y="2009880"/>
            <a:ext cx="0" cy="59040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1009800" y="2600280"/>
            <a:ext cx="14857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76320" y="6922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76320" y="27496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4476600" y="63504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447920" y="2495520"/>
            <a:ext cx="297000" cy="182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3089160" y="1365120"/>
            <a:ext cx="35388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3467160" y="2352600"/>
            <a:ext cx="1171440" cy="13748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We have not yet found a match for the transaction file RecordB so we just need to get a record from the master file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746520" y="431640"/>
            <a:ext cx="741240" cy="4888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76320" y="6922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4476600" y="86364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3276720" y="1571760"/>
            <a:ext cx="2095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3228840" y="1544760"/>
            <a:ext cx="262080" cy="25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 flipV="1">
            <a:off x="3486240" y="771480"/>
            <a:ext cx="0" cy="80028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486240" y="771480"/>
            <a:ext cx="266760" cy="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333600" y="1015920"/>
            <a:ext cx="338040" cy="338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write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6320" y="27496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3467160" y="2249640"/>
            <a:ext cx="1171440" cy="15606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These don’t match either so we write RecordH to the new file and then we get a new record from the master file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746520" y="431640"/>
            <a:ext cx="741240" cy="4888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76320" y="6922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76320" y="299736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4476600" y="86364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 flipV="1">
            <a:off x="2495520" y="2009880"/>
            <a:ext cx="0" cy="79992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009800" y="2809800"/>
            <a:ext cx="14857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447920" y="2724120"/>
            <a:ext cx="297000" cy="182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3089160" y="1365120"/>
            <a:ext cx="35388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3746520" y="431640"/>
            <a:ext cx="741240" cy="4888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76320" y="6922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4476600" y="86364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CC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139920" y="1569960"/>
            <a:ext cx="355680" cy="284040"/>
          </a:xfrm>
          <a:prstGeom prst="rect">
            <a:avLst/>
          </a:prstGeom>
          <a:noFill/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yes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3200400" y="1590840"/>
            <a:ext cx="648000" cy="476640"/>
          </a:xfrm>
          <a:custGeom>
            <a:avLst/>
            <a:gdLst/>
            <a:ahLst/>
            <a:rect l="0" t="0" r="r" b="b"/>
            <a:pathLst>
              <a:path fill="none" w="1800" h="1324">
                <a:moveTo>
                  <a:pt x="0" y="1324"/>
                </a:moveTo>
                <a:lnTo>
                  <a:pt x="0" y="1324"/>
                </a:lnTo>
                <a:cubicBezTo>
                  <a:pt x="316" y="1324"/>
                  <a:pt x="626" y="1293"/>
                  <a:pt x="900" y="1235"/>
                </a:cubicBezTo>
                <a:cubicBezTo>
                  <a:pt x="1174" y="1177"/>
                  <a:pt x="1401" y="1094"/>
                  <a:pt x="1559" y="993"/>
                </a:cubicBezTo>
                <a:cubicBezTo>
                  <a:pt x="1717" y="892"/>
                  <a:pt x="1800" y="778"/>
                  <a:pt x="1800" y="662"/>
                </a:cubicBezTo>
                <a:cubicBezTo>
                  <a:pt x="1800" y="546"/>
                  <a:pt x="1717" y="432"/>
                  <a:pt x="1559" y="331"/>
                </a:cubicBezTo>
                <a:cubicBezTo>
                  <a:pt x="1401" y="230"/>
                  <a:pt x="1174" y="147"/>
                  <a:pt x="900" y="89"/>
                </a:cubicBezTo>
                <a:cubicBezTo>
                  <a:pt x="626" y="31"/>
                  <a:pt x="316" y="0"/>
                  <a:pt x="0" y="0"/>
                </a:cubicBezTo>
              </a:path>
            </a:pathLst>
          </a:custGeom>
          <a:ln w="25560">
            <a:solidFill>
              <a:srgbClr val="CC0000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6320" y="299736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3247920" y="2203560"/>
            <a:ext cx="1465200" cy="14382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We have a match!!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So we discard RecordB (by ignoring it) and get new records from the transaction and master files.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3746520" y="431640"/>
            <a:ext cx="741240" cy="4888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2495520" y="733320"/>
            <a:ext cx="0" cy="38124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 flipV="1">
            <a:off x="2495520" y="2028960"/>
            <a:ext cx="0" cy="100944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 flipH="1">
            <a:off x="990720" y="739800"/>
            <a:ext cx="150480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1009800" y="3038400"/>
            <a:ext cx="14857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6320" y="9208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76320" y="32068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4476600" y="86364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486080" y="2952720"/>
            <a:ext cx="297000" cy="182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486080" y="647640"/>
            <a:ext cx="297000" cy="182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3089160" y="1365120"/>
            <a:ext cx="35388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3247920" y="2151000"/>
            <a:ext cx="1465200" cy="156060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Once more the records don’t match. So we need to write the master file record to the new master file, and get another record from the master 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 txBox="1"/>
          <p:nvPr/>
        </p:nvSpPr>
        <p:spPr>
          <a:xfrm>
            <a:off x="297000" y="423720"/>
            <a:ext cx="741240" cy="678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50840" y="233280"/>
            <a:ext cx="11476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284040" y="2265480"/>
            <a:ext cx="741240" cy="151596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7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3570120" y="149400"/>
            <a:ext cx="1150920" cy="263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New 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746520" y="431640"/>
            <a:ext cx="741240" cy="730080"/>
          </a:xfrm>
          <a:prstGeom prst="rect">
            <a:avLst/>
          </a:prstGeom>
          <a:solidFill>
            <a:srgbClr val="FFFFCC"/>
          </a:solidFill>
          <a:ln w="12600">
            <a:solidFill>
              <a:srgbClr val="B2B2B2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76320" y="9208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76320" y="320688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0" y="89"/>
                </a:moveTo>
                <a:lnTo>
                  <a:pt x="0" y="177"/>
                </a:lnTo>
                <a:lnTo>
                  <a:pt x="408" y="177"/>
                </a:lnTo>
                <a:lnTo>
                  <a:pt x="408" y="266"/>
                </a:lnTo>
                <a:lnTo>
                  <a:pt x="583" y="133"/>
                </a:lnTo>
                <a:lnTo>
                  <a:pt x="408" y="0"/>
                </a:lnTo>
                <a:lnTo>
                  <a:pt x="408" y="89"/>
                </a:lnTo>
                <a:lnTo>
                  <a:pt x="0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476600" y="1092240"/>
            <a:ext cx="209880" cy="95760"/>
          </a:xfrm>
          <a:custGeom>
            <a:avLst/>
            <a:gdLst/>
            <a:ahLst/>
            <a:rect l="0" t="0" r="r" b="b"/>
            <a:pathLst>
              <a:path w="583" h="266">
                <a:moveTo>
                  <a:pt x="583" y="89"/>
                </a:moveTo>
                <a:lnTo>
                  <a:pt x="583" y="177"/>
                </a:lnTo>
                <a:lnTo>
                  <a:pt x="174" y="177"/>
                </a:lnTo>
                <a:lnTo>
                  <a:pt x="174" y="266"/>
                </a:lnTo>
                <a:lnTo>
                  <a:pt x="0" y="133"/>
                </a:lnTo>
                <a:lnTo>
                  <a:pt x="174" y="0"/>
                </a:lnTo>
                <a:lnTo>
                  <a:pt x="174" y="89"/>
                </a:lnTo>
                <a:lnTo>
                  <a:pt x="583" y="89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44640" rIns="96120" bIns="44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778040" y="1211400"/>
            <a:ext cx="1422360" cy="779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=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8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3276720" y="1571760"/>
            <a:ext cx="209520" cy="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3228840" y="1544760"/>
            <a:ext cx="262080" cy="25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 flipH="1" flipV="1">
            <a:off x="3476520" y="1038240"/>
            <a:ext cx="9720" cy="533520"/>
          </a:xfrm>
          <a:prstGeom prst="line">
            <a:avLst/>
          </a:prstGeom>
          <a:ln w="25560">
            <a:solidFill>
              <a:srgbClr val="CC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3476520" y="1038240"/>
            <a:ext cx="295560" cy="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295800" y="1244520"/>
            <a:ext cx="338040" cy="3387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write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2857680" y="2308320"/>
            <a:ext cx="1866960" cy="137808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But wait...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Shouldn’t we  have deleted RecordM?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Too late...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It’s already been written to the new 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954080" y="2268360"/>
            <a:ext cx="2749680" cy="12542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This is the problem with unordered files.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When  the files are not ordered on the key field, we cannot guarantee that a record we write to the new file now does not have a matching delete record embedded later in the transaction 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43000" y="2076480"/>
            <a:ext cx="825480" cy="22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  <a:spcAft>
                <a:spcPts val="124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Master File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2470320" y="2168640"/>
            <a:ext cx="2178000" cy="1374840"/>
          </a:xfrm>
          <a:prstGeom prst="rect">
            <a:avLst/>
          </a:prstGeom>
          <a:solidFill>
            <a:srgbClr val="FFFF99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similar problem occurs with batch updates on an unordered file. When we write a record to the new master file we can’t be sure that there is not an update for the record further down the transaction file.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