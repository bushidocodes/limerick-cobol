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9080"/>
            <a:ext cx="4743360" cy="3786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05040" y="917640"/>
            <a:ext cx="2933640" cy="225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COBOL arithmetic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1574640" y="-11160"/>
            <a:ext cx="16066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ADD examples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28520" y="58248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95120" y="78264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87520" y="582480"/>
            <a:ext cx="46368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33200" y="349200"/>
            <a:ext cx="210492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Cash TO Total.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459080" y="59220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87520" y="793800"/>
            <a:ext cx="46368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459080" y="80172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" name=""/>
          <p:cNvGrpSpPr/>
          <p:nvPr/>
        </p:nvGrpSpPr>
        <p:grpSpPr>
          <a:xfrm>
            <a:off x="676440" y="820800"/>
            <a:ext cx="1276200" cy="212760"/>
            <a:chOff x="676440" y="820800"/>
            <a:chExt cx="1276200" cy="212760"/>
          </a:xfrm>
        </p:grpSpPr>
        <p:sp>
          <p:nvSpPr>
            <p:cNvPr id="18" name=""/>
            <p:cNvSpPr txBox="1"/>
            <p:nvPr/>
          </p:nvSpPr>
          <p:spPr>
            <a:xfrm>
              <a:off x="1519200" y="820800"/>
              <a:ext cx="4334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1123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 txBox="1"/>
            <p:nvPr/>
          </p:nvSpPr>
          <p:spPr>
            <a:xfrm>
              <a:off x="676440" y="839880"/>
              <a:ext cx="291960" cy="182520"/>
            </a:xfrm>
            <a:prstGeom prst="rect">
              <a:avLst/>
            </a:prstGeom>
            <a:solidFill>
              <a:srgbClr val="FFFFCC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"/>
          <p:cNvSpPr txBox="1"/>
          <p:nvPr/>
        </p:nvSpPr>
        <p:spPr>
          <a:xfrm>
            <a:off x="150840" y="144936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217440" y="164952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17360" y="1216080"/>
            <a:ext cx="24242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Cash,20 TO Total.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" name=""/>
          <p:cNvGrpSpPr/>
          <p:nvPr/>
        </p:nvGrpSpPr>
        <p:grpSpPr>
          <a:xfrm>
            <a:off x="1805040" y="1449360"/>
            <a:ext cx="549360" cy="455760"/>
            <a:chOff x="1805040" y="1449360"/>
            <a:chExt cx="549360" cy="455760"/>
          </a:xfrm>
        </p:grpSpPr>
        <p:sp>
          <p:nvSpPr>
            <p:cNvPr id="24" name=""/>
            <p:cNvSpPr txBox="1"/>
            <p:nvPr/>
          </p:nvSpPr>
          <p:spPr>
            <a:xfrm>
              <a:off x="1805040" y="144936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1000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1805040" y="165888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" name=""/>
          <p:cNvGrpSpPr/>
          <p:nvPr/>
        </p:nvGrpSpPr>
        <p:grpSpPr>
          <a:xfrm>
            <a:off x="609480" y="1449360"/>
            <a:ext cx="463680" cy="457560"/>
            <a:chOff x="609480" y="1449360"/>
            <a:chExt cx="463680" cy="457560"/>
          </a:xfrm>
        </p:grpSpPr>
        <p:sp>
          <p:nvSpPr>
            <p:cNvPr id="27" name=""/>
            <p:cNvSpPr txBox="1"/>
            <p:nvPr/>
          </p:nvSpPr>
          <p:spPr>
            <a:xfrm>
              <a:off x="609480" y="1449360"/>
              <a:ext cx="46368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609480" y="1660680"/>
              <a:ext cx="46368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" name=""/>
          <p:cNvGrpSpPr/>
          <p:nvPr/>
        </p:nvGrpSpPr>
        <p:grpSpPr>
          <a:xfrm>
            <a:off x="698400" y="1677960"/>
            <a:ext cx="1600200" cy="212760"/>
            <a:chOff x="698400" y="1677960"/>
            <a:chExt cx="1600200" cy="212760"/>
          </a:xfrm>
        </p:grpSpPr>
        <p:sp>
          <p:nvSpPr>
            <p:cNvPr id="30" name=""/>
            <p:cNvSpPr txBox="1"/>
            <p:nvPr/>
          </p:nvSpPr>
          <p:spPr>
            <a:xfrm>
              <a:off x="1865160" y="1677960"/>
              <a:ext cx="4334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1143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 txBox="1"/>
            <p:nvPr/>
          </p:nvSpPr>
          <p:spPr>
            <a:xfrm>
              <a:off x="698400" y="1697040"/>
              <a:ext cx="291960" cy="182520"/>
            </a:xfrm>
            <a:prstGeom prst="rect">
              <a:avLst/>
            </a:prstGeom>
            <a:solidFill>
              <a:srgbClr val="FFFFCC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"/>
          <p:cNvSpPr txBox="1"/>
          <p:nvPr/>
        </p:nvSpPr>
        <p:spPr>
          <a:xfrm>
            <a:off x="162000" y="238428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09440" y="2122560"/>
            <a:ext cx="349236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Cash, Cheques GIVING Total.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"/>
          <p:cNvGrpSpPr/>
          <p:nvPr/>
        </p:nvGrpSpPr>
        <p:grpSpPr>
          <a:xfrm>
            <a:off x="228600" y="2384280"/>
            <a:ext cx="855720" cy="457560"/>
            <a:chOff x="228600" y="2384280"/>
            <a:chExt cx="855720" cy="457560"/>
          </a:xfrm>
        </p:grpSpPr>
        <p:sp>
          <p:nvSpPr>
            <p:cNvPr id="35" name=""/>
            <p:cNvSpPr txBox="1"/>
            <p:nvPr/>
          </p:nvSpPr>
          <p:spPr>
            <a:xfrm>
              <a:off x="228600" y="2584440"/>
              <a:ext cx="473040" cy="244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Times New Roman"/>
                  <a:ea typeface="Times New Roman"/>
                </a:rPr>
                <a:t>After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 txBox="1"/>
            <p:nvPr/>
          </p:nvSpPr>
          <p:spPr>
            <a:xfrm>
              <a:off x="620640" y="2384280"/>
              <a:ext cx="46368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620640" y="2595600"/>
              <a:ext cx="46368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" name=""/>
          <p:cNvGrpSpPr/>
          <p:nvPr/>
        </p:nvGrpSpPr>
        <p:grpSpPr>
          <a:xfrm>
            <a:off x="1320840" y="2379600"/>
            <a:ext cx="549360" cy="455760"/>
            <a:chOff x="1320840" y="2379600"/>
            <a:chExt cx="549360" cy="455760"/>
          </a:xfrm>
        </p:grpSpPr>
        <p:sp>
          <p:nvSpPr>
            <p:cNvPr id="39" name=""/>
            <p:cNvSpPr txBox="1"/>
            <p:nvPr/>
          </p:nvSpPr>
          <p:spPr>
            <a:xfrm>
              <a:off x="1320840" y="237960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1533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320840" y="258912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" name=""/>
          <p:cNvGrpSpPr/>
          <p:nvPr/>
        </p:nvGrpSpPr>
        <p:grpSpPr>
          <a:xfrm>
            <a:off x="2873520" y="2379600"/>
            <a:ext cx="549360" cy="455760"/>
            <a:chOff x="2873520" y="2379600"/>
            <a:chExt cx="549360" cy="455760"/>
          </a:xfrm>
        </p:grpSpPr>
        <p:sp>
          <p:nvSpPr>
            <p:cNvPr id="42" name=""/>
            <p:cNvSpPr txBox="1"/>
            <p:nvPr/>
          </p:nvSpPr>
          <p:spPr>
            <a:xfrm>
              <a:off x="2873520" y="237960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7777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2873520" y="258912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" name=""/>
          <p:cNvGrpSpPr/>
          <p:nvPr/>
        </p:nvGrpSpPr>
        <p:grpSpPr>
          <a:xfrm>
            <a:off x="719280" y="2620800"/>
            <a:ext cx="2823840" cy="212760"/>
            <a:chOff x="719280" y="2620800"/>
            <a:chExt cx="2823840" cy="212760"/>
          </a:xfrm>
        </p:grpSpPr>
        <p:sp>
          <p:nvSpPr>
            <p:cNvPr id="45" name=""/>
            <p:cNvSpPr txBox="1"/>
            <p:nvPr/>
          </p:nvSpPr>
          <p:spPr>
            <a:xfrm>
              <a:off x="719280" y="2631960"/>
              <a:ext cx="29196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 txBox="1"/>
            <p:nvPr/>
          </p:nvSpPr>
          <p:spPr>
            <a:xfrm>
              <a:off x="1414440" y="2631960"/>
              <a:ext cx="37800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1533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 txBox="1"/>
            <p:nvPr/>
          </p:nvSpPr>
          <p:spPr>
            <a:xfrm>
              <a:off x="2914560" y="2620800"/>
              <a:ext cx="62856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1656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" name=""/>
          <p:cNvSpPr txBox="1"/>
          <p:nvPr/>
        </p:nvSpPr>
        <p:spPr>
          <a:xfrm>
            <a:off x="147600" y="324180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5400" y="2979720"/>
            <a:ext cx="46656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ADD Males TO Females GIVING TotalStudents.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" name=""/>
          <p:cNvGrpSpPr/>
          <p:nvPr/>
        </p:nvGrpSpPr>
        <p:grpSpPr>
          <a:xfrm>
            <a:off x="214200" y="3241800"/>
            <a:ext cx="856080" cy="457200"/>
            <a:chOff x="214200" y="3241800"/>
            <a:chExt cx="856080" cy="457200"/>
          </a:xfrm>
        </p:grpSpPr>
        <p:sp>
          <p:nvSpPr>
            <p:cNvPr id="51" name=""/>
            <p:cNvSpPr txBox="1"/>
            <p:nvPr/>
          </p:nvSpPr>
          <p:spPr>
            <a:xfrm>
              <a:off x="214200" y="3441600"/>
              <a:ext cx="473040" cy="244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000" b="1" u="none" strike="noStrike">
                  <a:solidFill>
                    <a:srgbClr val="CC0000"/>
                  </a:solidFill>
                  <a:effectLst/>
                  <a:uFillTx/>
                  <a:latin typeface="Times New Roman"/>
                  <a:ea typeface="Times New Roman"/>
                </a:rPr>
                <a:t>After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 txBox="1"/>
            <p:nvPr/>
          </p:nvSpPr>
          <p:spPr>
            <a:xfrm>
              <a:off x="606600" y="3241800"/>
              <a:ext cx="46368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611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06600" y="3452760"/>
              <a:ext cx="46368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" name=""/>
          <p:cNvGrpSpPr/>
          <p:nvPr/>
        </p:nvGrpSpPr>
        <p:grpSpPr>
          <a:xfrm>
            <a:off x="1630440" y="3236760"/>
            <a:ext cx="549360" cy="456120"/>
            <a:chOff x="1630440" y="3236760"/>
            <a:chExt cx="549360" cy="456120"/>
          </a:xfrm>
        </p:grpSpPr>
        <p:sp>
          <p:nvSpPr>
            <p:cNvPr id="55" name=""/>
            <p:cNvSpPr txBox="1"/>
            <p:nvPr/>
          </p:nvSpPr>
          <p:spPr>
            <a:xfrm>
              <a:off x="1630440" y="323676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1225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1630440" y="344664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3649680" y="3236760"/>
            <a:ext cx="549360" cy="456120"/>
            <a:chOff x="3649680" y="3236760"/>
            <a:chExt cx="549360" cy="456120"/>
          </a:xfrm>
        </p:grpSpPr>
        <p:sp>
          <p:nvSpPr>
            <p:cNvPr id="58" name=""/>
            <p:cNvSpPr txBox="1"/>
            <p:nvPr/>
          </p:nvSpPr>
          <p:spPr>
            <a:xfrm>
              <a:off x="3649680" y="323676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0000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3649680" y="3446640"/>
              <a:ext cx="5493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" name=""/>
          <p:cNvGrpSpPr/>
          <p:nvPr/>
        </p:nvGrpSpPr>
        <p:grpSpPr>
          <a:xfrm>
            <a:off x="695160" y="3463920"/>
            <a:ext cx="3552840" cy="212760"/>
            <a:chOff x="695160" y="3463920"/>
            <a:chExt cx="3552840" cy="212760"/>
          </a:xfrm>
        </p:grpSpPr>
        <p:sp>
          <p:nvSpPr>
            <p:cNvPr id="61" name=""/>
            <p:cNvSpPr txBox="1"/>
            <p:nvPr/>
          </p:nvSpPr>
          <p:spPr>
            <a:xfrm>
              <a:off x="695160" y="3492360"/>
              <a:ext cx="29196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611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 txBox="1"/>
            <p:nvPr/>
          </p:nvSpPr>
          <p:spPr>
            <a:xfrm>
              <a:off x="1714680" y="3486240"/>
              <a:ext cx="37800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1225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 txBox="1"/>
            <p:nvPr/>
          </p:nvSpPr>
          <p:spPr>
            <a:xfrm>
              <a:off x="3700440" y="3463920"/>
              <a:ext cx="54756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1836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 txBox="1"/>
          <p:nvPr/>
        </p:nvSpPr>
        <p:spPr>
          <a:xfrm>
            <a:off x="1308240" y="-11160"/>
            <a:ext cx="228456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SUBTRACT examples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00040" y="71280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57280" y="91296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68400" y="712800"/>
            <a:ext cx="46368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250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0" y="441360"/>
            <a:ext cx="381168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SUBTRACT Tax FROM GrossPay, TOTAL.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182680" y="7113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68400" y="923760"/>
            <a:ext cx="46368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182680" y="9208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068640" y="7113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2554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068640" y="9208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"/>
          <p:cNvGrpSpPr/>
          <p:nvPr/>
        </p:nvGrpSpPr>
        <p:grpSpPr>
          <a:xfrm>
            <a:off x="1047600" y="944640"/>
            <a:ext cx="2505240" cy="222120"/>
            <a:chOff x="1047600" y="944640"/>
            <a:chExt cx="2505240" cy="222120"/>
          </a:xfrm>
        </p:grpSpPr>
        <p:sp>
          <p:nvSpPr>
            <p:cNvPr id="75" name=""/>
            <p:cNvSpPr txBox="1"/>
            <p:nvPr/>
          </p:nvSpPr>
          <p:spPr>
            <a:xfrm>
              <a:off x="2233440" y="944640"/>
              <a:ext cx="4334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0750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 txBox="1"/>
            <p:nvPr/>
          </p:nvSpPr>
          <p:spPr>
            <a:xfrm>
              <a:off x="1047600" y="960480"/>
              <a:ext cx="29196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250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 txBox="1"/>
            <p:nvPr/>
          </p:nvSpPr>
          <p:spPr>
            <a:xfrm>
              <a:off x="3119400" y="954000"/>
              <a:ext cx="4334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2304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"/>
          <p:cNvSpPr txBox="1"/>
          <p:nvPr/>
        </p:nvSpPr>
        <p:spPr>
          <a:xfrm>
            <a:off x="0" y="1604880"/>
            <a:ext cx="41324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SUBTRACT Tax, PRSI, Pension FROM Pay.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33440" y="187308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09760" y="207324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554120" y="18730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0175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554120" y="20829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297160" y="18730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0125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2297160" y="20829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516480" y="18730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2750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516480" y="20829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925560" y="18730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0750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25560" y="20829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"/>
          <p:cNvGrpSpPr/>
          <p:nvPr/>
        </p:nvGrpSpPr>
        <p:grpSpPr>
          <a:xfrm>
            <a:off x="1004760" y="2116080"/>
            <a:ext cx="2995920" cy="212760"/>
            <a:chOff x="1004760" y="2116080"/>
            <a:chExt cx="2995920" cy="212760"/>
          </a:xfrm>
        </p:grpSpPr>
        <p:sp>
          <p:nvSpPr>
            <p:cNvPr id="90" name=""/>
            <p:cNvSpPr txBox="1"/>
            <p:nvPr/>
          </p:nvSpPr>
          <p:spPr>
            <a:xfrm>
              <a:off x="1652760" y="2130480"/>
              <a:ext cx="37800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0175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 txBox="1"/>
            <p:nvPr/>
          </p:nvSpPr>
          <p:spPr>
            <a:xfrm>
              <a:off x="2376360" y="2139840"/>
              <a:ext cx="37800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0125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 txBox="1"/>
            <p:nvPr/>
          </p:nvSpPr>
          <p:spPr>
            <a:xfrm>
              <a:off x="3567240" y="2116080"/>
              <a:ext cx="4334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1700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 txBox="1"/>
            <p:nvPr/>
          </p:nvSpPr>
          <p:spPr>
            <a:xfrm>
              <a:off x="1004760" y="2139840"/>
              <a:ext cx="37800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0750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"/>
          <p:cNvSpPr txBox="1"/>
          <p:nvPr/>
        </p:nvSpPr>
        <p:spPr>
          <a:xfrm>
            <a:off x="0" y="2757600"/>
            <a:ext cx="477216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SUBTRACT Deductions FROM Pay GIVING NetPay.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95240" y="304488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61840" y="323532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639880" y="30448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2750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639880" y="325440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002120" y="30448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2750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002120" y="325440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287360" y="30448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1050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287360" y="325440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"/>
          <p:cNvGrpSpPr/>
          <p:nvPr/>
        </p:nvGrpSpPr>
        <p:grpSpPr>
          <a:xfrm>
            <a:off x="1366920" y="3287880"/>
            <a:ext cx="3119400" cy="212760"/>
            <a:chOff x="1366920" y="3287880"/>
            <a:chExt cx="3119400" cy="212760"/>
          </a:xfrm>
        </p:grpSpPr>
        <p:sp>
          <p:nvSpPr>
            <p:cNvPr id="104" name=""/>
            <p:cNvSpPr txBox="1"/>
            <p:nvPr/>
          </p:nvSpPr>
          <p:spPr>
            <a:xfrm>
              <a:off x="2719440" y="3311640"/>
              <a:ext cx="37800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2750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 txBox="1"/>
            <p:nvPr/>
          </p:nvSpPr>
          <p:spPr>
            <a:xfrm>
              <a:off x="4052880" y="3287880"/>
              <a:ext cx="4334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1700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 txBox="1"/>
            <p:nvPr/>
          </p:nvSpPr>
          <p:spPr>
            <a:xfrm>
              <a:off x="1366920" y="3311640"/>
              <a:ext cx="37800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1050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 txBox="1"/>
          <p:nvPr/>
        </p:nvSpPr>
        <p:spPr>
          <a:xfrm>
            <a:off x="1346040" y="7920"/>
            <a:ext cx="21826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MULTIPLY examples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14280" y="71136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271520" y="91116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682640" y="711360"/>
            <a:ext cx="46368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0250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0" y="441360"/>
            <a:ext cx="349236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MULTIPLY 10 BY SIZE, Magnitude.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535120" y="723960"/>
            <a:ext cx="750960" cy="233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0123.45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682640" y="922320"/>
            <a:ext cx="46368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535120" y="933480"/>
            <a:ext cx="750960" cy="233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5" name=""/>
          <p:cNvGrpSpPr/>
          <p:nvPr/>
        </p:nvGrpSpPr>
        <p:grpSpPr>
          <a:xfrm>
            <a:off x="1700280" y="954000"/>
            <a:ext cx="1548000" cy="222480"/>
            <a:chOff x="1700280" y="954000"/>
            <a:chExt cx="1548000" cy="222480"/>
          </a:xfrm>
        </p:grpSpPr>
        <p:sp>
          <p:nvSpPr>
            <p:cNvPr id="116" name=""/>
            <p:cNvSpPr txBox="1"/>
            <p:nvPr/>
          </p:nvSpPr>
          <p:spPr>
            <a:xfrm>
              <a:off x="1700280" y="963720"/>
              <a:ext cx="4334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2500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 txBox="1"/>
            <p:nvPr/>
          </p:nvSpPr>
          <p:spPr>
            <a:xfrm>
              <a:off x="2567160" y="954000"/>
              <a:ext cx="68112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1234.50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"/>
          <p:cNvSpPr txBox="1"/>
          <p:nvPr/>
        </p:nvSpPr>
        <p:spPr>
          <a:xfrm>
            <a:off x="0" y="1301760"/>
            <a:ext cx="413244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MULTIPLY VatRate BY Sales GIVING VAT.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33240" y="156996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09560" y="177012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144880" y="1569960"/>
            <a:ext cx="712800" cy="233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1245.50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144880" y="1779480"/>
            <a:ext cx="712800" cy="233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421080" y="1569960"/>
            <a:ext cx="846000" cy="2239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2750.75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421080" y="1779480"/>
            <a:ext cx="846000" cy="2239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125360" y="15699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0.21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125360" y="17794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"/>
          <p:cNvGrpSpPr/>
          <p:nvPr/>
        </p:nvGrpSpPr>
        <p:grpSpPr>
          <a:xfrm>
            <a:off x="1224000" y="1790640"/>
            <a:ext cx="2906640" cy="219240"/>
            <a:chOff x="1224000" y="1790640"/>
            <a:chExt cx="2906640" cy="219240"/>
          </a:xfrm>
        </p:grpSpPr>
        <p:sp>
          <p:nvSpPr>
            <p:cNvPr id="128" name=""/>
            <p:cNvSpPr txBox="1"/>
            <p:nvPr/>
          </p:nvSpPr>
          <p:spPr>
            <a:xfrm>
              <a:off x="1224000" y="1827360"/>
              <a:ext cx="33480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0.21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 txBox="1"/>
            <p:nvPr/>
          </p:nvSpPr>
          <p:spPr>
            <a:xfrm>
              <a:off x="2205000" y="1817640"/>
              <a:ext cx="58896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1245.50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"/>
            <p:cNvSpPr txBox="1"/>
            <p:nvPr/>
          </p:nvSpPr>
          <p:spPr>
            <a:xfrm>
              <a:off x="3548160" y="1790640"/>
              <a:ext cx="58248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261.55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" name=""/>
          <p:cNvSpPr txBox="1"/>
          <p:nvPr/>
        </p:nvSpPr>
        <p:spPr>
          <a:xfrm>
            <a:off x="0" y="2262240"/>
            <a:ext cx="4559400" cy="73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MULTIPLY Fees BY Members GIVING TotalFees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ON SIZE ERROR DISPLAY SizeErrorMessage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END-MULTIPLY.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90480" y="315288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57080" y="334332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801800" y="31305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1024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1801800" y="33400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421000" y="313056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1743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2421000" y="3340080"/>
            <a:ext cx="5493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249200" y="3124080"/>
            <a:ext cx="436680" cy="2523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52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249200" y="3333600"/>
            <a:ext cx="436680" cy="2523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241280" y="2944800"/>
            <a:ext cx="4237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Fees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727280" y="2944800"/>
            <a:ext cx="6984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Members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336760" y="2943360"/>
            <a:ext cx="71280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TotalFees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" name=""/>
          <p:cNvGrpSpPr/>
          <p:nvPr/>
        </p:nvGrpSpPr>
        <p:grpSpPr>
          <a:xfrm>
            <a:off x="128520" y="2506680"/>
            <a:ext cx="4238640" cy="1073160"/>
            <a:chOff x="128520" y="2506680"/>
            <a:chExt cx="4238640" cy="1073160"/>
          </a:xfrm>
        </p:grpSpPr>
        <p:grpSp>
          <p:nvGrpSpPr>
            <p:cNvPr id="144" name=""/>
            <p:cNvGrpSpPr/>
            <p:nvPr/>
          </p:nvGrpSpPr>
          <p:grpSpPr>
            <a:xfrm>
              <a:off x="1347840" y="3367080"/>
              <a:ext cx="1547640" cy="212760"/>
              <a:chOff x="1347840" y="3367080"/>
              <a:chExt cx="1547640" cy="212760"/>
            </a:xfrm>
          </p:grpSpPr>
          <p:sp>
            <p:nvSpPr>
              <p:cNvPr id="145" name=""/>
              <p:cNvSpPr txBox="1"/>
              <p:nvPr/>
            </p:nvSpPr>
            <p:spPr>
              <a:xfrm>
                <a:off x="1890720" y="3390840"/>
                <a:ext cx="378000" cy="1825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1" u="none" strike="noStrike">
                    <a:solidFill>
                      <a:srgbClr val="000080"/>
                    </a:solidFill>
                    <a:effectLst/>
                    <a:uFillTx/>
                    <a:latin typeface="Arial"/>
                    <a:ea typeface="Arial"/>
                  </a:rPr>
                  <a:t>1024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 txBox="1"/>
              <p:nvPr/>
            </p:nvSpPr>
            <p:spPr>
              <a:xfrm>
                <a:off x="2462040" y="3367080"/>
                <a:ext cx="433440" cy="2127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US" sz="1400" b="1" u="none" strike="noStrike">
                    <a:solidFill>
                      <a:srgbClr val="FF3300"/>
                    </a:solidFill>
                    <a:effectLst/>
                    <a:uFillTx/>
                    <a:latin typeface="Arial"/>
                    <a:ea typeface="Arial"/>
                  </a:rPr>
                  <a:t>3248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 txBox="1"/>
              <p:nvPr/>
            </p:nvSpPr>
            <p:spPr>
              <a:xfrm>
                <a:off x="1347840" y="3367080"/>
                <a:ext cx="281160" cy="1825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1" u="none" strike="noStrike">
                    <a:solidFill>
                      <a:srgbClr val="000080"/>
                    </a:solidFill>
                    <a:effectLst/>
                    <a:uFillTx/>
                    <a:latin typeface="Arial"/>
                    <a:ea typeface="Arial"/>
                  </a:rPr>
                  <a:t>52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8" name=""/>
            <p:cNvSpPr txBox="1"/>
            <p:nvPr/>
          </p:nvSpPr>
          <p:spPr>
            <a:xfrm>
              <a:off x="128520" y="2506680"/>
              <a:ext cx="4238640" cy="2509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ON SIZE ERROR DISPLAY SizeErrorMessage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 txBox="1"/>
          <p:nvPr/>
        </p:nvSpPr>
        <p:spPr>
          <a:xfrm>
            <a:off x="758880" y="1914480"/>
            <a:ext cx="622440" cy="2318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31255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763560" y="2143080"/>
            <a:ext cx="61740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568520" y="1914480"/>
            <a:ext cx="622440" cy="2318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573200" y="2143080"/>
            <a:ext cx="61740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016080" y="1914480"/>
            <a:ext cx="622440" cy="2318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0000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021120" y="2143080"/>
            <a:ext cx="61740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460520" y="-11160"/>
            <a:ext cx="184464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DIVIDE examples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0" y="441360"/>
            <a:ext cx="4451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DIVIDE 15 INTO Amount1 ROUNDED, Amount2.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262160" y="73188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319040" y="93204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730520" y="720720"/>
            <a:ext cx="622440" cy="2318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2544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735200" y="949320"/>
            <a:ext cx="61740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559320" y="720720"/>
            <a:ext cx="622440" cy="2318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354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564000" y="949320"/>
            <a:ext cx="61740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0" y="2879640"/>
            <a:ext cx="477216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DIVIDE 215 BY 10 GIVING Quot REMAINDER Rem.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147760" y="314964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205000" y="334980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616120" y="3149640"/>
            <a:ext cx="479520" cy="2318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2614680" y="3378240"/>
            <a:ext cx="48096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"/>
          <p:cNvGrpSpPr/>
          <p:nvPr/>
        </p:nvGrpSpPr>
        <p:grpSpPr>
          <a:xfrm>
            <a:off x="4228920" y="3149640"/>
            <a:ext cx="428760" cy="474840"/>
            <a:chOff x="4228920" y="3149640"/>
            <a:chExt cx="428760" cy="474840"/>
          </a:xfrm>
        </p:grpSpPr>
        <p:sp>
          <p:nvSpPr>
            <p:cNvPr id="169" name=""/>
            <p:cNvSpPr txBox="1"/>
            <p:nvPr/>
          </p:nvSpPr>
          <p:spPr>
            <a:xfrm>
              <a:off x="4228920" y="3149640"/>
              <a:ext cx="428760" cy="2318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95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4232160" y="3378240"/>
              <a:ext cx="42552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" name=""/>
          <p:cNvGrpSpPr/>
          <p:nvPr/>
        </p:nvGrpSpPr>
        <p:grpSpPr>
          <a:xfrm>
            <a:off x="1886040" y="974880"/>
            <a:ext cx="2084040" cy="409320"/>
            <a:chOff x="1886040" y="974880"/>
            <a:chExt cx="2084040" cy="409320"/>
          </a:xfrm>
        </p:grpSpPr>
        <p:sp>
          <p:nvSpPr>
            <p:cNvPr id="172" name=""/>
            <p:cNvSpPr txBox="1"/>
            <p:nvPr/>
          </p:nvSpPr>
          <p:spPr>
            <a:xfrm>
              <a:off x="3771720" y="974880"/>
              <a:ext cx="19836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23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"/>
            <p:cNvSpPr txBox="1"/>
            <p:nvPr/>
          </p:nvSpPr>
          <p:spPr>
            <a:xfrm>
              <a:off x="1886040" y="984240"/>
              <a:ext cx="297000" cy="3999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170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4" name=""/>
          <p:cNvGrpSpPr/>
          <p:nvPr/>
        </p:nvGrpSpPr>
        <p:grpSpPr>
          <a:xfrm>
            <a:off x="843120" y="2168640"/>
            <a:ext cx="2746440" cy="212760"/>
            <a:chOff x="843120" y="2168640"/>
            <a:chExt cx="2746440" cy="212760"/>
          </a:xfrm>
        </p:grpSpPr>
        <p:sp>
          <p:nvSpPr>
            <p:cNvPr id="175" name=""/>
            <p:cNvSpPr txBox="1"/>
            <p:nvPr/>
          </p:nvSpPr>
          <p:spPr>
            <a:xfrm>
              <a:off x="843120" y="2195640"/>
              <a:ext cx="50328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31255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"/>
            <p:cNvSpPr txBox="1"/>
            <p:nvPr/>
          </p:nvSpPr>
          <p:spPr>
            <a:xfrm>
              <a:off x="1757520" y="2195640"/>
              <a:ext cx="254160" cy="1825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115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"/>
            <p:cNvSpPr txBox="1"/>
            <p:nvPr/>
          </p:nvSpPr>
          <p:spPr>
            <a:xfrm>
              <a:off x="3114720" y="2168640"/>
              <a:ext cx="4748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0272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" name=""/>
          <p:cNvGrpSpPr/>
          <p:nvPr/>
        </p:nvGrpSpPr>
        <p:grpSpPr>
          <a:xfrm>
            <a:off x="2705040" y="3394080"/>
            <a:ext cx="1886040" cy="222120"/>
            <a:chOff x="2705040" y="3394080"/>
            <a:chExt cx="1886040" cy="222120"/>
          </a:xfrm>
        </p:grpSpPr>
        <p:sp>
          <p:nvSpPr>
            <p:cNvPr id="179" name=""/>
            <p:cNvSpPr txBox="1"/>
            <p:nvPr/>
          </p:nvSpPr>
          <p:spPr>
            <a:xfrm>
              <a:off x="2705040" y="3403440"/>
              <a:ext cx="47484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021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"/>
            <p:cNvSpPr txBox="1"/>
            <p:nvPr/>
          </p:nvSpPr>
          <p:spPr>
            <a:xfrm>
              <a:off x="4324320" y="3394080"/>
              <a:ext cx="266760" cy="212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05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1" name=""/>
          <p:cNvSpPr txBox="1"/>
          <p:nvPr/>
        </p:nvSpPr>
        <p:spPr>
          <a:xfrm>
            <a:off x="0" y="1644480"/>
            <a:ext cx="477216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DIVIDE Qty BY Units GIVING Average ROUNDED.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90520" y="192564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47760" y="212580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"/>
          <p:cNvGrpSpPr/>
          <p:nvPr/>
        </p:nvGrpSpPr>
        <p:grpSpPr>
          <a:xfrm>
            <a:off x="816120" y="2432160"/>
            <a:ext cx="784080" cy="474840"/>
            <a:chOff x="816120" y="2432160"/>
            <a:chExt cx="784080" cy="474840"/>
          </a:xfrm>
        </p:grpSpPr>
        <p:sp>
          <p:nvSpPr>
            <p:cNvPr id="185" name=""/>
            <p:cNvSpPr txBox="1"/>
            <p:nvPr/>
          </p:nvSpPr>
          <p:spPr>
            <a:xfrm>
              <a:off x="816120" y="2432160"/>
              <a:ext cx="784080" cy="2318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1234.45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822240" y="2660760"/>
              <a:ext cx="777960" cy="246240"/>
            </a:xfrm>
            <a:prstGeom prst="rect">
              <a:avLst/>
            </a:prstGeom>
            <a:solidFill>
              <a:srgbClr val="FFFFCC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7" name=""/>
          <p:cNvSpPr txBox="1"/>
          <p:nvPr/>
        </p:nvSpPr>
        <p:spPr>
          <a:xfrm>
            <a:off x="2606760" y="2432160"/>
            <a:ext cx="622440" cy="2318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1256.75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2611440" y="2660760"/>
            <a:ext cx="61740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308240" y="7920"/>
            <a:ext cx="2182680" cy="3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COMPUTE examples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5680" y="809640"/>
            <a:ext cx="457668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COMPUTE Result =  90 - 7 * 3 + 50 / 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36680" y="110016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493560" y="130032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905040" y="1089000"/>
            <a:ext cx="622440" cy="2318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80"/>
                </a:solidFill>
                <a:effectLst/>
                <a:uFillTx/>
                <a:latin typeface="Arial"/>
                <a:ea typeface="Arial"/>
              </a:rPr>
              <a:t>3333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909720" y="1317600"/>
            <a:ext cx="617400" cy="246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5" name=""/>
          <p:cNvGrpSpPr/>
          <p:nvPr/>
        </p:nvGrpSpPr>
        <p:grpSpPr>
          <a:xfrm>
            <a:off x="993600" y="790560"/>
            <a:ext cx="3232440" cy="942840"/>
            <a:chOff x="993600" y="790560"/>
            <a:chExt cx="3232440" cy="942840"/>
          </a:xfrm>
        </p:grpSpPr>
        <p:sp>
          <p:nvSpPr>
            <p:cNvPr id="196" name=""/>
            <p:cNvSpPr txBox="1"/>
            <p:nvPr/>
          </p:nvSpPr>
          <p:spPr>
            <a:xfrm>
              <a:off x="993600" y="1333440"/>
              <a:ext cx="395280" cy="3999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0094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"/>
            <p:cNvSpPr txBox="1"/>
            <p:nvPr/>
          </p:nvSpPr>
          <p:spPr>
            <a:xfrm>
              <a:off x="2359080" y="790560"/>
              <a:ext cx="915840" cy="336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(    )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"/>
            <p:cNvSpPr txBox="1"/>
            <p:nvPr/>
          </p:nvSpPr>
          <p:spPr>
            <a:xfrm>
              <a:off x="3187800" y="790560"/>
              <a:ext cx="1038240" cy="336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CC0000"/>
                  </a:solidFill>
                  <a:effectLst/>
                  <a:uFillTx/>
                  <a:latin typeface="Courier New"/>
                  <a:ea typeface="Courier New"/>
                </a:rPr>
                <a:t>(     )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9" name=""/>
          <p:cNvGrpSpPr/>
          <p:nvPr/>
        </p:nvGrpSpPr>
        <p:grpSpPr>
          <a:xfrm>
            <a:off x="876240" y="2679840"/>
            <a:ext cx="2327400" cy="399960"/>
            <a:chOff x="876240" y="2679840"/>
            <a:chExt cx="2327400" cy="399960"/>
          </a:xfrm>
        </p:grpSpPr>
        <p:sp>
          <p:nvSpPr>
            <p:cNvPr id="200" name=""/>
            <p:cNvSpPr txBox="1"/>
            <p:nvPr/>
          </p:nvSpPr>
          <p:spPr>
            <a:xfrm>
              <a:off x="2652840" y="2706840"/>
              <a:ext cx="550800" cy="3416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Arial"/>
                  <a:ea typeface="Arial"/>
                </a:rPr>
                <a:t>1256.75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"/>
            <p:cNvSpPr txBox="1"/>
            <p:nvPr/>
          </p:nvSpPr>
          <p:spPr>
            <a:xfrm>
              <a:off x="876240" y="2679840"/>
              <a:ext cx="642960" cy="3999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FF3300"/>
                  </a:solidFill>
                  <a:effectLst/>
                  <a:uFillTx/>
                  <a:latin typeface="Arial"/>
                  <a:ea typeface="Arial"/>
                </a:rPr>
                <a:t>1595.74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2" name=""/>
          <p:cNvSpPr txBox="1"/>
          <p:nvPr/>
        </p:nvSpPr>
        <p:spPr>
          <a:xfrm>
            <a:off x="0" y="2155680"/>
            <a:ext cx="4451400" cy="30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COMPUTE Euros ROUNDED = Punts / .787564.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47760" y="2443320"/>
            <a:ext cx="544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80"/>
                </a:solidFill>
                <a:effectLst/>
                <a:uFillTx/>
                <a:latin typeface="Times New Roman"/>
                <a:ea typeface="Times New Roman"/>
              </a:rPr>
              <a:t>Before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04640" y="2643120"/>
            <a:ext cx="47304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After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