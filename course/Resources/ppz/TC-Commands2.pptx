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82" r:id="rId2"/>
    <p:sldId id="275" r:id="rId3"/>
    <p:sldId id="276" r:id="rId4"/>
    <p:sldId id="277" r:id="rId5"/>
    <p:sldId id="279" r:id="rId6"/>
    <p:sldId id="280" r:id="rId7"/>
  </p:sldIdLst>
  <p:sldSz cx="4762500" cy="3810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000" kern="1200">
        <a:solidFill>
          <a:schemeClr val="accent2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accent2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accent2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accent2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accent2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000" kern="1200">
        <a:solidFill>
          <a:schemeClr val="accent2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1000" kern="1200">
        <a:solidFill>
          <a:schemeClr val="accent2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1000" kern="1200">
        <a:solidFill>
          <a:schemeClr val="accent2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1000" kern="1200">
        <a:solidFill>
          <a:schemeClr val="accent2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00">
          <p15:clr>
            <a:srgbClr val="A4A3A4"/>
          </p15:clr>
        </p15:guide>
        <p15:guide id="2" pos="150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200">
          <p15:clr>
            <a:srgbClr val="A4A3A4"/>
          </p15:clr>
        </p15:guide>
        <p15:guide id="2" pos="15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FCC"/>
    <a:srgbClr val="EEFFEE"/>
    <a:srgbClr val="FFFFCC"/>
    <a:srgbClr val="00CC00"/>
    <a:srgbClr val="009900"/>
    <a:srgbClr val="000080"/>
    <a:srgbClr val="FF3300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22" d="100"/>
          <a:sy n="222" d="100"/>
        </p:scale>
        <p:origin x="570" y="174"/>
      </p:cViewPr>
      <p:guideLst>
        <p:guide orient="horz" pos="1200"/>
        <p:guide pos="150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0" d="100"/>
          <a:sy n="60" d="100"/>
        </p:scale>
        <p:origin x="-1536" y="-78"/>
      </p:cViewPr>
      <p:guideLst>
        <p:guide orient="horz" pos="1200"/>
        <p:guide pos="15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9E1C5565-5D60-E8A0-280C-1378AD25BA0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5C0154F7-6BFE-5A6B-8E7E-79CE4BC2E40E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0D341434-20E3-9049-E975-4A1DB93C8720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292225" y="692150"/>
            <a:ext cx="4273550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A63B18D6-617F-19C1-D3A4-7AB98B0A46FB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0DC6BB10-AC17-AFB1-6004-C993AB76D5C7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D0BA9884-0710-0FE6-15F4-634DD6D6D6A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i="1">
                <a:solidFill>
                  <a:schemeClr val="tx1"/>
                </a:solidFill>
              </a:defRPr>
            </a:lvl1pPr>
          </a:lstStyle>
          <a:p>
            <a:fld id="{6BAE439F-E89A-4A71-9B1C-E81E1D864E50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80030-682A-A633-114F-E56403FBA9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313" y="623888"/>
            <a:ext cx="3571875" cy="1325562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D11D96-F9DD-C2D0-6B69-7A77F4E77F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5313" y="2001838"/>
            <a:ext cx="3571875" cy="9191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6570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B4BA7-96BC-5B66-4514-ACFFD0EC9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93BCB6-59C6-E160-AF7E-60060E91F4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25" y="1014413"/>
            <a:ext cx="4108450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2506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8FFE2-3E8C-9160-A5D2-73E5B2463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949325"/>
            <a:ext cx="4106862" cy="158591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9D81B6-DE00-35BB-C09E-AFAE03234D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5438" y="2549525"/>
            <a:ext cx="4106862" cy="8334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39425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56C7-7CB5-3ACE-4DE4-7FEF0A43F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98470-961C-C286-5477-83A5B9FE31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7025" y="1014413"/>
            <a:ext cx="1978025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1BD300-63D7-0612-AFC8-2067FD8F45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57450" y="1014413"/>
            <a:ext cx="1978025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92573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061A2-F157-A279-27B1-9A3E1782C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03200"/>
            <a:ext cx="4106862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29FCF5-5590-1997-EC92-9379990516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8613" y="933450"/>
            <a:ext cx="2014537" cy="458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1C645-C700-1919-B66F-3DCA87C8CB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392238"/>
            <a:ext cx="2014537" cy="20462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5C0EFD-B634-3EC3-2006-0D2B57D634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11413" y="933450"/>
            <a:ext cx="2024062" cy="458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86F8B5-F22B-F4AA-E91D-02D0D19B76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11413" y="1392238"/>
            <a:ext cx="2024062" cy="20462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8904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52E9E-E345-FB9A-FD1B-82D889A65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79249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24055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CB581-550B-FC29-4171-03AB1C30D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1535112" cy="8890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8ECBE-4D85-714B-9038-C08F7B7CF5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4063" y="549275"/>
            <a:ext cx="2411412" cy="270668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CEBAEC-90CB-937F-C569-80A5B0FF8B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143000"/>
            <a:ext cx="1535112" cy="2117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03780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00F14-7EFA-BF08-ADF5-C796A7D22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1535112" cy="8890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E44F22-13D1-1757-9855-09A7F19560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24063" y="549275"/>
            <a:ext cx="2411412" cy="2706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B7BA84-9CBB-ADCE-DA77-43582B911A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143000"/>
            <a:ext cx="1535112" cy="2117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79372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9AFC5-65DE-FFD6-FFB1-4B6C26EC9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762BFA-1052-6973-5372-EA7F324AB3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1014413"/>
            <a:ext cx="4108450" cy="241776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01627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120E88-EB50-5CE0-7549-A5C412421E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408363" y="203200"/>
            <a:ext cx="1027112" cy="32289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791C94-8BEF-87F8-118C-DCA48644B8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203200"/>
            <a:ext cx="2928938" cy="32289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38459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FEC2E9A3-6C29-39C0-011B-125366CC22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5400"/>
            <a:ext cx="4730750" cy="3773488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C022A1B3-2991-E917-E29D-B541840B0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4875" y="917575"/>
            <a:ext cx="2933700" cy="2254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/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COBOL arithmetic </a:t>
            </a:r>
          </a:p>
          <a:p>
            <a:pPr algn="ctr"/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examples</a:t>
            </a:r>
          </a:p>
          <a:p>
            <a:pPr algn="ctr"/>
            <a:endParaRPr lang="en-US" altLang="en-US" sz="2400" b="1">
              <a:solidFill>
                <a:srgbClr val="A50021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r>
              <a:rPr lang="en-US" altLang="en-US" sz="1400" b="1">
                <a:solidFill>
                  <a:schemeClr val="tx1"/>
                </a:solidFill>
              </a:rPr>
              <a:t>Click to view.</a:t>
            </a:r>
          </a:p>
          <a:p>
            <a:pPr algn="ctr"/>
            <a:endParaRPr lang="en-US" altLang="en-US" sz="1400" b="1">
              <a:solidFill>
                <a:schemeClr val="tx1"/>
              </a:solidFill>
            </a:endParaRPr>
          </a:p>
          <a:p>
            <a:pPr algn="ctr"/>
            <a:r>
              <a:rPr lang="en-US" altLang="en-US">
                <a:solidFill>
                  <a:schemeClr val="tx1"/>
                </a:solidFill>
              </a:rPr>
              <a:t>When viewing , left click (or press the Page Up key) to see the next frame and right click (or press Page Down)  to see the previous frame.</a:t>
            </a:r>
            <a:endParaRPr lang="en-US" altLang="en-US" sz="2400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endParaRPr lang="en-US" altLang="en-US" sz="2400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1537C54B-1AF8-25DA-20D3-E06EE4DD86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4800" y="-11113"/>
            <a:ext cx="1606550" cy="3365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ADD examples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C9453469-5E5C-3DFE-90A0-A76D786442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588" y="582613"/>
            <a:ext cx="544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000080"/>
                </a:solidFill>
              </a:rPr>
              <a:t>Before</a:t>
            </a:r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662607AA-EDEA-39A6-47EA-4FBDADE5B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263" y="782638"/>
            <a:ext cx="47307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CC0000"/>
                </a:solidFill>
              </a:rPr>
              <a:t>After</a:t>
            </a:r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7F0E5E3F-C949-1B29-962A-31D24BC39B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725" y="588963"/>
            <a:ext cx="450850" cy="2333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123</a:t>
            </a:r>
          </a:p>
        </p:txBody>
      </p:sp>
      <p:sp>
        <p:nvSpPr>
          <p:cNvPr id="4102" name="Rectangle 6">
            <a:extLst>
              <a:ext uri="{FF2B5EF4-FFF2-40B4-BE49-F238E27FC236}">
                <a16:creationId xmlns:a16="http://schemas.microsoft.com/office/drawing/2014/main" id="{0B09A25E-B666-1A3F-965B-D2AA5B0782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50" y="349250"/>
            <a:ext cx="2105025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rPr>
              <a:t>ADD Cash TO Total.</a:t>
            </a:r>
          </a:p>
        </p:txBody>
      </p:sp>
      <p:sp>
        <p:nvSpPr>
          <p:cNvPr id="4103" name="Rectangle 7">
            <a:extLst>
              <a:ext uri="{FF2B5EF4-FFF2-40B4-BE49-F238E27FC236}">
                <a16:creationId xmlns:a16="http://schemas.microsoft.com/office/drawing/2014/main" id="{E413BA41-9360-18BC-3C84-27E538A3B3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5263" y="598488"/>
            <a:ext cx="536575" cy="2333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1000</a:t>
            </a:r>
          </a:p>
        </p:txBody>
      </p:sp>
      <p:sp>
        <p:nvSpPr>
          <p:cNvPr id="4104" name="Rectangle 8">
            <a:extLst>
              <a:ext uri="{FF2B5EF4-FFF2-40B4-BE49-F238E27FC236}">
                <a16:creationId xmlns:a16="http://schemas.microsoft.com/office/drawing/2014/main" id="{088CB9CD-3BA2-9D18-3791-C675BD6CDB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725" y="800100"/>
            <a:ext cx="450850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5" name="Rectangle 9">
            <a:extLst>
              <a:ext uri="{FF2B5EF4-FFF2-40B4-BE49-F238E27FC236}">
                <a16:creationId xmlns:a16="http://schemas.microsoft.com/office/drawing/2014/main" id="{5154A1BE-0A96-178C-12F7-C5806E6336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5263" y="808038"/>
            <a:ext cx="536575" cy="2333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4108" name="Group 12">
            <a:extLst>
              <a:ext uri="{FF2B5EF4-FFF2-40B4-BE49-F238E27FC236}">
                <a16:creationId xmlns:a16="http://schemas.microsoft.com/office/drawing/2014/main" id="{63EDCB50-628E-F9CF-8327-D0EA7C6ACA9F}"/>
              </a:ext>
            </a:extLst>
          </p:cNvPr>
          <p:cNvGrpSpPr>
            <a:grpSpLocks/>
          </p:cNvGrpSpPr>
          <p:nvPr/>
        </p:nvGrpSpPr>
        <p:grpSpPr bwMode="auto">
          <a:xfrm>
            <a:off x="676275" y="820738"/>
            <a:ext cx="1276350" cy="212725"/>
            <a:chOff x="426" y="517"/>
            <a:chExt cx="804" cy="134"/>
          </a:xfrm>
        </p:grpSpPr>
        <p:sp>
          <p:nvSpPr>
            <p:cNvPr id="4106" name="Rectangle 10">
              <a:extLst>
                <a:ext uri="{FF2B5EF4-FFF2-40B4-BE49-F238E27FC236}">
                  <a16:creationId xmlns:a16="http://schemas.microsoft.com/office/drawing/2014/main" id="{D5FA48E6-675F-F3F0-F772-60427F99C4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" y="517"/>
              <a:ext cx="273" cy="1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r>
                <a:rPr lang="en-US" altLang="en-US" sz="1400" b="1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1123</a:t>
              </a:r>
            </a:p>
          </p:txBody>
        </p:sp>
        <p:sp>
          <p:nvSpPr>
            <p:cNvPr id="4107" name="Rectangle 11">
              <a:extLst>
                <a:ext uri="{FF2B5EF4-FFF2-40B4-BE49-F238E27FC236}">
                  <a16:creationId xmlns:a16="http://schemas.microsoft.com/office/drawing/2014/main" id="{6A2653EA-63DD-ADB2-10BC-14D49A1F42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" y="529"/>
              <a:ext cx="184" cy="115"/>
            </a:xfrm>
            <a:prstGeom prst="rect">
              <a:avLst/>
            </a:prstGeom>
            <a:solidFill>
              <a:srgbClr val="FFFF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pPr algn="ctr"/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123</a:t>
              </a:r>
            </a:p>
          </p:txBody>
        </p:sp>
      </p:grpSp>
      <p:sp>
        <p:nvSpPr>
          <p:cNvPr id="4109" name="Rectangle 13">
            <a:extLst>
              <a:ext uri="{FF2B5EF4-FFF2-40B4-BE49-F238E27FC236}">
                <a16:creationId xmlns:a16="http://schemas.microsoft.com/office/drawing/2014/main" id="{CDEB8E02-B4FB-BAF5-7A62-DFC9C623F9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813" y="1449388"/>
            <a:ext cx="544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000080"/>
                </a:solidFill>
              </a:rPr>
              <a:t>Before</a:t>
            </a:r>
          </a:p>
        </p:txBody>
      </p:sp>
      <p:sp>
        <p:nvSpPr>
          <p:cNvPr id="4110" name="Rectangle 14">
            <a:extLst>
              <a:ext uri="{FF2B5EF4-FFF2-40B4-BE49-F238E27FC236}">
                <a16:creationId xmlns:a16="http://schemas.microsoft.com/office/drawing/2014/main" id="{ABA9A7C7-ED9C-F662-9C18-57035E0498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488" y="1649413"/>
            <a:ext cx="47307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CC0000"/>
                </a:solidFill>
              </a:rPr>
              <a:t>After</a:t>
            </a:r>
          </a:p>
        </p:txBody>
      </p:sp>
      <p:sp>
        <p:nvSpPr>
          <p:cNvPr id="4111" name="Rectangle 15">
            <a:extLst>
              <a:ext uri="{FF2B5EF4-FFF2-40B4-BE49-F238E27FC236}">
                <a16:creationId xmlns:a16="http://schemas.microsoft.com/office/drawing/2014/main" id="{D061D689-1397-4991-A8E7-0CC6D9CAEE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475" y="1216025"/>
            <a:ext cx="242411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rPr>
              <a:t>ADD Cash,20 TO Total.</a:t>
            </a:r>
          </a:p>
        </p:txBody>
      </p:sp>
      <p:grpSp>
        <p:nvGrpSpPr>
          <p:cNvPr id="4114" name="Group 18">
            <a:extLst>
              <a:ext uri="{FF2B5EF4-FFF2-40B4-BE49-F238E27FC236}">
                <a16:creationId xmlns:a16="http://schemas.microsoft.com/office/drawing/2014/main" id="{6518A4FE-DE29-52AC-CE96-B0F4B69CAC6E}"/>
              </a:ext>
            </a:extLst>
          </p:cNvPr>
          <p:cNvGrpSpPr>
            <a:grpSpLocks/>
          </p:cNvGrpSpPr>
          <p:nvPr/>
        </p:nvGrpSpPr>
        <p:grpSpPr bwMode="auto">
          <a:xfrm>
            <a:off x="1811338" y="1455738"/>
            <a:ext cx="536575" cy="442912"/>
            <a:chOff x="1141" y="917"/>
            <a:chExt cx="338" cy="279"/>
          </a:xfrm>
        </p:grpSpPr>
        <p:sp>
          <p:nvSpPr>
            <p:cNvPr id="4112" name="Rectangle 16">
              <a:extLst>
                <a:ext uri="{FF2B5EF4-FFF2-40B4-BE49-F238E27FC236}">
                  <a16:creationId xmlns:a16="http://schemas.microsoft.com/office/drawing/2014/main" id="{2B197ADF-5412-B521-2750-8DA2090CA3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1" y="917"/>
              <a:ext cx="338" cy="147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19050" rIns="92075" bIns="19050" anchor="ctr"/>
            <a:lstStyle/>
            <a:p>
              <a:pPr algn="ctr"/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1000</a:t>
              </a:r>
            </a:p>
          </p:txBody>
        </p:sp>
        <p:sp>
          <p:nvSpPr>
            <p:cNvPr id="4113" name="Rectangle 17">
              <a:extLst>
                <a:ext uri="{FF2B5EF4-FFF2-40B4-BE49-F238E27FC236}">
                  <a16:creationId xmlns:a16="http://schemas.microsoft.com/office/drawing/2014/main" id="{612DAEB0-90B6-D1D0-631D-70596614A3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1" y="1049"/>
              <a:ext cx="338" cy="147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117" name="Group 21">
            <a:extLst>
              <a:ext uri="{FF2B5EF4-FFF2-40B4-BE49-F238E27FC236}">
                <a16:creationId xmlns:a16="http://schemas.microsoft.com/office/drawing/2014/main" id="{16C12444-55CB-954E-ACC7-65719CA21938}"/>
              </a:ext>
            </a:extLst>
          </p:cNvPr>
          <p:cNvGrpSpPr>
            <a:grpSpLocks/>
          </p:cNvGrpSpPr>
          <p:nvPr/>
        </p:nvGrpSpPr>
        <p:grpSpPr bwMode="auto">
          <a:xfrm>
            <a:off x="615950" y="1455738"/>
            <a:ext cx="450850" cy="444500"/>
            <a:chOff x="388" y="917"/>
            <a:chExt cx="284" cy="280"/>
          </a:xfrm>
        </p:grpSpPr>
        <p:sp>
          <p:nvSpPr>
            <p:cNvPr id="4115" name="Rectangle 19">
              <a:extLst>
                <a:ext uri="{FF2B5EF4-FFF2-40B4-BE49-F238E27FC236}">
                  <a16:creationId xmlns:a16="http://schemas.microsoft.com/office/drawing/2014/main" id="{9DD3D53E-B813-0625-650A-18ABD54E46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8" y="917"/>
              <a:ext cx="284" cy="147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19050" rIns="92075" bIns="19050" anchor="ctr"/>
            <a:lstStyle/>
            <a:p>
              <a:pPr algn="ctr"/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123</a:t>
              </a:r>
            </a:p>
          </p:txBody>
        </p:sp>
        <p:sp>
          <p:nvSpPr>
            <p:cNvPr id="4116" name="Rectangle 20">
              <a:extLst>
                <a:ext uri="{FF2B5EF4-FFF2-40B4-BE49-F238E27FC236}">
                  <a16:creationId xmlns:a16="http://schemas.microsoft.com/office/drawing/2014/main" id="{C75414E6-3C27-A512-413D-D633181A60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8" y="1050"/>
              <a:ext cx="284" cy="147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120" name="Group 24">
            <a:extLst>
              <a:ext uri="{FF2B5EF4-FFF2-40B4-BE49-F238E27FC236}">
                <a16:creationId xmlns:a16="http://schemas.microsoft.com/office/drawing/2014/main" id="{6E9C604F-E7A7-0334-E22C-F5DD96D05918}"/>
              </a:ext>
            </a:extLst>
          </p:cNvPr>
          <p:cNvGrpSpPr>
            <a:grpSpLocks/>
          </p:cNvGrpSpPr>
          <p:nvPr/>
        </p:nvGrpSpPr>
        <p:grpSpPr bwMode="auto">
          <a:xfrm>
            <a:off x="698500" y="1677988"/>
            <a:ext cx="1600200" cy="212725"/>
            <a:chOff x="440" y="1057"/>
            <a:chExt cx="1008" cy="134"/>
          </a:xfrm>
        </p:grpSpPr>
        <p:sp>
          <p:nvSpPr>
            <p:cNvPr id="4118" name="Rectangle 22">
              <a:extLst>
                <a:ext uri="{FF2B5EF4-FFF2-40B4-BE49-F238E27FC236}">
                  <a16:creationId xmlns:a16="http://schemas.microsoft.com/office/drawing/2014/main" id="{D5082523-CD92-96DE-9AF7-9DA98D284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5" y="1057"/>
              <a:ext cx="273" cy="1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r>
                <a:rPr lang="en-US" altLang="en-US" sz="1400" b="1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1143</a:t>
              </a:r>
            </a:p>
          </p:txBody>
        </p:sp>
        <p:sp>
          <p:nvSpPr>
            <p:cNvPr id="4119" name="Rectangle 23">
              <a:extLst>
                <a:ext uri="{FF2B5EF4-FFF2-40B4-BE49-F238E27FC236}">
                  <a16:creationId xmlns:a16="http://schemas.microsoft.com/office/drawing/2014/main" id="{06303681-62D0-C6F4-0919-F39F412494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" y="1069"/>
              <a:ext cx="184" cy="115"/>
            </a:xfrm>
            <a:prstGeom prst="rect">
              <a:avLst/>
            </a:prstGeom>
            <a:solidFill>
              <a:srgbClr val="FFFF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pPr algn="ctr"/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123</a:t>
              </a:r>
            </a:p>
          </p:txBody>
        </p:sp>
      </p:grpSp>
      <p:sp>
        <p:nvSpPr>
          <p:cNvPr id="4121" name="Rectangle 25">
            <a:extLst>
              <a:ext uri="{FF2B5EF4-FFF2-40B4-BE49-F238E27FC236}">
                <a16:creationId xmlns:a16="http://schemas.microsoft.com/office/drawing/2014/main" id="{EBA054A3-120A-BA32-8935-05C17C5F0C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925" y="2384425"/>
            <a:ext cx="5445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000080"/>
                </a:solidFill>
              </a:rPr>
              <a:t>Before</a:t>
            </a:r>
          </a:p>
        </p:txBody>
      </p:sp>
      <p:sp>
        <p:nvSpPr>
          <p:cNvPr id="4122" name="Rectangle 26">
            <a:extLst>
              <a:ext uri="{FF2B5EF4-FFF2-40B4-BE49-F238E27FC236}">
                <a16:creationId xmlns:a16="http://schemas.microsoft.com/office/drawing/2014/main" id="{9B1A0AC7-2C19-A4BB-742C-F3121F0359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538" y="2122488"/>
            <a:ext cx="34925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rPr>
              <a:t>ADD Cash, Cheques GIVING Total.</a:t>
            </a:r>
          </a:p>
        </p:txBody>
      </p:sp>
      <p:grpSp>
        <p:nvGrpSpPr>
          <p:cNvPr id="4126" name="Group 30">
            <a:extLst>
              <a:ext uri="{FF2B5EF4-FFF2-40B4-BE49-F238E27FC236}">
                <a16:creationId xmlns:a16="http://schemas.microsoft.com/office/drawing/2014/main" id="{8D888F89-1C1C-AE20-C78D-432C5209E088}"/>
              </a:ext>
            </a:extLst>
          </p:cNvPr>
          <p:cNvGrpSpPr>
            <a:grpSpLocks/>
          </p:cNvGrpSpPr>
          <p:nvPr/>
        </p:nvGrpSpPr>
        <p:grpSpPr bwMode="auto">
          <a:xfrm>
            <a:off x="228600" y="2390775"/>
            <a:ext cx="849313" cy="444500"/>
            <a:chOff x="144" y="1506"/>
            <a:chExt cx="535" cy="280"/>
          </a:xfrm>
        </p:grpSpPr>
        <p:sp>
          <p:nvSpPr>
            <p:cNvPr id="4123" name="Rectangle 27">
              <a:extLst>
                <a:ext uri="{FF2B5EF4-FFF2-40B4-BE49-F238E27FC236}">
                  <a16:creationId xmlns:a16="http://schemas.microsoft.com/office/drawing/2014/main" id="{DE5F9B9B-AA9A-0C3A-D680-8A66E07D0E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1628"/>
              <a:ext cx="298" cy="1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r>
                <a:rPr lang="en-US" altLang="en-US" b="1">
                  <a:solidFill>
                    <a:srgbClr val="CC0000"/>
                  </a:solidFill>
                </a:rPr>
                <a:t>After</a:t>
              </a:r>
            </a:p>
          </p:txBody>
        </p:sp>
        <p:sp>
          <p:nvSpPr>
            <p:cNvPr id="4124" name="Rectangle 28">
              <a:extLst>
                <a:ext uri="{FF2B5EF4-FFF2-40B4-BE49-F238E27FC236}">
                  <a16:creationId xmlns:a16="http://schemas.microsoft.com/office/drawing/2014/main" id="{64BDEE65-D9B9-F2C4-6131-E6947BF903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5" y="1506"/>
              <a:ext cx="284" cy="147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19050" rIns="92075" bIns="19050" anchor="ctr"/>
            <a:lstStyle/>
            <a:p>
              <a:pPr algn="ctr"/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123</a:t>
              </a:r>
            </a:p>
          </p:txBody>
        </p:sp>
        <p:sp>
          <p:nvSpPr>
            <p:cNvPr id="4125" name="Rectangle 29">
              <a:extLst>
                <a:ext uri="{FF2B5EF4-FFF2-40B4-BE49-F238E27FC236}">
                  <a16:creationId xmlns:a16="http://schemas.microsoft.com/office/drawing/2014/main" id="{52C29D18-AF0B-BDEC-4225-04A8B80A65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5" y="1639"/>
              <a:ext cx="284" cy="147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129" name="Group 33">
            <a:extLst>
              <a:ext uri="{FF2B5EF4-FFF2-40B4-BE49-F238E27FC236}">
                <a16:creationId xmlns:a16="http://schemas.microsoft.com/office/drawing/2014/main" id="{EDE27CE2-4669-6958-23B0-B6492FEF7509}"/>
              </a:ext>
            </a:extLst>
          </p:cNvPr>
          <p:cNvGrpSpPr>
            <a:grpSpLocks/>
          </p:cNvGrpSpPr>
          <p:nvPr/>
        </p:nvGrpSpPr>
        <p:grpSpPr bwMode="auto">
          <a:xfrm>
            <a:off x="1327150" y="2386013"/>
            <a:ext cx="536575" cy="442912"/>
            <a:chOff x="836" y="1503"/>
            <a:chExt cx="338" cy="279"/>
          </a:xfrm>
        </p:grpSpPr>
        <p:sp>
          <p:nvSpPr>
            <p:cNvPr id="4127" name="Rectangle 31">
              <a:extLst>
                <a:ext uri="{FF2B5EF4-FFF2-40B4-BE49-F238E27FC236}">
                  <a16:creationId xmlns:a16="http://schemas.microsoft.com/office/drawing/2014/main" id="{6DBA8EB0-864B-234B-B940-88D01C7C58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6" y="1503"/>
              <a:ext cx="338" cy="147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19050" rIns="92075" bIns="19050" anchor="ctr"/>
            <a:lstStyle/>
            <a:p>
              <a:pPr algn="ctr"/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1533</a:t>
              </a:r>
            </a:p>
          </p:txBody>
        </p:sp>
        <p:sp>
          <p:nvSpPr>
            <p:cNvPr id="4128" name="Rectangle 32">
              <a:extLst>
                <a:ext uri="{FF2B5EF4-FFF2-40B4-BE49-F238E27FC236}">
                  <a16:creationId xmlns:a16="http://schemas.microsoft.com/office/drawing/2014/main" id="{04B38AF6-7407-44B8-CAE1-995D31D4F0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6" y="1635"/>
              <a:ext cx="338" cy="147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132" name="Group 36">
            <a:extLst>
              <a:ext uri="{FF2B5EF4-FFF2-40B4-BE49-F238E27FC236}">
                <a16:creationId xmlns:a16="http://schemas.microsoft.com/office/drawing/2014/main" id="{A4BBB476-0818-663B-085A-A649FE6D7EEF}"/>
              </a:ext>
            </a:extLst>
          </p:cNvPr>
          <p:cNvGrpSpPr>
            <a:grpSpLocks/>
          </p:cNvGrpSpPr>
          <p:nvPr/>
        </p:nvGrpSpPr>
        <p:grpSpPr bwMode="auto">
          <a:xfrm>
            <a:off x="2879725" y="2386013"/>
            <a:ext cx="536575" cy="442912"/>
            <a:chOff x="1814" y="1503"/>
            <a:chExt cx="338" cy="279"/>
          </a:xfrm>
        </p:grpSpPr>
        <p:sp>
          <p:nvSpPr>
            <p:cNvPr id="4130" name="Rectangle 34">
              <a:extLst>
                <a:ext uri="{FF2B5EF4-FFF2-40B4-BE49-F238E27FC236}">
                  <a16:creationId xmlns:a16="http://schemas.microsoft.com/office/drawing/2014/main" id="{ED419590-7C6D-B7E8-4815-F1FCD76C11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14" y="1503"/>
              <a:ext cx="338" cy="147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19050" rIns="92075" bIns="19050" anchor="ctr"/>
            <a:lstStyle/>
            <a:p>
              <a:pPr algn="ctr"/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7777</a:t>
              </a:r>
            </a:p>
          </p:txBody>
        </p:sp>
        <p:sp>
          <p:nvSpPr>
            <p:cNvPr id="4131" name="Rectangle 35">
              <a:extLst>
                <a:ext uri="{FF2B5EF4-FFF2-40B4-BE49-F238E27FC236}">
                  <a16:creationId xmlns:a16="http://schemas.microsoft.com/office/drawing/2014/main" id="{752EB179-83E5-9E72-4D76-1B5FB1AEA4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14" y="1635"/>
              <a:ext cx="338" cy="147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136" name="Group 40">
            <a:extLst>
              <a:ext uri="{FF2B5EF4-FFF2-40B4-BE49-F238E27FC236}">
                <a16:creationId xmlns:a16="http://schemas.microsoft.com/office/drawing/2014/main" id="{D899659F-14E2-34FA-CBF2-8BA3A1D9665F}"/>
              </a:ext>
            </a:extLst>
          </p:cNvPr>
          <p:cNvGrpSpPr>
            <a:grpSpLocks/>
          </p:cNvGrpSpPr>
          <p:nvPr/>
        </p:nvGrpSpPr>
        <p:grpSpPr bwMode="auto">
          <a:xfrm>
            <a:off x="719138" y="2620963"/>
            <a:ext cx="2824162" cy="212725"/>
            <a:chOff x="453" y="1651"/>
            <a:chExt cx="1779" cy="134"/>
          </a:xfrm>
        </p:grpSpPr>
        <p:sp>
          <p:nvSpPr>
            <p:cNvPr id="4133" name="Rectangle 37">
              <a:extLst>
                <a:ext uri="{FF2B5EF4-FFF2-40B4-BE49-F238E27FC236}">
                  <a16:creationId xmlns:a16="http://schemas.microsoft.com/office/drawing/2014/main" id="{F3B2B433-6172-5E88-A4B3-8759133FC5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3" y="1658"/>
              <a:ext cx="184" cy="1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pPr algn="ctr"/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123</a:t>
              </a:r>
            </a:p>
          </p:txBody>
        </p:sp>
        <p:sp>
          <p:nvSpPr>
            <p:cNvPr id="4134" name="Rectangle 38">
              <a:extLst>
                <a:ext uri="{FF2B5EF4-FFF2-40B4-BE49-F238E27FC236}">
                  <a16:creationId xmlns:a16="http://schemas.microsoft.com/office/drawing/2014/main" id="{6DA27E36-907C-9F97-8203-28E448003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1" y="1658"/>
              <a:ext cx="238" cy="1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pPr algn="ctr"/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1533</a:t>
              </a:r>
            </a:p>
          </p:txBody>
        </p:sp>
        <p:sp>
          <p:nvSpPr>
            <p:cNvPr id="4135" name="Rectangle 39">
              <a:extLst>
                <a:ext uri="{FF2B5EF4-FFF2-40B4-BE49-F238E27FC236}">
                  <a16:creationId xmlns:a16="http://schemas.microsoft.com/office/drawing/2014/main" id="{EDD3B16D-5E54-2A90-4789-26B9EAB4A8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36" y="1651"/>
              <a:ext cx="396" cy="1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19050" tIns="0" rIns="19050" bIns="0">
              <a:spAutoFit/>
            </a:bodyPr>
            <a:lstStyle/>
            <a:p>
              <a:r>
                <a:rPr lang="en-US" altLang="en-US" sz="1400" b="1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1656</a:t>
              </a:r>
            </a:p>
          </p:txBody>
        </p:sp>
      </p:grpSp>
      <p:sp>
        <p:nvSpPr>
          <p:cNvPr id="4137" name="Rectangle 41">
            <a:extLst>
              <a:ext uri="{FF2B5EF4-FFF2-40B4-BE49-F238E27FC236}">
                <a16:creationId xmlns:a16="http://schemas.microsoft.com/office/drawing/2014/main" id="{77B2F145-1E42-EA2A-3A60-532F653227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638" y="3241675"/>
            <a:ext cx="544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000080"/>
                </a:solidFill>
              </a:rPr>
              <a:t>Before</a:t>
            </a:r>
          </a:p>
        </p:txBody>
      </p:sp>
      <p:sp>
        <p:nvSpPr>
          <p:cNvPr id="4138" name="Rectangle 42">
            <a:extLst>
              <a:ext uri="{FF2B5EF4-FFF2-40B4-BE49-F238E27FC236}">
                <a16:creationId xmlns:a16="http://schemas.microsoft.com/office/drawing/2014/main" id="{A9179144-B2C9-6EF0-963F-CB63DBBC7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50" y="2979738"/>
            <a:ext cx="46656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rPr>
              <a:t>ADD Males TO Females GIVING TotalStudents.</a:t>
            </a:r>
          </a:p>
        </p:txBody>
      </p:sp>
      <p:grpSp>
        <p:nvGrpSpPr>
          <p:cNvPr id="4142" name="Group 46">
            <a:extLst>
              <a:ext uri="{FF2B5EF4-FFF2-40B4-BE49-F238E27FC236}">
                <a16:creationId xmlns:a16="http://schemas.microsoft.com/office/drawing/2014/main" id="{1F9A0C94-6BD7-4C3B-0EBF-8D413438ED77}"/>
              </a:ext>
            </a:extLst>
          </p:cNvPr>
          <p:cNvGrpSpPr>
            <a:grpSpLocks/>
          </p:cNvGrpSpPr>
          <p:nvPr/>
        </p:nvGrpSpPr>
        <p:grpSpPr bwMode="auto">
          <a:xfrm>
            <a:off x="214313" y="3248025"/>
            <a:ext cx="849312" cy="444500"/>
            <a:chOff x="135" y="2046"/>
            <a:chExt cx="535" cy="280"/>
          </a:xfrm>
        </p:grpSpPr>
        <p:sp>
          <p:nvSpPr>
            <p:cNvPr id="4139" name="Rectangle 43">
              <a:extLst>
                <a:ext uri="{FF2B5EF4-FFF2-40B4-BE49-F238E27FC236}">
                  <a16:creationId xmlns:a16="http://schemas.microsoft.com/office/drawing/2014/main" id="{B79D556E-1E6C-FF79-5DAC-895F9DC04D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5" y="2168"/>
              <a:ext cx="298" cy="1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r>
                <a:rPr lang="en-US" altLang="en-US" b="1">
                  <a:solidFill>
                    <a:srgbClr val="CC0000"/>
                  </a:solidFill>
                </a:rPr>
                <a:t>After</a:t>
              </a:r>
            </a:p>
          </p:txBody>
        </p:sp>
        <p:sp>
          <p:nvSpPr>
            <p:cNvPr id="4140" name="Rectangle 44">
              <a:extLst>
                <a:ext uri="{FF2B5EF4-FFF2-40B4-BE49-F238E27FC236}">
                  <a16:creationId xmlns:a16="http://schemas.microsoft.com/office/drawing/2014/main" id="{E9F7980E-98A6-5197-82CF-A36797C41B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" y="2046"/>
              <a:ext cx="284" cy="147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19050" rIns="92075" bIns="19050" anchor="ctr"/>
            <a:lstStyle/>
            <a:p>
              <a:pPr algn="ctr"/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611</a:t>
              </a:r>
            </a:p>
          </p:txBody>
        </p:sp>
        <p:sp>
          <p:nvSpPr>
            <p:cNvPr id="4141" name="Rectangle 45">
              <a:extLst>
                <a:ext uri="{FF2B5EF4-FFF2-40B4-BE49-F238E27FC236}">
                  <a16:creationId xmlns:a16="http://schemas.microsoft.com/office/drawing/2014/main" id="{BC68461A-546D-88E8-ABC9-41652F0519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" y="2179"/>
              <a:ext cx="284" cy="147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145" name="Group 49">
            <a:extLst>
              <a:ext uri="{FF2B5EF4-FFF2-40B4-BE49-F238E27FC236}">
                <a16:creationId xmlns:a16="http://schemas.microsoft.com/office/drawing/2014/main" id="{E96ECFA9-72E0-F6F7-7546-E85A665DEA71}"/>
              </a:ext>
            </a:extLst>
          </p:cNvPr>
          <p:cNvGrpSpPr>
            <a:grpSpLocks/>
          </p:cNvGrpSpPr>
          <p:nvPr/>
        </p:nvGrpSpPr>
        <p:grpSpPr bwMode="auto">
          <a:xfrm>
            <a:off x="1636713" y="3243263"/>
            <a:ext cx="536575" cy="442912"/>
            <a:chOff x="1031" y="2043"/>
            <a:chExt cx="338" cy="279"/>
          </a:xfrm>
        </p:grpSpPr>
        <p:sp>
          <p:nvSpPr>
            <p:cNvPr id="4143" name="Rectangle 47">
              <a:extLst>
                <a:ext uri="{FF2B5EF4-FFF2-40B4-BE49-F238E27FC236}">
                  <a16:creationId xmlns:a16="http://schemas.microsoft.com/office/drawing/2014/main" id="{03D2EC12-B10B-5B97-4091-F28E298E40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1" y="2043"/>
              <a:ext cx="338" cy="147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19050" rIns="92075" bIns="19050" anchor="ctr"/>
            <a:lstStyle/>
            <a:p>
              <a:pPr algn="ctr"/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1225</a:t>
              </a:r>
            </a:p>
          </p:txBody>
        </p:sp>
        <p:sp>
          <p:nvSpPr>
            <p:cNvPr id="4144" name="Rectangle 48">
              <a:extLst>
                <a:ext uri="{FF2B5EF4-FFF2-40B4-BE49-F238E27FC236}">
                  <a16:creationId xmlns:a16="http://schemas.microsoft.com/office/drawing/2014/main" id="{86453000-13BD-11F1-20E7-F1D8B0D413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1" y="2175"/>
              <a:ext cx="338" cy="147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148" name="Group 52">
            <a:extLst>
              <a:ext uri="{FF2B5EF4-FFF2-40B4-BE49-F238E27FC236}">
                <a16:creationId xmlns:a16="http://schemas.microsoft.com/office/drawing/2014/main" id="{4F382F09-9270-4DF1-D579-5A783FDF7ADF}"/>
              </a:ext>
            </a:extLst>
          </p:cNvPr>
          <p:cNvGrpSpPr>
            <a:grpSpLocks/>
          </p:cNvGrpSpPr>
          <p:nvPr/>
        </p:nvGrpSpPr>
        <p:grpSpPr bwMode="auto">
          <a:xfrm>
            <a:off x="3656013" y="3243263"/>
            <a:ext cx="536575" cy="442912"/>
            <a:chOff x="2303" y="2043"/>
            <a:chExt cx="338" cy="279"/>
          </a:xfrm>
        </p:grpSpPr>
        <p:sp>
          <p:nvSpPr>
            <p:cNvPr id="4146" name="Rectangle 50">
              <a:extLst>
                <a:ext uri="{FF2B5EF4-FFF2-40B4-BE49-F238E27FC236}">
                  <a16:creationId xmlns:a16="http://schemas.microsoft.com/office/drawing/2014/main" id="{7E471D54-49D9-45A3-F98B-F6279BEC35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03" y="2043"/>
              <a:ext cx="338" cy="147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19050" rIns="92075" bIns="19050" anchor="ctr"/>
            <a:lstStyle/>
            <a:p>
              <a:pPr algn="ctr"/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0000</a:t>
              </a:r>
            </a:p>
          </p:txBody>
        </p:sp>
        <p:sp>
          <p:nvSpPr>
            <p:cNvPr id="4147" name="Rectangle 51">
              <a:extLst>
                <a:ext uri="{FF2B5EF4-FFF2-40B4-BE49-F238E27FC236}">
                  <a16:creationId xmlns:a16="http://schemas.microsoft.com/office/drawing/2014/main" id="{3DD28708-7905-F031-2CA9-555324F636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03" y="2175"/>
              <a:ext cx="338" cy="147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152" name="Group 56">
            <a:extLst>
              <a:ext uri="{FF2B5EF4-FFF2-40B4-BE49-F238E27FC236}">
                <a16:creationId xmlns:a16="http://schemas.microsoft.com/office/drawing/2014/main" id="{AB255FA0-BA50-1385-BED5-CF5CBBE25B0F}"/>
              </a:ext>
            </a:extLst>
          </p:cNvPr>
          <p:cNvGrpSpPr>
            <a:grpSpLocks/>
          </p:cNvGrpSpPr>
          <p:nvPr/>
        </p:nvGrpSpPr>
        <p:grpSpPr bwMode="auto">
          <a:xfrm>
            <a:off x="695325" y="3463925"/>
            <a:ext cx="3552825" cy="212725"/>
            <a:chOff x="438" y="2182"/>
            <a:chExt cx="2238" cy="134"/>
          </a:xfrm>
        </p:grpSpPr>
        <p:sp>
          <p:nvSpPr>
            <p:cNvPr id="4149" name="Rectangle 53">
              <a:extLst>
                <a:ext uri="{FF2B5EF4-FFF2-40B4-BE49-F238E27FC236}">
                  <a16:creationId xmlns:a16="http://schemas.microsoft.com/office/drawing/2014/main" id="{E76C3F04-868A-A653-6B1C-516552DC5B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8" y="2200"/>
              <a:ext cx="184" cy="1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pPr algn="ctr"/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611</a:t>
              </a:r>
            </a:p>
          </p:txBody>
        </p:sp>
        <p:sp>
          <p:nvSpPr>
            <p:cNvPr id="4150" name="Rectangle 54">
              <a:extLst>
                <a:ext uri="{FF2B5EF4-FFF2-40B4-BE49-F238E27FC236}">
                  <a16:creationId xmlns:a16="http://schemas.microsoft.com/office/drawing/2014/main" id="{F1EA465F-896A-C017-AAE3-C3912C4B6C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0" y="2196"/>
              <a:ext cx="238" cy="1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19050" tIns="0" rIns="19050" bIns="0">
              <a:spAutoFit/>
            </a:bodyPr>
            <a:lstStyle/>
            <a:p>
              <a:pPr algn="ctr"/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1225</a:t>
              </a:r>
            </a:p>
          </p:txBody>
        </p:sp>
        <p:sp>
          <p:nvSpPr>
            <p:cNvPr id="4151" name="Rectangle 55">
              <a:extLst>
                <a:ext uri="{FF2B5EF4-FFF2-40B4-BE49-F238E27FC236}">
                  <a16:creationId xmlns:a16="http://schemas.microsoft.com/office/drawing/2014/main" id="{06DD98CD-6570-EBBE-8A81-17545283EA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31" y="2182"/>
              <a:ext cx="345" cy="1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19050" tIns="0" rIns="19050" bIns="0">
              <a:spAutoFit/>
            </a:bodyPr>
            <a:lstStyle/>
            <a:p>
              <a:r>
                <a:rPr lang="en-US" altLang="en-US" sz="1400" b="1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1836</a:t>
              </a:r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7" dur="500"/>
                                        <p:tgtEl>
                                          <p:spTgt spid="410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2" dur="500"/>
                                        <p:tgtEl>
                                          <p:spTgt spid="412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7" dur="500"/>
                                        <p:tgtEl>
                                          <p:spTgt spid="413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22" dur="500"/>
                                        <p:tgtEl>
                                          <p:spTgt spid="415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532D3033-0A36-7897-39DB-6F81124055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8100" y="-11113"/>
            <a:ext cx="2284413" cy="3365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SUBTRACT examples</a:t>
            </a:r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A4D4AED5-1327-91DC-D0F5-D2ABD8D182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063" y="712788"/>
            <a:ext cx="544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000080"/>
                </a:solidFill>
              </a:rPr>
              <a:t>Before</a:t>
            </a:r>
          </a:p>
        </p:txBody>
      </p:sp>
      <p:sp>
        <p:nvSpPr>
          <p:cNvPr id="5124" name="Rectangle 4">
            <a:extLst>
              <a:ext uri="{FF2B5EF4-FFF2-40B4-BE49-F238E27FC236}">
                <a16:creationId xmlns:a16="http://schemas.microsoft.com/office/drawing/2014/main" id="{401F9CA7-CE60-6250-DDE8-B9311B6FFC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213" y="912813"/>
            <a:ext cx="47307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CC0000"/>
                </a:solidFill>
              </a:rPr>
              <a:t>After</a:t>
            </a:r>
          </a:p>
        </p:txBody>
      </p:sp>
      <p:sp>
        <p:nvSpPr>
          <p:cNvPr id="5125" name="Rectangle 5">
            <a:extLst>
              <a:ext uri="{FF2B5EF4-FFF2-40B4-BE49-F238E27FC236}">
                <a16:creationId xmlns:a16="http://schemas.microsoft.com/office/drawing/2014/main" id="{1BD69426-0038-E5E6-04D1-131B489C8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4725" y="719138"/>
            <a:ext cx="450850" cy="2333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250</a:t>
            </a:r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7A11C82E-AD8C-B3AD-16BA-7F143876D9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41325"/>
            <a:ext cx="3811588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rPr>
              <a:t>SUBTRACT Tax FROM GrossPay, TOTAL.</a:t>
            </a:r>
          </a:p>
        </p:txBody>
      </p:sp>
      <p:sp>
        <p:nvSpPr>
          <p:cNvPr id="5127" name="Rectangle 7">
            <a:extLst>
              <a:ext uri="{FF2B5EF4-FFF2-40B4-BE49-F238E27FC236}">
                <a16:creationId xmlns:a16="http://schemas.microsoft.com/office/drawing/2014/main" id="{5B54EF9A-F648-A7D2-0E52-7E66440DA5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9163" y="717550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1000</a:t>
            </a:r>
          </a:p>
        </p:txBody>
      </p:sp>
      <p:sp>
        <p:nvSpPr>
          <p:cNvPr id="5128" name="Rectangle 8">
            <a:extLst>
              <a:ext uri="{FF2B5EF4-FFF2-40B4-BE49-F238E27FC236}">
                <a16:creationId xmlns:a16="http://schemas.microsoft.com/office/drawing/2014/main" id="{2C79DF22-C5B2-31CF-76AF-1BEDB06A2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4725" y="930275"/>
            <a:ext cx="450850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9" name="Rectangle 9">
            <a:extLst>
              <a:ext uri="{FF2B5EF4-FFF2-40B4-BE49-F238E27FC236}">
                <a16:creationId xmlns:a16="http://schemas.microsoft.com/office/drawing/2014/main" id="{A2913482-683C-7376-984E-8072C82D8B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9163" y="927100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30" name="Rectangle 10">
            <a:extLst>
              <a:ext uri="{FF2B5EF4-FFF2-40B4-BE49-F238E27FC236}">
                <a16:creationId xmlns:a16="http://schemas.microsoft.com/office/drawing/2014/main" id="{A0F43AED-5B7E-294E-6275-97F301FBD8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4988" y="717550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2554</a:t>
            </a:r>
          </a:p>
        </p:txBody>
      </p:sp>
      <p:sp>
        <p:nvSpPr>
          <p:cNvPr id="5131" name="Rectangle 11">
            <a:extLst>
              <a:ext uri="{FF2B5EF4-FFF2-40B4-BE49-F238E27FC236}">
                <a16:creationId xmlns:a16="http://schemas.microsoft.com/office/drawing/2014/main" id="{F780E008-3D52-C5D0-D886-9B18043F07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4988" y="927100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5135" name="Group 15">
            <a:extLst>
              <a:ext uri="{FF2B5EF4-FFF2-40B4-BE49-F238E27FC236}">
                <a16:creationId xmlns:a16="http://schemas.microsoft.com/office/drawing/2014/main" id="{C01EDBB3-E517-37A7-316F-6A68D3684E7B}"/>
              </a:ext>
            </a:extLst>
          </p:cNvPr>
          <p:cNvGrpSpPr>
            <a:grpSpLocks/>
          </p:cNvGrpSpPr>
          <p:nvPr/>
        </p:nvGrpSpPr>
        <p:grpSpPr bwMode="auto">
          <a:xfrm>
            <a:off x="1047750" y="944563"/>
            <a:ext cx="2505075" cy="222250"/>
            <a:chOff x="660" y="595"/>
            <a:chExt cx="1578" cy="140"/>
          </a:xfrm>
        </p:grpSpPr>
        <p:sp>
          <p:nvSpPr>
            <p:cNvPr id="5132" name="Rectangle 12">
              <a:extLst>
                <a:ext uri="{FF2B5EF4-FFF2-40B4-BE49-F238E27FC236}">
                  <a16:creationId xmlns:a16="http://schemas.microsoft.com/office/drawing/2014/main" id="{C540DBF6-8A49-F32A-D9D6-E4DE56D1C9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07" y="595"/>
              <a:ext cx="273" cy="1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r>
                <a:rPr lang="en-US" altLang="en-US" sz="1400" b="1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0750</a:t>
              </a:r>
            </a:p>
          </p:txBody>
        </p:sp>
        <p:sp>
          <p:nvSpPr>
            <p:cNvPr id="5133" name="Rectangle 13">
              <a:extLst>
                <a:ext uri="{FF2B5EF4-FFF2-40B4-BE49-F238E27FC236}">
                  <a16:creationId xmlns:a16="http://schemas.microsoft.com/office/drawing/2014/main" id="{F9D2CC0C-06C2-1F03-62A9-CEA00CB74B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0" y="605"/>
              <a:ext cx="184" cy="1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250</a:t>
              </a:r>
            </a:p>
          </p:txBody>
        </p:sp>
        <p:sp>
          <p:nvSpPr>
            <p:cNvPr id="5134" name="Rectangle 14">
              <a:extLst>
                <a:ext uri="{FF2B5EF4-FFF2-40B4-BE49-F238E27FC236}">
                  <a16:creationId xmlns:a16="http://schemas.microsoft.com/office/drawing/2014/main" id="{12E0A37C-DE75-915C-3366-936747CFC0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601"/>
              <a:ext cx="273" cy="1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r>
                <a:rPr lang="en-US" altLang="en-US" sz="1400" b="1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2304</a:t>
              </a:r>
            </a:p>
          </p:txBody>
        </p:sp>
      </p:grpSp>
      <p:sp>
        <p:nvSpPr>
          <p:cNvPr id="5136" name="Rectangle 16">
            <a:extLst>
              <a:ext uri="{FF2B5EF4-FFF2-40B4-BE49-F238E27FC236}">
                <a16:creationId xmlns:a16="http://schemas.microsoft.com/office/drawing/2014/main" id="{EDA273E7-A5B4-0396-F1AC-1276309DE1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604963"/>
            <a:ext cx="41322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rPr>
              <a:t>SUBTRACT Tax, PRSI, Pension FROM Pay.</a:t>
            </a:r>
          </a:p>
        </p:txBody>
      </p:sp>
      <p:sp>
        <p:nvSpPr>
          <p:cNvPr id="5137" name="Rectangle 17">
            <a:extLst>
              <a:ext uri="{FF2B5EF4-FFF2-40B4-BE49-F238E27FC236}">
                <a16:creationId xmlns:a16="http://schemas.microsoft.com/office/drawing/2014/main" id="{98B8744F-563E-33C3-3085-792B6359B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388" y="1873250"/>
            <a:ext cx="544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000080"/>
                </a:solidFill>
              </a:rPr>
              <a:t>Before</a:t>
            </a:r>
          </a:p>
        </p:txBody>
      </p:sp>
      <p:sp>
        <p:nvSpPr>
          <p:cNvPr id="5138" name="Rectangle 18">
            <a:extLst>
              <a:ext uri="{FF2B5EF4-FFF2-40B4-BE49-F238E27FC236}">
                <a16:creationId xmlns:a16="http://schemas.microsoft.com/office/drawing/2014/main" id="{61961D33-CEFB-8BEC-5760-528CD928FC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588" y="2073275"/>
            <a:ext cx="47307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CC0000"/>
                </a:solidFill>
              </a:rPr>
              <a:t>After</a:t>
            </a:r>
          </a:p>
        </p:txBody>
      </p:sp>
      <p:sp>
        <p:nvSpPr>
          <p:cNvPr id="5139" name="Rectangle 19">
            <a:extLst>
              <a:ext uri="{FF2B5EF4-FFF2-40B4-BE49-F238E27FC236}">
                <a16:creationId xmlns:a16="http://schemas.microsoft.com/office/drawing/2014/main" id="{3B4609BE-5718-60BC-762D-DDA000AD00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60513" y="1879600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0175</a:t>
            </a:r>
          </a:p>
        </p:txBody>
      </p:sp>
      <p:sp>
        <p:nvSpPr>
          <p:cNvPr id="5140" name="Rectangle 20">
            <a:extLst>
              <a:ext uri="{FF2B5EF4-FFF2-40B4-BE49-F238E27FC236}">
                <a16:creationId xmlns:a16="http://schemas.microsoft.com/office/drawing/2014/main" id="{FD25703A-5031-F507-083A-FC67CEF2D3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60513" y="2089150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41" name="Rectangle 21">
            <a:extLst>
              <a:ext uri="{FF2B5EF4-FFF2-40B4-BE49-F238E27FC236}">
                <a16:creationId xmlns:a16="http://schemas.microsoft.com/office/drawing/2014/main" id="{F180BBFA-99A1-C379-3379-9362EAB9E4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3463" y="1879600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0125</a:t>
            </a:r>
          </a:p>
        </p:txBody>
      </p:sp>
      <p:sp>
        <p:nvSpPr>
          <p:cNvPr id="5142" name="Rectangle 22">
            <a:extLst>
              <a:ext uri="{FF2B5EF4-FFF2-40B4-BE49-F238E27FC236}">
                <a16:creationId xmlns:a16="http://schemas.microsoft.com/office/drawing/2014/main" id="{D2337C30-B77D-FD69-D8F3-B0035D54DE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3463" y="2089150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43" name="Rectangle 23">
            <a:extLst>
              <a:ext uri="{FF2B5EF4-FFF2-40B4-BE49-F238E27FC236}">
                <a16:creationId xmlns:a16="http://schemas.microsoft.com/office/drawing/2014/main" id="{C9B12751-951E-79BC-95ED-F04365644D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2663" y="1879600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2750</a:t>
            </a:r>
          </a:p>
        </p:txBody>
      </p:sp>
      <p:sp>
        <p:nvSpPr>
          <p:cNvPr id="5144" name="Rectangle 24">
            <a:extLst>
              <a:ext uri="{FF2B5EF4-FFF2-40B4-BE49-F238E27FC236}">
                <a16:creationId xmlns:a16="http://schemas.microsoft.com/office/drawing/2014/main" id="{9E136DFD-0C64-4781-2ECC-E3D79ABA7A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2663" y="2089150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45" name="Rectangle 25">
            <a:extLst>
              <a:ext uri="{FF2B5EF4-FFF2-40B4-BE49-F238E27FC236}">
                <a16:creationId xmlns:a16="http://schemas.microsoft.com/office/drawing/2014/main" id="{C9889E89-E537-2784-276B-1198FC311B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1863" y="1879600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0750</a:t>
            </a:r>
          </a:p>
        </p:txBody>
      </p:sp>
      <p:sp>
        <p:nvSpPr>
          <p:cNvPr id="5146" name="Rectangle 26">
            <a:extLst>
              <a:ext uri="{FF2B5EF4-FFF2-40B4-BE49-F238E27FC236}">
                <a16:creationId xmlns:a16="http://schemas.microsoft.com/office/drawing/2014/main" id="{5CF78D37-036D-0189-85C8-5FAA1C6B1B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1863" y="2089150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5151" name="Group 31">
            <a:extLst>
              <a:ext uri="{FF2B5EF4-FFF2-40B4-BE49-F238E27FC236}">
                <a16:creationId xmlns:a16="http://schemas.microsoft.com/office/drawing/2014/main" id="{B0017D17-D736-6C4B-0CBB-E299BED4E068}"/>
              </a:ext>
            </a:extLst>
          </p:cNvPr>
          <p:cNvGrpSpPr>
            <a:grpSpLocks/>
          </p:cNvGrpSpPr>
          <p:nvPr/>
        </p:nvGrpSpPr>
        <p:grpSpPr bwMode="auto">
          <a:xfrm>
            <a:off x="1004888" y="2116138"/>
            <a:ext cx="2995612" cy="212725"/>
            <a:chOff x="633" y="1333"/>
            <a:chExt cx="1887" cy="134"/>
          </a:xfrm>
        </p:grpSpPr>
        <p:sp>
          <p:nvSpPr>
            <p:cNvPr id="5147" name="Rectangle 27">
              <a:extLst>
                <a:ext uri="{FF2B5EF4-FFF2-40B4-BE49-F238E27FC236}">
                  <a16:creationId xmlns:a16="http://schemas.microsoft.com/office/drawing/2014/main" id="{F545090A-5AA8-D37A-1B4B-F0126790E3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41" y="1342"/>
              <a:ext cx="238" cy="1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0175</a:t>
              </a:r>
            </a:p>
          </p:txBody>
        </p:sp>
        <p:sp>
          <p:nvSpPr>
            <p:cNvPr id="5148" name="Rectangle 28">
              <a:extLst>
                <a:ext uri="{FF2B5EF4-FFF2-40B4-BE49-F238E27FC236}">
                  <a16:creationId xmlns:a16="http://schemas.microsoft.com/office/drawing/2014/main" id="{C8C0DF77-761F-4153-340E-61BE90B26B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" y="1348"/>
              <a:ext cx="238" cy="1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0125</a:t>
              </a:r>
            </a:p>
          </p:txBody>
        </p:sp>
        <p:sp>
          <p:nvSpPr>
            <p:cNvPr id="5149" name="Rectangle 29">
              <a:extLst>
                <a:ext uri="{FF2B5EF4-FFF2-40B4-BE49-F238E27FC236}">
                  <a16:creationId xmlns:a16="http://schemas.microsoft.com/office/drawing/2014/main" id="{DF903838-5C07-3122-3387-85AD9C3E42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7" y="1333"/>
              <a:ext cx="273" cy="1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r>
                <a:rPr lang="en-US" altLang="en-US" sz="1400" b="1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1700</a:t>
              </a:r>
            </a:p>
          </p:txBody>
        </p:sp>
        <p:sp>
          <p:nvSpPr>
            <p:cNvPr id="5150" name="Rectangle 30">
              <a:extLst>
                <a:ext uri="{FF2B5EF4-FFF2-40B4-BE49-F238E27FC236}">
                  <a16:creationId xmlns:a16="http://schemas.microsoft.com/office/drawing/2014/main" id="{6C593907-AC65-E4EF-0967-F023222FC3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3" y="1348"/>
              <a:ext cx="238" cy="1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0750</a:t>
              </a:r>
            </a:p>
          </p:txBody>
        </p:sp>
      </p:grpSp>
      <p:sp>
        <p:nvSpPr>
          <p:cNvPr id="5152" name="Rectangle 32">
            <a:extLst>
              <a:ext uri="{FF2B5EF4-FFF2-40B4-BE49-F238E27FC236}">
                <a16:creationId xmlns:a16="http://schemas.microsoft.com/office/drawing/2014/main" id="{19A1A3D7-5CEB-8A30-77D9-9EE690BB3D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757488"/>
            <a:ext cx="4772025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rPr>
              <a:t>SUBTRACT Deductions FROM Pay GIVING NetPay.</a:t>
            </a:r>
          </a:p>
        </p:txBody>
      </p:sp>
      <p:sp>
        <p:nvSpPr>
          <p:cNvPr id="5153" name="Rectangle 33">
            <a:extLst>
              <a:ext uri="{FF2B5EF4-FFF2-40B4-BE49-F238E27FC236}">
                <a16:creationId xmlns:a16="http://schemas.microsoft.com/office/drawing/2014/main" id="{892C3A33-10E6-957E-F75D-9DB67401C8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338" y="3044825"/>
            <a:ext cx="544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000080"/>
                </a:solidFill>
              </a:rPr>
              <a:t>Before</a:t>
            </a:r>
          </a:p>
        </p:txBody>
      </p:sp>
      <p:sp>
        <p:nvSpPr>
          <p:cNvPr id="5154" name="Rectangle 34">
            <a:extLst>
              <a:ext uri="{FF2B5EF4-FFF2-40B4-BE49-F238E27FC236}">
                <a16:creationId xmlns:a16="http://schemas.microsoft.com/office/drawing/2014/main" id="{9139ACE1-C16C-1780-2582-961BC29272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013" y="3235325"/>
            <a:ext cx="47307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CC0000"/>
                </a:solidFill>
              </a:rPr>
              <a:t>After</a:t>
            </a:r>
          </a:p>
        </p:txBody>
      </p:sp>
      <p:sp>
        <p:nvSpPr>
          <p:cNvPr id="5155" name="Rectangle 35">
            <a:extLst>
              <a:ext uri="{FF2B5EF4-FFF2-40B4-BE49-F238E27FC236}">
                <a16:creationId xmlns:a16="http://schemas.microsoft.com/office/drawing/2014/main" id="{E6E0F010-F078-F93C-6493-5460AB6E4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46363" y="3051175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2750</a:t>
            </a:r>
          </a:p>
        </p:txBody>
      </p:sp>
      <p:sp>
        <p:nvSpPr>
          <p:cNvPr id="5156" name="Rectangle 36">
            <a:extLst>
              <a:ext uri="{FF2B5EF4-FFF2-40B4-BE49-F238E27FC236}">
                <a16:creationId xmlns:a16="http://schemas.microsoft.com/office/drawing/2014/main" id="{205101E4-3DDF-86C3-1501-132ED5793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46363" y="3260725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57" name="Rectangle 37">
            <a:extLst>
              <a:ext uri="{FF2B5EF4-FFF2-40B4-BE49-F238E27FC236}">
                <a16:creationId xmlns:a16="http://schemas.microsoft.com/office/drawing/2014/main" id="{A3178732-8926-FEE6-13E8-B2F5CE1BAD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8438" y="3051175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2750</a:t>
            </a:r>
          </a:p>
        </p:txBody>
      </p:sp>
      <p:sp>
        <p:nvSpPr>
          <p:cNvPr id="5158" name="Rectangle 38">
            <a:extLst>
              <a:ext uri="{FF2B5EF4-FFF2-40B4-BE49-F238E27FC236}">
                <a16:creationId xmlns:a16="http://schemas.microsoft.com/office/drawing/2014/main" id="{BD0231D4-43D6-A357-F529-9509E3E951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8438" y="3260725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59" name="Rectangle 39">
            <a:extLst>
              <a:ext uri="{FF2B5EF4-FFF2-40B4-BE49-F238E27FC236}">
                <a16:creationId xmlns:a16="http://schemas.microsoft.com/office/drawing/2014/main" id="{06402D8E-95D4-FF2A-91E9-015EB07BA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3813" y="3051175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1050</a:t>
            </a:r>
          </a:p>
        </p:txBody>
      </p:sp>
      <p:sp>
        <p:nvSpPr>
          <p:cNvPr id="5160" name="Rectangle 40">
            <a:extLst>
              <a:ext uri="{FF2B5EF4-FFF2-40B4-BE49-F238E27FC236}">
                <a16:creationId xmlns:a16="http://schemas.microsoft.com/office/drawing/2014/main" id="{BA5ECB70-01EB-810A-4AB1-81CA40EECD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3813" y="3260725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5164" name="Group 44">
            <a:extLst>
              <a:ext uri="{FF2B5EF4-FFF2-40B4-BE49-F238E27FC236}">
                <a16:creationId xmlns:a16="http://schemas.microsoft.com/office/drawing/2014/main" id="{195EE2EB-1032-AE62-4A23-51C139A8942F}"/>
              </a:ext>
            </a:extLst>
          </p:cNvPr>
          <p:cNvGrpSpPr>
            <a:grpSpLocks/>
          </p:cNvGrpSpPr>
          <p:nvPr/>
        </p:nvGrpSpPr>
        <p:grpSpPr bwMode="auto">
          <a:xfrm>
            <a:off x="1366838" y="3287713"/>
            <a:ext cx="3119437" cy="212725"/>
            <a:chOff x="861" y="2071"/>
            <a:chExt cx="1965" cy="134"/>
          </a:xfrm>
        </p:grpSpPr>
        <p:sp>
          <p:nvSpPr>
            <p:cNvPr id="5161" name="Rectangle 41">
              <a:extLst>
                <a:ext uri="{FF2B5EF4-FFF2-40B4-BE49-F238E27FC236}">
                  <a16:creationId xmlns:a16="http://schemas.microsoft.com/office/drawing/2014/main" id="{B4C656B8-F64A-0870-FE14-18FB07D5BA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3" y="2086"/>
              <a:ext cx="238" cy="1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2750</a:t>
              </a:r>
            </a:p>
          </p:txBody>
        </p:sp>
        <p:sp>
          <p:nvSpPr>
            <p:cNvPr id="5162" name="Rectangle 42">
              <a:extLst>
                <a:ext uri="{FF2B5EF4-FFF2-40B4-BE49-F238E27FC236}">
                  <a16:creationId xmlns:a16="http://schemas.microsoft.com/office/drawing/2014/main" id="{E8CD0218-87D3-08C4-BAF7-35F694C6C7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3" y="2071"/>
              <a:ext cx="273" cy="1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r>
                <a:rPr lang="en-US" altLang="en-US" sz="1400" b="1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1700</a:t>
              </a:r>
            </a:p>
          </p:txBody>
        </p:sp>
        <p:sp>
          <p:nvSpPr>
            <p:cNvPr id="5163" name="Rectangle 43">
              <a:extLst>
                <a:ext uri="{FF2B5EF4-FFF2-40B4-BE49-F238E27FC236}">
                  <a16:creationId xmlns:a16="http://schemas.microsoft.com/office/drawing/2014/main" id="{5D1205E0-BB5B-0726-9180-CEE52F538E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61" y="2086"/>
              <a:ext cx="238" cy="1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1050</a:t>
              </a:r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7" dur="500"/>
                                        <p:tgtEl>
                                          <p:spTgt spid="513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2" dur="500"/>
                                        <p:tgtEl>
                                          <p:spTgt spid="515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7" dur="500"/>
                                        <p:tgtEl>
                                          <p:spTgt spid="516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D702C31-1249-2646-EEC0-D79D5F0E7F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6200" y="7938"/>
            <a:ext cx="2182813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MULTIPLY examples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20CFD18-5E73-E6FB-33CD-65B7C44335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4438" y="711200"/>
            <a:ext cx="544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000080"/>
                </a:solidFill>
              </a:rPr>
              <a:t>Before</a:t>
            </a:r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760FA939-51C7-A0F5-FB8E-F9B3C05C58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1588" y="911225"/>
            <a:ext cx="47307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CC0000"/>
                </a:solidFill>
              </a:rPr>
              <a:t>After</a:t>
            </a:r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91CBDAFF-E2B2-7E02-73AF-53C700AB08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89100" y="717550"/>
            <a:ext cx="450850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0250</a:t>
            </a:r>
          </a:p>
        </p:txBody>
      </p:sp>
      <p:sp>
        <p:nvSpPr>
          <p:cNvPr id="6150" name="Rectangle 6">
            <a:extLst>
              <a:ext uri="{FF2B5EF4-FFF2-40B4-BE49-F238E27FC236}">
                <a16:creationId xmlns:a16="http://schemas.microsoft.com/office/drawing/2014/main" id="{9760B181-183D-FCBD-460F-1D2FCC384D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41325"/>
            <a:ext cx="34925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rPr>
              <a:t>MULTIPLY 10 BY SIZE, Magnitude.</a:t>
            </a:r>
          </a:p>
        </p:txBody>
      </p:sp>
      <p:sp>
        <p:nvSpPr>
          <p:cNvPr id="6151" name="Rectangle 7">
            <a:extLst>
              <a:ext uri="{FF2B5EF4-FFF2-40B4-BE49-F238E27FC236}">
                <a16:creationId xmlns:a16="http://schemas.microsoft.com/office/drawing/2014/main" id="{37D6D77D-1B78-B6D6-0658-6BD35BD52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1588" y="730250"/>
            <a:ext cx="738187" cy="2206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0123.45</a:t>
            </a:r>
          </a:p>
        </p:txBody>
      </p:sp>
      <p:sp>
        <p:nvSpPr>
          <p:cNvPr id="6152" name="Rectangle 8">
            <a:extLst>
              <a:ext uri="{FF2B5EF4-FFF2-40B4-BE49-F238E27FC236}">
                <a16:creationId xmlns:a16="http://schemas.microsoft.com/office/drawing/2014/main" id="{59E71783-14A8-8AE0-C34B-BEA11A8201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89100" y="928688"/>
            <a:ext cx="450850" cy="2333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3" name="Rectangle 9">
            <a:extLst>
              <a:ext uri="{FF2B5EF4-FFF2-40B4-BE49-F238E27FC236}">
                <a16:creationId xmlns:a16="http://schemas.microsoft.com/office/drawing/2014/main" id="{C2F727E1-8EF2-F247-DD78-A180B0735A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41588" y="939800"/>
            <a:ext cx="738187" cy="2206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6156" name="Group 12">
            <a:extLst>
              <a:ext uri="{FF2B5EF4-FFF2-40B4-BE49-F238E27FC236}">
                <a16:creationId xmlns:a16="http://schemas.microsoft.com/office/drawing/2014/main" id="{90B172A2-AABA-1B9E-0390-9A93FBD423DC}"/>
              </a:ext>
            </a:extLst>
          </p:cNvPr>
          <p:cNvGrpSpPr>
            <a:grpSpLocks/>
          </p:cNvGrpSpPr>
          <p:nvPr/>
        </p:nvGrpSpPr>
        <p:grpSpPr bwMode="auto">
          <a:xfrm>
            <a:off x="1700213" y="954088"/>
            <a:ext cx="1547812" cy="222250"/>
            <a:chOff x="1071" y="601"/>
            <a:chExt cx="975" cy="140"/>
          </a:xfrm>
        </p:grpSpPr>
        <p:sp>
          <p:nvSpPr>
            <p:cNvPr id="6154" name="Rectangle 10">
              <a:extLst>
                <a:ext uri="{FF2B5EF4-FFF2-40B4-BE49-F238E27FC236}">
                  <a16:creationId xmlns:a16="http://schemas.microsoft.com/office/drawing/2014/main" id="{91B4A139-FDFA-7D8C-3ADC-828625962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1" y="607"/>
              <a:ext cx="273" cy="1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r>
                <a:rPr lang="en-US" altLang="en-US" sz="1400" b="1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2500</a:t>
              </a:r>
            </a:p>
          </p:txBody>
        </p:sp>
        <p:sp>
          <p:nvSpPr>
            <p:cNvPr id="6155" name="Rectangle 11">
              <a:extLst>
                <a:ext uri="{FF2B5EF4-FFF2-40B4-BE49-F238E27FC236}">
                  <a16:creationId xmlns:a16="http://schemas.microsoft.com/office/drawing/2014/main" id="{584A722C-12C3-755F-42E9-BBE8D29EF7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17" y="601"/>
              <a:ext cx="429" cy="1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r>
                <a:rPr lang="en-US" altLang="en-US" sz="1400" b="1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1234.50</a:t>
              </a:r>
            </a:p>
          </p:txBody>
        </p:sp>
      </p:grpSp>
      <p:sp>
        <p:nvSpPr>
          <p:cNvPr id="6157" name="Rectangle 13">
            <a:extLst>
              <a:ext uri="{FF2B5EF4-FFF2-40B4-BE49-F238E27FC236}">
                <a16:creationId xmlns:a16="http://schemas.microsoft.com/office/drawing/2014/main" id="{F5D765B8-C805-101D-E238-C3B2FEE151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301750"/>
            <a:ext cx="41322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rPr>
              <a:t>MULTIPLY VatRate BY Sales GIVING VAT.</a:t>
            </a:r>
          </a:p>
        </p:txBody>
      </p:sp>
      <p:sp>
        <p:nvSpPr>
          <p:cNvPr id="6158" name="Rectangle 14">
            <a:extLst>
              <a:ext uri="{FF2B5EF4-FFF2-40B4-BE49-F238E27FC236}">
                <a16:creationId xmlns:a16="http://schemas.microsoft.com/office/drawing/2014/main" id="{523EE2AC-198D-3AA2-0D08-105FAC2A6C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413" y="1570038"/>
            <a:ext cx="544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000080"/>
                </a:solidFill>
              </a:rPr>
              <a:t>Before</a:t>
            </a:r>
          </a:p>
        </p:txBody>
      </p:sp>
      <p:sp>
        <p:nvSpPr>
          <p:cNvPr id="6159" name="Rectangle 15">
            <a:extLst>
              <a:ext uri="{FF2B5EF4-FFF2-40B4-BE49-F238E27FC236}">
                <a16:creationId xmlns:a16="http://schemas.microsoft.com/office/drawing/2014/main" id="{9A760069-AAAB-3166-AA14-3D56BB2418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613" y="1770063"/>
            <a:ext cx="47307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CC0000"/>
                </a:solidFill>
              </a:rPr>
              <a:t>After</a:t>
            </a:r>
          </a:p>
        </p:txBody>
      </p:sp>
      <p:sp>
        <p:nvSpPr>
          <p:cNvPr id="6160" name="Rectangle 16">
            <a:extLst>
              <a:ext uri="{FF2B5EF4-FFF2-40B4-BE49-F238E27FC236}">
                <a16:creationId xmlns:a16="http://schemas.microsoft.com/office/drawing/2014/main" id="{40A499A6-CEDC-071D-B121-70CEA19B1E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1063" y="1576388"/>
            <a:ext cx="700087" cy="2206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1245.50</a:t>
            </a:r>
          </a:p>
        </p:txBody>
      </p:sp>
      <p:sp>
        <p:nvSpPr>
          <p:cNvPr id="6161" name="Rectangle 17">
            <a:extLst>
              <a:ext uri="{FF2B5EF4-FFF2-40B4-BE49-F238E27FC236}">
                <a16:creationId xmlns:a16="http://schemas.microsoft.com/office/drawing/2014/main" id="{F91BA306-6B99-0CA8-6D70-975B812640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1063" y="1785938"/>
            <a:ext cx="700087" cy="2206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2" name="Rectangle 18">
            <a:extLst>
              <a:ext uri="{FF2B5EF4-FFF2-40B4-BE49-F238E27FC236}">
                <a16:creationId xmlns:a16="http://schemas.microsoft.com/office/drawing/2014/main" id="{EE478AEF-761C-FEDA-E0FF-1C9CFC0FA1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7413" y="1576388"/>
            <a:ext cx="833437" cy="211137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2750.75</a:t>
            </a:r>
          </a:p>
        </p:txBody>
      </p:sp>
      <p:sp>
        <p:nvSpPr>
          <p:cNvPr id="6163" name="Rectangle 19">
            <a:extLst>
              <a:ext uri="{FF2B5EF4-FFF2-40B4-BE49-F238E27FC236}">
                <a16:creationId xmlns:a16="http://schemas.microsoft.com/office/drawing/2014/main" id="{3C2F0D49-511E-3480-8E7A-442A3A7114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7413" y="1785938"/>
            <a:ext cx="833437" cy="211137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4" name="Rectangle 20">
            <a:extLst>
              <a:ext uri="{FF2B5EF4-FFF2-40B4-BE49-F238E27FC236}">
                <a16:creationId xmlns:a16="http://schemas.microsoft.com/office/drawing/2014/main" id="{F616D8F5-8A02-BFDE-4F50-853ACB92B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1888" y="1576388"/>
            <a:ext cx="536575" cy="2333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0.21</a:t>
            </a:r>
          </a:p>
        </p:txBody>
      </p:sp>
      <p:sp>
        <p:nvSpPr>
          <p:cNvPr id="6165" name="Rectangle 21">
            <a:extLst>
              <a:ext uri="{FF2B5EF4-FFF2-40B4-BE49-F238E27FC236}">
                <a16:creationId xmlns:a16="http://schemas.microsoft.com/office/drawing/2014/main" id="{7245ADF6-BF00-07D1-2C04-2A0C16E55D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1888" y="1785938"/>
            <a:ext cx="536575" cy="2333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6169" name="Group 25">
            <a:extLst>
              <a:ext uri="{FF2B5EF4-FFF2-40B4-BE49-F238E27FC236}">
                <a16:creationId xmlns:a16="http://schemas.microsoft.com/office/drawing/2014/main" id="{26093E54-92A4-81A1-E184-C93F43CC0553}"/>
              </a:ext>
            </a:extLst>
          </p:cNvPr>
          <p:cNvGrpSpPr>
            <a:grpSpLocks/>
          </p:cNvGrpSpPr>
          <p:nvPr/>
        </p:nvGrpSpPr>
        <p:grpSpPr bwMode="auto">
          <a:xfrm>
            <a:off x="1223963" y="1790700"/>
            <a:ext cx="2906712" cy="219075"/>
            <a:chOff x="771" y="1128"/>
            <a:chExt cx="1831" cy="138"/>
          </a:xfrm>
        </p:grpSpPr>
        <p:sp>
          <p:nvSpPr>
            <p:cNvPr id="6166" name="Rectangle 22">
              <a:extLst>
                <a:ext uri="{FF2B5EF4-FFF2-40B4-BE49-F238E27FC236}">
                  <a16:creationId xmlns:a16="http://schemas.microsoft.com/office/drawing/2014/main" id="{D76C270C-CA61-DC34-B8AF-0A3B55B35F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1" y="1151"/>
              <a:ext cx="211" cy="1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0.21</a:t>
              </a:r>
            </a:p>
          </p:txBody>
        </p:sp>
        <p:sp>
          <p:nvSpPr>
            <p:cNvPr id="6167" name="Rectangle 23">
              <a:extLst>
                <a:ext uri="{FF2B5EF4-FFF2-40B4-BE49-F238E27FC236}">
                  <a16:creationId xmlns:a16="http://schemas.microsoft.com/office/drawing/2014/main" id="{34B4B49B-A108-6DEE-CB2A-7104B0057C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89" y="1145"/>
              <a:ext cx="371" cy="1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1245.50</a:t>
              </a:r>
            </a:p>
          </p:txBody>
        </p:sp>
        <p:sp>
          <p:nvSpPr>
            <p:cNvPr id="6168" name="Rectangle 24">
              <a:extLst>
                <a:ext uri="{FF2B5EF4-FFF2-40B4-BE49-F238E27FC236}">
                  <a16:creationId xmlns:a16="http://schemas.microsoft.com/office/drawing/2014/main" id="{5D9DCE16-CE75-DA37-4E53-E4BD36D088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35" y="1128"/>
              <a:ext cx="367" cy="1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9050" tIns="0" rIns="19050" bIns="0">
              <a:spAutoFit/>
            </a:bodyPr>
            <a:lstStyle/>
            <a:p>
              <a:r>
                <a:rPr lang="en-US" altLang="en-US" sz="1400" b="1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261.55</a:t>
              </a:r>
            </a:p>
          </p:txBody>
        </p:sp>
      </p:grpSp>
      <p:sp>
        <p:nvSpPr>
          <p:cNvPr id="6170" name="Rectangle 26">
            <a:extLst>
              <a:ext uri="{FF2B5EF4-FFF2-40B4-BE49-F238E27FC236}">
                <a16:creationId xmlns:a16="http://schemas.microsoft.com/office/drawing/2014/main" id="{9464D7F2-9749-636F-1E99-F324604953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262188"/>
            <a:ext cx="4559300" cy="730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rPr>
              <a:t>MULTIPLY Fees BY Members GIVING TotalFees</a:t>
            </a:r>
          </a:p>
          <a:p>
            <a:r>
              <a: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rPr>
              <a:t> ON SIZE ERROR DISPLAY SizeErrorMessage</a:t>
            </a:r>
          </a:p>
          <a:p>
            <a:r>
              <a: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rPr>
              <a:t>END-MULTIPLY.</a:t>
            </a:r>
          </a:p>
        </p:txBody>
      </p:sp>
      <p:sp>
        <p:nvSpPr>
          <p:cNvPr id="6171" name="Rectangle 27">
            <a:extLst>
              <a:ext uri="{FF2B5EF4-FFF2-40B4-BE49-F238E27FC236}">
                <a16:creationId xmlns:a16="http://schemas.microsoft.com/office/drawing/2014/main" id="{8CC7DA00-AB9A-1F85-6EBB-5854742D34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3" y="3152775"/>
            <a:ext cx="544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000080"/>
                </a:solidFill>
              </a:rPr>
              <a:t>Before</a:t>
            </a:r>
          </a:p>
        </p:txBody>
      </p:sp>
      <p:sp>
        <p:nvSpPr>
          <p:cNvPr id="6172" name="Rectangle 28">
            <a:extLst>
              <a:ext uri="{FF2B5EF4-FFF2-40B4-BE49-F238E27FC236}">
                <a16:creationId xmlns:a16="http://schemas.microsoft.com/office/drawing/2014/main" id="{9A06283B-1789-F285-F9AE-5028E8D26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7238" y="3343275"/>
            <a:ext cx="47307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CC0000"/>
                </a:solidFill>
              </a:rPr>
              <a:t>After</a:t>
            </a:r>
          </a:p>
        </p:txBody>
      </p:sp>
      <p:sp>
        <p:nvSpPr>
          <p:cNvPr id="6173" name="Rectangle 29">
            <a:extLst>
              <a:ext uri="{FF2B5EF4-FFF2-40B4-BE49-F238E27FC236}">
                <a16:creationId xmlns:a16="http://schemas.microsoft.com/office/drawing/2014/main" id="{CC54A5CE-8FBC-038C-5727-DD3CAB69E8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8163" y="3136900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1024</a:t>
            </a:r>
          </a:p>
        </p:txBody>
      </p:sp>
      <p:sp>
        <p:nvSpPr>
          <p:cNvPr id="6174" name="Rectangle 30">
            <a:extLst>
              <a:ext uri="{FF2B5EF4-FFF2-40B4-BE49-F238E27FC236}">
                <a16:creationId xmlns:a16="http://schemas.microsoft.com/office/drawing/2014/main" id="{E7CCB2C7-6ECC-4EBA-ABE7-31466F0F84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8163" y="3346450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75" name="Rectangle 31">
            <a:extLst>
              <a:ext uri="{FF2B5EF4-FFF2-40B4-BE49-F238E27FC236}">
                <a16:creationId xmlns:a16="http://schemas.microsoft.com/office/drawing/2014/main" id="{DBE2F9DA-C8D8-F230-D013-89E750F2CB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7288" y="3136900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1743</a:t>
            </a:r>
          </a:p>
        </p:txBody>
      </p:sp>
      <p:sp>
        <p:nvSpPr>
          <p:cNvPr id="6176" name="Rectangle 32">
            <a:extLst>
              <a:ext uri="{FF2B5EF4-FFF2-40B4-BE49-F238E27FC236}">
                <a16:creationId xmlns:a16="http://schemas.microsoft.com/office/drawing/2014/main" id="{A7B8E356-8F3D-808E-301E-46FD06C43F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7288" y="3346450"/>
            <a:ext cx="536575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77" name="Rectangle 33">
            <a:extLst>
              <a:ext uri="{FF2B5EF4-FFF2-40B4-BE49-F238E27FC236}">
                <a16:creationId xmlns:a16="http://schemas.microsoft.com/office/drawing/2014/main" id="{4D1F0869-2203-6B78-30E6-5EB9A21927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5713" y="3130550"/>
            <a:ext cx="423862" cy="23971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52</a:t>
            </a:r>
          </a:p>
        </p:txBody>
      </p:sp>
      <p:sp>
        <p:nvSpPr>
          <p:cNvPr id="6178" name="Rectangle 34">
            <a:extLst>
              <a:ext uri="{FF2B5EF4-FFF2-40B4-BE49-F238E27FC236}">
                <a16:creationId xmlns:a16="http://schemas.microsoft.com/office/drawing/2014/main" id="{4060E3B7-B392-3032-2087-E0F6993AED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5713" y="3340100"/>
            <a:ext cx="423862" cy="23971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79" name="Rectangle 35">
            <a:extLst>
              <a:ext uri="{FF2B5EF4-FFF2-40B4-BE49-F238E27FC236}">
                <a16:creationId xmlns:a16="http://schemas.microsoft.com/office/drawing/2014/main" id="{6D11D1AA-A93D-817A-8D1F-C8A6BCE5C4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1425" y="2944813"/>
            <a:ext cx="42386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chemeClr val="tx1"/>
                </a:solidFill>
              </a:rPr>
              <a:t>Fees</a:t>
            </a:r>
          </a:p>
        </p:txBody>
      </p:sp>
      <p:sp>
        <p:nvSpPr>
          <p:cNvPr id="6180" name="Rectangle 36">
            <a:extLst>
              <a:ext uri="{FF2B5EF4-FFF2-40B4-BE49-F238E27FC236}">
                <a16:creationId xmlns:a16="http://schemas.microsoft.com/office/drawing/2014/main" id="{D9970C0B-3130-EB2B-C712-DBD3B81AE3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7200" y="2944813"/>
            <a:ext cx="6985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chemeClr val="tx1"/>
                </a:solidFill>
              </a:rPr>
              <a:t>Members</a:t>
            </a:r>
          </a:p>
        </p:txBody>
      </p:sp>
      <p:sp>
        <p:nvSpPr>
          <p:cNvPr id="6181" name="Rectangle 37">
            <a:extLst>
              <a:ext uri="{FF2B5EF4-FFF2-40B4-BE49-F238E27FC236}">
                <a16:creationId xmlns:a16="http://schemas.microsoft.com/office/drawing/2014/main" id="{247DF19A-A04D-5CF0-28C8-C76D18A2E9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6800" y="2943225"/>
            <a:ext cx="7127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chemeClr val="tx1"/>
                </a:solidFill>
              </a:rPr>
              <a:t>TotalFees</a:t>
            </a:r>
          </a:p>
        </p:txBody>
      </p:sp>
      <p:grpSp>
        <p:nvGrpSpPr>
          <p:cNvPr id="6187" name="Group 43">
            <a:extLst>
              <a:ext uri="{FF2B5EF4-FFF2-40B4-BE49-F238E27FC236}">
                <a16:creationId xmlns:a16="http://schemas.microsoft.com/office/drawing/2014/main" id="{4323D6F8-49C2-37CB-6499-468743CA645D}"/>
              </a:ext>
            </a:extLst>
          </p:cNvPr>
          <p:cNvGrpSpPr>
            <a:grpSpLocks/>
          </p:cNvGrpSpPr>
          <p:nvPr/>
        </p:nvGrpSpPr>
        <p:grpSpPr bwMode="auto">
          <a:xfrm>
            <a:off x="128588" y="2506663"/>
            <a:ext cx="4238625" cy="1073150"/>
            <a:chOff x="81" y="1579"/>
            <a:chExt cx="2670" cy="676"/>
          </a:xfrm>
        </p:grpSpPr>
        <p:grpSp>
          <p:nvGrpSpPr>
            <p:cNvPr id="6185" name="Group 41">
              <a:extLst>
                <a:ext uri="{FF2B5EF4-FFF2-40B4-BE49-F238E27FC236}">
                  <a16:creationId xmlns:a16="http://schemas.microsoft.com/office/drawing/2014/main" id="{F20FB6CF-AFFC-2E3B-048A-B4CBFE4BEF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9" y="2121"/>
              <a:ext cx="975" cy="134"/>
              <a:chOff x="849" y="2121"/>
              <a:chExt cx="975" cy="134"/>
            </a:xfrm>
          </p:grpSpPr>
          <p:sp>
            <p:nvSpPr>
              <p:cNvPr id="6182" name="Rectangle 38">
                <a:extLst>
                  <a:ext uri="{FF2B5EF4-FFF2-40B4-BE49-F238E27FC236}">
                    <a16:creationId xmlns:a16="http://schemas.microsoft.com/office/drawing/2014/main" id="{98DC59BB-8755-C29B-7F4F-F9E9406EFE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91" y="2136"/>
                <a:ext cx="238" cy="11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19050" tIns="0" rIns="19050" bIns="0">
                <a:spAutoFit/>
              </a:bodyPr>
              <a:lstStyle/>
              <a:p>
                <a:r>
                  <a:rPr lang="en-US" altLang="en-US" sz="1200" b="1">
                    <a:solidFill>
                      <a:srgbClr val="000080"/>
                    </a:solidFill>
                    <a:latin typeface="Arial" panose="020B0604020202020204" pitchFamily="34" charset="0"/>
                  </a:rPr>
                  <a:t>1024</a:t>
                </a:r>
              </a:p>
            </p:txBody>
          </p:sp>
          <p:sp>
            <p:nvSpPr>
              <p:cNvPr id="6183" name="Rectangle 39">
                <a:extLst>
                  <a:ext uri="{FF2B5EF4-FFF2-40B4-BE49-F238E27FC236}">
                    <a16:creationId xmlns:a16="http://schemas.microsoft.com/office/drawing/2014/main" id="{3B77B799-180D-1054-5613-249869B722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51" y="2121"/>
                <a:ext cx="273" cy="13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19050" tIns="0" rIns="19050" bIns="0">
                <a:spAutoFit/>
              </a:bodyPr>
              <a:lstStyle/>
              <a:p>
                <a:r>
                  <a:rPr lang="en-US" altLang="en-US" sz="1400" b="1">
                    <a:solidFill>
                      <a:srgbClr val="FF3300"/>
                    </a:solidFill>
                    <a:effectLst>
                      <a:outerShdw blurRad="38100" dist="38100" dir="2700000" algn="tl">
                        <a:srgbClr val="C0C0C0"/>
                      </a:outerShdw>
                    </a:effectLst>
                    <a:latin typeface="Arial" panose="020B0604020202020204" pitchFamily="34" charset="0"/>
                  </a:rPr>
                  <a:t>3248</a:t>
                </a:r>
              </a:p>
            </p:txBody>
          </p:sp>
          <p:sp>
            <p:nvSpPr>
              <p:cNvPr id="6184" name="Rectangle 40">
                <a:extLst>
                  <a:ext uri="{FF2B5EF4-FFF2-40B4-BE49-F238E27FC236}">
                    <a16:creationId xmlns:a16="http://schemas.microsoft.com/office/drawing/2014/main" id="{A27EC618-188B-A234-3073-E75DA80E1F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49" y="2121"/>
                <a:ext cx="177" cy="11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lIns="19050" tIns="0" rIns="19050" bIns="0">
                <a:spAutoFit/>
              </a:bodyPr>
              <a:lstStyle/>
              <a:p>
                <a:r>
                  <a:rPr lang="en-US" altLang="en-US" sz="1200" b="1">
                    <a:solidFill>
                      <a:srgbClr val="000080"/>
                    </a:solidFill>
                    <a:latin typeface="Arial" panose="020B0604020202020204" pitchFamily="34" charset="0"/>
                  </a:rPr>
                  <a:t>52</a:t>
                </a:r>
              </a:p>
            </p:txBody>
          </p:sp>
        </p:grpSp>
        <p:sp>
          <p:nvSpPr>
            <p:cNvPr id="6186" name="Rectangle 42">
              <a:extLst>
                <a:ext uri="{FF2B5EF4-FFF2-40B4-BE49-F238E27FC236}">
                  <a16:creationId xmlns:a16="http://schemas.microsoft.com/office/drawing/2014/main" id="{99965BDA-C98F-98CC-37F4-93DEE1ABA6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" y="1579"/>
              <a:ext cx="2670" cy="1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19050" rIns="92075" bIns="19050">
              <a:spAutoFit/>
            </a:bodyPr>
            <a:lstStyle/>
            <a:p>
              <a:r>
                <a:rPr lang="en-US" altLang="en-US" sz="1400" b="1">
                  <a:solidFill>
                    <a:srgbClr val="CC0000"/>
                  </a:solidFill>
                  <a:latin typeface="Courier New" panose="02070309020205020404" pitchFamily="49" charset="0"/>
                </a:rPr>
                <a:t>ON SIZE ERROR DISPLAY SizeErrorMessage</a:t>
              </a:r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7" dur="500"/>
                                        <p:tgtEl>
                                          <p:spTgt spid="615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2" dur="500"/>
                                        <p:tgtEl>
                                          <p:spTgt spid="616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7" dur="500"/>
                                        <p:tgtEl>
                                          <p:spTgt spid="618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587FE3EC-7B20-A72F-B9E4-0FD410C418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5175" y="1920875"/>
            <a:ext cx="609600" cy="2190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31255</a:t>
            </a: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25AC2798-D55A-2F7E-9312-3B5A1B860A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938" y="2149475"/>
            <a:ext cx="604837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2" name="Rectangle 4">
            <a:extLst>
              <a:ext uri="{FF2B5EF4-FFF2-40B4-BE49-F238E27FC236}">
                <a16:creationId xmlns:a16="http://schemas.microsoft.com/office/drawing/2014/main" id="{2E8DAEAF-504A-6EE3-5178-625AD58814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4800" y="1920875"/>
            <a:ext cx="609600" cy="2190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115</a:t>
            </a:r>
          </a:p>
        </p:txBody>
      </p:sp>
      <p:sp>
        <p:nvSpPr>
          <p:cNvPr id="7173" name="Rectangle 5">
            <a:extLst>
              <a:ext uri="{FF2B5EF4-FFF2-40B4-BE49-F238E27FC236}">
                <a16:creationId xmlns:a16="http://schemas.microsoft.com/office/drawing/2014/main" id="{3175A7BB-6105-FCBF-5C47-16CBB6F56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9563" y="2149475"/>
            <a:ext cx="604837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7E59E93D-A757-7974-6395-F9404513F3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22600" y="1920875"/>
            <a:ext cx="609600" cy="2190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0000</a:t>
            </a:r>
          </a:p>
        </p:txBody>
      </p:sp>
      <p:sp>
        <p:nvSpPr>
          <p:cNvPr id="7175" name="Rectangle 7">
            <a:extLst>
              <a:ext uri="{FF2B5EF4-FFF2-40B4-BE49-F238E27FC236}">
                <a16:creationId xmlns:a16="http://schemas.microsoft.com/office/drawing/2014/main" id="{26B9759C-0222-ED24-DE44-FDFFBA1CA6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27363" y="2149475"/>
            <a:ext cx="604837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6" name="Rectangle 8">
            <a:extLst>
              <a:ext uri="{FF2B5EF4-FFF2-40B4-BE49-F238E27FC236}">
                <a16:creationId xmlns:a16="http://schemas.microsoft.com/office/drawing/2014/main" id="{4C4105CA-C145-3829-487F-8633727D43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0500" y="-11113"/>
            <a:ext cx="1844675" cy="3365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DIVIDE examples</a:t>
            </a:r>
          </a:p>
        </p:txBody>
      </p:sp>
      <p:sp>
        <p:nvSpPr>
          <p:cNvPr id="7177" name="Rectangle 9">
            <a:extLst>
              <a:ext uri="{FF2B5EF4-FFF2-40B4-BE49-F238E27FC236}">
                <a16:creationId xmlns:a16="http://schemas.microsoft.com/office/drawing/2014/main" id="{EF665203-F66D-D973-FDB6-79E0F9A53B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41325"/>
            <a:ext cx="445135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rPr>
              <a:t>DIVIDE 15 INTO Amount1 ROUNDED, Amount2.</a:t>
            </a:r>
          </a:p>
        </p:txBody>
      </p:sp>
      <p:sp>
        <p:nvSpPr>
          <p:cNvPr id="7178" name="Rectangle 10">
            <a:extLst>
              <a:ext uri="{FF2B5EF4-FFF2-40B4-BE49-F238E27FC236}">
                <a16:creationId xmlns:a16="http://schemas.microsoft.com/office/drawing/2014/main" id="{00097DA7-75E6-C45B-54B8-AEE56BC0D9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2063" y="731838"/>
            <a:ext cx="544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000080"/>
                </a:solidFill>
              </a:rPr>
              <a:t>Before</a:t>
            </a:r>
          </a:p>
        </p:txBody>
      </p:sp>
      <p:sp>
        <p:nvSpPr>
          <p:cNvPr id="7179" name="Rectangle 11">
            <a:extLst>
              <a:ext uri="{FF2B5EF4-FFF2-40B4-BE49-F238E27FC236}">
                <a16:creationId xmlns:a16="http://schemas.microsoft.com/office/drawing/2014/main" id="{86526100-45F2-A4EB-1719-B8B22A87EC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19213" y="931863"/>
            <a:ext cx="47307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CC0000"/>
                </a:solidFill>
              </a:rPr>
              <a:t>After</a:t>
            </a:r>
          </a:p>
        </p:txBody>
      </p:sp>
      <p:sp>
        <p:nvSpPr>
          <p:cNvPr id="7180" name="Rectangle 12">
            <a:extLst>
              <a:ext uri="{FF2B5EF4-FFF2-40B4-BE49-F238E27FC236}">
                <a16:creationId xmlns:a16="http://schemas.microsoft.com/office/drawing/2014/main" id="{1EDCAD12-2E1E-7599-E4AF-2114DA2A34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36725" y="727075"/>
            <a:ext cx="609600" cy="2190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2544</a:t>
            </a:r>
          </a:p>
        </p:txBody>
      </p:sp>
      <p:sp>
        <p:nvSpPr>
          <p:cNvPr id="7181" name="Rectangle 13">
            <a:extLst>
              <a:ext uri="{FF2B5EF4-FFF2-40B4-BE49-F238E27FC236}">
                <a16:creationId xmlns:a16="http://schemas.microsoft.com/office/drawing/2014/main" id="{E7013551-519E-0DDE-6A1E-DB68A5A505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1488" y="955675"/>
            <a:ext cx="604837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82" name="Rectangle 14">
            <a:extLst>
              <a:ext uri="{FF2B5EF4-FFF2-40B4-BE49-F238E27FC236}">
                <a16:creationId xmlns:a16="http://schemas.microsoft.com/office/drawing/2014/main" id="{F034D5C8-EC1B-04AF-7CC9-C8956FBDDB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65525" y="727075"/>
            <a:ext cx="609600" cy="2190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354</a:t>
            </a:r>
          </a:p>
        </p:txBody>
      </p:sp>
      <p:sp>
        <p:nvSpPr>
          <p:cNvPr id="7183" name="Rectangle 15">
            <a:extLst>
              <a:ext uri="{FF2B5EF4-FFF2-40B4-BE49-F238E27FC236}">
                <a16:creationId xmlns:a16="http://schemas.microsoft.com/office/drawing/2014/main" id="{F5706FC3-835B-1D64-D10F-7463E35810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0288" y="955675"/>
            <a:ext cx="604837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84" name="Rectangle 16">
            <a:extLst>
              <a:ext uri="{FF2B5EF4-FFF2-40B4-BE49-F238E27FC236}">
                <a16:creationId xmlns:a16="http://schemas.microsoft.com/office/drawing/2014/main" id="{850D3AD8-5BD0-44B1-D381-0B7B63EBAD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879725"/>
            <a:ext cx="4772025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rPr>
              <a:t>DIVIDE 215 BY 10 GIVING Quot REMAINDER Rem.</a:t>
            </a:r>
          </a:p>
        </p:txBody>
      </p:sp>
      <p:sp>
        <p:nvSpPr>
          <p:cNvPr id="7185" name="Rectangle 17">
            <a:extLst>
              <a:ext uri="{FF2B5EF4-FFF2-40B4-BE49-F238E27FC236}">
                <a16:creationId xmlns:a16="http://schemas.microsoft.com/office/drawing/2014/main" id="{53D01F96-7704-8CEC-C963-0ABBDE8C22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7888" y="3149600"/>
            <a:ext cx="544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000080"/>
                </a:solidFill>
              </a:rPr>
              <a:t>Before</a:t>
            </a:r>
          </a:p>
        </p:txBody>
      </p:sp>
      <p:sp>
        <p:nvSpPr>
          <p:cNvPr id="7186" name="Rectangle 18">
            <a:extLst>
              <a:ext uri="{FF2B5EF4-FFF2-40B4-BE49-F238E27FC236}">
                <a16:creationId xmlns:a16="http://schemas.microsoft.com/office/drawing/2014/main" id="{3002B443-7A33-F319-A70E-06A5591A08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5038" y="3349625"/>
            <a:ext cx="47307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CC0000"/>
                </a:solidFill>
              </a:rPr>
              <a:t>After</a:t>
            </a:r>
          </a:p>
        </p:txBody>
      </p:sp>
      <p:sp>
        <p:nvSpPr>
          <p:cNvPr id="7187" name="Rectangle 19">
            <a:extLst>
              <a:ext uri="{FF2B5EF4-FFF2-40B4-BE49-F238E27FC236}">
                <a16:creationId xmlns:a16="http://schemas.microsoft.com/office/drawing/2014/main" id="{8C168001-A128-E6DD-0357-26EE93C9AB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2550" y="3155950"/>
            <a:ext cx="466725" cy="2190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115</a:t>
            </a:r>
          </a:p>
        </p:txBody>
      </p:sp>
      <p:sp>
        <p:nvSpPr>
          <p:cNvPr id="7188" name="Rectangle 20">
            <a:extLst>
              <a:ext uri="{FF2B5EF4-FFF2-40B4-BE49-F238E27FC236}">
                <a16:creationId xmlns:a16="http://schemas.microsoft.com/office/drawing/2014/main" id="{1541890E-F5C1-785B-B1F6-A471033735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0963" y="3384550"/>
            <a:ext cx="468312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7191" name="Group 23">
            <a:extLst>
              <a:ext uri="{FF2B5EF4-FFF2-40B4-BE49-F238E27FC236}">
                <a16:creationId xmlns:a16="http://schemas.microsoft.com/office/drawing/2014/main" id="{655E4E35-1101-D423-40E0-80E4CEF47F3D}"/>
              </a:ext>
            </a:extLst>
          </p:cNvPr>
          <p:cNvGrpSpPr>
            <a:grpSpLocks/>
          </p:cNvGrpSpPr>
          <p:nvPr/>
        </p:nvGrpSpPr>
        <p:grpSpPr bwMode="auto">
          <a:xfrm>
            <a:off x="4235450" y="3155950"/>
            <a:ext cx="415925" cy="461963"/>
            <a:chOff x="2668" y="1988"/>
            <a:chExt cx="262" cy="291"/>
          </a:xfrm>
        </p:grpSpPr>
        <p:sp>
          <p:nvSpPr>
            <p:cNvPr id="7189" name="Rectangle 21">
              <a:extLst>
                <a:ext uri="{FF2B5EF4-FFF2-40B4-BE49-F238E27FC236}">
                  <a16:creationId xmlns:a16="http://schemas.microsoft.com/office/drawing/2014/main" id="{664D15CA-5785-50AF-EA57-C8BB3E919E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8" y="1988"/>
              <a:ext cx="262" cy="138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19050" rIns="92075" bIns="19050" anchor="ctr"/>
            <a:lstStyle/>
            <a:p>
              <a:pPr algn="ctr"/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95</a:t>
              </a:r>
            </a:p>
          </p:txBody>
        </p:sp>
        <p:sp>
          <p:nvSpPr>
            <p:cNvPr id="7190" name="Rectangle 22">
              <a:extLst>
                <a:ext uri="{FF2B5EF4-FFF2-40B4-BE49-F238E27FC236}">
                  <a16:creationId xmlns:a16="http://schemas.microsoft.com/office/drawing/2014/main" id="{C7FD5230-C660-D1BD-10A1-7BB770D289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0" y="2132"/>
              <a:ext cx="260" cy="147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7194" name="Group 26">
            <a:extLst>
              <a:ext uri="{FF2B5EF4-FFF2-40B4-BE49-F238E27FC236}">
                <a16:creationId xmlns:a16="http://schemas.microsoft.com/office/drawing/2014/main" id="{8B4564F4-04FE-FA49-F4ED-E7A6037C41C2}"/>
              </a:ext>
            </a:extLst>
          </p:cNvPr>
          <p:cNvGrpSpPr>
            <a:grpSpLocks/>
          </p:cNvGrpSpPr>
          <p:nvPr/>
        </p:nvGrpSpPr>
        <p:grpSpPr bwMode="auto">
          <a:xfrm>
            <a:off x="1885950" y="974725"/>
            <a:ext cx="2084388" cy="222250"/>
            <a:chOff x="1188" y="614"/>
            <a:chExt cx="1313" cy="140"/>
          </a:xfrm>
        </p:grpSpPr>
        <p:sp>
          <p:nvSpPr>
            <p:cNvPr id="7192" name="Rectangle 24">
              <a:extLst>
                <a:ext uri="{FF2B5EF4-FFF2-40B4-BE49-F238E27FC236}">
                  <a16:creationId xmlns:a16="http://schemas.microsoft.com/office/drawing/2014/main" id="{40AD1BA7-A669-8473-60E1-3CE67A7FB3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76" y="614"/>
              <a:ext cx="125" cy="1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400" b="1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23</a:t>
              </a:r>
            </a:p>
          </p:txBody>
        </p:sp>
        <p:sp>
          <p:nvSpPr>
            <p:cNvPr id="7193" name="Rectangle 25">
              <a:extLst>
                <a:ext uri="{FF2B5EF4-FFF2-40B4-BE49-F238E27FC236}">
                  <a16:creationId xmlns:a16="http://schemas.microsoft.com/office/drawing/2014/main" id="{A3EB9D00-A791-9D02-AC31-F3C80B5E7A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88" y="620"/>
              <a:ext cx="187" cy="1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400" b="1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170</a:t>
              </a:r>
            </a:p>
          </p:txBody>
        </p:sp>
      </p:grpSp>
      <p:grpSp>
        <p:nvGrpSpPr>
          <p:cNvPr id="7198" name="Group 30">
            <a:extLst>
              <a:ext uri="{FF2B5EF4-FFF2-40B4-BE49-F238E27FC236}">
                <a16:creationId xmlns:a16="http://schemas.microsoft.com/office/drawing/2014/main" id="{AC3410A6-D122-04DA-A374-C98E55FBA579}"/>
              </a:ext>
            </a:extLst>
          </p:cNvPr>
          <p:cNvGrpSpPr>
            <a:grpSpLocks/>
          </p:cNvGrpSpPr>
          <p:nvPr/>
        </p:nvGrpSpPr>
        <p:grpSpPr bwMode="auto">
          <a:xfrm>
            <a:off x="842963" y="2168525"/>
            <a:ext cx="2746375" cy="212725"/>
            <a:chOff x="531" y="1366"/>
            <a:chExt cx="1730" cy="134"/>
          </a:xfrm>
        </p:grpSpPr>
        <p:sp>
          <p:nvSpPr>
            <p:cNvPr id="7195" name="Rectangle 27">
              <a:extLst>
                <a:ext uri="{FF2B5EF4-FFF2-40B4-BE49-F238E27FC236}">
                  <a16:creationId xmlns:a16="http://schemas.microsoft.com/office/drawing/2014/main" id="{5BD58CD5-905B-2CE3-37BE-1AC559EE9B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1" y="1383"/>
              <a:ext cx="317" cy="1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19050" tIns="0" rIns="19050" bIns="0">
              <a:spAutoFit/>
            </a:bodyPr>
            <a:lstStyle/>
            <a:p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31255</a:t>
              </a:r>
            </a:p>
          </p:txBody>
        </p:sp>
        <p:sp>
          <p:nvSpPr>
            <p:cNvPr id="7196" name="Rectangle 28">
              <a:extLst>
                <a:ext uri="{FF2B5EF4-FFF2-40B4-BE49-F238E27FC236}">
                  <a16:creationId xmlns:a16="http://schemas.microsoft.com/office/drawing/2014/main" id="{12853BB2-C0E4-DC5B-CB78-09FAC6787F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7" y="1383"/>
              <a:ext cx="160" cy="1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115</a:t>
              </a:r>
            </a:p>
          </p:txBody>
        </p:sp>
        <p:sp>
          <p:nvSpPr>
            <p:cNvPr id="7197" name="Rectangle 29">
              <a:extLst>
                <a:ext uri="{FF2B5EF4-FFF2-40B4-BE49-F238E27FC236}">
                  <a16:creationId xmlns:a16="http://schemas.microsoft.com/office/drawing/2014/main" id="{B77F7C24-6C46-869B-D367-87009C6C83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2" y="1366"/>
              <a:ext cx="299" cy="1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19050" tIns="0" rIns="19050" bIns="0">
              <a:spAutoFit/>
            </a:bodyPr>
            <a:lstStyle/>
            <a:p>
              <a:r>
                <a:rPr lang="en-US" altLang="en-US" sz="1400" b="1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0272</a:t>
              </a:r>
            </a:p>
          </p:txBody>
        </p:sp>
      </p:grpSp>
      <p:grpSp>
        <p:nvGrpSpPr>
          <p:cNvPr id="7201" name="Group 33">
            <a:extLst>
              <a:ext uri="{FF2B5EF4-FFF2-40B4-BE49-F238E27FC236}">
                <a16:creationId xmlns:a16="http://schemas.microsoft.com/office/drawing/2014/main" id="{B05D93AD-963E-FAE0-1808-B233FE134F78}"/>
              </a:ext>
            </a:extLst>
          </p:cNvPr>
          <p:cNvGrpSpPr>
            <a:grpSpLocks/>
          </p:cNvGrpSpPr>
          <p:nvPr/>
        </p:nvGrpSpPr>
        <p:grpSpPr bwMode="auto">
          <a:xfrm>
            <a:off x="2705100" y="3394075"/>
            <a:ext cx="1885950" cy="222250"/>
            <a:chOff x="1704" y="2138"/>
            <a:chExt cx="1188" cy="140"/>
          </a:xfrm>
        </p:grpSpPr>
        <p:sp>
          <p:nvSpPr>
            <p:cNvPr id="7199" name="Rectangle 31">
              <a:extLst>
                <a:ext uri="{FF2B5EF4-FFF2-40B4-BE49-F238E27FC236}">
                  <a16:creationId xmlns:a16="http://schemas.microsoft.com/office/drawing/2014/main" id="{FAB77B5F-D035-74ED-04B7-6F7A5937F5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4" y="2144"/>
              <a:ext cx="299" cy="1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19050" tIns="0" rIns="19050" bIns="0">
              <a:spAutoFit/>
            </a:bodyPr>
            <a:lstStyle/>
            <a:p>
              <a:r>
                <a:rPr lang="en-US" altLang="en-US" sz="1400" b="1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021</a:t>
              </a:r>
            </a:p>
          </p:txBody>
        </p:sp>
        <p:sp>
          <p:nvSpPr>
            <p:cNvPr id="7200" name="Rectangle 32">
              <a:extLst>
                <a:ext uri="{FF2B5EF4-FFF2-40B4-BE49-F238E27FC236}">
                  <a16:creationId xmlns:a16="http://schemas.microsoft.com/office/drawing/2014/main" id="{E1A35CC9-D272-4909-03B9-5ACA94AED7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24" y="2138"/>
              <a:ext cx="168" cy="1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19050" tIns="0" rIns="19050" bIns="0">
              <a:spAutoFit/>
            </a:bodyPr>
            <a:lstStyle/>
            <a:p>
              <a:r>
                <a:rPr lang="en-US" altLang="en-US" sz="1400" b="1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05</a:t>
              </a:r>
            </a:p>
          </p:txBody>
        </p:sp>
      </p:grpSp>
      <p:sp>
        <p:nvSpPr>
          <p:cNvPr id="7202" name="Rectangle 34">
            <a:extLst>
              <a:ext uri="{FF2B5EF4-FFF2-40B4-BE49-F238E27FC236}">
                <a16:creationId xmlns:a16="http://schemas.microsoft.com/office/drawing/2014/main" id="{2B566504-E85B-D889-097E-51D45661D9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644650"/>
            <a:ext cx="4772025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rPr>
              <a:t>DIVIDE Qty BY Units GIVING Average ROUNDED.</a:t>
            </a:r>
          </a:p>
        </p:txBody>
      </p:sp>
      <p:sp>
        <p:nvSpPr>
          <p:cNvPr id="7203" name="Rectangle 35">
            <a:extLst>
              <a:ext uri="{FF2B5EF4-FFF2-40B4-BE49-F238E27FC236}">
                <a16:creationId xmlns:a16="http://schemas.microsoft.com/office/drawing/2014/main" id="{E8B39B7F-C4E4-690B-7AB6-6B6D116C23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0513" y="1925638"/>
            <a:ext cx="544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000080"/>
                </a:solidFill>
              </a:rPr>
              <a:t>Before</a:t>
            </a:r>
          </a:p>
        </p:txBody>
      </p:sp>
      <p:sp>
        <p:nvSpPr>
          <p:cNvPr id="7204" name="Rectangle 36">
            <a:extLst>
              <a:ext uri="{FF2B5EF4-FFF2-40B4-BE49-F238E27FC236}">
                <a16:creationId xmlns:a16="http://schemas.microsoft.com/office/drawing/2014/main" id="{C9C9908E-44FE-D989-83C1-FF036C9E0D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663" y="2125663"/>
            <a:ext cx="47307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CC0000"/>
                </a:solidFill>
              </a:rPr>
              <a:t>After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7" dur="500"/>
                                        <p:tgtEl>
                                          <p:spTgt spid="719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2" dur="500"/>
                                        <p:tgtEl>
                                          <p:spTgt spid="719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7" dur="500"/>
                                        <p:tgtEl>
                                          <p:spTgt spid="720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96" name="Group 4">
            <a:extLst>
              <a:ext uri="{FF2B5EF4-FFF2-40B4-BE49-F238E27FC236}">
                <a16:creationId xmlns:a16="http://schemas.microsoft.com/office/drawing/2014/main" id="{4502B17F-0707-4B4E-A523-3091F01CFF7F}"/>
              </a:ext>
            </a:extLst>
          </p:cNvPr>
          <p:cNvGrpSpPr>
            <a:grpSpLocks/>
          </p:cNvGrpSpPr>
          <p:nvPr/>
        </p:nvGrpSpPr>
        <p:grpSpPr bwMode="auto">
          <a:xfrm>
            <a:off x="822325" y="2438400"/>
            <a:ext cx="771525" cy="461963"/>
            <a:chOff x="518" y="1536"/>
            <a:chExt cx="486" cy="291"/>
          </a:xfrm>
        </p:grpSpPr>
        <p:sp>
          <p:nvSpPr>
            <p:cNvPr id="8194" name="Rectangle 2">
              <a:extLst>
                <a:ext uri="{FF2B5EF4-FFF2-40B4-BE49-F238E27FC236}">
                  <a16:creationId xmlns:a16="http://schemas.microsoft.com/office/drawing/2014/main" id="{A8B12C5B-4413-DC06-2ED7-3909FE6AF1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" y="1536"/>
              <a:ext cx="486" cy="138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19050" rIns="92075" bIns="19050" anchor="ctr"/>
            <a:lstStyle/>
            <a:p>
              <a:pPr algn="ctr"/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1234.45</a:t>
              </a:r>
            </a:p>
          </p:txBody>
        </p:sp>
        <p:sp>
          <p:nvSpPr>
            <p:cNvPr id="8195" name="Rectangle 3">
              <a:extLst>
                <a:ext uri="{FF2B5EF4-FFF2-40B4-BE49-F238E27FC236}">
                  <a16:creationId xmlns:a16="http://schemas.microsoft.com/office/drawing/2014/main" id="{73907178-775C-459F-F9F5-BBFBB5D21F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2" y="1680"/>
              <a:ext cx="482" cy="147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8197" name="Rectangle 5">
            <a:extLst>
              <a:ext uri="{FF2B5EF4-FFF2-40B4-BE49-F238E27FC236}">
                <a16:creationId xmlns:a16="http://schemas.microsoft.com/office/drawing/2014/main" id="{7E075004-A731-25AE-2234-A0CD8E113E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13025" y="2438400"/>
            <a:ext cx="609600" cy="2190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1256.75</a:t>
            </a: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581B67AF-ACC9-6939-35D4-CFFD13C769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17788" y="2667000"/>
            <a:ext cx="604837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199" name="Rectangle 7">
            <a:extLst>
              <a:ext uri="{FF2B5EF4-FFF2-40B4-BE49-F238E27FC236}">
                <a16:creationId xmlns:a16="http://schemas.microsoft.com/office/drawing/2014/main" id="{C782AF34-622E-3EDB-3C5D-5AD0C50F8D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8100" y="7938"/>
            <a:ext cx="2182813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600" b="1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COMPUTE examples</a:t>
            </a:r>
          </a:p>
        </p:txBody>
      </p:sp>
      <p:sp>
        <p:nvSpPr>
          <p:cNvPr id="8200" name="Rectangle 8">
            <a:extLst>
              <a:ext uri="{FF2B5EF4-FFF2-40B4-BE49-F238E27FC236}">
                <a16:creationId xmlns:a16="http://schemas.microsoft.com/office/drawing/2014/main" id="{340079D2-3F8B-2E29-ED16-A94415FBD3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5" y="809625"/>
            <a:ext cx="45767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46038" rIns="0" bIns="46038">
            <a:spAutoFit/>
          </a:bodyPr>
          <a:lstStyle/>
          <a:p>
            <a:r>
              <a: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rPr>
              <a:t>COMPUTE Result =  90 - 7 * 3 + 50 / 2.</a:t>
            </a:r>
          </a:p>
        </p:txBody>
      </p:sp>
      <p:sp>
        <p:nvSpPr>
          <p:cNvPr id="8201" name="Rectangle 9">
            <a:extLst>
              <a:ext uri="{FF2B5EF4-FFF2-40B4-BE49-F238E27FC236}">
                <a16:creationId xmlns:a16="http://schemas.microsoft.com/office/drawing/2014/main" id="{55D98F4C-49F7-F320-2D34-1DDCD23157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6563" y="1100138"/>
            <a:ext cx="544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000080"/>
                </a:solidFill>
              </a:rPr>
              <a:t>Before</a:t>
            </a:r>
          </a:p>
        </p:txBody>
      </p:sp>
      <p:sp>
        <p:nvSpPr>
          <p:cNvPr id="8202" name="Rectangle 10">
            <a:extLst>
              <a:ext uri="{FF2B5EF4-FFF2-40B4-BE49-F238E27FC236}">
                <a16:creationId xmlns:a16="http://schemas.microsoft.com/office/drawing/2014/main" id="{7BD5BC67-4DB2-6C8D-4570-6F4B0AE167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3713" y="1300163"/>
            <a:ext cx="47307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CC0000"/>
                </a:solidFill>
              </a:rPr>
              <a:t>After</a:t>
            </a:r>
          </a:p>
        </p:txBody>
      </p:sp>
      <p:sp>
        <p:nvSpPr>
          <p:cNvPr id="8203" name="Rectangle 11">
            <a:extLst>
              <a:ext uri="{FF2B5EF4-FFF2-40B4-BE49-F238E27FC236}">
                <a16:creationId xmlns:a16="http://schemas.microsoft.com/office/drawing/2014/main" id="{0FE52ABE-95BD-4FA5-CFBB-A75CCA78FD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1225" y="1095375"/>
            <a:ext cx="609600" cy="2190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19050" rIns="92075" bIns="19050" anchor="ctr"/>
          <a:lstStyle/>
          <a:p>
            <a:pPr algn="ctr"/>
            <a:r>
              <a:rPr lang="en-US" altLang="en-US" sz="1200" b="1">
                <a:solidFill>
                  <a:srgbClr val="000080"/>
                </a:solidFill>
                <a:latin typeface="Arial" panose="020B0604020202020204" pitchFamily="34" charset="0"/>
              </a:rPr>
              <a:t>3333</a:t>
            </a:r>
          </a:p>
        </p:txBody>
      </p:sp>
      <p:sp>
        <p:nvSpPr>
          <p:cNvPr id="8204" name="Rectangle 12">
            <a:extLst>
              <a:ext uri="{FF2B5EF4-FFF2-40B4-BE49-F238E27FC236}">
                <a16:creationId xmlns:a16="http://schemas.microsoft.com/office/drawing/2014/main" id="{5D35DB8F-2573-965D-247E-1794178F2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5988" y="1323975"/>
            <a:ext cx="604837" cy="233363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8208" name="Group 16">
            <a:extLst>
              <a:ext uri="{FF2B5EF4-FFF2-40B4-BE49-F238E27FC236}">
                <a16:creationId xmlns:a16="http://schemas.microsoft.com/office/drawing/2014/main" id="{5F4C79E1-4AA0-B8C9-44B4-3D190C00E2A0}"/>
              </a:ext>
            </a:extLst>
          </p:cNvPr>
          <p:cNvGrpSpPr>
            <a:grpSpLocks/>
          </p:cNvGrpSpPr>
          <p:nvPr/>
        </p:nvGrpSpPr>
        <p:grpSpPr bwMode="auto">
          <a:xfrm>
            <a:off x="993775" y="790575"/>
            <a:ext cx="3232150" cy="755650"/>
            <a:chOff x="626" y="498"/>
            <a:chExt cx="2036" cy="476"/>
          </a:xfrm>
        </p:grpSpPr>
        <p:sp>
          <p:nvSpPr>
            <p:cNvPr id="8205" name="Rectangle 13">
              <a:extLst>
                <a:ext uri="{FF2B5EF4-FFF2-40B4-BE49-F238E27FC236}">
                  <a16:creationId xmlns:a16="http://schemas.microsoft.com/office/drawing/2014/main" id="{A043C63F-22C4-19E8-5922-8BE41C63AF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" y="840"/>
              <a:ext cx="249" cy="1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400" b="1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0094</a:t>
              </a:r>
            </a:p>
          </p:txBody>
        </p:sp>
        <p:sp>
          <p:nvSpPr>
            <p:cNvPr id="8206" name="Rectangle 14">
              <a:extLst>
                <a:ext uri="{FF2B5EF4-FFF2-40B4-BE49-F238E27FC236}">
                  <a16:creationId xmlns:a16="http://schemas.microsoft.com/office/drawing/2014/main" id="{D2CCF6BB-012C-6F51-E875-DFFD17930C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86" y="498"/>
              <a:ext cx="577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r>
                <a:rPr lang="en-US" altLang="en-US" sz="1600" b="1">
                  <a:solidFill>
                    <a:srgbClr val="CC0000"/>
                  </a:solidFill>
                  <a:latin typeface="Courier New" panose="02070309020205020404" pitchFamily="49" charset="0"/>
                </a:rPr>
                <a:t>(    )</a:t>
              </a:r>
            </a:p>
          </p:txBody>
        </p:sp>
        <p:sp>
          <p:nvSpPr>
            <p:cNvPr id="8207" name="Rectangle 15">
              <a:extLst>
                <a:ext uri="{FF2B5EF4-FFF2-40B4-BE49-F238E27FC236}">
                  <a16:creationId xmlns:a16="http://schemas.microsoft.com/office/drawing/2014/main" id="{FCA08B4B-87A1-79C8-1532-791A0C01D0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08" y="498"/>
              <a:ext cx="654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r>
                <a:rPr lang="en-US" altLang="en-US" sz="1600" b="1">
                  <a:solidFill>
                    <a:srgbClr val="CC0000"/>
                  </a:solidFill>
                  <a:latin typeface="Courier New" panose="02070309020205020404" pitchFamily="49" charset="0"/>
                </a:rPr>
                <a:t>(     )</a:t>
              </a:r>
            </a:p>
          </p:txBody>
        </p:sp>
      </p:grpSp>
      <p:grpSp>
        <p:nvGrpSpPr>
          <p:cNvPr id="8211" name="Group 19">
            <a:extLst>
              <a:ext uri="{FF2B5EF4-FFF2-40B4-BE49-F238E27FC236}">
                <a16:creationId xmlns:a16="http://schemas.microsoft.com/office/drawing/2014/main" id="{A70DB953-38A4-CFA9-C87C-002E4D9A4D02}"/>
              </a:ext>
            </a:extLst>
          </p:cNvPr>
          <p:cNvGrpSpPr>
            <a:grpSpLocks/>
          </p:cNvGrpSpPr>
          <p:nvPr/>
        </p:nvGrpSpPr>
        <p:grpSpPr bwMode="auto">
          <a:xfrm>
            <a:off x="876300" y="2679700"/>
            <a:ext cx="2327275" cy="212725"/>
            <a:chOff x="552" y="1688"/>
            <a:chExt cx="1466" cy="134"/>
          </a:xfrm>
        </p:grpSpPr>
        <p:sp>
          <p:nvSpPr>
            <p:cNvPr id="8209" name="Rectangle 17">
              <a:extLst>
                <a:ext uri="{FF2B5EF4-FFF2-40B4-BE49-F238E27FC236}">
                  <a16:creationId xmlns:a16="http://schemas.microsoft.com/office/drawing/2014/main" id="{A2733F44-6C2C-BC63-0A80-C5DB0FB0AB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71" y="1705"/>
              <a:ext cx="347" cy="1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200" b="1">
                  <a:solidFill>
                    <a:srgbClr val="000080"/>
                  </a:solidFill>
                  <a:latin typeface="Arial" panose="020B0604020202020204" pitchFamily="34" charset="0"/>
                </a:rPr>
                <a:t>1256.75</a:t>
              </a:r>
            </a:p>
          </p:txBody>
        </p:sp>
        <p:sp>
          <p:nvSpPr>
            <p:cNvPr id="8210" name="Rectangle 18">
              <a:extLst>
                <a:ext uri="{FF2B5EF4-FFF2-40B4-BE49-F238E27FC236}">
                  <a16:creationId xmlns:a16="http://schemas.microsoft.com/office/drawing/2014/main" id="{47761F90-BF88-0932-AC10-59B3C6A36A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" y="1688"/>
              <a:ext cx="405" cy="1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400" b="1">
                  <a:solidFill>
                    <a:srgbClr val="FF33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1595.74</a:t>
              </a:r>
            </a:p>
          </p:txBody>
        </p:sp>
      </p:grpSp>
      <p:sp>
        <p:nvSpPr>
          <p:cNvPr id="8212" name="Rectangle 20">
            <a:extLst>
              <a:ext uri="{FF2B5EF4-FFF2-40B4-BE49-F238E27FC236}">
                <a16:creationId xmlns:a16="http://schemas.microsoft.com/office/drawing/2014/main" id="{4A750D9E-2C90-27FA-83F6-486EB95953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155825"/>
            <a:ext cx="445135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rPr>
              <a:t>COMPUTE Euros ROUNDED = Punts / .787564.</a:t>
            </a:r>
          </a:p>
        </p:txBody>
      </p:sp>
      <p:sp>
        <p:nvSpPr>
          <p:cNvPr id="8213" name="Rectangle 21">
            <a:extLst>
              <a:ext uri="{FF2B5EF4-FFF2-40B4-BE49-F238E27FC236}">
                <a16:creationId xmlns:a16="http://schemas.microsoft.com/office/drawing/2014/main" id="{1B17B44F-6B4C-D495-5BAB-8A798C78AE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663" y="2443163"/>
            <a:ext cx="544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000080"/>
                </a:solidFill>
              </a:rPr>
              <a:t>Before</a:t>
            </a:r>
          </a:p>
        </p:txBody>
      </p:sp>
      <p:sp>
        <p:nvSpPr>
          <p:cNvPr id="8214" name="Rectangle 22">
            <a:extLst>
              <a:ext uri="{FF2B5EF4-FFF2-40B4-BE49-F238E27FC236}">
                <a16:creationId xmlns:a16="http://schemas.microsoft.com/office/drawing/2014/main" id="{2861E31E-E448-78C7-C25C-31F2BD6E30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813" y="2643188"/>
            <a:ext cx="47307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b="1">
                <a:solidFill>
                  <a:srgbClr val="CC0000"/>
                </a:solidFill>
              </a:rPr>
              <a:t>After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7" dur="500"/>
                                        <p:tgtEl>
                                          <p:spTgt spid="820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2" dur="500"/>
                                        <p:tgtEl>
                                          <p:spTgt spid="82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1000" b="0" i="0" u="none" strike="noStrike" cap="none" normalizeH="0" baseline="0" smtClean="0">
            <a:ln>
              <a:noFill/>
            </a:ln>
            <a:solidFill>
              <a:schemeClr val="accent2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1000" b="0" i="0" u="none" strike="noStrike" cap="none" normalizeH="0" baseline="0" smtClean="0">
            <a:ln>
              <a:noFill/>
            </a:ln>
            <a:solidFill>
              <a:schemeClr val="accent2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5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6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1275</TotalTime>
  <Words>292</Words>
  <Application>Microsoft Office PowerPoint</Application>
  <PresentationFormat>Custom</PresentationFormat>
  <Paragraphs>140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Times New Roman</vt:lpstr>
      <vt:lpstr>Courier New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41</cp:revision>
  <dcterms:created xsi:type="dcterms:W3CDTF">1995-06-17T23:31:02Z</dcterms:created>
  <dcterms:modified xsi:type="dcterms:W3CDTF">2026-05-13T01:06:43Z</dcterms:modified>
</cp:coreProperties>
</file>