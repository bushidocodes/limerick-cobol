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3886200" cy="52578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94040" y="23400"/>
            <a:ext cx="3497040" cy="1250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194040" y="1230120"/>
            <a:ext cx="3497040" cy="30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3886200" cy="5257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94040" y="209520"/>
            <a:ext cx="3497040" cy="87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94040" y="1230120"/>
            <a:ext cx="3497040" cy="304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952560" y="2171520"/>
            <a:ext cx="2743200" cy="10191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produce this Sales and Salary report, the Report Writer program must do the following tasks: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</a:t>
            </a:r>
            <a:r>
              <a:rPr lang="en-US" sz="800" b="1" u="sng" strike="noStrike">
                <a:solidFill>
                  <a:srgbClr val="3333CC"/>
                </a:solidFill>
                <a:effectLst/>
                <a:uFillTx/>
                <a:latin typeface="Times New Roman"/>
                <a:ea typeface="Times New Roman"/>
              </a:rPr>
              <a:t>click to continue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952560" y="2171520"/>
            <a:ext cx="2743200" cy="5335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Print headings at the top of each page.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2438280" y="314280"/>
            <a:ext cx="952920" cy="1924200"/>
          </a:xfrm>
          <a:custGeom>
            <a:avLst/>
            <a:gdLst/>
            <a:ahLst/>
            <a:rect l="0" t="0" r="r" b="b"/>
            <a:pathLst>
              <a:path fill="none" w="2647" h="5345">
                <a:moveTo>
                  <a:pt x="1794" y="5345"/>
                </a:moveTo>
                <a:lnTo>
                  <a:pt x="1794" y="5345"/>
                </a:lnTo>
                <a:cubicBezTo>
                  <a:pt x="1991" y="5134"/>
                  <a:pt x="2159" y="4890"/>
                  <a:pt x="2292" y="4621"/>
                </a:cubicBezTo>
                <a:cubicBezTo>
                  <a:pt x="2524" y="4153"/>
                  <a:pt x="2647" y="3621"/>
                  <a:pt x="2647" y="3081"/>
                </a:cubicBezTo>
                <a:cubicBezTo>
                  <a:pt x="2647" y="2540"/>
                  <a:pt x="2524" y="2009"/>
                  <a:pt x="2292" y="1540"/>
                </a:cubicBezTo>
                <a:cubicBezTo>
                  <a:pt x="2060" y="1072"/>
                  <a:pt x="1726" y="683"/>
                  <a:pt x="1323" y="413"/>
                </a:cubicBezTo>
                <a:cubicBezTo>
                  <a:pt x="921" y="142"/>
                  <a:pt x="465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52560" y="2171520"/>
            <a:ext cx="2743200" cy="762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Print a footer at the bottom of each page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showing the name of the programmer and a page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number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343080" y="2485800"/>
            <a:ext cx="886320" cy="2316240"/>
          </a:xfrm>
          <a:custGeom>
            <a:avLst/>
            <a:gdLst/>
            <a:ahLst/>
            <a:rect l="0" t="0" r="r" b="b"/>
            <a:pathLst>
              <a:path fill="none" w="2462" h="6434">
                <a:moveTo>
                  <a:pt x="2462" y="0"/>
                </a:moveTo>
                <a:lnTo>
                  <a:pt x="2462" y="0"/>
                </a:lnTo>
                <a:cubicBezTo>
                  <a:pt x="2030" y="0"/>
                  <a:pt x="1605" y="157"/>
                  <a:pt x="1231" y="456"/>
                </a:cubicBezTo>
                <a:cubicBezTo>
                  <a:pt x="857" y="754"/>
                  <a:pt x="546" y="1184"/>
                  <a:pt x="330" y="1701"/>
                </a:cubicBezTo>
                <a:cubicBezTo>
                  <a:pt x="114" y="2219"/>
                  <a:pt x="0" y="2805"/>
                  <a:pt x="0" y="3403"/>
                </a:cubicBezTo>
                <a:cubicBezTo>
                  <a:pt x="0" y="4000"/>
                  <a:pt x="114" y="4587"/>
                  <a:pt x="330" y="5104"/>
                </a:cubicBezTo>
                <a:cubicBezTo>
                  <a:pt x="546" y="5621"/>
                  <a:pt x="857" y="6051"/>
                  <a:pt x="1231" y="6349"/>
                </a:cubicBezTo>
                <a:cubicBezTo>
                  <a:pt x="1268" y="6379"/>
                  <a:pt x="1306" y="6407"/>
                  <a:pt x="1344" y="6434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952560" y="2171520"/>
            <a:ext cx="2743200" cy="914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Keep a line count, and change page when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count is  greater than 42 -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(unless the next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thing to print is a salesperson total line, a city total line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 the final total)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2560" y="2171520"/>
            <a:ext cx="2743200" cy="6094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Print out the details of a salesperson's sales.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Get the city name from a table.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2152800" y="1076400"/>
            <a:ext cx="887400" cy="1162440"/>
          </a:xfrm>
          <a:custGeom>
            <a:avLst/>
            <a:gdLst/>
            <a:ahLst/>
            <a:rect l="0" t="0" r="r" b="b"/>
            <a:pathLst>
              <a:path fill="none" w="2465" h="3229">
                <a:moveTo>
                  <a:pt x="2465" y="3229"/>
                </a:moveTo>
                <a:lnTo>
                  <a:pt x="2465" y="3229"/>
                </a:lnTo>
                <a:lnTo>
                  <a:pt x="2465" y="3229"/>
                </a:lnTo>
                <a:cubicBezTo>
                  <a:pt x="2465" y="2662"/>
                  <a:pt x="2356" y="2105"/>
                  <a:pt x="2149" y="1614"/>
                </a:cubicBezTo>
                <a:cubicBezTo>
                  <a:pt x="1941" y="1124"/>
                  <a:pt x="1643" y="716"/>
                  <a:pt x="1284" y="433"/>
                </a:cubicBezTo>
                <a:cubicBezTo>
                  <a:pt x="925" y="149"/>
                  <a:pt x="518" y="0"/>
                  <a:pt x="103" y="0"/>
                </a:cubicBezTo>
                <a:cubicBezTo>
                  <a:pt x="69" y="0"/>
                  <a:pt x="34" y="1"/>
                  <a:pt x="0" y="3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52560" y="2171520"/>
            <a:ext cx="2743200" cy="8380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5.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Suppress the salesperson number and city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name after their first occurrence (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but restore 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them if there is a change of page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85680" y="1057320"/>
            <a:ext cx="1447920" cy="171360"/>
          </a:xfrm>
          <a:prstGeom prst="rect">
            <a:avLst/>
          </a:prstGeom>
          <a:noFill/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552600" y="1257480"/>
            <a:ext cx="705240" cy="1248120"/>
          </a:xfrm>
          <a:custGeom>
            <a:avLst/>
            <a:gdLst/>
            <a:ahLst/>
            <a:rect l="0" t="0" r="r" b="b"/>
            <a:pathLst>
              <a:path fill="none" w="1959" h="3467">
                <a:moveTo>
                  <a:pt x="0" y="0"/>
                </a:moveTo>
                <a:lnTo>
                  <a:pt x="0" y="0"/>
                </a:lnTo>
                <a:cubicBezTo>
                  <a:pt x="0" y="609"/>
                  <a:pt x="91" y="1206"/>
                  <a:pt x="262" y="1734"/>
                </a:cubicBezTo>
                <a:cubicBezTo>
                  <a:pt x="434" y="2261"/>
                  <a:pt x="682" y="2698"/>
                  <a:pt x="980" y="3003"/>
                </a:cubicBezTo>
                <a:cubicBezTo>
                  <a:pt x="1277" y="3307"/>
                  <a:pt x="1615" y="3467"/>
                  <a:pt x="1959" y="3467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8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952560" y="2160720"/>
            <a:ext cx="2743200" cy="8874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6.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the salesman number changes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print the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total sales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accumulated for the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salesperson.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314880" y="1361880"/>
            <a:ext cx="315000" cy="1134000"/>
          </a:xfrm>
          <a:custGeom>
            <a:avLst/>
            <a:gdLst/>
            <a:ahLst/>
            <a:rect l="0" t="0" r="r" b="b"/>
            <a:pathLst>
              <a:path fill="none" w="875" h="3150">
                <a:moveTo>
                  <a:pt x="0" y="3150"/>
                </a:moveTo>
                <a:lnTo>
                  <a:pt x="0" y="3150"/>
                </a:lnTo>
                <a:lnTo>
                  <a:pt x="1" y="3150"/>
                </a:lnTo>
                <a:cubicBezTo>
                  <a:pt x="155" y="3150"/>
                  <a:pt x="306" y="3077"/>
                  <a:pt x="438" y="2938"/>
                </a:cubicBezTo>
                <a:cubicBezTo>
                  <a:pt x="571" y="2798"/>
                  <a:pt x="682" y="2598"/>
                  <a:pt x="758" y="2357"/>
                </a:cubicBezTo>
                <a:cubicBezTo>
                  <a:pt x="835" y="2116"/>
                  <a:pt x="875" y="1843"/>
                  <a:pt x="875" y="1564"/>
                </a:cubicBezTo>
                <a:cubicBezTo>
                  <a:pt x="875" y="1286"/>
                  <a:pt x="835" y="1013"/>
                  <a:pt x="758" y="772"/>
                </a:cubicBezTo>
                <a:cubicBezTo>
                  <a:pt x="682" y="531"/>
                  <a:pt x="571" y="331"/>
                  <a:pt x="438" y="191"/>
                </a:cubicBezTo>
                <a:cubicBezTo>
                  <a:pt x="347" y="96"/>
                  <a:pt x="247" y="31"/>
                  <a:pt x="143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0" y="0"/>
            <a:ext cx="3884760" cy="49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An example COBOL Report Program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Bible Salesperson - Sales and Salary Report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City      Salesperson     Sale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Name       Number         Value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$1,333.50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$3,667.50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Dublin        3           $777.70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$777.70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8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Sales for Dublin            =    $4,779.20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1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1     =      $334.00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2         $1,111.50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$1,222.50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2     =    $2,334.00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3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$111.10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3     =      $222.20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Belfast       4           $111.50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$1,502.50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$2,505.50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salesperson 4     =    $4,119.50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Sales for Belfast           =    $7,009.70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                                              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Programmer - Michael Coughlan               Page :  1  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75000"/>
              </a:lnSpc>
            </a:pP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942840" y="2143080"/>
            <a:ext cx="2743200" cy="9237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the city code changes print the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total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sales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accumulated for the city.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3333600" y="1894680"/>
            <a:ext cx="229320" cy="601200"/>
          </a:xfrm>
          <a:custGeom>
            <a:avLst/>
            <a:gdLst/>
            <a:ahLst/>
            <a:rect l="0" t="0" r="r" b="b"/>
            <a:pathLst>
              <a:path fill="none" w="637" h="1670">
                <a:moveTo>
                  <a:pt x="0" y="1670"/>
                </a:moveTo>
                <a:lnTo>
                  <a:pt x="0" y="1670"/>
                </a:lnTo>
                <a:lnTo>
                  <a:pt x="0" y="1670"/>
                </a:lnTo>
                <a:cubicBezTo>
                  <a:pt x="112" y="1670"/>
                  <a:pt x="222" y="1631"/>
                  <a:pt x="319" y="1556"/>
                </a:cubicBezTo>
                <a:cubicBezTo>
                  <a:pt x="415" y="1481"/>
                  <a:pt x="496" y="1373"/>
                  <a:pt x="552" y="1243"/>
                </a:cubicBezTo>
                <a:cubicBezTo>
                  <a:pt x="608" y="1113"/>
                  <a:pt x="637" y="966"/>
                  <a:pt x="637" y="816"/>
                </a:cubicBezTo>
                <a:cubicBezTo>
                  <a:pt x="637" y="667"/>
                  <a:pt x="608" y="519"/>
                  <a:pt x="552" y="390"/>
                </a:cubicBezTo>
                <a:cubicBezTo>
                  <a:pt x="496" y="260"/>
                  <a:pt x="415" y="152"/>
                  <a:pt x="319" y="77"/>
                </a:cubicBezTo>
                <a:cubicBezTo>
                  <a:pt x="277" y="45"/>
                  <a:pt x="232" y="19"/>
                  <a:pt x="186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942840" y="2133720"/>
            <a:ext cx="2800440" cy="942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171360" algn="l"/>
              </a:tabLs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8.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Accumulate all the sales values and print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them as a final total at the end of the report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</a:t>
            </a: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 shown on this page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